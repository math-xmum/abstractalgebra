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79" r:id="rId6"/>
    <p:sldId id="337" r:id="rId7"/>
    <p:sldId id="280" r:id="rId8"/>
    <p:sldId id="303" r:id="rId9"/>
    <p:sldId id="286" r:id="rId10"/>
    <p:sldId id="338" r:id="rId11"/>
    <p:sldId id="288" r:id="rId12"/>
    <p:sldId id="281" r:id="rId13"/>
    <p:sldId id="283" r:id="rId14"/>
    <p:sldId id="289" r:id="rId15"/>
    <p:sldId id="307" r:id="rId16"/>
    <p:sldId id="285" r:id="rId17"/>
    <p:sldId id="290" r:id="rId18"/>
    <p:sldId id="284" r:id="rId19"/>
    <p:sldId id="291" r:id="rId20"/>
    <p:sldId id="294" r:id="rId21"/>
    <p:sldId id="292" r:id="rId22"/>
    <p:sldId id="339" r:id="rId23"/>
    <p:sldId id="340" r:id="rId24"/>
    <p:sldId id="341" r:id="rId25"/>
    <p:sldId id="309" r:id="rId26"/>
    <p:sldId id="298" r:id="rId27"/>
    <p:sldId id="310" r:id="rId28"/>
    <p:sldId id="296" r:id="rId29"/>
    <p:sldId id="299" r:id="rId30"/>
    <p:sldId id="300" r:id="rId31"/>
    <p:sldId id="311" r:id="rId32"/>
    <p:sldId id="301" r:id="rId33"/>
    <p:sldId id="302" r:id="rId34"/>
    <p:sldId id="312" r:id="rId35"/>
    <p:sldId id="313" r:id="rId36"/>
    <p:sldId id="314" r:id="rId37"/>
    <p:sldId id="328" r:id="rId38"/>
    <p:sldId id="317" r:id="rId39"/>
    <p:sldId id="316" r:id="rId40"/>
    <p:sldId id="318" r:id="rId41"/>
    <p:sldId id="315" r:id="rId42"/>
    <p:sldId id="329" r:id="rId43"/>
    <p:sldId id="330" r:id="rId44"/>
    <p:sldId id="331" r:id="rId45"/>
    <p:sldId id="332" r:id="rId46"/>
    <p:sldId id="319" r:id="rId47"/>
    <p:sldId id="320" r:id="rId48"/>
    <p:sldId id="333" r:id="rId49"/>
    <p:sldId id="323" r:id="rId50"/>
    <p:sldId id="324" r:id="rId51"/>
    <p:sldId id="325" r:id="rId52"/>
    <p:sldId id="336" r:id="rId53"/>
    <p:sldId id="327" r:id="rId54"/>
    <p:sldId id="335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6" d="100"/>
          <a:sy n="86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0T02:00:23.35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4392 1253 6439,'-13'0'-470,"1"-4"1336,-1-1 0,5 1 292,0 4 449,5 0-876,-3 0 35,6 0-372,0 0 0,6 4-96,2 1 1,9 3-69,3-4 0,5 4 350,4-4-439,3 0 0,2 1 92,4-1 1,-4 0-35,7-4 1,5 0-154,4 0 0,1 0-136,6 0 1,-3 0 0,4 0 198,1 0 1,1-4-346,-2 0 1,1-2 263,-5 2 0,-1 3-180,-3-4 1,2 4-71,-2 1 0,-9 0 1,-12 0 0,-4 0-71,-4 0 1,-3 0 90,-6 0 0,-5 6 6,-3 2 0,-3 3 38,-1 1 1,0 1 365,0-1 1,-1 0-297,-3 1 1,1 1 55,-5 2 1,-5 3 0,-3 6 1,-6 0-10,1 0 0,-6 4-134,-2 0 1,-7 5 73,-1-1 1,-2 3-277,-6 1 0,-2 2 315,-7 2 0,26-19 1,-1-1-114,-1 2 0,-2-1 0,1 3 0,-1-1 197,-1-2 0,0 1 0,-1 3 0,-1 1 59,-2-1 1,-1 1-1,2 0 1,-1 0-9,2-2 1,0 0 0,3-3 0,2 1-41,3 0 1,0 0 0,-22 17 0,5-1 212,6-4 0,7-5-25,6-5 0,6-2 91,2-2 0,1 1 154,3-5 104,3-1-448,5-3 1,4-1 897,-4 0-903,4 1 0,1-5 253,0 0-159,0-5 28,0 8 1,6-8 27,2 5 1,3-4-102,1 5 0,1-7 40,-1 3 1,6 0 0,3-1 47,2-1 1,3 0-110,3 1 0,3-3-1,5 3 1,2-2-57,2-2 0,0 0-38,9 0 0,-2 0-101,10 0 1,-5 0-90,0 0 1,0-4 96,0-1 1,-7 0-190,-1 1 1,-10 2 124,-6-2 1,-4 3-138,-5 1 0,-2 0 63,-5 0 1,-5 0-197,0 0-49,-5 0 177,2 0-482,-5 0-677,0 0 0,-5 0 1,-2 0-1</inkml:trace>
  <inkml:trace contextRef="#ctx0" brushRef="#br0" timeOffset="1">6079 2394 7649,'5'-25'0,"-3"0"319,2 0 0,-3 5-22,-1-1 0,0 6 330,0-2 0,0-1-212,0 2 1,-1 1 607,-3 6-653,-3-2 0,-7 10-212,-3-3 0,4 2-148,-4 2 0,2 2 111,-2 2 0,-2 3-124,-6 5 0,3 6 57,-3 3 34,3 2 0,-8 8-105,5 2 1,-4 4-46,0 4 1,0-1-139,4 6 1,5 0 137,-1 8 1,6-4 135,-2-1 1,5 0 82,4-8 1,2 0-101,6-3 161,6-1 0,2-10 0,7-3 55,2-5 1,5-2 30,-2-5 1,5-1 10,4-3-22,-3 3 1,5-9-100,-6 2 1,3-3-1,1-1-291,-1 0 0,-2-5-357,-1-4 1,4-2 396,0-1-352,0 0 1,-9-1-1,0 1-286,-2-1 1,-6 1-2117,-4 0 1975,-5 5 0,3 0-947,-6 3 1499,-6 2 0,-5-9 284,-5 3 0,-12-3 0,2-1 0</inkml:trace>
  <inkml:trace contextRef="#ctx0" brushRef="#br0" timeOffset="2">5756 2766 7649,'-12'0'195,"-1"0"0,5 0 876,0 0 416,5 0-923,-3 5 0,13-3 37,6 2 0,1 1-386,6-1 1,5 1-286,4-5 0,1 0 80,-1 0 1,-1 0-163,5 0 0,-6 0-290,2 0 1,2 0 0,-1-2-403,2-2 0,-9 1-499,2-5 0,-8 4 781,-1-4 1,-4 3 561,-3-3 0,0 4 0,-4-4 0,-5 4 0,-5-5 0,-6 7 0,-1-3 0,0 4 0,-5 1 0,3 0-49,2 0 1,-1 6 116,1 2 1,1 3 660,3 1 1,-2 5-64,6-1 1,-4 6 69,4-1 1,-5 3-129,5 0 1,0 1-228,4 0 0,0 0-449,0 0 0,0-1 106,0 1 0,4 0-296,0 0 1,5-5 245,-5 1 1,5-6-981,0 2 1,2-9 108,1-4 0,5-5 883,-1-7 0,12-6 0,-2-11 0</inkml:trace>
  <inkml:trace contextRef="#ctx0" brushRef="#br0" timeOffset="3">6538 2121 7614,'-7'1'200,"3"3"1,-2-1 332,2 5 1,0-4 452,4 5 1,0 5-434,0 6 1,0 4-149,0 0 0,0 8-110,0 5 1,4 2-123,0 6 1,0 5 14,-4 4 0,0 4-464,0-5 1,0 5 272,0-4 1,-5-2 23,-4-6 0,3-1-90,-3-7 1,5-4-18,-4-9 1,5-2 213,-1-2 0,3-3-3,1-6 162,0-5-197,0 4 1,5-10 524,3 4-488,3-4 1,2-1-22,-1 0 1,1 0-156,-1 0 0,0 1 95,1 3 0,1-2-149,2 2 0,-2-1 95,2 1 0,-2-3-268,-1 3 0,3 2 117,1-2 0,-1 0-288,-3-4 0,-1 0 165,1 0 1,-1 0-711,0 0 0,1 0-24,-1 0 1,-4 0 182,1 0 833,-7 0 0,9 6 0,-4 1 0</inkml:trace>
  <inkml:trace contextRef="#ctx0" brushRef="#br0" timeOffset="4">7121 2890 7614,'0'7'1441,"-2"2"-959,-2-5 1,3 6-114,-3-2 1,2 5-57,2 3 0,0 5-72,0 8 1,0-2-181,0 7 0,0-1-72,0 4 1,-1-6 159,-3-2 0,2-2-242,-2-3 1,3-4 57,1-4-316,0-7 79,0-4-3,0-16 0,5-3 105,4-11 0,2-4 77,1 1 1,0-6 136,1 6 0,3-1-65,1 4 0,1 0 95,-2 0 0,-2 2-71,3 2 0,1 5 131,-2 7 1,1 0-71,-5 4 1,-1 3 91,-3 6 1,2 8-52,-6 9 0,0 2 142,-4 2 0,0 0-100,0 0 1,0 0-106,0-1 1,-4 5-200,0 0 1,-4 0 80,4-4 1,-2 0-697,2 0 1,3-5 366,-3 1 0,2-6-1597,2 2 1430,0-9 1,6-4 52,2-8 519,3-3 0,7-16 0,1-4 0</inkml:trace>
  <inkml:trace contextRef="#ctx0" brushRef="#br0" timeOffset="5">7964 2307 7614,'-1'-19'659,"-3"2"-264,2 3 0,-9 3-30,3 3 1,1 2 134,-1 6 0,0 0-123,-5 0 1,1 7-30,-1 6 0,1 2-107,0 10 1,-1-2-129,1 10 1,-5 4 41,1 5 0,-1 5-84,5-2 1,-1 7-53,1 2 0,0 8-82,-1-4 0,5 4-270,0-8 0,5 0 226,-1-5 0,2-2-164,2-6 1,7-6 77,6-15 0,0-3-357,8-9 1,0-2 234,4-6 1,4-2-691,-1-2 1,6-3 430,-6-5 0,6-5 574,-5 1 0,4-2 0,-4 1 0,-2-3 0,-1-4 0</inkml:trace>
  <inkml:trace contextRef="#ctx0" brushRef="#br0" timeOffset="6">8361 2332 7614,'-7'0'-823,"2"0"1,1 1 1889,0 3-445,-1-2 1,4 3 76,-3-5-57,3 0-413,-5 0 1,5 0 423,-4 0-407,4 0 0,-3 0-10,8 0 1,-1 0-49,5 0 0,0 0-64,5 0 0,5 0-133,2 0 1,4 0 77,1 0 1,-1 0-77,1 0 0,0-4 1,0 0 1,0 0-501,0 4 0,-1 0 250,1 0 1,-4-2-1458,-1-2 163,-4 3-34,2-5 1584,-12 6 0,-6 6 0,-6 1 0</inkml:trace>
  <inkml:trace contextRef="#ctx0" brushRef="#br0" timeOffset="7">8436 2344 7614,'-13'11'0,"1"-3"453,5 3-174,-4-4 1,10 6 160,-4-1 0,4 0-48,1 1 0,0 1-151,0 2 0,0-1 0,0 6 0,4 4-53,0 4 0,6 1-227,-2-1 1,-2 3 113,-2 5 1,1 0-88,0 0 1,-1 1-143,-4-1 0,0 0-233,0 0 0,0-1 24,0-3 1,0 0 164,0-8 0,1 1-856,3-9 397,-2-1-522,3-9 906,-5-7 1,4-7 272,0-5 0,6-6 0,-3-1 0</inkml:trace>
  <inkml:trace contextRef="#ctx0" brushRef="#br0" timeOffset="8">8386 2803 7614,'-8'-4'345,"-1"0"597,7 0-425,-4-2-23,12 5 0,1-9 0,6 6 2,4 1 1,2 0-184,6-1 0,1 1-31,3-5-481,-3 5 0,6-3-515,-3 1 1,3 3 533,5-7 0,-5 7-407,-3-3 1,-3 4 318,-1 1 1,-1 0-1475,1 0 1742,-5 0 0,3 0 0,-4 0 0</inkml:trace>
  <inkml:trace contextRef="#ctx0" brushRef="#br0" timeOffset="9">9006 2307 7913,'13'-6'1549,"-5"5"-1060,0-3-206,1 2 0,3 2 210,0 0 1,5 6-150,-1 2 0,6 5-174,-1 3 0,1-1-190,-1 6 0,1 1 28,-6 7 1,2-3-114,-1 3 1,-7 1 0,2-1 0,-4 6-215,1-2 0,-4-1 96,-5 1-24,-5 0 1,2 3-196,-6-3 1,-3 1 150,-4-5 0,-1-1-41,5-8 0,-5 6 109,1-5 1,-5 5-129,4-5 0,-5-2 65,2 2 0,-4 0 1,-1 2 285,1-2 0,-1-3 0,0 0 0,0 1 0</inkml:trace>
  <inkml:trace contextRef="#ctx0" brushRef="#br0" timeOffset="10">10669 1935 7614,'12'0'1036,"0"0"1,1 0-531,-1 0 0,6 0-145,3 0 0,-2 0-554,2 0 1,4 0 201,4 0 0,1 0-242,-1 0 0,-3 0 223,3 0 1,0 0-1197,-4 0 1,1 0 1205,-10 0 0,7 0 0,-4 0 0</inkml:trace>
  <inkml:trace contextRef="#ctx0" brushRef="#br0" timeOffset="11">10718 2146 9177,'0'6'1850,"2"0"-1432,2-6 0,4 0-236,9 0 0,2-4-150,6 0 1,-1-6-807,1 2 0,6 1 532,2-1 1,3 4 241,1-5 0,0 7 0,0-4 0</inkml:trace>
  <inkml:trace contextRef="#ctx0" brushRef="#br0" timeOffset="12">13125 1104 7614,'0'-21'-273,"0"0"0,0 5 763,0-5 1,0 1-86,0-5 0,0 4-105,0 0 0,0 1 133,0-5-292,0 0 0,0 6 5,0 2 1,0 4 52,0 0 130,0 6-260,0-4-54,0 10 0,-4 1 111,0 8 0,-6 10 0,2 5-139,-3 5 1,-3 11 10,-3-2 0,2 8-65,-5 1 0,3 6-431,-4 2 0,1 9 428,-5-1 0,12-27 0,1 1-38,-1-1 0,1 0 1,0 1-1,1 0 37,0-1 1,1 0 0,-1-1 0,0-1-55,-6 29 1,2-8 90,7-8 1,3-15-73,5-14 114,0-9 1,1-2-68,3-6 0,-1-2 1,5-1 84,2-1 1,-3-4 6,1 4 283,0-6 1,5 9-238,-1-3 0,0-2-36,1 2 0,-2 1-35,-3 7 0,3 5 2,-3 7 0,2 4-9,-2 4 74,3 7 1,-8 0-56,5 7 0,-5 0 164,1 3 1,2 4 74,-2 4 1,4 2-139,-4 3 0,2-3 1,-3 4-270,1 0 0,4 0-105,-4 3 0,0-3-431,-4-5 1,4-2 339,1-2 1,0 6-276,-1-2 1,-2 2-507,2-2 1125,3-1 0,-6 5 0,3 0 0,0 1 0,4 4 0,6 4 0</inkml:trace>
  <inkml:trace contextRef="#ctx0" brushRef="#br0" timeOffset="13">14266 1823 5927,'0'-7'25,"0"-4"226,0 4-116,0-5 451,0 0-370,0-1 1,-1 2 181,-3 3 0,1-2 167,-5 6-166,-1-6 1,-3 5-26,0-3 1,-1 2-171,1 6 0,-1 0-69,1 0 0,0 11 76,-1 6 1,-1 6 124,-2 6-195,2-3 0,-4 14-8,6-3 0,3 3-241,1-2 1,5-3-123,-1-2 0,3-4 76,1-8 1,1-7-286,3-6 356,9-5 1,1-3-91,2-8 1,2-5 16,-1-3 0,-1-2 12,-3-3 0,-1-1 58,0 6 0,-3-5 1,-1 4-24,2 2 1,-4 3 211,3 3-166,-7-2 151,9 10 0,-9-3-32,2 8 1,2 3 193,-2 5 1,0 2-7,-4 3 0,4 2-88,0 6 1,0 0 56,-4-1 1,4 5-67,0 0 0,1 4-148,-5-4 1,0 6 97,0-2 1,0 3-165,0 1 1,0 0 45,0 0 1,0-1-77,0-3 0,0 3 53,0-3 0,-2-1 43,-2 1 1,1-6 179,-5 2 0,1-2-70,-1-3 1,-2-3 83,6 0 0,-4-6-67,4 1 1,-6-2-38,2-1 1,1-5 107,-1 0 202,-1-5-215,-9 2 0,5-6-77,-4-3 0,3-3-91,2-5 0,-5-5 82,1 0 1,3-3-207,5 3 0,1-5 66,-1 2 1,-2-3-1,6 1-121,1 2 0,2 5 19,1-2 1,1 2 124,4-2 1,-3 4 3,7-4 1,-1 7-23,4 2 1,1 1 68,-1-1-51,1-3 1,3 5 115,1-2 0,5-3-137,-2 3 1,0 1-99,0-1 0,-3 4 135,4-5 0,-5 7-2,5-3 0,-10 4-25,1 1-27,-2 0-49,2 0 40,-5 0 1,-1 6-80,-6 2 145,0-3 0,0 6 0,0-4 0</inkml:trace>
  <inkml:trace contextRef="#ctx0" brushRef="#br0" timeOffset="14">14800 1860 7614,'12'0'221,"0"0"435,1 0-140,-1 0-230,6 6 1,0-5-99,3 3 0,-2-2-278,-2-2 0,-2 0-14,5 0 0,-4 0-313,0 0 2,3 0 1,-5 0-1234,3 0 1648,-3 0 0,-2 0 0,0 0 0</inkml:trace>
  <inkml:trace contextRef="#ctx0" brushRef="#br0" timeOffset="15">14824 2046 7842,'-6'7'2541,"0"-1"-2518,12-6 0,2 0 32,8 0 0,4 0 1,4-2 6,1-2 1,0 2-899,0-7 1,4 5 511,0-4 0,5 5 324,-1-1 0,3-3 0,1 0 0</inkml:trace>
  <inkml:trace contextRef="#ctx0" brushRef="#br0" timeOffset="16">16400 856 7614,'0'-25'-328,"0"0"1,0 6 457,0 2 1,-4 4-87,0 0 1,-6 6 548,2 3 1,-3 3-188,-2 1 0,1 5-65,-1 4 0,-4 8-50,-4 8 0,-3 6-103,0 6 0,-1 7-99,0 5 0,0 7-146,0 6 1,11-29 0,-1 1 103,1 1 0,-1 0 1,1 2-1,0 1-801,1 1 0,1 0 766,-3 2 1,-1 0 0,3 4 0,0 2 66,-2 1 0,1-1-93,3-3 0,2-1 0,1 2 0,2-1 1,2-4-1,1-1 55,0 0 1,0-1-173,1-3 1,0 0 0,2 1-1,0 0 86,0 30 0,2-1-70,2-7 0,-1 7 0,6-2 2,5 5-52,-2-4 0,0-30 0,0 0-335,8 28 0,9-1 227,5-4 0,3 3-947,4-7 0,-1-4 1220,6-8 0,-1-4 0,5-4 0,-1-4 0,1-3 0</inkml:trace>
  <inkml:trace contextRef="#ctx0" brushRef="#br0" timeOffset="17">16946 868 7678,'0'-12'0,"-4"-5"127,-1 1 0,0-2 263,1 1 0,1 3 136,-5-2 1,4 6-133,-5 2 0,1 1-266,-4-1 1,-1 2 162,1 6-153,-1 6 1,-3 5 48,-1 5 0,-3 11-23,3-3 0,-3 9 66,3 1-253,0 1 1,5 1 86,0-3 0,5-4-312,3-8 0,2-3 147,2-6 0,6-1-131,2-3 1,7-3 114,2-10 1,6-6-1,1-6-83,3-3 0,2 1 185,-4-2 0,-4 2-60,-1 2 0,-3 5 74,3 0-57,-4-1 0,2 12 171,-6-3 0,-4 5-83,0 7 0,-5 2 224,1 11 1,-2-1-24,-2 5 0,1 0-124,3 0 0,-1 0-613,5-1 1,1 0 259,3-3 1,5 1-91,-1-6 1,5 1 147,-5-5 0,6 0-514,-1 1 0,-2-2 0,1-1 702,-2-2 0,4 0 0,-3 4 0</inkml:trace>
  <inkml:trace contextRef="#ctx0" brushRef="#br0" timeOffset="18">17628 1588 7678,'7'0'0,"0"-5"946,-3 1-193,-3-5-135,5 7 1,-2-5 162,0 3-587,6 3 0,-5-3-394,4 8 1,0 3 220,-5 5 1,6 5-898,-2-1 1,-1 6 537,1-1 0,1 2-407,3 2 1,0 0 744,1 0 0,5 5 0,1 2 0</inkml:trace>
  <inkml:trace contextRef="#ctx0" brushRef="#br0" timeOffset="19">18050 2059 7678,'8'4'-788,"0"0"1,-4 4 1032,5-4 1,-5 5 800,4-5 1,-4 1-301,5 0-539,-1 1 0,4 7-1219,1-1 0,-1-1 206,0-3 806,1 4 0,5 0 0,1 7 0</inkml:trace>
  <inkml:trace contextRef="#ctx0" brushRef="#br0" timeOffset="20">18360 2381 7678,'0'13'0,"0"-5"362,0 0 1,0-4-39,0 5 1,1-5 205,3 4 0,-1-4-146,5 4 1,5-5-191,3 1 1,6 2-955,-1-2 0,3 6 473,0-2 0,1 3 287,0 1 0,5 6 0,2 1 0</inkml:trace>
  <inkml:trace contextRef="#ctx0" brushRef="#br0" timeOffset="21">19141 3014 7678,'6'-25'-198,"2"0"0,-1 0 737,1 1 0,1 3-148,3 0 0,-4 5 26,1-5 1,-5 6-108,4-2 0,-5 4 267,1 0-153,3 1-244,-6 5 1,-1 1-147,-8 6 0,-3 7 76,-1 6 1,-5 6 231,0 10 0,-5 7-106,2 5 0,0 6 1,0-2 0,3 4-50,-3 0 1,6-6-174,1-6 0,2-2 122,7-11 1,0 3-238,4-11 0,3-5-273,5-7 0,7-13 235,14-8 0,-1-11-381,5-5 1,-4-2 241,4-3 0,-7 1 46,-1 0 1,-2 5 78,-6 3 0,-1 10-49,-3 7 141,-6 5 0,-2 14 163,-5 5 0,0 7 530,0 10 0,4 3-339,0 5 0,2-4-79,-2 0 1,3-5-10,5 1 0,2-9-684,3-3 0,2-5 271,6-3 0,4-4-1280,0-5 0,5-11 210,-1-5 1278,-2-6 0,4-14 0,-3-3 0</inkml:trace>
  <inkml:trace contextRef="#ctx0" brushRef="#br0" timeOffset="22">20556 1005 7771,'8'-5'-194,"0"1"1,1 0 777,3 4 1,2 7-159,2 5 1,-1 8 131,6 9 0,0 4 192,4 8 1,-1 9-299,1 8 0,0 4-543,-13-29 0,1 0 0,12 32 199,-13-30 0,0 0 1,1-2-1,-1 0 96,1 2 1,-1 0-1,7 30 0,-2 1 0,-5-2-2,-3-2 1,0 6-165,-6-31 1,-2 1-1,2-1 1,-2 0-94,0 3 0,-2-1 0,-3-1 1,-1 0-62,-1-1 0,-1 0 0,-2 1 1,-2 0-196,1 1 1,-1 0-1,0-1 1,-1-1-6,-1 0 1,1 0-1,0-2 1,-1-1-26,-12 28 0,-4-8-192,0 0 1,-1-12 160,1 4 1,3-6-439,-3-3 1,-3 2 809,-1 2 0,-5 0 0,-2 3 0,0-2 0,-2-1 0</inkml:trace>
  <inkml:trace contextRef="#ctx0" brushRef="#br0" timeOffset="23">17070 2542 7595,'0'7'708,"-2"4"-503,-2-2 0,-1-1 215,-4 4 0,0-1-98,5 10 0,-5 1 7,5 7 0,0 3-83,4 5 1,0 4-228,0 1 1,6 3-20,2-4 0,7 1 156,2-5 1,5-7-135,-2-5 0,5-7 16,4-10 0,-1-4-105,5-8 0,-6-8-2,2-9 0,-3-4-124,-1-4 0,0-2 82,0-6 1,-2-1-256,-2 1 0,-3 4 54,-6 0 1,-3 4 111,-1-4 1,-5 7 93,1 1 1,-12 4-45,-5 5 1,-13 2 119,-3-3 1,-5 8-111,-4 1 1,-3 5-106,0-1 1,-5-2 95,5 2 1,-1 0-202,5 4 1,7 0 3,5 0 0,2 0 346,6 0 0,1 5 0,3 2 0</inkml:trace>
  <inkml:trace contextRef="#ctx0" brushRef="#br0" timeOffset="24">18881 1401 7744,'-12'0'1937,"-1"5"-798,1-1-1617,-1 5 0,2 4 161,3 7 1,1 4 1030,3 1 1,3 9-176,-3 3 0,4 13-99,4 0 0,1 3-644,3 1 0,3-3 235,-2 3 1,3-5-36,5-3 1,-2-10 86,6-12 0,-1-10 52,5-10 1,5-4-59,3-4 0,-1-5-123,1-12 1,-1-1-125,1-11 0,3 0 67,-3-4 1,-1-5-232,1 1 0,-6-5 216,2 5 0,-4 0 136,-4 4 1,-5-1 107,-8 1 1,-3 5-58,-10 3 1,-8-1-90,-12 1 0,-7 2 4,-9 6 1,-9 2-144,-8 2 1,2 9-110,-2 0 0,1 6-731,0 6 1,-6 9 84,1 7 914,6 9 0,22-13 0,-1 1 0,4 3 0,1 2 0,-1 0 0,-1 1 0,-1 1 0,0 1 0</inkml:trace>
  <inkml:trace contextRef="#ctx0" brushRef="#br0" timeOffset="25">22255 1972 7756,'4'-21'194,"1"1"0,-1 0 331,-4 0 1,1-2 464,3 5-609,-2 1 1,2 5-275,-8 2 0,1 2 63,-5 3 1,-2 3-50,-7-3 1,2 8 45,-6 4 0,5 5-1,-5 3 1,1 9 126,-5 8 1,4 4 73,0 4 0,6-1-253,-1 6 0,3-6 113,5 1 1,-2-4-410,6-3 147,0-4 1,7-12 103,5-6 0,6-5-32,11-7 1,1-3-257,3-5 1,-2-7 44,7-14 0,-3 1-247,2-5 312,-2 6 0,-8-4-183,-2 7 0,1-1 61,-6 0 1,0 2-323,-8 2 389,-3 8 1,-5 9 4,0 8 1,0 9 391,0 8 1,0 3-167,0 5 1,0-3 461,0 3 0,6-2-239,2-3 0,7-3-478,2 0 0,5-6-205,-1 1 1,2-6-306,2-2 1,-5-5-799,1 1 1,-2-4 262,2-4 1233,-3 3 0,-6-10 0,1 4 0</inkml:trace>
  <inkml:trace contextRef="#ctx0" brushRef="#br0" timeOffset="26">21598 930 7756,'0'7'-215,"1"3"215,3-6 0,-2 7 657,2 1 0,-3 8-249,-1 9 0,4 8-159,0 8 1,1 14-503,-5 8-50,0-29 1,0 1 0,-1 2 0,0 2 268,-1 4 1,0 1 0,1 2 0,-1 1-99,-2 4 1,0 1-217,0 6 1,0-1-1,0-6 1,-1-1 305,1 2 1,0-1-1,2-3 1,0-2-86,-2-2 1,0-1 0,2 0 0,1 0 0,-1-3 0,0-1-122,1-2 1,1 1 0,-2-3-1,-1-1-79,-1 24 1,-4-2-54,4-2 1,0 0 268,4-8 1,0-3 46,0-10 1,0-1 564,0-3 0,1 1-430,3-5 1,-1-4 555,5-4 1,-1-5-627,1 5 1,-1-6 280,-3 1 0,-2-2-437,2-1 1,1-1 356,0 0-265,-1 1 1,-4-1 11,0 1 1,0-1 58,0 0 1,0 1 0,0 1-3,0 2 1,0-2 164,0 2 0,0-2-80,0-1 0,1-2-261,3-3 170,-2 3 0,14-10 0,-2 5 0</inkml:trace>
  <inkml:trace contextRef="#ctx0" brushRef="#br0" timeOffset="27">22950 1997 7756,'-7'7'1433,"2"-2"0,10-5-864,3 0 0,10 0-168,7 0 1,7-1-562,9-3 0,-1-3 174,6-6 1,-5 1-252,4 0 1,-3-1 243,3 1 1,-10 1-2340,-2 2 117,-11 4 2215,-10 5 0,-12 5 0,-7 2 0</inkml:trace>
  <inkml:trace contextRef="#ctx0" brushRef="#br0" timeOffset="28">23000 2133 7756,'-13'11'433,"1"-3"0,5 4 192,3-4 0,4-1-214,4 1 0,8-4-37,9 4 1,4-5-128,4 1 1,2-2-441,7-2 1,-1-2 184,0-2 1,4-4-245,1-9 1,-1-2-1214,-4-6 0,-1-1 344,-3-3 990,-8 3 0,-7-10 0,-6 4 0</inkml:trace>
  <inkml:trace contextRef="#ctx0" brushRef="#br0" timeOffset="29">23397 1501 8015,'0'12'1583,"-2"7"-999,-2 6 1,1 7-77,-5 9 0,4 10-167,-4 11 0,-1 6-506,3-31 1,0 0-1,-1-2 1,0 0 111,-1 1 1,0-1 0,-1-1-1,0 1 82,-2 0 0,1 0 0,-8 31-604,6-8 0,-1-8 417,1-9 1,5-7-1347,3-1 969,2-11 1,5 0-527,5-13 0,2-4 301,11-5 760,-6 0 0,8-11 0,-3-3 0</inkml:trace>
  <inkml:trace contextRef="#ctx0" brushRef="#br0" timeOffset="30">23992 1910 7756,'0'-7'-1386,"0"0"2477,0 3-284,0 3-506,0-5 1,-1 6 46,-4 0 1,3 0-107,-7 0 1,3 6 30,-3 2 1,-2 8-47,3 5 1,2 7-103,2 1 0,3 1 24,1-1 0,0-3-82,0 3 0,1-3 19,3-1 0,5-6 66,7-2 1,-1-9-203,6-4 39,5-2 1,1-5 0,3-5-151,0-9 0,-4-11 63,3-5-84,-3-2 0,-1 2 23,0-1 0,-6 7 8,-2-2 1,-9 3 120,-4 1 1,-2 6-17,-2 2 1,-6 3-16,-2 2 0,-9 1-5,-3 3 1,-8-2-24,-1 6 1,-4 0-82,4 4 0,-5 5-246,1 4 283,2 2 1,2 1-351,9 0 0,-2 5 146,5-1 1,2 2-303,7-1 0,-2-3 639,6 2 0,-6-2 0,3-2 0</inkml:trace>
  <inkml:trace contextRef="#ctx0" brushRef="#br0" timeOffset="31">24922 1079 7756,'7'-6'156,"-3"-2"635,-2 3-471,-2-6 1,1 4-23,3-6 1,2 1-116,2 0 0,7-2-63,-2-3 0,7-1 4,1-2 1,2-4-122,2 4 1,1-4 61,3-1 1,-7 6-98,3 3 1,-8 2 83,-1 1 1,-2 5-32,-1 0 27,-7 5 48,0-2-32,-6 5 1,0 5-8,0 3 1,0 7-1,0 5 39,0 3 1,-6 2-20,-2 12 0,-3-1 105,-1 10 1,-6 5 53,-3 6 0,-4 7-409,11-29 0,-1 0 0,2 1 0,-1 0 77,-3 5 0,1 0 0,0-2 0,0 0 58,-1 0 0,1 0 1,3-3-1,1-2-112,-4 33 1,7-21 55,5-8 0,4-19 11,4-7 0,5-8-6,7 1 1,2-5 47,3-5 1,2-1-120,-2-7 0,2-3 412,2-1 1,-4-4 0,-2 5-312,-1 1 1,-1 1 36,-5 2-83,0 5 156,1 1 1,-6 16-107,-3 2 1,-3 9 64,-1-1 1,0 4-52,0 1 1,0 5 364,0 3-223,0 3 1,-1 1-1,-2 0 424,-1 1 1,0 6 213,4 5 0,0 1-447,0 4 1,0-3 54,0-2 1,-2 2-20,-2 3-331,3-3 1,-5 4 153,6-5 0,0-2-368,0-3 0,-1 2 169,-3-5 0,2-7-232,-2-6 0,3-2 138,1-3 0,-4 4-193,0-3 0,-6 2 86,2-6 0,1-3 0,-1-2-117,-2-2 0,-1-1-189,-2-1 221,1 0 0,0-3 201,-1-1 1,1-5-87,-1 1 0,1-1 248,0 1 1,-2-3-115,-3 3 1,-2-2-110,-6-2 1,-5 0-1725,-3 0 1918,-9 0 0,-7 0 0,-8 0 0</inkml:trace>
  <inkml:trace contextRef="#ctx0" brushRef="#br0" timeOffset="32">4801 5321 7695,'0'-13'0,"0"1"646,0-1 1,0 1-213,0 0 0,0-1 144,0 1 0,0-1-190,0 1 0,-1 0 314,-4-1 0,3 1-270,-7-1 1,0 5 269,-8 0 1,2 4-272,-6-5 1,5 7-82,-5-2 0,0 2-198,-3 2 1,-5 2 10,0 2 0,0-2-199,4 7 0,0-1 117,0 4 1,-4 5-35,0-1 0,-4 6 99,4-1 0,-1 4-334,1 4 0,3 1 50,-3 3 1,3 3 114,1-3 0,4-2 209,1-3 1,6 3-96,1-2 1,2-6 121,7-6 0,2-4-71,6 0 1,-2-1-6,7 1 0,0-1-11,8 0 1,-2 1 46,6-1 0,-2 1-73,2-1 0,2 0-3,-2 1 1,2-1-79,2 1 1,0 0 49,0 4 0,0-3-145,-1 2 1,3-1 96,1 2 1,-1-3-56,2 2 0,-3 2 79,-1-1 1,1 3 162,3-3 1,-4 5-20,-1-1 0,0 2 104,-8 2 0,1 0 13,-5 0 0,1 1-120,-1 3 1,-5-2 42,-3 6 1,2-4-41,-2 4 1,0-5-109,-4 1 1,0 1 65,0-1 0,-1 0-107,-4-4 1,0-5 11,-3 1 0,-3-6-59,2 2 0,-2-3-155,-1-2 0,-1-1 66,1-3 0,-4 2-115,-1-6 0,-1 0 59,2-4 1,0 0-421,-4 0 0,-1-1 236,-4-3 0,0-2-206,1-2 0,-1-3-93,0 3 0,-4-3-306,0-2 0,0 1-211,4-1 1,5 2 567,-1 3 0,6-2-423,-2 6 0,3-4 458,2 4 1,4-2-1649,0 2 1211,5 3 986,-8-5 0,9 6 0,-3 0 0</inkml:trace>
  <inkml:trace contextRef="#ctx0" brushRef="#br0" timeOffset="33">5322 5259 7695,'5'-13'1409,"-3"5"-460,2 0 872,3-1-823,0-3-241,5 0 1,-4 5-173,1 3 0,-2 8-6,1 4 0,1 6-200,-4 6 1,3 4-124,-4 13 0,4 0-218,-4 13 0,1-2 56,-5 10 0,0 1-352,0 7 1,-1-29 0,0-1 277,-1 4 1,0-1 0,-1 0 0,-1 1-199,-2-3 0,0 0 0,1-2 0,1 0 41,0 1 1,0-2 0,-3 31-56,-1 1 1,-2-12 3,6-4 1,0-10 61,4-3 1,0 3 223,0-7 0,0-4-59,0-8 1,0-6 17,0 1 1,0-2-26,0-2 1,0-3 58,0-1 0,1-5 295,4 1 1,-3 1-332,7 0 0,-5 0 26,4-1 1,0-2-45,5 2 1,-1-2-98,1 3 0,-1-4 90,0 3 1,1-3-378,-1-1 1,5 0 155,-1 0 0,1 0-1879,-5 0 1472,1-5 1,-1-1-999,0-2 1,1 1-757,-1 3 2352,1-3 0,-1-5 0,0-1 0</inkml:trace>
  <inkml:trace contextRef="#ctx0" brushRef="#br0" timeOffset="34">5806 6362 7695,'0'-12'0,"-2"0"971,-2-1 0,3 5 163,-3 0 1034,2-1-1602,2 3 0,2 0 110,2 6 1,-1 1-237,5 4 1,-1 3-195,1 8 0,-1 4-50,-3 4 0,-3 1-111,4 0 0,-4 4-79,-1 0 0,0 0-137,0-4 1,0-2-402,0-2 0,0 1 311,0-6 0,0 1-1034,0-5 820,0-5 0,1-1 59,3-6 1,-1-11 34,5-6 1,1-5 231,3-3 1,1 0 111,-1 1 0,0-1-147,1 0 1,3 2 373,1 2 0,-1-1-127,-3 5 1,-1 1 222,1 3 1,-1 2-151,0 3 1,1 3-52,-1 5 1,1 1-46,-1 3 0,-4 3 103,1 5 0,-3 6-128,3 3 0,-2-2-5,-3 2 0,-3 0-145,3 3 0,-2-3 36,-2 0 0,0-5-1213,0 5 0,0-2 594,0 2 1,0 1-1647,0-5 2324,0-6 0,5 0 0,2-5 0</inkml:trace>
  <inkml:trace contextRef="#ctx0" brushRef="#br0" timeOffset="35">6500 5598 15081,'-8'56'25,"0"2"0,5 1-52,-1-5 0,3-2-52,1-6 1,5-3-36,3-6 1,3-1 64</inkml:trace>
  <inkml:trace contextRef="#ctx0" brushRef="#br1" timeOffset="36">6674 5544 8120,'0'-13'0,"0"5"-285,0 0 342,0 0 300,0-5 1,0 1-50,0-1 0,0 1 56,0 0 0,0-1-125,0 1 0,0-1 118,0 1 0,0 0-73,0-1 1,0 1-1,0-1 1,0 1 224,0 0 1,0-1-127,0 1 0,0 4 347,0-1-420,0 7 1,-1-4-296,-3 6 1,-2 6 35,-2 2 0,-3 4-67,2 5 1,-6-2-146,-1 6 1,-1-1 121,5 5 0,-1 0 49,1 0 0,0 1-30,-1 3 0,1-3-84,-1 3 1,1 3 52,0 1 1,1 2 80,2 3 1,0 3-23,5 0 0,-5 2 114,5-2 1,0 2 33,4 3 1,0-5-71,0-8 0,0 1 178,0-5 1,1 0-122,3-4 1,-1 0 99,6 0 0,-1-5-128,4 1 0,1-2-66,-1 2 1,0 1 107,1-5 0,1-1-234,2-3 1,-6-1-345,2 0 1,-2 1 244,2-1 1,1-4-549,-1 1 1,-4-5 337,1 4 1,-5-5-450,4 1 0,-4-3 274,4-1 1,-3 0-776,3 0 0,0-1 1336,4-3 0,1-3 0,-1-5 0</inkml:trace>
  <inkml:trace contextRef="#ctx0" brushRef="#br1" timeOffset="37">7108 5457 8120,'-8'0'678,"0"0"1,5 1-206,-1 4 1,-2-3 359,2 7 0,0-1-291,4 4 0,0 8-209,0 4 0,-4 7 26,0 6 1,0 6-51,4 2 0,-2 12-194,-2 0 1,1 11-255,-5-6 0,4 4-76,-4 0 1,1-2 211,-1 2 0,-3-10-868,2-6 1,4-7-25,1-10-1243,2-3 1187,2-16 1,6-10 405,2-16 0,4-8-182,5-9 1,-3-4 726,2-8 0,4-3 0,-1-6 0</inkml:trace>
  <inkml:trace contextRef="#ctx0" brushRef="#br1" timeOffset="38">7344 5445 10512,'0'13'1499,"0"4"1,0 8-803,0 8 0,0 14-247,0 6 1,0 12-418,0 5 0,-2-33 0,0 0-141,0 0 0,0 0 0,-3 1 1,0 1-168,1 2 1,0 1-1,-1-4 1,-1 1 212,0 2 1,-1 1 0,1-6 0,0-1-978,-6 31 0,-1-8 453,1-4 0,5-15-1483,3-10 1274,2-9 0,2-14 192,0-6 0,2-11-64,2-10 667,3-8 0,5-8 0,1-7 0</inkml:trace>
  <inkml:trace contextRef="#ctx0" brushRef="#br1" timeOffset="39">7418 5494 8120,'0'-12'0,"0"-1"0,0 5 874,0 0 1,0 0-330,0-5 0,6 2 632,2 3 0,9-2-281,3 6 0,4 0-410,1 4 1,1 0-473,3 0 0,-3 6 76,3 2 1,-7 8-656,-1 5 0,-8 4 435,0 4 1,-6 2-326,-7 7 0,-7 3 170,-6 0 1,-6 6-728,-10-1 1,-3 1 346,-5-2 1,0-4 372,0-8 1,4-2 357,0-6 1,5-6-153,-1-3 1,4-3 153,5-5 0,2-2 34,5-6-10,6 0-79,2 0 1,6 1 124,3 3 1,-1 2 201,5 2 0,5 7-198,3-3 1,5 4 313,-4-4 0,5 4-160,-2 1 1,8 1 72,1-2 1,1 0-69,-1 4 0,1-5-185,4 2 1,0 1-46,-5-2 1,4 1-101,-4-5 0,-1 1-868,-8-1 0,2 1 489,-5-1 1,-1 0-1112,-3 1 0,-1-2 76,1-3 1443,-1-2 0,0-6 0,1 0 0</inkml:trace>
  <inkml:trace contextRef="#ctx0" brushRef="#br1" timeOffset="40">8150 5445 8120,'13'8'687,"-1"0"0,1-4-179,-1 5 0,2-1 409,2 4 0,4 6-372,4 3 0,3 2 219,2 2 0,-2 5-188,6 3 0,-5-1-198,1 1 0,-5-4-263,-3 4 1,1-1 137,-5 1 1,-6 1-426,-7-5 1,-3 0 220,-1-4 0,-1 4-472,-3 0 1,-4 4 213,-9-4 0,2 5-645,-6 0 1,-4 1 19,-4 3 0,-4-3 343,4-2 0,-1 2-66,1-6 0,2 0 155,-7-4 0,5-1-653,-4 1 1,0-5 1054,-4-4 0,-6-2 0,-1-2 0</inkml:trace>
  <inkml:trace contextRef="#ctx0" brushRef="#br1" timeOffset="41">9540 5928 9042,'7'0'1781,"0"0"-1067,-3 0 1,3 0-218,5 0 1,4 0-519,1 0 1,9 4 64,-1 1 1,8-1-879,0-4 0,4-2 516,5-2 1,-4 1-500,4-5 0,-5 4 817,-4-4 0,3 0 0,-4-5 0</inkml:trace>
  <inkml:trace contextRef="#ctx0" brushRef="#br1" timeOffset="42">9527 6176 8120,'-12'0'720,"0"0"-504,-1 0 0,5 2 1166,0 2-423,5-3-120,-3 5 1,17-6-324,6 0 1,6-2-233,6-2 1,3 3-270,5-3 1,0-2 119,1 2 0,3 0-1147,0 4 1,1-4 645,-5 0 0,4 0-2656,1 4 2844,4 0 1,-7-6 0,4-1 0</inkml:trace>
  <inkml:trace contextRef="#ctx0" brushRef="#br1" timeOffset="43">11202 5296 8120,'0'-19'-481,"0"2"1,0 3 1131,0 2 1,-1-1 313,-3 1-552,2 5 0,-9 2-145,3 5 0,-3 2-93,-2 7 0,1 6 5,0 14 0,-6 8 30,-3 8 0,-2 5-171,-2 4 0,0 2-226,0 6 1,2 2-217,2 2 0,-1-4 254,5 0 0,2-13-188,7-11 1,3-12 140,5-10 1,1-7 289,3-5 0,-1-8-31,5-5 0,4-3 2,5-5 1,0-1 108,-5-2 0,0-2 305,1 5 0,-1 2-277,1 7 1,-5-2-110,0 6 0,0 0-113,5 4 0,-6 7 75,-3 5 1,1 7-180,-1 10 0,1 3 73,-5 5 0,0 6 27,0 3 0,0 5 218,0-2 0,0 3-128,0-6 0,0-3-717,0-2 1,5-2 295,3-2 1,2-5-856,-2-4 1,3-6 1209,-2-1 0,2 0 0,1 4 0</inkml:trace>
  <inkml:trace contextRef="#ctx0" brushRef="#br1" timeOffset="44">11959 5755 8120,'-11'-9'150,"2"1"1,-2 5-101,3-1 1,-3 4 659,-1 4 1,-1 5-200,1 7 0,0 5-212,-1 8 0,1-2-574,-1 6 0,5-5 212,0 1 1,5-3-181,-1-1 1,4-7 136,4-6 0,3-5 102,5-7 0,2-3 7,3-5 1,2-6 137,6-10 1,-5-1-133,1 0 0,-2 1 147,2 4 1,-3 3-51,-6 9 0,1-2 59,-1 6-220,6 0 0,-4 15 122,2 6 0,-7 6-148,-5 6 0,1 3 105,0 5 0,3 0-64,-4 0 0,0 5 108,-4-1 0,4 9 149,0-5 1,0 2 75,-4-6 1,-1-2-63,-3 2 1,1-2 43,-5-2 1,0-1-86,-5-3 0,1-3 121,-1-5 0,1 3-129,0-4 0,-1-2-95,1-9 0,-5-6 55,1-3 1,-1-3-51,5-1 0,-1-1-135,1-3 0,0-7 122,-1-6 1,1-3-156,-1 3 0,5-4 45,0 5 1,5-6-414,-1 1 0,-2-2 199,2-2 1,0 0-286,4 0 0,2 2 142,2 2 1,-2-2 31,7 2 0,-1 2-278,4-2 0,2 5 165,3-5 0,-2 7-306,6 2 0,-1-1 24,5 5 751,5-3 0,2-1 0,5-1 0</inkml:trace>
  <inkml:trace contextRef="#ctx0" brushRef="#br1" timeOffset="45">12926 5469 8120,'-5'-6'1151,"-1"-1"-761,-2 3 1,-3 2-153,3-2 1,-3 4 130,-2 4 0,-3 4-57,-1 9 0,-1 2-121,2 6 0,2 7 48,-2 5 0,2 6-95,1 6 0,1 9-183,0 0 0,5 4 126,2-8 1,4-2-91,1-6 1,0-5 22,0-8 1,7-8-295,5-9 0,2-7 172,7-5 1,-2-3-622,2-1 1,2-5 372,-2-4 1,-2-6-481,2-1 0,-6-5 474,2 4 356,-4-5 0,-6 3 0,-1-6 0</inkml:trace>
  <inkml:trace contextRef="#ctx0" brushRef="#br1" timeOffset="46">12753 5866 14465,'18'-5'224,"-3"3"-442,5-2 1,5-1-477,4 1 1,6-2-306,-2 2 0,-2 3 613,3-4 0,0 3 386,7-2 0,-2 2 0,4-3 0</inkml:trace>
  <inkml:trace contextRef="#ctx0" brushRef="#br1" timeOffset="47">13944 5308 8120,'4'-12'-310,"0"-1"1,1 0 249,0-4 0,-4 3 7,3-2 1,-3 2 286,-1 2 0,0-1 337,0 1 1,0 4 379,0-1-649,0 1 1,-1-3 78,-3 3 0,1 2-85,-5 6 1,4-4-184,-4 0 0,-1 0 140,-3 4 1,-5 1-125,1 3 0,-6 3-11,1 6 1,-2 4-86,-2 4 1,-1 8-5,-3 4 0,2 6 117,-1 6 1,1 3-163,3 14 0,-1 0 86,12-25 0,1 1 1,2-2-1,1 0 104,0 3 1,1 0 0,3-3-1,2-2 138,-1 33 0,2-14 137,2-3 1,6-16-121,2-5 0,4-9-119,5-12 1,-2-1-62,6-3 0,-2-3-174,2 3 1,2-4-474,-2-4 0,-2 1 295,2-5 0,-6 1-733,2-1 1,-4-3 303,0 3 0,-2-3-2515,-3-2 1189,3 1 1319,-10 0 0,-1 1 639,-8 2 0,-8-2 0,-4 4 0</inkml:trace>
  <inkml:trace contextRef="#ctx0" brushRef="#br1" timeOffset="48">13621 5854 8120,'-12'-7'0,"-1"-3"1208,1 6-305,5-5-592,1 7 0,12-3-73,2 5 1,9 0-1,3 0 1,4 0 1062,1 0 1,4 0-599,0 0 1,1-4-539,-1-1 0,-3 0 103,3 1 0,-3-2-2686,-1-2 0,-6-2 812,-2 6 1,-3-4-757,-2 4 2362,-5-6 0,-2 7 0,-5-5 0,-5 5 0,-3-1 0,-3 2 0,-2-3 0,1 4 68,-1-3 0,1 2-138,0 2 1,3 6 1281,1 2 1,4 5-210,-4 3 1,5-1-34,-1 6 0,2 0-316,2 4 0,0 3-215,0 1 1,0 2-294,0-2 0,0-2 51,0 6 1,2-5-852,2 1 1,-1-7 520,5-2 0,0-4-1246,5 0 1,-1-3 169,0-5 1,2-4 1208,3-8 0,2-14 0,6-8 0</inkml:trace>
  <inkml:trace contextRef="#ctx0" brushRef="#br1" timeOffset="49">14341 5097 10798,'0'18'905,"0"3"0,0 9-474,0 7 0,0 12 145,0 9 1,-6 4-1115,-2 4 1,-3 3 644,5-32 1,-1 0 0,1 2 0,-1 1-84,-2-1 1,1 0 0,1-1 0,0 0 91,-9 28 1,2-1 178,2-11 1,5-10-113,3-7 1,2-10 254,2-2 1,2-7-153,2-10 1,3-2-38,5-6 1,5 0-233,-1 0 1,7 0 521,2 0 1,0-6-1052,4-2 1,1-3 368,-1-1 0,0-5-1493,-4 1 0,-1-1 779,-4 5 1,2 3-479,-5 1 0,-5 1 1335,-4-1 0,-5-3 0,3 4 0</inkml:trace>
  <inkml:trace contextRef="#ctx0" brushRef="#br1" timeOffset="50">14638 5842 8120,'0'12'671,"0"0"0,0 1-187,0-1 1,0 1 585,0-1 1,0 4-494,0 1 0,0 5-16,0-1 0,0 1-228,0-2 0,0 4-359,0-3 0,0-4-124,0 0 0,0-3 217,0-2 0,2-1-265,2-3 0,-1-2 141,5-6 0,-4-6-337,4-2 1,5-7 101,3-2 0,1-5 58,-5 2 0,1 2 156,-1 1 0,0-1 46,1 2 1,-1 5 168,1 7 0,-1-2-107,0 2 1,-3 0 30,-1 4 1,-4 5-80,4 4 1,-5 2-118,1 1 1,-1 5 102,1-1 0,-2 2-868,2-1 1,-3-2-106,-1 5 1,0-3-1339,0 4 2343,-5-1 0,3 5 0,-3 0 0</inkml:trace>
  <inkml:trace contextRef="#ctx0" brushRef="#br1" timeOffset="51">15420 5159 8120,'0'-16'428,"0"-1"0,0 1 408,0 3-256,-6 1 0,-1 5-137,-5 3 0,4 5 24,0 8 1,-1 6-56,-3 14 0,-1 5-10,1 12 0,1 0 97,3 12 0,-2-1-368,6 1 0,-4 2 85,4-2 1,-5 3 51,5 1 1,-4-1-780,4-4 1,0-3 411,4-8 0,0-5-1277,0-8 1,1-4 157,3-8 1,4-9-243,9-8 0,6-9 695,6-8 0,0-5 765,-4-6 0,0-7 0,0-2 0,-6-4 0,-2-4 0,-2 5 0,1-6 0,4 1 0</inkml:trace>
  <inkml:trace contextRef="#ctx0" brushRef="#br1" timeOffset="52">15705 5246 8120,'4'-8'-147,"0"0"0,6 5 147,-2-1 0,-1-2 1087,2 2 0,-7 5-425,2 8 0,2 3 225,-2 5 1,0 8-355,-4 8 0,-1 7 134,-3 1 0,-3 10-446,-6-2 1,1 8-227,0-3 0,-1 5-113,1-1 0,-5-2 148,1 2 1,3-11-937,5-1 0,5-8 376,-1-5 0,3-2-980,1-7 1,1-10 463,3-6 0,3-8 240,6-8 0,4-7 806,4-14 0,8-3 0,3-5 0</inkml:trace>
  <inkml:trace contextRef="#ctx0" brushRef="#br1" timeOffset="53">16003 5296 8120,'0'8'619,"0"0"0,0 1-176,0 3 1,-1 6 255,-4 3 0,3 8-221,-7 4 1,1 12 49,-4 5 1,-2 9-171,-3 3 0,2 0-329,-5 4 1,0 0-695,0-4 1,2-4 496,5-12 0,2-1-1185,3-8 1,-2-4-95,6-12 354,0-9 0,4-13 122,0-11 971,6-6 0,0-13 0,7 0 0</inkml:trace>
  <inkml:trace contextRef="#ctx0" brushRef="#br1" timeOffset="54">15941 5407 8120,'12'-17'0,"-3"-1"215,-1-3 0,1 7 274,8 6 1,-3 5 583,2-1 1,4 3-267,0 1 1,0 5-330,0 3 1,1 3-84,4 2 1,-5 1-158,1 2 1,-10-1-562,2 6 1,-9 0 310,0 3 0,-4 7-788,-4 2 0,-9 3 264,-7 1 0,-9 1-95,-4 4 1,-3 1-135,-1 2 0,-1-6 270,1-6 1,0-10 738,0 2 1,5-9-163,3 1 1441,8-9-1177,9-2 1,8-6 176,8 0 1,8 1-108,9 3 1,2-2-131,2 2 1,4 1-58,0-1 1,6 1-47,-2-5 1,0 0-788,4 0 1,-4-5 324,4 1 0,-1-5-1220,-7 0 0,4-2 1499,-4-1 0,6-6 0,-4-1 0</inkml:trace>
  <inkml:trace contextRef="#ctx0" brushRef="#br1" timeOffset="55">16536 5345 8120,'14'9'213,"3"-1"1,-4 0-143,4 5 1,-3 3 1100,-2 1 1,5 5-480,-1-2 1,2 0 143,-1 0 0,-2 5-379,6 4 0,-6 4-249,1-4 0,-6 6-634,-2-2 1,-5 2 361,1 3 0,-4-1-169,-4 0 1,-4 0 212,-9 1 1,2 3-1073,-6 0 1,-4 9 381,-3-5 0,-7 1-605,2-9 1,1 0 595,-1 0 1,2-4 717,-3 1 0,0-3 0,5 2 0,1-4 0,2-3 0</inkml:trace>
  <inkml:trace contextRef="#ctx0" brushRef="#br1" timeOffset="56">17727 4998 8007,'0'7'1920,"0"0"-739,0-3-672,0 3 1,0 9-122,0 1 0,0 6 667,0 2 0,2 12-385,2 13 0,-1 7-314,5 9 0,-6-31 0,0 1-550,2 5 0,0 1 1,-2 2-1,-1 0 278,1 5 1,0 1-1,-1 0 1,-1 0-119,1-1 1,-2 1 0,1 2 0,0 1 61,0 1 0,0-1 1,0-3-1,0-1-382,1-1 0,-2-1 0,1 0 0,-1-1 48,-1-3 1,0 1 0,1 0-1,1 1-108,-2-3 1,-1-1 0,3-2 0,-1 0-181,1-1 1,0-1 0,0 0 0,0-1-932,0 30 1,0-4 1524,0-4 0,4-2 0,0 2 0,-1-4 0,-2-3 0</inkml:trace>
  <inkml:trace contextRef="#ctx0" brushRef="#br1" timeOffset="57">19067 5879 8120,'-5'-13'0,"2"5"154,-5 0 0,-1 4 96,-3-5 0,4 5 0,-1-4 0,1 5 93,-4-1 1,-1 3-105,1 1 0,-5 7 170,1 5 0,-1 6-84,5 7 0,-5 5 16,1 3 1,1 3-104,6 1 1,-2 0 154,3 1 0,2-3-390,2-2 1,3-4 68,1-8 1,3-4-310,5-9 186,0-3 1,20-12-213,-3-5 0,6-11-150,-2-10 0,6-3 0,-4-3-319,1-2 473,-2 2 0,-1-5-130,0 3 1,-1-2 89,-7-2 1,1-4 149,-6 4 1,-3-3-36,-5-2 1,-5 0 178,1 1 0,-3 5-64,-1 2 1,0 4 137,0 1 1,0 6 63,0 6 0,0 6 547,0 7-294,0 5 12,0 1 1,0 17-165,0 6 0,-1 1 351,-3 3 1,1 1-210,-5 7 0,1 2 33,-2 6 0,-2 3-94,3 6 0,-3-3-282,-1 10 1,-1-4-185,1 4 0,-1 4 321,1 1 1,0 1-577,-1-1 1,6-4 277,3-9 0,3-4-828,1-8 1,1-8 447,3-8 1,7-9-785,6-4 0,5-4 444,-1-4 0,2-8 848,2-9 0,5-2 0,2-2 0</inkml:trace>
  <inkml:trace contextRef="#ctx0" brushRef="#br1" timeOffset="58">19365 5904 8120,'0'12'421,"0"0"0,0 1-55,0-1 0,0 1 196,0-1 1,0 0 0,1-1 396,3-2-902,3-4 1,10-5 140,-1 0 0,6-1-379,-1-3 0,2-9-44,2-7 1,0-4-190,0-1 0,-2 1 96,-2-1 1,-3 1-1,-7 4 10,-3 3 0,-2 3 241,-6 2 0,0 4-97,0-1 0,-7 7 178,-6-3 1,-5 10 398,-6 3 0,2 8-209,-3 5 1,7 3 368,-7 0 1,4 5-249,1 0 1,-4 6 218,4-2 0,2 3-136,1 1 0,8-1-336,0-3 1,6-4-138,-1-9 0,6-3-136,6-9 0,6-4-215,11-8 1,1-10 277,3-11 0,1-1-1215,3-7 1,2-1 591,-6-8 1,5 4-212,-1-3 0,-3-2-87,-1 1 1059,-2-4 0,-3 1 0,1-1 0,0 2 0,0 2 0,0 1 0</inkml:trace>
  <inkml:trace contextRef="#ctx0" brushRef="#br1" timeOffset="59">19923 5296 8120,'0'-7'1169,"6"1"-310,-5 6 0,4 11 14,-5 6-361,0 11 1,0 5 203,0 8 1,-1 0-185,-3 9 1,3 4-325,-4 12 1,3-3-132,-2 3 0,2 0-206,-2-4 0,-2 2-366,2-10 0,0-12-20,4-9 0,0-6-756,0-7 303,0-7 1,2-9 339,2-8 0,-3-7-1309,3-6 1325,-2 1 0,-2-2 540,0-3 1,0-1 71,0 1 0,-11-8 0,-3 3 0</inkml:trace>
  <inkml:trace contextRef="#ctx0" brushRef="#br1" timeOffset="60">19712 5779 8120,'-18'0'938,"4"0"-148,-2 0 451,8 0-782,2 0 1,7 0-107,4 0 0,7-4-114,9 0 0,6-1-153,2 1 0,10-3-902,-2-6 0,7 4 622,-3-4 1,8 4 297,0-8 1,-3 3-350,3 2 1,-2-1-1,3 1 1</inkml:trace>
  <inkml:trace contextRef="#ctx0" brushRef="#br1" timeOffset="61">20841 5618 8120,'0'-23'-94,"0"2"0,-5 3 94,-4 6 0,2 1 848,-1 3 0,0 2-83,-5 6 1,1 7-337,0 5 1,-2 12 15,-3 9 0,-1 8-141,-2 5 1,-4 1-76,4-2 0,0 2 24,0-6 1,4 1-227,0-5 0,8-7 178,3-5-516,4-6 1,11-13-178,2-6 0,9-7 304,0-10 0,2-3-121,2-9 0,0 1 63,-1-5 0,1 5 76,0-1 1,-6 5 46,-2 3 1,-2 3-163,2 6 237,-4-1 1,4 8 117,-9 5 1,-1 7 52,-3 9 1,-2 8-112,2 5 1,-3 5 87,-1-1 1,0-1-72,0 1 0,0 0 175,0 4 1,0 4-50,0 1 1,0 5 128,0-2 1,0 2 38,0-2 0,-4 5 81,0 0 0,-4-1-300,3 5 1,-4-7 65,0-2 1,3-6 185,-3-2 1,1-1-106,-4-7 1,-1-6 107,1-6 1,-1-3-114,1-2 1,-5-1-190,1-3 1,-2-2 25,1-6 1,2-4-67,-5 0 0,-1-10-176,-4 1 0,2-7 95,2-1 0,-2-2-220,2-2 0,3 0 99,1 0 1,4 0 27,0 1 0,6-1 78,3 0 1,3 4 126,1 1 1,5 5-101,4-2 0,2 3 151,1 2 1,6-1-38,3 1 1,2 4-54,2-1 1,5 1 12,3-4 1,2 1-5,-2 3 0,1-2-316,-5 6 0,0-5 99,-4 5 0,4-4-626,0 4 0,-4 0 338,-5 4 1,-4 0-1078,0 0 0,2 0-776,-1 0 2336,-1 0 0,2 0 0,1 0 0</inkml:trace>
  <inkml:trace contextRef="#ctx0" brushRef="#br1" timeOffset="62">21722 5792 8120,'-13'0'2391,"1"0"-666,5 0-1200,2 0 1,10-4 26,3 0 1,13-5-179,4 5 1,8-5-215,0 0 0,3 2-82,1-1 0,4 0-267,1-5 0,-1 1-94,-4 0 1,1-1 288,-1 1 0,-6 4-1245,-2-1 1,-8 5 541,-4-4 1,-8 5-829,0-1 0,-7 4 171,2 4 1354,-13 9 0,1 0 0,-10 5 0</inkml:trace>
  <inkml:trace contextRef="#ctx0" brushRef="#br1" timeOffset="63">21771 5953 8120,'-12'0'3404,"0"0"-3001,5 0 1,3 0 534,8 0 0,4-1-357,9-3 0,2 1 140,6-5 0,5-1-373,3-3 0,3 0-306,1-1 1,0 1-905,1-1 1,-1 1 626,0 0 0,-1 3-484,-3 1 1,-3 5 349,-5-1 1,-2 3 368,-2 1 0,-3 5 0,-6 2 0</inkml:trace>
  <inkml:trace contextRef="#ctx0" brushRef="#br1" timeOffset="64">22938 5259 7772,'6'1'907,"-1"3"0,-4-1-476,-1 5 0,0 6-161,0 7 1,0 8-60,0 4 1,0 7 27,0 1 0,0 7-196,0 2 0,0-1 84,0 5 0,-6-3-444,-2-1 0,-1-6 212,0-3 0,-2-2-547,3-2 0,1-7 190,-1-5 1,5-6-542,-1-6 147,3-1 0,2-5 856,3-3 0,3-8 0,5-3 0</inkml:trace>
  <inkml:trace contextRef="#ctx0" brushRef="#br1" timeOffset="65">23545 5085 8120,'5'-12'722,"-1"-1"1,1 2-141,-1 3 1,-1-3 0,5 3 1,-4 1-685,5-2 0,0 3 138,8-3 0,-2-2-38,6 3 0,-5-3 102,5-1 1,0-1-365,3 1 1,0 1 224,-3 2 1,1 0-183,-6 5 1,1-5 93,-5 5 604,1 0-227,-7 4 0,0 6-131,-6 2 0,0 4 108,0 5 1,-6 2-110,-2 6 0,-3 1-14,-1 3 0,-1 3 60,1 5 0,-5 6-175,1 2 0,-5-1 73,5 2 1,-5-1-80,4 5 0,-3-2 277,3-2 0,2-5-36,7-8 1,2-4-298,6-8 126,0-4 1,6-10-108,2-3 0,7-2 106,2-2 0,3-6-311,-3-2 1,4-3 36,-5-1 1,5-1 26,-5 1 1,5 1 173,-4 3 1,-2 1-58,-7 3 1,3 2 211,-3-2 0,-2 4-107,-2 4 1,-3-1 147,-1 5 0,0 2-96,0 6 1,0 0 84,0 4 1,0-3 24,0 3 1,0-3 124,0 4 1,0-1 261,0 5 0,0-4-194,0-1 1,-4 1 150,0 4 1,-1 0-125,0 0 0,3-1-357,-7 1 1,7 1 74,-2 3 0,-2-3-122,2 3 1,-2 2-110,2-2 1,3 1-178,-3-1 1,-2-3 18,2 3 1,0-4 73,4-5 0,-4 4 208,0-3 0,0 1-75,4-2 0,-2-2 80,-2-5 1,3 0-45,-4 4 0,3-7-134,-2 2 1,2-2 154,-2 2 1,-1-4 7,0 1 1,0-7-15,1 2 1,1 2-1068,-5-2 686,-1 0 0,-3-4 122,0 0 1,-1 0-330,1 0 0,-2 0 184,-2 0 1,0 0-295,-4 0 1,-1-1 14,-4-3 1,-4 1-108,0-5 1,-4-1 242,4-3 0,-5 2 550,1-2 0,-9 2 0,-2-8 0</inkml:trace>
  <inkml:trace contextRef="#ctx0" brushRef="#br1" timeOffset="66">3349 8756 8120,'-5'-18'0,"-2"-3"314,0-2 0,-4 2 115,3 1-236,-9 5 1,2-8 116,-6 7 1,1-1-15,-5 5 0,3 5-62,-3 3 0,3 4 0,-7 4 1,-1 9-40,1 7 0,-6 5 15,2 4 1,2 4-13,-2 8-90,-1-2 0,1 11 0,2-1-155,0 8-106,2 3 0,17-26 0,1 0 129,0 1 1,1 0 0,3 2 0,2 1 24,2 1 1,2 0 0,0 1-1,0 0 19,1 1 0,0 1 0,5 1 0,1 0 0,2-3 0,1-1 99,1-3 1,2 0 0,14 27-37,3-9 1,-1-6 55,5-11 1,0-12-45,4-8 1,0-9-7,1-8 1,4-7 32,4-5 0,-2-12-285,1-9 1,-3-3-92,3-1 0,-3-7-185,3-6 1,-6 5-156,-2-5 1,0 1 273,-4-1 0,-1-6-78,1 6 0,-10-1 62,2 5 1,-8-2 211,-1 3 1,-3-5-136,-5-4 0,-3 3 369,-5-2 0,-1 0 46,-3 0 0,-9-1 62,-7 0 0,-4 7-54,0 14 0,-1 8 345,0 9 0,0 8-406,0 3 0,-1 16-50,-3 10 1,-3 4-388,-5 8 0,0 6 119,0 6 0,0 2-402,-1-2 0,1 4-634,0-4 1,1 3 1250,3 2 0,3-5 0,5-2 0,0-2 0,0-1 0,0 2 0</inkml:trace>
  <inkml:trace contextRef="#ctx0" brushRef="#br1" timeOffset="67">3151 9389 8120,'12'11'394,"1"-3"1,-1 3-27,1-3 1,5 3 257,2 2 0,4 3-166,0 1 1,1 5-215,0-2 0,0 4-101,0 1 1,5 4 51,3-1 1,-1 6-475,1-6 1,0 6 287,4-5 0,0-1-733,1-3 1,-7-5 429,-2-4 1,2-2-1171,-2-2 0,-2-1 164,-6-2 1298,-3-4 0,0-5 0,1 0 0</inkml:trace>
  <inkml:trace contextRef="#ctx0" brushRef="#br1" timeOffset="68">2531 10443 8923,'0'-7'2349,"1"1"-1519,3 6 1,4 0 90,9 0 1,4 0-226,8 0 0,4 5-235,8-1 0,9 0-166,8-4 0,4 0-399,4 0 1,-1 0 251,5 0 1,-33-1-1,0 0-16,2-1 1,1 0-1,1 1 1,1 0-115,-3-3 0,0-1 0,1 1 0,-1 0 9,-2-2 1,0 0 0,0-1 0,1 1-34,-1 0 0,0 0 0,1 0 0,0-1-783,-3 1 1,0 0 0,30-5 117,-15 3 1,-6 1-945,-3 3 1,-5 2 744,-7-2 0,-4 3-1923,-9 1 2793,-8 0 0,14 0 0,-8 0 0</inkml:trace>
  <inkml:trace contextRef="#ctx0" brushRef="#br1" timeOffset="69">4590 10021 8120,'8'-1'4823,"1"-3"-3820,-1 2-844,4-3 0,1 5-601,-1 0-3115,0 0 3557,1 0 0,-1 5 0,1 2 0</inkml:trace>
  <inkml:trace contextRef="#ctx0" brushRef="#br1" timeOffset="70">4578 10381 8120,'0'12'2572,"0"1"-822,0-7-1215,0 0 1,1-6-3475,3 0 2939,3 0 0,11 0 0,1 0 0</inkml:trace>
  <inkml:trace contextRef="#ctx0" brushRef="#br1" timeOffset="71">6277 9215 10885,'-7'-7'2121,"2"2"-1595,5 5-29,0-6-20,0 5-222,0-5 1,0 5 221,0-3-40,0 2-21,0-3-57,0 5 2148,0 0-2311,5 0-371,2 0 231,6 0 0,-1 0 100,0 0 1,5 0-9,-1 0 0,6 0-89,-1 0 1,9 0 5,8 0 1,0-6-19,8-2 0,5-3-163,7-1 1,2-1 91,2 1 0,0-1-242,0 1 1,-1 0-50,-3-1 1,3 1 79,-4-1 0,-1 5 7,-3 0 1,-2 4 143,-1-5 0,-2 7 32,-2-3 1,-8 0-30,-5 1 0,-5 0 5,1 4 0,-8-4-47,-5-1 1,-2 1-236,-2 4 73,1 0 390,-1 6 1,-5 1-354,-3 5 1,-2 1 75,-2-1 0,-2 2-113,-2 2 0,-4 4 0,-7 4-239,-2 1 224,-5 0 0,1 5 103,-8 3 1,-2 3 4,-7 1 0,0 6-77,-4 3 0,18-21 0,-1 1 153,-4 2 1,0 1 0,-1 0-1,-1 0 110,1 4 0,-2 0 1,-2 1-1,-1 0 0,-1 0 1,-1-1-75,-1 2 0,-1-1 0,-4 3 1,1-1-88,2 2 1,1-1-1,-1-1 1,2-2 277,6-5 0,2 0 0,-1 0 0,2 0 214,-20 20 1,6 2-72,6-9 1,10-6-35,11-7 1,4-5-83,3-3 1,4 1 111,5-5 244,0-1 0,1-5-181,3-3 547,3 3 0,6-8-343,-1 6 0,2-7-56,2 2 1,-2-2-264,3-2 1,2-2 29,2-2 0,-2 2 503,2-7 0,3 5-256,5-4 0,0 1-290,-4-1 0,1 1 68,3 3 1,-1 1-301,5-5 0,-4 5-33,4-1 0,0 1-67,4-1 1,0 2-321,1-2 1,-3-3 253,-1-1 1,-4 1-592,-5-1 1,-2 1 76,-2-1-34,-3-3 0,-10 9-1378,0-2 754,-5 3 1,1 2 262,-8 3 0,-4 2 1122,-9 2 0,3 9 0,-4-3 0</inkml:trace>
  <inkml:trace contextRef="#ctx0" brushRef="#br1" timeOffset="72">7890 10195 8120,'0'-13'216,"0"1"0,4 0 787,0-1 0,0 1 241,-4-1-251,0 1 1,-5 1-400,-4 3 0,-3 2-109,-5 6 1,-2 3-193,-6 5 1,1 2-43,-1 10 0,-6 1-45,-2 4 1,3 0 0,1 0 0,3-1-96,1 1 0,2 3 104,2-3 1,4 1-280,9-10 0,3 2 74,5-1 1,7-4-210,5 4 0,6-3 97,7-2 0,5-1-101,3-3 0,3 2 37,1-6 0,-5 6 38,-3-2 0,-3-1-36,-1 1 0,0 1 49,-1 3 0,-4 0 96,-4 1 1,-3-1-57,-5 1 0,2-1 10,-6 0 0,0 1 3,-4-1 1,0 1 8,0-1 0,-7 5 1,-5-1 1,-2 1-237,-7-5 1,0 0-16,-3 1 0,-1-1 153,0 1 1,0-5-453,0 0 1,1-5 156,-1 1 0,0-3-567,0-1 1,4-5 404,1-3 1,9-3-1208,-2-2 1814,9-5 0,-7-1 0,4-6 0</inkml:trace>
  <inkml:trace contextRef="#ctx0" brushRef="#br1" timeOffset="73">8374 9959 8120,'0'-7'4877,"0"2"-4102,0 16 1,0-2-208,0 12 1,-6 5-191,-2 7 1,-3 7-169,-2 2 0,1 9-176,0-2 1,-1 9-157,1 0 0,-1 1 191,1-1 0,4-3 127,-1-5 1,7-6-124,-2-3 1,2-9-113,2-7 0,0-6 238,0-7 0,2-1 100,2-2 1,3-4-115,5-5 1,5 0-182,-1 0 1,6-1 362,-1-3 1,2 1-904,2-5 0,-4 1 329,-1-1 1,0-3-520,0 2 0,2 2 312,-5-1 1,-5 5-3540,-3-1 3953,-7 3 0,9-5 0,-4-1 0</inkml:trace>
  <inkml:trace contextRef="#ctx0" brushRef="#br1" timeOffset="74">8820 10530 15087,'0'13'1022,"0"4"0,0-1-784,0 9 1,0-3-384,0 7 0,0-3-193,0-1 1,0-1 344,0-4 0,0-2-674,0-5 484,6-1 0,-4-5-247,7-3 0,-5-8 51,4-4 1,0-5-39,5-3 1,1 1 104,2-6 1,-2 6-2,2-2 0,2 5 320,-1 4 1,-1 1-104,-3 3 0,1 2 95,2-2-114,-2 3 1,4 6 423,-6 3 0,-3 3-160,-1 2 0,-1-1-302,1 1 0,-1 3 119,-3 1 1,-1 1-1524,5-2 0,-5-2 1557,1 2 0,-3-2 0,-1-1 0</inkml:trace>
  <inkml:trace contextRef="#ctx0" brushRef="#br1" timeOffset="75">9602 10108 8120,'-13'-6'671,"1"5"-380,0-3 0,-1 3 341,1 1 0,-1 1-175,1 3 0,-5 3 8,1 5 1,-1 2-2,5 3 0,-1 7-48,1 10 1,4 7 33,0 4 0,5 9-305,-1 4 0,2 7 8,2 1 1,6-1 84,2-7 1,3-9 29,1-8 1,1-5-31,-1-7 1,5-7 14,-1-13 1,6-5-1,-1-8 1,3-6-16,0-11 1,5-6-239,0-15 0,0 4 0,-4-5 0</inkml:trace>
  <inkml:trace contextRef="#ctx0" brushRef="#br1" timeOffset="76">9949 10133 8120,'-8'4'1029,"0"0"0,5 6-39,-1-2 1,-2 4-404,2 5 0,0 2 510,4 6 0,-4 5-352,0 3 1,-2 5-97,2 3 0,1 3-795,-5 6 1,4 1 176,-4 2 0,3-6-565,-3 3 0,5-9 423,-1 0 1,1-7-3450,-1-6 2548,3-7 0,0-10-1869,5-11 2881,5-11 0,4-19 0,6-9 0</inkml:trace>
  <inkml:trace contextRef="#ctx0" brushRef="#br1" timeOffset="77">10061 10158 8120,'7'8'0,"-3"0"0,-3 0 1548,-1 5 1,0 1-707,0 2 0,0 6 206,0 11 0,0 2-408,0 10 0,-1 10-46,-3 7 0,-2 3-513,-2-3 1,-3 1-73,3 4 1,-3-1-465,-2 0 1,1-3-518,-1-13 0,2-5-1885,3-12 2112,3-8 0,5-14-937,0-11 1,0-15 203,0-10 1478,5-8 0,-4 7 0,5-4 0</inkml:trace>
  <inkml:trace contextRef="#ctx0" brushRef="#br1" timeOffset="78">10098 10306 8120,'12'-12'1608,"1"0"-1057,-1-1 0,1 5 194,-1 0 1,5 5-64,-1-1 1,6-2 180,-1 2 1,2 1-313,2 7 1,-2-1-186,-2 5 1,1 2-694,-5 7 0,-1-2 312,-3 5 1,-6 1-723,-3 4 1,-4 1 532,-4 3 0,-5 3-454,-7 5 1,-4-4 59,-4 0 1,-5-5-86,0 1 0,-2-5 860,3-3 1,1-4-179,-2-9 0,9 2 670,3-6 0,3 0-141,2-4 642,5 0-787,2 5 1,7 1 205,7 2 0,-1 3-136,8-3 1,4 3-137,0 2 1,0 1-159,0 2 0,1-2 79,4 2 1,0-6-924,-1-2 0,1-1 417,0 2 0,-4-4-1865,-1-5 0,1-1 270,4-3 1863,0-9 0,0-6 0,-1-6 0</inkml:trace>
  <inkml:trace contextRef="#ctx0" brushRef="#br1" timeOffset="79">10817 10145 8120,'7'6'835,"4"-4"-627,-2 7 1,-2-7 1283,1 3 1,1 1-653,8 3 1,-2 2 356,6 1 0,-5 2-387,5 2 1,0 0-61,4 4 0,-1 2-250,1 7 1,-1-3-193,-4 3 0,2 3-162,-5 1 1,-2 3 51,-7 1 0,-2 0-486,-6 1 0,-2-1 293,-2 0 1,-3 3-616,-5-3 1,-6-2 56,-3-11 1,-2 1-182,-2 0 0,0-2-649,1-2 1,-5-3 635,0-6 0,-6 1-1018,2-1 1,-7-3 877,-1-1 1,1-5 886,7 1 0,-3-3 0,4-1 0</inkml:trace>
  <inkml:trace contextRef="#ctx0" brushRef="#br1" timeOffset="80">12368 9785 8120,'8'-11'2720,"1"3"-1626,-1 3 1,6 3-484,2-2 0,1 3 177,8-3 0,-1 2-302,14 2 0,3-1-50,13-3 1,8-3-634,-27 1 1,0-1 0,2 1 0,1 0 236,1 0 1,0 0 0,0-2 0,-1-1-266,3 1 0,1 0 0,-1-3 1,1 0 175,1 0 0,1 1 0,-4 1 0,-1 0-704,-1 1 0,-1-1 0,26-4 147,-9 0 1,-13 6-2849,-3 3 2332,-15 3 0,-1 6 1122,-14 4 0,-2-4 0,-6 1 0</inkml:trace>
  <inkml:trace contextRef="#ctx0" brushRef="#br1" timeOffset="81">12604 10108 8120,'-13'4'2381,"1"0"-933,0 0-652,-1-4 0,8 0-305,5 0 1,8-1-173,13-3 0,5 1-80,11-5 0,6 0 604,2-5 1,5-1-406,4-2 1,1 2-576,3-3 1,1 4 156,-5 0 1,5 0-814,-1-4 0,1 3-399,-1-2 1,-3 3-950,-5 5 1,-6-2 2140,-3 6 0,-5 0 0,-1 4 0,-1 0 0,-4 0 0,-2 0 0</inkml:trace>
  <inkml:trace contextRef="#ctx0" brushRef="#br1" timeOffset="82">12641 8607 14132,'1'-8'1330,"4"0"0,1-5-870,7-3 1,5-2-150,2 1 1,4-2-44,1-6 1,4 2-119,0 2 0,4-1 88,-4 6 1,0-1-166,-5 5 1,-3 1 170,0 2-389,-6 4 132,3 5 0,-7 1-62,-3 3 1,2 3-49,-6 6 1,0-1 126,-4 0 0,0 2-77,0 3 0,-1-2 44,-3 6 1,1-1-280,-5 5 1,1 1 92,-2 3 1,-2-1-290,3 5 1,-7-4-274,-2 4 0,-1 0-494,2 4 0,2-4 129,-2 0 0,2-5 519,1 1 1,-3 1 622,-1-1 0,-5 0 0,3-4 0</inkml:trace>
  <inkml:trace contextRef="#ctx0" brushRef="#br1" timeOffset="83">12740 9227 8120,'0'13'2282,"0"-1"277,6 1-865,-5-1 1,6-5-1145,-3-3 1,-1 1-252,5 0 0,-4-1-579,5-4 1,-1 0 273,4 0 0,-3 0-2004,-1 0 1,-1-2 2009,1-2 0,3 3 0,-4-5 0</inkml:trace>
  <inkml:trace contextRef="#ctx0" brushRef="#br1" timeOffset="84">15718 9128 8120,'0'-14'-285,"0"-1"142,0-1 1,0-5 450,0 4 0,-5 0 171,1 0 0,0-2 187,4-6 0,0 4-369,0 1 0,0-1 0,2-4 21,2 0 0,-3 0 115,3 1 1,-2 4 14,-2 4 1,4 2 163,0 2-468,0 5 31,-4 1 0,-1 6 1,-2 2-177,-1 2 1,-6 3-346,2 5 280,-3 6 0,-2 1 172,1 6-233,-6 5 0,3 2 1,-6 5 1,5 6 108,-5 2 0,0 8 0,-3 2 15,-1 1 1,-4 2-261,0 4 1,0 0-91,4 0 0,4-6 103,1-7 0,9-6 288,-2-10 1,5-3-288,0-5-233,2-6 235,6-1 0,0-10-22,0 1-274,6-6 617,1 2-58,5 1 275,0-5-123,1 10 1,-1-4-91,1 5 1,-5 2 326,0 3-313,-5-4 0,7 9 69,-6-5 1,4 9 0,-2-1 56,0 1 1,-3 6-107,1 1 0,-2 3 78,-2 1 0,0 4-75,0 1 0,0 4-101,0 0 0,0 5 82,0-1 1,-2 2-226,-2-7 1,3-2-492,-3-2 0,2-3 310,2-5 0,4-3-154,1-5 1,4-6 153,-1-2 1,4-4-965,0 0 0,4-6 1273,1-3 0,0-3 0,-5-1 0</inkml:trace>
  <inkml:trace contextRef="#ctx0" brushRef="#br1" timeOffset="85">17368 8607 8120,'-13'0'-597,"1"0"-596,-1 0 1866,6 0 1,-4 0-287,3 0 1,-3 6 0,-1 2 283,-1 3 1,1 1-235,-1 1 0,0 5 114,-4 2 1,3 5-95,-2 4 1,-2 3-73,1 5 0,1 6-107,3 2 1,1 9-437,0 4 1,1 0 335,2 4 0,4 1 1,5 7 0,-2-31 0,0 0-84,0-2 0,0 0 0,-1 0 0,1-1 86,2 34 0,0 1-165,1-34 0,-2 0 1,0-2-1,-2 0-111,1 1 1,0-1-1,-2 29 92,4 3 1,0-3 18,0 2 1,1-8 0,2 0 186,1-5-1015,6 2 0,1-3 0,7 5-114,1-2-60,-4-2 0,10-4 67,0-4 0,2 2 2,11-6 1,2-5 14,9-7 1,5-10 901,0-6 0,2-6 0,-1-10 0,3-5 0,0-6 0</inkml:trace>
  <inkml:trace contextRef="#ctx0" brushRef="#br1" timeOffset="86">17938 8607 8916,'0'-8'762,"2"1"790,2 2-1045,-3 0 0,9 7-238,-6 2 0,1 0-56,-1 8 1,-1 4-82,6 8 0,-7 1-280,2 0 1,-1 4 207,1 0 1,-2 5-863,2-1 0,-4 7 323,-4 2 1,1-1 0,-4-4-940,2 1 1,-4-3 1417,5-2 0,-6 3 0,4-4 0</inkml:trace>
  <inkml:trace contextRef="#ctx0" brushRef="#br1" timeOffset="87">18496 9252 11217,'0'-7'1618,"0"2"0,5 6-1529,-1 3 0,5-2-255,0 2 0,2 3-1124,1 1 1,0-1 780,1 1 1,3 0-1088,1 5 0,5 3 293,-1 1 1303,2 5 0,2-3 0,0 6 0</inkml:trace>
  <inkml:trace contextRef="#ctx0" brushRef="#br1" timeOffset="88">18943 9612 8120,'12'4'-1113,"1"0"0,-1 4 1776,1-4 0,-1 2-161,0-2 1,2-2 96,3 2 0,-3 1 50,2-1 0,2 5 84,-1-5 0,-1 5 179,-4 0 1,5 2-357,0 1 0,-1 0-131,-3 1 0,-1-1-129,0 1 0,2 5-580,3 2 1,-4 0 253,4 0 0,-2 1-133,2 4 0,-2 1-188,6 3 0,-5-3-396,5 3 1,-5-3-321,5-1 1,-5 0 424,5 0 0,-6-5-261,2 1 0,-3-6 359,-2 2 0,0-5-395,1-4 939,-1 3 0,6-9 0,1 3 0</inkml:trace>
  <inkml:trace contextRef="#ctx0" brushRef="#br1" timeOffset="89">20146 9984 10626,'0'14'1355,"0"2"0,0 3-1033,0 6 1,0 6 16,0 2 0,0 4-73,0 4 1,0 7-344,0 6 0,-4 0 108,0-4 1,-4-6-606,4-3 1,-5-4-76,5-4 0,0-8-1572,4-8-782,0-4 1769,0-6 1234,0-1 0,6-17 0,1-3 0</inkml:trace>
  <inkml:trace contextRef="#ctx0" brushRef="#br1" timeOffset="90">21040 8855 10600,'5'13'2061,"-2"-4"-1493,5 4 1,0 2-101,5 10 1,5 2-67,2 6 1,4 2-8,1 10 0,-1 2-23,1 7 1,0-3-467,0 3 0,-6 1 307,-2-2 1,-8 3-3,0-3 0,-7-2-368,2 3 1,-8-2 189,-4 2 1,-7-1-340,-2 4 0,-5-4-168,2 0 0,-4-2-392,-1-1 0,5-3-5,-1 3 0,0-13 380,-3 4 0,-1-5-434,0 1 1,-1-1 428,-3-3 0,1 1-645,-5-5 1,-1 6 1140,-8-2 0,-2 1 0,-5 2 0,-4 1 0,25-16 0,-2 1 0,-1 2 0,-1-1 0</inkml:trace>
  <inkml:trace contextRef="#ctx0" brushRef="#br1" timeOffset="91">16102 9599 7728,'8'0'356,"1"0"92,-7 0 350,9 0-479,-4 0 0,6 0 125,-1 0 1,1 2-123,-1 2 1,0-3-43,1 3-182,-1 3 1,6-5-39,3 2 1,2-3 0,3-1-715,3 0 0,-1-5 414,5-4 0,-4-2-1105,4-1 1,-7 0 1344,-1-1 0,0-5 0,-6-1 0</inkml:trace>
  <inkml:trace contextRef="#ctx0" brushRef="#br1" timeOffset="92">16400 9240 7728,'-7'0'-224,"0"0"1243,3 0 0,3 5-340,-4 4 1,4 2-168,1 1 1,0 7-214,0 6 1,0 5-74,0 8 1,1 4-225,4 4 1,-4 8 83,3 3 1,-2 0-375,-2 1 0,0-4 338,0 3 0,0-8-690,0 0 0,0-9 301,0-3 1,0-2-567,0-10 0,-5 1-163,1-10 1,-1 1 552,1-5 0,2 1 515,-2-1 0,-3-5 0,0 4 0,-5-4 0</inkml:trace>
  <inkml:trace contextRef="#ctx0" brushRef="#br1" timeOffset="93">16090 10182 7728,'-18'0'763,"8"0"-412,-2 0 0,2 0-84,-2 0 606,5 0-115,1-5 1,12 3-28,2-2 1,9-1-296,3 1 0,5-5 65,4 5 0,3-4-164,5 4 1,0-6-333,0 2 0,1 2 102,-1 2 1,6-1-163,2 1 1,-1-5 101,2 5 0,-1 0-1025,5 4 1,2 0-1262,-2 0 1,1 4 2238,-10 0 0,6 6 0,-3-3 0</inkml:trace>
  <inkml:trace contextRef="#ctx0" brushRef="#br1" timeOffset="94">22603 8706 7728,'-13'-6'0,"5"0"0,0 6 0,5-5 0,-3-2 0,6-6 1307,0 1 0,2 4-577,2-1 1,3-3-367,5-5 0,6-1-244,3 2 0,2 1 16,2-6 1,5 0-158,3-3 0,-1-3-192,1-2 0,-1 6 205,1-6 1,1 7-194,-5-3 0,-1 2 57,-7 6 0,-3 5-92,-6 4 104,0 5 32,-5-3 1,-1 8 15,-6 2 1,0 3 38,0 5 0,-2 6 18,-2 3 0,2 2-17,-7 2 0,1 5 114,-4 3 1,-1 3-108,1 1 1,-2 6 117,-3 3 0,2 2-92,-5 1 0,-1 8-363,-4 5 0,-4 1 352,15-27 0,-1-1 1,-12 24-21,6-1 1,3-9 93,6-7 0,5-2-72,3-11 0,2-6-9,2-6 0,3-5-15,5-4 0,1-2 43,7-6 0,2 0-8,-1 0 1,5-6-67,-2-2 0,2-3 347,-1-1 1,1-1-286,-5 1 1,-1 3 5,-3 1 1,-1 5-70,0-1 175,1 3 1,-2 2-120,-3 3 0,2 1 191,-6 7 1,1-2-37,-1 6 1,-2 2 135,2-1 1,2 5 35,-2-2 1,4 4 3,-4 1 1,2-1 22,-2 1 1,-3 1-112,3 3 1,-1 3-6,1 5 1,-3 0-5,4 1 1,-5 0-206,-5 4 0,3-2 62,-7 5 1,3 0-315,-3 5 0,-2-4 43,3-1 1,1-1-87,-1 2 0,4-4 70,-5-4 0,7-3 58,-2-2 0,-2 2 65,2-6 0,-2 1-21,2-1 0,1-3 110,-5 3 1,5-3-77,-1-1 0,-1 4-26,1 0 1,-6 0 102,2-4 1,1 0 90,-1-1 0,3-3 171,-3 0 1,0-2-94,-4 2 1,0 1 23,4-6 1,-3 1-25,3-5 1,-7 1-196,-2-1 0,-1-4 103,2 1 1,-2-5-734,-3 4 1,-6-5 37,2 1 0,-3-3-222,3-1 1,-4-1-934,1-3 1776,-7-3 0,3-11 0,-5-1 0</inkml:trace>
  <inkml:trace contextRef="#ctx0" brushRef="#br1" timeOffset="95">3275 12836 6471,'0'-17'-492,"0"3"1320,0-3 1,0 3-271,0 2 1,-1 0 0,-3-1 0,2 1-195,-2-1 0,-3 2 93,-1 3 1,-3 3-34,-2 5 0,1-5-22,0 1 1,-6 2-117,-3 6 1,-2 7 76,-2 5 1,-1 6-196,-3-1 0,2 8 28,-2 4 1,2 4-130,-2 5 0,3 7-204,-3 9 1,4 3 62,4 1 0,10-29 0,2 1 78,2 1 0,1 0 0,-1 2 0,0 0-189,5 0 0,0 0 0,0 30 16,6-5 1,4-6-8,9-11 1,-1-1 22,9-2 0,-3-15 79,7-2 1,-2-10 93,2-7 1,-1-2-53,5-6 1,-4-7 43,4-5 0,-4-4-31,4-8 1,0 0-105,4-9 0,-5 4 18,-3-4 1,-1 0-69,1-4 1,-3-5-216,3 1 0,-3-2 310,-1 2 0,-2 1-337,-2-5 1,1-1 97,-6-4 0,0 1-1,-8-1 0,-3 1 131,-5-1 0,-1-2 40,-3 2 1,-4 5 289,-9 12 0,2 2-186,-6 6 1,6 8 411,-2 4 1,0 6-234,0 7 1,-1 6 57,2 2 0,-2 4-28,-3 5 0,-1-2-95,5 6 1,-3-1-50,3 5 0,-5 0-388,1 0 0,4 4-723,0 0 0,-1 4 98,2-4 991,-1 5 0,-1-2 0,-1 5 0</inkml:trace>
  <inkml:trace contextRef="#ctx0" brushRef="#br1" timeOffset="96">3126 13246 7699,'0'7'497,"0"4"0,2-4-152,2 5 0,3 0 345,5 1 0,0 3-314,1 1 1,5 5-211,2-1 1,4 2-180,1 2 1,-1 0 88,1-1 0,-1 1-588,-4 0 0,2 0 372,-5 0 1,1-3 144,-2 2 1,-3-2-117,-1 7 1,1-2 110,-5-3 0,3 7 0,1 0 0</inkml:trace>
  <inkml:trace contextRef="#ctx0" brushRef="#br1" timeOffset="97">2407 14213 7699,'-13'0'-64,"2"-1"1213,3-3-727,2 2 1,6-5 110,0 3 0,7 3-168,6-3 1,5 2 155,6 2 0,1 0-94,0 0 0,4 0 2,0 0 0,5 0-199,0 0 0,5 0-34,3 0 1,6 0-162,2 0 0,2 0-107,10 0 0,3-5 170,-28 1 0,0 0 1,1-2-1,-1 0-182,0 0 0,0 0 0,1 0 0,0 0 194,1-1 1,1 1-1,-3 1 1,0-1-22,0 2 1,0 0 0,31-2-275,-10 6 0,-9 0 111,-7 0 1,-2 0-706,-7 0 1,0 0-1116,-12 0 1,-2 0 1160,2 0 0,-6-4-347,1 0 1,2-7 886,-1-1 193,-1-1 0,2-10 0,2 4 0</inkml:trace>
  <inkml:trace contextRef="#ctx0" brushRef="#br1" timeOffset="98">4267 13581 9573,'9'1'1754,"-1"3"-2302,0-3 1,5 6 213,-1-3 0,5-1 334,-1 6 0,1-1 0,-5 4 0</inkml:trace>
  <inkml:trace contextRef="#ctx0" brushRef="#br1" timeOffset="99">4342 13891 7699,'0'8'1556,"0"0"-1069,0 0 0,0 1 599,0-1-719,0-5 0,1 2-310,3-5 1,-1 0-476,5 0 1,1 0-531,3 0 1,1 2 947,-1 2 0,-5 3 0,-2 5 0</inkml:trace>
  <inkml:trace contextRef="#ctx0" brushRef="#br1" timeOffset="100">6600 12737 7699,'-13'6'1108,"5"-5"-309,0 3 864,5-2-1182,-3-2 1,8 0 389,2 0 1,8 0-305,9 0 1,8 0-124,4 0 0,8 0-306,5 0 0,4 0 47,3 0 0,4 0-440,5 0 1,4-2 400,0-2 1,2 1-364,-2-5 1,-4 4-68,0-4 1,-10 5-268,-6-1 0,-12 2-143,-1 2 0,-7 2 294,-5 2 0,-8-1-17,-9 5 1,-3 2 66,-1 6 0,-5-1 237,-4 6 1,-9 1 217,-6 7 0,-3-1-187,-6 5 0,0 0 24,-4 4 0,0 4-95,0 1 0,-1 0 287,1 0 1,-4 2-75,-1 5 1,-3-3 265,4-1 0,-6-5-151,1 2 0,-2 0 183,-2 0 0,5-1-111,-1-4 1,6-1-14,-1-3 0,4 2-2,4-7 0,4 1 102,8-4 0,7-1-10,6-4 0,5-2 86,-1-5-200,3-1 0,6-1-2,4-3 1,6-2 238,1-6 0,8 0-239,1 0 1,2 0 59,10 0 1,-4-2-79,5-2 1,0 2 11,-1-7 1,1 5-68,3-4 1,-2 5-127,-2-1 1,4-2-289,1 2 1,-1-1 199,-4 1 1,0 2-431,1-2 1,-5 3 278,0 1 1,-4 0-702,4 0 0,-7 0-438,-1 0 710,-6 5 1,-11 1-268,1 2 0,-7 3-68,2-3 35,-8-2 1,-3 4 958,-5-6 0,0 0 0,-1-4 0</inkml:trace>
  <inkml:trace contextRef="#ctx0" brushRef="#br1" timeOffset="101">8001 13705 7699,'13'-28'554,"-1"3"0,-5 5-142,-3-1 1,2 2 1131,-2 2-1086,0 3 0,-4 0-101,0 6 1,-7 5-149,-5-1 0,-2 10-128,-7 6 0,1 2 7,-5 7 1,-1 1-84,-3 7 1,-2-2-140,-2 6 0,3-1 140,5 1 0,0 2-164,1-7 1,4 1 58,4-4 0,3 0-77,5 0 0,4-4 111,8-1 1,4-1 146,9 2 0,6-2-57,6-2 0,6-3 5,-2 2 0,3 2-10,1-1 1,-1-1-3,-3-3 0,-3-4-60,-5 4 0,-2-5 59,-2 4 1,-7 1-101,-6-5 1,-5 4 82,1 5 0,-4-3 50,-4 2 0,-4-1-65,-9 2 1,3-3 4,-2 2 1,2 1 11,1-5 0,-3 3-4,-1-6 1,-3 0-5,3 0 0,-4 0 13,5-5 0,-5 1-324,5-5 1,-6 0 131,1 0 1,2-2-488,-2-2 0,4-4-53,-3-9 0,6 2-220,2-6 0,5 5 166,7-5 779,0 6 0,5-8 0,2 3 0</inkml:trace>
  <inkml:trace contextRef="#ctx0" brushRef="#br1" timeOffset="102">8312 13705 7699,'0'-9'-25,"0"1"1,0 0 24,0-5 0,1 6 1981,3 3-228,-3-3-841,11 6 1,-10-3-113,7 8 1,-5 3-318,4 5 1,-1 2-242,1 3 0,-2 2-46,-6 6 1,0 1-185,0 3 0,0 3 59,0 5 0,-2 4-323,-2 1 1,-3 6 98,-5 1 1,4 0-242,-1 0 0,2 1 212,-1-5 1,-2-2 30,6-2 0,0-3 377,4-5 1,0-7-84,0-6 0,4-4 42,0 0 1,6-6-3,-2-2 1,8-5 201,0 1 1,6-3 2,-1-1 1,2 0-209,2 0 0,0 0-261,0 0 0,-1 0 85,1 0 0,-4 0-521,0 0 1,-6 0 279,1 0 0,-2-1-58,-1-3 116,-1 2-3554,0-9 925,1 10 391,-6-10 2417,-2 4 0,-10-5 0,-2-1 0</inkml:trace>
  <inkml:trace contextRef="#ctx0" brushRef="#br1" timeOffset="103">8833 14250 7699,'0'-12'367,"0"4"632,0-1-284,0 7 0,1-4-288,3 6 0,-2 1-7,2 4 1,-3 6-93,-1 5 0,0 6-318,0-1 1,0 2 74,0 2 0,0 0-203,0 0 1,0 0 63,0-1 1,-4 0-64,0-4 0,0-2-178,4-5 1,0-1-172,0 1 460,0-7 1,5-6-61,3-8 0,5-7 58,3-2 0,-2-5-23,3 2 1,-2-4 23,1 0 1,-2 0 8,3 3 1,-4 4-17,0 4 0,-5 5 227,0 0-245,1 5 218,3-3 1,-5 12-52,-3 2 0,-2 3-11,-2 2 0,0 3-59,0 1 0,0 0-307,0 0 1,0-3-308,0 2 1,0-2-423,0-1 0,0-1-819,0 0 1790,0 1 0,-6-1 0,-1 1 0</inkml:trace>
  <inkml:trace contextRef="#ctx0" brushRef="#br1" timeOffset="104">9713 13643 7699,'-1'-11'0,"-3"2"0,1 0 383,-5 5 0,0-5 22,-5 5 0,1 0-17,-1 4 0,1 1 13,0 3 1,-2 3-103,-3 6 0,3 5 113,-2 2 0,-2 4-101,1 1 0,1 1 8,4 3 0,-1 2-57,1 7 0,1 0-177,2 4 1,4 2 33,5 5 0,0-1-19,0-2 1,0 5-290,0-6 1,5 0 137,4-12 0,7-3-630,5-5 0,2-2 336,2-2 0,0-7-778,0-6 1,4-5 425,0 1 0,4-3-892,-4-1 1589,5-5 0,-2-2 0,5-6 0</inkml:trace>
  <inkml:trace contextRef="#ctx0" brushRef="#br1" timeOffset="105">10644 13742 7699,'0'-18'0,"0"4"252,0-2 0,-4 2-9,0 1 1,-6 5 212,2 0 1,-5 0-112,-3-5 0,1 5 95,-6 0 0,0 5-93,-4-1 1,-1 2-53,-3 2 1,2 2-6,-6 2 0,4 3 63,-4 5 0,1 2-185,-1 2 1,-2 4 39,6 5 1,-1 1-171,1 3 1,7 1 55,-3 3 0,9 3-21,-1-3 1,7 4 56,2 5 0,5-4-271,-1 3 1,4-2 11,4-2 0,7-1-2,6-3 1,5-4 98,-1-8 1,2 1 16,2-6 1,4 0-13,0-8 0,4 1-1,-4-4 0,1-1 0,-1-4 1,2 0 5,2 0 0,-3-2-274,-5-2 0,-2 1-190,-2-5 1,2 0-231,-2-4 1,-3-1-484,-2 1 1,-6-1 552,-2 1 0,-5-1 646,1 1 0,-2 0 0,-2-1 0</inkml:trace>
  <inkml:trace contextRef="#ctx0" brushRef="#br1" timeOffset="106">10222 13816 7699,'-12'0'1343,"5"0"-161,1 0-780,6 0 0,4 2 44,0 2 1,8 7-110,0 5 0,0 6-224,5-1 0,-3 4 83,-2 4 1,0-2-471,1 6 0,-2-4-179,-3 4 0,2-1 310,-6 1 1,0 2-935,-4-6 0,0 1 446,0-1 0,0-3-192,0 3 1,0-8 822,0-5 0,0-2 0,0-2 0,0 1 0</inkml:trace>
  <inkml:trace contextRef="#ctx0" brushRef="#br1" timeOffset="107">11041 13618 8617,'8'4'1504,"0"0"-1182,1 6 0,3-3 569,0 5 0,-3 2-382,-1 2 1,0 2 81,5 3 1,-1 6-308,0-2 1,1 4-228,-1 0 1,-1-1-199,-2 5 1,0-6 155,-5 2 1,0 2-116,-4-2 0,0-1 111,0-3 0,0 4-846,0 0 0,-5 1 145,-3-1 1,-7 3-90,-2 5 1,-5 1 44,1-1 1,-2 0 309,-2 0 1,-4-5-37,0-3 0,-1 1 147,1-1 1,1-4 36,-5-5 1,-1 1 275,-8 4 0,-7 0 0,-8 0 0</inkml:trace>
  <inkml:trace contextRef="#ctx0" brushRef="#br1" timeOffset="108">12443 13308 9914,'-7'-6'1227,"1"5"-383,6-5 1,0 5 155,0-3-459,0 2 1,7-3-109,5 5 0,6 0-168,7 0 1,6 0-106,2 0 1,4 0 35,4 0 1,3 0-92,6 0 1,0 0 84</inkml:trace>
  <inkml:trace contextRef="#ctx0" brushRef="#br1" timeOffset="109">12629 13568 7700,'-50'13'183,"0"-1"1,10-1 302,3-3 0,10 3 1049,2-2-1063,6-4 0,12 2-29,3-3 0,4-3-146,4 4 0,9-4 268,12-1 1,6 0-161,6 0 1,6 0-19,2 0 0,3 0-80,2 0 0,4-1-25,-1-4 1,-23 4-298</inkml:trace>
  <inkml:trace contextRef="#ctx0" brushRef="#br1" timeOffset="110">14811 12739 19375,'35'-6'44,"3"2"3,7-2-127,1 2 1,1 3-8,-2-3 0,3-2 92,-2 2 0,-2-1-51,1 0 0,-9 4 70,1-3 1,-8-2-117,0 2 1,-7 0 83,-1 4 0,-6-4-21,2 0 0,-3 0 15,-2 4 0,0 0 10,1 0-24,-6 0 0,0 0 18,-3 0-205,-3 0 193,5 0-81,-6 5 1,0-2 41,0 5-148,0 1 0,-2 3 82,-2 0 0,-3 5-126,-5-1 0,-1 2-73,1-1 1,0-2 118,-1 6 1,-5-1-61,-2 5 1,0 4 108,0 0 0,-5 6 91,-4-2 0,-6 2-54,2 3 1,-4 3-291,-4 0 1,-3 6 415,-6-1 1,25-21 0,0 1 203,-24 23 1,3 2-228,1-9 0,10-8 115</inkml:trace>
  <inkml:trace contextRef="#ctx0" brushRef="#br1" timeOffset="111">14860 13982 23223,'14'-5'-38,"27"-3"-152,1 0 1,-2 5 26,-7-1 0,-3 3-131,-5 1 1,-2 0-14,-2 0 1,-3 1-259,-6 3 407,-5-2 0,0 7-130,-3-5 280,-2 0-317,3-4-414,-5 0 450,0-5 1,-1-1-1258,-3-2 0,1 1-65,-5 3 0,4 1-2085,-5-5 3696,6 5 0,-13-2 0,2 5 0</inkml:trace>
  <inkml:trace contextRef="#ctx0" brushRef="#br1" timeOffset="112">15829 13891 7918,'0'-18'23,"2"3"205,2-6 1,-3 6 362,3-2 0,-1-2 344,1-2 1,-2 3-384,2 2 0,-3-2 70,-1 1 1,-5 1-195,-4 3 0,-2 6-103,-1 3 1,-6 3-90,-3 1 0,-2 1-169,-2 3 0,0 8 62,0 4 0,1 6 70,-1-1 1,-4 6-55,0 2 1,0 6 76,4-2 0,4 3-138,1 1 0,5 1 32,-2 4 1,3 2-90,2 5 0,5-3 92,3-1 1,2 4-117,2 0 0,2-3 34,2-13 1,4-3 49,9-5 0,1-2-109,2-2 1,5-9 101,0-7 0,0-4-194,4-1 1,-2-6 92,2-2 1,-3-3-337,3-1 0,-2-6 165,-3-3 0,1-1-1317,0 1 0,-6-1 30,-2 6 0,-7-1-1737,-2 5 3216,-5 0 0,2-1 0,-5 1 0</inkml:trace>
  <inkml:trace contextRef="#ctx0" brushRef="#br1" timeOffset="113">15594 14188 7953,'-7'0'5247,"1"0"-4625,17 0 0,-1 0-224,11 0 1,-5 0-106,5 0 1,-1 0-874,5 0 1,0 0-269,0 0 0,-2 0-628,-2 0 1,1 0-860,-5 0 2335,-1 0 0,2 6 0,1 1 0</inkml:trace>
  <inkml:trace contextRef="#ctx0" brushRef="#br1" timeOffset="114">15829 14238 7953,'-7'12'0,"-2"1"560,5-1 1,-1 5-128,5-1 0,-4 5 501,0-5 0,0 6-383,4-1 0,0 3 167,0 0 0,0 1-275,0 0 1,4 0-342,0 0 1,6-5-373,-2 1 0,-1-5-1293,1 5-71,1-6 0,3-2 282,0-9 1352,1-3 0,5-12 0,1-3 0</inkml:trace>
  <inkml:trace contextRef="#ctx0" brushRef="#br1" timeOffset="115">16239 13667 8070,'-13'-7'322,"1"3"1,4 3 1296,-1 1-172,7 0 1,-8 1-667,6 3 0,0 5 255,4 7 0,0 4-467,0 4 0,0 5-148,0 0 0,0 11-147,0 2 0,-5 4-337,1 4 0,-5 1-187,0 3 0,-2 5 73,-1 3 0,0-3 115,-1-9 0,5-2 13,0-2 1,1-5-59,-2-8 0,4-4 5,5-8 1,0-3 613,0-6-354,0-5 1,1 0 97,3-3 1,3-3-128,6 3 1,3-2-58,1-2 1,-1 0-151,-3 0 0,3 0 135,1 0 0,-1 0-352,-3 0 1,3-2 109,1-2 1,-1 3-390,-3-3 0,-1 2 199,1 2 0,-1 0-1155,0 0 0,1 0 43,-1 0 1,-3 0 1486,-1 0 0,0 6 0,4 1 0</inkml:trace>
  <inkml:trace contextRef="#ctx0" brushRef="#br1" timeOffset="116">16524 14548 7952,'12'-12'-221,"1"-1"0,-2 1 960,-3-1 0,3 6-203,-3 3 0,-1 3 130,2 1 1,-5 1-251,4 3 0,-5 5-278,1 7 1,1 4-39,-1 4 0,-1 5-59,-7 0 1,1 4-4,-5-4 1,5 0 124,-1-4 0,-1-6-623,1-2 285,-1-3-195,5-2 1,2-11 158,2-5 1,-1-11-62,5-6 0,0-2 118,5-2 1,-2 0 244,-3 1 1,3 0 100,-3 3 0,3-1-86,2 6 1,-5 1 97,0 6-133,0 4 0,5 5 175,-1 0 1,-3 10-8,-1 2 0,-4 9-109,4-1 1,-4 0-48,5 0 0,-7 1-99,2 4 0,-2 0-659,-2-1 0,4-3 360,0 0 1,0-5-461,-4 5 1,0-6 35,0 2 739,0-4 0,6 0 0,1-1 0</inkml:trace>
  <inkml:trace contextRef="#ctx0" brushRef="#br1" timeOffset="117">17132 13829 8070,'1'-9'0,"3"1"-828,-2 5 1,5-6 1020,-3 5 131,-3-6-57,5 9 0,-5-11 353,3 4-273,-2 3 1,3-2 173,-5 3-212,0 2 0,0-5 337,0 3-147,0 3-161,0-5 0,0 5-90,0-3 0,-1 3 137,-3-4 0,1 4-106,-6 1 1,5 0 36,-4 0 1,4 1-69,-4 4 0,-1 0-128,-3 3 0,0 3 10,-1-2 0,1 6-82,-1 1 1,0 6-140,-4-1 0,3 2 100,-2 2 0,-2 1-3,1 3 0,1-1 83,3 5 0,1-1-121,0 1 1,3 3 104,1-3 0,5 1-94,-1-1 1,3-1-136,1-3 1,1-3 73,3 3 1,-1-3-255,5-1 0,1-6 95,3-2 1,0-3-534,1-2 0,3-5 312,1-3 1,5-3-1046,-1-1 1,-2 0 144,2 0 1362,-1-5 0,5-2 0,0-5 0</inkml:trace>
  <inkml:trace contextRef="#ctx0" brushRef="#br1" timeOffset="118">17814 13779 8070,'0'-8'523,"0"-1"0,-1 5 272,-3-4 0,2 4-322,-2-4 1,1 5-203,-1-1 0,1 1-23,-5-1 0,4 3-35,-4-4 0,-2 4 49,-6 1 1,0 6 11,-4 2 1,-1 3-63,-4 1 0,0 5 29,1-1 0,-5 6-24,0-1 1,-2 2 9,2 2 1,3 4-122,-3 0 0,5 4 112,3-4 1,3 1-234,6-1 0,0-1 87,4 5 0,3-5-70,5 1 0,0-3-8,0-2 0,7 1-114,5 0 0,0-1-8,5-4 1,2-2 116,2-5 0,-2-2-97,2-3 0,0 3 68,3-3 0,1-2-137,0-2 1,-2 1 97,-2-1 1,7 1-783,-4-5 0,0-6-86,-3-2 0,-2-3-387,2-2 0,1 1 361,-6 0 1,1-1 126,-5 1 846,-5-1 0,-1-5 0,-6-1 0</inkml:trace>
  <inkml:trace contextRef="#ctx0" brushRef="#br1" timeOffset="119">17467 14015 8070,'7'-2'759,"-3"-2"-403,3 3 0,-5-6 748,7 3-243,-7 2-242,9-3 0,-8 5-146,6 0 1,-5 4-12,4 0 1,-5 7-279,1 2 1,1-1-84,-1 4 1,1 4 146,-5 0 1,4 4-16,0 1 1,0 4 14,-4 0 1,0-1-1,0-3 0,0 0-15,0 0 1,0-6-5957,0-2 1784,6-3 3939,-5-8 0,10 0 0,-4-6 0</inkml:trace>
  <inkml:trace contextRef="#ctx0" brushRef="#br1" timeOffset="120">18037 13729 8070,'5'-8'1487,"-1"0"1,1 5-721,-1-1 1,-1-2-318,5 2 0,-4 0 748,5 4-594,-1 0 1,4 6-38,1 2 1,-1 3 77,1 1 1,-1 5-196,0-1 1,-3 5-286,-1-4 1,0 3 67,5-3 1,-5 4-224,0-5 1,-1 6 71,1-1 0,3-2-167,-2 2 0,-2-5 63,1 5 1,-4-4-140,4 3 0,-5-3-164,1 3 0,-2-3 107,-2 4 1,-6-1-309,-2 5 1,-5 1 208,-3 3 0,1-1-383,-6 5 0,0-1 242,-4 1 1,2-3-298,2-5 1,-2 0 116,2-1 0,-6 1-14,-2 0 0,-6 0-1581,2 0 2076,-3-1 1,-12 7-1,-3 0 1</inkml:trace>
  <inkml:trace contextRef="#ctx0" brushRef="#br1" timeOffset="121">18906 14114 8070,'-4'-19'424,"0"2"1,-5 3-213,5 2 1,0-6 808,4-3 1,0-1-294,0 2 1,0-5-79,0 0 0,0-1-121,0-7 1,4 0-164,0-5 0,2 0 22,-2-4 1,-1-2-75,5-5 0,-1-1 21,1 1 0,7 0-205,-2 4 1,3-2 311,1 6 1,1-9-105,2 5 1,4-1 28,-4 9 0,8 1-40,1 3 0,0-6-29,-4 6 0,1-1-113,3 5 1,-3 1 62,3-5 0,-3 6-190,-1-2 0,0 7 131,0 1 1,-5 6-100,1-2 1,-6 9-75,2 4 0,1 3-151,-2 1 0,1 0 79,-5 0 1,2 5-273,2 3 0,-2 5-254,3 3 1,1 4 278,-2 4 1,1 3-322,-5 2 1,1 4 217,-1 8 0,-1 0-42,-3 9 0,3-6-30,-2 10 1,-3-5 267,3 9 1,-7-3 182,3 7 0,-4-4-74,-1 4 1,0 0 60,0-4 0,0-1-83,0 1 1,-1-6 164,-4 2 1,4-9-99,-3-4 0,-2-6-163,2-2 0,-1-7 66,1-1 1,2-2-112,-2-6 1,3-1-316,1-3 0,0-5-249,0 0-1518,0-5 1411,0 3 935,0-6 0,-6-6 0,-1-1 0</inkml:trace>
  <inkml:trace contextRef="#ctx0" brushRef="#br1" timeOffset="122">21052 13097 7976,'0'-30'-1402,"0"8"1122,0-3 0,0 3 1589,0-3 0,-4 1-147,0 4 1,-2-2 1,2 5 0,-3 2-148,-5 7 1,-6-2-442,-3 6 0,-6 1-125,-2 7 0,-10 5-145,2 7 0,-9 9 176,1 8 1,-2 4-351,1 5 0,4 0 89,5 4 0,2 5-134,6-6 1,3 1-215,14-9 0,2 0-77,10 0 1,3-5 194,5-3 0,6-4-364,10-5 1,7 0 184,2-4 1,7-2-15,1 3 0,1-4-2,-5 0 1,0-1 210,0 1 0,5 3 95,-1 1 1,-4 1 176,-4-2 1,-5-1 439,1 6 0,-4 0-439,-5 3 0,-6 3-103,-6 2 0,-5-2-20,1 6 0,-8-1-158,-4 1 1,-5-1 111,-3-3 0,-8-3-404,-5 3 1,-4 0-184,4-5 0,-4-2-385,4-9 0,0-2-745,5-3 0,-4 2 794,3-6 0,-1-4-730,10-4 1,-5-10 725,4 2 1,1-9 816,3 0 0,1-8 0,0-2 0</inkml:trace>
  <inkml:trace contextRef="#ctx0" brushRef="#br1" timeOffset="123">21771 12874 7976,'13'-25'0,"-2"6"819,-3 2 200,3 3 0,-8 7 243,5 3 1,-5 14-583,1 6 0,-4 12-314,-4 5 1,1 4-143,-5 5 0,0 6 283,-5 6 0,-1 9-480,-2-1 1,1 4-41,-6 0 0,13-32 0,0 1 66,-3 2 0,1 1 0,0-2 1,-1 1-233,-1-2 0,-1 0 1,1-1-1,1-1-218,-10 29 1,-1-6 226,6-7 1,3-2 417,5-10 1,5-8-115,-1-12 0,4-4 307,4 0 0,-1-2-154,5-3 1,1-2 135,3-6 0,2 0 328,2 0 1,4 0-272,4 0 1,1 0-127,0 0 1,0-4-134,0-1 0,4-3-491,0 4 0,-1-4 247,-3 4 0,-4-2-1404,0 2 0,-6 3 739,1-4 1,-2 3-1766,-1-2 922,-7 2-1767,5-9 3298,-9 4 0,-2-5 0,-7-1 0</inkml:trace>
  <inkml:trace contextRef="#ctx0" brushRef="#br1" timeOffset="124">22044 13680 9366,'-7'5'1725,"2"-3"1,5 9-1083,0-3 1,0 9 86,0 3 0,-4 5-270,0 4 1,0-2-191,4 7 0,0-3-198,0 2 1,0-2-209,0-7 1,1-4-184,3-4 0,-1-3 306,5-5 1,0-4-455,5-8 0,-1-8 248,1-9 1,3-3-251,1 0 1,1-5 87,-2 0 0,-2 5 389,2 8 1,-2 2 139,-1 2 1,-5 5-93,0 3 473,0 2 0,1 9-222,-1 6 1,-5 4 159,1 8 0,-3 0-126,-1 0 0,-4 4-365,0 0 1,0 2 79,4-6 0,0 3-1438,0-8 0,4-2-66,0-1 1,6-5-2072,-2-3 3519,3-4 0,1-10 0,1-2 0</inkml:trace>
  <inkml:trace contextRef="#ctx0" brushRef="#br1" timeOffset="125">23322 13084 7976,'0'-17'574,"0"-4"1,-1 3-288,-3 1 0,-3 4 1063,-6 0 0,1 6-519,-1 3 0,-4 3-229,-4 1 1,-7 5-171,-1 4 1,-5 7-47,1 5 1,-2 4-2,2 4 0,-3 2-80,3 6 1,-2 5 66,-3-1 0,5 6-245,0-2 0,6 5 327,-2 4 1,7-3-150,1 3 0,10-3-216,-2-2 1,9-1-408,0-2 1,8-5 263,5-8 1,7-4-640,5-8 0,2-2 384,2-2 0,5-8-681,3 4 0,-1-9 391,1 0 1,2-7-337,6-1 0,-2-10 395,2 2 0,-2-5-938,-2 1 0,1-3 1478,4-6 0,-2 4 0,5 0 0,2-1 0,1-1 0</inkml:trace>
  <inkml:trace contextRef="#ctx0" brushRef="#br1" timeOffset="126">23856 13159 7779,'-6'-13'2474,"3"1"-1918,-5 0 1,1 3 312,-1 1 1,-3 5-358,3-1 0,-3 3 75,-2 1 1,-3 5-215,-1 4 1,-5 3-20,1 5 0,-2 3-223,-2 9 1,0-1 32,0 5 1,-1-1 255,-3 1 0,3 7-153,-3-3 1,3 7 108,1-3 1,2 1-44,2-5 1,3 0-98,6 0 0,5-5-32,3-3 1,2-4-303,2-5 0,2-2-125,2-5 1,4-7 216,9-1 0,-2 0-668,5-1 0,0 0 327,0-4 1,4-1-977,-3-3 0,-2-3 530,2-5 0,-2-1-857,2 1 1,-2-1 825,-3 1 0,-6-2-1134,2-2 1958,-2 2 0,2-4 0,1 6 0</inkml:trace>
  <inkml:trace contextRef="#ctx0" brushRef="#br1" timeOffset="127">23570 13382 7779,'-11'2'225,"3"2"0,-3-2-90,3 7 0,-2-1 956,2 4 0,-2 2-439,6 3 1,-2 2 422,2 6 0,3 0-398,-3-1 0,4 5-125,4 0 1,1 4-1027,4-4 0,2 0 370,-3-4 0,2-4-1039,-2-1 0,2-5 751,-6 2 1,4-3-843,-4-2 0,2-4-93,-2 1 1327,-3-6 0,10-3 0,-4-7 0</inkml:trace>
  <inkml:trace contextRef="#ctx0" brushRef="#br1" timeOffset="128">24215 13060 8896,'9'0'721,"-1"0"1,-4 0 54,4 0 0,1 4 445,3 0 1,0 6-532,1-2 0,-1 7-291,1 2 0,-1 6-3,0 2 1,-3 1-151,-1 7 0,-5-3-246,1 8 1,-4-3 83,-4 11 0,-3-5-191,-6 5 1,-3-2-311,-1 1 1,-5-2-469,2-6 0,-3-1 60,3-3 0,-4-3-523,4-5 1,-5 0 1347,-4 0 0,-3 0 0,-5-1 0</inkml:trace>
  <inkml:trace contextRef="#ctx0" brushRef="#br1" timeOffset="129">13249 16458 7686,'-6'7'2089,"5"-2"-695,-10-5-971,10 0 1,1 0 279,8 0 1,4 0-289,5 0 0,2 0 35,6 0 1,0 0-166,0 0 1,4 0-244,-1 0 0,7-4-651,-2 0 1,3 0 462,1 4 0,-1-4-1616,-3 0 0,1 0 241,-5 4 1521,0 5 0,2 2 0,0 5 0</inkml:trace>
  <inkml:trace contextRef="#ctx0" brushRef="#br1" timeOffset="130">15110 15925 7686,'1'-21'-284,"3"0"0,-1 1 772,5-5 1,-1-4-115,1 0 0,3 4 289,-2 4 0,-2 6 209,1-1-99,-5-4-160,8 12-238,-10-3 0,3 11-245,-8 0 0,1 6 45,-5 2 1,0 3-100,-5 1 1,0 6 74,-4 3 1,3 7-122,-2 0 1,1-1 21</inkml:trace>
  <inkml:trace contextRef="#ctx0" brushRef="#br1" timeOffset="131">14880 16271 12137,'-18'49'-228,"5"-3"-5,6-11-272,3-10 279,3-5 0,8-15 149,5-5 1,2-5-92,7-8 0,-6 1 137,1-1 1,-2 6-62,-2 3 0,1 3 474,-1 1 1,1 5-117,-1 4 1,-5 11 154,-3 5 1,-2 8-172,-2 0 0,0 7-60,0 2 1,0 3 25,0-4 0,0 8-78,0 0 1,4 1-216,0 4 0,1 2 134,-1 2 0,-2 0-141,2 4 1,1-7-192,0 7 0,3-8 135,-4 0 0,6-2-629,-2 2 1,-1-13 345,1 0 0,0-10-940,5-2 1,-5-5 130,0-3 1232,1-3 0,3-6 0,0 1 0</inkml:trace>
  <inkml:trace contextRef="#ctx0" brushRef="#br1" timeOffset="132">16313 15875 7686,'-8'-21'53,"0"1"1,1 9 484,-2-2 1,-2 9-135,3 0 0,-3 3 268,-1 1 0,-1 6-265,1 7 1,-1 1 41,1 6 1,-5 2-8,1 7 0,-1 3 41,5 5 0,0 6-56,-1 2 0,1 6-386,-1 7 1,1 0-12,0 8 1,3 3 45,5-34 0,0 0 0,2 2 1,0 1-170,-2 1 0,0 0 1,2-3-1,1-1 92,-1 0 0,0 0 1,0 34-400,2-3 1,0-3 168,0-1 0,0-12 3,0 4 1,2-7-275,2-2 0,4-1 193,9-2 1,-2-8-510,5 3 0,1-4 316,4 0 0,5 6-321,3-6 0,7-1 53,2-12 770,5-2 0,-7-3 0,5-2 0,2-6 0,1-4 0</inkml:trace>
  <inkml:trace contextRef="#ctx0" brushRef="#br1" timeOffset="133">16921 15900 7686,'0'-13'0,"0"1"0,0-2-25,0-2 0,0 2 292,0-3 1,0-1 267,0 2 1,0-2 517,0 1-688,-6 4 0,0-5 25,-7 5 0,-1 6-74,-2 3 1,2 3-87,-3 1 0,0 5-23,0 4 1,-1 7 61,2 5 1,-2 4-129,-3 4 1,2 1-97,2 3 1,3 3-92,-2-3 1,3 1 58,5 0 1,3-8-281,5-6 0,0-4 174,0 0 0,2-8-325,7-4 0,0-4 197,12-4 0,1-7-59,7-5 1,-3-6 40,3 1 1,-3-2 87,-1-2 1,-4 0 281,-1 0 1,-3 5-90,4-1 0,-10 7 144,1 2-112,-2-1 1,-3 13 161,-3 0 0,-3 10-49,-1 6 1,0 11 7,0-3 1,0 5-90,0 0 1,0-1-21,0 5 1,0-1-669,0 1 0,0-2 316,0-2 1,2-7-771,2 3 1,3-7 487,5 3 1,-1-10-345,-3 1 0,3-2 892,-2 2 0,2 1 0,1-1 0</inkml:trace>
  <inkml:trace contextRef="#ctx0" brushRef="#br1" timeOffset="134">17740 16706 7686,'0'-8'1524,"0"-1"-881,-6 7-410,5-9 0,-3 9 339,8-2 1,3 3-184,5 1 1,0 0-439,1 0 0,3 5-170,1 4 1,1 2-153,-2 1 0,2 4-877,3 1 0,2 1 639,-2-2 1,-2 0 608,2 4 0,0 1 0,4 4 0</inkml:trace>
  <inkml:trace contextRef="#ctx0" brushRef="#br1" timeOffset="135">18174 17016 7686,'4'12'-471,"0"1"1,2-5 1165,-2 0 1,-1 1-268,5 3 1,-4 0-191,4 1 0,-1-1-815,1 1 1,3-2 388,-2-3 0,2 3-955,1-3 1143,6 3 0,-4 2 0,4-1 0</inkml:trace>
  <inkml:trace contextRef="#ctx0" brushRef="#br1" timeOffset="136">18955 17413 7686,'0'-13'174,"0"1"0,0 0 216,0-1 152,0 1 1,0-1-108,0 1 1,-5 4 48,-3 0 1,-3 5-220,-2-1 0,-1-2-68,-2 2 0,1 1 180,-6 7 0,-1 5-113,-7 7 0,3 3-126,-3 6 0,-1 6 69,1 2 1,0 3-153,4 1 1,1 0-34,4 0 1,3-1-123,9-3 1,-2 1 24,6-5 1,1-1-100,8-7 1,6-9-60,5-8 1,8-2 102,0-2 0,1-7-182,4-6 1,-3-5 97,-1-6 0,1-3-36,3-2 1,-4 3 75,0-3 0,-2 3 216,-6 1 1,-1 2 54,-3 2 0,-2 3 108,-3 6 1,-2 4 688,-6-1-423,0 7-167,0 13 1,0 0-66,0 13 0,-5-1-95,1 1 1,0 0-236,4-4 1,0 0-355,0-4 0,0-2-105,0 3 0,6-9-634,2-4 0,3-3-271,1-1 1,2-1 427,3-3 1027,-3-9 0,9-6 0,-4-6 0</inkml:trace>
  <inkml:trace contextRef="#ctx0" brushRef="#br1" timeOffset="137">19365 16334 7686,'12'0'190,"1"0"-190,-1 0 0,2 1 931,2 3 1,4 3-377,4 6 1,3 6 93,2 6 0,-2 5-222,6 7 1,0 6-58,5 3 1,-3-2-236,-2 1 0,3 5 192,-3 3 1,2 3-284,-2-3 0,-4-2 53,-8 3 0,-9-3-686,-8-1 0,-3 5 398,-1 3 1,-2-7-973,-7-2 1,0-2 251,-12 3 1,-1-6 158,-7-3 1,3-4 328,-3-4 1,1-6 115,-1-7 0,3-5-148,-3 2 0,3-9 455,1-4 0,0-1 0,1-7 0,-1-6 0</inkml:trace>
  <inkml:trace contextRef="#ctx0" brushRef="#br1" timeOffset="138">20643 15664 7686,'6'-12'0,"0"3"0,-6 1 0,0 4 658,0-4 57,5 5-246,-3-8 1,5 11-9,-3 0 1,-3 7-155,3 9 1,2 5 78,-2 8 0,4 8-52,-4 9 0,5 8 62,-5 3 0,4 10-498,-6-33 1,0 2-1,2 5 1,1 2 196,-3 2 1,0 1 0,0 4-1,0 2-47,-2 1 1,0 1 0,-1-1 0,0 0-68,0 1 0,-2 0 1,0 0-1,-1 1-379,-1 3 1,-2-1-1,1-3 1,0 0 398,-1 0 1,1-1 0,0 1 0,0-1-262,-1-2 1,1 1-1,2 0 1,0-1-51,0-1 0,0 0 0,2-5 1,1 0-106,-1-3 1,0-1-1,1-2 1,1-1-131,0 24 0,4-2-95,0-11 1,0-6 109,-4-6 0,4-5 336,0-7 0,0-6-600,-4-3 794,0-7 0,0 2 0,0-4 0</inkml:trace>
  <inkml:trace contextRef="#ctx0" brushRef="#br1" timeOffset="139">22044 15763 7598,'0'-18'0,"0"5"-71,0-4 0,0 3 230,0 2 0,0 0 298,0-1 0,-1 5 598,-3 0-723,-3 5 0,-10-7 21,1 6 1,-1 0-168,5 4 1,-5 5 51,1 4 0,-2 3-40,1 5 0,4 3 36,-4 9 1,7 0-88,2 8 1,0-2-102,-5 6 1,7-2-180,1-2 0,4-1 115,1-3 1,0-3-256,0-5 0,1-6 149,4-2 0,6-9-25,5-4 1,6-4 8,-1-4 0,-2-4-171,2-9 0,0-2 26,3-6 1,1-1 40,0-3 0,-2 3 271,-2-3 1,-3 1-62,-6-1 0,1 3 138,-1-3 1,-1 7-52,-3 2 1,-2 4 154,-6 0 1,0 6 87,0 2-149,-6 5 0,1 1-77,-3 10 0,1 1 10,3 12 1,2 1-88,-2 7 0,3 1 73,1 3 0,0 3-255,0-3 1,0-1 67,0 1 1,1-7-422,3-1 0,5 0 237,7-4 1,3-5-430,6-3 1,1-7 177,3-6 0,4 0-218,9 0 774,-4-5 0,5-7 0,-6-8 0</inkml:trace>
  <inkml:trace contextRef="#ctx0" brushRef="#br1" timeOffset="140">23074 15664 7598,'-1'-12'0,"-4"-1"0,-1 1 603,-7 0 1,1 1 3,-1 2 1,1 4 56,0 5 1,-2 1-327,-3 3 1,2 10-96,-6 11 0,6 7-40,-1 9 1,2 3-18,2 6 1,3 3-23,1 1 0,5 0 22,-1-5 1,8-4-358,4-4 0,8-9 21,0-8 0,8 0-227,0-8 0,3-5-324,6-7 1,-2-4 353,2-4 1,2-4-454,-6-8 0,-2-4 256,-6-5 1,-2 1-85,-2-1 628,-9 0 0,9 0 0,-10 0 0</inkml:trace>
  <inkml:trace contextRef="#ctx0" brushRef="#br1" timeOffset="141">22888 15900 7598,'-12'12'0,"-1"1"1104,1-1-585,5 0 0,4-1 29,11-2 1,3-4-216,14-5 0,-1 0-104,9 0 1,0 0-617,4 0 1,4 0 297,1 0 1,0-1-364,0-3 1,-4 2 248,4-2 122,-9 3 0,-3-5 1,-5-1-1</inkml:trace>
  <inkml:trace contextRef="#ctx0" brushRef="#br1" timeOffset="142">24451 15565 7598,'14'-12'-1165,"2"-1"873,-7 1 1,-3-1 1133,3 1 1,-6 0 261,1-1-608,-3 1 1,-6 5-200,-4 3 0,-3 2-140,-5 2 1,2 0 18,-6 0 0,1 4 22,-5 1 1,0 4-79,0 0 1,-1 2 65,-3 1 1,3 0-161,-3 1 0,2 3 69,-2 1 1,2 1-205,-2-2 1,3-1-18,1 6 0,5-4 28,-1 3 0,2 1-45,-2 4 0,-1 0 93,6-1 1,-1 5 105,5 0 0,-1 0-60,1-4 0,5 0 100,3 0 1,2-5-61,2 1 0,0-6 196,0 2 0,0 1-22,0-2 0,6 1-96,2-5 0,-1 0-138,1 1 0,1-1 79,3 1 0,0-1-110,1 0 1,-1-1 65,1-2 1,-1 0-41,0-4 1,5 3 38,-1-4 1,7 0-83,-3-4 0,4 0-67,0 0 1,3 0-186,2 0 1,1-1-289,3-3 1,1-3 259,-5-6 1,2 1-427,-2-1 0,-5 1 308,1 0 0,-5-1 48,-8 1 0,-5-1 422,-3 1 0,-3 0 0,-1-1 0</inkml:trace>
  <inkml:trace contextRef="#ctx0" brushRef="#br1" timeOffset="143">24215 15751 7598,'0'-8'189,"0"-1"140,0 7 1,0-5 529,0 3-503,0 2 0,0-2 13,0 8 0,0 9-73,0 7 0,0 4-65,0 1 0,0 4-45,0-1 1,2 6-236,2-6 1,-3 6-266,3-6 0,2 6-435,-2-5 1,6-1 17,-2-3 0,-1 0 321,1 0 1,0-6-717,5-2 1126,-1-4 0,6 0 0,1-1 0</inkml:trace>
  <inkml:trace contextRef="#ctx0" brushRef="#br1" timeOffset="144">21858 17400 7598,'-5'-13'120,"-4"-4"0,-2 8 601,-1-4 18,0 3 1,-1-1 164,1 3-592,-1 3 0,1 5-114,0 0 0,-1 5 123,1 3 0,-1 5-123,1 3 1,0 5-31,-1 8 1,-1-1-75,-2 5 0,2 0 92,-2 4 0,2 0-260,1 0 0,2-2 69,3 2 1,-2-9-16,6 0 0,0-3 12,4-8 1,6-6-238,2-7 0,4-3 33,5-1 1,4-7-71,7-5 1,-1-2-53,2-6 0,-3-1 85,-1-4 0,-2 0 60,-2 1 0,2 3 50,-2 0 1,-3 1 102,-2-5 1,-6 5-80,-2 4 0,-5-2 97,1 1 0,-3 1 37,-1 4 1,-1 3 216,-3 1 214,-3 5-303,-5-2 1,1 7 53,2 7 0,0 0-41,5 12 0,-5 0-28,5 4 1,0-1-39,4 1 0,0 1-131,0 3 0,0-3-157,0 3 1,1-4-320,4-4 1,-3 1 96,7-6 0,-1 1-284,4-5 0,5-5-95,-1-3 0,6-2 342,-1-2 0,3-3 453,0-5 0,1-6 0,0-11 0</inkml:trace>
  <inkml:trace contextRef="#ctx0" brushRef="#br1" timeOffset="145">22218 16966 7598,'-8'0'-162,"-1"0"703,7 0 1,-5 0 255,3 0-234,2 0 0,-3 2-215,5 2 1,0 3-45,0 5 1,0 6-107,0 3 0,0-1-118,0 5 0,-2-3 12,-2 7 0,3-3-160,-3-1 1,1 0-206,-1 0 0,3-6 179,-4-2-367,4-4 305,1 0 1,1-6 6,4-3 1,1-8 55,7-5 1,3-6-125,1-1 0,1-5 126,-2 5 0,-2-5 123,3 4 0,-4-3 82,0 3 1,-1-3-58,1 3 1,-1-4 177,0 5 1,0-1-75,-4 5 0,1 4 312,-4-1-71,4 7-77,-7-4-173,9 6 1,-9 6-4,7 2 0,-7 4-112,3 5 0,-4-2 99,-1 6 1,0-2-199,0 2 0,0 2 45,0-2 1,-1 2-605,-4 2 0,4 0 330,-3-1 0,-2 1-296,2 0 0,-1 0-192,1 0 0,1-1-996,-5 1 1775,5 0 0,-8 0 0,4 0 0</inkml:trace>
  <inkml:trace contextRef="#ctx0" brushRef="#br1" timeOffset="146">22876 17673 7598,'0'-12'288,"0"0"1,1 1 77,3 2 1,3 0 157,5 4 0,6 1-184,3 4 1,4 0-137,4 0 1,2 0-173,7 0 1,0 2 84,4 2 1,-2-3-156,5 3 1,-5-2 89,1-2 0,-6 0-771,-2 0 1,-3 0-822,-1 0-307,0 0 1847,-21-6 0,3-1 0,-11-5 0</inkml:trace>
  <inkml:trace contextRef="#ctx0" brushRef="#br1" timeOffset="147">23111 17773 7598,'-12'19'139,"-1"-3"1,2-2 58,3-1 0,4-7 224,8-1 1,4-4-84,9-1 1,4 0 2,8 0 1,2 0-118,6 0 0,1-4-37,-1 0 1,6-6-136,2 2 1,-2-3-193,-2-2 1,-4 1-747,-4 0 1,2 1 520,-6 2 0,-2 0-1191,-6 4 1555,3 1 0,-11-1 0,5-2 0</inkml:trace>
  <inkml:trace contextRef="#ctx0" brushRef="#br1" timeOffset="148">24091 17276 7864,'0'-6'2802,"0"0"-2168,0 23 0,-4-2-211,0 14 0,0-2-265,4 2 1,-4 4-195,0 9 1,-2 2-144,2 5 1,-2 1 222,-2 0 1,-2 1-914,6 2 0,-4-2 454,4 3 1,0-4-2414,4-5 2828,0-2 0,0-12 0,0 0 0</inkml:trace>
  <inkml:trace contextRef="#ctx0" brushRef="#br1" timeOffset="149">25009 15739 7762,'2'-13'-54,"2"1"0,-3-1 172,3 1 196,-2 0 507,-2-1-468,0 1 0,1-1 119,3 1 0,-1 4-108,5-1 0,-4 1 100,5-4 0,-5-1-120,4 1 1,-1 0-174,1-1 0,3 1-40,-3-1 1,3 1-171,2 0 0,-5 1 65,0 2 0,1 0 159,3 4 1,-4-3-354,1 4 72,-1-6-50,4 9 0,-1-6 41,-2 3 0,-2 3-330,-3-4 33,-3 4 336,5 7 0,-6 5 161,0 5 1,-2 6-98,-2-1 1,-3 9 73,-5 7 1,-1 2-73,1 6 1,-2 6 110,-2 7 1,0 3-416,-4 1 0,0 6 288,10-33 1,0 0 0,-2 1 0,2 1 12,1 0 0,1 0 0,0-2 1,0-1-111,-5 32 0,2-8-8,3-4 1,2-9 102,6-3 1,2-13-47,2-5 1,3-12 3,5-4 1,2-5-28,3-3 1,-4-2 42,4-2 1,1-4 459,-2-9 1,6-2-441,-1-6 0,-2-1 43,2-3 1,-6 3 72,2-3 0,-3 4-111,-2 4 0,-1-1 381,-3 6-214,3 5-98,-9 0-63,3 9 0,-5-2 2,0 8 0,0 5 83,0 7 0,0-1 73,0 6 1,0-2 27,0 2 0,0 4-121,0 0 1,0 1 83,0 7 1,0 0-70,0 4 0,-4 6-128,0 2 1,-4-1 100,3 2 1,-3 4-243,4 3 0,-4 2 10,4-1 0,-6-3-116,2 3 0,2-3 63,2-2 1,-1-3 55,0-1 0,1-5 254,4 2 1,-4-5-124,0-4 1,-1 3 128,0-3 0,3-3-44,-7-1 1,2-3-36,-1-1 1,-3 3 12,3-4 1,1 3 18,-1-11 1,4 6 172,-5-1 0,7 1-192,-3-1 1,0-3 183,1-6-182,-6-5-187,3-2 105,-5-5 1,-1-1-69,1-3 0,1-3 139,3-5 0,-7-1-476,2 1 0,-2-6-57,3-3 1,-5-4-194,1-4 1,-5 0-115,4-8 1,1 1 843,3-9-269,1 0 1,0-11-1,-1 0 1</inkml:trace>
  <inkml:trace contextRef="#ctx0" brushRef="#br1" timeOffset="150">25518 16359 7673,'8'-9'0,"0"1"0,1 0 716,3-5 0,2 2 65,2 3 1,4-3 205,4 3 1,3-2-293,2 2 1,-2 2-283,6 6 0,-4 0-325,4 0 1,-4 0 9,4 0 1,-4 0-587,4 0 0,-5 0 382,1 0 0,-4 2-1014,-5 2 0,-2-3-1022,-5 3 796,-1-2 1,-6 2 1345,-6 0 0,-6 11 0,-6-1 0</inkml:trace>
  <inkml:trace contextRef="#ctx0" brushRef="#br1" timeOffset="151">25654 16656 7673,'-24'21'543,"-1"0"1,5-5 359,4 5 1,8-10 134,3 1-44,4-8 1,11 6-451,2-6 1,10 0 7,3-4 1,1-4-260,7 0 0,-4-6-129,4 2 1,-1-3-991,1-1 0,-1-2 585,-3-3 1,1 4-1626,3-4 0,-4 7 290,-8 2 1576,2 0 0,-4-10 0,6-1 0</inkml:trace>
  <inkml:trace contextRef="#ctx0" brushRef="#br1" timeOffset="152">26051 16185 7680,'-5'7'-1217,"2"-2"974,-5-5 0,4 5 243,-5-1 0,1 0 0,0 0 0,0 0 0,3 0 0,-3-4 0,0 0 0,-5 6 0,2-3 0,3 5 0,-3-1 0,3 1 0,2 3 0,-5-4 0,6 1 0,-3 0 0,1-5-169,2 1 176,4-2 238,-4-2-182,-1 0 22,5 0-98,-10 0 45,4 0 0,-1 0-63,-1 0 0,5 1 81,-4 3 28,0-2 1,-5 3-61,1-5 1,3 1 185,1 4 0,4-4 26,-4 3 0,4-3 304,-5-1-52,7 0-211,-4 0 249,1-5-90,3-2-208,-3-5 0,5-1-34,0 1 1,4 4-57,0-1 1,2 5 35,-2-4 1,-2 1-5,7-1 1,-1-3 45,4 2 0,1-3-26,-1-4 0,5 2 22,-1-3 0,6 2-35,-1-1 1,7 2-127,1-3 1,4 5 68,-4 4 0,1-2-164,-1 6 0,-3-4-7,3 3 1,-3 1-37,-1 4 0,-6 6-49,-2 2 0,-3 7 124,-2 2 1,0 9-23,1-1 0,-5 2 33,0-2 0,-4 1 48,5 3 1,-2-3-51,1 3 1,3-7 197,-3-1 1,7-7-4,2-2 0,9-1 92,-1-7 1,8-1 9,0-7 0,4-4-94,5-9 0,4-3-246,4-9 1,2-2-168,-6-2 0,2-1 186,2 5 0,-6 0 35,-3 4 0,-4 2-380,-3 2 0,-8 3-475,-6 6-456,-4-1-289,-4 6 1093,-6 2 1,-16 6-209,-3 3 1,-3 3 521,-1 6 1,-6 3-173,-6 1 1,-4 5 362,4-2 0,-11 4 0,1 1 0</inkml:trace>
  <inkml:trace contextRef="#ctx0" brushRef="#br1" timeOffset="153">25803 16681 7680,'-1'7'0,"-3"-3"0,1-2 34,-5-2 1,3 4 390,-3 0 248,5 0 209,-8-4-535,10 0 1,-4-1 77,5-4 0,9 0-80,4-3 0,7-3 5,1 2 1,4-2-109,4-1 0,2 4-120,7-1 1,4 7-24,4-2 1,8-2-64,4 2 1,4 0-315,4 4 0,1 1 297,-32 1 0,1 0 1,0-1-1,-1 0-90,31 3 1,-1 1 35,-7-1 0,0 1-178,-8-5 0,-10 0 96,-16 0 1,-4 0-1090,-8 0 31,0 0 375,-5 0 0,-3 0 232,-8 0 1,2 0 453,-7 0 1,1 1-303,-4 3 1,-1-1 415,1 5 0,-6-4 0,-3 4 0,-8 1 0,-2 3 0</inkml:trace>
  <inkml:trace contextRef="#ctx0" brushRef="#br1" timeOffset="154">25890 16904 7680,'-25'6'0,"5"-1"0,-1 4 0,4 2 0,-3-3 0,6-1 0,1 1 0,1-4 0,4 5 1703,2-7-654,1 4-356,5-1-304,0-3 1,5 3 1,4-5-74,7 0 0,-2 0-28,2 0 0,5 4-111,4 0 1,2 1-1,11-5 0,-4 0 16,7 0 1,4 0 12,0 0 0,9 0-1,4 0 1,2 0-294,2 0 1,0-2 292,0-2 1,0-1 0,0-4 0,-15 0-84,-5 5 1,-13-1-2349,-5 5 0,-4-4-698,-8 0 1299,1 0 1624,-1 4 0,0 0 0,1 0 0</inkml:trace>
  <inkml:trace contextRef="#ctx0" brushRef="#br1" timeOffset="155">27416 17115 7680,'-6'25'-272,"-2"0"1415,3 0-304,-1-6-416,6-7 1,1-6-125,4-6 0,3-2 141,8-2 1,1-3-96,8-5 1,-3-7-153,7-6 0,2-1-46,3-7 0,3-5-118,4-3 0,-2-4-275,2 3 0,-7-5 328,0 2 1,-1-5-293,4-3 1,-5 0 124,-3-5 0,-5 1-47,-3-5 1,-9 28 0,-1 0-51,0-1 1,-1 0-1,12-31-134,-1 4 1,-3 6 109,-6 11 1,-1 4 70,-3 8 0,2 4 275,-6 8-147,0 9 500,-4 1-357,0 9 0,0-2-34,0 8 0,-1 3 100,-3 5 1,1 2-330,-5 3 0,0 6 251,-5 6 0,-1 10-99,-2-2 1,1 8 11,-6 1 0,0 8-282,-3 3 1,-1 8 188,12-32 0,1 0 0,-1 3 0,1 0-156,0-1 1,-1 0 0,1 2 0,-1 1 132,1 1 1,0 0 0,0-2 0,2-1 39,1 0 0,1-1 0,-3 20 7,11-18 1,7-11 114,5-9 1,6-9-100,7-4 0,4-5 208,0-8 0,7-4-61,1-12 1,0-7 1,5-5 1,0-2-91,0-6 1,-1-1 1,-4-3 0,0-1-12,1 1 1,-7 0-94,-2 4 1,-4-3-75,-4 2 0,1-6 81,-6-2 0,0 0-157,-8 5 1,3-1 420,-3 0 0,-1 8-202,1 5 1,-4 12-157,5 12 566,-7 6-257,9 7 1,-9 2-127,2 2 1,-3 3 290,-1 5 0,-1 2-169,-3 3 1,1 3 72,-5 9 0,0-1-73,-5 5 1,2 4-101,3 4 1,-3 5 23,3-5 1,-3 6-135,-2-2 0,1 4-33,-1 0 0,1 2-307,-1 3 0,5-3 1,0 3 0,5-5 184,-1-3 1,3-3-60,1-6 0,0-4 53,0 0 1,1-11-768,3-1 591,3-6 1,5-4-249,1-3 0,-1-2 204,1-6 0,-1-2 518,1-2 0,4-8 1,3-8-1</inkml:trace>
  <inkml:trace contextRef="#ctx0" brushRef="#br1" timeOffset="156">28694 16880 7550,'7'0'819,"-2"0"1,-5 5-304,0 3 0,0 5-240,0 3 0,0 5-112,0 8 1,-1-2-252,-3 7 0,2-3 105,-2 2 1,-2 2-231,2-6 0,0-4 162,4-5 1,0-5-242,0 2 166,0-9 0,6-5 64,2-11 1,7-3-14,2-14 0,3 1 13,-3-9 1,5 4-59,-1-4 1,2 6 90,2-2 0,-4 3 104,-1 1 0,0 6-66,0 2 1,-6 7 651,-6 2-479,1 5 1,-3 3 106,-1 9 1,-4 3 57,-1 5 1,0 0 144,0 4 1,0 3-252,0-4 1,0 4-140,0 0 1,0 0-423,0-3 1,0 2 200,0-2 0,0 1-814,0-2 1,0 2 420,0-5 0,-4 5 511,0-1 0,-6 2 0,3 2 0</inkml:trace>
  <inkml:trace contextRef="#ctx0" brushRef="#br1" timeOffset="157">15147 13246 8056,'-8'0'462,"-1"0"198,7 0-428,-9 0 0,5 1 132,-2 3 0,-2-1-59,6 5 0,-6 1-28,2 3 0,-3 2-45,-1 2 1,-5 2-111,1 3 0,-5 6 110,4-2 0,-3 4-243,3 0 0,-5-1-206,1 5 1,-2 0 162,-2 4 0,0 4-164,1 1 1,-3-1 108,-2-4 0,3 3-29,-3-3 1,3 2 74,1-10 1,6 0 95,3-4 1,-1-2 54,5-2 336,-4-3-182,15-6-168,-4-5 62,5-2-7,5-5 101,2 0-14,5 6 1,1-5 58,-1 3-199,1 3 1,-1-1 30,0 2 1,1 2-153,-1-6 1,2 4 88,2-4 1,0 5-316,4-5 1,1 0 105,4-4 1,1 0-604,3 0 0,-1 0 336,5 0 1,-6 0-1048,2 0 0,-3 0 1479,-1 0 0,-6 5 0,-1 2 0</inkml:trace>
  <inkml:trace contextRef="#ctx0" brushRef="#br1" timeOffset="158">13237 16098 7979,'-7'0'1124,"-4"0"-668,9 0 0,-3 2 357,5 2 1,7-3-316,5 3 1,7-2-49,10-2 0,3 0-179,5 0 1,5-2-196,-1-2 0,10 3-35,-1-3 0,6-2-182,-2 2 1,1-4-68,-1 4 0,-3-5 61,2 5 1,-2-4-919,-1 4 1,-6-4 471,-2 3 1,-5 0-1789,-4 1 2381,8-3 0,-11-4 0,9 3 0,0 3 0,-1 4 0,4 1 0</inkml:trace>
  <inkml:trace contextRef="#ctx0" brushRef="#br1" timeOffset="159">15246 15776 7979,'0'-20'0,"0"4"0,-4 2-32,0 2 1,0-1 164,4 1 0,0 0 620,0-1-478,0 1 1,-2 3 368,-2 1-148,3 5-1,-10-2-279,4 5 1,-5 1 7,-1 3 1,2 3-132,3 6 0,-3-5 115,3 0 1,-8 1-267,0 3 1,-1 5 55,5-1 1,0 6-150,-1-1 0,-3 2-38,-1 2 1,-1 0-113,2 0 1,2 5 63,-3 3 1,3 3 51,2 1 0,0-4 27,-1 0 1,2 0 42,3 4 1,-3 5 177,3-1 0,1 0-109,-1-3 0,5-2 162,-1-3 0,-2 1-142,2-5 1,0 0-274,4-4 1,1 0-732,3-1 0,-2-4 1030,2-4 0,3-2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07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26672 6759 7853,'0'-19'62,"0"2"1,0 2 42,0-1 0,1 2 645,3-3 0,-3 4-159,4 0 1,-4 1-36,-1-1 1,0 5 385,0 0-666,-6 0 1,1-1 16,-3 1 1,-3 5-56,2-1 1,-6 4 151,-1 4 0,-2 7-119,1 6 1,-2 6 14,-6 2 0,2 1-124,2 7 0,-1-1-102,5 1 1,1-1-171,3-3 0,2-4 123,3-1 0,3-4-412,5-8 0,2-1 263,7-3 1,0-3-369,12-10 1,0-3 217,3-8 0,1-4-114,0-5 0,0 1 106,0-1 1,-6 6 124,-2 2 1,-4 3 152,0 2 1,-5 1-93,0 3 540,-5 2-351,8 6 1,-10 6-67,4 2 1,-4 7 23,-1 2 1,0 0 57,0 0 0,4 1 7,0 3 0,2 2 71,-2-2 1,1 3 85,4 5 1,-2-1 589,-3 5 0,-2-4-474,7 4 0,-7 2-227,3 6 1,-4-3-203,-1 4 1,0 1 96,0-2 1,0 0 177,0-4 1,-6-1-87,-2-3 1,1-2 20,-1-7 1,4-3 27,-4 0 54,5-6-325,-8 3 0,4-11 77,-5-3 0,3-3 17,1-1 1,0-5 56,-5-4 0,1-2-96,0-1 0,-1 0-91,1-1 0,-5-3 91,1-1 0,-1-1-245,5 2 0,1 2 90,2-3 1,0 4-18,5 0 0,-2-3 14,2-1 1,3 1-128,-4 3 1,4 5 7,1 0 1,1-1 229,4-3 1,1 0 230,7-1 0,-1 1-139,1-1 1,3 1-137,1 0 0,3 3 50,-3 1 0,0 1-541,-5-1 0,4-2 251,1 6 0,-5-4-876,-3 4 386,-1 0-506,4 4 0,-5 5 1357,-3 3 0,-2 3 0,-2 2 0</inkml:trace>
  <inkml:trace contextRef="#ctx0" brushRef="#br0" timeOffset="1">27292 6263 7853,'0'-12'-663,"0"-1"1,0 1 1277,0 0 1,0-1 410,0 1 99,0-1-323,0 1-373,-6 5 0,4 2 239,-7 5-269,1 0 0,-4 5-71,-1 3 1,1 5 18,-1 3 1,1 4 10,0 4 0,-2 3-89,-3 2 0,3-2-98,-2 6 1,1 4 66,-2 5 1,3 5-221,-2-2 0,1 7-105,-2 2 0,8 5 61,-4-1 1,5 3 20,0 1 0,2-7-75,6-5 1,0-2-250,0-7 0,1-1 160,4-7 0,3-2-306,8-7 0,0-4 166,4-4 0,1 2-655,4-1 0,0-5 391,-1-4 0,3-4-440,1 5 0,3-7-79,2 3 1092,-3-4 0,1-1 0,0 0 0</inkml:trace>
  <inkml:trace contextRef="#ctx0" brushRef="#br0" timeOffset="2">27751 6598 7853,'0'-8'187,"0"0"480,0-1-155,-6-3 0,4 1-136,-7 3 0,5 2-11,-4 6 0,5 1-76,-1 4 1,-2 1-53,2 7 0,0 1-25,4 2 0,0-1-155,0 6 1,0-6 174,0 2-115,0 2 1,4-5-194,0 2 0,6-3 53,-2-5 0,3-3-281,2-5 0,1 0 138,2 0 1,-2-5-482,2-3 1,2-3 295,-1-2 0,-1 1-30,-3-1 1,-5-3 332,0-1-41,-5 1 1,3 3 103,-6 1 0,-2 1-70,-2 3 0,-3-2 212,-5 6 0,-1 0-57,1 4 0,0 0-283,-1 0 0,1 1 92,-1 3 1,2-1-1398,3 5 776,-3 1 712,10 3 0,-10 6 0,4 1 0</inkml:trace>
  <inkml:trace contextRef="#ctx0" brushRef="#br0" timeOffset="3">28446 6400 8131,'-7'-7'2181,"0"1"-1297,3 6 590,2 0-1028,-3 0 0,5 2 91,0 2 0,-4-2-153,-1 7 0,1-1-509,4 4 0,0 5-244,0-1 1,0 5-439,0-4 1,-4 5-1192,0-2 1,-1 1 197,0 4 1800,-2-3 0,-5 14 0,0-5 0</inkml:trace>
  <inkml:trace contextRef="#ctx0" brushRef="#br0" timeOffset="4">27825 6945 11306,'0'7'1528,"0"4"-1186,0-3 0,0-1-311,0 2 1,0-1 72,0 4 0,0 5-503,0-1 1,-1 2 291,-3-1 1,2-3-982,-2 2 1,3 2 62,1-1 0,0-1-108,0-3 1,1-5 1132,3 0 0,3 0 0,6 5 0</inkml:trace>
  <inkml:trace contextRef="#ctx0" brushRef="#br0" timeOffset="5">28483 7032 8360,'8'-7'704,"0"3"0,-4 3-319,5 1 1,-5-4-267,4-1 0,-4 1 33,4 4 0,-3 2 13,3 2 1,-4 1-131,4 4 0,-5 2 62,1-3 1,-2 3 1,-2 1-18,0 1 0,-5-1-262,1 1 143,-5-1 1,2-1-71,-6-3 1,1 2 52,0-6 0,-1 0 40,1-4 1,-1 0-74,1 0 0,0-1 53,-1-3 0,5 1-294,0-5 1,3-1 118,-3-3 1,5-2-399,-1-2 0,3 2 206,1-3 0,0 8-401,0 0 0,5 1 803,4-4 0,2 5 0,1-4 0,1 4 0</inkml:trace>
  <inkml:trace contextRef="#ctx0" brushRef="#br0" timeOffset="6">28880 7491 7853,'0'7'-861,"0"4"0,0-8 861,0 5 0,0-5 0,0 8 0,0-10 0,0 10 0,0-9 0,0 3 0,5-5 0,-3 0 0,3 0 0,-4 0 0,4 0 0,-4 0 0,5 0 0,-6 0 0,1 0 0,3 0 0,-3 0 0,5-5 0,-6 3 0,1-3 0,3 5 0,-2 0 0,3 0 0,-5 0 0,0-2 0,0-2 0,0 3 0,0-5 0,0 6 0,0 0 0,0-5 0,6 3 0,1-3 0</inkml:trace>
  <inkml:trace contextRef="#ctx0" brushRef="#br0" timeOffset="7">27391 6338 7853,'-12'0'349,"-1"0"101,6 0 200,-4 0-438,10 0 0,-3 0-180,8 0 0,3 1 77,5 3 0,1-1-420,-1 5 1,2 0-197,2 5 0,2 1 507,3 2 0,2-2 0,-3 4 0</inkml:trace>
  <inkml:trace contextRef="#ctx0" brushRef="#br0" timeOffset="8">28135 6945 7853,'20'13'0,"-4"-5"204,-8 0 0,4-1-375,-4 1 1,3 3-572,1-2 1,1 2 741,-1 1 0,0 1 0,1-1 0</inkml:trace>
  <inkml:trace contextRef="#ctx0" brushRef="#br0" timeOffset="9">28607 7342 7853,'12'13'0,"-1"-5"301,-3 0 1,4-1-52,-4 1 1,4 2-248,5-6 1,-3 4-279,2-4 1,2 6-1051,-1-2 1325,5-2 0,-3 5 0,6-4 0</inkml:trace>
  <inkml:trace contextRef="#ctx0" brushRef="#br0" timeOffset="10">28967 6412 7853,'6'6'1105,"1"-5"-710,-3 3 1,-1 2 69,5-2 0,1 5-63,3 0 1,2 6-25,2 1 1,0 8-126,4 1 0,-3 2-28,4 10 0,-2-2-129,2 6 0,-4 3 129,-4 2 0,-2-2-678,-3 1 1,-2-3-80,-6 3 1,-6-5-411,-2 1 1,-9-2 434,-3-2 0,0-5-98,0-3 1,-1-4 229,-4-5 1,5 2 113,-1-5 1,2-1-56,-2-3 0,-3-1 316,4 1 0,2-1 0,-11 0 0,3 1 0</inkml:trace>
  <inkml:trace contextRef="#ctx0" brushRef="#br1" timeOffset="11">29537 6784 7934,'6'-7'1193,"1"-4"0,5 8-700,0-5 1,1 5-320,-1-1 0,1-1-378,-1 1 1,5-2-512,-1 2 0,5 3-1045,-5-4 1760,6 4 0,-2-4 0,4-2 0</inkml:trace>
  <inkml:trace contextRef="#ctx0" brushRef="#br1" timeOffset="12">29574 6883 7934,'-6'0'1623,"0"0"0,7 0-1195,4 0 1,3-4-209,8 0 0,4-4-331,4 4 1,3-5 171,2 5 1,-3-1-3117,3 1 3055,-3 2 0,4-9 0,2 4 0</inkml:trace>
  <inkml:trace contextRef="#ctx0" brushRef="#br1" timeOffset="13">30294 6375 7934,'-7'-6'1368,"-4"5"-861,4-10 0,-5 10 351,-1-4 1,5 4-300,0 1 1,1 1-100,-1 4 1,-3 3-255,2 8 1,-2 1 26,-1 8 1,-1 2-128,1 10 1,4 2 70,0 2 1,-1 5-148,-3 8 0,4 2-139,-1 6 1,5 0-22,-4 0 1,5-4-79,-1 0 1,3-4-263,1 3 1,5-11-45,3-5 1,3-8 220,2-8 0,1-1-815,2-4 0,-1-7 448,6-9 0,-4-3-488,3-1 0,0-9 1148,0-4 0,4-13 0,-5 0 0</inkml:trace>
  <inkml:trace contextRef="#ctx0" brushRef="#br1" timeOffset="14">30517 6362 7934,'6'-12'297,"-5"0"1,6 1 787,-3 2-291,-2 4-560,9-1 1,-5 5-1,7-3 0,-5 2-28,0 2 0,-1 6-239,2 2 0,0-1 129,-5 1 0,5 2-241,-5 7 0,0-4 101,-4 4 1,0-2-234,0 2 0,-4-4 116,0 4 0,-6-2-30,2 2 1,-2-8 92,2 4 1,-3-4 13,2 4 0,-2-6 33,-1-3 0,4-3-16,-1-1 1,3-1-116,-3-3 0,0-3 84,5-6 0,-5-1-168,5-2 0,0 1 17,4-6 1,-4 6-99,0-2 0,0-1-295,4 2-34,0-1 676,0 5 0,11 0 0,2-1 0</inkml:trace>
  <inkml:trace contextRef="#ctx0" brushRef="#br1" timeOffset="15">31001 6288 7934,'0'-7'2036,"0"-4"-1618,0 10 0,0 1-414,0 8 1,0 3 12,0 1 1,0 1-3,0-1 0,0 5-276,0-1 0,-1 5-535,-3-5 0,-3 7 796,-6-3 0,1 4 0,-1 0 0</inkml:trace>
  <inkml:trace contextRef="#ctx0" brushRef="#br1" timeOffset="16">30492 6858 7972,'7'0'1254,"0"0"-887,-3 0 1,-2 2-294,2 2 1,-3-1 110,-1 5 1,0 0-760,0 5 500,6-1 0,-5 1-274,3-1 0,-1 0-624,1 1 972,-2-1 0,14 1 0,-2-1 0</inkml:trace>
  <inkml:trace contextRef="#ctx0" brushRef="#br1" timeOffset="17">30951 6883 7627,'0'-8'472,"0"0"-238,0 5 0,0-4 649,0 3-504,0 3 1,0-6 157,0 3 86,0 2-183,0-3-402,0 5 0,0 5 130,0 3 1,0 3-218,0 2 0,0 3 119,0 1 0,5 0-361,-1-5 1,4 0 96,-4 1 0,6-6-36,-2-3 0,4-3 119,5-1 0,-3 0 59,2 0 0,2-5-99,-1-4 0,3-6 94,-3-1 1,-5-5 108,-3 4 0,-7 1-99,3 3 0,-4 1-116,-1 0 0,-7-1 50,-5 1 0,-6 1-148,-7 3 0,0-2-335,0 6 1,-1-4 232,-3 3 0,2-3-32,-7 4 395,7-6 0,-14 3 0,2-5 0</inkml:trace>
  <inkml:trace contextRef="#ctx0" brushRef="#br1" timeOffset="18">30108 5928 9050,'0'-8'1646,"0"0"-1115,0 5-481,0-2-752,0 5 1,1 1 407,3 3 0,-2 3-667,2 5 0,1 5 110,0-1 851,-1 1 0,1 1 0,2 1 0</inkml:trace>
  <inkml:trace contextRef="#ctx0" brushRef="#br1" timeOffset="19">30257 6102 7934,'7'7'118,"-2"-2"0,-5-3 591,0 2 0,1-3-183,4 3 0,-4-1-1070,3 1 485,-2-2-1002,3 9 753,2-4 308,5 5 0,1 6 0,-1 1 0</inkml:trace>
  <inkml:trace contextRef="#ctx0" brushRef="#br1" timeOffset="20">31249 7293 7934,'0'-7'2658,"0"1"-1931,0 6-957,6 0 0,-4 2 195,7 2 1,-5-2-828,4 7 0,-4-5 83,4 4 779,1 0 0,3 5 0,1-1 0</inkml:trace>
  <inkml:trace contextRef="#ctx0" brushRef="#br1" timeOffset="21">31423 7342 9133,'5'7'880,"-3"0"-342,2-3-528,-3-3 1,3 11 111,0-4 0,6-1 98,-2 1 0,3-1 0,2 1 0,-1 2-220,1-6 0,5 6 0,1-4 0</inkml:trace>
  <inkml:trace contextRef="#ctx0" brushRef="#br1" timeOffset="22">31683 6313 7667,'0'8'346,"0"0"0,0 1 148,0 3 1,6 2-60,2 2 1,7 5-122,2 8 1,1 3-234,-2 5 0,4 6 82,4 2 1,-4 7-449,-4 2 1,-2 1 102,-2-1 1,-1-3-138,-2 3 1,-4-5 24,-5-3 0,-5 1 118,-4-6 1,-3 0-415,-5-3 1,2-5 228,-5 0 1,0-6-155,0 2 1,-2-7 514,5-1 0,1-7 0,3-2 0,6-5 0,-4-7 0,4 0 0</inkml:trace>
  <inkml:trace contextRef="#ctx0" brushRef="#br1" timeOffset="23">32415 6710 7716,'0'-31'0,"-4"9"653,0-3 0,-6 9-73,2-1 1,-3 5-32,-1 4 0,-1 4-133,1 8 1,-5 8 59,1 9 1,-5 4-79,5 4 1,-5 2-151,4 6 0,1 1-176,3-1 0,2-1 76,3-3 0,3-3-432,5-5 0,0-6 44,0-2 0,11-9-247,5-4 0,6-4 1,3-4 0,4-4-386,0-9 0,4 2 289,-4-6 1,1 5 205,-1-5 0,-7 5 316,3-5 0,-3 2-83,3-2 0,-6 3 139,-2 6 0,-8 5-209,0 3 784,-7-3 0,4 12-6,-6 4 1,-1 3 239,-4 9 0,3 3-153,-7 5 0,2 6-235,-1-2 1,-1 3-266,4 1 0,-3 2 47,4 2 0,-1-3-162,0 4 0,4 2 32,-3 1 0,2 4 64,2 0 1,0 1-221,0-1 0,-4 5-1,0 0 0,-4 4-33,4-4 1,-4-6-77,3-7 1,-3-2 30,4-2 0,-6-5 113,2-3 1,1-10 78,-1-7 0,0-1-98,-5-7 1,-3 0-74,-1-4 0,-5-1 96,1-3 0,-2-3 157,-2-5 0,-4-2-309,0-3 1,-5-2 97,1-6 0,-3-4-166,-1 0 0,1-4 38,3 4 1,2 0-260,7 5 0,4-1-47,4 0 1,8 2-129,3 2 0,10 2-123,3 2 1,10 3 788,7-2 0,1 2 0,7 2 0,5-6 0,7-2 0</inkml:trace>
  <inkml:trace contextRef="#ctx0" brushRef="#br2" timeOffset="24">25816 5829 8040,'0'-7'-225,"-6"2"1,5 14 967,-3 4 0,-2 12-328,2-1 0,-4 14-195,3-1 0,0 10-59,1 2 0,1 8-418,-5 9 0,4-1 265,0-31 1,-1 2-1,2 1 1,0 0 19,-2 2 1,1 1-1,1 2 1,-1 0-48,2-1 1,0 1-1,2-2 1,-1 0 19,-1-1 0,0 0 1,-1-1-1,0 0 28,1-1 1,0 0 0,-2 1 0,0-1-90,2 0 0,0 0 0,-7 32 40,5-3 1,-5-2 18,0-2 1,2-5-62,-1 1 1,1-5 86,-1 0 0,-2-6-4,6-1 0,-1-5 20,1 5 1,2-6 36,-2 1 0,3-3 8,1 0 1,1-2-121,3-3 0,-1 1 378,5-5 0,-4 0-455,5-4 0,-5 0 272,4-1 0,0 1-286,5 0 1,3-2 92,1-2 1,5 2 10,-1-2 0,2-2 27,2 2 1,5-6 6,3 2 0,9 1-17,3-2 1,5 5-6,3-5 0,4 2-235,5-1 0,3-2 243,-30-5 0,0 1 1,0-3-1,2-1-224,4 1 0,0 0 1,1 0-1,0-2 216,4 1 0,-1-1 0,1 0 0,-1 0-7,5 0 1,0 0 0,-2 1 0,2-1 5,3 0 0,1 0 0,-2 0 1,1 1-287,2-1 0,1 0 0,0 0 0,0-1 295,6-1 0,0 0 0,-1 2 0,-1-1-334,4 0 1,1-1 0,-2-1 0,0-1 333,1 0 0,1 0 0,1 1 0,1 0-5,1-1 0,1 0 0,1 0 1,0 0 68,-1-2 0,-1 0 0,1 0 0,0 0-60,-21 0 0,0 0 1,0 0-1,1 0 0,1 0 1,-1 0 10,0 0 1,1 0-1,0 0 1,-1 0 0,0 0-1,0 0-219,22 0 1,-1 0 0,-23 0 0,1 0 0,0 0 162,2 0 1,-1 0 0,1 0 0,1 0 0,-1 0 0,1 0 21,-2 0 0,1 0 0,0 0 0,-1 0 0,-1-1 0,1 1-19,19-2 0,0 0 0,-2 0 0,0 1-46,1-3 1,-1 0 0,-1 1 0,-1 1 67,1-2 0,-1 0 0,-1 2 0,0 0 13,-5-2 1,0 0 0,2 2 0,0 0-21,-2-3 0,0 1 1,1 2-1,0 0 61,-3-2 0,0 0 1,-1 2-1,-1 0-30,-4-2 0,-1-1 1,1 2-1,-1 0 35,1-1 1,0-1 0,1 0 0,0-1-76,-2 2 0,1 0 1,-1-1-1,-2-1 30,-3 0 0,-1 0 1,1-1-1,-1 1-23,0 0 0,1 0 0,-1 0 0,-1-1 16,0 1 1,-1 0-1,-3 0 1,0 0 235,-3-1 0,0 1 0,31-6-251,-30 6 0,-1-1 0,27-4 557,-4 3 1,-5-2-533,-11 6 1,-1-5 626,-4 0 1,-1-2-606,-3-1 1,-7 4 457,-5-1 0,-6 0-423,2-8 1,-5 3 233,-4-2 1,2 1-159,-6-2 1,0 2 141,-4-6 0,0 1-182,0-5 1,-4-1 12,0-3 0,-4 1 23,4-5 0,-5 4-32,5-4 0,-4-1-1,4-8 0,-4 1-47,3-9 1,1 4 33,4-8 1,0 0-320,0-4 0,0-1 248,0-11 1,2-1-267,-1 34 0,2 0 0,0 0 1,1 0 237,1-1 0,2 1 0,2-3 0,0 0-9,1-1 1,1 0-1,-2 0 1,1 2-47,0-1 0,1 1 0,-3-1 0,0 0 33,3 1 1,-1 0-1,-2-1 1,-1 0-120,2 0 1,-1 1-1,-4 4 1,0 0 127,-2 0 0,0 0 1,-1-32 33,-1 1 1,-1 2-32,-1 28 0,0 1 1,-5-25-4,-5-2 1,-2 6 4,-3-1 0,2 3-152,-6-4 0,1 10 176,-5-2 0,-1 9-14,-3-1 0,1 4 87,-5 1 0,4 5-136,-4 3 0,0 4-21,-4 5 1,-2-3 18,-2 7 1,1 1-6,-6 7 0,1-3 20,-5 2 0,-1 2-6,-3-1 1,3 5 53,-2-1 0,0 3-57,0 1 0,-1 0 125,-8 0 1,3 0 8,-8 0 1,1 5-17,31-1 1,0 1 0,-1 0 0,-1 1-12,-6 0 1,-1 0 0,3 0 0,1 0-134,-5 1 0,-1-1 1,0 0-1,-1 0 105,-4 0 0,-1 1 0,-3 1 1,0 0-5,-3 0 1,0 1 0,-3 1 0,1 0-363,0-1 1,0-1 0,-5 2 0,0 1 355,-3-3 0,0 0 1,19-1-1,1 0 0,-1 0-30,-2-1 1,0-1 0,0 0-1,-1 1 1,1 0 0,-1-1 19,1-1 0,1 0 0,-2 0 0,-1 0 1,-1 1-1,0-1-250,-2 0 0,-1 0 0,0 0 1,-2 0-1,-2 0 0,1-1 276,-1 0 0,1 0 0,-1-1 0,0 2 0,0-1 0,0 0-147,1-1 1,1-1 0,0 0-1,-3 1 1,0 0 0,0 0 173,-3-1 1,0 1 0,0-1 0,-1-1 0,-1 1 0,0-1 50,1 1 0,0 1 0,0-1 0,0 1 0,1 0 0,0 0-68,3-1 1,0 0-1,0 1 1,0 1-1,1 0 1,-1 1 3,2-2 1,-1 1-1,1 0 1,-2-1-1,0 0 1,1 1-236,2-1 0,2 1 0,-1 0 0,2-1 0,-1 1 0,2-1 151,5 0 1,0 1 0,1 0 0,0 0 0,0 1 0,1-1-32,-22-1 1,-1 0 0,24 0 0,-1 0-1,1-1-117,-17 2 1,0-1 0,1-2 0,1 1-97,5 1 1,2 0-1,2-1 1,1-1 68,3 1 0,-1-2 0,2 1 0,1 0 149,5 0 0,1 0 0,5 0 0,1 0-765,-19 0 835,8 0 0,2 0 0,3 0 0,-3 0 0</inkml:trace>
  <inkml:trace contextRef="#ctx0" brushRef="#br2" timeOffset="25">25543 9872 7831,'-18'0'0,"4"0"1158,-3 0-888,9 0 1,8-4 1117,8 0 0,10-4-622,7 4 0,7-5-132,9 5 0,-1-1-225,6 1 1,-1 2-13,5-2 1,5-1-470,3 0 1,2-4 281,2 0 0,2 3-192,2-3 0,2 1 35,-33 2 0,0 0 0,28-7-291,-5 1 0,-5 4 165,0-1 1,-9 7-431,-6-3 0,-12 4 45,-10 1 0,-7 6 182,-5 2 1,-3 3-15,-1 1 1,-7 6 49,-5 3 1,-6 8-44,-7 4 1,-5 3 54,-3 1 1,-9 1 149,-3 4 1,-3-2-98,-2 5 0,0-1-71,1 2 1,-1 2 427,1-2 1,-2-2 9,24-22 0,0 1 1,-24 21-28,24-21 1,0 0 0,-28 19-39,1-4 1,4 0 72,5 4 1,5-8 92,-1 3 1,8-7 46,4 4 1,2-7-90,3 2 1,6-4 679,5-4-592,1 2 1,11-9 847,-4 2-797,10-7 0,6-3 161,5-1 1,6-4-156,-1 3 1,6-3-130,2-1 1,6-4 176,-2 0 0,4-5-140,4 0 0,-1 2-248,6-1 0,-5 1 8,5-1 1,-5-3-198,5 3 0,-6 2-611,1 2 1,-8 3 423,-4 1 0,0 0-337,-4 0 0,-3 0 282,-10 0 1,-4 0-2405,1 0 1320,-7 5-1789,4 2 3248,-12 5 0,-6 1 0,-7-1 0</inkml:trace>
  <inkml:trace contextRef="#ctx0" brushRef="#br2" timeOffset="26">26808 10802 7836,'4'-8'-1839,"0"0"2342,0 0 1,-4-5-55,0 1 0,2 4-1,2-1 0,-3 1-119,3-4 0,-2 3 0,-2 1 0,-2 4-66,-2-4 0,-1 4 30,-3-5 0,-4 7-32,4-3 0,-4 4-38,-5 1 1,2 0-93,-6 0 1,5 1 78,-5 4 0,1-1-127,-5 8 0,0-2 93,0 6 1,0 4-171,0 0 1,5 5 9,-1 4 0,5 0 103,-5 8 0,6-2 42,-2 6 0,9 3 14,4 1 1,2 0 11,2 0 1,0-6-52,0-2 0,6-5 16,2-8 1,5 0 9,3-4 0,-1-3-35,6-9 0,-4-2-23,3-6 1,-3 0-137,3 0 0,-4-2-729,0-2 0,-2 1 418,-2-5 1,1 1-1021,-1-1 0,-4-3 620,1 3 0,-7 1-1008,3-1 1230,-4-1 0,-7-3 521,-2 0 0,-8-6 0,-4-2 0</inkml:trace>
  <inkml:trace contextRef="#ctx0" brushRef="#br2" timeOffset="27">26461 11150 7836,'-9'0'818,"1"0"-128,5 0 802,-2 0-988,21 0 0,0 0 308,12 0 1,0 0-392,1 0 0,-1-4-151,5-1 1,-4-3-885,4 4 0,-6-4 441,2 4 1,-3-5-1199,-1 5 1,-6 0 666,-2 4 0,-5-1-1394,-3-3 1066,2 2 1032,-10-3 0,-1 5 0,-8 0 0,1 0 0,-1 0 0,-1 0 0,-3 0 0,0 0 0,-1 0 0,5 0 807,0 0-544,-1 5 0,-2 2 469,3 6 0,-2-1 125,6 0 0,-4 1-8,4-1 1,0 5-325,4-1 0,0 5-142,0-5 0,0 6-712,0-1 0,0-2 270,0 2 0,1-2-1073,3 2 1,-1 1 599,5-5 1,1-1-1709,3-3 1561,0-7 1,2 0 678,3-6 0,2-6 0,6 0 0</inkml:trace>
  <inkml:trace contextRef="#ctx0" brushRef="#br2" timeOffset="28">27081 10790 8807,'0'-7'3406,"0"2"-3047,0 16 1,0 2-150,0 12 0,-1 6 194,-4 2 1,0 2-175,-3 3 1,-2 4-56,6 4 0,-6-2-189,2 1 1,-2 0 73,2 0 0,-2-2-65,6-6 1,-4-5 31,4-3 0,0-5-10,4-3 1,0-3 32,0-6 0,0-3 116,0-1-1,5-5-32,3 1 1,5-3-16,3-1 1,-2 0-106,3 0 0,1 0 61,-2 0 0,5-1-500,-5-3 0,5 1 221,-4-5 1,-1 5-872,-3-1 0,-1-2-73,0 2-930,-5-6 368,4 9 1711,-9-10 0,-2 4 0,-7-5 0</inkml:trace>
  <inkml:trace contextRef="#ctx0" brushRef="#br2" timeOffset="29">27403 11187 7836,'-8'14'0,"1"1"227,2 1 0,-5 2 46,2-1 177,2-3 0,-5 13 0,3-2 493,-3 1 0,-1 0-307,-1-1-541,6 0 0,-2-2 0,3-2 243,-1-4-576,5-4 266,-4 0 1,12-8-279,2-5 1,4-7 152,5-9 0,-3 1-261,2-6 1,-2 6 83,-2-2 1,-1-1 6,-2 2 0,2-1 130,-3 5-39,3 0 243,1-1 0,1 6-117,-1 3 444,-5 3 0,-2 6-164,-5 4 1,5 2 163,-1 1 1,0 4-191,-4 1 1,0 4-78,0-5 0,-4 5-785,0-5 0,-1 5 125,5-4-1744,0-1 1083,0-3 1194,6-7 0,6 0 0,8-6 0</inkml:trace>
  <inkml:trace contextRef="#ctx0" brushRef="#br2" timeOffset="30">27962 10852 7836,'-13'-7'588,"1"-4"97,-1 4 0,1 0 264,0 3 1,1 4-443,2 4 0,-2 5 156,3 7 0,-3 3-217,-1 6 1,-5 6-40,1 2 0,-2 2-97,1 3 1,3 4 70,-2 4 1,2 2-344,2 2 1,1-6 68,2-3 0,0-4-322,5-4 1,1-2 198,7-6 1,-1-10-675,5-3 1,2-8 305,6 0 0,2-2-837,3-2 0,2-6 291,-2-2 0,2-4 61,2-5 0,-2 3-878,-2-2 1747,3-4 0,-5-4 0,6-8 0</inkml:trace>
  <inkml:trace contextRef="#ctx0" brushRef="#br2" timeOffset="31">28135 10914 7700,'7'-1'0,"-3"-3"0,-1 2 638,1-2-38,-2 3-206,3-5 0,-3 5-74,2-3 0,-3 4 262,3 4-320,-2 3 0,-2 9 0,0 1 0,-6 5 86,-2-2 1,-3 4-89,-2 1 0,1 5-13,0 3 1,-2-1-51,-3 1 0,3 4-156,-2 4 0,-2 2 67,1-2 0,-3-6-579,3 2 0,1-4-15,3 0 1,1 0-297,-1-8 0,5-3-919,0-9 649,5-1 280,-2-5 0,10-3 422,3-8 1,3-7 349,2-6 0,-1-5 0,1 3 0</inkml:trace>
  <inkml:trace contextRef="#ctx0" brushRef="#br2" timeOffset="32">28123 11013 7690,'7'-5'0,"0"-1"647,-3-2-321,3-3 1,5 5 323,1-2 0,-5-3-240,0 3 1,0 1-93,5-1 1,3 1-230,1-1 0,-1-2 71,-3 6 0,-1-2-274,1 2 0,-1 3 142,0-3 1,1 2-672,-1 2 1,-3 0 370,-1 0 0,-4 0-2160,4 0 1725,-5 0 1,2 6 706,-5 2 0,0 3 0,-11 1 0,-2 1 0</inkml:trace>
  <inkml:trace contextRef="#ctx0" brushRef="#br2" timeOffset="33">28061 11199 7690,'-6'7'1688,"5"-1"-496,-4-6-518,5 0 0,5 0-249,3 0 0,5 0-186,3 0 1,-1 0-45,6 0 1,-4-6-486,3-2 0,1 1 249,4-1 0,-5 4-806,1-5 1,-4 2-122,3-1 0,-3-3-431,4 3 1,-6-3 1398,1-1 0,-2-1 0,-2 1 0</inkml:trace>
  <inkml:trace contextRef="#ctx0" brushRef="#br2" timeOffset="34">28557 10790 7690,'8'0'376,"1"0"522,-1 0 1,3 1-332,-3 4 0,3-1-326,-2 8 1,0-1-27,-1 10 0,4-3 5,-4 7 0,1-2 2,0 10 1,0-1-27,-5 1 0,2 3-132,-2-3 0,-2 3 38,2 1 1,-8-1-75,-5-3 0,-2 1-119,-1-5 1,-5 4-91,1-4 0,-5 3-387,5-7 0,-5 1 297,4-10 1,-3 4-823,3-8 0,1 2 463,3-10 1,1-1-703,-1-8 1332,1-1 0,0-7 0,-1 1 0</inkml:trace>
  <inkml:trace contextRef="#ctx0" brushRef="#br2" timeOffset="35">28098 9599 7690,'-19'0'0,"0"0"304,2 0 0,3 0-14,-2 0 0,2 0 193,2 0 1,-1 0-13,1 0 0,-1 10-30,1 2 0,1 9-36,3 0 1,-2 12-165,6 4 0,-4 9-288,3-1 1,1 5 121,4 3 0,0-2-137,0 3-1,0-4 104,0-5 1,2-2-870,2-6 0,3-1-34,5-3 1,2-8-299,2-9 0,4-7 86,5-5 1074,-1-3 0,7-12 0,0-3 0</inkml:trace>
  <inkml:trace contextRef="#ctx0" brushRef="#br2" timeOffset="36">28718 9550 7703,'7'-6'877,"4"-1"-544,-9-5 709,3 0 1,-12 7-430,-5 10 0,-7 1-606,-10 11 0,1 4 62,-5 4 0,0 1-178,-4 7 1,4-4 2,0 4 1,5-2 38,-1 3 1,7 1-142,1-2 0,8-4 101,0-4 0,8-1 51,9-8 1,4-3-33,9-5 0,2 0 241,6 4 1,0-3-107,-1-1 0,5-1 288,0 1 0,0 3-9,-4-3 0,-2 3 100,-2 2 0,-3 3-115,-6 1 0,-1 1-79,-2-2 0,-4 0-218,-5 4 1,-7 1 94,-5 4 0,-2-5-509,-7 1 0,1-4 241,-5 3 0,0-3-490,0 3 1,1-8 3,-1 0 1,1-8-249,4 0 1,-2-2-97,5-2 0,2-7 474,7-6 0,-2-2 515,6-10 0,0-2 0,4-10 0,0-1 0</inkml:trace>
  <inkml:trace contextRef="#ctx0" brushRef="#br2" timeOffset="37">28954 9513 7713,'13'-13'0,"-2"5"764,-3 0-144,3 5 1,-10-1 543,3 8 0,2 3-604,-2 5 1,0 6-208,-4 3 0,0 8-265,0 4 0,-5 3 65,-4 1 0,1 6-113,-4 2 1,1 5-75,-10 3 0,0 8-79,9-28 1,0 0 0,-13 29-24,0-4 0,4-6-156,1 2 1,6-10 123,1-7 0,6-6 94,7-11 0,6-3 302,2-9 1,7-2-79,2-6 1,5-2-89,-1-2 0,1 1-4,-2-5 0,4 0-325,-3-4 1,1 1-225,-2 2 0,2-2-808,-5 3 0,-1-3-897,-3-1 2196,-1-1 0,6-5 0,1-1 0</inkml:trace>
  <inkml:trace contextRef="#ctx0" brushRef="#br2" timeOffset="38">29190 10071 12231,'0'12'1057,"0"1"0,-4 3-904,0 1 1,-5 3-426,5-3 0,-1 1 247,1-2 1,1-1-512,-6 6 1,7-6 390,-2 2 1,2-8-474,2 0 1,2-7 146,2 3 1,3-5-147,5-5 1,0-1 275,1-7 1,1 1 155,2-1 1,-2 2 137,2 3 0,2-2-113,-1 6 1,-1-4 597,-3 4 1,-5 0-269,0 4 0,-3 0 556,3 0 0,-5 5-321,1 4 0,-3 2 248,-1 1 1,0 0-389,0 1 0,-1 3-419,-3 1 1,2-1-898,-2-3 0,-1-1 620,0 1 1,1-1-1334,4 0 1764,0-5 0,-5 4 0,-2-4 0</inkml:trace>
  <inkml:trace contextRef="#ctx0" brushRef="#br2" timeOffset="39">29773 9463 7714,'-13'-11'974,"1"3"1,4 2-108,0 6 0,-1 7-146,-3 5 1,-5 8-275,1 9 0,-2 4 104,1 8 0,4-1-169,-4 6 1,3 3-17,2 5 1,1 0-121,3-5 0,2-1-537,6-2 1,1-3 154,4-6 1,1-5-34,7-3 0,3-9-532,1-3 1,5-8 280,-1 0 0,2-8-724,2-1 0,1-1 506,3-8 1,-1-3-711,5-5 0,-6-3 1348,2 3 0,-3-10 0,-1 0 0</inkml:trace>
  <inkml:trace contextRef="#ctx0" brushRef="#br2" timeOffset="40">29922 9686 7714,'-13'0'-1224,"5"2"2016,0 2 2267,5-3-1786,-2 5 0,6-6-651,3 0 1,8 0 60,9 0 0,7 0-253,1 0 1,5-5-550,-1 1 0,3-5 130,1 0 1,-1 3-1066,-3-3 1,-3 2-837,-5-1-1219,0-3 1935,-6 4 1,-8 0 783,-11 3 1,-6 3 389,-11 1 0,2-4 0,-6 0 0,5-1 0,-5 5 0,4 2 0,-3 2 0,5-1 163,-2 5 0,3 0 270,2 5 0,-1-1 565,1 0 1,1 6 395,3 3 0,-3 4-701,2 4 0,3-2-48,-3 6 1,7 0-227,-3 5 0,4-1-411,1 0 1,0-4 51,0 0 1,0-5-820,0 1 1,0-4-151,0-5 1,0-2-2211,0-5 3119,0-7 0,6 0 0,0-6 0</inkml:trace>
  <inkml:trace contextRef="#ctx0" brushRef="#br2" timeOffset="41">30071 9971 7714,'-7'-5'1652,"1"2"-823,6-5 0,6 5-323,2-1 1,9-1-115,3 0 1,8-3-141,1 4 1,4-4-454,-4 4 1,5-5-355,-1 5 0,-2-4-581,-2 4 1,-5-4 1135,-3 3 0,-3-4 0,-6 2 0</inkml:trace>
  <inkml:trace contextRef="#ctx0" brushRef="#br2" timeOffset="42">30517 9562 7714,'8'0'779,"1"0"0,-5 0 288,4 0 0,0 0-207,5 0 1,-1 6 29,1 2 0,-1 4-449,0 5 1,1-2 0,-1 6 0,1 5-307,-1 7 1,-5 3 62,-3 1 0,-3 0 12,-1 0 1,-1 5-1,-3-1 0,-4 0-12,-9-3 1,2-5 11,-6 0 0,1-4 0,-5 4 1,4-10-7104,0 2 6893,1-14 0,-5 6 0,0-10 0</inkml:trace>
  <inkml:trace contextRef="#ctx0" brushRef="#br2" timeOffset="43">30939 9451 7718,'19'0'621,"-2"0"0,1 0-162,-2 0 1,1 1 688,-5 3 1,-1 9-545,-2 7 1,0 9-88,-5 4 1,2 3-170,-2 1 0,-3 6 171,3 2 0,-2 0-240,-2 0 0,-4-1-262,0 2 1,-6-4-76,2-5 1,1 1-216,-1-1 1,-2-1-511,-7-3 0,4-2 388,-4-2 0,-2-2-516,-2 2 0,-2 1 368,-2-1 1,-4-4 25,0-5 0,0-5 12,4 2 1,-4-5 24,0-3 0,4-4-927,5-5 1407,5 0 0,-3-5 0,11-8 0,1-6 0</inkml:trace>
  <inkml:trace contextRef="#ctx0" brushRef="#br2" timeOffset="44">31162 9847 7681,'6'-13'0,"2"-4"0,3 5 1475,2-1 1,2 2-671,5 7 0,1 0 352,8 4 1,1 0-566,-1 0 1,6 4-404,-2 0 1,3 6-392,1-2 0,0 3-523,0 2 1,-5-5-45,-3 0 0,-7-1 582,-1 1 1,-12 3-3218,0-2 3404,-12 2 0,-10 1 0,-6 0 0</inkml:trace>
  <inkml:trace contextRef="#ctx0" brushRef="#br2" timeOffset="45">31237 10071 7681,'-13'0'0,"1"0"1410,5 0-1093,2 0 0,7 0 1397,7 0 0,4 0-781,12 0 0,7-4-443,5-1 0,0 0-701,5 1 0,-2 2-655,1-2 0,-2-1-1418,2 1 0,-3-1 2284,0 5 0,-1 0 0,0 0 0</inkml:trace>
  <inkml:trace contextRef="#ctx0" brushRef="#br2" timeOffset="46">32204 9550 9911,'7'0'638,"4"0"-461,-2 0 1,2-4-103,1 0 0,2-5 92,2 5 1,-1-4 34,6 4 1,1-6-51,7 2 0,-3 1 16,3-1 1,-3 1 10,-1-1 0,4-2 11,0 6 0,-1-2-67,-8 2 0,4 3 17,-3-3 0,-4 2-171,0 2 1,-3 0 87,-2 0-297,1 0 100,-1 6 68,-5 1 1,-2 5-46,-5 0 0,0 1-72,0-1 0,-4 1 78,0-1 0,-6 6 4,2 3 1,-3 2 9,-1 2 0,-5 1 37,1 3 0,-6 3-66,1 5 0,-7 1 68,-1 4 1,-5-2-136,1 5 1,-7-2 215,-1 7 0,-6-8-132,1 8 1,-1-9 154,2 1 0,-2-4 56,6-1 0,1-5 156,7-3 0,2-3-63,6-1 1,6 0 2,3 0 1,7-6-86,5-3 1,3-2 313,1-1-326,0-7 1,1 4 267,3-6 1,3 0-212,6-4 0,0 0 143,4 0 1,-3 0 145,2 0 1,4 0-123,0 0 0,4-4 49,1 0 0,-2-1-138,-2 0 0,2 4-242,-2-3 1,4 3 80,3 1 1,-1-5-857,2 1 1,-2 0-197,2 4 0,-3-4-642,3 0 1,-3 0-673,-1 4 2291,-5-6 0,-3 5 0,-4-5 0</inkml:trace>
  <inkml:trace contextRef="#ctx0" brushRef="#br2" timeOffset="47">32899 10393 7569,'7'-12'0,"3"-5"230,-6 1 0,1-1 81,-1 5 1,-2-1 57,2 1 1,-1 0 583,1-1-234,-3 1 39,5-1-458,-6 6 1,-6 2 34,-2 5 1,-5 7-110,-3 5 1,-3 6 39,-6 7 0,-4 5-96,0 3 1,-6 7-24,2 2 0,3 3-258,1-4 1,7 5 260,1-5 1,8 1-164,0-5 1,8-5 26,9-4 0,7-3-5,5-4 1,6-5-20,-1-7 1,3-4-332,0-5 0,1 0-255,0 0 0,0-1-376,0-3 1,-2-3-736,-2-6 0,-3 0 348,-6-4 1359,-5 3 0,-2-9 0,-5 4 0</inkml:trace>
  <inkml:trace contextRef="#ctx0" brushRef="#br2" timeOffset="48">32738 10604 7569,'-20'0'1018,"4"0"1,2 0 154,2 0 1026,5 0-1023,1 0-878,23 0 0,-2 0-115,14 0 1,-1-1-1039,1-4 0,-2 3 233,6-7 1,-9 5-131,0-4 0,-2 5-824,3-1 0,-5-1 110,-4 1 1466,-2-6 0,-7 9 0,-2-6 0,-5 2 250,-5 4 0,-6-4 260,-6 5 0,1 5-226,3 3 1,2 3 415,3 2 1,-3 1 642,3 2 0,2-1-655,2 6 0,-1-5-90,0 5 0,1 0-224,4 4 1,2-5-457,2 1 1,-1-2 108,5 2 1,-4-3-750,4-6 1,0 1-37,5-1 0,-1-5-582,1-3 0,-4-3-481,4-1 1821,-9-5 0,18-2 0,-8-5 0</inkml:trace>
  <inkml:trace contextRef="#ctx0" brushRef="#br2" timeOffset="49">33222 10282 7569,'-13'12'499,"2"0"166,3 1 0,-3 3-1,3 1 0,-2 6 255,2 2 1,-3 1-210,2 7 1,-2 0-316,-1 5 0,4-1-176,-1 0 1,7 0-14,-2 0 1,-2-1-164,2-3 1,0-2 63,4-7 0,0-4 70,0-4 0,1-2-63,3-2 1,3-5-126,6-3 0,-1-2-588,0-2 1,1 0 336,-1 0 0,1 0-992,-1 0 1,0-6 566,1-2 0,-1-3-254,1-1 1,-1 2 940,0-2 0,6 2 0,2-8 0</inkml:trace>
  <inkml:trace contextRef="#ctx0" brushRef="#br2" timeOffset="50">33321 10629 7569,'-7'5'0,"1"-2"311,6 5 1,-1-4-156,-3 5 0,3-5-125,-4 4 0,3 0 1530,-2 5 0,-2-1-737,-2 1 1,-2 3-589,6 1 0,-4-1 154,4-3-680,-6-1 1,9 0 27,-4 1 148,4-6 0,2-2-112,4-5 1,-3 0-378,7 0 0,-1 0-373,4 0 285,1-5 1541,-1 3-702,0-3 1,-5 6 540,-3 3 1,-2-1 157,-2 5-522,0 1 1,0 3-194,0 0 0,0-3-264,0-1 1,1-4-878,3 4 0,-1-5 544,5 1 1,-3-2-2003,3-2 2467,0 0 0,10-6 0,1-1 0</inkml:trace>
  <inkml:trace contextRef="#ctx0" brushRef="#br2" timeOffset="51">33495 10356 8710,'-9'0'2383,"1"0"-1479,5 0 0,-6 5-424,4 4 0,-3 3 19,4 5 1,-6 6-161,2 6 1,1 7-157,-1 1 1,1 0-44,-1 5 0,-2 0-123,6 0 0,0-2-188,4-7 0,0-4-359,0-9 1,1 1-611,3-9 0,5 2 519,7-10 0,-2-1-382,3-7 1,0 1 1002,0-5 0,0-6 0,-5-5 0</inkml:trace>
  <inkml:trace contextRef="#ctx0" brushRef="#br2" timeOffset="52">33482 10430 6460,'0'7'3618,"0"-1"0,6-2-3014,2 0 0,4 0-697,5-4 1,2 0 108,6 0 1,4 0-1824,0 0 1807,5 0 0,-2-5 0,5-2 0</inkml:trace>
  <inkml:trace contextRef="#ctx0" brushRef="#br2" timeOffset="53">33631 10430 7569,'-1'9'0,"-4"-1"0,3 0 400,-7 5 1,7 0 566,-2 4 0,-2 1 389,2 2 1,0 5-673,4 0 0,0 0-109,0 4 0,0-3-229,0-1 1,0-2-601,0-2 1,0 1 207,0-5 1,0-1-2091,0-4 688,0 1-365,0-1 1813,-6-5 0,-1-1 0,-5-6 0</inkml:trace>
  <inkml:trace contextRef="#ctx0" brushRef="#br2" timeOffset="54">33594 10703 9183,'12'0'-628,"1"0"1947,-1 0 0,0 0-589,1 0 0,5-1-810,2-3 80,4 2 0,1-9 0,-1 4 0</inkml:trace>
  <inkml:trace contextRef="#ctx0" brushRef="#br2" timeOffset="55">33829 10356 9344,'0'12'1582,"0"1"1,0-1-973,0 1 0,0 4-306,0 4 0,0 3-255,0 0 1,0 5-268,0 0 0,0 7 224,0 1 0,0 1-591,0 3 1,0-3 362,0 0 0,-1-3-302,-3-1 0,-3 0 40,-5-5 1,3 0-34,1-4 1,0-1 20,-5 1 0,-3-1-404,-1-4 900,-5 4 0,3-10 0,-6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0T02:00:21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 769 7927,'0'-12'0,"0"-1"81,0 1-81,0-1 0,0 1 0,0 0 2053,0 5-485,0-4-915,0 9 1,1-3-197,3 5 1,-1 9 0,5 5-48,2 4 1,-3 8-83,1 7 1,0 5-46,5 3 0,-2 3-180,-3 6 1,3-1-358,-3 1 1,-1-1 321,2 1 0,-3-2-148,3-2 0,0-9 30,-4-8 1,3-13-97,-4-3 1,6-9-85,-2 0 1,1-8-62,0-4 1,2-9 65,-3-4 0,3-2 0,0-3 43,-3-3 0,2 3 33,-6-3 1,2 1-115,-2-1 0,-3 4-42,3 1 175,-2-1 0,-1 15-59,3-2-36,-2 2 326,9 3-218,-4 7 1,1 9 256,0 7 0,-1-1-66,1 6 1,3 0 0,-4 3 92,0 1 1,4 0 190,-3 0 0,-1 0-120,1-1 0,-3-3 213,3 0 1,-4-7 196,4-2-162,-5 0 0,4-10-40,-3 2 1,-1-8-175,5-5 1,-4-7-221,5-5 1,-3-4 138,3-3 0,2-4-337,-3-5 0,3-2 159,1-2 0,1 2-565,-1-2 1,1-1 38,-1 5 1,0-1-321,1 9 1,-5 4-1221,0 4 827,1 6 204,-2 3 1,2 8 0,-5 8 315,-1 4 0,3 3 706,-2 1 0,0 6 0,-4 2 0</inkml:trace>
  <inkml:trace contextRef="#ctx0" brushRef="#br0" timeOffset="1">2047 1042 7927,'0'-8'1049,"0"-1"-249,0 1 131,0 1-423,0 2 0,5 5-272,4 0 0,2 5 22,1 3-80,1 9 1,-1-2-75,0 6 0,1-1-58,-1 5 1,-4 0-83,1 0 0,-7 4 0,3 0-181,-4-2 1,-1-5 123,0-1 0,0-6 212,0 2 1,-1-5 73,-4-4 0,3-2 226,-7-6 1,5-6-110,-4-2 0,5-8-80,-1-5 0,3-3-18,1 0 0,0-3-54,0-1 1,1 1-1,2 0-129,1 5 0,6-2-515,-2 4 1,-1 0 139,1 0-166,0 5 0,9-2-522,-1 9 0,1-3 349,-5 2 1,5 4-127,-1 1 1,5 2-798,-4 2 899,-1 0 709,-3 6 0,5 1 0,1 5 0</inkml:trace>
  <inkml:trace contextRef="#ctx0" brushRef="#br0" timeOffset="2">2431 1042 8469,'0'7'613,"0"0"-340,0-3 1,0-2 882,0 7 1,0-1-495,0 4 0,0-3 113,0-1 0,0 4-467,0 5 1,0 1-347,0-2 0,0-1-844,0 6 0,0-6 624,0 2 1,0 1-1123,0-2 0,2 1 701,2-5 0,-3 1-325,3-1 0,-1-5 79,1-3 925,-2-3 0,9-1 0,-4 0 0</inkml:trace>
  <inkml:trace contextRef="#ctx0" brushRef="#br0" timeOffset="3">2469 943 7927,'0'-7'1392,"0"1"-1497,0 6-394,0-5-1046,0 3 851,0-3 694,0 5 0,0-6 0,0-1 0</inkml:trace>
  <inkml:trace contextRef="#ctx0" brushRef="#br0" timeOffset="4">2791 471 7927,'11'-1'0,"-2"-3"1027,2 2-606,-5-3 1,1 10 69,-3 4 1,-2 3 451,-2 5 1,0 7-1,0 9-322,0 3 1,0 7-69,0 3 0,0 7-337,0 5 1,0 4-90,0 4 1,0-2-214,0 2 1,0-8 156,0-5 1,5-7-403,4-5 0,0-13 221,0-8 1,2-6-451,-3-5 1,3-5 188,1-8 1,-3-1-679,-1-7 1,-1 2-19,1-6 0,2-3-347,-6-2 1,0 3 1090,-4 1 0,0-1 323,0 2 0,-11-1 0,-3 0 0,-11-3 0</inkml:trace>
  <inkml:trace contextRef="#ctx0" brushRef="#br0" timeOffset="5">2729 1042 7927,'-12'0'-263,"-1"0"1321,1 0 0,0 0-429,-1 0 0,5 0 1921,0 0-1862,5 5 1,-3-2 22,6 5 1,6-5-279,2 1 1,5-2 138,3-2 0,3 0-539,6 0 0,0 0-663,0 0 0,1-2-675,3-2 0,-3 1 1,3-5 673,-3-2 0,-1 5-2709,0 1 3340,0-3 0,0 0 0,-1-5 0</inkml:trace>
  <inkml:trace contextRef="#ctx0" brushRef="#br0" timeOffset="6">3039 1067 7927,'0'6'580,"0"0"1,-1-6-154,-3 0 1,2 1 262,-2 4 1,3-3-271,1 7 1,0-5 958,0 4-898,0 0 1,4 5-83,0-1 0,6-4-180,-2 1 1,5-3-406,3 3 0,-1-4 1,6-5-44,1 0 0,1-1-482,2-3 0,-4-3-24,0-6 0,-1-3 402,5-1 0,-6-3-4,-2 3 0,-5-4 93,-3 5 0,0-1 258,-5 5 0,-1 4 1,-7 1 575,-4 1-456,-3 2 1,-7 10 0,-2 2 464,1 3 0,-4 6-135,2-1 0,2 6 58,-2-1 1,6 2 102,-2 2-394,4 0 0,0 0 0,2-1 9,3 1 0,-2-4-21,6 0 1,1-2-355,7 2 0,3-4-39,6-4 1,5-2-171,2-3 0,4-2-661,1-6 1,4 0 502,-1 0 1,3-6-1242,-2-2 1,-2-3 148,6-2 1594,0 1 0,-1-6 0,-1-1 0</inkml:trace>
  <inkml:trace contextRef="#ctx0" brushRef="#br0" timeOffset="7">5694 707 7927,'-12'-25'-38,"-1"0"0,1 2 0,-2 1 774,-2 1 1,0 2 66,-4-2-350,5 3 0,-8 7 164,7 3 0,-6 2-167,1 6 1,-1 6-53,1 2 0,-2 7 43,2 2 0,-2 11 2,-2 0 1,4 7 43,1 2 0,5 6-51,-2 2-204,3 4 0,2 6 41,-1 3 0,7-2 8,1 2 0,5-6-217,5 2 1,3-6 0,8-6-77,5-9 0,3-11-130,0-6 1,1-7 136,0-5 0,0-3-1176,0-1 1,-1-1 590,1-3 0,-1-3-1291,-4-6 1,-2 1-163,-5-1 331,-7 1 1040,0 0 1,-13 1 671,-5 2 0,-10 2 0,-7 3 0,-4 2 0,4-7 0,-4 5 0,4-4 0,0 1 271,4-1 1,0-3 385,0 2 1,6 0 77,2 1 1,8-2-232,1 6 1,5-2 514,-1 2 0,12 3-480,4-3 0,13 2-411,0 2 1,8-4 0,-1 0-325,-1 1 0,5 2-663,-3 1 1,-1-4-786,1 0 1,-5-1 779,1 5 0,-9-1 445,-3-3 0,-3 3 419,-2-4 0,-5 4 0,-2-5 0,-10 5 0,-2-4 769,-5 5-579,-1 0 1,5 0 337,0 0 0,5 1 605,-1 3 0,-2 3-384,2 5 1,0 1 560,4-1-972,0 1 0,0 3 193,0 1 1,1 1-519,4-2 0,-3-2 1,5 4 161,-1 0 1,3-4-1076,0 2 1,-3-2 642,3-2 1,-1 1-1607,4-1 0,1-1-10,-1-3 1873,1-2 0,5-12 0,1-1 0</inkml:trace>
  <inkml:trace contextRef="#ctx0" brushRef="#br0" timeOffset="8">6116 521 12635,'-7'18'1185,"0"1"-775,3 6 1,-2 9-237,-2 4 1,-3 11 44,3 1 0,-3 8-674,-2 0 1,1 2 344,0 2 0,-1-1-55,1-3 0,-1-3 91,1-6 0,1-6 67,3-6 0,2-2 360,6-10-193,0-3 0,2-11-42,2-3 500,3 3 1,5-10-237,0 3 0,5-2 1,1-2 432,1 0 1,-2-4-1172,3 0 0,1-6 286,4 2 1,-4-3-1318,-1-2 1,-3 4 736,3-4 1,-4 8-584,0-8 1,-2 4 44,-2-4 1,-3 5 1187,-1 0 0,0-6 0,5-5 0</inkml:trace>
  <inkml:trace contextRef="#ctx0" brushRef="#br0" timeOffset="9">6265 1116 7927,'0'7'1774,"0"-1"-658,0-6 246,0 5 1,0 2-652,0 5 1,0 6 911,0 3-1061,0 2 0,0 2-290,0 0 0,4 0 0,1 0 221,2-1-329,-4 1 1,4-4 18,-3 0 0,-1-6 0,5 0 310,2-5-274,-5 1 1,6-10 54,-2 3 0,0-4-1659,-1-4 1,2-3-2390,-6-5 1,6-1 2403,-2 1 1,-2 4 173,-2-1 141,3 1 1055,0 1 0,-1-4 0,0 10 0,-1-10 0,2 4 0</inkml:trace>
  <inkml:trace contextRef="#ctx0" brushRef="#br0" timeOffset="10">6376 1414 7927,'0'-8'0,"0"-1"6,0 7 1,2-5 253,2 3 332,-3 2-126,5-9 644,-6 4-164,0-5-659,0-1 1,0 5 0,-2 1 386,-2 2-510,3-5 1,-5 7 7,6-5 1,-1 4-67,-3-4 0,2 4 76,-2-5 0,3 5 33,1-4-183,0 0 0,0-5-16,0 1 0,1 1 120,3 3 0,3-3 7,6 2 0,-1 0 92,1 0-144,-1-2 0,2 10-85,2-3 0,-2 2 87,3 2 0,1 6-160,-2 2 1,1 3-23,-5 2 1,-4 5 121,1 2 0,-3 0 1,3 0-175,-5 2 0,-1-2 9,1 0 1,-3-1-417,3 2 0,-2-3-48,-2-6 0,0 1-1113,0-1-358,0 1 952,0-1-244,0-5 1359,0-2 0,5-16 0,2-2 0</inkml:trace>
  <inkml:trace contextRef="#ctx0" brushRef="#br0" timeOffset="11">7083 633 7927,'-5'-7'706,"4"-4"1,-10 5-263,2-2 0,2 2 470,-1 6 0,4 0-362,-4 0 1,-1 6-133,-3 2 0,0 10-79,-1 7 0,-1 5 78,-2 7 1,6 2-87,-2 2 0,4 3-62,-1 6 0,0 1-391,5 3 1,-1-3 162,5 2 1,0-7-741,0-5 1,6-6 70,2-2 1,5-13-291,3-3 0,-1-9-18,6-8 0,0 0 381,3 0 1,1-5-1356,0-4 1908,-6-7 0,5-3 0,-5-6 0</inkml:trace>
  <inkml:trace contextRef="#ctx0" brushRef="#br0" timeOffset="12">7257 744 11358,'13'0'3095,"-1"0"1,0 0-2475,1 0 0,5 0-272,2 0 1,4 0-624,1 0 1,4-1 0,1-2 280,2-1 0,-5 0-1617,2 4 1,-3 0-1402,-1 0 1,-6-4 513,-2-1 2497,-3 1 0,-7 4 0,-2 0 0</inkml:trace>
  <inkml:trace contextRef="#ctx0" brushRef="#br0" timeOffset="13">7456 781 7927,'0'21'0,"0"0"0,-2-5 817,-2 5 0,3 0 947,-3 3 0,-3 3-921,-2 1 1,3 0 321,-3 5 0,7-4-544,-3 4 1,0-4-483,1 4 1,0-7 52,4-1 1,0 0-1201,0-4 1,0-3 330,0-2-857,0-8 1,1-2-3196,3-6 2566,-3 0 2163,5-6 0,0-6 0,0-7 0</inkml:trace>
  <inkml:trace contextRef="#ctx0" brushRef="#br0" timeOffset="14">7381 1129 7927,'7'0'354,"-1"0"1,-5-5 1432,3 1 1132,-3 0-2168,11 4 1,-6 0-30,7 0 0,1 0-267,2 0 1,3 0-588,6 0 0,0-4 146,0 0 1,0-6-2611,-1 2 1893,7-3 1,-1-1 702,3-1 0,-2-5 0,-7-1 0</inkml:trace>
  <inkml:trace contextRef="#ctx0" brushRef="#br0" timeOffset="15">7952 670 9324,'7'1'3066,"-3"3"-2040,3-2 1,0 9 111,5-3 0,0 7-245,1 2 0,1 6-389,2 2 1,2 5-399,3 7 0,-3 2 60,-6 2 1,-1 5-711,-3 8 0,-2-2 227,-6 6 0,-1-6-669,-4 2 0,-6-7 83,-5-2 0,-5-6-239,5-2 0,-1-11 260,5-9 1,-5-5 386,1-4-1,-2-2-71,1-6 0,3-1 164,-2-4 1,1-6 402,-2-5 0,3-6 0,-4 2 0</inkml:trace>
  <inkml:trace contextRef="#ctx0" brushRef="#br0" timeOffset="16">8882 843 7704,'-5'-12'2458,"3"0"-1633,-3-1 0,12 5-356,5 0 0,2 5-136,7-1 1,1 1-113,7-1 1,-2 2-210,6-2 0,-1 3-835,1 1 0,3 0 602,-3 0 1,-3 0-1209,-1 0 0,-4 0 634,-4 0 0,-5 5 795,-7 4 0,-9 7 0,-7 4 0</inkml:trace>
  <inkml:trace contextRef="#ctx0" brushRef="#br0" timeOffset="17">8944 1017 8971,'9'4'968,"-1"0"0,0 0-454,4-4 0,6 0-700,3 0 1,8 0 161,4 0 1,4 0-1177,5 0 0,2-1 637,5-3 0,2-3 278,3-5 1,-3-1-1,4 1 1</inkml:trace>
  <inkml:trace contextRef="#ctx0" brushRef="#br0" timeOffset="18">10024 546 7704,'-7'-38'1711,"-4"7"-1316,2 2 1,2 4 180,-1 4 0,0 5-177,-4 8 0,-1 2 387,1 6 0,-2 0-320,-3 0 0,2 11-75,-5 6 1,-1 6-134,-4 6 0,0 4-55,0 8 0,6-1-18,3 6 1,-2 1 23,1 6 1,2 0-349,7 5 0,-2 0 348,6 4 1,0-5-404,4 1 1,1-8 77,3-5 40,9-7 0,2-15 0,6-4-211,1-6 0,1-2-196,2-7 1,-2-1-1214,-2-7 0,2-3 795,-2-6 1,1 1-646,-1-1 1,-3-3 413,-6-1 1255,1-5 0,-1 3 1,0-6-1</inkml:trace>
  <inkml:trace contextRef="#ctx0" brushRef="#br0" timeOffset="19">9751 980 7704,'-9'4'1299,"1"0"-795,0 0 1,0 0 210,-1 0 1,7 2 381,-3-2-561,10-3 1,1 5 0,8-6 965,3 0-1635,2 0 0,6 0-360,0 0 1,-1-6 0,1 0-929,0-1 678,-6-4 0,1 8 0,-5-4-2067,1 2 1478,1-5 1332,-5 8 0,-6-3 0,-6 5 0,-2 0 0,-6 0 0,-1 5 0,-8 4 0,3 2 581,-2 1 1,3 5-354,5-1 0,-2 5 1142,6-5 1,0 7-553,4-3 1,0 4 138,0 0 1,0 1-459,0 0 1,6-4-747,2-1 1,-1-4-3,1 0 0,0-2-106,5-2 1,-1-5-1095,1-3 1,-1 2 717,0-2 0,1-1 731,-1-7 0,6-14 0,1-9 0</inkml:trace>
  <inkml:trace contextRef="#ctx0" brushRef="#br0" timeOffset="20">10396 459 11604,'-7'12'1441,"1"3"-763,6 6 1,-4 5 278,0 12 1,-6 10-76,2 5-815,-3 7 1,-3 7-1,7-32 1,-1 1 142,0 0 0,0 1 0,-3-3 0,1 0-226,-7 33 1,2-12 141,7-10 1,2-9 336,6-15 0,2-5-472,2-7 1,3-4 77,5-5 0,1 1-48,-1 4 1,-4-4 7,1 3 0,-1-3-531,4-1 0,1 0 458,-1 0 1,0 0-1417,1 0 1051,5 0 0,-3 0-845,6 0 1,-6 0-673,1 0 1,0-4 1044,0 0 0,-2-1 881,2 1 0,4-9 0,-1-6 0</inkml:trace>
  <inkml:trace contextRef="#ctx0" brushRef="#br0" timeOffset="21">10656 1091 7733,'6'13'0,"-5"-1"1003,3 1 0,-2-1-52,-2 0 0,0 1 196,0-1 1,0 2 116,0 3 1,0-4-632,0 4 0,0-3-330,0-2 1,0 0 96,0 1-1358,0-1 797,0 1-99,5-6 0,2-2-151,5-5 1,2-7-523,3-5 1,2-1 299,6-3 0,-4-2 234,-1 1 1,0-3 612,0 3 0,2 1-175,-5 3 1,-1 5 1246,-3 0-784,-1 5-51,1-3 1,-2 8-72,-3 2 0,-3 3 61,-5 5 1,0 5-87,0-1 1,0 2-144,0-1 1,-4-3-1,0 2 1,0 3-213,4 2 0,11 2 0,3 2 0</inkml:trace>
  <inkml:trace contextRef="#ctx0" brushRef="#br0" timeOffset="22">15866 4254 7657,'-12'-19'0,"0"-3"589,-1 5 0,1 1-187,-1 3 1,-3 6 169,-1 3 0,-5 3-187,2 1 0,-5 5 3,-4 4 0,1 3-27,-5 5 0,4 3 34,-4 9 0,4 1 58,-4 4 1,6 5-127,-2-1 1,2 7-66,3 1 0,4 6 22,4 2 1,3 5-176,5-1 0,3-3 75,5-1 1,1-5-89,3-3 0,7-9 20,6-8 0,3-4-91,-3-5 1,5-2-63,-1-5 0,2-6 34,2-3 0,0-3-513,0-1 1,-1 0 246,1 0 1,-1-5-1126,-4-4 0,2 0 533,-5 0 0,-2-2-2194,-7 3 3055,-2-3 0,-6-1 0,0-1 0</inkml:trace>
  <inkml:trace contextRef="#ctx0" brushRef="#br0" timeOffset="23">15395 4825 7177,'18'6'-1081,"-4"1"2581,2-3 0,-1-2-658,2 2 0,0-3 70,7-1 0,-2 0-433,7 0 0,2 0-491,-2 0 0,4 0 67,-4 0 1,4-1-1175,-4-3 1,-2 1 358,-6-5 760,2 5 0,-9-8 0,4 4 0</inkml:trace>
  <inkml:trace contextRef="#ctx0" brushRef="#br0" timeOffset="24">15693 4849 7657,'-13'18'0,"5"-3"461,0 6 0,5-4-98,-1 3 0,3-3 591,1 3 1,0-3-439,0 4 0,0-6-503,0 1 1,4 0 54,0 0 1,6-4-460,-2 1 0,3-1 214,1-3 177,1-4 0,5 6 0,1-4 0</inkml:trace>
  <inkml:trace contextRef="#ctx0" brushRef="#br0" timeOffset="25">16177 4180 7657,'-6'18'0,"3"-3"359,-5 5 0,1 2 533,-1 7 0,1-1 171,3 5 1,1 1-491,-5 8 1,1 2-95,-1 5 1,-7 7-140,2 1 1,-3 8-279,-1 1 1,10-29 0,-1 1 136,-2-3 1,-1 0 0,-4 31 180,-2-8 1,4-7 42,0-1 1,6-8 431,3-9-502,3-8 1,2-12-100,3-9 1,3 1-210,6-1 1,-1 1 97,1-5 0,4-2-48,4-2 1,1 1-115,-1-5 0,2 4-757,-2-4 0,-2 1-124,2-2 0,-5 0-1913,5 5 1632,-6-6 0,3 7 581,-5-5 1,-2 4-1892,-3-4 2491,3 5 0,-4-8 0,5 4 0</inkml:trace>
  <inkml:trace contextRef="#ctx0" brushRef="#br0" timeOffset="26">16375 4887 7657,'0'12'1171,"0"0"0,-4 1-234,0-1 1,0 2-436,4 2 1,0 4 338,0 5 0,-4-1-360,-1 1 1,1 1-424,4 3 0,-1-3 28,-3 3 0,2-7-706,-2-1 0,3-6-393,1 2 348,0-9 0,5-4-478,4-8 1,3-8 470,5-9 1,-2-2 346,5-2 0,-4 0 120,0 0 1,-1 4 112,2 1 0,-3 5-218,2-2 469,-2 3 1,-2 3-205,1 3 692,-1 3 0,-5 11 121,-3 7 1,2 1-384,-2 6 1,0 1 153,-4 4 1,0 1-143,0 3 1,-1-3-1180,-4 3 0,4-3 492,-3-1 1,-3 0-1170,-1 0 1459,2-1 0,-10-4 0,2-2 0</inkml:trace>
  <inkml:trace contextRef="#ctx0" brushRef="#br0" timeOffset="27">17616 4465 7657,'8'0'-92,"0"0"0,-4-4 147,5 0 0,-5-1 668,4 5-201,-5 0 354,2 0-210,-5 0 351,0 0 0,-5 6-286,-4 2-449,-2 3 1,-1 3-19,0 3 0,-5-4 30,1 4 1,-2 2-116,1 2 0,-1 2-99,-3 2 0,-2 0-45,2 0 1,-2 1 53,-2 3 0,0-3-90,1 3 1,-1 1 230,0-1-208,0 6 1,-4-5-1,0 4 127,2-1-242,-5-5 1,6 8-11,-3-3 1,-6 3-25,2 1 1,-4 0-41,8 0 0,-5 2 0,-1 1 77,-5 1 1,4 5-370,-5-5 0,5 2 267,-5-2 1,-3 3 62,-2 6 0,2-1 22,-1 1 1,5 0 92,-2-1 0,0 1 74,0 0 1,1-5-83,4 0 1,1 0-19,3 0 1,-3 3-9,3-2 0,-3 1 43,-1-2 1,0 7-26,-1-2 1,0 4 18,-4 0 0,4-3 13,-4 2 0,0-6-43,0-1 1,1-5 223,4 4 0,1-6-64,3-2 0,1 0 181,3-4 0,3-1-87,-3 1 0,4-5-52,5 1 1,2-3-110,5-1 1,2-5-129,3 1 1,2-10-312,6 2 1,2-5 575,2 0-413,3-2 1,5-6-13,1 0 0,-1 0-377,1 0 0,-1-2-286,0-2 1,1-3 417,-1-5 1,2-1-404,2 1 0,-2-2 76,3-2 808,-3 2 0,-2-15 0,0 3 0</inkml:trace>
  <inkml:trace contextRef="#ctx0" brushRef="#br0" timeOffset="28">16685 5966 7657,'-7'5'1277,"-4"-4"-422,4 5 854,1-6-722,0 0-404,6 0 1,6 1-212,2 3 1,7-2 32,1 2 0,11-3-142,-2-1 1,3 0-60,1 0 1,-1-4-85,5 0 0,-1-1 72,1 0 1,1 3-167,-5-7 0,6 3 118,-2-3 1,-4 0-226,-4 4 0,-1 0-21,-3 1 1,-3 2-81,-2-2 1,-2 3-290,-1 1 194,-1 0 110,0 0 0,-5 5 58,-3 4 0,-2 2-140,-2 1 0,-10 2 26,-2 2 1,-9 0-102,0 4 1,-3 2-5,-5 7 0,-4-1 55,-9 5 1,4 0 114,-4 4 0,4 0 30,1 1 1,-5-4 246,1 3 1,-1-6-84,5 6 0,1-8 22,3 0 0,-1-3-19,5-1 1,5-5 286,8 1 1,2-6-27,2 2 0,1-4 376,2 0-386,4-1 1,5-3 104,0-1 285,0-5-346,0 2 1,1-5 424,3 0-452,3 0 1,6 0 60,-1 0 1,1 0-47,-1 0 1,5 0-113,-1 0 1,5 0-118,-5 0 0,5 0-125,-5 0 1,7 0-317,-3 0 1,4 0 261,0 0 1,1 0-394,0 0 1,4 0 221,0 0 1,0-4-104,-4 0 0,-5 0 76,1 4 0,-2 0-1022,2 0 186,2-6 0,-9 5-62,3-3-357,-9 2 0,-2 4 207,-6 2 1332,-6 3 0,-1 5 0,-5 0 0</inkml:trace>
  <inkml:trace contextRef="#ctx0" brushRef="#br0" timeOffset="29">17467 6635 7657,'8'-14'253,"0"-2"1,-5 2-25,1-2 0,-1 2 17,1 1 0,-3 1 348,4 0 1,-4 3-208,-1 1 1,-6 4-42,-2-4 1,1 5-108,-1-1 0,0 2-99,-5 2 1,0 2 63,-4 2 1,2 3-151,-6 5 0,5 1 34,-5-1 1,2 5 61,-2-1 0,-2 8 3,2 0 1,3 1-27,1 4 0,4-1 131,0 1 1,2-2-79,3 6 1,-2-1-33,6 1 1,1-3 27,8-5 0,-1-1-310,8-4 0,-2-2-161,6-5 1,4-7-203,0-1 0,4-4-936,0-1 0,1-6 688,0-2 1,-4-3-261,-1-1 1,-4-2 1004,0-3 0,-2 4 0,-2-5 0</inkml:trace>
  <inkml:trace contextRef="#ctx0" brushRef="#br0" timeOffset="30">17293 6796 7657,'0'-6'3957,"0"0"-3387,0 6 0,6 4-85,2 0 1,4 5-899,5-5 1,-2 4 308,6-4 0,-1 0-1161,5-4 1,-4 0 744,-1 0 0,-3 0-1140,4 0 1660,-12 0 0,13 0 0,-8 0 0</inkml:trace>
  <inkml:trace contextRef="#ctx0" brushRef="#br0" timeOffset="31">17467 6809 7657,'-7'18'776,"-3"-4"-235,6 2 1,0-2 130,4-2 1,0 1-157,0-1 1,0 1 63,0-1 0,0 0-969,0 1 354,5-1 0,1-4-1099,2 1 0,3-7 766,-2 3 1,2-4-1198,1-1 1565,0 0 0,6-11 0,2-3 0</inkml:trace>
  <inkml:trace contextRef="#ctx0" brushRef="#br0" timeOffset="32">17827 6499 11647,'-5'16'1057,"1"1"0,-1 6-670,1 2 0,-2 5 131,-2 8 0,-3 0-86,3 4 0,-5 2-174,-3 5 1,3-5-175,1-2 0,1-5 120,7-4 1,-5-4-103,5-8 1,0-3 214,4-6-357,6-5 0,0-2 144,7-5-356,-1 0 0,1-1 17,-1-3-489,0 2 1,1-4-31,-1 1 0,-3 4 351,-1-3 1,-4-2-1938,4 2 1719,-5 0 0,3 3-1734,-6-3 1113,0 2 981,0-3 0,-2 3 261,-2-2 0,3-3 0,-5-5 0</inkml:trace>
  <inkml:trace contextRef="#ctx0" brushRef="#br0" timeOffset="33">17913 6896 8233,'-7'0'1546,"1"4"-1097,1 0 1,4 6 28,-3-2 0,1 7 17,-1 2 0,3 0-151,-3 0 1,1 1-304,-1 3 0,2-2 125,-2-3 0,3-2-271,1 3 1,0-8 118,0 0 0,1-7-162,3 3 0,-1-5-120,5-5 1,1-1-176,3-7 0,4-3 212,1-1 1,0-4 58,-5 5 0,0-1 195,1 5 1,-1 1-137,1 3 1,-1-2 236,0 6 1,-3-2-3,-1 2 92,-5 3 0,6 1-44,-5 8 1,1 3 16,-5 2 0,0-1-455,0 0 0,0 5 134,0-1 1,0 1-327,0-5 1,0 1 211,0-1 0,0 1-1176,0-1 0,0 0 1424,0 1 0,-6-1 0,-1 1 0</inkml:trace>
  <inkml:trace contextRef="#ctx0" brushRef="#br0" timeOffset="34">19427 5420 7657,'-13'4'-872,"1"0"1634,5 0 0,0-4 227,3 0 186,3 0-425,-5 0-394,6 0 1,2 0-131,2 0 1,-2 0 67,7 0 1,-1 0 15,4 0 1,1 0-88,-1 0 1,5 0-40,-1 0 0,6 0 32,-1 0 1,2-1-106,2-3 0,0 2 81,0-2 1,5 3-138,3 1 1,3-4-92,1 0 1,5-2-80,-1 2 0,7 1-147,2-5 0,0 4 29,3-5 0,-3 5 25,-5-4 0,5 4 70,0-4 0,-6 4 2,1-5 0,-5 7-14,-3-3 1,-1 0-68,-3 1 1,-2 0 69,-7 4 0,-4-5-222,-4 1 0,-2 0-173,-1 4 1,-1 0 197,0 0 0,-3 0-1240,-1 0 853,-5 0-325,8 6 1056,-10 1 0,-1-1 0,-7 0 0</inkml:trace>
  <inkml:trace contextRef="#ctx0" brushRef="#br0" timeOffset="35">19390 5817 7657,'-13'0'679,"1"0"1,4 0 215,-1 0 817,6 0-728,-2 0-401,5 0 0,5-2-163,4-2 0,7 1 6,5-5 0,2 4-53,2-4 1,4 4-136,0-5 1,6 7-78,-2-3 1,2 0 30,3 1 1,3-4-188,0 3 0,5 0 99,-5 1 0,9 2-183,-5-2 0,6 2-158,-5-3 0,2 4 22,2-3 1,-1 1 15,1-1 1,-6 3 83,-3-4 0,-3 0-268,-5 1 0,1-2 140,-5 2 1,-1 3-219,-8-3 0,-2 2-210,-5 2-582,-1 0-45,-5 0-220,-2 0-418,-5 0 1936,0 0 0,6 6 0,1 1 0</inkml:trace>
  <inkml:trace contextRef="#ctx0" brushRef="#br0" timeOffset="36">21350 5110 9979,'0'14'1234,"0"2"0,-2 10-704,-2 11 1,-3 13 103,-5 12-706,-1 6 1,5-29-1,-1 2 1,-1-1-1,0 1 294,1 0 0,-1-1-422,-2 0 1,0 0 0,5-3 0,-1-1 152,-2-1 0,0 0 0,-10 33-57,0-6 0,-2-3 57,5-5 1,2-2 64,7-10 1,-2 2-306,6-7 1,0-8-842,4-13-56,0-2-325,0-7 265,5-1 0,2-12 1425,6-2 1,4-14 0,3-4 0</inkml:trace>
  <inkml:trace contextRef="#ctx0" brushRef="#br0" timeOffset="37">21288 5246 7657,'18'-12'0,"-3"1"683,5 2 0,-3 0-252,4 5 0,-1 0 681,5 4-719,5 0 1,-3 5-76,2 3 0,-3 3-251,-2 1-3</inkml:trace>
  <inkml:trace contextRef="#ctx0" brushRef="#br0" timeOffset="38">21486 5524 10678,'-26'20'-256,"-10"3"-123,-1-2 1,4-3 44,0-6 0,5-3-118,-1-1 0,3-5 55,1 1 1,6-3-136,2-1 1,2-5 531,-1-4 0,6-2 0,-2-1 0,7-12 0,0-2 0</inkml:trace>
  <inkml:trace contextRef="#ctx0" brushRef="#br0" timeOffset="39">21474 5296 6485,'5'-7'590,"-3"0"331,2 3-262,3 3-369,-6-11 1,9 10 109,-6-7 115,0 7-315,1-9 0,-2 5 115,5-2 135,-5 2-165,8 1 100,-9 3-183,9-3 0,-9 5 98,7 0-20,-7 0-91,4 5 1,-5 2-25,3 6 1,-2-1 7,2 1 1,-3-1 16,-1 0 0,0 1-15,0-1 1,-1 1-946,-3-1 0,1 2 286,-5 2 0,4-2 252,-5 3 1,1 1 134,-4-2 1,-1 2-54,1-1 1,-5-4 92,1 4 0,-1-3-141,5-2 0,-5 0 65,1 1 1,-5-5-103,5 0 1,-1-5 73,5 1 0,-1-2-168,1-2 0,-1 0-672,1 0 304,0 0-146,-1 0 321,6 0 522,2 0 0,5 0 0,5-6 0,2-1 0</inkml:trace>
  <inkml:trace contextRef="#ctx0" brushRef="#br0" timeOffset="40">22379 5333 7737,'7'-21'0,"-3"1"0,-2-7 538,-2 7 1,-2 1-120,-2-2 1,-3 6 282,-5-2 1,-2 5-271,-2 3 1,0 4-172,-4 5 0,-2 0-61,-7 0 1,3 10 112,-3 2 0,-3 10-92,-1 3 0,-2 4-25,2 4 1,2 7 75,2-3 1,2 6-60,-2 2 0,7-3-263,2 7 1,5-2 262,-2 3 0,5-1-97,3 1 0,4-3 33,5-6 1,1-1-151,3-11 1,7-4-22,6-5 1,5-9-31,-1 2 1,2-9 14,2 0 0,1-4 59,3-4 0,-3-3-785,3-5 1,-4-1 507,-4 1 1,-3 0-1494,-6-1 1,-1 1 851,-3-1 0,-2 5-784,-6 0 1680,0 0 0,-6-5 0,-1 1 0</inkml:trace>
  <inkml:trace contextRef="#ctx0" brushRef="#br0" timeOffset="41">21933 5767 7737,'-7'0'3621,"1"0"-2640,6 0 1,7-1-530,6-3 0,2 2-189,10-2 1,-3 1-398,7-1 0,-2 1 180,2-5 0,-1 4-1086,5-4 1,-10 1 691,2-1 0,-4-3-1472,-1 2 1,-2 2 839,-5-1 1,-6 4 979,-3-4 0,-3 5 0,-2-4 0,-3 3 0,-3 3 39,-6-4 1,5 4-167,0 1 488,-1 0 1,-2 1-69,3 4 1,-2-3 946,6 7 1,0 0-384,4 8 1,0-3-206,0 2 1,0 3 97,0 2 0,4 2-312,0 2 0,6 0-351,-2 0 1,3-4 41,2-1 1,-1 1-1003,1 4 1,-2-6 589,-3-2 1,3-5-503,-3-4 1,3 2-1270,2-6 0,-1 0 2054,0-4 0,6-11 0,2-3 0</inkml:trace>
  <inkml:trace contextRef="#ctx0" brushRef="#br0" timeOffset="42">22764 5234 8671,'0'-7'2830,"0"3"-2043,0 8 1,0 4-260,0 9 0,0-1-33,0 9 0,-2 0-106,-2 12 1,2-1-150,-7 9 1,4 2-324,-8 7 1,2-2-135,-9 6 1,-1-1 82,-4 1 0,0-3 179,1-6 1,3-5-172,0-2 0,7-9 105,2-4 50,5-9 1,7-2 127,0-5 1,6-6-125,2-3 1,7-3-2,2-1 1,5 0 315,-2 0 1,4-4-494,1 0 0,-1-4 81,1 3 1,0-3-763,0 4 0,0-4-276,-1 4 1,-4-5-608,-4 5 1,2-4 1708,-1 4 0,-1-11 0,-3 1 0</inkml:trace>
  <inkml:trace contextRef="#ctx0" brushRef="#br0" timeOffset="43">23111 5966 7738,'7'-6'479,"4"-1"1,-8-4 250,5 3 84,0 2 0,3 8-336,-2 2 1,0 3-54,-4 5 1,-1 6-119,-4 3 0,0 4-172,0 3 0,-2-1-107,-2 2 0,1 1 73,-5-1 1,4 0-224,-4-4 0,5-6 173,-1-3 1,-2-2-423,2-1 250,0-7 1,7-3-44,5-11 1,0-6 12,9-11 0,2 1-54,2-1 1,2 0 63,2 0 1,-1 0 29,-4 1 1,4 4 62,-4 4 1,-2 6-24,-1 2 0,-3 5 155,-2-1 1,-5 9-104,-3 8 1,-3 1 143,-1 6 0,0 0-44,0 0 1,-1 2-48,-3-5 1,2 4-17,-2-5 0,-1 5-351,1-5 1,0 2-287,4-1 0,0-4 278,0 4 1,-2-3-2158,-2-2 2498,3 1 0,-5-1 0,6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0T02:00:21.81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8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11140 6052 8514,'0'7'1602,"0"0"-1157,0-3 1,1-2 231,4 2-13,-4-3-404,10-1 1,-3 0-29,9 0 0,-2 0 45,6 0 0,-1-1-179,5-3 1,1 2 124,3-2 0,8-1 0,9 0 0,2-4-197,2 1 0,5 1-150,3-2 0,4 3 189,4-3 1,-3-2-202,4 3 0,-4 1 283,-1-1 0,6 5-52,-33 1 0,0 0 0,28-4-236,-1 2 0,-2-1-74,2 1 0,-2 2-203,-2-2 0,-3 1 141,-5-1 0,-5 3 187,1-3 0,-2-2-118,1 2 1,-2-4 159,-6 4 1,5-5-305,-1 5 0,5-4-33,-5 4 0,0-4-60,-4 3 0,-1 0 233,-3 1 1,-2 2-315,-6-2 1,-2 3 89,-2 1 0,-3-4-74,-6 0 1,0 0 605,1 4 0,-1-6 1,1-1-1</inkml:trace>
  <inkml:trace contextRef="#ctx0" brushRef="#br0" timeOffset="1">13237 5693 7827,'5'-7'297,"-2"0"-298,5 3 0,-4 2-132,4-2 0,2 3 0,7 1 0,-2 0 1875,6 0 0,-1 0-817,5 0 1,4 5-628,0 4 1,4 2-121,-4 1 1,4 0-103,-4 1 1,-4-1-126,-5 1 1,-3 3 86,4 1 0,-10 1-305,1-2 0,-8-1 114,0 6 1,-8-4-100,-4 3 0,-4 0 79,-5 0 1,-2 2-35,-6-5 0,-1 5 82,-3-1 1,-2-2-6,-2 1 1,-2-4-595,1 0 1,1 2 282,-4-1 0,7-1 441,-7-3 0,2 4 0,-2 3 0</inkml:trace>
  <inkml:trace contextRef="#ctx0" brushRef="#br0" timeOffset="2">11165 9810 24575,'0'0'0</inkml:trace>
  <inkml:trace contextRef="#ctx0" brushRef="#br0" timeOffset="3">7406 4366 8074,'-4'-25'166,"0"0"1,-5 4 16,5 1 0,-1-1-71,1-4 0,2 6 703,-2 2 0,1 4-241,-1 0 0,2 1-163,-7-1 1,1 6-140,-4 3 0,-6 3-133,-3 1 1,-4 7-16,-4 5 1,-2 2-97,-7 7 1,0 4 6,-4 3 0,4 7 33,-4-2 1,4 3-189,1 1 1,1 0 38,3 0 0,4 1 152,8-1 1,9-1-20,8-3 1,2 1 43,2-5 0,11 0 35,6-4 1,6-6 19,6-2 0,4 1-80,9-2 1,-4 1 25,3-5 0,2 1-105,-1-1 1,-1 0 109,-4 1 0,-1-1-149,-3 1 1,-3-4 115,-5 4 1,-6-4-132,-2 8 0,-7-2 30,-2 1 1,-7 2 21,-1 3 1,-1 2-72,-7-2 1,-5-2 88,-3 2 0,-2-4 113,1 3 1,-2-3-119,-6 4 1,0-6-134,1 1 1,-1-3 90,0-5 0,-4 2-547,0-6 0,-1 0-46,1-4 1,3-2-287,-3-2 1,2-3 74,3-5 0,4 0 344,4-1 0,3 1-722,5-1 1221,3 1 0,-1-6 0,-1-1 0</inkml:trace>
  <inkml:trace contextRef="#ctx0" brushRef="#br0" timeOffset="4">7654 4378 8003,'0'-12'558,"4"-1"90,0 1 1,1-1 1884,-5 1-1161,5 5-739,-4 2 0,9 6-210,-6 3 1,4 4 4,-3 9 1,-1 4-107,-4 8 1,0-2-279,0 6 0,4 0-36,0 4 1,0 2-107,-4 2 0,-1 3-269,-3 6 0,1 1 84,-5 3 1,-1-3 98,-3 3 0,1-1 13,3-3 1,-2-3 302,6-10 0,0-5-142,4-3 0,1-5 444,3-3 0,3-4-89,6-9 0,-1-3 56,0-5 0,5 0-109,-1 0 0,6 0-91,-1 0 0,-2-5-462,2-3 1,0-3 112,4-2 1,-6 1-1107,-3-1 0,2 1 287,-1 0 1,-2-5-86,-7 0 1,2 1 69,-6 4 0,2-2-1461,-2-3 2443,-3 3 0,-1-14 0,-7 1 0</inkml:trace>
  <inkml:trace contextRef="#ctx0" brushRef="#br0" timeOffset="5">7964 4787 9476,'0'9'1499,"0"-1"1,-4 0-948,0 5 1,0 0 301,4 4 0,0-2-324,0 6 0,0-1-220,0 5 0,0-4-127,0-1 1,1 1-116,3 4 1,-2-6-423,2-2 0,-3-3 256,-1-2-776,6 0 606,1-5 1,5-3-556,0-8 1,1-4 294,-1-9 0,1 2 11,-1-5 0,0 3 209,1-4 0,-1 5 273,1-5 32,-1 6 1,1-1-179,-1 7 0,-4 4 1043,0 5-681,1 0 0,-1 1 397,0 3 0,-5 5-237,1 7 0,-2-1 84,-2 6 1,0-6-289,0 2 0,0 0-364,0 0 1,0 4-861,0-5 1,0 1 91,0-5 534,0 6 0,0-4-933,0 2 1394,0-7 0,5 2 0,2-4 0</inkml:trace>
  <inkml:trace contextRef="#ctx0" brushRef="#br0" timeOffset="6">9143 4366 7833,'0'7'325,"0"-1"201,0-1-37,0-4 0,0 10-40,0-3 1,-6 3-119,-2 2 1,-3 3 49,-1 1 1,-2 6-114,-3 2 0,-2 1-24,-6 7 1,0-4 8,0 4 1,-5 4-147,-3 5 0,-3 3-340,-1-3 0,-2 6 170,-2 1 1,-2 5-8,21-25 0,-1 0 1,-1 1-1,0 1-122,1-2 1,0 0-1,1 1 1,0 0 47,-1 1 1,1 0 0,-1 2 0,1 0 39,0 1 1,-1-2 0,-1 0 0,1-2 92,2 0 1,1-2-1,-4 1 1,1 0-30,0 2 0,0 0 0,1 0 0,0 0 78,0 0 0,-1 0 1,0 0-1,-1 0-18,-3 0 1,0 0 0,1 0 0,0 0-11,-3 0 1,0 0 0,3 0-1,0 0-203,-1 0 0,0 0 1,-1 1-1,1 0 260,0 1 1,0 0 0,-1-1 0,1 1-3,-1 2 1,2 0 0,2-3 0,1 1-46,-2 0 0,0 0 0,4 1 0,0-1 29,-2 0 0,0 1 1,3-1-1,0 1-198,0-1 0,-1 0 0,-16 26 166,4 3 1,-2-8 91,6 0 0,-4-2 1,4 2 0,-1-7 0,1 3 0,7-9 9,-3 0 1,4-4 35,1-4 0,2-2 130,5-6 1,2-6-252,3-3 1,-3-2 975,3-1-1070,2-1 536,1-5-1007,5-2 144,0-5 1,0-5-409,0-3 0,1-9-727,3-4 1522,-2-2 0,14-2 0,-2 0 0</inkml:trace>
  <inkml:trace contextRef="#ctx0" brushRef="#br0" timeOffset="7">7667 6933 9224,'0'-7'1943,"0"2"0,1 0-1384,3 1 0,-1 0-154,5 4 0,4 0-87,5 0 1,6-4-81,2 0 0,1 0 26,8 4 1,-1 0-234,4 0 0,0 0 116,0 0 1,0 0-288,1 0 0,-2 0 142,-3 0 0,-4 4-589,-9 0 1,-2 4 326,-5-4 0,-2 6-436,-3-2 1,-4 7 231,-8 2 1,-4 5 28,-9-1 1,2 6 125,-6 2 0,-4 2 129,-4-3 1,-1 0 122,1 5 0,2-1-45,-6 1 1,4 1 263,-5-5 0,1 0-173,-4-4 1,0 4 439,0 0 0,0-4-139,-1-5 0,5 0 16,0 0 1,6 2 25,-2-5 1,8 1 106,4-2 1,5-2-47,4 3 0,2-4-118,6 0 1,2-5-172,2 0 1,3-5 132,5 1 1,6 2 91,3-2 1,2 0-98,2-4 1,1 0 7,3 0 1,-3-4-97,3 0 1,1 0 76,-1 4 0,2 0-241,-2 0 0,1 0 71,3 0 0,3 0-112,-3 0 1,-1 0 55,1 0 1,-6 0-450,2 0 0,-4 0-148,-4 0 1,-2 0-355,-2 0 0,-8 0-1792,4 0 2035,-9 0 1,3 0-882,-3 0 1360,-3 0 0,-12-6 1,-9-1-1</inkml:trace>
  <inkml:trace contextRef="#ctx0" brushRef="#br0" timeOffset="8">8547 7578 7794,'6'-19'159,"1"-1"74,5 4 1,-5 2 177,-3-3 1,-1 4-129,1 0 1,-3 5 514,4 0-515,-4 5 1,-7-3-35,-2 6 0,-3 0-43,-1 0 0,-1 5-59,1-1 1,-2 5 41,-2 0 0,0 3-13,-4 5 0,5-4-80,-2 4 0,-1 2 65,2 2 1,-2 2-180,1 2 0,3 4 98,-2 0 1,3 5 104,5-1 0,-2 3-60,6 1 0,0 1 118,4-1 0,0-4-60,0 0 1,6-7 3,2-1 1,7-6-130,2-6 0,6-5 70,2 0 1,0-5-489,4 1 0,-3-8 228,-1-4 1,-1-7-1049,1-2 1,-5-4 580,-4 5 0,-3-1-474,-5 5 0,1 0 231,-4-1 0,-3 2 842,-6 3 0,-8-9 0,-7 3 0</inkml:trace>
  <inkml:trace contextRef="#ctx0" brushRef="#br0" timeOffset="9">8386 7813 7794,'-12'0'496,"-1"0"151,6 6 1,2-3 1491,5 5-1578,0-5 0,7 6 50,5-4 0,5 3-197,3-4 1,4 0-757,-4-4 1,4 0 255,1 0 0,-1 0-1058,1 0 1,0 0 364,0 0 0,-6-4-197,-2 0 1,-1-6-578,-3 2 1553,2 2 0,-8-10 0,5 2 0</inkml:trace>
  <inkml:trace contextRef="#ctx0" brushRef="#br0" timeOffset="10">8634 7776 7794,'-5'13'-556,"-1"-1"770,-2 0 1,-2 1 733,6-1 0,-4 5-148,4-1 1,-5 6-352,5-1 0,-1 3 309,1 0 1,2-3-295,-2 0 1,3-2-392,1 2 0,0-2 85,0-3 1,5-2-895,3 3 0,-1-8-87,2 0 0,-1-7-583,4 3 0,5-5-511,-1-5 1917,1-1 0,1-12 0,1-2 0</inkml:trace>
  <inkml:trace contextRef="#ctx0" brushRef="#br0" timeOffset="11">8944 7491 12863,'0'14'992,"0"2"0,0 4-667,0 4 0,-1 7-246,-3 2 1,-2 8 79,-2 5 1,-3 2-250,3 1 1,-7 5 204,-2 0 0,2-2 79,7-6 0,-2-9-10,6-8 0,0-3 95,4-1 1,0-10-37,0-3 0,5-7-7,3-1 0,3-3-182,2-1 0,3-4 98,1 0 1,4-6-761,-5 2 1,5-3 309,-5-1 0,2 3-1422,-1 1 0,-3 1 510,2-1 0,-2-3 156,-2 3 1,-5 1 367,-3-2 686,-2 7 0,3-9 0,2 4 0</inkml:trace>
  <inkml:trace contextRef="#ctx0" brushRef="#br0" timeOffset="12">9155 7851 8625,'0'8'1292,"0"0"0,0-4-698,0 5 1,0-1 403,0 4 1,0 2-430,0 3 0,0 1-254,0 2 1,0 4-234,0-4 1,0 0-161,0 0 0,0 0-3,0 0 1,0-2 223,0-5-474,0-7 188,0 0 0,6-9-713,2-5 1,7-4 346,2-9 0,1-3-187,-2 4 1,-1 2 310,6 1 0,-6 4 199,2 0 1,-4 2 131,0 3-106,-1 2 1,1 8 550,-1 2 1,-5 3-272,-3 5 1,-3 5 456,-1-1 1,0 5-231,0-5 1,-1 5-123,-3-4 1,1 5-538,-5-2 1,4-2-722,-4-1 1,5-3-1575,-1-2 2607,2 0 0,-3-5 0,-2-1 0</inkml:trace>
  <inkml:trace contextRef="#ctx0" brushRef="#br0" timeOffset="13">9862 7962 7718,'-12'13'223,"-1"-1"1,5-5 90,0-3 0,4-2 185,-4-2 0,3 0-86,-3 0 0,4-2 110,-4-2 1,4-3-109,-5-5 1,5-2-104,-4-3 0,4-3-104,-5-9 1,5 1 2,-4-5 0,4-1-186,-4-8 0,5-2 111,-1-5 1,2 3-80,2 1 1,6 3-52,2-3 1,3 10 48,2 2 1,-1 6-41,0 2 1,2 4 81,3 1 1,-3 4 98,2 0 0,-1-2-87,2 2 0,-2-1 57,6 5 0,-5-1-50,5 1 1,-6 3 6,2 1 1,0 5-162,0-1 0,4 3 49,-5 1 1,1 7-146,-5 5 1,-1 3 63,-3 10 1,2-3-105,-6 7 1,0 3 43,-4 1 0,0 7-195,0 1 1,0 1 40,0-5 0,-1 1 24,-3 4 1,1 0-75,-5 4 1,4-3 50,-5-6 0,5 0-129,-4 0 0,5-5 89,-1-3 0,3-8-178,1-5 1,1-3 95,3-5 1,-1 1-269,5-4 1,1-7-6,3-6 678,-5-3 0,9-7 0,-2-1 0</inkml:trace>
  <inkml:trace contextRef="#ctx0" brushRef="#br0" timeOffset="14">10557 7379 7975,'0'-16'0,"0"-1"0,1 1 286,3 3 0,-2 1-42,2 0 0,-3 3 1284,-1 1-1015,0 0 0,0 0-232,0-1 1,-5 6-13,-3-1 0,-3 8 0,-2 5 0,-3 2-222,-1 1 0,-5 2 132,1 2 0,2 2-243,-2 3 0,6 1 91,-1-5 1,3 3-173,5-3 1,2 4 33,6-5 1,0 2 23,0-1 0,7-4-7,6 4 0,5-3-122,7-2 0,1 0 140,3 1 0,-3-1 38,3 1 0,-3-1 123,-1 0 0,-2 1-68,-2-1 1,-3-1 161,-6-2 0,-1 2-47,-2-3 0,-4 3-44,-5 1 0,-1 2-61,-3 3 1,-3-4 2,-6 4 1,-1 1-226,-2-2 0,1 1 82,-6-5 1,5 1-382,-5-1 1,6-1 177,-2-3 1,-1 2-450,2-6 1,-1 0 293,5-4 0,-1-1-275,1-3 0,1-3-42,3-6 788,-3-4 0,9 3 0,-3-4 0</inkml:trace>
  <inkml:trace contextRef="#ctx0" brushRef="#br0" timeOffset="15">10817 7392 7975,'9'-6'689,"-1"-2"0,-4-2 269,4 2-437,1-3 0,2 8-168,-3-5 0,-1 5 338,-3-1 1,-1 3-210,5 1 1,-5 5-124,1 4 1,-1 3-366,1 5 1,-3-2 117,3 5 0,-4 5-65,-4 4 1,1 4 114,-5-4 1,0 10-394,-4-2 1,-1 4 74,1 1 1,1-4-144,2 3 1,-2-2 131,3-2 0,3 0 95,0 1 1,0-8 288,1-5 0,0-6-76,4-6 1,5-2 95,3-3 1,-1-3-37,2-5 0,0-1-76,8-3 1,-3-2 6,2-2 1,-1-3-663,2 3 1,-3-3-229,2-2 0,-2 1-557,-2 0 0,1 3-1521,-1 1 2836,1 5 0,-1-8 0,0 4 0</inkml:trace>
  <inkml:trace contextRef="#ctx0" brushRef="#br0" timeOffset="16">11103 7727 7772,'0'-7'3256,"0"1"-2240,5 6 1,-2 2-451,5 2 1,-5-1-103,1 5 1,2 4-192,-2 5 1,0 1-113,-4-2 0,0 3 16,0 6 1,0-1-91,0-4 1,0 4 128,0-4 1,-4 0-649,0 0-576,0-4 786,4-4 1,2-6-152,7-6 1,-1-7 109,8-6 0,0-1 41,0-6 1,-1 3 137,6-3 1,-6 4 124,2 0 1,-4 3-4,0 5-101,5-3 1,-4 10 298,2-3 0,-6 2-114,-2 2 1,-5 6 157,1 2 1,1 3-98,0 1 1,-1 5-198,-4 0 0,0 3-430,0-3 0,0-1-660,0-3 0,0 3-2140,0 1 3244,-6 5 0,-1-8 0,-5 4 0</inkml:trace>
  <inkml:trace contextRef="#ctx0" brushRef="#br0" timeOffset="17">11195 5671 8008,'8'-4'-25,"0"0"38,-6 1 265,9-2 1,-6 2-69,2-5 1,0 6 476,-3-2-453,-3-3 1,8 5 707,-5-6-576,5 6 1,-8-5 380,3 3-295,2 3-355,-4-4-250,3 5 203,-5 0 1,-5 1-173,-3 3 0,-4 2 50,-3 6 0,2 1 52,-2 2 1,-2-2 71,2 2 0,-6 2-7,2-1 1,1 0-25,-1 0 0,1 0 21,-2 4 0,-1 1-37,1-1 1,2-2 48,-1 1 1,5-1 121,-1 1 0,2 2-116,1-6 0,6 0 183,2-3-140,3-1 338,1 1-276,0 0 0,3-5-28,1 1 1,5-5-76,-1 0 0,-2 3 52,2-3 0,0 1-94,3-4 1,1 4 84,-1 0 1,5 0-125,-1-4 1,2 4 90,-2-1 1,-1 1 59,6-4 1,-1 0-110,4 0 1,-4 0-2,1 0 1,-2 0-101,1 0 1,3 0 131,-3 0 1,-2 0-138,-2 0 1,2 0 65,-2 0 1,2 0-119,-2 0 1,-5 0 73,6 0 1,-10 0-502,6 0 284,2 0 1,-1 0 32,2 0 1,-6 0-846,-1 0 726,0 0 1,-1 0-762,1 0 228,-5 0-900,7 0 1797,-9-5 0,4 4 0,-5-4 0</inkml:trace>
  <inkml:trace contextRef="#ctx0" brushRef="#br0" timeOffset="18">8622 11249 7969,'7'-6'0,"-2"4"-30,-5-7 1,4 5 186,0-4 1,1 4 192,-5-4 0,1 1 164,3-2-297,-3-2 1,6 5 148,-3-7 0,-2 1-143,2-1 1,1 5 92,0 0 0,-1 0 187,-4-5-77,5 1 1,-3-1-82,2 1 0,-3 4-94,-1-1 1,0 5-29,0-4 1,-5 5-1,-4-1 1,-2 3 27,-1 1 1,-2 0-29,-2 0 1,0 0-1,-4 0 1,-1 1 208,-4 3 0,0 3-182,1 5 0,-5 5-83,0 0 1,-4 5 12,4-2 0,-6 4-284,2 1 1,2 3 83,-3 1 0,7 4-46,-2-4 1,4 4 25,4-4 0,5 0 16,8-4 1,2 1 75,6 3 0,0-7 112,0 3 0,7-7-84,5 3 1,2-5 6,7 5 1,0-2 23,3 2 1,1-3-23,0-6 1,0 2 72,0 3 1,-1-5-62,1 0 0,-4 5-132,0-5 0,-2 5 124,2-1 0,1-1-193,-6 6 1,1-4 38,-5 3 1,-4 1-58,1 4 0,-7-4 96,3-1 0,-4-1 19,-1 2 0,0 3 117,0-4 0,-6 0-123,-2 0 0,-4-3-22,-5 3 0,2-4 35,-6 0 1,2-2-167,-2-2 0,-2-5-174,2-3 0,-4 2-342,-4-2 1,5 0-145,-1-4 1,0-5 320,4-4 0,3-3-945,2-5 1,4 2 689,3-5 0,0-1-1630,4-4 2386,1 0 0,10-5 0,1-2 0</inkml:trace>
  <inkml:trace contextRef="#ctx0" brushRef="#br0" timeOffset="19">8895 11150 7969,'12'-18'585,"3"0"926,-2-3-375,7 3 0,-11 10-501,7 0 1,-6 5 291,-2-1 0,-5 8-373,1 4 1,-3 5-39,-1 3 0,0 4-227,0 4 1,0 2-102,0 3 1,-4 5-59,0 7 0,-6 3-210,2 6 1,-3 1-290,-1 2 1,-5 5 116,1 8 0,-5-2-41,4 2 0,-3-4 125,3-4 1,1-3 466,3-6 0,6-4-139,3-4 1,3-9 39,1-8 0,5-2 134,4-9 0,6 1 176,1-10 1,8 4-21,1-4 0,-1 0-63,5-4 0,2-4-579,-2 0 1,-2-6 66,-6 2 1,2 1-1639,-2-1 0,-2 0 873,2-5 0,-6 5-2441,2 0 1783,-4-1 1508,0-3 0,-1 0 0,1-1 0</inkml:trace>
  <inkml:trace contextRef="#ctx0" brushRef="#br0" timeOffset="20">9292 11733 7969,'0'7'1968,"-6"4"0,5-5-1216,-3 7 0,2 1 726,2 2 0,0 2-722,0 3 0,0 2-261,0-2 1,0 2-306,0 2 0,0 0-342,0 0 0,0-1-174,0 1 1,0-4 302,0 0 0,0-10-607,0 1 1,2-8 252,2 0 0,3-8-666,5-4 1,5-4 284,-1-5 0,2 2 225,-1-6 0,-2 5 335,5-5 1,-10 12 211</inkml:trace>
  <inkml:trace contextRef="#ctx0" brushRef="#br0" timeOffset="21">9540 11980 16002,'0'12'354,"0"6"-428,0-2 1,0 5-650,0-5 1,0 2-1624,0-1 0,0-3 358,0 2 1988,0-2 0,-6 4 0,-1 1 0</inkml:trace>
  <inkml:trace contextRef="#ctx0" brushRef="#br0" timeOffset="22">10768 11261 7969,'0'-12'1675,"0"0"1,1 1-444,3 2 0,9 4-587,7 5 0,5 0 336,4 0 1,3 0-319,5 0 0,10 0-123,3 0 1,2 1-377,-2 3 0,-1-2 87,1 2 1,2 1-389,-2-1 1,1 5 180,-10-5 0,5 1-517,-5-1 0,-1-1 342,-7 5 0,-7 1-724,-5 3 0,-10 1 59,1-1 0,-7 4-5,-1 1 0,-14 6 185,-7 2 0,-6 6 200,-6 6 1,-3 1-114,-5 4 0,-1-2-93,-4 5 0,2 1 490,-5 3 1,1-5-93,-2-2 1,-1 0 409,6 0 0,-6 0 70,2 0 1,3-4 316,5 4 0,1-5-90,7-4 1,4-1-201,5-3 1,9-9 1190,-2 1-940,9-6 0,4-4 59,8-3 0,5-1-179,3-3 1,4-2 168,5 2 1,1-3 62,3-1 1,-2 0-163,6 0 1,-4-4-715,4 0 1,-4 0 207,4 4 0,-5 0-375,1 0 1,-3 0 349,-1 0 0,-3 1-1991,3 3 0,-7 3 93,6 6 1945,-7-1 0,6 1 0,-3-1 0</inkml:trace>
  <inkml:trace contextRef="#ctx0" brushRef="#br0" timeOffset="23">11934 12043 7969,'0'-18'608,"0"-3"1,0 2-158,0-2 0,4 6 742,0-2-322,0 4-352,-4 0 0,-5 6-179,-3 3 0,-5 4-261,-3 4 1,0 5-26,-4 7 1,-5 5 58,-4 8 1,-4 4 252,4 8 0,-5 9-460,0 8 1,4 2 316,1 2 1,4-4-208,5 0 1,2-1 1208,5 0 1,7-7-455,1-9 1,10-9-447,3-7 1,4-3-373,5-10 0,2-2 108,6-10 0,4-6-743,0-2 0,0-3 746,-5-1 1,0-1-889,-3 1 1,1 0 419,-6-1 0,-1 1-3972,-6-1 2873,-4 1 0,-5 0 187,0-1 1,-10 5 1315,-2 0 0,-9-6 0,2-5 0</inkml:trace>
  <inkml:trace contextRef="#ctx0" brushRef="#br0" timeOffset="24">11661 12402 7969,'-8'4'716,"0"1"1,5 0 258,-1-1 1,2-1 472,2 5 1,0-4 544,0 5 0,6-5-1033,2 4 0,9-5-357,3 1 0,4-3-218,0-1 1,1 0-1834,0 0 0,0 0 947,0 0 1,0-4-798,-1 0 1,-3-4-248,0 4 0,-8-2-3140,0 2 4685,-1 3 0,-10-10 0,3 4 0</inkml:trace>
  <inkml:trace contextRef="#ctx0" brushRef="#br0" timeOffset="25">11860 12415 7969,'0'19'0,"-5"-1"874,1-6 0,-1 1-115,1-1 0,2 6 16,-2 3 1,-1 1 975,0-2 1,1 4-854,4-3 1,0 2-344,0 2 1,0-5-186,0 1 0,6-7-1381,2-2 0,5-1 687,3-7 0,-1 1-1355,6-5 0,0-7 64,3-6 1,1-5-1842,0-6 3456,5-7 0,2-6 0,5-7 0</inkml:trace>
  <inkml:trace contextRef="#ctx0" brushRef="#br0" timeOffset="26">12319 12030 7969,'5'-12'3571,"-4"5"1,5 3-2762,-6 8 1,0 8-72,0 9 1,-1 4-297,-4 4 0,3 2 304,-7 7 0,3 4-277,-3 4 1,-2 6 15,3 2 0,-3 5-378,-1-1 0,3-1-120,1 1 1,4-7-1,-4-2 1,5-10 187,-1-10 0,4-9-397,4-3 1,3-5 165,5-3 1,2-5-469,2-8 0,0-3 233,4-6 0,0-3-2122,0-1 0,2-1 482,-5 2 1,-1 2 1929,-3-3 0,-1 4 0,1 0 0</inkml:trace>
  <inkml:trace contextRef="#ctx0" brushRef="#br0" timeOffset="27">12517 12502 7969,'-1'12'2095,"-3"0"1,2-2-470,-2 2 1,-2-1-834,2 10 0,0-4 207,4 3 1,-4 1-434,0 4 0,0-5-438,4 1 0,0-6-150,0 2 1,4-3-247,0-2 0,6-5-376,-2-3 0,3-4 528,1-4 1,2-3-567,3-5 1,-2-2 208,6-3 1,-5 4-105,5-4 1,-2 3 170,2 2 0,-3 1 324,-6 3 1,1 1-190,-1 2 245,0 4 0,-1-3 301,-2 8 0,-2 3-143,-3 5 1,-3 1-295,3-1 0,-2 5 36,-2-1 0,0 1-1088,0-5 0,0 5 1213,0-1 0,-6 1 0,-1-5 0</inkml:trace>
  <inkml:trace contextRef="#ctx0" brushRef="#br0" timeOffset="28">13671 11757 7683,'-13'0'340,"1"0"1,11 0-263</inkml:trace>
  <inkml:trace contextRef="#ctx0" brushRef="#br0" timeOffset="29">13645 11757 13103,'8'0'211,"17"0"290,5 0-429,7 0 1,0 0 74,1 0 0,4 0-644,4 0 0,-2 0 375,1 0 1,0-4-422,0 0 0,2-5 231,-6 0 1,-1 2-1164,-7-1 0,-4 5 105,-8-1 1370,-3 3 0,-6-5 0,1-1 0</inkml:trace>
  <inkml:trace contextRef="#ctx0" brushRef="#br0" timeOffset="30">13696 12067 7683,'-17'0'277,"0"0"0,5 0 1526,7 0-1333</inkml:trace>
  <inkml:trace contextRef="#ctx0" brushRef="#br0" timeOffset="31">13645 12067 12981,'9'-4'508,"12"0"1,5-1 24,7 1 0,4 1-498,5-5 0,-4 1 43,4-2 0,-4 0-1115,-1 5 0,3-1 666,-2 5 1,2 0-1560,-7 0 1,1 2 1929,-1 2 0,3 3 0,-4 5 0</inkml:trace>
  <inkml:trace contextRef="#ctx0" brushRef="#br0" timeOffset="32">15594 11571 7683,'1'-20'452,"3"-1"1,-3 2-89,4-2 0,-4-1 39,-1 5 0,0-5 234,0 2 0,0-4 217,0 0 0,0 3-262,0 0 1,-4 5-212,0-5 1,-6 6-157,2-2 0,-3 4-30,-2 0 0,0 6-61,-4 3 0,-2 3 61,-6 1 0,0 9 43,0 4 0,-5 9 3,-3 3 1,-3 6-25,-1 11 1,-2 3-409,-2 9 0,21-24 0,1 2 296,-2 2 0,1 2 0,0 2 1,1 1 62,0 0 0,1 1 1,2 1-1,0 1-46,1-3 1,1 0 0,4 2 0,1-1 57,3-2 1,0-1 0,0 0 0,1 0 2,1 25 0,1-9 21,7-16 0,3-7 39,5-9 1,5-1-25,-1-7 0,5-3 48,-4-10 0,5 0-48,-2 0 0,4-6 40,1-2 1,-1-5-245,1-3 1,-1-2-1052,-4-3 1,2-2 504,-5 2 1,-1-1-1408,-3 1 0,-6-1 442,-3 6 1,-3-5-14,-1 5 0,-1-1 521,-3 5 0,-3-5 495,-6 1 1,-3-1 106,-1 5 0,-5-5 386,2 1 0,-4-1 0,-1 5 0,5 3 0,-1 1 0,6 5 350,-2-1 0,4 3 258,0 1 0,6 1 671,3 3 0,3 3 500,1 6 0,5 0-912,4 4 1,3-3-18,4 2 0,4 2-352,5-1 1,4-2 203,-1-7 0,6 2-289,-6-6 0,6 0-649,-5-4 1,5 0-363,-1 0 0,2-5-581,-2-4 0,-3-2-1191,-5-1 1,-5 1-158,1 3 253,-6-3 1332,-2 4 942,-8 0 0,-16-4 0,-3 4 0</inkml:trace>
  <inkml:trace contextRef="#ctx0" brushRef="#br0" timeOffset="33">15457 11956 8196,'1'8'836,"4"0"1,-4-3-429,3 3 0,-2 1 151,-2 8 0,0-2-208,0 6 0,-5-1 376,1 5 0,0 1-269,4 3 0,0 2-82,0 2 1,0 1-628,0-5 0,0 4 193,0-4 0,0 0-851,0-4 1,0-4 581,0-1 1,0 0-1340,0 0 0,0 2 757,0-5 1,0 4 908,0-5 0,6 1 0,1-5 0</inkml:trace>
  <inkml:trace contextRef="#ctx0" brushRef="#br0" timeOffset="34">16127 11299 7761,'7'0'1682,"-2"-2"-606,-5-2-641,6 3 0,-5-3-101,3 8 0,-2 4 208,-2 8 1,-6 9-150,-2 8 0,1 10 1,-1 7 1,-2 5-602,-6 7 0,2 5 308,6-32 0,-1 1 1,0-2-1,0 0-69,1 2 0,0-1 0,-14 31 44,11-31 1,1 0-1,-8 24-45,2-1 0,2-11 46,1-5 1,1-8-62,0-1 1,5-10-15,3 2 0,-2-7 67,2 3 1,0-6 101,4 2-83,5-4 1,2-6 396,6-3 0,-1 2-366,0-2 0,5 0 17,0-4 0,3 0-29,-3 0 1,5 0-74,-1 0 0,-2-4-110,1 0 0,0-2-226,0 2 1,4 3-1208,-3-3 1,-4-2 747,0 2 0,1-1-610,-2 0 1,1 4 1370,-5-3 0,6-8 0,2-2 0</inkml:trace>
  <inkml:trace contextRef="#ctx0" brushRef="#br0" timeOffset="35">16437 12092 11090,'13'6'5291,"-5"1"-4341,0 5 1,-5 0-444,1 1 0,-1 3-179,1 1 0,-3 5 90,3-1 1,-2 3-489,-2 5 0,0-2 110,0 2 0,-4-3-244,-1-1 1,1-5 178,4 1-292,0-11 1,6 1 129,2-11 0,5-7-593,3-6 1,2-5 308,3-6 1,2-1 39,-2 0 0,2 0 209,2 0 1,-4 2 7,-1 2 0,-4 5 250,0 7-150,-2-2 416,-2 10 0,-3-3-184,-1 8 1,-5 3 466,1 5 1,-3 6-217,-1 3 1,0 2-23,0 2 0,0 0 15,0 0 1,0 4-36,0 0 1,1 1-1179,4-1 1,-4-2 514,3 7 0,-3-6-2010,-1 6 0,5 0 197,-1 7 2149,5-8 0,-2 9 0,6-11 0</inkml:trace>
  <inkml:trace contextRef="#ctx0" brushRef="#br0" timeOffset="36">17665 12898 16917,'7'0'-2561,"-1"0"1,-6 2 2560,0 2 0,-6-3 0,-1 5 0</inkml:trace>
  <inkml:trace contextRef="#ctx0" brushRef="#br1" timeOffset="37">31857 6548 7871,'0'-12'0,"-1"1"162,-4 3 1,3-2 168,-7 6 1,1 0 273,-4 4 1,-6 1-249,-3 3 0,-8 3-383,-4 6 1,-8 3 59,-5 1 0,-13 1-235,-7-2 0,30-9 0,-1 0 264,-2 1 1,-1 0 0,2 1 0,-1 0 5,-2-1 0,-1 1 0,1 2 0,-2 0-37,-2 0 1,-1-1 0,2-1-1,0 0 5,-1-1 0,-1 0 0,-1 1 0,-1 0-340,-1-1 1,-1 1 0,-3 0-1,-2-1 346,-4 1 1,-2-1 0,2-1 0,-2 1-431,-2 3 1,-2-1 0,2-2 0,-1-1 421,1 1 1,-2 1-1,-1 0 1,-1-1-82,19-2 0,-1-1 1,1 1-1,1 1 1,1 0-1,0 0-3,-2-2 0,-1 1 1,1-1-1,-1 2 0,1 0 1,-1 0 2,-1-1 1,1-1 0,-1 0 0,-2 2 0,1 0 0,-2 0 30,-2-1 0,0-1 0,0 1 0,1 0 0,1 2 1,0-2-269,-2 0 1,0-1 0,-1 1-1,1 1 1,0 0 0,0-1 285,-2 0 0,-1-1 0,-1 1 1,0 1-1,-2 0 0,1 0-19,-2-2 1,0 1 0,0-1 0,1 2-1,0 0 1,-1 0 3,-1-1 0,0-1 0,-1 0 0,2 2 0,0 0 0,0 0 1,-2-1 0,-1-1 1,0 1-1,1 1 0,0 0 1,0 1-88,-2-1 0,0 0 0,0-1 0,2 1 0,1-1 0,-1 1-160,0-1 0,-1 1 1,0 0-1,2 0 1,0-1-1,0 1 219,1-1 0,0 1 0,0 0 0,-1 1 0,-1 0 0,0 0 67,-1-1 1,0 0 0,0-1 0,3 1 0,0-1 0,0 1-40,1 0 1,1 0-1,-1-1 1,1 0-1,-1-1 1,0 1 18,1 1 0,-1 0 1,0 0-1,1-2 1,-1 0-1,0 1-126,-1 1 1,0 0 0,0 0 0,4-2 0,1 0 0,0 0 131,-1 0 0,0 1 1,0-1-1,2 0 0,1 0 1,0-1-10,-1 0 0,1 1 0,0-1 0,0 0 0,0 0 0,0 0-126,-1 0 0,1 1 1,0-2-1,2 0 0,-1 0 1,1 0 46,3 0 0,1 0 0,0-1 0,0-1 0,1 0 0,0 0 54,0 0 1,-1 0 0,1 1 0,1 0-1,0 0 1,1-1 29,-23 1 0,1 1 0,1 1 1,2 0-65,6-2 0,2 0 1,-1 2-1,2 0 153,2-2 0,0 0 0,1 1 0,0 0 164,5-1 0,1 0 0,-1-1 1,1 1-201,5 2 1,1 0 0,1-2 0,1-1 312,2 1 0,0 0 0,1 1 1,2-1-148,-24 3 1,5-1 804,16-4 1,7 1-590,5 3 746,11-2-1165,9 9 0,10-5 336,4 7 1,2 5-463,1 2 1,0 4 163,1 1 0,-1 1-74,1 3 0,-5 2 16,0 7 1,-5 0 3,1 4 0,-1-2 80,1 5 1,-3 1-30,3 3 1,3 1-19,2-1 1,2 5 311,1 0 0,0 9-194,1-1 0,-7-27 1,0 1-273,0-2 1,1 2 0,-1 3 0,0 0 180,0 2 1,0 1-1,1 3 1,-1 0-47,0 0 0,0 1 0,-2 2 1,-1 0 15,0-1 0,-2 1 0,0 3 0,0 1-284,-1 2 1,0 0-1,0 5 1,0 0 278,0 1 0,0 0 1,-3 3-1,0 0-404,-1-3 1,0 0 0,0 3 0,1 2 344,-1 1 0,0 0 0,0 3 0,1 1 25,0-23 1,0 0 0,1 0 0,-4 22 0,2 0 16,2-1 0,0 0 1,-1 0-1,2 2-5,0-20 1,2 2 0,-1-1 0,-1-3-1,-1-1 1,1 1-148,-1 3 0,1 0 0,-1 0 0,0 0 0,-1 1 0,0-1 151,1 3 1,1 0 0,0 0 0,-1 0 0,0 0 0,0 0-20,1 3 0,-1-1 0,1 1 1,1-2-1,0-1 0,-1 1 45,0 0 0,-1 0 1,1 0-1,-1 0 1,-1 0-1,1 1 47,-1 0 0,0 0 1,1 1-1,-1 0 1,1 0-1,0 1-9,-1 4 1,0 0 0,0 0 0,1-2 0,-1 0-1,0-1-219,-1 3 0,0 0 1,0 0-1,0 0 1,0-1-1,-1 0 143,1 1 1,0 0 0,0 0 0,1 1 0,0-1 0,1 2 23,-1 0 1,0 1 0,0 0-1,1-4 1,0 0 0,0 0 24,-1 1 0,0 0 0,0 0 0,0 1 1,0-1-1,0 1-35,1-2 1,1 1 0,0 1 0,-2 1-1,0 2 1,0-1-19,2 2 1,0-1 0,-1 0-1,0-3 1,-2 0 0,2 0 40,0 0 1,1 1 0,0-1-1,-2-2 1,-1 1 0,1-1 9,0 1 0,0 0 0,1 0 0,-1 1 0,1-1 0,0 1-135,-1 0 1,0 1 0,1-1 0,0-4 0,2 0-1,-1-1 47,0 0 0,-1 0 0,1 0 0,-1-1 1,0-1-1,0 1-149,1-2 0,0 0 0,-1 0 1,0 0-1,0 0 0,1 0 114,-1-1 0,1 0 1,-1-1-1,0-1 1,0 0-1,-2-1-20,-1-1 1,-1-1-1,1 1 1,0-2 0,0 0-1,-1-1-105,-3 22 1,-2-2 0,1-1 0,-1-1-23,-1 0 0,-1-2 0,1-5 0,1-1 38,1-3 0,-1-1 0,0-2 0,-1-1 190,1-2 0,1-1 0,1-3 1,0-1-430,0-3 1,2-2 0,-2 27-187,5-7 605,3-17 0,1-1 0,0-11 0,0 0 0</inkml:trace>
  <inkml:trace contextRef="#ctx0" brushRef="#br1" timeOffset="38">22578 9054 7643,'-4'-25'0,"0"0"0,-5 4 19,5 1 1,-6-1 171,2-4 0,1 6 49,-1 2 1,4 4 757,-4 0-275,-1 6-354,-3-4 0,0 11-48,-1 0 1,1 7-15,-1 10 0,4-2-47,-4 6 0,6 1 46,-9 7 0,5 2-122,-6 7 1,8-1 6,0 0 0,2 4-182,-1 1 1,-1-2 58,4-7 0,1-3 123,4-5 0,6-7-184,2-6 0,4-5-751,5-7 1,2-7 374,6-5 0,1-8 27,3-9 0,-3-6-39,3-7 1,2-3-142,-2 3 1,0-4-103,-5 0 1,5-6 305,0-2 0,0-5-76,-4 1 1,0-3 178,0-1 0,-2-4 150,-2 0 0,-3 0-85,-6 4 1,5 7-40,-1 5 1,-3 9 120,-5 12 449,-5 5 201,2 17 0,-5 3-331,0 8 0,-4 1 449,0 7 0,0-1-348,4 10 0,-4-5 515,-1 5 1,-4 4-460,1 4 1,-3 5 15,-2-1 1,1 4-92,-1 5 1,1 2-131,-1 5 0,0 4-441,-4 5 1,-2 0 331,6-26 0,1 2 1,-9 29-106,1-1 0,3 0 86,-4 0 0,12-12-377,1-9 0,5-9 151,3-12 1,5-3-589,4-9 0,3-2-46,5-6 0,-2-6-330,5-2 1,-3-4 264,4-5 1,-2-2 128,2-6 721,-4 0 0,-7 0 0,3 1 0,2-1 0</inkml:trace>
  <inkml:trace contextRef="#ctx0" brushRef="#br1" timeOffset="39">22925 8992 7643,'0'12'0,"-4"1"0,0-1 0,-2 0 638,2 1 1,3-1-6,-3 1 1,2-5 740,2 0-1088,6-5 0,5-3-247,5-8 1,6-5-442,-1-3 1,3-4 313,0-4 0,5-1-103,0 0 1,-1-4 119,-7 0 1,-2 0-440,-3 4 1,-6 0 135,2 1 1,-7 0 237,-1 4 0,-4 2 118,-4 5 1,-9 6 225,-8 3 0,2 8 305,-2 5 0,1 9-252,-5 6 0,2 7 209,2 6 0,-3 0-170,4 0 0,2 5 18,1-1 1,4 4-37,0-3 0,2 3-360,3-3 0,2-4-527,6-9 1,3-3 399,5-13 0,2-4-554,11-9 0,1-7 348,7-5 0,-2-7-628,6-10 0,0-4 487,5-9 1,-3 2-687,-1-5 1238,1 0 0,-4-1 0,2 1 0,-4-2 0,-3-2 0</inkml:trace>
  <inkml:trace contextRef="#ctx0" brushRef="#br1" timeOffset="40">23620 8396 7643,'7'-12'1223,"-2"5"1,-5 7-219,0 8 1,-5 10-442,-4 7 0,0 7 192,1 9 1,-3 3-291,2 6 0,-2 5-605,-1 3 1,-1 2 329,1 2 0,4 0-807,-1 0 0,5-5 139,-4-3 0,5-16-108,-1-9 0,3-8-568,1-9 744,0-5 0,1-3-547,3-8 0,-2-4 419,2-9 1,-1-2-789,1-6 1325,-3 1 0,-1-1 0,-7 0 0</inkml:trace>
  <inkml:trace contextRef="#ctx0" brushRef="#br1" timeOffset="41">23359 8830 7643,'-5'-6'1553,"3"-1"-601,-2 3-238,3 2 1,2-3-242,3 5 0,9-4-87,8-1 1,3 0-692,5 1 0,4 1 234,9-5 1,-2 1-473,5-1 1,1-2 439,3 6 1,-3-2 102,-1 2 0,-10-3 0,1-5 0</inkml:trace>
  <inkml:trace contextRef="#ctx0" brushRef="#br1" timeOffset="42">24116 8669 7643,'-7'6'487,"-4"-5"1,4 6 136,-5-3 0,-1-1-240,1 5 1,0 2-32,-1 6 1,1 1-152,-1 8 1,2-2 144,3 10 0,-3 0-51,3 4 1,2 2-265,2 2 1,3-2 55,1 2 1,1-8-905,3-4 1,3-2-875,6-3 1,3-6 877,1-5 1,1-6 811,-2-7 0,3 0 0,6 0 0</inkml:trace>
  <inkml:trace contextRef="#ctx0" brushRef="#br1" timeOffset="43">24501 8855 7643,'-6'-8'103,"-2"0"0,1 5 278,-1-1 1,-1 2-27,-3 2 0,-2 6 204,-2 2 1,2 9 80,-3 3 1,-2 8-258,-2 1 0,3 5-87,2-1 0,2 2-81,2-2 0,1 1-242,2-5 0,4-5-69,5-8 1,1-7-42,3-5 1,3-3-184,6-1 1,5-7 175,2-5 1,8-6-170,1-7 1,0 0 110,-4 1 0,-1-1-43,1 0 0,-4 4 80,0 1 0,-6 4 181,1 0 1,-2 3 25,-2 5 145,-5 3 1,-1 6 142,-6 3 1,0 7-162,0 6 0,-4 5 223,0-2 0,-5 4-134,5 1 0,0 1 282,4 3 0,-4-2-155,0 6 1,0 5-214,4 3 0,-2 2-20,-2-2 1,1 0-101,-5 9 0,5-9-135,-1 5 0,-3-2 122,-1-3 0,1 2-373,-1-2 1,0-8 159,-5 0 0,5-5 259,0-3 0,-1 0-84,-3-1 1,1-4 231,3-4 1,-3-2-44,2-2 0,-2 1-106,-1-1 0,4-1-46,-1-2-136,1 2 0,-4-10 214,-1 3 0,1-3 15,0-1 0,-1-2-167,1-7 1,-1 1 56,1-8 0,0-2-162,-1 1 1,1-3-192,-1 3 0,5-5 299,0 1 1,1 2 125,-1-2 1,1 6-66,3-1 1,2 2 21,-2 1 0,4 1-15,4 0 0,-1-1 1,7 2-1,2 2 34,3 0 1,7 1 145,-1-4 0,2 3 0,2 1 0,4 4 108,0-4 1,0 4-249,-4-5 0,0 7 73,-1-3 0,0 4-126,-3 1 174,2 0-790,-9 0 326,4 0-476,-11 6 0,-3-4-876,-8 7 509,2-7 0,-9 8-552,3-6 1,1 0 233,-1-4 1429,-1 0 0,-3 0 0,0 0 0</inkml:trace>
  <inkml:trace contextRef="#ctx0" brushRef="#br1" timeOffset="44">24984 8781 7643,'0'-13'856,"0"5"-379,0 0 594,0 5 1,6-2-485,2 5 0,3 0-87,2 0 1,5 0-329,2 0 0,4 0 19,0 0 0,1 1-355,0 3 1,-1-1 165,-4 5 0,-2 5-88,-5 3 0,-7 2 107,-1-1 0,-4 0-410,-1 4 0,-6 3 122,-2-4 0,-8 0 20,-5 0 0,-1 1 255,1 4 1,-2 0-51,2-1 0,-2 1 86,-2 0 0,1 0-40,4 0 1,3-2 89,9-2 0,-2 1-63,6-6 1,0 5 54,4-5 0,6-3-39,2-5 1,4-5 95,5 1 1,2-4-182,6-4 0,0 1-108,-1-5 1,-3-2-679,0-6 0,-2 2 411,2-3 0,-5-1-711,-7 2 0,0-1 495,-5 5 1,1 0 628,-5-1 0,-6 1 0,-6-1 0,-8 1 0</inkml:trace>
  <inkml:trace contextRef="#ctx0" brushRef="#br1" timeOffset="45">24873 8992 7643,'-13'0'934,"5"0"-204,0 0-566,5 0 0,-2-2 236,5-2 0,11 3 273,5-3 0,8 2-248,5 2 1,-2 4-133,6 1 0,0 0-532,4-1 1,-3-1 220,-1 5 0,-4-4-821,4 5 1,-6-7-118,2 3 1,-3-3-1393,-1 2 2348,-6-2 0,5 3 0,-5-5 0</inkml:trace>
  <inkml:trace contextRef="#ctx0" brushRef="#br1" timeOffset="46">25605 8719 7643,'8'0'0,"0"0"0,-4 0 666,5 0 1,-1 0 55,4 0 1,-2 0 179,2 0 0,-2 5-347,7 4 0,-4 2-181,0 1 1,1 6-312,2 3 0,-2 2 81,2 2 1,-7 4-89,-5 0 1,-3 5 81,-1-1 0,-5 3-827,-4 1 1,-9 1-245,-6-1 1,-3 4-768,-6 0 1,0 1 1405,-4-5 1,-6 0 0,-1 0 0</inkml:trace>
  <inkml:trace contextRef="#ctx0" brushRef="#br1" timeOffset="47">22119 8297 7703,'0'-18'209,"0"4"153,0-2 0,0 2 52,0 2 30,0 5-439,0 1 0,-4 8 77,0 2 0,-6 3 32,2 5 0,-8 7 47,0 6 1,-6 6-290,1 6 0,-2 11 63,-2 6 0,-4 6-258,15-27 0,-1 1 0,-15 29 279,15-30 0,1 0 0,-8 30 77,-3-1 1,8-6 54,1-7 0,8-14-2,3-11-185,4-13 67,7 1 0,0-12-48,7 0 1,1-2 38,2-2 0,-2 3 266,2-4 0,-2 5-237,-1 5 1,-1 4-29,0 12 1,1 1 265,-1 11 0,-1 6-88,-2 6 0,-3 9 183,-1 4 1,-4 2-385,3 2 0,-4 3 157,-4-3 0,1 3-24,-5-7 0,5-4-183,-1-5 0,-1-6-461,0-10 1,1-3 301,4-5 1,2-7-1648,2-6 945,3 1 974,5-12 0,6-6 0,1-9 0</inkml:trace>
  <inkml:trace contextRef="#ctx0" brushRef="#br1" timeOffset="48">26659 8099 8235,'0'25'749,"0"12"138,0 8 0,-4 10-579,0 11 1,0-29 0,0 1-304,1 3 0,1 1 0,-2 1 0,0 0 228,2 3 0,0-1 1,-2-3-1,0-1-199,2 1 0,0-1 1,-2-3-1,-1 0 68,3-3 1,0 0 0,-2 32-318,4-5 0,0-7-206,0-5 0,0-6-312,0-7 0,0 1-605,0-1 1,1-7 145,4-5 1192,2-6 0,2-9 0,4 2 0,2 3 0</inkml:trace>
  <inkml:trace contextRef="#ctx0" brushRef="#br1" timeOffset="49">27528 8558 7671,'-6'-20'0,"-1"-2"0,-5 6 0,3-1-291,1 5 1,0 4 344,-5-1 0,1 2 265,0-1 1,-1 3 19,1 5 0,-2 0 197,-2 0 0,0 1 9,-4 3 0,5 4-193,-2 9 0,-1 2-138,2 6 1,-5 4-21,4 0 0,2 1-402,7-1 0,-2-4 225,6 0 0,0-2-327,4-6 1,7-6 111,5-7 0,6-6-56,7-6 1,5-3 81,3-14 0,-2 3 62,-2-7 0,0 5 127,-5 3 0,4 3-62,-7 6 1,-3 5 127,-2 3 0,-2 4-72,-2 4 0,-1 10 164,-2 10 0,-4 8-66,-5 9 1,0 5 42,0 8 1,0 1-142,0 3 1,0-2-133,0-2 1,-4-3 180,0 3 0,-4-5-4,3-3-1,-4-1-16,1-8 1,-3 2 61,-2-10 1,1 3 92,-1-8 0,1 3-75,-1-11 1,1-4 385,0-3-527,-1-7 0,1 3 306,-1-10 1,1-1-338,0-7 0,-1-5 34,1-2 1,-1-4-417,1-1 1,-2-5 50,-2-3 1,-2-3-121,-3-1 0,3-4-31,6-1 1,-1 1-337,1 4 0,1 0 340,3-1 1,4 5 530,8 0 0,8 0 0,13-4 0,7 0 0</inkml:trace>
  <inkml:trace contextRef="#ctx0" brushRef="#br1" timeOffset="50">28135 8272 7671,'0'13'709,"0"-1"-289,0 1 0,-5 4 14,-3 4 0,-5 3-114,-3 0 0,-9 11 51,-8 2 1,1 9 45,-1-1 0,5-1-97,-1 2 0,5-2-227,3 1 0,9-8 63,7-8 0,5-3-136,5-1 0,1-5-77,7-4 0,1-8-100,2-3 1,-1-4-211,6-1 0,-2 0-523,2 0 0,-3-6-86,-6-2 1,1-3 381,-1-1 1,-4-1 593,1 1 0,-7-6 0,4-1 0</inkml:trace>
  <inkml:trace contextRef="#ctx0" brushRef="#br1" timeOffset="51">27838 8657 7671,'-4'8'893,"-1"0"0,0-5-89,1 1-153,2-2 0,2 2-241,9 0 1,7 0 515,5-4 1,8-1-483,4-3 0,3 1-399,1-5 1,4 3-1214,1-3 0,4 0 737,0-5 1,1 2-635,-2 3 1,-2-3 239,-6 3 742,-5-3 0,-2-2 1,-5 1-1</inkml:trace>
  <inkml:trace contextRef="#ctx0" brushRef="#br1" timeOffset="52">28979 8210 7671,'7'-19'0,"4"-3"259,-3 5 0,2-5-125,-2 2 0,2 2 59,-6 1 1,0 8 272,-4 0 0,-1 7-104,-4-2 0,3-2-20,-7 2 1,-3 1-76,-5 7 1,-3 3 76,3 6 1,-5 4-154,2 4 0,-4 4-132,-1 4 1,-4 1 78,0 3 0,0 3-111,5-3 1,-1 3 82,0 1 1,0 3-7,0-3 0,5 2-119,-1-10 1,10 0 52,-1-4 1,3-2 101,1-2 80,3-9 202,10-6-108,2-1-51,5-3 0,1 3-128,-1-5 0,-4 0 8,1 0 1,-5 0-73,4 0 1,-4 0 257,5 0-444,-7 0 40,9 0 0,-8 0-27,5 0 0,-4 0-21,5 0 0,-5 0 109,4 0-27,0 0 0,9 4 39,0 0 0,-1 6-9,-4-2 0,1-1 5,-1 1 1,5 2-68,-1 7 1,1-4 71,-5 4 0,2-3-2,3-2 1,-4 5-4,4-1 1,-3 1-3,-2-5 1,-1 0-6,-3 1 1,2-1 2,-6 1 0,0-1-39,-4 0 0,0 1 41,0-1 0,-5-3-81,-3-1 0,-5-1-17,-3 1 0,2 2-148,-3-6 0,-1 1-73,2-1 1,-6-2 90,1 2 1,-2-3-356,-2-1 1,4-1 210,1-3 0,0-3-547,0-6 0,-4-4 410,3-4 1,5-3-357,3 0 0,2-1 174,7 0 699,0-5 0,10-2 0,1-5 0</inkml:trace>
  <inkml:trace contextRef="#ctx0" brushRef="#br1" timeOffset="53">29351 8099 7726,'13'0'1013,"-1"0"0,-5 1-425,-3 3 0,1-1-137,0 5 1,-1 1-122,-4 3 0,0 2 224,0 2 1,-6 5-132,-2 8 0,1 0-38,-1 8 0,0-3-267,-5 8 1,5-2 66,0 1 1,-2 2-352,-7 2 0,4-1 182,-4-2 1,-1-4-237,2 4 1,-5-1 89,4-4 0,1-2 29,3-11 0,7 0 117,1-3 1,4-4 251,1-4 0,1-6-83,4-3 1,3-3-83,8-1 1,4 0-179,4 0 0,3-1 161,2-3 1,-2-3-1079,6-6 1,-5 1 502,1 0 1,-4-5-1231,-5 1 0,2-1 1719,-5 5 0,-1-6 0,-3-2 0</inkml:trace>
  <inkml:trace contextRef="#ctx0" brushRef="#br1" timeOffset="54">29624 8545 7687,'-8'4'2335,"-1"0"-1810,7 6 1,-8-3-612,6 5 0,-2 2 447,2 3 1,2-2 661,-7 6 1,7-1-687,-3 5 1,0 0-294,1 0 1,0-1-464,4 1 1,0-5 275,0-4 0,0-2-519,0-2 515,0-5 1,5-3 80,3-8 0,8-3-169,0-5 0,2-6-123,-1-3 1,0 3-3,4 2 0,1 1-41,-5-2 1,3 7 63,-3-2 1,4 8 1209,-5 0 0,1 2 155,-5 2-857,1 0 0,-2 6-94,-3 2 0,1 5-108,-4 3 0,-1-2-88,-4 2 0,0 0-203,0 0 0,0-2-479,0 2 1,-4-6-1318,-1-2 2118,1 1 0,-1 3 0,-2 0 0</inkml:trace>
  <inkml:trace contextRef="#ctx0" brushRef="#br1" timeOffset="55">30282 8074 7657,'6'-6'586,"0"5"1,-6-6-309,0 3 0,-1 3 201,-4-3 1,3 2-105,-7 2 1,2 1 56,-1 4 0,-3 2-11,3 5 0,-4 4-172,-5 1 1,3 9-132,-2-1 0,-4 12 86,0 0 1,-4 9-311,-1-1 1,2 8-114,2 0 1,1 1 123,7-4 0,4-7-225,9-6 1,6-7-391,7-9 0,5-5-231,7-7 1,4-4 399,0-5 1,1-1-171,-1-3 1,-3-3 282,3-6 0,-4-3 428,-5-1 0,0-1 0,-4 2 0,4-4 0</inkml:trace>
  <inkml:trace contextRef="#ctx0" brushRef="#br1" timeOffset="56">30443 8198 8630,'0'-7'994,"0"-4"1,5 10-350,4-3 0,7 2-308,5 2 1,2 0-163,2 0 1,9 0-891,4 0 0,2 0 459,-3 0 1,0 0-1099,0 0 1,-1 0 682,-3 0 1,-4-5 670,-8-4 0,-3-7 0,-6-3 0</inkml:trace>
  <inkml:trace contextRef="#ctx0" brushRef="#br1" timeOffset="57">30666 8186 7677,'-8'12'364,"0"0"-21,-1 1 1,-2 3 361,3 1 1,1 5-92,3-1 0,3 6 163,-4 2 0,4 5-326,1 0 0,0 0-148,0-1 1,1-1-800,4-3 1,-4-3 195,3 3 1,-3-7-14,-1-1 0,0-6-230,0 1 1,-4-2-700,0-2 1,-5-1-509,0-2 1750,-2-4 0,-7-5 0,-1 0 0</inkml:trace>
  <inkml:trace contextRef="#ctx0" brushRef="#br1" timeOffset="58">30616 8508 7677,'13'0'1722,"-1"0"0,2 0-1346,3 0 0,2-4-360,6 0 0,1-5-346,3 5 0,3-5-2364,5 0 2694,0-2 0,-5-7 0,-2-1 0</inkml:trace>
  <inkml:trace contextRef="#ctx0" brushRef="#br1" timeOffset="59">31224 8062 7707,'0'6'2389,"2"1"-1821,2-3 1,-1-1 79,5 5 0,-4 2-244,4 7 1,1-2-88,3 5 0,0 3-260,1 5 0,-1 0 94,1 5 0,-5 0-364,0 4 1,-5 1-47,1-1 0,-4 0-241,-4 0 1,-4 0 21,-9 1 1,-2-1-438,-6 0 1,-5-4-60,-3 0 0,-5-5-458,-3 1 1432,2-3 0,-9-1 0,4-1 0</inkml:trace>
  <inkml:trace contextRef="#ctx0" brushRef="#br1" timeOffset="60">27639 9934 7649,'7'-12'888,"-1"5"-309,-6-4 0,1 10 160,3-4 1,3 4-223,5 1 0,1 0-143,-1 0 0,7 0 61,6 0 0,1 0-97,8 0 0,-5 0-221,4 0 0,-2 0 41,2 0 1,-4 0-417,-8 0 0,1 0 6,-5 0 0,-2 6-289,-7 2 1,-2 0-90,-6 5 0,-2-4 273,-2 8 1,-4 2 51,-9 2 0,-2-2-1,-6 2 0,0-1 270,0 5 0,-3 4-49,-1 0 1,-4-1 213,4-8 1,0 4 30,4-4 1,1 4 183,4 1 0,2-6 461,5-3-571,6 4 0,3-7 60,8 4 0,9-9-66,8-4 0,2-2-20,2-2 0,0-2-55,-1-2 0,1 1-474,0-5 0,0 1-191,0-1 1,-1-3-495,1 3 1,-5-3 219,-4-2 0,-3 5-361,-5 0 1,1 0 1146,-4-5 0,-7 1 0,-5-1 0</inkml:trace>
  <inkml:trace contextRef="#ctx0" brushRef="#br1" timeOffset="61">27689 10108 7649,'-13'0'0,"5"0"1024,0 0-248,5 0 634,-8 0-986,10 0 0,1 0 8,8 0 0,4 0 38,5 0 0,2 0 76,6 0 1,4 4-225,0 0 0,5 4-119,-1-3 1,-1-1-13,1-4 1,0 4 11,5 0 0,-5 0 0,0-4 1,-6 0-3131,2 0 1,-4 0 2926,-4 0 0,2-5 0,-4-2 0</inkml:trace>
  <inkml:trace contextRef="#ctx0" brushRef="#br1" timeOffset="62">28793 9860 7688,'0'-13'1316,"-2"7"-926,-2 1 0,-4 4-53,-8 1 0,-4 6 132,-5 2 1,-5 8-110,-3 5 1,-3 7 119,-1 1 0,0 9-4,0-1 1,5 3-1,3-2 0,4 3 44,4 0 1,9-5-164,8-7 0,8-4-190,4-5 1,10-2 52,7-5 0,5-6-262,8-3 0,-3-3 95,-2-1 0,2-1-804,-6-3 1,3 1-307,-8-5 0,3 1-732,-11-2 0,-5-2 194,-7 3 1,-2 1 518,-2-1 1076,-11 0 0,-3-10 0,-11-1 0</inkml:trace>
  <inkml:trace contextRef="#ctx0" brushRef="#br1" timeOffset="63">28532 10108 7688,'-7'0'4257,"-4"0"-3168,10 0-335,-4-6 0,11 5-286,7-3 0,6 1 226,10-1 1,3 3-553,5-4 1,2 0-446,2 1 0,-1 0-1373,5 4 1,-5-2 1012,2-2 1,-5 3-2536,-4-3 3198,3 2 0,-4 2 0,5 0 0</inkml:trace>
  <inkml:trace contextRef="#ctx0" brushRef="#br1" timeOffset="64">29550 9711 7708,'-18'0'0,"4"-4"1165,-3 0-15,4-6 482,6 9-1076,1-10 0,13 9-192,5-2 1,6 3 35,7 1 0,6 0-76,2 0 1,-2 4-66,2 0 1,0 2-50,5-2 0,-1-3-188,0 3 0,-1-1-35,-3 1 1,1-2-21,-5 2 0,0-3-55,-4-1 1,-1 0 78,-4 0 0,-2 0-498,-5 0 1,-2 1 243,-3 4 0,-3-3-225,-5 7 0,0 0 132,0 8 0,-5-2-35,-3 6 1,-9 3-1,-4 5 0,-3 6 6,-5-2 0,1 4 156,-5 4 1,0-1-207,-4 6 0,-5-5 402,1 5 1,-4-2-52,3 1 1,-5-2 533,2-6 0,1 0-302,-2 1 0,6-3 534,-1-2 0,9-4 76,7-8-374,1 3 0,15-11 146,1 4 0,7-9-159,5-4 0,4-2-45,9-2 1,2 0-130,6 0 1,5-6 403,3-2 1,3-3-280,1-2 0,3 2-167,-3 3 1,3-3-159,-7 3 1,2 1-231,-2-1 0,1 1-305,-5-2 0,0 3-663,-4 1 0,-1 4-1089,-4-3 0,2 3 408,-5 1 1882,-6 0 0,5 0 0,-2 0 0</inkml:trace>
  <inkml:trace contextRef="#ctx0" brushRef="#br1" timeOffset="65">30468 10282 7668,'0'-13'496,"0"1"0,0-1-116,0 1 1,-5 0 141,1-1 1,-5 6-161,0 3 1,-6 3 94,-1 1 1,-6 1-101,1 3 0,-2 3 115,-2 6 1,-1 4-43,-3 4 1,1 7-53,-5 1 0,7 5-89,1-1 0,0-1 155,4 1 1,4-4-76,0 4 0,9-6-176,4 2 1,4-4-128,4-4 1,7 1 92,5-6 1,8-3-163,1-5 0,-1-5-6,5 1 0,3-3-92,1-1 0,-3-5-1072,-1-3 1,-2-2 576,-3 2 1,0-3-1075,-4 2 1,-6-2 824,-5-1 0,-7 0-342,2-1 1,-2 1 593,-2-1 0,-10 1 593,-2 0 0,-9-2 0,0-3 0,2 2 0,-2-6 0,1 6 38,-5-1 1,4 6-102,1 2 1,0 4 982,0-5 0,2 7-351,5-2 1,6 4 965,3 4 0,3-2-762,1 7 1,5-2 127,4 1 0,9 2-427,6-6 1,3 1-282,6-1 0,-2-2-997,2 2 0,2-3 573,-6-1 0,3-4-298,-8 0 0,3-2 358,-11 2 1,-4 3-3344,-3-3 2562,-6-3 1,1 4 170,-8-5 0,-3 5 781,-6-1 0,-1 3 0,-2 1 0,2-5 115,-2 1 1,2 0-98,1 4 891,1 6 0,1 1-497,3 5 1,-3 0 451,2 1 0,4 1-263,1 2 1,-2-2 257,2 2 1,0 2-338,4-1 1,0 4-155,0-5 1,1 5-470,3-5 1,-1 1-866,5-5-1627,1 1 1401,3-1-1112,1-5 1097,-1-2 1207,-5-5 0,-2-5 0,-5-2 0</inkml:trace>
  <inkml:trace contextRef="#ctx0" brushRef="#br1" timeOffset="66">30678 10220 12920,'9'1'1043,"-1"3"0,-5 3-932,1 5 1,-3 6 50,-1 3 1,0 4-114,0 4 1,-5 1 110,-3 3 0,-4 7-79,0-3 0,-4 3 73,-1-3 0,0-4-224,5 1 1,0-4 16,-1-1 1,2-2-31,3-10 0,2-1 480,6-3-285,0-1 0,6-5 67,2-3 1,3-2-90,2-2 0,3-2-179,1-2 1,3-3 119,-3-5 0,1 4-958,-2-1 1,2 1-149,3-4 0,-3-1-529,-6 1 1,1 1-475,-1 3 2078,1-3 0,-1-2 0,0-6 0</inkml:trace>
  <inkml:trace contextRef="#ctx0" brushRef="#br1" timeOffset="67">30939 10542 7699,'0'8'918,"0"1"1,0-5 928,0 4 1,-4 0-859,0 5 0,-5-1-510,5 0 0,-4 1-636,4-1 1,-4 1 140,4-1-300,-1 0 444,5 1-603,6-6 1,1-2 182,5-5 0,1 0-76,-1 0 1,-4 0-62,1 0 417,-1 0 0,4 0 453,1 0-313,-6 0 0,2 6-148,-5 2 1,2 2 45,-2-2 0,-3 3-441,3-3 1,-1 3 185,1 2 0,-1-5-855,5 0 0,-3-5 59,3 1 1025,0-3 0,10-1 0,1 0 0</inkml:trace>
  <inkml:trace contextRef="#ctx0" brushRef="#br1" timeOffset="68">31472 9699 7757,'-12'5'0,"-5"2"788,1 5 0,-1 2-387,5 3 1,-5 8 995,1 8 0,-5 4-633,5 4 1,-1 5-160,5 7 0,-1-2-528,1 3 0,1-3 99,3-1 1,-2-2-590,6-3 0,0-3 359,4-9 1,0-8-752,0-9 0,5-2 439,4-2 1,2-5-1091,1-3 1,4-6 599,1-2 0,1-8-803,-2 0 1659,-7 0 0,13-17 0,-8 3 0</inkml:trace>
  <inkml:trace contextRef="#ctx0" brushRef="#br1" timeOffset="69">31572 9959 7757,'11'-1'1563,"-3"-3"1,7 1-145,-2-5 0,7 5-701,1-1 1,2 2-4,2 2 1,5-1-299,4-3 1,1 2-73,3-2 1,-3 3-119,-1 1 1,4-4-1095,-5 0 1,-1-2-314,-11 2 1,-4 3-2947,-4-4 2531,-6-1 0,-7 3 507,-8-5 1088,-9 5 0,-8-3 0,-7 6 0</inkml:trace>
  <inkml:trace contextRef="#ctx0" brushRef="#br1" timeOffset="70">31845 9947 7757,'-6'18'0,"1"-3"924,-4 5 1,0-3-362,5 4 0,-6 1 1024,2 7 0,1-3-785,-2 3 0,1 1-420,-4-1 0,3 5-134,1 0 0,1 0-46,-1-1 1,-2-1 12,6-3 0,-4-3 0,4 3 0,-4-9 189,3-3-4188,1-3-1350,4-2 4027,0-5 1,0-7 1106,0-8 0,0-3 0,0-2 0</inkml:trace>
  <inkml:trace contextRef="#ctx0" brushRef="#br1" timeOffset="71">31770 10232 7751,'7'0'3181,"0"0"-3337,-3 0 0,-1-4 766,5 0 1,5-2 1053,3 2 1,6 1-1500,-1-5 0,6 4-57,2-4 0,6 3-1772,-2-3 1,-3 1 899,-1-1 0,0-3-2009,-4 3 2773,2 2 0,-7-10 0,5 2 0</inkml:trace>
  <inkml:trace contextRef="#ctx0" brushRef="#br1" timeOffset="72">32328 9748 7773,'0'13'0,"2"0"1032,2 4 1,-1-2-433,5 6 0,-4 1 690,4 7 1,1 2-466,3 7 1,-4 3-139,1 0 0,-3 5-490,3-5 0,-4 5-430,-5-5 1,-3-1-1108,-5-7 1,-1 1 895,-12-5 1,0 0-474,-4-4 1,-4-6 346,1-2 0,-1-3-879,4-2 1,0-5 1448,0-3 0,6-2 0,1-2 0</inkml:trace>
  <inkml:trace contextRef="#ctx0" brushRef="#br1" timeOffset="73">32539 7826 7709,'9'-7'-46,"-1"3"1,0 2 620,5 2 0,4 2-220,4 2 1,3-1-48,0 5 0,3-4-155,1 4 1,-1 1-12,2 3 0,-3 2 34,-1 2 0,-3 5-74,-6 8 1,-5 4 210,-11 8 1,-11 9-106,-5 8 0,0-25 0,-1 0-454,-3 2 0,-2 0 0,-1 0 1,-2-1 211,-2 2 0,0-1 0,2-3 1,-1 0-31,-1 2 0,0-2 0,3-1 0,0-1 111,-17 24 1,6-11 277,15-15 1,7-7 221,9-4-425,3-4 0,10-2 16,4-2 0,3 2-5,1-3 1,-2 7 561,6 2 1,-6 5-521,2-2 0,0 8 40,0 1 1,0 5-140,-5-1 0,-5 5-166,-3 3 1,-3-2 77,-1 2 1,0 2 104,0-2 0,0 4-116,0-3 0,-1 3 85,-3-3 1,1 7-262,-5-3 1,4 5 25,-5-6 1,1-2-44,-4-2 1,-1-2 42,1-2 1,-1-4-136,1 0 0,-2-2-865,-2 6 0,1-6 533,-6 11 1,0-6-554,-4 5 1058,1-2 1,-7-2 0,0 0 0</inkml:trace>
  <inkml:trace contextRef="#ctx0" brushRef="#br1" timeOffset="74">27900 10592 7632,'0'12'527,"0"0"-212,0 1 1,0-5 73,0 0 0,4 1-976,0 3 1,0-4-16,-4 1-98,6-1 1,-4 4 166,7 1 533,-7-6 0,9 4 0,-4-5 0</inkml:trace>
  <inkml:trace contextRef="#ctx0" brushRef="#br1" timeOffset="75">28024 10554 6462,'-2'-6'1266,"-2"1"53,3 4-845,-5 1 0,8 1-386,2 4 0,-1 1 65,5 7 1,0 1-492,5 2 1,-1-2 272,0 2 1,1 4-940,-1 0 1,1 0 214,-1 0 789,0-4 0,1 7 0,-1-4 0</inkml:trace>
  <inkml:trace contextRef="#ctx0" brushRef="#br1" timeOffset="76">28594 11187 7632,'0'-12'1381,"0"-1"-1128,0 1 0,0 3 327,0 1-130,0 5-132,-5-2 1,2 5 251,-5 0-127,5 0-116,-8 0 0,4 4-100,-5 0 1,1 6 92,2-2 1,-2 2-64,3-2 0,-3 3-68,-1-3 1,-1 3 57,1 2 0,0-2 23,-1-3 0,2 3-246,3-3 0,-3 3 66,3 2 1,2 3-52,2 1 1,-2 5 1,2-1 0,-4 2-63,4 2 0,-2 4 21,2 0 1,1 9-96,-5-1 1,0 5-4,-5-1 1,5-1-53,0 6 1,0-1-44,-5 5 1,2-5 78,3 1 1,2-1-78,6 5 1,2 2 16,2-2 0,3 1-467,5-10 1,1-1 216,-1-7 0,6 1-308,3-5 0,-2 0-387,2-4 0,-1-1 535,5-4 0,-1 4-319,-4-4 904,4-2 0,-5 6 0,6-5 0</inkml:trace>
  <inkml:trace contextRef="#ctx0" brushRef="#br1" timeOffset="77">29029 11261 7632,'-6'-12'-1186,"3"0"1264,-5-1 0,5 1 1509,-1-1-1138,-3 6 1,0-2-6,-5 5 0,4 0 26,-1 4 1,1 5-120,-4 3 1,-1 3-42,1 2 1,4 3-81,-1 1 0,2 3-214,-1-3 1,-1 0-123,4-5-75,1 0 75,4 1 1,6-6-296,2-3 1,4-4 94,5-4 1,-2-3 92,6-6 1,-6 1 44,2 0 0,-4 1 31,0 2 0,-1 0 229,1 4-149,-1 1 0,-1 6 380,-3 2 1,-2 3 78,-6 5 1,0 6-195,0 3 1,0-2-111,0 2 0,0-2 30,0 2 0,0 1-695,0-6 1,1 1 124,3-5-55,3 1 0,6-2 1,-1-3-585,0-4 0,5 2 1081,-1-2 0,7 0 0,-4-4 0</inkml:trace>
  <inkml:trace contextRef="#ctx0" brushRef="#br1" timeOffset="78">29463 11708 7667,'0'7'-271,"-6"4"0,5-9 3051,-3 7-1559,2-6 1,4 6-631,2-5 0,0 5-230,8-5 0,-2 5-156,7 0 1,2-3-363,2 3 0,2-1 187,2 4 1,1-3-235,3-1 0,-3 0-289,3 5 0,-3-1-635,-1 0 0,4-3-566,0-1 0,-1 0 1694,-8 5 0,4-1 0,-5 0 0</inkml:trace>
  <inkml:trace contextRef="#ctx0" brushRef="#br1" timeOffset="79">30046 12092 7667,'12'7'-160,"1"0"160,-1-3 0,-4-2 870,1 2 1,-1 3-327,4 1 0,5-1-45,-1 1 1,2-1-270,-1 1 0,-2 3-296,6-3 1,-1 4-234,5 0 1,-4 0 261,-1 1 0,0-1-972,0 1 1,7 2 567,-7-3 1,6 3-373,-5-6 1,3-4 812,0-1 0,7 3 0,-5 0 0,4 5 0</inkml:trace>
  <inkml:trace contextRef="#ctx0" brushRef="#br1" timeOffset="80">30741 12464 7667,'8'11'0,"0"-2"0,-4 0 0,4-5 0,1 5 687,3-5 1,5 4-224,-1-4 1,5 2-2385,-5-2 1920,6-3 0,-2 10 0,5-4 0</inkml:trace>
  <inkml:trace contextRef="#ctx0" brushRef="#br1" timeOffset="81">31448 12675 7643,'-10'-20'0,"-2"-1"0,-4 6 0,4-2 0,0 5 0,-1 3 0,-3 4 3137,-1 5 0,-5 0-1392,1 0 0,2 5-740,-2 4 1,5 6-373,-5 1 0,6 7-272,-2-3 1,4 2-313,0-1 0,2 2 41,3-2 0,-2-3 1,6-2-188,0-2 0,10-7-283,2-3 1,8-2-158,5-2 0,4-6-698,4-2 1,3-3 21,5-2 0,-6 1 628,-2 0 1,-2 1 142,-3 2 1,-3 0 121,0 5 0,-2-1 245,-6 5 29</inkml:trace>
  <inkml:trace contextRef="#ctx0" brushRef="#br1" timeOffset="82">30517 11547 7692,'0'-9'327,"0"1"145,0 5 1,-5-1 278,-4 8 1,3 9-299,-3 7 0,1 4-74,-4 1 0,1 4-126,2-1 0,4 3-91,5-2 0,1-7 33,3 3 1,9-9-319,7 1 1,8-9-151,1-4 0,5-3-357,-1-1 1,5-6-65,3-7 0,-2-5 305,2-7 1,-4 1 114,-4-1 1,-8 0 44,-8 0 0,-5 5 349,-4-1 0,-4 2-142,-8-2 1,-8-1 42,-9 5 1,-8 2 20,-4 7 0,-4-2 90,-4 6 0,1 5-601,-6 8 1,5 3 198,-5 5 0,1 3-1797,-5 9 2067,1-3 0,0 9 0,-2-3 0,-4 3 0,-1 5 0</inkml:trace>
  <inkml:trace contextRef="#ctx0" brushRef="#br1" timeOffset="83">29500 12415 7671,'-21'12'1481,"1"1"0,4 0-662,0 4 0,-2 4-474,1 7 1,5 0-152,4 5 0,5-1 159,-1 1 0,9 1-216,8-5 0,6-5-198,10-8 0,8-8-19,9-3 1,6-4 125,2-1 0,0-10-511,-5-2 1,0-14 213,-4-3 0,2-1-194,-6-4 1,-5 6 125,-7-6 0,-8 7-46,-5-2 1,-8 4 126,-3 4 1,-5 4 200,-5 4 0,-3 1-71,-8-1 0,-4 1-24,-4 0 0,-5-1-91,0 1 1,-4-2 274,4-3 0,-6 4-772,2-4 1,3 2-19,1-2 738,8 4 0,-8-5 0,3 5 0</inkml:trace>
  <inkml:trace contextRef="#ctx0" brushRef="#br1" timeOffset="84">31733 11633 8291,'12'-11'0,"1"3"0,-1-8 0,1 3 0,-1 5 0,2-2 0,2 6 0,-2 0 0,3 4 0,-2 5 0,1 4 0,-1 7 0,6 5 0,-2 4 1469,2 4 0,1-2-730,-5 6 0,1 2-340,-2 6 0,-2 2-373,3 2 0,-8 8-38,-1-4 0,-3 11-124,3 2 0,-5 1-212,-1-28 1,0 0 0,-2 31 171,-2-30 1,0-1 0,-9 31 46,3-31 0,-1 0 1,-13 28-103,1 0 0,-6-7 27,-2-6 1,-6-5-78,2 1 0,-3-11-114,-1 3 0,1-9 64,3-1 1,3-1-1205,5-3 1535,6 1 0,0 0 0,5 0 0,1 0 0,4-1 0</inkml:trace>
  <inkml:trace contextRef="#ctx0" brushRef="#br1" timeOffset="85">22317 12836 7824,'13'0'0,"-1"6"0,0 1 0</inkml:trace>
  <inkml:trace contextRef="#ctx0" brushRef="#br1" timeOffset="86">21548 13258 8304,'0'-8'652,"0"0"1,2 3-179,2-3 0,3 1-19,5-1 1,7-2-19,6 6 1,3-4-96,9 4 1,-1 0-152,9 4 0,-3-2 18,3-2 0,2 3-434,7-3 0,-3 2 203,2 2 1,-6 0 184,-1 0 0,-6 0 72,1 0 1,-4-1-128,-4-3 0,-8 2-411,-8-2 303,-4 3 0,-11 1 0,-4 0 0</inkml:trace>
  <inkml:trace contextRef="#ctx0" brushRef="#br1" timeOffset="87">21871 13395 7824,'-13'0'0,"1"0"723,-1 0 1,5 0 784,0 0-428,5 0 0,-1 0-616,8 0 1,9 0-195,7 0 1,5 0 20,4 0 1,3 0-70,5 0 0,4 0-911,1 0 1,3-2 487,-4-2 0,6 3-1229,-1-3 0,2 2-325,2 2 0,-2-4 1755,-3 0 0,4-6 0,-5 3 0</inkml:trace>
  <inkml:trace contextRef="#ctx0" brushRef="#br1" timeOffset="88">23359 12824 7824,'9'-28'445,"-1"4"0,-1-4-58,1 7 1,-2 4 311,-6 0-161,0 3-168,0 7 0,-2 3-112,-2 8 1,1 5-28,-5 7 0,0 3-56,-5 6 0,-3 1-1,-1 3 1,-5 3 21,2 5 0,-4 5-106,-1-1 1,-1 6-516,-3-2 0,3 3 385,-3 2 1,-1 0-214,1-1 0,1 0 131,7-4 1,5-9-950,8-11 754,2-1 1,12-15-175,2-1 1,4-7 195,5-5 1,1 1 210,2-5 0,-2 5 135,-5-1 0,-1 8 118,1 5 0,-1 7 102,0 5 0,-5 4-135,-3 4 1,-1 4 87,1 8 1,-2 7 101,2 6 1,-3 0-10,-1-5 0,0 1-78,0 0 1,0-2-191,0-3 0,4-3-946,1-9 0,0-4 109,-1-9-1907,3 4 2695,5-16 0,-5 9 0,-1-11 0</inkml:trace>
  <inkml:trace contextRef="#ctx0" brushRef="#br1" timeOffset="89">23831 13469 7824,'-6'-12'0,"3"1"-37,-5 2 0,1-2 114,-1 3 1,-2-3 122,6-1 0,-4 3 71,4 1 1,-2 1-27,2-1 0,1-2 4,-5 6 0,5-1 221,-1 0-241,-3 4 0,0-3-20,-5 8 0,0 7 12,-1 6 1,1 9-13,-1-1 0,0 8-70,-4 0 0,5 1-10,-1-1 0,1 2-204,4-6 0,2-2-119,2-6 1,4-3 143,4-6 0,3-1-81,5-3 1,6-8 43,3-8 1,8-10-70,4-7 0,-1-1 4,1-7 0,-4 0-188,4-4 1,-4-2 9,4-2 1,-6 2-105,2-2 0,-7-3 179,-1-1 1,0-4 76,4 0 1,-6-1 117,-3 0 0,-2 5-120,-1 0 0,-5 6 211,0 2 0,-1 6-40,1 11 0,-1 3 173,-3 9-58,-2-3 304,3 10 0,-6 1 119,-3 8 1,1 4-129,-5 5 0,-1 2 81,-3 6 0,-2 4-115,-2 0 0,2 9-42,-3 0 0,4 6-104,0-3 0,-3 4-115,-1-3 1,1 5-141,3-2 0,1 3-273,-1 2 0,2-6-318,3-3 0,-2-6 317,6-2 0,0-7-506,4-1 1,6-11 345,2-10 1,7-3-371,2-1 1,5-1 496,-2-3 0,0-5 341,0-7 0,-4-3 0,1-6 0</inkml:trace>
  <inkml:trace contextRef="#ctx0" brushRef="#br1" timeOffset="90">24190 13419 7824,'-11'10'71,"3"2"1,-1 4 156,4-4 0,1 2 190,4 2 1,0 2-101,0 3 1,0-3-234,0-6 1,6-4 149,2 1 0,7-7-192,2 3 1,5-5 66,-2-5 0,3-1 125,-3-7 0,4-1-369,-4-2 0,-2 1-535,-1-6 0,-3 4 425,-2-3 0,-4 5 144,1-2 0,-7-1 203,2 2 0,-4-1-156,-4 5 0,-3 1 262,-5 2 0,0 0-58,-1 5 1,-3 0 81,-1 4 1,-4 6-28,5 7 0,-2 1-71,1 6 0,4 2-67,-4 7 0,3-3 38,2 3 0,1-1-303,3 1 1,-2-4 97,6-1 0,0 0-83,4-8 1,1 1 39,3-5 0,3-5-512,5-3 0,6-4 13,3-4 0,3-4-18,0-9 1,3 4 658,1-4 0,-1-8 0,3-1 0</inkml:trace>
  <inkml:trace contextRef="#ctx0" brushRef="#br1" timeOffset="91">24749 13047 7824,'-7'-5'0,"0"3"359,3-2 1,2 4-98,-2 4 0,-3 5-182,-1 7 0,1 9 323,-1 8 0,0 10 479,-5 6 1,0 4-657,-4 9 0,3-7 45,-2 7 1,2-8-446,1-1 0,5-7 198,0-5 0,1-8-627,-1-4 1,2-12 123,6-5-1101,0-8 34,0 2 1050,0-17 1,4 3 194,1-9 1,-1 3 300,-4 2 0,0-5 0,0 1 0,-2-5 0,-2 5 0,-3-5 0,-5 4 0,-1-5 0,1 2 0,0 0 182,-1 0 1,5 4 263,0 0 1,1 6 1184,-1 2-1032,-4 0 1,11-1-159,-3 1 0,4 5 55,4-1 0,3 3-164,5 1 0,6 0-273,3 0 1,4-1 125,4-4 1,-2 4-782,6-3 1,-4 3-93,4 1 0,-1-2-517,1-2 1,3 3 1204,-3-3 0,-3-3 0,1 0 0</inkml:trace>
  <inkml:trace contextRef="#ctx0" brushRef="#br1" timeOffset="92">25257 13258 7775,'0'-12'208,"0"-1"-203,0 1 0,6 4 767,2-1 1,9 7-273,3-3 1,8 8-238,1 1 1,5 10-559,-1-1 0,-2 2 205,-2-3 0,-5 5-222,-3-1 0,-7 5 215,-6-5 1,-5 6-96,1-1 0,-9-2 42,-8 2 1,-1 0 119,-6 4 1,-5-2-63,-4-2 1,0 2 211,4-2 1,0-2-10,1 2 0,-1-5-72,0 5 0,6-6-14,2 2 0,5 1 9,3-2 1,4 1-25,5-5 0,1-4 15,3 1 1,7-5-53,6 4 0,5-5-37,-1 1 0,-2-3-109,2-1 0,-5 0-470,5 0 1,-6-1 286,2-3 0,-5 1-298,-4-5 654,3-1 0,-4-3 0,6 0 0</inkml:trace>
  <inkml:trace contextRef="#ctx0" brushRef="#br1" timeOffset="93">25233 13481 7775,'-7'6'277,"1"-5"1,8 5 26,2-6 0,7 4 162,5 0 1,10 0-375,-1-4 0,8 2 7,0 2 0,3-3-768,1 3 0,1 2 441,-1-2 0,-4 4-615,0-4 1,-5 4 842,1-3 0,2 4 0,1-2 0</inkml:trace>
  <inkml:trace contextRef="#ctx0" brushRef="#br1" timeOffset="94">26213 12886 6510,'0'19'-632,"0"5"1391,0-4 1,1 8-266,3 1 0,-3 7-16,4 1 1,-3 6-104,2 6 0,-1 6-342,5 3 0,-3 7 226,3 1 1,-6-30 0,-1 0-54,1-1 1,0 0-1,-1 3 1,-1 0-165,0-1 1,0 0 0,0 2-1,-1-2 122,-3 29 1,1 2-139,-5-2 0,4-30 1,1 0 18,-1 1 0,-1 0 0,0-1 0,1 0-429,0 26 1,-5-2 242,5-2 1,0-4-1166,4-9 0,0-7 322,0-9 0,0-9 984,0-3 0,0-2 0,0 1 0,0 4 0</inkml:trace>
  <inkml:trace contextRef="#ctx0" brushRef="#br1" timeOffset="95">27193 13655 7775,'6'-12'0,"4"-1"138,-6 1 1,2 1 283,-2 2 0,3-2 143,5 3 0,-2 3-166,2 1 1,-1 2-230,10 2 0,-5 0 46,5 0 1,0 6-105,4 2 1,-2-1 56,-2 1 0,2-1-211,-2 1 0,-2 2-77,2-6 0,-6 4-131,2-4 0,-5 2-202,-4-2 1,-2-1 3,-6 5 88,0 0 1,-6 5 76,-2-1 1,-7 2 152,-2 3 1,-5-4-36,2 4 0,-3-3 195,3-2 1,-4 2 13,4 2 0,-4-2 130,-1 3 1,6-4 160,3 0 1,0 1-152,0 2 1,8-2 83,-1 2 1,7-2-65,2-1 1,1-1-172,3 0 1,9-1 77,7-2 1,5 2-171,4-3 0,-1 2-68,5-2 0,-2-3-197,2-5 1,-1 0-431,-3 0 0,-3 0 342,3 0 0,-8-5-240,-5-3 1,-7-7 651,-5-2 0,3-5 0,0 3 0</inkml:trace>
  <inkml:trace contextRef="#ctx0" brushRef="#br1" timeOffset="96">27279 13705 7775,'-8'1'718,"0"3"-217,5-3-311,-2 5 1,14-6 517,4 0 1,11 1-266,1 4 0,4-3-493,0 7 0,-1-7 98,5 2 1,-1 3-679,1 2 1,1-4 448,-5-1 0,4-2-928,-4-2 1,4 0-44,-4 0 1152,6 0 0,-9-6 0,4-1 0</inkml:trace>
  <inkml:trace contextRef="#ctx0" brushRef="#br1" timeOffset="97">28272 13457 7775,'-13'0'0,"0"0"-72,-4 0 1,3 0-119,-2 0 0,-4 5 926,0 3 0,-2 5-289,1 3 0,-2 4-136,2 4 0,-2 7 30,-2 2 1,5 4-116,4 4 1,3-2-240,5 2 0,3-2 124,5-2 0,0-5-192,0-3 0,7-9 124,5-3 0,2-5-379,6-3 0,-3-4 153,4-5 0,-2-1 71,2-3 0,1-3-1264,-6-6 0,1 1 657,-5-1 1,-1-3 718,-3-1 0,4-5 0,-6 3 0</inkml:trace>
  <inkml:trace contextRef="#ctx0" brushRef="#br1" timeOffset="98">28036 13680 7775,'-12'0'-769,"-1"0"0,1 0 1967,0 0 1,3 0 211,1 0-702,5 0 1,-1 4-267,8 0 0,9 2-240,7-2 0,4-3-185,1 3 0,1-2-222,3-2 1,-2 0-973,6 0 0,-5 0 714,1 0 0,-2 0-1295,2 0 1758,-2 0 0,3-6 0,-5-1 0</inkml:trace>
  <inkml:trace contextRef="#ctx0" brushRef="#br1" timeOffset="99">29115 13457 7651,'-5'-7'0,"-2"-4"334,-5 2-142,-1-2 0,1 0 171,-1 3 0,1-2-67,0 6 1,-1-4-109,1 4 1,-1 0 57,1 4 0,-5 1-24,1 3 1,-5 5-67,5 7 0,-5-1 59,4 6 1,-5 5-13,2 7 0,-4 4-11,-1 5 0,1 2-216,-1 5 0,1 5 209,4 0 1,3-5-145,9-3 1,-2-6 5,6 1 0,1-8-107,8-4 1,3-8 1,8-5 0,-1-6 97,6-2 1,-6-1-135,2 2 0,-2-4 72,2-5 0,-8-4-424,4 0 1,-5-6 317,0 2 0,-1 1-1552,-3-1 1060,-2-1 1,3-3-468,-5 0 464,0-1 1,0 1 623,0-1 0,-4 1 0,0 0 0,-6-1 0,3 1 0</inkml:trace>
  <inkml:trace contextRef="#ctx0" brushRef="#br1" timeOffset="100">28632 13271 7740,'-17'0'148,"1"0"1,-1 0 369,5 0 0,-1 0 263,1 0 678,-1 0-539,6 5-424,2-4 0,12 9-156,5-6 1,8 4 280,8-3 0,4 3-210,5-4 1,1 4-106,-1-4 0,4 2-320,1-2 1,-1-3 90,-4 4 0,-1-4-354,-3-1 1,-3 0 257,-5 0 1,3 0-172,-3 0 0,-5-1-356,-12-4-396,4 4 642,-11-4 1,-1 5-44,-8 0 1,-5 5 243,-3 3 0,-4 9-31,-4 4 0,-1 2 205,0 2 0,-4 5-65,0 3 1,-5 7-74,1 1 1,1 5-215,-1-5 0,1 6 214,-1-1 0,-6 5 181,6-2 0,-4 4-106,8-8 1,-4-1 52,4 2 1,2-2-57,6 1 1,3-8 377,6-8 0,5-4-139,2-4 1,4 1-36,1-6 0,6-3-74,2-5 1,8-5 8,5 1 0,7-3-114,1-1 1,1-1 280,-1-3 0,-3 1-520,3-5 0,-3 0 122,-1-5 1,-2 5-607,-2 0 1,-3-1 334,-6-3 1,4 4-600,-4-1 0,3 1 140,-7-4 1,-1-1-32,2 1 0,-7-1 397,3 1 1,-4 0 446,-1-1 0,0-5 0,0-2 0,-6-9 0,-1-3 0</inkml:trace>
  <inkml:trace contextRef="#ctx0" brushRef="#br1" timeOffset="101">28483 13742 7740,'-18'0'0,"4"0"548,-3 0 0,4 0 263,0 0 692,6 0-137,2 0-558,21 5 1,1 1-262,16 2 0,-3 3 146,8-3 1,-3-1-660,11 2 0,-6-5 27,1 4 0,2-5-292,-2 1 1,5 1 221,-5-1 1,5 1-1113,-5-5 1,0 4-46,-3 0 0,-3 0-377,-2-4 1,-2 0-223,-6 0 1765,-1 0 0,-4-5 0,-2-2 0</inkml:trace>
  <inkml:trace contextRef="#ctx0" brushRef="#br1" timeOffset="102">29376 14027 7742,'4'-14'-250,"0"-2"0,0 2-313,-4-3 1,-1 4 1123,-3 0 1,1 6-125,-5 3 1,0-1 110,-5 1 1,-3-1-183,-1 5 0,-1 2 63,2 2 1,-2 3-102,-3 5 0,-2 2-163,2 3 1,3 0-118,1 4 0,4 3 127,0-4 0,2 2-186,3-1 0,-2 1 85,6-5 0,0-5-10,4-4 18,0 0-14,0 5 1,6-6-41,2-3 1,3-3-90,1-1 0,2-1-23,3-3 0,-4 1 109,4-5 1,-3 1-321,-2-1 1,0-3 127,1 2 1,-1 2-203,1-1 0,-5 1-130,0-1 162,0-3 1,1 5-345,-1-2 95,-5-3 15,2 10 358,-5-10 0,0 8-354,0-5 353,0 5 1,0-4-270,0 3 483,0 3 0,-5-5 0,-2 1 0,-6-2 0,1-6 0</inkml:trace>
  <inkml:trace contextRef="#ctx0" brushRef="#br1" timeOffset="103">29388 13940 10118,'-1'-7'687,"-3"3"0,1-1-320,-5 1 0,0-1-66,-5 5 0,-5 6 13,-2 2 1,-4 5-54,-1 3 0,-5 5 120,-3 8 0,-2 2-75,2 7 0,-1 3-105,5 0 0,1 1-233,8-5 0,3 0 118,9 0 1,4-6 113,8-7 1,4-4 0,9-8 0,2-4 25,6 1 0,4-7-79,0 3 1,0-5-205,-5-5 0,1 3-102,0-7 1,-2 1-196,-2-4 1,-3-1-760,-6 1 0,0 0-828,-4-1 1,1 1 400,-4-1 1,-1 1 1020,-4 0 0,0-1 519,0 1 0,-6-1 0,-2 1 0,-4-1 0,-5 1 0,3 0 0,-2-1 0,-2 1 0,1-1 0,-3 5 0,3 0 0,0 5 0,5-1 0,0 1 0,-1-1 0,5 3 0,0-3 2507,5 2-1561,-3 8 1,12-5-203,2 3 0,5-2-582,3-2 1,-1 0 1,6 0 1,-4 0-1124,3 0 0,-5 0 645,2 0 0,-3 0-2347,-2 0 1378,0-6 1283,1 5 0,-1-10 0,-5 9 0,-1-3 0,-8 5 0,-2 0 0,1 0-48,-5 0 0,4 5 157,-4 4 1,1 3 1089,-1 5 0,-3-2-491,2 5 1,2 1-105,-1 4 0,4 0-437,-4 0 0,5-1-331,-1 1 0,2 0-650,2 0 0,0-6 558,0-2 0,2-4-447,2 0 1,3-6 267,5-3 1,1-4 75,-1-4 1,5-9 358,-1-7 0,6-9 0,-2-3 0</inkml:trace>
  <inkml:trace contextRef="#ctx0" brushRef="#br1" timeOffset="104">29698 13915 7742,'0'9'-143,"0"-1"0,-1-4 299,-3 4 0,-2 5 365,-2 3 1,-4 8 92,-1 1 0,1 5-223,-5 7 0,-1 2 211,2 2 0,-5 2-233,5 2 1,-1 2 50,5-6 1,-1 5-134,1-5 1,1-1-101,3-7 0,2-4-34,6-8 0,0-3 10,0-6-345,6-5 0,5-1 191,5-6 1,2-6-1085,-1-2 1,-2-5 534,6-3 1,-2 1-1343,2-6 1,-2 4 1064,-3-3 0,-2 1 817,3-2 0,2-8 0,0 3 0</inkml:trace>
  <inkml:trace contextRef="#ctx0" brushRef="#br1" timeOffset="105">29748 14300 7702,'7'5'-71,"-2"2"0,-5 6 1369,0-1 1,-1 2-633,-3 2 1,1 0-47,-5 4 1,1 0-252,-1 0 1,-2 4-512,6-4 1,0-2 156,4-1 1,0-3-768,0-2 430,0-5 1,5-3-273,4-8 0,3-4 168,5-9 1,2 2 52,6-6 0,-5 2 347,1-2 0,-4 3-162,3 6 0,-5 1 642,2 3 0,-7 2-108,-2 6 1,-5 2 74,1 2 1,-3 4-328,-1 8 0,-5 2-209,-4 3 0,-2 2-226,-1-2 0,1-2 214,3 2 0,1-6-2660,3 2 2148,2-9 0,-2-2 639,8-6 0,9-6 0,6-1 0</inkml:trace>
  <inkml:trace contextRef="#ctx0" brushRef="#br1" timeOffset="106">30344 13556 7642,'0'-20'-138,"0"3"-64,0 4 833,0 6 0,0 5-168,0 10 1,0 7 275,0 14 0,-5 8-299,1 9 0,-5 2 150,0 1 1,2 5-237,-1 0 0,5 0-338,-1-5 1,3-1-5,1-2 1,0-1-202,0-7 1,1-4-984,3-9 1,-1-7 658,5-6 0,5-5-986,3-7 0,1-1 925,-5-3 0,1-9 574,-1-7 0,3-4 0,-2-1 0,2-5 0,-8-2 0</inkml:trace>
  <inkml:trace contextRef="#ctx0" brushRef="#br1" timeOffset="107">30468 13742 7642,'4'-13'-470,"0"1"0,0 4 1185,-4-1 1,7 7-236,5-2 1,2 2 293,7 2 0,5 4-314,7 0 1,3 5-164,1-5 1,0 1-777,1 0 0,-3-4 375,-2 3 0,-2-3-2784,-6-1 2262,-6-5 1,-7 2 204,-8-5 0,-5 4 421,-7-5 0,-6 7 0,-11-9 0,0 4 0</inkml:trace>
  <inkml:trace contextRef="#ctx0" brushRef="#br1" timeOffset="108">30691 13742 7642,'-19'18'0,"1"0"-464,5 2 0,2 8 277,3-3 1,-3 8 1285,3 0 1,2 3-465,2 1 0,-1 0 294,0 0 1,1 0-556,4 1 1,2-7-432,2-2 1,-3-8-358,3-4 1,2 0 252,-2 0-2872,6-6 2310,-9-5 0,6-8 723,-3-2 0,-3-8 0,5-8 0</inkml:trace>
  <inkml:trace contextRef="#ctx0" brushRef="#br1" timeOffset="109">30666 13940 7642,'-7'0'0,"2"-1"-713,5-3 1311,0 2 546,0-3 0,9 5-783,4 0 0,7 0-324,1 0 0,4 4-1295,4 0 1,-2 0 698,6-4 1,-5 0-168,1 0 726,-8 0 0,2-5 0,-4-2 0</inkml:trace>
  <inkml:trace contextRef="#ctx0" brushRef="#br1" timeOffset="110">31212 13605 7642,'8'0'-1551,"0"0"3149,-5 0-1096,8 6 0,-9 2-11,2 9 0,1 2-117,-1 6 0,1 1-522,-5 3 1,-2-2 49,-2 7 0,3-1-34,-3 4 1,-3 0-235,-2 0 1,2-4-507,-1 0 1,1-5 335,-1 1 1,-6 1 535,6-1 0,-6-5 0,7-1 0,-5-4 0</inkml:trace>
  <inkml:trace contextRef="#ctx0" brushRef="#br1" timeOffset="111">31708 13494 7629,'-5'7'1540,"3"-2"-1361,-3-5 0,6 0 72,3 0 1,5-4 52,7 0 0,3-6-211,6 2 1,0 1-122,0-1 1,0 5-12,-1-1 1,-4 3 118,-4 1 1,-3 1-59,-5 3 0,-3 8-47,-5 9 0,-6 8 198,-7 4 1,-9 3-74,-7 1 0,-5 5 97,1-1 0,2-1-132,2-7 0,5-3 26,3-5 1,4 0-148,9 0 1,4-6 50,8-3 1,4-2 96,9-1 1,-2 3-36,6 1 0,-6 5 193,1-2 0,-2 5-1,-1 4 0,-2 1 12,-3 4 1,-3 6-206,-5-3 0,-5 3-124,-3-3 1,-5 3-591,-3-3 1,0 3 388,-4-7 1,-1-1-430,-4 1 1,-4-1 261,0 1 1,-1-3-1277,1-5 1608,3 0 0,-15 5 0,2 2 0</inkml:trace>
  <inkml:trace contextRef="#ctx0" brushRef="#br1" timeOffset="112">22044 15280 7634,'2'12'383,"2"0"0,3 1-63,5-1 0,6 1 447,3-1 0,4-4-265,4 1 1,6-7-194,7 3 0,5-4-119,-2-1 0,3 0-137,2 0 0,1 0-341,-6 0 0,-6-4-1241,-18 0-922,-3 0 2451,-17 9 0,-8 2 0,-12 5 0</inkml:trace>
  <inkml:trace contextRef="#ctx0" brushRef="#br1" timeOffset="113">22206 15615 7634,'-13'6'0,"1"-1"0,4-4 0,-1-1 0,7 0 0,-3 0 2287,10 0 0,3 0-1120,8 0 0,5 0-966,8 0 1,3-1-245,5-4 0,0 3-280,0-7 1,2 5-1435,2-4 1,-2 5 433,2-1 1176,-2-3 1,-2 0 0,0-5 0</inkml:trace>
  <inkml:trace contextRef="#ctx0" brushRef="#br1" timeOffset="114">23645 15354 7634,'7'-18'0,"-1"4"259,-1-2 1,-3-2-31,7 1 1,-5 2 81,4 7 1,-5-3 258,1 3-242,-3 2 0,-1 2-146,0 8 1,-5 10-1,-4 11 0,-6 1-54,-1 7 1,-6 0 73,1 4 0,-2 5-153,-2-1 0,4 0 49,0-3 1,1-5-399,-5 0 0,4-4 96,1 4 1,9-10-24,-2 2 0,9-13-64,0 1 91,3-4 0,6-2 40,3-3 71,3-2 0,2 3 95,-1 4 1,-4 3-69,1 5 0,-5 3 283,4 9 1,-5 3-66,1 5 0,-3 0 34,-1 0 0,-1 1-95,-3-1 0,2 3-201,-2-3 1,3 2-448,1-10 0,0 4 274,0-4 0,0-1-582,0-3 1,5-5 352,4-4 1,-2-2 507,1-2 0,0 1 0,5-1 0</inkml:trace>
  <inkml:trace contextRef="#ctx0" brushRef="#br1" timeOffset="115">24228 15801 7634,'0'-25'0,"-4"1"354,-1 4 0,-3-2 280,4 5-433,-6 1 1,3 5 0,-5 2 0,-2 5-12,-2 8 0,1 9 12,-6 7 0,4 9-1,-3 4 1,0 3-12,0 1 0,-2 1 24,5-1 0,2-1 727,7-3 1,1-4-628,3-9 1,4-2-497,0-5 1,5-6-368,8-3 0,5-6 130,2-6 230,9-6 0,-1-12 0,3-2-198,0 0 1,-4-1 265,-6 4 1,-2 1-164,-2 4 1,-3-2 565,2 5 115,-8 1-37,-2 9 1,-6 8-133,0 11 1,-4 6 0,0 7 0,-5 0-217,5 0 1,0 4 77,4 0 1,0-5-183,0-3 1,1-6 107,4 2 1,3-1-434,8-3 0,4-4-162,5-9 0,1 0-401,3 0 0,-3-6-738,3-7 1718,-3 1 0,4-17 0,2 3 0</inkml:trace>
  <inkml:trace contextRef="#ctx0" brushRef="#br1" timeOffset="116">24612 15218 7634,'13'-13'198,"-5"1"286,0-1 737,-5 1-409,8 0-282,-4 5 1,4 8-180,-3 12 1,2 0 89,-6 8 1,4 0-126,-4 3 0,1 1-81,-5 0 1,0 0-112,0 0 1,0 0-130,0-1 1,-6 1-225,-2 0 1,-3-4 225,-2-1 1,2-5-489,3 2 1,-2-7 257,6-2 0,-1-5-974,1 1 829,2-3 1,2-8 58,8-5 1,8-6 21,0-7 0,6 0 196,-1 1 1,-2-1 97,2 0 0,-5 0 280,5 0 0,-6 6 364,2 2 1,-8 4-329,0 0 0,-1 6 6,4 3 0,-5 4-61,-3 4 1,2 3-294,-2 6 0,0 5-81,-4 2 0,0 0-164,0 0 0,0 1-9,0 4 0,0-5 105,0 1 1,0-2-657,0 2 0,-1 1 319,-3-5 0,1 5-319,-5-2 0,1-2 840,-2-1 0,-2 2 0,5 0 0</inkml:trace>
  <inkml:trace contextRef="#ctx0" brushRef="#br1" timeOffset="117">25679 15143 7634,'7'0'1254,"-1"0"1,-6 2-776,0 2 1,0 3 106,0 5 1,0 11-203,0 6 1,0 13-21,0 7 0,0 8-170,0 9 1,0 3-324,0-32 1,0 0 0,-2 1 0,-1 0 130,1 2 1,0-1 0,0-4 0,-1 0 45,0 0 0,2 0 0,-1 30-474,-2-3 0,-1-8 300,0 0 1,0-12-825,1 4 0,2-12 469,-2-5 0,3-3-783,1-1 1,1-1 153,3-4 1110,3-7 0,-5 3 0,-4-2 0</inkml:trace>
  <inkml:trace contextRef="#ctx0" brushRef="#br1" timeOffset="118">26585 15863 7634,'7'-17'57,"-3"1"0,-3-2 123,-1 1 0,0 2 263,0-6 0,-1 6-105,-3-1 1,1 3 29,-5 5 0,-5-2-111,-3 6 1,-1 0 45,5 4 0,-5 1 20,1 3 0,-6 9 88,1 8 1,2 3-132,-2 5 1,4 3-31,-3 5 0,5 0-327,-2 1 0,3-7 100,2-2 0,5-3-348,3-1 1,2-5 199,2-4 0,3-8-272,5-4 0,6-4 123,11-4 0,1-8-43,3-9 0,-1-2 57,5-2 0,-7 0 102,-1 0 1,-2 1 181,-6-1 0,-1 6-22,-3 2 1,-5 7 532,0 2-400,-5 5 1,3 3 259,-6 9 0,-2 7-137,-2 5 0,3 4-5,-4 4 0,0-2-255,1 6 0,0-5 104,4 1 0,4-3-823,0-1 1,6-5 389,-2 1 0,3-6-913,1 2 0,5-5 516,-1-4 1,2-2-147,-1-6 874,2-6 0,6-6 0,0-7 0</inkml:trace>
  <inkml:trace contextRef="#ctx0" brushRef="#br1" timeOffset="119">27304 15627 7634,'-8'1'548,"0"3"1,-1 3-439,-3 6 0,-2 1 80,-2 2 0,2 9 735,-3 8 1,-1 8-416,2 5 0,-1 2 133,5 2 0,4-2-354,-1-3 1,7 1-329,-2-9 0,4 2-504,4-10 1,-2-6 446,7-7 1,-5 2-217,4-1 0,-4-6 113,4-7 1,1-3-67,3-1 0,-4 0-156,1 0 0,-2-5-360,1-3 781,-3-3 0,1-13 0,1-2 0</inkml:trace>
  <inkml:trace contextRef="#ctx0" brushRef="#br1" timeOffset="120">27168 15937 7634,'-13'0'459,"1"1"741,0 4-482,-1-4 0,6 6-281,3-3 1,3-1 280,1 5 0,9-5-276,4 1 0,13-3-151,3-1 0,1 0-101,3 0 0,0 0-420,5 0 1,0 0-282,4 0 0,-5-1-566,0-3 1,0 1-1873,-4-5 2949,-2-1 0,-1-3 0,-5 0 0</inkml:trace>
  <inkml:trace contextRef="#ctx0" brushRef="#br1" timeOffset="121">28148 15639 7634,'-13'0'0,"1"0"500,0 0 1,-1 0 238,1 0 752,-1 0-580,6 0-508,2 0 1,13 4 44,9 1 1,3 3 89,14-4 0,-1 0-315,4-4 1,4 0-22,1 0 0,0 0-658,0 0 1,-4 0 349,4 0 1,-8 0-981,-1 0 1,-5-4 535,1 0 0,-9-4-2463,-3 3 2209,-9 1 1,-2 3 803,-6-3 0,-6 2 0,-1-3 0</inkml:trace>
  <inkml:trace contextRef="#ctx0" brushRef="#br1" timeOffset="122">28346 15751 7634,'-5'12'-1184,"2"1"888,-5-1 0,4 1 1502,-5-1 0,5 2-511,-4 2 1,1 4 94,-1 4 0,-3 3-340,2 2 1,-2-2-269,-1 6 0,0 0-148,-1 4 1,-2 5-249,3-1 0,-6-1 140,9-7 0,-4 3-4,4-3 1,4-3-686,1-1 1,2-4 320,2-4 1,2-9-1304,2-8 1233,3 3 0,4-7-5,-3 0 517,3-5 0,-4-13 0,5-2 0</inkml:trace>
  <inkml:trace contextRef="#ctx0" brushRef="#br1" timeOffset="123">28222 16049 7634,'0'-7'928,"0"-4"1,0 8 205,0-5-430,0 5 0,2-3-279,2 6 0,8-4-127,9 0 0,4 0-259,4 4 0,4-4 93,8 0 0,-1-6-879,5 2 0,-3 1-12,3-1 1,-6-1-501,-2-3 1,-5-5 322,-7 1 1,-6-1 935,-3 5 0,-2-6 0,-1-1 0</inkml:trace>
  <inkml:trace contextRef="#ctx0" brushRef="#br1" timeOffset="124">29016 15354 8075,'0'13'2332,"6"0"-1909,2 4 0,-1-2-1,1 6 1,2-1-153,6 5 1,-2 5-624,3 4 1,-4-4 268,0-1 1,-1-3-798,1-1 0,-1 0 282,0-1 1,-1-4-176,-2-4 1,0-2 773,-4-2 0,4-5 0,-2-1 0</inkml:trace>
  <inkml:trace contextRef="#ctx0" brushRef="#br1" timeOffset="125">29438 15404 7709,'-19'5'984,"-5"-2"-738,4 5 0,-8 1 208,-1 3 1,-5 6-125,0 3 1,-1 7 147,-3 6 1,-2 1-222,3 3 1,-1-1-309,9 0 0,0-4-337,4 0 0,2-5 271,2 1 1,2-3-1168,2-1 0,2-2 212,-6-2 1072,-5-3 0,-6 0 0,-5 1 0</inkml:trace>
  <inkml:trace contextRef="#ctx0" brushRef="#br1" timeOffset="126">29748 15491 7720,'-12'0'1859,"-1"0"-1361,1 0 0,5-2 263,3-2-628,2 3 1,9-6 24,6 3 0,5 1 24,6-5 1,5 3-130,0-3 1,4 4 96,-4-4 0,0 5-160,-4-1 1,4 3 13,0 1 1,-4-5-110,-4 1 0,-6 0 66,1 4-1,-2 0-94,-2 0 0,1 0-249,-1 0 101,1 6 1,-2-4 88,-3 7 0,-3-5 70,-5 4 0,-1 2 236,-3 6 1,-4-1-90,-9 6 1,2 5 271,-6 7 0,-4 3-153,-3 1 1,-3 2 114,2 2 0,3-2-100,-3 2 1,7-2-44,1-2 1,8-1-3,0-3 1,2-8 12,7-9 1,1-2-181,7-2 1,3-3 60,6-1 0,-1-5-394,1 1 1,-5-3 158,0-1 0,-1 2 14,1 2 0,-1 3 130,-3 5 0,-2 2 146,2 2 0,-3 0 159,-1 4 1,-1 2-108,-3 7 1,1-1-39,-5 5 0,3 0-13,-3 4 0,4-4-23,-4 0 1,5 0 48,-1 5 1,3-3-358,1-2 1,0-1 38,0-3 1,0-3-67,0 3 1,0-7-139,0-1 0,-2-2 128,-2 2 1,1 2-340,-5-2 0,0-2 228,-5 2 0,-3-5 0,-1 5 1,-5-6 151,2 2 1,0-3 263,0-2 0,-1 0 0,-4 1 0</inkml:trace>
  <inkml:trace contextRef="#ctx0" brushRef="#br1" timeOffset="127">9391 11993 8128,'0'-8'-749,"0"0"1,0 3 711,0-3 1508,0 5-954,0-8 1,4 9-215,0-7 1,2 7-182,-2-3 0,-1 3 147,5-2 1,-4 2-203,4-2 0,-4 3 296,5 1-384,-1 0 0,4 0 6,1 0 1,-5 4-81,0 0 0,-4 4-30,5-4 0,-5 5 109,4-5 1,-5 1-221,1-1 1,1-1 64,0 5 1,-1-3-958,-4 3 762,0 0 1,0 4-370,0 1 1,0-5 734,0 0 0,0 6 0,0 5 0</inkml:trace>
  <inkml:trace contextRef="#ctx0" brushRef="#br1" timeOffset="128">9775 11175 8845,'0'-7'2404,"0"1"-1360,0 6-540,0-5 0,2 3 2,2-2 1,-1 3-142,5 1 1,0 0-127,5 0 1,-1 0-132,0 0 0,5 0 77,0 0 1,0 0-426,0 0 1,1 0 269,3 0 1,1 0-1167,-6 0 0,1 0-69,-5 0 0,1 0-2248,-1 0 3453,0-6 0,1 5 0,-1-5 0</inkml:trace>
  <inkml:trace contextRef="#ctx0" brushRef="#br1" timeOffset="129">9862 11224 8128,'-7'13'389,"3"-1"0,-1-4 99,1 0 1,-1 5 134,5 3 1,0 5-109,0-4 1,0 5-120,0-2 0,0 5-348,0 4 0,0-3 68,0 3 0,0-1-179,0 1 1,0-3 126,0 3 1,0-4-1573,0-5 657,0 4 1,0-11-408,0 4 1,-1-9-190,-3-4 1447,3-2 0,-5-8 0,6-6 0,0-7 0</inkml:trace>
  <inkml:trace contextRef="#ctx0" brushRef="#br1" timeOffset="130">9862 11522 8311,'0'7'1811,"2"-2"-1542,2-5 1,3 0-31,5 0 0,5 0 0,-1 0 1,6 0 29,-1 0 1,-2-4-31,2 0 1,-2-4-1,2 4 0,-3-6-3193,-6 2 2954,1 2 0,-1-5 0,0 4 0</inkml:trace>
  <inkml:trace contextRef="#ctx0" brushRef="#br1" timeOffset="131">9627 11137 8128,'-9'0'644,"1"0"-357,0 6 0,-5-3 430,1 5 0,1 0 1,3 5 0,-3 0-256,2 4 0,-2 2-38,-1 6 0,4 7-113,-1 5 0,2 1-50,-1 8 0,1-1-7,3 5 1,3 0-238,-3-1 1,2-5 79,2-2 1,4-4-811,1-1 1,4-4-86,-1 1 1,5-8-398,3-1 1,-2-6-419,3-7 1,1-5 1612,-2-3 0,6-2 0,-2-2 0</inkml:trace>
  <inkml:trace contextRef="#ctx0" brushRef="#br1" timeOffset="132">10234 11013 10031,'9'-7'1513,"-1"3"1,0 3-525,5 1 0,-1 1-379,0 3 1,6 9-318,3 7 0,-2 5-54,2 4 1,0 3-153,4 5 0,-1 2-475,1 2 0,-6 2 344,-2 2 0,-9 2-538,-4-6 1,-2 6 305,-2-1 0,-7-4-381,-6 0 0,-2-4 220,-10 0 1,3-1 16,-7 0 0,3-5 98,1-3 0,1-5 138,-1-3 0,1 1-17,4-5 0,-2-5-254,5-4 0,-4-5-147,5 1 602,-6-2 0,-3-2 0,-7 0 0</inkml:trace>
  <inkml:trace contextRef="#ctx0" brushRef="#br1" timeOffset="133">12480 11323 8128,'0'-8'1598,"0"0"-614,0 5 1,-2-2-399,-2 5 0,3 11-39,-3 5 1,-2 8-165,2 4 1,-4 6-86,4 7 1,-6 3-5,2 6 0,-2-1-30,2 1 1,2-1-364,6 1 0,0-6 165,0-3 1,0-3-448,0-5 0,6-4 234,2-9 1,0-7-725,5-9 0,-4-3 412,8-1 1,-2-5-949,2-4 1,2-8 339,6-8 1,0-1 1066,-1-7 0,1-6 0,0-5 0</inkml:trace>
  <inkml:trace contextRef="#ctx0" brushRef="#br1" timeOffset="134">12678 11348 10991,'13'7'2456,"-1"-3"0,6-1-1511,3 1 0,5-3-379,7 4 1,0-4-586,8-1 0,2 0-453,-2 0 1,1-1-475,-5-4 0,-5 4-35,-3-3 1,-9-2 141,-3 2-1560,-9 0 0,-4 4 2399,-8 0 0,-8 6 0,-8 1 0</inkml:trace>
  <inkml:trace contextRef="#ctx0" brushRef="#br1" timeOffset="135">12864 11410 8128,'-8'6'323,"0"2"1,5 4-37,-1 5 1,-2-3 436,2 2 0,-1 5 159,1 4 1,2-1 347,-2 5 0,3-1-350,1 1 1,0 3-369,0 5 0,0-5-1213,0-4 1,0 3 507,0-2 1,1 0-473,3-5 0,-2-4 361,2-4-3690,-3-2 3993,-1-7 0,0-7 0,0-7 0</inkml:trace>
  <inkml:trace contextRef="#ctx0" brushRef="#br1" timeOffset="136">12778 11683 8128,'12'0'319,"0"0"0,1 1 504,-1 4 0,5-4 438,-1 3 1,5-3-562,-5-1 0,11 0-694,-3 0 0,5 0 64,0 0 1,-1-5-333,5-3 1,-1-3-516,1-2 1,-3 1-2197,-5-1 2973,-6 1 0,5 0 0,-5-1 0</inkml:trace>
  <inkml:trace contextRef="#ctx0" brushRef="#br1" timeOffset="137">13311 11187 8128,'7'0'1310,"-2"0"1,-3 0-548,2 0 0,-1 5 774,5 4 0,0 6-590,5 1 1,-1 8-204,0 1-1,1 5-462,-1 7 1,1 0-43,-1 1 0,0 0-461,1 3 1,-6-2 237,-3 2 0,-3-2-728,-1-2 1,-5 0 518,-4 1 0,-3-4-902,-4 3 1,-5-6 254,-8 6 1,1-4 142,-5 0 0,4 3 135,-4-3 0,2-4 168,-3-4 1,-1-2-756,2-6 0,1-5 1149,-1-4 0,0-5 0,-5 2 0</inkml:trace>
  <inkml:trace contextRef="#ctx0" brushRef="#br1" timeOffset="138">17243 11447 8128,'13'-11'-973,"-1"3"1,1-2 1952,-1 6 1,-4 0-348,1 4 1,-7 2 441,3 2 1,-4 8-493,-1 9 0,-6 6-16,-2 2 1,-3 10-148,-1-2 0,-5 7-20,1-3 0,-6 6-250,1-1 0,-3 3 70,0 5 0,3-3-212,0 3 0,7-5 108,2-3 0,1 1-544,7-6 1,0-2 258,4-10 0,7-3-754,5-14 1,2 2 370,7-10 0,-5-1-655,5-7 1,-2-9 513,2-7 1,2-4 692,-2 0 0,2-7 0,2-1 0</inkml:trace>
  <inkml:trace contextRef="#ctx0" brushRef="#br1" timeOffset="139">17454 11584 9530,'0'-7'2571,"3"1"-1981,5 6 0,6 0 747,11 0 0,11 0-666,5 0 0,7 0-413,6 0 1,1 0-1324,3 0 1,1 0 869,-5 0 1,-1-4-686,-8 0 0,-8 0 495,-8 4-3653,-14 0 4038,-4 0 0,-11 0 0</inkml:trace>
  <inkml:trace contextRef="#ctx0" brushRef="#br1" timeOffset="140">17702 11571 8128,'-12'13'0,"4"3"742,0 1 1,5 5 172,-1-1 0,-2 8 271,2 4 0,0 2 191,4 3 1,0-1-644,0 0 1,0 4-850,0 1 1,0-1 151,0-4 0,1-4-377,3 0 0,-2-1 295,2 1 0,-3-4-1220,-1-8 0,0-7-1489,0-6 1807,0-5 0,6-14 1,1-10-1</inkml:trace>
  <inkml:trace contextRef="#ctx0" brushRef="#br1" timeOffset="141">17702 11906 8128,'13'6'0,"-5"-1"1054,0 4 0,2 2-406,7-3 0,-2-1 644,5 1 0,5-5-605,4 1 0,6-3-1050,-2-1 1,7-1-28,1-3 1,0 0-222,-3-9 1,-3 2-2962,-1-9 3572,-4 4 0,-5-13 0,-1 3 0</inkml:trace>
  <inkml:trace contextRef="#ctx0" brushRef="#br1" timeOffset="142">18335 11509 7816,'4'9'487,"0"-1"1,2-4 470,-2 4 1,-1 2-390,5 6 0,0 0 550,5 4 0,1 1-395,2 4 0,-1 1-157,6 3 1,-5-2-357,5 7 0,-6-4 10,2 7 1,-5-7-392,-3 8 0,-4-3 202,-5 7 0,-1-2-206,-3 5 1,-3-5-48,-6 2 1,-5-4-346,-2-1 1,-8 5 69,-1-1 0,-4-4-275,4-4 1,-1-7-527,1-1 1,3-3 634,-3-9 1,1 0-1089,-1-8 1750,3-1 0,-15-15 0,2-3 0</inkml:trace>
  <inkml:trace contextRef="#ctx0" brushRef="#br1" timeOffset="143">6773 13233 7816,'-1'-12'181,"-3"-1"1,2 5 331,-2 0 0,3 0 394,1-5-340,0 6 930,0 2-1026,0 5 1,4 11 134,0 5 1,6 4-220,-2 5 1,-1-3-128,1 7 0,-4 1-366,5-1 0,-7 1 164,3-1 0,-4-3-648,-1 3 1,1-4 401,3-4 1,-2-2-1005,2-3 417,-3-2-831,-1-1 1,0-11 1605,0-10 0,6-6 0,1-10 0</inkml:trace>
  <inkml:trace contextRef="#ctx0" brushRef="#br1" timeOffset="144">6873 12985 12842,'5'-7'220,"3"3"1,8 1-649,0-1 1,5 3-120,-5-3 1,6 2-1792,-1 2 2338,-3 0 0,0 0 0,-6 0 0</inkml:trace>
  <inkml:trace contextRef="#ctx0" brushRef="#br1" timeOffset="145">7046 13333 7816,'9'12'718,"-1"0"1,0-3-230,4-1 1,1-5 283,-1 1 0,6-3-415,3-1 0,2-1-193,2-3 0,1-3-396,3-6 1,2 0 206,2-4 0,-2 3-1421,-2-2 0,-3-4 380,3 0 1065,-8 2 0,3-11 0,-5 3 0</inkml:trace>
  <inkml:trace contextRef="#ctx0" brushRef="#br1" timeOffset="146">7369 12998 7816,'-13'4'729,"1"0"-383,0 0 1,-1 2 287,1 2 0,5 0-69,3 5 1,2-2 86,2 9 1,0-2-84,0 7 1,0 1-182,0 7 1,6 7-198,2-3 0,-1 6 30,1 3 0,-4-5-178,5 8 0,-7-2 79,3 3 0,0-3-135,-1 2 1,2-6-83,-2 7 0,-3-9-152,3 0 0,-1-2-78,1-2 0,-2-1 158,2-3 0,-3-3 184,-1-5 0,0-4-85,0 0 168,-5-6 0,-1 3-152,-2-6 1,-3-5 139,3-3-79,-3-3 1,-6-1-282,0 0 0,0 0-161,0 0 1,-1-5-210,-3-3 1,-6-5-497,2-3 1,-4 1 520,0-6 0,3 0-57,-3-4 1,-1 1 24,1-1 649,-6-5 0,9-2 0,-4-5 0</inkml:trace>
  <inkml:trace contextRef="#ctx0" brushRef="#br1" timeOffset="147">8510 13556 7816,'-1'-26'0,"-3"-3"0,1 4 488,-5 0 1,-1 2 67,-3 6 1,-1-4 120,1 5 0,-2 1-103,-2 6 0,5 4-164,-6 5 0,10 5-25,-5 4 0,2 3-122,-2 5 0,4 6 106,-1 6 0,2 7-98,-1 1 0,-2 0-254,6 5 1,0-4-112,4-1 0,0-1-137,0-3 0,0-4-136,0-8 0,2-5 204,2-7 1,4-4-121,9-5 0,2-7 63,6-5 1,-1-10-390,1-7 0,-4-6 197,0 2 0,-2-1 232,2 1 0,-2 1 18,-3 3 0,-2 7 139,3-3 0,-5 9 502,-4-1-378,3 9 412,-9 3 0,3 14-266,-5 4 0,0 7 121,0 1 0,0 6-111,0 2 1,0 0 182,0-4 1,4-4-253,1 0 1,-1-1-409,-4 5 0,4-6-995,0-2 0,6-3 653,-2-2 0,3-5-890,1-3 0,1-3 675,-1-1 1,-1-2 776,-3-7 0,9 1 0,-3-10 0</inkml:trace>
  <inkml:trace contextRef="#ctx0" brushRef="#br1" timeOffset="148">8808 13357 10277,'0'13'1980,"0"-1"0,4 2-1305,0 2 1,0 9-109,-4 8 1,4 3-174,0 1 1,1 5-597,-5-1 1,0 0 191,0-3 0,0-3-850,0-2 1,4-8 434,0-8 0,1-5-39,0-3 1,-3-5-463,7-8 1,-1-9 281,4-8 1,1-6 404,-1-2 0,0-6 30,1 2 1,2-2 342,-3-3 0,4 3-158,-8 1 0,2 8 1265,-2 6-43,3 4-354,-4 4 1,0 8-278,-3 8 1,-3 4-145,-1 9 1,0-2-26,0 6 1,0-2-131,0 2 1,0 2-324,0-2 1,0-3 96,0-2 1,0-2-1136,0-2 1,1 1-166,4-1 1,0 1-702,3-1 0,3 0 178,-2 1 1781,-4-6 0,12 4 0,-3-4 0</inkml:trace>
  <inkml:trace contextRef="#ctx0" brushRef="#br1" timeOffset="149">9366 13543 8231,'-1'-11'1360,"-3"3"0,1 3-867,-5 5 0,3 0 261,-3 0 0,0 2-287,-5 7 0,0 0 661,-4 12 0,2 1-534,-6 7 0,6-2 200,-1 7 1,2-6-495,1 6 1,2-8-392,3-1 1,3-6-563,5-7 616,0-5 1,5-1-95,3-6 1,8-11 76,0-6 0,7-11-1295,2-5 1,0-2 503,4-3 0,-3 0-143,-1-4 1,4 0 376,0-4 1,4-2 30,-4 3 1,0-4 565,-4 0 1,-6-1-63,-2 0 1,-5 12 646,-4 5 0,-2 11-338,-6 5 293,0 9 1,-2 4-176,-2 8 0,1 4 628,-5 9 1,4-1-258,-4 9 0,4-1 62,-5 9 1,3-4-56,-3 4 1,0 0-295,4 4 1,-3 0-442,4 0 0,-4 2 84,4 2 1,-5-2-1147,5 2 1,0 1 667,4-5 1,0 3-669,0-7 1,0-3-175,0-1 0,7-8-544,5-5 0,1-7 1786,3-5 0,4-8 0,-1-3 0</inkml:trace>
  <inkml:trace contextRef="#ctx0" brushRef="#br1" timeOffset="150">10520 13804 7816,'-4'-17'0,"-1"1"0,-3-1 116,4 5 1,-1-1 326,0 1 209,-1 5 1,-7 2-210,1 5 1,-1 6 190,1 7 1,4 6-117,-1 10 1,5 4 69,-4 9 0,5-3-435,-1 7 1,3-10 54,1 1 0,0-9-139,0-4 1,5-2 83,3-9 1,9-4-272,4-9 1,2-6-66,2-7 1,1-10-333,3-10 0,-3-3 109,3-1 0,-3-1 157,-1 1 1,-1 1-49,-4 3 1,-7 3 56,-9 5 1,-3 2 243,-1 2 1,-3 3-94,-5 6 0,-1 5 253,-12 3 1,2 2 85,-2 2 1,-1 6 122,5 2 0,-3 7-179,3 2 0,1 4-72,3-5 0,5 5-1045,0-5 1,5 5 492,-1-5 1,2 2-1041,2-1 0,0-3 128,0 2 1342,0-2 0,11-2 0,3 1 0</inkml:trace>
  <inkml:trace contextRef="#ctx0" brushRef="#br1" timeOffset="151">10830 13667 7816,'12'-12'1079,"-3"5"-227,-1 3-221,-5 3 0,2 7 260,-5 7 1,0 5-355,0 7 1,0-1 94,0 1 1,-4 0-230,0 0 0,-2 0-729,2-1 1,3 0 242,-3-3 0,2-4-1135,2-4 1071,0-1 1,2-5-233,2-3 1,3-8-77,5-4 1,2-9-244,2-3 1,2-4 391,3-1 1,1 1 83,-5-1 1,3 6 353,-3 2 1,-1 5-89,-3 3 546,-1 4 0,-4 6-312,1 3 0,-7 5 495,3 7 1,-4-1-211,-1 6 0,0 0-178,0 3 0,-4 1-251,0 0 0,0-2 87,4-2 1,0-2-1640,0-2 888,0-3-1057,0 4 1,1-11 695,3-3 1,-1-3 890,5-1 0,0-11 0,5-3 0</inkml:trace>
  <inkml:trace contextRef="#ctx0" brushRef="#br1" timeOffset="152">11487 13320 7724,'-12'6'0,"4"-4"854,-1 7 1,1 0 405,-4 8 1,-1 2-659,1 6 1,0 5 344,-1 3 1,5 10-408,0 7 1,1-1 87,-2 5 1,0-4-233,5-5 1,1-2-473,7-6 1,-1-1-413,5-3 1,-4-4-554,4-8 1,-3-4-773,3-4-121,0-1 1,6-6 643,2-6 0,0-11 1290,4-10 0,1-8 0,4-3 0</inkml:trace>
  <inkml:trace contextRef="#ctx0" brushRef="#br1" timeOffset="153">11624 13742 7724,'0'12'1795,"0"1"-1260,0-1 1,-4 0 413,0 1 0,-6 5-423,2 2 0,-2 0 232,2 0 0,-3 1-285,2 4 1,3-6-314,-3-2 0,7-4 14,-3 0 0,5-6 12,5-3 1,1-3-110,7-1 0,3-4 77,1 0 0,4-6-250,-5 2 0,5-2 102,-5 2 0,5-1-327,-4 4 0,0 1 142,0 4 0,-3 7-18,2 6 0,-6 0 174,-2 8 1,-5 5 180,1 7 1,2 4-163,-2 5 1,0-2-16,-4 5 0,-1-1-117,-4 2 0,3 6 146,-7-2 0,1 2-21,-4-2 1,-1-6 21,1-3 0,-2-2 219,-2-2 1,2-5 13,-3-3 1,-1-5 53,2-3 0,-5-4-157,5-9 0,-5-3-24,4-5 0,1-2 99,3-7 0,1-4-48,0-12 0,5-6 152,3-2 1,2-2-30,2-3 0,2 1-417,2 0 1,3 1-11,5 3 0,2-1-91,2 5 1,2-6-465,3 2 1,6 3 367,-2 1 1,4 3-436,0 1 0,7 0 286,5 0 0,2 5-1200,-2-1 1,-2 2 797,2-2 0,1-1 874,-5 5 0,3-5 0,-8 3 0</inkml:trace>
  <inkml:trace contextRef="#ctx0" brushRef="#br1" timeOffset="154">12889 13643 7724,'0'6'-290,"0"1"324,0-3 1,0-1 449,0 6 0,0-5-122,0 4 1,0 0 186,0 5 0,4-1-169,0 0 1,1 5 72,-5-1 0,0 5-156,0-4 1,0 5-133,0-2 1,0 0-488,0 0 1,0-4 272,0 0 0,0-2-905,0-2 519,0-5-1661,-6-1 1457,5-6 0,-6-6-383,3-2 1022,2-9 0,-3-7 0,5-8 0</inkml:trace>
  <inkml:trace contextRef="#ctx0" brushRef="#br1" timeOffset="155">12877 13320 7724,'7'0'1488,"-2"0"-817,-5 0 1,2 0-239,2 0 0,-2 0-186,7 0 1,0 0-24,8 0 0,-2 0-1058,6 0 1,-1 1-44,5 4 0,6-4 877,2 3 0,-3 3 0,0 0 0</inkml:trace>
  <inkml:trace contextRef="#ctx0" brushRef="#br1" timeOffset="156">13224 13767 7724,'0'12'1841,"0"0"-1618,0 1 1,3-2-121,5-3 0,2-2 1130,10-6 0,7-3-778,6-5 0,8-2-700,5-11 1,2-5-932,1-7 0,0 0 544,-4-4 0,1 4-695,-9-5 0,-4 3 310,-12 6 1017,-3 0 0,-6-2 0,0 0 0</inkml:trace>
  <inkml:trace contextRef="#ctx0" brushRef="#br1" timeOffset="157">13621 13295 7724,'-23'0'0,"2"0"433,4 0 1,4 0 205,0 0-332,1 0 1,5 10-1,1 4 238,1 4 1,4 2-19,-4 5-253,4 0 0,2 5 0,2 3 393,1 3 0,2 1 308,-2 1-677,-3 4 0,9 2 0,-6 6 9,-1 0 0,-2 1-96,-1 2 1,0 0-641,0 5 0,-1-6 397,-3 2 1,2-7-381,-2-2 1,1-4 113,-1 5 0,3-6 16,-3 1 0,2-8 92,2-4 1,-1-3-11,-3-1 1,3-6 681,-4-2-407,4-3 0,-3-6 611,0 0-584,0-5 0,-2 1-345,-2-8 1,1 1-129,-1-5 0,-1 0-197,-3-5 1,0 0-86,-1-4 0,1-1 249,-1-3 1,-3-1 51,-1 6 0,-3-5 84,3 5 1,-4-5 267,5 4 0,-6-5 0,3 3 0</inkml:trace>
  <inkml:trace contextRef="#ctx0" brushRef="#br1" timeOffset="158">9515 15503 7724,'-8'-4'62,"-1"0"1,5-5 1305,-4 5-385,5 0 396,-2-1-543,5 3 112,0-3-158,0 5 1265,0 0-1574,5 0-33,2 0-63,6 0 13,-1 5-245,0-3 51,1 3-125,-1-5-146,1 0 56,-1 0-144,0 0 204,1 0-136,-1 0 117,1 0 1,-1 0-135,0 0 1,-3 0 38,-1 0 1,-4 0-47,4 0 0,-4 0-27,5 0-52,-1 0 1,4-4-21,1 0 1,-5 0 89,0 4 0,-4-2-297,5-2 306,-1 3 1,4-5-438,1 6-48,-6-5-100,4 3 267,-4-9 0,4 9 109,-3-7 0,-1 7-171,-3-3 1,-1 0 112,5 1 0,-5-2-371,1 2 1,-3 1-224,-1-5-288,6 5 671,-5-2 589,5 5 0,-1-6 0,2 0 0</inkml:trace>
  <inkml:trace contextRef="#ctx0" brushRef="#br1" timeOffset="159">9503 15478 8374,'0'-7'1113,"0"2"0,4 10-749,0 4 1,0 3-67,-4 4 1,0 5 166,0 8 1,0 3-122,0 5 0,0 6 12,0 2 0,0 3-56,0 2 0,0 4-119,0-1 0,-4 0-240,0-8 0,-5 2 128,5-5 0,-4-1-155,4-4 1,-4-9 82,3-4 0,-3-3-165,4 0 1,0-3 65,4-6 0,-1-4-291,-4 1-45,4-7-196,-5 4 64,6-6 352,0-6 1,0-1-717,0-5 0,6-4 362,2-1 0,-1-4-449,1 5 1,-3-5 569,3 5 1,-1-5 450,1 4 0,3-5 0,-4 3 0</inkml:trace>
  <inkml:trace contextRef="#ctx0" brushRef="#br1" timeOffset="160">9515 15875 7724,'0'-8'1241,"0"-1"-879,0 7 0,0-5 256,0 3 636,0 2-440,0-3-230,0 5 1,1 0-160,3 0 1,-1 0-24,5 0 0,1-2-214,3-2 0,1 3 23,-1-3 1,2 1-341,2-1 0,-1 1 176,6-5 1,1 4-203,7-5 0,-3 3 134,3-3 1,-3-2-750,-1 3 1,-1 1-6,-4-1 1,2 4-269,-5-5 1,-1 7-393,-3-2 0,-5 1 221,0-1 1214,-5 2 0,8-3 0,-4 5 0</inkml:trace>
  <inkml:trace contextRef="#ctx0" brushRef="#br1" timeOffset="161">10148 15131 11776,'5'12'776,"-4"1"-530,4-1 1,2 5-214,1-1 0,-1 10 51,1-1 1,0 3-60,5-4 0,-1 5 94,0 0 1,1 0-815,-1-4 1,-1-4-107,-2-1 1,2-6-411,-3-1 1,-1-2 320,1-7 0,-4 0 890,4-4 0,-5-6 0,3 0 0</inkml:trace>
  <inkml:trace contextRef="#ctx0" brushRef="#br1" timeOffset="162">10458 15156 7724,'0'-13'1236,"-6"1"98,5-1-929,-5 7 0,1 1-132,-3 10 1,1 1-135,-2 7 1,0 1 59,-8 2 0,2 5-301,-6 8 0,1-3 138,-5 3 0,0 1-545,0-1 0,0 4 331,1-4 0,-4 4-930,3-4 0,-1-1 311,10-8 1,-2-2 796,1-5 0,3 5 0,-4 1 0</inkml:trace>
  <inkml:trace contextRef="#ctx0" brushRef="#br1" timeOffset="163">10644 14994 7724,'12'-5'-149,"-4"-2"-24,1-5 486,-6-1 1,6 1-9,-5-1 0,2 1 255,-2 0 1,-1 1-194,5 2 1,-4 2 76,4 3 0,-3 3-94,3-3 1,-4 8-227,4 4 1,-4 5 27,5 3 1,-7 3 24,2 6 1,-2 0-227,-2 0 1,0 4 99,0 0 0,-6 0-251,-2-5 1,1 4 119,-1-3 0,4 1-250,-4-9 0,5 3-118,-1-3 85,-3-6 244,5-6 1,-3-6-5,5-3 1,4-3-81,0-6 0,6-4 106,-2-4 1,7-3 2,2 0 0,1 0 11,-2 4 0,-2-4 200,3 3 0,-2 2-77,1-1 1,-2 8 451,3 0-295,-4 2 1,0 4 320,-1 1-362,1 4 0,-2 7-38,-3 2 0,-1 7-215,-3 2 0,-3 5 132,3-2 0,-2 0-335,-2 0 0,0 1 134,0 4 0,-2-1-482,-2 1 0,-1 1-19,-4 3 0,-2-2-226,3 2 0,1-3 893,-1-1 0,0-1 0,-5 1 0</inkml:trace>
  <inkml:trace contextRef="#ctx0" brushRef="#br1" timeOffset="164">11537 15788 7724,'-8'0'0,"-1"0"1442,1 0-459,1 0 917,2 0-1376,21 0 1,1 0-99,16 0 1,-4 0-120,4 0 1,1-1-396,8-3 0,-2-2-68,5-2 1,-5-3-67,2 3 1,-8 1-922,-1-2 1,-5 5 561,1-4 1,-13 5-871,-3-1 0,-11 4 282,-2 4 1169,-5 3 0,-13 6 0,-1-1 0</inkml:trace>
  <inkml:trace contextRef="#ctx0" brushRef="#br1" timeOffset="165">11611 15962 7724,'-6'12'740,"-1"-5"-77,3-3-132,2 3 0,2-1 8,8 2 0,6-3 110,7-5 1,1 0-452,11 0 1,0-1 0,4-3 0,6 1-363,3-5 0,2-5 93,1-3 1,5-2-1151,0 2 0,0 0 133,-5-4 866,-5 5 1,-1-9-1,-6 5 1</inkml:trace>
  <inkml:trace contextRef="#ctx0" brushRef="#br1" timeOffset="166">12480 15416 11973,'12'6'2009,"2"-5"-1447,3 3 0,3-2-28,9-2 0,3 0-194,5 0 0,6 0-227,2 0 1,8-5-178,0 1 1,1-5-319,-4 0 0,-5 2-1037,1-1 0,-12 4 732,-1-4 0,-11 5-1156,-5-1 1,-7 3 276,-2 1 1566,-5 0 0,-3 5 0,-7 2 0</inkml:trace>
  <inkml:trace contextRef="#ctx0" brushRef="#br1" timeOffset="167">12728 15478 7747,'-12'6'0,"-1"-4"391,1 7 1,3-2-57,1 1 0,4 3 405,-4-3 1,5 3-262,-1 2 1,2 0 110,2 4 0,0-2-209,0 6 1,2 1 128,2 7 1,-3 2-96,4 7 0,-3-1-146,2 0 1,-2 6-196,2 2 1,-3 2 80,-1-1 0,-4 2-380,0-3 1,-4-1 219,4 2 0,-2-6-663,2 1 0,3-2 338,-4-2 0,4-3-572,1-5 1,4-5-13,0-12 1,2-5-1304,-2-3 1390,-3-2 0,9-14 827,-6-4 0,6-6 0,-3-3 0</inkml:trace>
  <inkml:trace contextRef="#ctx0" brushRef="#br1" timeOffset="168">12753 15962 14329,'14'0'1340,"2"0"0,3 0-1057,6 0 0,5-2-81,4-2 1,6 2-424,1-7 0,0 5 237,-4-4 0,3 1-1061,-2-1 0,0-3-347,-9 2 1,-1 3 1391,-8-3 0,4 1 0,-5-4 0</inkml:trace>
  <inkml:trace contextRef="#ctx0" brushRef="#br1" timeOffset="169">13634 15267 7758,'-6'-12'1580,"5"-1"-1083,-5 7 1,7 0-117,4 6 0,2 6 470,5 2 0,0 8-357,1 5 1,1 2-43,2 2 0,-1 0-135,6 0 1,-5 4-400,5 0 1,-4 0-433,3-4 1,-5-5-607,2 1 1,1-7-839,-2-2 0,1-5 341,-5-7 1617,1 0 0,5-6 0,1 0 0</inkml:trace>
  <inkml:trace contextRef="#ctx0" brushRef="#br1" timeOffset="170">14093 15143 7758,'-13'0'1357,"1"0"0,-2 0-1211,-3 0 0,2 2 22,-5 2 0,3 7 590,-4 5 0,1 8-392,-5 1 0,0 1-329,0 7 1,0-4-785,1 4 0,-1-3 544,0 7 0,2-6-2696,2 6 2704,-3-8 0,0 12 0,-8-2 0</inkml:trace>
  <inkml:trace contextRef="#ctx0" brushRef="#br1" timeOffset="171">9899 16321 7212,'-6'2'63,"1"2"0,3-3 888,-2 4 259,2 1-842,-3 1 1,5 6 98,0-1 1,0 5-124,0-1 0,0 6-21,0-1 0,0-2-72,0 2 1,0 4-294,0 4 1,4 0-207,0-5 1,1 0-221,0-4 1,-3 4-701,7-3 0,-5-5 550,4-4 1,0-1-180,5-6 1,-1-3 796,1-6 0,4-8 0,3-7 0</inkml:trace>
  <inkml:trace contextRef="#ctx0" brushRef="#br1" timeOffset="172">10110 16359 7375,'0'-7'0,"-4"8"0,0 12 0,-1 0 0,0 8 0,3 0 0,-7 4 0,7 3 958,-2 1 1,2 4-397,2-4 0,0 2-2689,0-2 2127,0 2 0,-5 1 0,-2-2 0</inkml:trace>
  <inkml:trace contextRef="#ctx0" brushRef="#br1" timeOffset="173">9056 17128 7705,'7'-25'0,"2"4"360,-4 0 0,-1 6-23,-4-1 0,4 2 108,0 2 1,0 3-107,-4 1 0,0 7-16,0 1 0,-5 7-119,-4 9 1,-2 3-51,-1 6 1,-6 6-159,-3 2 1,-1 4 85,2 4 0,-2-2-107,5 2 1,-4-2 31,5-2 0,1 0-171,6 0 1,0-6 35,5-7 1,-1-4 31,5-8 0,6-5-46,2-3-27,3-2 0,2-4 164,-1-2 1,0-2-34,1-2 0,-1-1 160,1 4 0,-5 1-92,0 4 0,-1 6 169,1 2 0,2 9-52,-6 3 1,0 5-37,-4 4 0,0 4-91,0 8 1,0-2 3,0 2 0,0 2-124,0-2 0,0 5 95,0-5 1,0 1-567,0-5 1,0-6 246,0-2 1,6-4 133,2-4 0,3-3 30,2-6 160,-7-5 0,5-7 0,-4-7 0</inkml:trace>
  <inkml:trace contextRef="#ctx0" brushRef="#br1" timeOffset="174">9651 17649 7705,'6'-13'0,"-5"3"229,3-2 26,-2 2 0,-2-7 129,0 4 1,-4 1 3,0-1 1,-6 6-85,2 3 0,-3 2 36,-2-3 1,1 4-105,-1-3 1,4 8 120,-4 4 1,6 5 11,-9 3 1,5 8-121,-6 5 0,5 5-76,4-1 1,-2 3 24,6 1 1,-4-1-314,3-3 1,1-3 155,4-5 1,0-1-223,0-4 1,6-3 145,2-9 1,4-2-267,5-6 1,-2-3 97,6-5 0,0-2-193,3-11 1,-3 1 128,0-5 1,-6 0 61,1 0 1,-2 2 43,-1 2 0,-2 3-103,-3 6 200,3-1-68,-10 6 0,5 3 245,-6 8 1,0 3-67,0 6 1,0 5 169,0 2 0,0 4-43,0 1 1,1-1 40,3 1 1,-1 0-184,5 0 0,-4-6 40,5-2 1,0-4-788,8 0 0,-2-6 372,6-3 0,-5-3-621,5-1 0,0-5-54,3-4 1018,7-2 0,1-7 0,5-1 0</inkml:trace>
  <inkml:trace contextRef="#ctx0" brushRef="#br1" timeOffset="175">9986 17202 7705,'0'-8'129,"0"0"129,0 5 0,2-8 169,2 2 1,-3 3 142,3-3-347,-2 7 1,-1-4 0,2 5 148,1-3 1,2 2-8,-2-2-239,-3 3 1,6 2 0,-4 3 10,1 4 1,0 3-214,-4 2 88,0 5 1,0 1 0,0 6-229,0 0 0,0-1-502,0 1 550,-6 0 0,5 0 1,-3-2-183,3-2 1,1-3-77,0-6 83,0-5 150,0 4 1,1-11-135,3 0 263,3-5 0,1-8 1,0 0 124,2-4 0,1-1 256,2-3-245,-1-2 0,0 5 1,-1-4 231,-2 1 1,2 5-70,-3-5-82,3 6 0,0-3 1,-1 6 566,-2-1 65,0 6-199,5 2-299,-1 5 1,-1 1-378,-3 3 0,-1 7 85,-3 6 0,-2 1-496,2-2 0,-3 0 296,-1 4 1,0-3-791,0 3 0,0 0 446,0 0 0,-1 4 549,-3-4 0,-3 4 0,-6 1 0</inkml:trace>
  <inkml:trace contextRef="#ctx0" brushRef="#br1" timeOffset="176">11053 17103 7214,'-7'0'-394,"2"-2"3041,5-2-1485,0 3 1,0-3-587,0 8 1,0 3 174,0 5 1,0 8-312,0 4 1,4 8-25,0 9 1,2 5-182,-2 8 0,-3 2-406,3 6 0,-2-1-49,-2-3 1,0 2 232,0-2 0,-2 1-685,-2-1 1,-1-7 365,-4-5 0,-2-6-981,3 1 1,-2 0 602,2-3 0,-2-4-357,6-9 1,0-2-298,4-2 456,0 2 882,6-9 0,1 4 0,5-6 0</inkml:trace>
  <inkml:trace contextRef="#ctx0" brushRef="#br1" timeOffset="177">11735 17711 7705,'7'-13'412,"-2"1"0,-4 3 271,-1 1-79,0 0 0,0-4-179,0-1 0,-6 2-147,-2 3 1,1 2-82,-1 6 0,0-4 27,-5 0 0,-3 5 7,-1 8 1,-1 7 11,2 5 1,1 9 78,-6 7 0,6 2-125,-2 6 0,-1-3-199,2 3 1,3-5 83,5 2 1,5-11 109,-1-6 0,4-6 7,4-6 1,7-6-37,6-3 1,5-8-75,-1-5 1,2-7-1007,2-5 0,0-6-164,-1-2 0,-3-2 552,0 2 1,-6 3 427,2-3 1,-4 3-104,0 1 1,-2 2 229,-3 2 1,-2 3-118,-6 6 426,0 0-79,0 5 28,0 1-107,0 17 0,0-1-100,0 10 0,0 1 121,0 4 0,0 0-31,0 0 0,0-1-561,0 1 0,0-4 218,0 0 1,1-2-1061,3 1 0,-1 3 385,5-7 1,0-4 850,5-3 0,5-1 0,1 4 0</inkml:trace>
  <inkml:trace contextRef="#ctx0" brushRef="#br1" timeOffset="178">12356 17537 7705,'-9'0'1487,"1"0"-967,0 0 0,-9 7 223,1 5 1,-2 6-249,1 7 0,2 5-15,-5 3 0,0 3-657,0 1 1,2 1 160,5-1 1,5-1-581,0-3 0,5 1 417,-1-5 1,2-1-324,2-8 1,6-2 155,2-5 1,3-2-670,2-3 1,-1-3 347,0-5 0,0-1 667,-4-3 0,3-9 0,-4-6 0</inkml:trace>
  <inkml:trace contextRef="#ctx0" brushRef="#br1" timeOffset="179">12170 17859 8619,'-7'-5'2212,"1"3"-1764,6-3 0,2 5 68,2 0 1,0-4-200,8 0 0,-1 0-261,10 4 1,0-2-332,4-2 1,1 1-605,3-5 0,2 5 879,7-1 0,-1-3 0,0 0 0</inkml:trace>
  <inkml:trace contextRef="#ctx0" brushRef="#br1" timeOffset="180">12579 17673 7705,'-5'7'932,"3"-1"0,-2-6-393,8 0 0,10 0 428,11 0 0,6-6-340,11-2 1,3-7-149,9-2 1,-2-1-974,6 2 1,-5-2 482,0-3 1,-3-1-283,-4 6 1,-5-1 336,-8 5 1,-4 3-1491,-8 1 0,-5 4-862,-8-4 2308,-2 5 0,-17 3 0,-3 7 0</inkml:trace>
  <inkml:trace contextRef="#ctx0" brushRef="#br1" timeOffset="181">12988 17611 7705,'-12'18'0,"0"3"0,-1 2 931,1 2 1,1 0-394,3 0 1,-2 1 495,6 3 1,0-2-472,4 7 1,-2-1-431,-2 4 0,3-4 42,-3 0 0,1-4-265,-1 4 0,2-7-237,-2-1 0,-1-2-238,1-6 0,-1 1-60,5-2 1,0-6-2333,0 2 2957,0-7 0,0-5 0,0-7 0</inkml:trace>
  <inkml:trace contextRef="#ctx0" brushRef="#br1" timeOffset="182">12840 17959 7705,'4'-13'0,"0"1"0,1 4 765,-1-1 1,3 5-279,6-4 0,1 4 384,2-5 1,3 7-611,6-2 1,1-3-475,3-2 0,3 3-306,5-3 0,0 5 409,1-4 0,-2 4-2416,-3-5 2526,-3 7 0,0-15 0,2 3 0</inkml:trace>
  <inkml:trace contextRef="#ctx0" brushRef="#br1" timeOffset="183">13547 17314 7705,'-7'0'3443,"1"0"-2948,6 0 0,0 7 176,0 5 0,2 2-243,2 6 1,3 2-307,5 7 0,2-2-355,2 2 1,-2-3-427,3-1 1,-2-2-75,1-2 0,-2-3-840,3-6 1,-3-5 1572,-2-3 0,6-3 0,1-1 0</inkml:trace>
  <inkml:trace contextRef="#ctx0" brushRef="#br1" timeOffset="184">13844 17264 7520,'-5'-7'814,"-3"3"0,-1 3-296,-3 1 0,1 7 204,-10 5 1,5 6-200,-5 7 0,-4 5-21,-4 3 0,0-1-387,5 1 1,0-1-222,3 1 1,-1 1-846,6-5 0,-3 0 637,6-4 0,-5-5-1259,10 1 1,-6-6 1572,6 2 0,-3-3 0,-2-2 0</inkml:trace>
  <inkml:trace contextRef="#ctx0" brushRef="#br1" timeOffset="185">14217 17326 8428,'0'-12'2028,"0"5"1,0 0-1070,0 3-386,5 2 1,-2-3 140,5 5 12,-5 0-121,8 0 7,-4 5-368,5-3 0,-4 7 199,1-4-106,-7-1 0,5-4 150,-2 0 380,-4 0-218,4 5-255,-5-3-172,0 3 0,2-5 172,2 0-851,-3 0 438,5 0-631,-6 0 487,0 0 1,1-4-317,3 0 193,-2 0-146,3 4 16,-5 0 197,0 5 1,0 2 103,0 5 0,0 1 12,0-1 1,0 2 109,0 3 1,-1-2-65,-3 5 0,1 5 40,-5 4 0,-1 6-46,-3-2 1,-5 3-173,1 1 0,-2 1-57,1 4 1,5-4-164,0 4 0,1-9-145,6-4 1,1-7 190,4-2 1,2-10 135,2-2 1,3-12 62,5-8 1,5-2-80,-1-7 0,5 2 92,-5-2 0,1-1-128,-5 6 1,1-1-95,-1 5 336,1-1 1,-2 5-12,-3 0 1,-1 5 218,-3-1 304,-3 3 0,5 2-275,-6 3 0,0 3 300,0 5 1,0 1-201,0-1 0,-2 2 26,-2 2 1,3 0 37,-3 4 1,-2-3 30,2 4 0,-1-1-154,1 5 0,1 1 8,-6 3 1,5 3-267,-4 5 0,1-1 86,-1-3 1,-3-1-295,3-3 0,2-7 149,2 2 0,-2-6-35,2 3 1,-4-6-130,4 2 0,-4-4-708,4 0 564,-6-6 1,7-2-228,-5-5 0,4 0 44,-5 0 1,5 0 209,-4 0 1,0 0-444,-5 0 0,0 0 343,-4 0 0,2-1 503,-6-3 0,-5 2 0,-6-9 0,-5 4 0</inkml:trace>
  <inkml:trace contextRef="#ctx0" brushRef="#br2" timeOffset="186">15197 14920 7677,'-13'0'0,"2"6"419,3 2 0,-3 0-56,3 4 1,2 4 231,2 8 1,3 7-119,1 2 1,0 11 5,0 10 0,1 4-516,1-24 0,0 2 0,1 1 0,0 2 156,0 1 0,2 2 0,0 4 0,1 1 28,-2 2 1,0 1 0,-1 2 0,0 1-55,-1 2 0,0 1 1,1 3-1,-1-1-407,0 2 1,0 0 0,3 4 0,-1 2 412,-2 2 0,0 0 0,2-2 0,0 0-513,-2 3 0,0-1 0,1-3 0,-2-1 336,0 3 1,-2-1 0,1-1 0,0-1-77,0 1 0,0-2 0,0-3 1,0-1-170,0-5 1,0-1 0,0-1 0,0-2 254,0 2 0,0 0 0,1 1 0,0 1-145,1-2 1,0 0 0,-1-4 0,1 0 85,2-6 1,0-1 0,-1-6 0,1 0 149,4 31 1,2-11-335,-6-13 0,6-8 571,-2-13 0,-1-3-783,1-6 1,-4-1 594,4-3 0,-1-8-790,2-8 0,2-14 714,-3-7 0,3-16 0,1 5 0,1-9 0</inkml:trace>
  <inkml:trace contextRef="#ctx0" brushRef="#br2" timeOffset="187">15135 14920 7797,'-11'-10'1778,"2"-2"0,0-3-2524,4 2 1,1 1 203,4 0 1,13 3 1097,7 1 0,11 4-358,10-4 0,10 4-112,11-5 0,-25 5 0,2 0-403,6-2 1,1 0 0,5-3 0,3 0 341,5-1 0,2-1 0,5-1 0,3 1-369,-22 2 0,2 1 0,-1 0 0,2-1 0,-1 1 0,1-1 326,2-1 1,1 0-1,-1 1 1,2-1-1,0 0 1,1-1 21,1 1 1,1-1 0,0-1-1,2 0 1,1 0 0,1-1 12,2 0 1,1 1-1,-1 0 1,0 1 0,-1 0-1,1 0-358,1-2 0,1 0 0,0 2 0,0 0 1,0 2-1,0 0 268,-1-1 0,1 0 0,0 1 0,1 0 0,0 0 0,0 1 82,2-1 0,0 1 0,-1 0 0,-4 1 0,0 0 0,0 0-23,-1 0 1,0 0 0,0 0 0,-1 2-1,0 0 1,0 0-148,0 0 1,0-1 0,-1 1 0,0 0 0,0 1 0,-1 0 174,1 1 0,0 1 0,-2-1 0,-4 0 0,-1-1 0,-1 1 29,-2 2 1,0-1 0,-1 1 0,18-1 0,-2 0-106,-4 2 0,-2 0 0,-4 0 0,-1 0-164,-8 0 1,-1 0 0,-8 0-1,-1 0 226,17 0 0,-7 0 0,-17 0 0,-8 0 0</inkml:trace>
  <inkml:trace contextRef="#ctx0" brushRef="#br2" timeOffset="188">15730 14945 7727,'0'-25'171,"4"0"40,0 0 1,5 2 94,-5 2 0,5-2-94,0 2 0,3 3 309,5 2 0,-4 7-73,4 5 0,-3 6-79,-2 6 0,0 11 76,1 14 1,-2 6-125,-3 6 0,-2 2-223,-6 11 0,0 1-199,0 8 0,-6-8 142,-2 3 1,-5-3 117,-3 3 1,2-4-470,-2 0 1,3-17-265,5-4-251,2-13 398,6-12 1,2-13 170,2-12 0,7-6-11,6-10 0,-1 2 71,-4-6 1,1 1 512,-1-1 1,1 3-338,-1 5 1,-4 1 86,1 4 28,-1 2 0,4 11 145,1 3 1,-5 5 112,0 7 1,-5 6-135,1 11 0,-1 1-126,1 3 1,-3-3 14,4 3 1,-4-3-352,-1-1 0,0-4 146,0-1 1,1-4-765,3 0 173,-2-8 0,5-2-635,-3-6 0,1-6 1323,4-2 0,2-14 0,-4-4 0</inkml:trace>
  <inkml:trace contextRef="#ctx0" brushRef="#br2" timeOffset="189">16226 15280 7727,'0'12'0,"0"0"0,0 6 399,0 3 1,0 3-51,0 0 1,0 1 325,0 0 0,0-2-250,0-2 0,0 1-301,0-5 0,6-5 60,2-4 0,4-5-338,5 1 0,-2-9-53,6-8 1,-1-5-182,5-6 1,-4-5 54,0 0 1,-6 0 139,1 4 0,-7 1-26,-5 4 0,-3-2 1,-1 5 0,-1 1 336,-3 3 0,-5 6-116,-7 3 0,1 3 268,-6 1 0,0 1-91,-4 3 0,2 7 13,2 6 0,-1 4-322,6-5 0,-1 2 145,5-1 1,1-4-1416,3 4 666,2-3 26,6-7 1,10-3 707,2-8 0,7-5 0,-2-7 0,5-9 0,-3-7 0</inkml:trace>
  <inkml:trace contextRef="#ctx0" brushRef="#br2" timeOffset="190">16611 14846 7727,'19'-14'0,"-2"-3"832,-9 4 59,-3-5 258,-5 11-790,0 1 0,-4 12-107,0 2 0,-4 10 234,4 7 1,-6 1-123,2 7 1,1 4 2,-1 4 1,4 2-63,-5-1 1,5 2-112,-4 5 1,5 1-723,-1-1 0,1 2 407,-1 3 0,3-7-951,-3 3 1,-2-10 546,2-3 0,0-1-696,4-7 0,0-6 554,0-6 1,1-9-165,3-4 831,-2-3 0,3-6 0,-5-2 0</inkml:trace>
  <inkml:trace contextRef="#ctx0" brushRef="#br2" timeOffset="191">16921 15453 7727,'0'-12'0,"-4"4"-65,0-1 167,0 1 1,4-4 5,0-1 0,0 1 91,0 0 1,-5 3 59,1 1 1,-1 4 260,1-4-273,2-1 0,-9 2 100,3 3 1,-3 3-91,-2 1 0,1 5-24,0 4 1,-2 7-23,-3 5 1,4 6-63,-4 2 0,3 6-42,2-2 0,1-3-128,3-1 1,2-3-236,6-1 0,0-6 172,0-2 1,1-9-200,4-4 0,3-5 135,8-7 0,4-7-308,4-14 1,5-7 192,0-6 0,2-4 21,-2 0 1,-3-3-144,3-5 0,-4 3 196,-5-3 0,2-1-6,-5 1 0,-1 0 31,-3 5 1,-2 3 135,-3 1 0,2 6-63,-6 2 0,0 5 358,-4 8 0,0 4-70,0 4 807,0 2-681,0 7 1,0 8 11,0 12 1,0 5 208,0 7 1,-1 1-161,-4 3 0,3 4-61,-7 8 1,5-2-120,-4 2 0,4 2-512,-4-2 1,1 0 234,-2-3 0,0-1-1015,5 0 0,-5 0 193,5 0 0,0-5-941,4-3 1836,0-3 0,-5-1 0,-2 0 0</inkml:trace>
  <inkml:trace contextRef="#ctx0" brushRef="#br2" timeOffset="192">17405 15143 7727,'0'-8'3144,"0"0"-2621,0 5 0,-2-3-170,-2 6 0,-3 2 5,-5 2 1,0 4-98,-1 9 0,2 2-218,3 6 0,-3 0-44,3-1 1,2 1-86,2 0 1,2 0-60,2 0 0,2-2 123,2-2 1,0 1-87,9-6 0,-4 1 10,8-5 0,-3-3-14,-2-1 0,0-4 22,1 4 1,-1-4-60,1 5 1,-5-7-12,0 3 0,-5-3-336,1 2-530,-3-2 704,-1 9 1,-5-8-490,-3 5 1,-8-5 319,0 1 0,-2 1-85,1-1 0,2 1 576,-5-5 0,-7 0 0,-4 0 0</inkml:trace>
  <inkml:trace contextRef="#ctx0" brushRef="#br2" timeOffset="193">17901 15193 7727,'-7'-7'816,"2"1"1,5 12-477,0 2 1,0 9-172,0 3 1,0 0 29,0 0 1,4 1-207,0 4 0,1 0 125,-1 0-141,3-6 1,6-7 8,-1-8 0,5-4-49,-1-4 1,5-8 16,-5-9 1,7-9 34,-3-7 1,4-1-124,0-3 1,-3 8 90,0 4 1,-2 3-65,2 1 0,-2 11 58,-2 6 1,-8 5 59,4 3 1,-5 11 39,0 6 1,-2 5 154,-6 3 0,0-1 7,0 1 1,0 0-78,0 0 1,-4-2 520,-1-2-134,1-3-299,4-6 0,0-6-4,0-6 0,2-7-421,2-10 1,3-2-228,5-6 1,1-4-496,-1 0 0,4-5-277,1 1 1,1-4 531,-2-5 1,0 2 667,4-5-263,-5-1 1,9-3 0,-5-1 0</inkml:trace>
  <inkml:trace contextRef="#ctx0" brushRef="#br2" timeOffset="194">18596 14523 8462,'7'6'367,"-2"-4"-5,-5 7 1,0 0-73,0 8 1,0 8 217,0 8 0,0 8-122,0 5 0,-4 7 126,0 5 0,-4 6-439,3-2 0,-3 1-16,4-9 0,-4-1-379,4-3 1,-5-2 247,5-2 0,0-9-1267,4-8 782,0-8 270,0-3 1,1-21 11,4-6 0,1-11-18,7-5 1,1-4 368,2-4 1,-2-1-118,2 5 0,-2 0 28,-1 4 0,-1 1 319,0 4 0,1 3 759,-1 9-546,1 2 17,-1 6 1,-5 11-216,-3 6 1,-2 5 5,-2 3 0,0 4-54,0 0 0,0 0-95,0-5 0,0 1-434,0 0 1,0-6 187,0-2 1,0-3-1720,0-2 956</inkml:trace>
  <inkml:trace contextRef="#ctx0" brushRef="#br2" timeOffset="195">18751 15354 6409,'5'-12'0,"1"-6"0,1-2 0,6-4 0</inkml:trace>
  <inkml:trace contextRef="#ctx0" brushRef="#br2" timeOffset="196">18856 15180 7727,'0'7'935,"0"4"0,0-4 598,0 6-1112,0-1 1,2-1-201,2-3 1,4 2-169,8-6 1,0 0 50,4-4 0,1-1-235,4-3 1,0-3 158,-1-6 1,1-4-421,0-4 0,-4-3 226,-1 0 0,-4-1-219,0 0 1,-3 4 184,-5 1 0,-3 5 136,-5-2 0,0 3 174,0 2 1,-5 4-78,-3-1 0,-8 8-105,0 1 0,-5 7 58,5 9 1,-5 4 986,4 4 0,-3 5-389,3 0 0,1 6-440,3-2 0,2-1-321,3 1 1,-2-6-578,6 2 0,0-4 98,4-24 624</inkml:trace>
  <inkml:trace contextRef="#ctx0" brushRef="#br2" timeOffset="197">19040 15329 6601,'9'-8'0,"20"-25"0,3 0 0,-1-4 0</inkml:trace>
  <inkml:trace contextRef="#ctx0" brushRef="#br2" timeOffset="198">19340 15044 7727,'0'12'1911,"1"1"-1349,3-1 0,-2 1-385,2-1 0,-4 2 34,-4 2 1,1 0 465,-5 4 1,4 1-215,-5 4 1,5-2-99,-4-2 0,5 1-104,-1-6-307,3 1 0,2-6-224,0-10 236</inkml:trace>
  <inkml:trace contextRef="#ctx0" brushRef="#br2" timeOffset="199">19337 15329 13945,'7'-5'-134,"10"-16"-187,3 2 169,-3-2 1,4 0-29,-5-3 1,5 4-32,-5 4 1,1 3 134,-5 5 0,1 3 31,-1 5 0,-4 0 16,1 0 0,-5 9-210,4 4 1,-5 7 75,1 1 1,-3 2-606,-1 2 0,0 4 327,0 0 0,0-25 272</inkml:trace>
  <inkml:trace contextRef="#ctx0" brushRef="#br2" timeOffset="200">15656 16197 7727,'5'-12'369,"-2"4"147,5 0 1,-4 1-127,5-2 1,-1 4-124,4 5 1,6 0 464,3 0 1,2 0-267,2 0 0,7 4-132,5 0 0,4 4-135,5-3 0,2 3-381,-2-4 0,-2 0-87,1-4 0,-2 0-297,-2 0 0,-1 0-572,-11 0 1,-5 0-179,-8 0-164,-2 0 1054,-7 0 0,-3 0 426,-8 0 0,-9 0 0,-6 0 0</inkml:trace>
  <inkml:trace contextRef="#ctx0" brushRef="#br2" timeOffset="201">15941 16073 7727,'-13'6'-290,"1"2"0,0 5 541,-1 3 1,2 5 495,3 8 0,2 2 57,6 7 0,0 9-308,0 2 1,0 8-40,0-4 0,2 1-366,2-4 1,-1 3-21,5 1 1,-5-1-215,1-8 1,-1-4-256,1-8 0,-3-2 136,3-6 0,-2-6-1063,-2-3 719,0-7-109,5-4 236,2-5 0,1-7 161,1-5 0,-5-2-228,4-7 0,-5 5 546,1-5 0,-3 1 0,-1-5 0,0 0 0,0 0 0,-1 2 0,-3 2 0,1-2 145,-5 2 1,-1 2 49,-3-2 0,1 6 459,3-2 0,-2 4 156,6 0 645,-6 1-994,9-1 0,1 6-81,8 3 0,9 3-240,3 1 1,8 1 58,1 3 1,4-1-528,-4 5 0,5-5 270,0 1 0,0 2-917,-1-2 0,2 0 485,-7-4 1,7 0-602,-2 0 1,-3-5 1090,-1-4 0,-2-7 0,-3-3 0</inkml:trace>
  <inkml:trace contextRef="#ctx0" brushRef="#br2" timeOffset="202">16574 16408 7727,'6'2'440,"-1"2"0,-3-3-81,3 3 0,-4-1 252,3 1 1,3-2-182,1 2 0,3 1 48,2-1 1,5 1-435,2-5 1,4 0-490,0 0 1,1-2-722,0-2 1,0 1 722,0-5 0,-5 5-937,1-1 1380,-6-3 0,3 6 0,-5-5 0</inkml:trace>
  <inkml:trace contextRef="#ctx0" brushRef="#br2" timeOffset="203">16660 16557 7727,'-12'13'652,"4"-2"8,-1-3-238,7 3 1,-2-6-193,8 4 0,4-2-264,9-3 0,-2-3-700,5 3 0,1-2 486,4-2 1,4 0 247,0 0 0,5-6 0,-2-1 0</inkml:trace>
  <inkml:trace contextRef="#ctx0" brushRef="#br2" timeOffset="204">17764 16334 7727,'0'-19'0,"0"2"0,0 2 538,0-2 1,-4 4 17,0-4 1,-1-1 714,1 2-1010,-3-1 0,-6 5-49,1-1 0,-5 6-238,1 3 0,-5 3 102,5 1 1,-8 1 22,-1 3 0,1 7 63,-5 6 0,2 6-122,3 2 1,-5 5-60,0 8 1,0 3-35,4 0 0,0 6-19,0-1 0,2 2 95,2 2 0,3-1-309,6 1 1,5-5 295,3 1 1,8-6-74,4 1 1,9-9-41,3-7 1,4-2-138,1-7 1,1 0 133,3-8 1,-3-3 25,3-5 0,-3 0-118,-1 0 1,0-5 275,0-3 1,-1-8-629,1 0 1,-4-6 179,0 1 1,-6-2-535,1-2 1,-2 0 486,-2 0 1,-5 1 416,-3-1 0,3-6 0,0 0 0</inkml:trace>
  <inkml:trace contextRef="#ctx0" brushRef="#br2" timeOffset="205">17405 16446 7727,'-13'12'0,"1"0"479,0 1 0,5 3-97,2 1 1,4 1 313,1-2 0,1 4-224,4 4 1,0 5-75,3 0 1,3 0-150,-2-4 1,2 0-802,1 0 1,1 2-172,-1-2 1,-1 2 576,-3-6 1,3-2-2148,-2 2 2293,2 0 0,1-2 0,0-1 0</inkml:trace>
  <inkml:trace contextRef="#ctx0" brushRef="#br2" timeOffset="206">18062 16867 7727,'-4'13'394,"0"-1"1,-4-4 592,4 1 1,-5-1 161,5 4-784,-6 1 1,5-1-806,-3 0 1,1 1 242,3-1 197,2 1 0,-3-1 0,5 0 0</inkml:trace>
  <inkml:trace contextRef="#ctx0" brushRef="#br2" timeOffset="207">13584 14895 8062,'-13'0'63,"1"0"-63,0 0 0,-5 0 171,1 0 0,-5 0-136,4 0 0,-9 0-73,1 0 0,-2-1 74,2-3 0,-4 2 2,0-2 1,-5 3 32,1 1 0,-3-4-40,-1 0 1,-1-1 145,1 5 1,-4 0-137,-1 0 1,-3-4 30,4 0 1,-6 0-65,1 4 1,-1 0-11,2 0 1,-3-1 14,2-4 1,-1 4-96,2-3 0,-8 3 64,4 1 1,1 0-73,2 0 0,1 0 117,-5 0 0,0-5-37,1 1 1,-1 0 186,0 4 0,5-4-60,-1 0 0,2-2-42,-1 2 1,2 3-66,6-3 0,0 1 2,-1-1 1,-3 3-109,0-4 0,-10 0 145,1 1 0,-8-5-390,0 5 0,-2-4 298,-2 4 0,0-2 22,0 2 0,-3 3 10,30-1 0,0 0 1,-33-4 8,29 4 0,-1 0 0,3 0 0,0 0-205,-4 2 1,-1 0-1,0 0 1,-1-1 184,-5-1 0,1-1 0,2 3 1,0-1-228,-2-1 1,-1 0 0,1 1 0,-1 1 241,0-1 0,1 2 1,-2-1-1,0 1-16,-1 1 1,1 0 0,2-1 0,0-1 7,1 2 0,1 1 0,-1 0 1,0 0 62,0 2 0,1-1 0,-1-1 0,-1 1-178,2 0 0,-1 0 0,5 0 1,0 0 226,-1 2 1,1 1 0,0 1 0,-1 0-60,1 0 1,0 1 0,-3 1 0,1 2-7,-3-2 0,1 0 1,3 2-1,0 0-61,-2 0 1,1 1 0,3-1-1,0 0 57,-2 0 0,1 1 0,2 2 0,0 1-57,-3 0 1,1 1 0,5-2-1,0 1 46,1 1 0,0-1 0,2 1 1,1-1-62,1 3 1,0 0-1,1-1 1,-1 1 17,-26 18 0,3 2-10,8 2 1,8-2-17,5 2 0,4 3 1,-4 2 0,9-4 72,-1 0 1,9-2 267,-1 1 0,9-1-242,4 5 1,3-7-59,1 3 1,5-5 546,3 5 0,9-2-504,4-2 1,3-4 11,5 0 0,-1-4-49,5 4 1,6-1 3,6 1 0,3-3 113,2-5 0,1 2-109,3-2 1,8 6-11,-28-21 1,2 0 0,0 3 0,1-1-102,0-3 1,0-1-1,3 2 1,0 0 107,1-1 0,1-1 0,5 2 0,0 0-4,0-1 1,1-1-1,2 2 1,1 1-1,-4-3 0,1 0 0,2 1 1,2 0-231,-1 0 1,1-1-1,4-1 1,0-1 256,-3 3 1,1-1-1,3-1 1,-1 0-238,-2-1 0,0 0 1,1 2-1,0 1 250,1-1 0,0 0 1,3 1-1,0-1-45,-1-2 1,0 0-1,2 0 1,-1 1 24,-6-2 1,1 2 0,3 1-1,0 0-12,1 1 1,0-1-1,2 1 1,0 0-7,-2-1 1,0 0-1,0-1 1,0 0-4,-2 2-1,-1-1 1,4-1 0,0 0-19,0-1 1,1 0 0,3 0 0,0 0-13,-1 1 1,0-1-1,1 0 1,1-1 28,-4-1 0,0 0 0,0 1 0,1 0 0,-1-3 0,0 0 1,3 2-1,-1 0 13,-2-2 0,0 0 0,0 1 0,0-2-12,-4 0 1,0-2 0,0 1-1,-1 0 12,1 0 1,0 0 0,1 0 0,1 0-9,-3 1 1,1-2 0,1-1 0,-1-1 0,-4-1 1,0 0 0,1-2-1,1 1-9,-2-1 1,-1-1 0,3 1-1,-1-2-134,-4 0 0,1 0 1,0 1-1,0-1 97,-4-2 1,-1-1 0,1 1-1,-1-2 37,-1-2 1,-1-1-1,0 2 1,-2 0 35,-1-1 1,-1-1 0,0-1-1,-1 0-37,-4 0 0,-2-1 0,1 0 1,-1-2-10,26-18 1,-28 16 0,-1-1 143,-1 0 0,-2-1 0,22-25-155,-6-2 0,-2-2 22,-19 23 1,-1 0 0,12-25 47,-3-8 1,-6 4 52,-11 0 0,-2-4 26,-10 0 1,-3 0 72,-5-4 0,-6 3-209,-11 1 0,11 28 0,-2 0 143,0-1 0,-1 0 0,-1 1 0,0 0-40,0 1 1,-1 0 0,0-1 0,-1 1-100,0 0 0,-1 0 0,1-3 0,-1 0 27,-4 1 0,0 0 1,4 1-1,-1 0 5,-2 1 1,-1 0 0,-1 1 0,-1 1-97,-1-1 0,-2 2 0,-1-2 0,-1 2 55,-3-2 1,0 2-1,0 1 1,-1 1-48,-2 0 0,-2 2 1,-4 3-1,0 1-11,-3 0 0,-2 3 0,-3 1 0,-2 2-10,-5 1 1,-2 1 0,-1 2 0,-1 1-196,-4 2 0,-2 2 1,18 1-1,0 1 0,0 0 186,-2 3 0,-1 1 0,-1 0 0,-5 0 0,-1-1 0,-1 1 19,-4 1 1,0 0 0,-1 0 0,-1 1 0,0 1 0,-1 1-233,15-2 1,-1 1 0,0 0 0,0 1-1,-1 0 1,-1 1 0,1 1 0,-1-1 197,-2 1 0,1 0 0,-2 0 0,1 1 0,-1 1 0,-1 0 0,0 1 1,-1 0 114,-1 1 0,-1 1 0,-1-1 0,1 1 0,-1-1 0,-1 0 0</inkml:trace>
  <inkml:trace contextRef="#ctx0" brushRef="#br2" timeOffset="208">7592 10802 16592,'0'-8'-2928,"0"0"2790,0 5 1,0-1 947,0 8 0,1 3-1357,4 5 1,-3 1 182,7-1 1,-5 6 77,4 3 0,-4-2 266,4 2 1,1-1-283,3 5 0,-4 1 168,1 3 1,-1 4 89,4 9 1,3-2-473,-2 5 0,2 1 485,-7 3 1,-2 8 144,-2 5 0,-3-4-222,-1 4 0,-1-3 267,-3 3 1,-3-4 42,-5 0 1,3-6 26,1 2 0,4-3-65,-4-2 1,3 1 51,-3 0 1,5-2-133,-1-3 1,2-2-2,-3-6 1,3-4 17,-7 0 1,5-5-102,-4 1 1,1-3 86,-1-1 1,2 0-195,6 0 0,0-6 117,0-3-177,0-2 0,0-6 107,0 1 216,6-7-246,-5 4 186,5-12-19,-1 5 0,-3-6-80,2 3 196,-3 3-74,5-5 0,-4 2-502,7 0 0,-5 0 189,4 4 0,-4 0-6,4 0 0,1-4 170,3-1 0,6 1-89,3 4 0,-2-4 109,2 0 1,-1 0-102,5 4 0,0 0 60,0 0 1,4 0 21,0 0 0,4 0-172,-4 0 0,5 0 131,-1 0 1,-1 4-158,1 0 1,0 6 88,4-2 1,1-1-11,-1 1 0,1-4 87,4 5 0,-2-7 5,5 3 0,-1 0 11,2-1 0,2 2 17,-2-2 1,6-3 5,2 3 0,8 3 55,-4 2 1,5-3-215,-5 3 0,3-1 193,1 4 1,0 1-60,0-1 0,0 5 31,0-1 1,1 1-2,3-5 1,-32-4 0,1 1 13,2-1 0,1 0 0,-1 1 1,1-1-204,1-1 0,1-2 1,0 0-1,1-2 201,2 2 0,1-1 0,3-2 0,1 0-8,0 2 1,-1 0-1,1 0 1,-1-1 65,-3 1 0,-1 0 0,1 2 0,0-1-56,2 0 1,-1-1 0,2-1-1,-1 0 116,1 2 0,1-1 0,-2 0 0,0 0-45,-2 2 1,-1 0-1,3 1 1,0-1-32,2 0 0,0 0 0,-2 0 0,1 1-273,1-1 0,-1 0 0,-1 0 0,1 0 246,2 1 0,1-1 1,-1-2-1,1 0 5,6 0 1,0 0 0,-4 0 0,1-1-7,2 1 0,1 1 1,1 0-1,-1-1-287,2-2 1,0 0 0,3 2-1,1 1 261,0-3 1,0 0 0,-1 2 0,1 0-247,-1-2 0,2 0 0,-1 1 1,0 0 205,-2-1 1,0 0 0,1-1 0,2 1 23,1 2 0,0 0 0,-3-2 0,-1 0 20,2 2 0,0 0 1,-1-2-1,-1 0-4,2 3 1,0-1 0,2-3-1,-1 0 34,3 2 1,1-2-1,-3 0 1,1 0-34,5-1 0,1 0 0,-3 0 1,0 0 18,-20 0 0,1 0 1,-1 0-1,-1 0 1,0 0-1,1 0-9,2 0 0,0 0 0,-1 0 0,19 0 0,-1 0-165,1 0 0,0 0 0,-1-1 1,0 0 166,-1-1 0,0 0 0,2 2 1,-1-1 40,2-1 0,-1 0 1,-2 1-1,-1 0-63,-1 1 1,0 0-1,-1 0 1,1 0-58,0 0 1,0 0 0,-1 0 0,1 0-55,2 0 1,0 0 0,-5 0 0,-1 0 116,1 0 0,-2 0 0,1 0 0,-1 0 11,-1 0 1,0 0 0,0 0 0,1 0-27,-1 0 1,0 0 0,-4 0 0,-1 0 125,1 0 0,0 0 0,-3 0 1,0 0-9,-2 1 1,1-2 0,0 1-1,1-1 147,0-1 1,1 0-1,-4 1 1,-1-1-138,1-2 1,-1 0-1,-2 2 1,0 1 66,-2-1 1,1 0-1,-3-1 1,0 1 123,1-1 0,-1 1 0,-2 0 0,-1-1-212,1 1 0,1 0 1,-2 1-1,1 0-71,0-1 1,0 0-1,-1 1 1,0 1 70,2 0 1,-1 0 0,-2 0 0,0 0-106,34 0 1,-2-4 523,-3 0 0,-4-2-634,0 2 1,-6-2 180,-6-2 0,-2-3-10,-2 3 0,-1-7 662,-8-2 0,-1 1-655,-7 3 0,-3-3 460,3-1 0,2-4-451,-3 5 1,1-2 277,-4 2 1,0-2-331,0-3 1,0-7 45,-1 4 0,-4-5-84,-4 0 1,2 1-43,-1-5 1,-1-4 122,-3-5 0,-1-4-71,1 0 0,-1-8-114,0-3 0,5-8 142,-1-1 1,-5 30 0,0 1-327,10-31 1,-9 30-1,1 1 303,1-1 1,1 1 0,0-1-1,2 1-67,1-1 0,1 1 1,-1-1-1,1-1 51,0 2 1,-1 0 0,1-1-1,-1-1-19,1 0 0,0 0 0,1-1 0,0 1 136,-2 0 1,1 0-1,1 4 1,-2 1-84,11-30 0,-1 4 366,-7 0 0,1 4-95,-6 9 0,1 4-26,-5 8 0,1-2-230,-1 6 1,3-4-253,-2 4 0,2 0 395,-7 4 0,-2 2-303,-2 2 1,-3-2 127,-1 2 0,0 3-220,0 2 0,-5 1 77,-4-2 0,-2 3-61,-1-2 1,-2 3 249,-2 5 1,0-2-34,-4 6 1,-1-4 145,-4 4 1,-5 0-116,-3 4 0,-4 0 16,-5 0 1,-2 1-60,-6 3 1,-1-1-214,-2 5 0,-11-4 227,28 1 1,-2-1-1,-2-3 1,0 0-258,-3 2 0,-1-1 0,-2-1 0,-2-1 268,-1 0 1,-1 0 0,-3 0 0,-1 0-7,-6 0 1,0 0 0,0-2 0,0 0-400,-4 0 0,0 0 0,-2-3 1,-1 0 398,-1 1 0,0 0 1,21 0-1,1 1 1,-2-1 2,-2 0 0,-2-1 1,1 1-1,3 1 0,0-1 1,-1 0-10,-2 1 1,-2 1-1,0-1 1,2 0-1,-1-1 1,0 0-241,-3 1 1,0 1 0,-1-1 0,0-1 0,0 1 0,-1-1 235,-2 0 0,-1 0 0,1-1 0,0 0 0,0-1 1,0 1-207,-1-1 0,-1 1 0,0-1 0,1 1 0,-1-1 0,-1 1 232,-1 0 0,0 2 0,-1-2 0,-1 0 0,0-1 0,-1 1-5,-2-1 0,-2 1 0,1-1 0,3 1 0,0-1 0,0 1 2,-3 0 0,0 1 0,0 0 0,1 0 0,0 0 0,-1 0-113,15 1 1,1 0-1,-1 0 1,0 0-1,-1-1 1,1 1-1,-1 0 1,0 0 106,-2 0 1,0 0 0,0 0 0,0 0 0,2 0 0,0 1 0,0 0 0,0 0-121,-1 0 1,0 0 0,0 0 0,0 0 0,0 1 0,0 1 0,-1-1 0,0 0 100,0 1 1,-1-1 0,0-1-1,0 1 1,-1 0 0,0 0 0,-1-1-1,1 1-14,-2 0 1,-1 0 0,1 0 0,1 0 0,2 0 0,0-1 0,1 1 0,0 1-34,-2-1 0,0 1 0,0 0 0,0 1 0,1-1 0,0 0 0,0 0 0,0 0 21,-1 0 1,-1 0-1,0 0 1,-1 0 0,1 0-1,-1 0 1,0 0 0,-1 0 47,0 0 0,-2 0 0,1 0 0,0 0 0,2 0 0,-1 0 0,1 0 0,0 0 0,-1 0 0,0 0 0,0 0 0,0 0 0,-1 0 0,1 0 0,0 0 0,-1 0 0,0 0 0,0 0 0,0 0 0,0 0 0,-2 0 0,1 0 0,-1 0 0,0 0 1,0-1 1,-1 1-1,1 0 1,0 1 0,2-1-1,1 1 1,-1 1 0,0-1 37,0 0 1,0-1-1,0 1 1,0 1-1,1 0 1,0 0-1,0 0 1,0 0-5,-1-1 0,0 0 1,0 0-1,0 0 0,0 1 1,0 1-1,1-1 1,-1 1-1,1-1 1,0 0 0,0 0 0,0 0-1,-1 1 1,0-1 0,0 1 0,1 0-16,2 0 1,0 0 0,0 0 0,0 1 0,0-1 0,0 0 0,0 0 0,0 0-10,0 0 1,0 0 0,0 0 0,1 0 0,-1 1 0,1-1 0,-1 0 0,1 1-10,2 0 1,0 0 0,1 1 0,-1-1 0,1-1 0,-1 0 0,1 1 0,0-1-47,-13 3 1,0 0 0,1-1 0,-1 0-1,2-1 1,-1-1 14,0 0 1,0 0 0,1 0 0,1 0 0,1 1 0,0 0-43,3-2 1,0 1 0,0 0 0,1 0 0,-1 1 0,2 0-41,3 0 0,1 0 0,-1 0 111,0 1 0,0-1 0,-1 0 0,0-1 0,0 0 0,0 0 0,0 1 0</inkml:trace>
  <inkml:trace contextRef="#ctx0" brushRef="#br2" timeOffset="209">12616 13432 7889,'0'-13'-90,"0"1"0,-4 4 96,0-1 369,0 1 1,4-4 197,0-1-465,0 1 0,0 0 80,0-1 1,4 5 71,0 0 1,2 1 262,-2-2 297,-3-2-375,5 10-230,-1-4 1,-3 10 57,2 3 1,-3 5-32,-1 3 1,-4 4-68,0 4 1,-4 3 39,3 1 1,-3 4-188,4 5 0,-6 2-82,2 2 1,1-1-53,-1 6 1,0 1-247,-5 6 1,-3 4 234,-1 5 1,1-4-403,3 0 1,-3-1 333,-1 5 1,-4-1 7,5-3 0,-2 1 68,1-5 0,4 0 77,-4-5 1,3 0-84,2-4 0,4 2 81,-1-6 0,1 2 70,-4-2 1,3 6-43,1 3 1,0-3 170,-4-10 0,3-4-48,1 0 1,1-4-59,-1 4 1,-3-5 105,3 0 0,1-1-197,-2-3 0,2 0 323,-1-3 0,1-2-279,3-3 0,3-2 312,-3 3-283,2-9 148,2-3-177,0-5 0,0-1-159,0-3 0,0-3-262,0-5 1,0-2-469,0-3 0,2-3 294,2-9 1,1 1-907,4-5 1489,-4 0 0,1-10 0,0-1 0</inkml:trace>
  <inkml:trace contextRef="#ctx0" brushRef="#br2" timeOffset="210">12728 13035 7955,'0'-29'-196,"0"0"0,0 1 479,0 8 1040,0 2-948,0 11 0,-6 3-115,-2 8 1,-7 4-54,-2 9 0,-3-2 15,3 6 0,-3-5-99,3 5 0,-5-1 57,1 5 0,-2 0-407,-2 0 1,-5 5-60,-3 3 0,-3 3-325,-1 1 0,-1 2 65,1 2 0,1-2-38,3 2 1,4-8-249,9-4 477,7-8 1,10-9 201,12-8 1,4-8 152,12-4 0,0-3 0,0-1 0,0-6 0,0-3 0,-5-1 0,1 1 0,0 3 0,3 6 0</inkml:trace>
  <inkml:trace contextRef="#ctx0" brushRef="#br2" timeOffset="211">12579 13109 7955,'0'-12'-186,"4"-1"-46,0 1 0,2 4 1079,-2 0 1,3 5-285,5-1 0,1 2-6,-1 2 0,5 10-164,-1 2 0,6 13-319,-1 0 0,2 9-119,2 4 0,0 0-245,0 8 0,-6-5-135,-2 4 1,1 1-1282,-2 4 1426,-5-1 0,-5 6 0,-6 2 0</inkml:trace>
  <inkml:trace contextRef="#ctx0" brushRef="#br2" timeOffset="212">11884 15143 7959,'0'-12'472,"0"-1"1,0 5-39,0 0 0,0 4 428,0-4-501,0 5 0,2-3-16,2 6 1,-1 0-84,5 0 1,-4 6-23,4 2 0,1 3-84,3 1 1,0 1-135,1-1 1,-1 5-9,1-1 1,-1 1 153,0-5 0,1 5 5,-1-1 0,1 0-50,-1-8 1,0 3-163,1-3 0,-1 3 35,1 1 1,-1-3-67,0-1 0,1-5 46,-1 1 1,1-3 156,-1-1 69,0 0 1,1-5-125,-1-3 1,2-9-303,3-4 0,-2-8 102,5-4 1,3-5-1115,5-8 1,4-2 547,-13 17 0,-1 0 1,2 1-1,-1-1 688,1-3 0,1-2 0,1 1 0,0 0 0,3-2 0,0-1 0</inkml:trace>
  <inkml:trace contextRef="#ctx0" brushRef="#br2" timeOffset="213">12790 13407 7786,'0'8'325,"0"0"1,-1 1 82,-4 3 0,4 6-264,-3 3 0,-2 5 76,2 7 0,-5 6-248,0 10 0,-2 9-385,-1 8 1,0-1 403,5-28 1,1 0 0,-2 1 0,0 0-26,0 1 0,-1 1 0,-2 0 0,0 0-96,1-1 0,-1 0 1,0-1-1,0-1-33,1 0 1,0 0-1,-2 0 1,0-1-38,-9 30 1,-2 0-100,-2-4 1,5-1 79,-1-3 0,4-4 163,-3-9 0,3 3-71,-4-2 0,6-3 139,-1-2 1,2-7-17,2-1 1,-1-5-25,1 1 0,1-4 202,2-5 1,0 0-67,5-4 1,0-2 95,4 3 0,0-8-198,0-1-268,0-5 1,1 3-203,3-6 464,-3 0 0,5-6 0,-6-1 0</inkml:trace>
  <inkml:trace contextRef="#ctx0" brushRef="#br2" timeOffset="214">7542 8620 7978,'-17'7'-241,"3"-2"241,-3-5 0,3 0 734,2 0-100,5 0-198,2 0 1,5 1-18,0 4 0,7-4-111,5 3 0,6-1 23,7 1 1,6-3-72,7 3 0,4-2-22,8-2 0,6 0-356,6 0 0,3 0 166,-28 0 1,1 0-1,4-1 1,1 0-244,8 0 1,2-2-1,4 0 1,1-1 130,6-1 1,0-2 0,5 1 0,0 0-340,-1-1 1,1 1 0,-23 2-1,1 0 1,0 0 253,0-1 0,0 1 0,0 0 0,21 0 0,-1 2-53,0-1 1,-2 1 0,-2 1 0,-2 1-143,-4 0 1,-2 0-1,-1 0 1,0 0 215,-1 0 0,1 0 0,-1 0 1,-1 1-40,0 1 1,-1 1 0,1-3 0,-2 1-76,-4 1 1,-1 0 0,0 1 0,0 0 149,-4-1 1,1 0 0,-1 0 0,0 0-195,-3-2 0,-1 0 0,29 0-97,-12 0 0,-5 0 830,-3 0 0,-5 1-1120,-8 3 673,-3-2 0,-5 3 0,0-5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0T02:00:23.51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3560 1302 7738,'-1'-8'100,"-3"0"0,2 4 200,-2-5 32,-3 7 0,6-5-10,-3 3 0,1 2 1131,-1-2-834,3 3 1,-6 5-1,4 1-107,-1 2 1,0 1-149,4 5 0,0 3-88,0 1 0,0 5-29,0-1 0,1 2-150,3 2 1,-1 0 68,5-1 0,1 3-162,3 2 1,4 6 0,1 8 5,-2 1 1,-1 2-195,-2 3 1,1 4-1644,-1 5 1661,1-6 0,-5 14 17,0-8 0,-4 3-66,5 1 143,-7-6 1,8-5-92,-6-5 0,4-6 113,-4 1 1,5-4 0,-4-5-62,2-7 1,-3-1 164,5-3 0,-5-2-71,4 2 1,-4-6 72,4 2 0,-3-8-62,3 0 1,-5-1 606,1 4 1,1-3-600,-1-1-40,0-5 60,2 2 1,-1-6-3,4-3 0,0-5 4,-4-7 0,4-2-87,-1-3 0,-1-2 51,2 2-32,-1-8 0,4 2-5,1-6 0,-1 1 20,1-1 0,-1-3-28,0 3 23,1-3 1,1-7-8,2-2 0,-1-3-40,6-2 0,0-4 1,3-2 22,1-5 1,-4 6-327,0-7 0,-2 4 330,2 0 1,2 2-1,-2 2 1,-2 4 94,2 1 1,-5 6-97,5 10 0,-6-1 46,2 5 1,-4 4-34,0 4 0,-2 10-12,-3-1 1,3 2-127,-3-2-265,-2-1 141,5 1-240,-4-1-1094,0 7 832,-2 0-9,-5 6 815,0 6 0,-11 0 0,-3 7 0</inkml:trace>
  <inkml:trace contextRef="#ctx0" brushRef="#br0" timeOffset="1">5831 1947 7738,'0'-12'1660,"0"-1"-901,0 6 0,4 3-213,0 8 0,1 3-58,-1 6 0,-1 6-127,5 6 0,-1 1-110,2 7 1,0-4-157,-5 4 0,1-5 83,-5 1 0,4 2-581,0 2 1,0-2 295,-4-2 0,0-9-1066,0-3 0,0-3-633,0-2 0,1-5 360,3-3 1446,-2-8 0,3-8 0,-5-8 0</inkml:trace>
  <inkml:trace contextRef="#ctx0" brushRef="#br0" timeOffset="2">5768 1712 7738,'-8'0'1594,"0"0"-725,5 0 304,-2 0-1383,16 0 1,-3 0-988,9 0 1,2 0 1196,1 0 0,9-6 0,3-1 0</inkml:trace>
  <inkml:trace contextRef="#ctx0" brushRef="#br0" timeOffset="3">6290 1848 7738,'-7'5'1024,"-4"2"1,8 6-406,-5-1 0,3 1 169,-3-1 1,4 0 156,-4 1-491,5-1 1,-3 5-352,6-1 1,0-3 52,0-5 1,2 0-151,2 5 0,3-1 62,5 0 1,5 1-252,-1-1 0,2-4 224,-1 1-200,2-1 0,2 0 0,-2-1-342,-1-1 378,4 3 0,-7-3 97,6 2 1,-7 3 0,-1-4 38,-3 0 1,-6 4 6,5-3 0,-7 3-45,2 2 1,-4-1-324,-4 0 1,-4 1 115,-9-1 0,2 1-631,-5-1 0,3 0 364,-4 1 1,5-1 498,-5 1 0,-5-1 0,-6 0 0</inkml:trace>
  <inkml:trace contextRef="#ctx0" brushRef="#br1" timeOffset="4">7927 2133 7971,'7'-12'-398,"3"-1"438,-6 1 1,4 0 327,-4-1 0,4-1-93,-3-2 0,-1 2 162,-4-2 0,0-2 103,0 1 0,0-4 45,0 5 1,0-5 119,0 5 0,0-5-233,0 4 0,-6 1 23,-2 4 1,-3 1-136,-2 2 0,-3 0-230,-1 4 1,-1 1 52,2 4 0,1 7-89,-6 6 1,5 5 156,-5 6 1,4 8-146,-3 5 0,4 2 4,0 6 1,2-1 55,2 2 0,-1 5-280,1-6 0,5 5 70,3-9 0,3 5-404,1-5 0,5-5 221,3-7 0,3-13 13,2-3 1,3-10 68,1-3 1,5-7 60,-1-10 1,2-2-186,2-6 1,-5-1 60,1-3 0,-2 1-107,2-5 1,1 4 68,-5-4 0,-1 4 233,-3-4 0,-1 2-130,0-2 0,-3 2 193,-1 6 0,-5 2-76,1 2 123,-3-2 0,-1 13 42,0-2 0,0 9-120,0 3 1,0 6 27,0 6 1,-4 6-34,0 3 0,-2 7 178,2 6 0,3-3-52,-3 2 1,2 0 59,2 5 0,0-1-425,0 0 1,0-1 74,0-3 1,2 1-320,2-5 0,7-4 203,6-4 0,5-7-68,-2-2 1,4-5 84,1-7 1,-1-4-946,1 0 1,0-10 89,0 1 1104,0-2 0,-1-3 0,1-1 0</inkml:trace>
  <inkml:trace contextRef="#ctx0" brushRef="#br1" timeOffset="5">9279 1885 7971,'0'-12'0,"-1"3"1144,-3 1 1017,2 5-1575,-9-2 1,10 6 61,-3 3 1,4 10-240,4 11 1,1 5 9,4 8 1,0 6-134,-5 5 0,5 1-37,-5 4 1,0 1-49,-4-2 0,4-4-75,0-8 1,5-8 592,-5-4-482,5-14 1,-2-4 174,6-11 1,-1-5-131,0-4 0,1-8-150,-1-8 0,1-1 70,-1-7 1,5-1-290,-1-3 0,5-4 145,-5 0 1,6-6-447,-1 1 1,-2 2-852,2-1 0,-4 3 684,3-3 0,-5 5-756,2-1 0,-3 7 606,-2 6 0,1 7-688,-1 4 1,0 8 658,1 0 1,-5 8-12,0 1 1,-1 1 744,2 8 0,2-1 0,-5 4 0</inkml:trace>
  <inkml:trace contextRef="#ctx0" brushRef="#br1" timeOffset="6">9751 1960 7971,'0'17'0,"0"-3"0,0 3 0,0 1 610,0-2 0,1 5 591,3-5 1,-1 2-551,5-1 1,0-5-155,5 1 1,-1-2-137,1-7 0,0 0-376,4-4 0,2-7 79,6-5 0,4-8-568,0-9 1,0 2 277,-4-6 1,0 4-31,-1-4 1,-4 5-418,-4-1 0,-3 9 240,-5 3 0,-3-1 184,-5 2 1,-1 3-3,-3 5 0,-9 5 400,-7-1 0,-4 3-118,0 1 0,-1 1 313,0 3 1,4 5-36,1 7 1,0 3 170,0 6 0,-2 1-106,5 3 0,0 3-64,5 5 0,1 2 24,3 2 1,-2-2-138,6 2 1,0 0-642,4-3 0,1 0 264,3-9 1,5-7-510,7-9 0,-1-2 351,6-7 0,4-6-822,4-6 0,0-4 280,-4-5 0,5-2 880,3-6 0,-3-5 0,1-2 0</inkml:trace>
  <inkml:trace contextRef="#ctx0" brushRef="#br1" timeOffset="7">10458 1898 7971,'-7'-6'595,"0"5"-314,3-3 0,1 2 428,-5 2 1,4 0-251,-5 0 1,1 2 269,-4 2 1,2 4-270,-2 8 1,2 5-34,-7 8 0,4 3-317,0 5 1,1 6 66,-1 2 1,2-1-596,3 2 1,3-6 334,5 1 0,0-8 27,0-4 0,5-14 6,3-7 1,5-5-690,3-3 1,4-11-121,4-5 0,3-8-362,2-5 0,-2-4-409,6-8 99,0 2 1531,5-14 0,-3 7 0,1-8 0,1 3 0,3 2 0</inkml:trace>
  <inkml:trace contextRef="#ctx0" brushRef="#br1" timeOffset="8">10842 1377 7971,'0'-13'1888,"0"1"-970,0-1 1,-4 13-82,0 9-387,-6 13 1,8 11 0,-7 10 255,0 6 1,2 6-90,-1 7 0,3 6-643,1-33 0,0 0 0,2 1 0,1 1 107,-1 0 0,0 1 1,1-1-1,1 0-506,0 0 0,0 0 1,0 31 159,0-6 1,0-14-698,0-15 560,0-8-612,0-13 0,0-6 393,0-6 1,4-7-191,0-9 0,0 0 449,-4-4 1,4 3-613,1-4 0,-3 1 1069,-6-5 1,-3 0-96,-5 0 0,-2 1 0,-2-1 0,-4-1 0,-5-3 0,2 2 250,2-1 1,-2 3-202,2 4 1,2 3 2201,-2 6-467,6 5-860,-3 1 1,11 8 24,3 2 0,10 1-418,6 4 1,6 2-217,7-3 1,1-3-78,3 0 0,1-4-1088,3-1 1,3 0 604,-3 0 0,3 0-1714,1 0 0,1 0 97,-1 0 1862,0 0 0,0-6 0,0 0 0</inkml:trace>
  <inkml:trace contextRef="#ctx0" brushRef="#br1" timeOffset="9">11090 1984 7971,'-6'18'601,"1"3"0,0-3 191,1-2 0,-5 2 335,5-1 1,0 4-354,4-5 1,0 5 110,0-5-616,0 1 0,2-6-31,2-3 0,3-2-337,5-6 0,0 0 143,1 0 0,1-10-591,2-2 1,-1-5-10,6 0 0,-6 2-442,2-5 0,-4-1 121,0-4 1,-6 5 361,-3-1 1,-3 4 220,-1-3 0,-1 4 56,-3 0 1,-3 2 296,-6 2 0,-4 5-127,-4 3 0,-3 2 440,0 2 0,-1 2-82,0 2 0,-3 7 48,4 5 1,-4 6-759,7-1 0,3 1 221,2-1 1,6 1-361,2-6 0,5 5 256,-1-4 1,4-6 302,4-7 0,9-3 0,6-1 0</inkml:trace>
  <inkml:trace contextRef="#ctx0" brushRef="#br1" timeOffset="10">11252 1836 7971,'19'0'146,"3"1"37,-5 3 0,3-1 58,-3 5 0,3 4 11,-3 5 0,0 5 163,-5-1 1,-1 6-8,-3 2 1,-2 4-88,-6-4 1,0 6-284,0-2 1,0-2 74,0 3 0,-6-7 30,-2 2 0,1-6 81,-1-6 0,4-2 908,-5-11-676,7 0 0,-4-10-106,6-7 1,2-2-239,2-10 1,-2 3-140,7-7 0,3-1 195,5 1 0,3-4-438,-3 4 1,5 0-940,-1 4 0,1-2 655,-2 2 1,4-1-1411,-4 9 1,2 1 1963,-1 3 0,3 1 0,-5-1 0</inkml:trace>
  <inkml:trace contextRef="#ctx0" brushRef="#br1" timeOffset="11">12505 1860 7971,'0'-12'-130,"0"0"0,0-1 44,0 1 895,0-1 0,-2 2-189,-2 3 0,-3 3-118,-5 5 0,-2 1-97,-3 3 1,-2 3-112,-6 5 0,-4 5-135,0-1 0,5 6 65,3-1 0,6-2-201,-2 2 1,5-6 62,4 2 1,2-3-78,6-2 1,3 0-36,5 1 1,2-2-113,10-3 1,3 3-26,5-3 1,-1 3 80,2 2 1,1-1 186,-1 1 1,-4-1-77,-5 0 1,-4 1 109,0-1 0,-4 5-103,-3-1 0,-4 5 108,-5-5 0,-1 5-161,-3-4 0,-3 3-120,-6-3 1,-3-1-581,-1-3 0,1-1 366,3 1 0,1-6-1862,0-3 1567,5-3 0,-3-6-199,6-4 0,1-7 845,7-5 0,3-8 0,6-3 0</inkml:trace>
  <inkml:trace contextRef="#ctx0" brushRef="#br1" timeOffset="12">12728 1873 7971,'12'0'634,"1"0"0,-1 0-300,1 0 0,-5 5 470,0 4 1,-1 3-299,1 4 1,-1 5 249,-3 8 1,-1 8-289,5 9 1,-5 3 23,1 5 0,-2 10-521,-2-28 1,0 2-1,-1 4 1,0 1 214,-1 5 1,0-1-1,-1 0 1,-1 0-76,-2 1 1,0-1 0,0-2 0,-1-2-166,1 1 0,0-1 0,0 1 0,0-1-117,-1-1 1,1-1-1,2-4 1,0-1-543,-4 30 1,5-18-324,-1-11 0,2-13 389,2-4 0,0-11-239,0-9 0,0-9 322,0-11 0,4-4-432,1-13 1,4 1 995,0-9 0,-4-6 0,1-6 0</inkml:trace>
  <inkml:trace contextRef="#ctx0" brushRef="#br1" timeOffset="13">12827 2009 7971,'7'-12'1662,"-1"-1"-1512,-6 1 1,5 4 25,3-1 0,3 7 548,2-2 1,-1 2-224,1 2 1,3 0-421,1 0 1,3 0 77,-3 0 1,-1 6-429,-3 2 1,-2 4 11,-3 5 1,-2-2-155,-6 6 1,-6 1-268,-2 7 0,-9 2 327,-3 7 0,-8-5-42,-1 0 0,-4-2 9,4 3 0,-3-6 267,8-7 1,-3-3-136,11-6 1,-1-5-13,5-3 1,5-4-6,3-4 1,8-7 268,4-5 0,9-6 0,4 1 0,2-2 0,7-2 0,2 0 0</inkml:trace>
  <inkml:trace contextRef="#ctx0" brushRef="#br1" timeOffset="14">13323 1947 7971,'2'-12'1049,"2"-1"-208,-3 1 116,5 0 1,-8 5-397,-2 3 1,-3 9-89,-5 7 0,-6 6-107,-3 7 0,2 5 223,-2 4 0,2 1-271,-2 3 0,4-1-127,4 0 1,5-4-505,0 0 1,5-11 260,-1-1 1,4-6-479,4-3 1,3-5 307,5-3 0,6-12-715,3-4 0,-2-9 305,2 0 0,-1-6 84,5-2 0,-1 0 219,-4 4 0,-2 0 229,-5 1 0,-1 3 445,0 0-382,1 6 1347,-6 3-1045,-2 6 1,-5 13 610,0 5 0,-4 6-351,0 7 0,-2 1 85,2 3 1,3-3-145,-3 3 0,2-2-43,2-3 1,0 3-1026,0 2 1,0-9 260,0 1-1942,0 0 1727,6-8 0,1 0-1450,5-9 1,2-4 2005,3-4 0,2-9 0,6-6 0</inkml:trace>
  <inkml:trace contextRef="#ctx0" brushRef="#br1" timeOffset="15">13758 2022 7971,'-7'-7'1688,"-4"-4"0,8 9-210,-5-2 0,3 3-715,-3 1 1,4 1 165,-4 3 1,0 9-397,-5 7 0,5 4-353,0 1 1,1-1 71,-2 1 0,0 0-834,5 0 0,-5 0-152,5-1 1,0 1-573,4 0 1,0-2-23,0-2 0,1-4 510,4-9 1,2-3-644,5-5 0,0-1 1461,1-3 0,5-8 0,1-8 0</inkml:trace>
  <inkml:trace contextRef="#ctx0" brushRef="#br1" timeOffset="16">13844 2133 7971,'0'8'597,"0"1"-418,0-1 0,0 4 2000,0 1-1513,0-1 1,5 1 651,-1-1-915,5-5 1,-6-2-1,7-5 128,4 0 0,-2 0-654,4 0 0,2-1 153,-1-3 0,5-7-279,-1-6 1,1-3 229,-2 3 0,2-5-760,-5 1 1,4 2 272,-5-2 0,-1 6-117,-6-1 0,-4 2 557,-5 2 0,0 3-51,0 1 0,-5 5 532,-4-1 0,-6 8-270,-1 5 0,-6 3 547,1 4 1,-1 4-299,1 5 0,-1-1 165,6 1 1,-5-3-127,4 3 1,2-7-304,7 7 0,-2-7-563,6 2 1,0 0 337,4 0 1,1-2-732,4-5 1,1-1 440,7 0 1,1-3-752,2-1 0,3-5 466,6 1 1,1-3-157,3-1 1,-1 0 825,5 0 0,6-11 0,5-3 0</inkml:trace>
  <inkml:trace contextRef="#ctx0" brushRef="#br1" timeOffset="17">14862 2319 7971,'7'0'670,"4"0"-159,-10 0 0,6-4 72,-3 0-449,-3 0 265,5 4-524,-6 5 0,-4 2 129,0 6 0,-5-1-127,5 0 0,-4-3 91,4-1 1,-2 0-945,2 5 0,1-2 976,-5-3 0,5 8 0,-2-2 0</inkml:trace>
  <inkml:trace contextRef="#ctx0" brushRef="#br1" timeOffset="18">15792 1538 7971,'-12'-7'0,"3"-4"154,1 3 0,0 1 182,-5-1-8,1 5 1,0-4-1,-1 4 1008,1-1-1066,-1 0 1,0 4-1,-3 1 364,0 3 0,-2 3 94,1 6-496,-2-1 0,0 0 89,2 1 1,2 3-1,0 4-67,-2 3 1,1-1 80,4 7-372,-1-3 0,5 3 131,0 0 0,-1 10-93,-3-2 1,4 3 106,-1-3 0,7 4-125,-3 1 1,0 3 48,1-3 1,0-1-144,4-4 1,1-5 4,3-3 1,3 0-149,5-4 1,2 1-386,3-10 1,-2-1 0,6-5-233,1-2 0,-2-3-301,5 3 1,-1-5 302,9 1 0,-2-3 869,2-1 0,9 0 0,-4 0 0</inkml:trace>
  <inkml:trace contextRef="#ctx0" brushRef="#br1" timeOffset="19">16313 1898 7971,'-12'0'719,"3"-5"-30,1 1-299,0 0 0,-3 6-97,3 2 0,-2 8 181,6 9 0,-5 2-108,5 2 0,0 1-149,4 3 0,0 1-222,0 3 1,2-2 82,2-6 1,3-5-136,5 1 1,2-10 77,2 1 1,2-7-156,3-1 0,2-10 1,-2-6 0,3-2-341,0-7 1,1-4 147,0-3 0,-2-6 10,-2 6 1,1-6 268,-5 6 1,-2-1-86,-7 4 1,-2 0 226,-6 0 1,0 6-68,0 2 1,-10 4 175,-2 0 1,-9 5-56,0 0 1,-2 5-51,-2-1 0,4 8-61,1 4 1,3 3 4,-4 2 1,6 4-240,-1 4 1,2-2 77,1 2 0,7-2-929,1 2 1,4 2 475,1-2 1,0-3 570,0-1 0,6 2 0,0 0 0</inkml:trace>
  <inkml:trace contextRef="#ctx0" brushRef="#br1" timeOffset="20">16586 1811 7971,'12'0'-676,"-3"0"473,-1 0 1,0 0 977,5 0 0,-5 0-205,0 0 0,-1 9-60,1 4 1,2 9-334,-6 3 0,0 1 46,-4 7 1,0 0 10,0 4 1,0-1-11,0-3 0,0-3-266,0-5 0,0-6 227,0-2-118,0-9 1,6-2-7,2-6 0,3-6 25,1-2 0,1-9-68,-1-3 1,5-4 76,-1 0 1,5-3-173,-4-2 0,3-1 105,-3-3 0,-1 1-566,-3 3 1,-1 3 249,1-3 1,-2 5-1727,-3 3 333,-3 3 1681,1 11 0,-5 2 0,5 5 0</inkml:trace>
  <inkml:trace contextRef="#ctx0" brushRef="#br1" timeOffset="21">16921 1997 6573,'-7'12'-560,"2"1"1647,5-1 0,0 0-387,0 1 1,0-1-151,0 1 1,5-5-157,3 0 0,5-5-393,3 1 0,-1-3-40,6-1 1,0-5-46,4-3 1,-1-3-442,1-2 0,0-5 343,0-2 0,-5-4-396,1-1 1,-2 5 232,2-1 1,-7 4 0,-6-3 0,-5 5 9,1-2 1,-3 3 369,-1 2 0,-5 5 111,-3 3 1,-7 3 183,-2 1 1,-5 6 176,1 7 0,-1 5-246,2 7 0,-4 3 241,3 1 1,3 5-163,2-6 0,2 6-173,2-6 0,3 6 82,1-6 1,5 1-1283,-1-4 1,3-5 215,1-4 1,5-8-759,4-4 1575,2-2 0,1-13 0,1-3 0</inkml:trace>
  <inkml:trace contextRef="#ctx0" brushRef="#br1" timeOffset="22">17380 1823 7971,'0'13'0,"0"3"192,0 1 0,4-1 32,0-3 0,2 4 575,-2 4 0,-3 3-302,3 0 0,-2 3-102,-2 1 1,0 3-194,0 2 0,-2 1-128,-2-5 1,1 0 155,-5-4 1,5-6 20,-1-2 1,2-5 600,-3-3-507,4-4 0,-4-6-428,5-3 0,1-8 98,3-4 1,7-6-277,6 1 1,5-2 211,-2-2 1,8-4-994,1 0 1,4 0-555,-4 4 1,5 1 760,-1-1 1,2 1-325,-2 4 1159,3-4 0,-5 10 0,7-3 0</inkml:trace>
  <inkml:trace contextRef="#ctx0" brushRef="#br1" timeOffset="23">18695 1265 7971,'4'-8'1927,"0"0"-1633,0 5 0,-4-1-70,0 8 0,0 8 701,0 9 0,-1 9-333,-3 7 1,-3 6-120,-6 7 0,1 6-556,0 6 0,-6 4 195,8-31 0,-1 1 0,0-2 0,0-1-466,-10 29 0,-2-4 317,2 0 0,3-3-1127,2-1 0,2-7 646,2-14 1,5-4-1119,3-9 854,2-2 1,5-12-92,5-6 0,0-7 873,9-10 0,2-8 0,1-6 0</inkml:trace>
  <inkml:trace contextRef="#ctx0" brushRef="#br1" timeOffset="24">18918 1290 7971,'0'-7'2901,"0"1"-2463,0 6 0,0 11 129,0 6 0,0 16-117,0 8 1,-5 8-174,-4 4 1,-3 5-496,-5 8 0,8-31 0,-1-1 308,-2 4 0,-1-1 0,1-3 0,0 1-498,-1-2 1,1 0 0,-13 25 269,0-5 0,2-6-1250,2-1 0,4-17-1318,9-5 2068,3-13 1,6-12 637,3-11 0,-1-6 0,5-7 0,0-11 0,5-2 0</inkml:trace>
  <inkml:trace contextRef="#ctx0" brushRef="#br1" timeOffset="25">18918 1439 7971,'17'-13'0,"-1"1"0,2-1 696,-1 1 1,-2 5-202,6 3 0,-2-1 496,2 0 1,-2 1-432,-3 4 0,-2 6-94,3 2 1,-9 3-328,-4 1 1,-3 2-352,-1 3 1,-1 2-405,-3 6 0,-7 1 478,-6 3 1,-9-1-250,1 5 0,-8 1 151,0 7 1,-3-2-662,-1 2 1,1-6 315,3-2 0,-1-6 475,5 2 1,1-4 169,8-4 1,7-3 286,9-6 42,3 1 0,3-1-215,7 0 0,0 1 53,12-1 1,0 1 72,4-1 1,-3 0-84,2 1 0,-2-5 12,7 0 1,-1 1-544,1 3 1,-3-4-1138,3 1 0,1-3 227,-1 3 1220,0 2 0,-4-10 0,0 5 0</inkml:trace>
  <inkml:trace contextRef="#ctx0" brushRef="#br1" timeOffset="26">19365 2096 7971,'-6'12'1427,"4"1"-461,-7-1-114,6 1 0,-2-1-312,5 0 0,-4 5-378,0-1 0,0 1-333,4-5 1,-5 2-378,1 3 1,-4-2-1285,4 6 0,-10-5 383,2 5 1449,-3-6 0,-3 8 0,-2-3 0</inkml:trace>
  <inkml:trace contextRef="#ctx0" brushRef="#br1" timeOffset="27">20643 1687 7971,'5'-25'0,"3"0"0,-1 0 551,1 1 0,-3 4-136,3 4 0,-5 2 379,1 1 1,-8 7-298,-5 1 0,-2 4-177,-1 1 0,-6 0-18,-3 0 1,-6 6-80,-2 2 1,-1 8 117,1 5 0,1 4-51,-5 4 1,1 8 35,-1 8 1,-1 5-395,5 4 0,1 2 200,7 6 1,-1 5 51,6-1 1,5-6-260,7-6 0,4-8-181,4-5 1,8-9 179,9-8 0,2-10-62,2-10 1,6-2 52,2-2 1,1-6-146,-1-2 0,2-9 63,-6-3 0,-1-2-408,-3 1 1,3-2-446,-3 2 0,-3-1-435,-10 1 0,-1-1 1455,-3 6 0,3-12 0,-4 2 0</inkml:trace>
  <inkml:trace contextRef="#ctx0" brushRef="#br1" timeOffset="28">20394 1774 7971,'0'6'1099,"0"5"1,0-4-494,0 6 0,0 1 264,0 2 0,2 3-351,2 6 1,-1 1 126,5 3 1,0-1-478,5 5 1,-5-6-573,0 2 1,-5 2-964,1-2 0,2 0 872,-2-5 1,0 0-2353,-4-3 2846,0 2 0,5-4 0,2 6 0</inkml:trace>
  <inkml:trace contextRef="#ctx0" brushRef="#br1" timeOffset="29">21623 1463 7971,'0'-12'0,"0"0"285,0-1 0,4-1 4,0-2 0,5 2-51,0-2 0,2 2 430,1 1 0,2 1-229,3 0 0,-4 1-11,4 2 0,-3-2-141,-2 3 0,0 3-269,1 0 1,-1 4 93,1 1 0,-5 0 23,0 0-212,-5 0 1,7 7 87,-6 5 0,0 6-99,-4 7 1,-6 5-4,-2 3 0,-8 5-30,-5 3 1,-3 3 84,0 6 1,-5-5-334,0 1 0,-2-2 234,2 1 0,3-2 45,-3-6 1,9-5 222,3-3 1,9-13-98,4-3 64,2-9 1,4 1-81,2-5 0,3-5-133,5-3 0,5-3 122,-1-2 0,2 2-43,-1 3 1,-4 1-135,4 3 0,-3 2-103,-2-2 1,1 4 111,-1 4 1,-4 9 23,1 8 1,-7 2 148,2 2 0,-2 1-96,-2 3 1,0 3 238,0 5 1,0-1-70,0-3 0,4 1 222,0-5 1,0 0 12,-4-4 1,4 4 106,0 0 1,5-4-285,-5-5 1,4-1 7,-4 2 1,0 3-273,-4-4 1,-1 0 117,-3 0 1,-3-3-388,-5 3 1,-1 0 169,1 0 0,-1 0-672,1-4 1,0-2-48,-1 3 0,1-4 936,-1 0 0,-5-6 0,-1-2 0</inkml:trace>
  <inkml:trace contextRef="#ctx0" brushRef="#br1" timeOffset="30">21623 1426 7971,'-9'-16'0,"1"-1"0,4 1 396,-4 3 0,5 1 141,-1-1 0,-2 1 66,2 0 0,0-1 1103,4 1-1174,0-1 0,0 1 349,0 0 0,1 3-366,3 1 1,-1 5 677,5-1-775,1 3 0,7 6-41,1 4 1,-1 7-103,-3 5 0,-1 4-52,1 4 1,-1 4-111,0 8 1,-3-1 123,-1 5 1,-5 2-262,1 7 0,-1 3-239,1 5 0,-3 5 199,2-32 0,-2 0 1,-2 2-1,-2-1 41,-1 2 1,0-1-1,0-1 1,1 1-290,-1-2 0,0 0 0,-5 28-286,-3-5 0,0-5-56,-1 0 0,1-11-31,-1-5 0,1-14 227,0-2 0,3-6-784,1-2 389,5-6-90,-2-2 1,3-15 707,-2-2 1,3-6-2105,-3-3 2339,2 1 0,2-16 0,0 4 0</inkml:trace>
  <inkml:trace contextRef="#ctx0" brushRef="#br1" timeOffset="31">21635 1315 7971,'12'-6'2480,"1"10"-1526,-1 0 1,-4 7-269,1 6 0,-1 6-95,4 6 0,-3 7-147,-1 1 1,-5 6-85,1 7 0,1 8-341,-1-1 0,-1 8-225,-7-3 0,-3 0 7,-5 4 1,-5 2 196,1-2 1,-6-5-336,1-8 1,-2-3-222,-2-4 0,0 0-308,0-4 1,6-6 280,2-8 0,5-7-944,4-4-428,-3-4 1384,9-6 0,-3-7-417,5-8 1141,0-14 0,5-4 1,2-11-1</inkml:trace>
  <inkml:trace contextRef="#ctx0" brushRef="#br1" timeOffset="32">21561 1501 7971,'12'0'0,"0"0"0,1 5 699,-1 3 1,1 5-197,-1 3 1,-4 5 182,1 8 0,-3 8-265,3 9 0,-4 3-285,-5 5 1,-1-2-203,-3 6 0,-3-5 105,-6 0 0,-5-3-643,-2-5 0,-5 2 439,-4-5 1,1-1 128,-5-4 0,4-4-109,-4 0 0,-5 0-434,-8 5 579,-2-1 0,3-1 0,-4-3 0,-3-2 0,-5 4 0,0 3 0</inkml:trace>
  <inkml:trace contextRef="#ctx0" brushRef="#br1" timeOffset="33">3598 4254 7971,'-7'-18'0,"-3"4"0,6-2 0,0 2 1255,4 2 0,0 3 187,0 1-590,0 5 1,4 5-328,0 10 1,4 7 224,-4 10 0,5 4-299,-5 9 1,1 2 72,-1 5 0,-2 8-563,2 5 0,-4 3 55,-2-28 1,0 0 0,1 1-1,-1 1-244,-2 4 0,0 1 0,0 3 0,0 1 282,-2 4 0,-1 0 0,1-4 1,1 0-189,1 4 1,0-1 0,-1-3 0,0-1 125,3-1 0,0-1 0,0 1 0,0-1-482,2-3 1,0-1-1,0 29-91,0-4 0,4-16-244,0-4 0,4-13-674,-3-9 694,4-4 1,-6-13 327,5-3 0,-4-6 22,5-6 1,-7-3-168,3-14 0,0-2 622,-1-11 0,6-4 0,-3-2 0</inkml:trace>
  <inkml:trace contextRef="#ctx0" brushRef="#br1" timeOffset="34">3672 4279 7971,'0'-24'962,"0"4"1,0 2-635,0 5 0,6 2-76,2 3 0,0-2 777,4 6 1,-2 0-444,7 4 0,1 6 87,-2 2 1,6 3-320,-1 1 0,4 2-63,4 3-232,-3-4 1,4 12-128,-5 0 1,-2 0 19,-2 4 1,-3 3-188,-6 1 0,-1 0 138,-2 4 1,-4-3-173,-5 8 0,-3-2-13,-5 1 0,-2-2-10,-10 2 0,-1-4 73,-4-4 1,1-2-59,-1-7 0,0 1-176,0 0 0,0-6 60,0-2 0,1-8-209,-1 0 0,0-7-26,0 3 0,3-4-775,-3-1 947,3 0 1,-9 0 455,2 0 0,-3-6 0,-5 0 0</inkml:trace>
  <inkml:trace contextRef="#ctx0" brushRef="#br1" timeOffset="35">4689 4390 7971,'0'-19'29,"0"3"0,0 2-29,0 1 0,0 1 1301,0 0 0,0-1-560,0 1 1,2 1 1453,2 3-1408,3 2 0,5 6-50,0 0 0,1 7-128,-1 5 0,1 6-173,-1 7 0,0 7-153,1 5 0,1 2-60,2 6 1,-6 2-278,2 7 1,-2 3 251,2 10 0,-3 2-537,-5-33 0,0 2 0,-2 1 0,-1 0 213,1 1 0,0-1 0,-1 3 0,-1 0-133,0 0 0,0-1 0,0-4 0,0 0-214,0 33 1,0-16 198,0-8 0,4-13 1073,0-8-626,6-6 0,-3-12 329,5-3-486,1-3 0,-1-1 418,1 0 0,-5 0-312,0 0 0,-4 0-222,5 0 0,-5-1-148,4-3 1,-4-3 152,4-6 0,1 0-118,3-4 0,0-8 21,1-8 1,-1-4-187,1-4 1,3-5 91,1-8 1,3-2-324,-3-6 1,1 0 334,-2 0 0,0-6 146,-6 33 0,0 0 0,0 0 1,0 0-324,10-31 1,2 1 51,-5 11 1,3 3-130,-3 10 1,1 5 125,-2 11 1,-6 2-558,3 2 1,-4 5-125,4 7 1083,-7-2 0,-6 15 0,-6-2 0</inkml:trace>
  <inkml:trace contextRef="#ctx0" brushRef="#br1" timeOffset="36">6252 4775 7971,'-7'7'3617,"2"-2"-3085,5-5 0,5 2 233,4 2 0,7-3-315,5 3 0,4-2-182,4-2 1,2-4-17,7-1 0,3-4-371,0 1 0,6-5-749,-1-3 0,-4 2 652,0-3 0,-4 3-1295,0 2 0,-8 1-177,-5 3-258,-6 2 1946,-7 6 0,-5 11 0,-1 3 0</inkml:trace>
  <inkml:trace contextRef="#ctx0" brushRef="#br1" timeOffset="37">6376 4961 7971,'-20'11'245,"-1"-3"0,0 2 1009,9-6 1158,0 0 215,5-4-1266,1 0-639,17 0 0,3 0-281,11 0 0,1-4-500,3 0 1,3-6 92,5 2 0,1 1-883,4-1 0,-4 0 238,4-5 0,-2 5-302,1 0 1,-2 5-2830,2-1 3572,-2 2 1,3 2-1,2 0 1</inkml:trace>
  <inkml:trace contextRef="#ctx0" brushRef="#br1" timeOffset="38">7729 4291 7889,'0'-19'796,"0"1"1,-2 6 376,-2-1-101,3 1 0,-5-1 78,6 1-515,0 5 1,-4 0 225,0 3 625,0 3-282,4-5-116,0 6-441,0 0-396,0 6 1,0-4 134,0 7-149,0-1 1,0 9-65,0-1 0,4 2 50,0-1 1,4 2-148,-4 6 1,6 4-27,-2-1 0,-1 8-164,1 2 0,1 0-161,3 8 0,-4 0 168,1 8 1,-1-1-283,4 4 0,1-4 327,-1 1 1,1-2 2,-1 2 0,0-3 21,1 2 1,-2-6 6,-3-1 1,3-5-7,-3 5 0,3-12 13,2-1 1,-5-5 58,0-4 0,1-4-65,3-4 63,-5-2-45,4-2 0,-8-5 480,5-3-476,-5-2 0,2-4 119,-5-2 0,2 2-9,2-7 1,-3 0 97,3-8 0,2 2-176,-2-6 0,6 1 35,-2-5 1,3-4-271,1 0 1,1-6 92,-1 2 0,5-4-253,-1-4 0,6-2 134,-1-2 1,2-4-356,2 4 1,1-7 200,3-2 0,-3 0 140,3 4 0,-1 1-113,1-1 1,-3-1 54,3-2 1,-3 3-105,-1 0 0,-1 1 48,-4 3 0,2 1 10,-5 3 1,3 4 86,-3 13 1,-2-1-47,-7 9 0,3 2 17,-2 7-150,-4-3-346,1 9 521,-6-3 1,0 10-971,0 4 0,0 2 1242,0 1 0,-6 6 0,-1 1 0</inkml:trace>
  <inkml:trace contextRef="#ctx0" brushRef="#br1" timeOffset="39">9006 4700 7971,'-12'0'1292,"-1"0"0,5 0 89,0 0-506,5 0-535,-2 0 1,5 2-103,0 2 0,5-3-17,3 4 1,5-4 1,3-1 1,4 0-316,5 0 1,-1 0-308,1 0 1,0 0-442,0 0 1,4 0-1205,0 0 1,0 0 2043,-5 0 0,7 5 0,0 2 0</inkml:trace>
  <inkml:trace contextRef="#ctx0" brushRef="#br1" timeOffset="40">10433 4242 7971,'-6'-7'0,"4"-4"479,-7 2 1,2-6-203,-1-1 0,1-1 317,3 5 0,3-1 1062,-3 1-1181,-3 0 0,4 1-290,-5 2 1,4 0 66,-5 5 0,1 1-166,-4 7 0,-5 8 138,1 9 0,-6 2-134,1 2 0,-3 6 79,0 2 1,3 2-200,0 3 1,2-1-11,-2 0 0,-1 3-31,6-3 0,1 3-293,6-7 0,0-4-8,4-4-379,1 0 519,10-11 0,1-2-249,5-8 1,-4-3-187,1-1 185,-1 0 1,4 0 70,1 0 0,-5 2 187,0 2 0,-4 4 256,5 9 0,-7-2-130,3 6 0,-3 3 333,3 5 1,-4 4-171,3-4 0,-3 10 407,-1-2 0,2 3-178,2-3 1,-3 5-22,3-1 1,-2 0-88,-2-3 1,0-8-615,0-5 1,0-6-236,0-7 233,0-5 1,4-3-781,0-8 1,4-3 1209,-4-5 0,6-6 0,-3-1 0</inkml:trace>
  <inkml:trace contextRef="#ctx0" brushRef="#br1" timeOffset="41">10557 4601 7971,'-1'9'1041,"-4"-1"0,3-4-417,-7 4 1,7 5 275,-2 3 1,-2 6-346,2-1 0,0 4 218,4 4 1,0-3-314,0 3 0,0 1-405,0-1 1,0-4-485,0-5 0,5-4 342,4 0 1,2-8-129,1-3 0,5-4 175,-1-1 1,6-7-478,-1-5 1,-2-6 178,2-7 1,-1-4 23,5 0 211,-5 0 0,-3 3 1,-4 0 94,-1 1 0,-3-5 40,-1 9 1,-5-4-69,1 9 1,-4-1 139,-4 5 0,-3 1-94,-6 2 1,-5 0 93,-2 5 0,0 1-68,0 7 1,-1 3-14,-4 5 0,0 6-210,1 3 0,-1 2-252,0 2 0,2 0-798,2 0 0,3-5 558,6 1 1,5-6 678,3 2 0,-3 2 0,0 0 0</inkml:trace>
  <inkml:trace contextRef="#ctx0" brushRef="#br1" timeOffset="42">11128 4155 7971,'7'-13'0,"4"1"912,-3 0 0,-1 3 206,1 1-769,0 0 0,5-5 127,-1 1-253,0 0 1,1-1 14,-1 1 0,1 3-1,-1 1 1,-4 5-14,1-1 0,-5 3 345,4 1 0,-5 1-393,1 3 0,-3 5 47,-1 7 1,-1 5-454,-3 8 0,-3 3 59,-6 5 0,0 0 4,-4 0 1,2 5 80,-6-1 0,2 6 63,-2-2 1,-1 2 174,6-1 0,-1-4-95,5-5 1,4-5-177,-1-3 0,7-4 61,-3-4-112,4-4 1,7-10 108,2-2 0,3-4-152,1-1 0,-2 0 40,2 0 1,-6 1 95,6 3 0,-2-1 178,2 5 1,1 1-137,-1 3 0,-4 1 137,1-1 0,-5 4-76,4 1 0,-5 5 16,1-1 1,1 2-11,0 2 0,3 0 32,-4 0 1,0-1 55,-4 1 1,0 4 149,0 0 1,0-1-329,0-8 1,-1 4 65,-3-4 1,-2 2-761,-2-1 1,-3-3 383,2-6 0,-6 5-1070,-1-1 1,-1 0 652,5-8 0,-5 3 785,1-3 0,-6 3 0,2 2 0</inkml:trace>
  <inkml:trace contextRef="#ctx0" brushRef="#br1" timeOffset="43">13348 3733 7971,'8'0'360,"1"0"469,-7 0-125,4 0 485,-6 0 656,0 0-1459,-6 0 0,4 1-116,-7 4 1,1 3-33,-4 8 0,-1 0-129,1 4 1,-5 2 4,1 7 0,-6-1 57,1 5 0,-2 0-194,-2 4 0,-1 6 55,-3 2 0,-3 5-368,-5 4 1,16-25 0,-1 1 299,0 5 0,-1 0 0,-2-1 0,0 0-373,-2 5 1,0 0 0,-1 0 0,0 1 331,-3 3 1,0 1 0,-3 2 0,-1 0-95,-2 1 0,-1 1 0,1 0 0,0 1-299,-2-2 0,-1 1 0,2 0 0,1 0 387,-1-2 0,1-1 1,2 2-1,0 0 73,0 1 1,0-1 0,2-4 0,1-1-52,-2 4 1,2-1 0,2-3 0,2 0-28,0 0 0,2-1 1,1-1-1,0 0 114,2-2 1,1-2 0,0-3 0,1-1-91,2-1 0,1 0 1,-18 27 98,3 0 0,-1 1-270,5-5 1,4-6 1,4-7 0,6 1 388,-2-5 1,1 2-671,3-11 1,0 0 886,9-7 1,-5-3-1407,5-6 1046,0-5-623,4-2 0,4-11 726,0-7 0,6-5 0,-3-7 0</inkml:trace>
  <inkml:trace contextRef="#ctx0" brushRef="#br1" timeOffset="44">12939 5246 6153,'0'-7'969,"0"0"-608,0 3 1,0 2-74,0-7 0,0 5 103,0-4 1,1 0-129,3-5 1,-2 5 106,2 0 0,-3-1-4,-1-3 0,2 0 71,2-1 1,-3 5-22,3 0 0,-1 3 150,1-3 94,-2 5-387,3-2 0,-4 5 3,4 0 1,-4 3-53,3 5 0,-3 2-37,-1 10 0,5 1-124,-1 4 0,0 5 55,-4 3 1,0 3-200,0 1 0,1 6 64,3 2 1,-2-1-109,2 2 81,-3-6 1,-1 1 117,0-8 1,0 0 146,0-8 1,0-3-9,0-9 0,6-6 369,2-3-359,-2-3 0,3-6 18,-5-4 0,6-7-5,-2-5 1,-1-1-166,1 1 1,1-3 0,3 0-123,0-3 94,1-2 1,-1 0-132,1 0 1,-1-4 0,-1 2-229,-3 0 1,3-2 15,-2-5 1,0 1-390,0 0 446,-4 0 1,-3 4-121,2 0 1,-3 6-37,3 3 0,-2 4-166,-2 8 0,1 4-599,3-1 478,-3 7 0,5-2-339,-6 8 1,0-2 185,0 7 1,4-1 113,0 4 1,0-3 724,-4-1 0,0 6 0,0 5 0</inkml:trace>
  <inkml:trace contextRef="#ctx0" brushRef="#br1" timeOffset="45">13311 5469 7971,'7'0'3103,"-2"0"-2619,-5 0 1,0 2-185,0 2 1,0 3-63,0 5 0,0 2-142,0 3 0,5 0 81,-1 4 0,0 3-419,-4-4 0,0 4-665,0 0 1,0 1 551,0 0 1,0-6-790,0-2 1,-2 1 68,-2-2 1075,3-5 0,-5 0 0,6-4 0</inkml:trace>
  <inkml:trace contextRef="#ctx0" brushRef="#br1" timeOffset="46">13981 5482 7986,'-7'-6'1772,"1"5"0,6-10-1274,0 3 1,2-3-63,2-2 0,3-1 41,5-2 0,5 1-111,-1-6 0,5 5 47,-4-5 1,5 6-132,-2-2 0,0 3-222,0 2 1,-3 1 117,3 3 1,-4 2-126,0 6 0,-2 0-12,-2 0 0,1 6-192,-1 2 0,-5 7-196,-3 2 0,2 5 211,-2-2 1,0 0-102,-4 0 0,4-3 47,0 4 1,0-6 484,-4 1-253,6 4 95,1-7 1,5 0 185,1-9 0,3-3-97,1-1 1,1-5-365,-2-4 1,3-3 109,6-4 1,0 2-802,0-3 1,0-1 418,0 2 0,-1-1-1291,1 5 0,0-1 825,0 1 1,0 1 875,-1 3 0,1-9 0,0 3 0</inkml:trace>
  <inkml:trace contextRef="#ctx0" brushRef="#br1" timeOffset="47">15159 4887 9309,'0'-7'1417,"0"1"0,2 6-962,2 0 0,-3 6-122,3 2 1,-1 4-99,1 5 0,-2 4-12,2 7 1,1 6-123,-1 7 1,1-1 108,-5 5 1,0 5-226,0 4 0,0-5 45,0-3 0,0-6 23,0 1 0,0-4-121,0-4 0,0-8 134,0-8 495,0-4-408,5 0 0,-2-6 259,5-3-228,-5-8 0,7-3 66,-6-6 0,5 0-92,0-4 0,2 2-66,1-6 0,0-1-32,1-7 0,-1 3 94,1-3 1,-1-1-284,0 1 1,5-8 52,0 4 1,3-6-385,-3 6 0,3-3 198,-3-1 0,5 0-640,-1 0 0,-2 5 381,2 3 0,-5 4-567,5 4 0,-6 5-394,2 8 829,-4-3 0,-4 11-390,-1 0 0,-5 9 1043,1 8 0,-8 5 0,-3-3 0</inkml:trace>
  <inkml:trace contextRef="#ctx0" brushRef="#br1" timeOffset="48">15532 5395 7971,'8'-1'409,"0"-3"0,-4 2-41,4-2 0,-3-2 8,3 2 1,-4-1-153,4 1 0,-4 2 650,5-2 0,-5-1 280,4 1 123,0-1-665,5 0 0,-5 4 274,0-4-222,-5 4-144,8 1-238,-10 0 92,5 0-240,0 0-59,-5 0 0,4 1-158,-5 4 0,5-3-210,-1 7 0,0-5 109,-4 4 11,0 0 1,1 3 103,3-2 1,-2 2-573,2-3 413,-3 3 1,-1 1-62,0 1 1,-5 0-90,-4 4 0,-2-3-79,-1 2 1,0 2 186,-1-1 1,1 1 14,-1-2 1,1-2 413,0 2 0,-1 2-174,1-1 0,3-5 342,1-3 0,5-1-87,-1 4 113,3-5 1,6-1-80,4-6 0,7 0 41,5 0 1,2-2 38,2-2 1,6-1-44,2-4 0,4 0-916,4 5 0,-2-5 378,2 5 0,-1 0-2036,1 4 0,-3 0 170,-1 0 2093,0 0 0,-11 6 0,5 0 0</inkml:trace>
  <inkml:trace contextRef="#ctx0" brushRef="#br1" timeOffset="49">6054 7342 7971,'0'-8'201,"0"0"1107,0-1-347,0-3 400,0 0-941,0 5 1,4 3-113,0 8 0,4 3-70,-4 5 0,6 6-143,-2 3 1,-1 8 99,2 4 0,-3 4-110,3 4 0,0 3-48,-4 6 0,3-1-133,-4 1 0,1-4-55,0-1 1,-3-6 41,7-2 0,-7-7 361,2-9 1,2-7 99,-2-6 73,6-5 1,-5-3-79,4-9 1,2-3-61,-3-5 0,3-2-143,1-6 0,1-5-45,-1-3 0,1-2-258,-1 2 0,0-2 140,1 1 1,-1 0-483,1 1 1,-1-3 293,0 3 1,1 3-754,-1 1 1,-4 8-257,1 5-1432,-1-4 1752,4 12 1,-3-3-479,-1 11 1374,-5 6 0,8 6 0,-4 7 0</inkml:trace>
  <inkml:trace contextRef="#ctx0" brushRef="#br1" timeOffset="50">6587 7652 7971,'0'13'-1398,"0"-5"838,0 0 1792,0 0 0,0 5-234,0-1 1,0-3-89,0-1 1,0 0-500,0 4 1,0 5-148,0 0 1,2 0-120,2 0 0,-3 2 43,3 6 1,-2-1-570,-2-4 0,0 4 309,0-4 1,0 4-1017,0 1 1,0-6-37,0-3 494,5-2 630,-3-1 0,9-7 0,-5 0 0</inkml:trace>
  <inkml:trace contextRef="#ctx0" brushRef="#br1" timeOffset="51">6997 7627 7971,'7'0'1940,"-2"-1"-308,-5-3-589,0 3-378,6-10 0,-1 4-248,3-6 0,3 4 6,-2-4 1,7 4-231,5-8 1,0 2-157,3-2 0,-2 8-70,7-4 1,-2 9 107,-3 0 1,0 5-457,-4 8 0,2 0 209,-5 12 0,0 4-140,-5 4 1,-4 0 86,1-5 1,-3 0 242,3-3 0,2-1-86,-3-7 0,3 0 188,1-8 1,1-1-354,-1-4 1,5-6 66,-1-2 1,5-9-288,-4-3 1,5-4 189,-2-1 0,2 5-1234,-1-1 0,2 6 142,-2-2 1355,-3 4 0,5-5 0,-3-2 0</inkml:trace>
  <inkml:trace contextRef="#ctx0" brushRef="#br1" timeOffset="52">7989 7181 7971,'-5'-7'4009,"3"2"-3463,-3 5 0,5 6 141,0 7 0,0 5-257,0 7 0,0 1-93,0 3 1,4 7-101,0 5 1,4 7-231,-4 2 0,5-2 25,-5 2 0,1-2 46,-1-7 0,-2 0 81,2-3 1,1-8 14,0-5 0,0-7-157,-1-10 1,-1 2 96,5-6 1,-4-1 5,5-8 0,-1-6 40,4-5 0,1-8-182,-1 0 1,2-3 108,2-6 0,-2 4-640,3-4 0,1 0-993,-2-4 1,5 1 772,-5 3 1,5-1-895,-4 5 1,3 1 839,-3 8 0,-1 7 827,-3 9 0,5-3 0,1 0 0</inkml:trace>
  <inkml:trace contextRef="#ctx0" brushRef="#br1" timeOffset="53">8324 7702 7971,'0'8'0,"0"0"0,0-3 1127,0 3 1,0-4 183,0 4 768,0-5-1523,6 2 1,0-5-45,7 0-9,-1 0-716,6 6 1,-4-5 217,2 3 1,-3 3-258,-5 2 1,2 2 55,-6 1 0,0 2 72,-4 2 0,0 0-117,0 4 0,-5 1 64,-4 4 0,0-2 413,0-2 0,0 2-110,5-2 1,-5-3 162,5-2 1,0-6-74,4-2 1,1-5-72,4 1 0,-3-2-221,7-2 0,3 0 136,5 0 1,5-2-661,-2-2 0,0 1 307,0-5 0,0 0-1197,0-5 1,4 5 611,-4 0 0,2 0 878,-1-5 0,2 1 0,-3-1 0</inkml:trace>
  <inkml:trace contextRef="#ctx0" brushRef="#br1" timeOffset="54">9701 7528 7971,'0'8'823,"0"1"-25,0-6 0,0 3-259,0-1 1,0-3 457,0 7 1,1-7-433,4 2 0,1 2 170,7-2 0,5 2-281,2-2 0,9-3-96,4 3 1,10-2-335,7-2 1,1 0 84,7 0 1,-2-2-636,2-2 0,-1 3 494,-4-3 1,-2 2-956,3 2 0,-8-4 459,-5 0 1,-8 0-1018,-4 4 1,-8 0-736,-5 0 1194,-2 5 0,-13 1 342,-5 2 744,-5 3 0,-15-4 0,-2 5 0</inkml:trace>
  <inkml:trace contextRef="#ctx0" brushRef="#br1" timeOffset="55">9825 7764 7971,'-12'7'763,"-1"-3"-1,5-3 281,0-1-552,5 0 1,7 0 52,8 0 0,11 0 106,1 0 1,8 0-412,9 0 0,-1 0-2,6 0 1,-2 0-378,1 0 0,2 0 210,-5 0 0,3-1-1234,-3-3 1,-5 2 548,-4-2 0,-6 3 152,2 1 463,-2 0 0,-3 0 0,1 0 0</inkml:trace>
  <inkml:trace contextRef="#ctx0" brushRef="#br1" timeOffset="56">9937 7206 8957,'0'-7'995,"-6"1"0,3 6-760,-5 0 1,-1 7-13,-8 6 1,0 6-143,-7 10 1,0 3 85,-9 5 0,4 0-268,-4 0 1,0 6-349,-4 2 0,1-2 346,3-2 1,3-2-62,5-2 0,1-1 45,4-3 0,-2-3 189,5-5 0,5-4-51,3 0 1,2-6 60,-1 1 0,-1-2-5,4-2 1,1 1 150,4-1 0,6 1 229,2-1 1,4 1-184,5-1 1,2 0 92,6 1 0,1 3-58,3 1 0,-1-1-356,5-3 0,-4 3 167,4 1 0,0-1-224,4-3 0,-4-1-139,0 1 0,0-5-177,5 0 0,-1-5-446,0 1 0,-4-3 417,0-1 0,-5 0-857,1 0 0,-3-1 117,-1-3 1191,-6-3 0,-1-11 0,-6-1 0</inkml:trace>
  <inkml:trace contextRef="#ctx0" brushRef="#br1" timeOffset="57">10309 7367 7971,'5'-7'0,"1"0"1047,2 3 1,3 3 247,-3-3-161,3 2 1,2 4-359,-1 2 0,1 1-335,-1 3 1,5 5-324,-1-1 1,1 1 57,-5 3 0,5 2-95,-1-1 1,5 5 85,-5-2 0,2 4-233,-1 1 0,-3-5 144,2 1 0,-2 0-411,-2 3 1,1 1-45,-1 0 0,-4-6-111,1-2 1,-6 1-21,1-2 0,-3 5 191,-1-4 1,-5-1 78,-4-4 0,-3 5 40,-5 0 0,2 3-165,-6-3 0,1 3-30,-5-3 0,-4 1-117,0-2 1,0-2-175,4 3 1,-4-3-903,0-2 1586,-5 6 0,-3-4 0,-7 4 0</inkml:trace>
  <inkml:trace contextRef="#ctx0" brushRef="#br1" timeOffset="58">11785 7268 9239,'-5'-7'3628,"3"1"-2822,-3 6 1,10 0-306,3 0 1,4 5-33,0-1 1,6 1-187,3-1 1,2-2-55,2 2 1,1-3-157,3-1 0,-2 0-221,7 0 1,-6 0-281,6 0 0,-5 0 332,4 0 0,-6 0-500,2 0 0,-8 0 258,-5 0 0,2 0 15,-1 0 1,-2 6 24,-7 2 1,-2 0 194,-6 5 1,0-4 135,0 8 1,0 2-37,0 2 1,-2 2 116,-2 2 0,-3 5-47,-5 3 1,0 7 8,-1 2 0,1 5-92,-1-2 1,-3 3-122,-1 2 1,1-2 76,3-2 1,2-4-131,3-4 0,-2-7 68,6-2 1,0-8-34,4-5-293,0-7 1,1-4-148,4-5-1577,-4 0 900,10 0 1272,-10-5 0,10-2 0,-4-6 0</inkml:trace>
  <inkml:trace contextRef="#ctx0" brushRef="#br1" timeOffset="59">11872 7838 8518,'1'-8'1617,"3"0"1,-1 5-1084,5-1 0,2-3 491,7-1 1,-2 1-441,6-1 0,-1 3-736,5-3 1,0 4 168,0-4 0,-1 5-1116,1-1 1,-5 2-3754,-4 2 2988,-2 0 1863,-7 11 0,-2 3 0,-5 11 0</inkml:trace>
  <inkml:trace contextRef="#ctx0" brushRef="#br1" timeOffset="60">11810 8062 8606,'1'6'1978,"3"-1"-912,-2-4 0,9-1-470,-3 0 1,7 0-323,2 0 1,5-1-1151,-1-4 1,3 3 617,5-7 1,3 5-1783,5-4 1,-1 4 2039,-3-4 0,8-1 0,-2-3 0</inkml:trace>
  <inkml:trace contextRef="#ctx0" brushRef="#br1" timeOffset="61">13026 7193 7971,'0'-8'0,"0"0"286,0 5 0,0-4 559,0 3 285,0 3-694,0-5 1,0 12-141,0 2 1,0 4 175,0 5 0,0 6-108,0 6 0,4 7-134,0 1 0,0 3 8,-4 10 0,0-2-336,0 10 1,-5-3-640,-4 7 0,-2-3 598,-1 7 0,-1-3-185,1-6 0,0-7 120,-1-9 0,2-8-438,3-4 86,2-14 260,6-3 103,0-18 0,0-1-98,0-5 1,2-2 14,2-3 1,-1 2 312,5-5 1,0-5 76,5-4 0,-5-1-108,0 1 0,0-2-42,5-2 0,-5-1 172,0 5 1,1 0 406,3 4 1,0 0-242,1 0 0,-1 6 265,1 3 1,0 6-150,4 2 0,-3 5-69,2-1 1,-2 4-395,-1 4 1,-2 3 110,-3 5 0,-3 5-192,-5-1 1,0 2 103,0-1 0,-1-2-718,-3 6 1,-3-2 327,-5 2 0,-1 1-317,1-6 1,-1 5 224,1-5 0,-5 1 167,1-5 0,-1-1 458,5-2 1,-1 0-167,1-5 0,4 5 899,0-5-523,5 0 398,-3-4-483,6 0 1,6 4 486,2 0 1,3 2-195,1-2 1,5-1-92,0 5 1,3-4-495,-3 4 1,3-4 108,-3 5 0,4-5-574,-5 4 0,5-1 324,-5 1 1,5-1-821,-4-3 0,5-2 466,-2 2 1,2-4-476,-1-4 0,1-1 1016,-5-7 0,5 2 0,-3-7 0</inkml:trace>
  <inkml:trace contextRef="#ctx0" brushRef="#br1" timeOffset="62">13485 7627 7971,'7'0'1250,"4"-1"-791,-3-3 0,-1 3 685,1-4 0,2 4-513,6 1 1,-1 0 75,6 0 0,0-4-271,4 0 0,1 0-576,3 4 1,-2 0-39,6 0 0,-5-4-155,1-1 0,-3 1-1204,-1 4 0,-5 0-121,1 0-665,-11 0 2323,1 0 0,-22 6 0,-3 1 0</inkml:trace>
  <inkml:trace contextRef="#ctx0" brushRef="#br1" timeOffset="63">13584 7739 7971,'-8'1'0,"-1"4"1321,7-4-851,-4 10 0,7-10 551,4 3 0,3-2-569,8-2 1,4 0-289,5 0 1,-1 0-278,1 0 1,4-6 153,0-2 1,1-3-1330,-1-1 1,-3-1 436,3 1 851,-2-1 0,-3-4 0,1-3 0</inkml:trace>
  <inkml:trace contextRef="#ctx0" brushRef="#br1" timeOffset="64">13807 7317 7971,'-12'13'591,"4"-1"-325,-1 1 1,2 5 638,-1 2 0,-2 4-355,6 0 1,0 5 59,4 0 1,0 6-167,0-2 1,0 3-54,0 1 0,-1 0-112,-3 0 1,2 5-743,-2-1 1,1-1-122,-1-7 1,3-3-376,-3-5 0,2-1-683,2-4 1,6-3 748,2-9 1,5-5 892,3-12 0,3-4 0,6-12 0</inkml:trace>
  <inkml:trace contextRef="#ctx0" brushRef="#br1" timeOffset="65">14192 7603 7971,'0'12'1037,"0"0"0,0 1-882,0-1 0,0 5 46,0-1 0,0 5 1097,0-4 1,0 3-561,0-3 0,0 3-319,0-3 1,5-1-360,4-3 1,2-6 104,1-3 0,5-4-497,-1-4 0,6-4 285,-1-9 0,2-2-479,2-6 1,-2 0 268,-2 0 0,-2-1-133,-2-3 0,-7 7 50,2-3 1,-8 9 51,0-1 1,-4 3-27,-4 2 0,-8 5 115,-9 3 1,-4 3-216,-4 1 1,2 4 152,-6 0 0,1 7-371,-1 1 1,-3 1-47,3 3 678,-3 4 0,-1-1 0,0 6 0</inkml:trace>
  <inkml:trace contextRef="#ctx0" brushRef="#br1" timeOffset="66">16028 7491 7971,'0'-12'424,"0"-1"1,0 5-117,0 0 1,0 4 414,0-5 1,-7 7-221,-6-3 1,0 10-268,-8 3 1,0 8-13,-4 5 0,-1 2-9,-3 2 1,3 1-34,-3 3 0,7-2-124,2 1 0,6-5-115,1-3 0,6-5 95,7 2 0,2-3-148,2-2 0,4-1 32,9-3 0,3-1 9,9-3 1,-2-1 106,1 5 0,-1-5-25,-3 1 1,1 2 76,0-2 0,-6 4 145,-2-4 0,-5 6-132,-3-2 1,-4-1 130,-5 1 0,0 1-95,0 3 1,-5 0-18,-4 1 0,-6 3-200,-1 1 0,-5-2 62,4-7 1,-3 2-623,3-6 0,1 4 15,3-3-48,1-1 0,5-10-988,3-2 1,2-9 235,2-3 1423,6 2 0,6-11 0,8 3 0</inkml:trace>
  <inkml:trace contextRef="#ctx0" brushRef="#br1" timeOffset="67">16226 7553 13776,'0'14'2137,"0"2"1,0 4-1400,0 4 0,-4 1-294,0 0 0,0 1-384,4 3 1,0-3 21,0 3 1,4-4-640,0-4 1,6-3 456,-2-6 1,3-5-818,1-3 1,6-4 350,3-4 0,2-4-823,2-9 0,-1-2 594,-4-6 0,2 0 261,-5 0 1,0 1 419,-5-1 1,0 0-44,1 0 1,-6 0 203,-3 1 0,-3 3-225,-1 0 785,0 6 1,-1 3-312,-3 8 0,1 4 539,-5 4 0,3 3-304,-3 5 1,5 6 214,-1 3 0,3 1-248,1-2 1,0 4-226,0-4 1,0 0-37,0 0 1,5-4 0,4 0 0,2 2-15,1-1 1,2-1 14,2-4 0,0-5-238,4-2 0,1-4 0,4-1 0</inkml:trace>
  <inkml:trace contextRef="#ctx0" brushRef="#br1" timeOffset="68">16834 7603 7971,'-12'0'0,"3"0"0,1 0 0,4 4 1699,-4 0-657,-1 6 1,-3-2 422,0 8 1,-2 4-75,-3 4 0,4 1-710,-4 0 0,7 4-822,2 0 1,5 0 163,-1-4 0,3-6-383,1-2 1,1-5 327,3-4 0,3-2-838,6-6 0,5-3-210,2-5 1,4-6-838,0-11 1,1 0 383,0 0 1,0-1 529,0-3 1003,0-2 0,5-12 0,2-1 0</inkml:trace>
  <inkml:trace contextRef="#ctx0" brushRef="#br1" timeOffset="69">17144 7169 7971,'0'-20'-807,"0"4"1,2 3 4035,2 5-2330,-3 3 0,5 11 589,-6 7 1,-6 6-743,-2 10 1,-2 4 621,2 8 0,-3 4-628,3 4 1,-3 1-27,-2-1 0,1 5-553,-1 0 0,5 0-110,0-5 1,0 5-1154,-5 0 1,6-7 729,3-10 0,-1-11-481,0-9 1,3-5 436,6-4 1,0-9-677,8-12 1,-2-5 420,7-6 1,2-5 116,2 0 0,-4-4 173,0 4 1,1 0 312,-2 4 0,2 2 134,-1 2 1,-7 4-167,2 9 552,-2-3 0,-3 13-291,-3 2 0,-3 5 657,-1 16 0,0-3-336,0 7 0,-1 1 245,-3-1 0,2 2-574,-2-2 0,3-7-581,1 2 0,0-2-276,0 3 0,0-5 453,0-4 1,1-2-3692,3-2 3942,-2-5 0,9 4 0,-5-4 0</inkml:trace>
  <inkml:trace contextRef="#ctx0" brushRef="#br1" timeOffset="70">18087 7565 7971,'-8'9'0,"-1"-1"0,7-4 1175,-2 4 0,2-3-498,2 3 0,2-4 566,2 4 0,4-1-596,9 1 1,3-2-198,9-6 1,3 0-275,5 0 1,6-6 46,2-2 1,4-4-929,0-5 0,5 2 380,0-6 1,4 1-1497,-5-5 0,-4 4 930,-8 0 1,-9 6 890,-8-1 0,-4-4 0,-8 1 0</inkml:trace>
  <inkml:trace contextRef="#ctx0" brushRef="#br1" timeOffset="71">18534 7094 7971,'-13'0'0,"5"0"602,0 0 1,-1 2 834,-3 2 0,1 5-708,3 12 0,-3 5-11,2 11 0,4 7-268,1 6 0,2 5 478,2 7 1,0-4-502,0 0 1,0-4-569,0 4 1,0-12 141,0 0 0,0-9-1021,0-8 1,7-6 145,6-10 0,0-6-510,8-3 0,0-14 29,4-6 0,-1-8 663,1-5 0,0-4-98,0-8 0,-2 1 790,-2-5 0,2 2 0,-2-7 0,-2 5 0,2-10 0,1-2 0,2 1 0</inkml:trace>
  <inkml:trace contextRef="#ctx0" brushRef="#br1" timeOffset="72">18831 7069 7971,'6'-49'0,"-3"6"366,5 6 0,-5 11 331,1 9-67,3 9 0,-6 8-189,3 8 0,2 10 487,-2 7 0,0 5-380,-4 7 1,0 7 450,0 6 0,0 5-180,0 7 0,-1 0-276,-4 0 1,-1 2-539,-7 2 1,1 0 45,6-29 1,-1 0 0,-6 25-373,-4 4 0,7-12 300,-2-4 1,8-13-526,0-12 0,4-13 243,4-12 0,4-7-600,9-9 1,-2-9-170,5-8 1,1-3 531,4-1 0,-4 0 152,-1-1 0,0 3 164,0 2 1,2 2 171,-5 6 0,-5 6 125,-3 3 0,-1 7-102,4 5 0,-5 4-78,-3 4 1,-2 5 892,-2 7 0,0 3 14,0 6 0,-2 0 320,-2 0 0,3 0-143,-3-1 1,-2 1-453,2 0 1,0-6-688,4-2 0,0-7 190,0-2 1,1-1-645,3 1 0,0-4 152,9-8 0,-3 0-230,6-9 1,2 4-194,-1-8 1,5-1-748,-2 2 0,0-2 615,0 1 1,-3 4 489,3-4 1,-4 5 590,0 3 0,-6 0-149,-2 5 1138,-5-1 0,2 7-363,-5 2 0,0 3 204,0 5 0,-1 1 753,-3-1 1,1 5-760,-5-1 0,4 2-96,-5-1 0,5-4-334,-4 4 1,5-3-642,-1-2 0,3-4 192,1 1-898,0-1 744,0-1-785,5-2 1,2-6 32,6-3 1,-1-2 345,0-2 1,1-2-56,-1 6 0,1-5 183,-1 0 1,2 2 74,2-1 1,-2 0 111,3-5 0,-2 2-225,1 3 1,-2-3 81,3 3 0,1-7-126,-2-2 1,5-1 42,-5 2 0,5-4 164,-4-4 0,3-3 300,-3-1 0,3-8 0,-3-6 0,4-5-216,-5 2 1,2-5 60,-1-3 1,-4 3 819,4 0 1,-7 4-418,-2 8 0,-1 1 1098,1 12 0,2 3 1371,-6 10-2068,0 5 0,-4 3-179,0 8 0,0 3-134,0 5 0,0 6 456,0 3 1,-1 4-124,-4 4 1,4-2 96,-3 6 0,-2 2-285,2 6 1,0-1-196,4 6 0,0-1-14,0 5 0,0-2 123,0-3 1,0 8-706,0-4 1,0 0 266,0-4 1,0-6-210,0-2 1,2-3 169,2-9 1,-3-3-2074,3-10 681,-2-5-1308,-2-1 1835,0-17 1,-6 1 15,-2-10 1,-7 3 336,-2-4 0,-5 5 193,1-5 0,-1 0 271,2-3 0,-7-1-94,7 0 1,-5 6 628,8 2 1,1 3-280,3 2 1176,1 0 1,5 3 392,3 1 1,10 5-838,6-1 0,7 3-468,10 1 1,4-2-167,9-2 0,-2 3-1098,5-3 1,-5-2 590,1 2 1,-2-4-900,-2 4 1,0 0 243,1 4 938,-7-6 0,5 5 0,-4-5 0</inkml:trace>
  <inkml:trace contextRef="#ctx0" brushRef="#br1" timeOffset="73">21461 7404 7971,'11'-33'782,"-2"0"0,0 7 252,-5 1-113,6 11-563,-3 9 1,5 16 253,1 5 0,-5 12-194,0 5 0,-1 8 277,1 5 0,2 2-163,-6 2 1,2-1 22,-2 1 0,-3-2-220,3-2 0,-2 0-112,-2-4 1,0-6 98,0-7 1,0-9 181,0-3-197,5-3 1,2-13-84,6-5 0,-1-7 32,0-6 0,6-8-229,3-8 1,2-3-251,2-1 0,0-4-181,0 0 0,0-5-482,-1 5 1,0 4-982,-3 3 1,-5 7-133,-8-2-2214,3 8 2442,-9 9 1771,3 6 0,-5 12 0,0 1 0</inkml:trace>
  <inkml:trace contextRef="#ctx0" brushRef="#br1" timeOffset="74">21995 7702 8444,'-7'1'1513,"3"3"0,2-1-950,2 5 0,0 1 538,0 3 1,0 2-492,0 2 0,4 4-557,1 4 1,0 5 56,-1 0 1,-1 6-393,5-2 1,-4 3-303,5 1 1,-5 0-580,4 0 1,-4-5-2285,4-3 3447,1-8 0,9-3 0,1-6 0</inkml:trace>
  <inkml:trace contextRef="#ctx0" brushRef="#br1" timeOffset="75">22479 7516 11383,'12'-2'866,"0"-2"0,1 3-707,-1-3 0,6 1-118,3-1 1,-1 3-73,5-4 1,-3 0 139,7 1 0,-3 0-802,-1 4 0,-1-5 357,-4 1 0,2 0-2800,-5 4 1586,-1 0 1550,-3 0 0,-6 0 0,-2 0 0</inkml:trace>
  <inkml:trace contextRef="#ctx0" brushRef="#br1" timeOffset="76">22479 7677 7971,'-6'7'3247,"5"-2"-1967,-5-5-533,6 0 1,2 0-284,2 0 1,8-1-7,9-3 1,4 1-183,3-5 1,0 4-747,5-4 0,-1 3-268,1-3 0,7 1-696,-3-1 1,7-2-1477,-2 6 2755,-1-5 1,-4 2 0,0-6 0</inkml:trace>
  <inkml:trace contextRef="#ctx0" brushRef="#br1" timeOffset="77">23421 6970 7971,'6'-7'2981,"-5"2"-946,5 5-1310,-6 0 0,4 7-309,0 5 0,0 7 400,-4 10 0,0 8-287,0 9 0,0 2 87,0 2 0,-4 5-418,0 3 1,-6 1-131,2-1 1,-3 1-198,-1-5 1,-1 0-194,1-5 0,-1-9-225,1-3 0,1-8 331,3 0 0,2-12-447,6-5 37,0-8-581,0 2 264,0-6 565,0-6 1,0-1-142,0-5 1,0 0 138,0-1 1,0-1 131,0-2 1,1-2 23,4-3 1,0-2 273,3 2 0,3-6-115,-2-2 0,6 0 105,1 4 1,1 4-53,-5 1 0,5 0 716,-1 0 0,5 2-129,-4 5 1,3 5 104,-3 0 1,-1 5-451,-3-1 0,-6 4 3,-3 4 1,-3 3-423,-1 5 1,0 1 167,0-1 0,-1 1-120,-3-1 1,-3 0 37,-6 1 0,-3-1-239,-1 1 1,-3-1 51,3 0 1,-4 1 127,5-1 1,-1 1 436,5-1 0,0 5-145,-1-1 0,5 1 313,0-5 1,5 0-184,-1 1 1,2-1 105,2 1 1,7-1-59,6 0 1,0-1-83,8-2 0,-4 0-258,3-4 0,0 3-323,0-4 0,2 0-919,-5-4 1,4 0 639,-5 0 1,5 0-1282,-5 0 0,5-4 248,-4 0 1667,-1-6 0,2-2 0,1-8 0</inkml:trace>
  <inkml:trace contextRef="#ctx0" brushRef="#br1" timeOffset="78">23831 7293 7971,'7'0'1564,"0"1"-1189,-3 3 0,-2 3 869,7 5 1,-7 8-558,3 4 1,0 3 268,-1 6 1,0 4-407,-4 4 1,4-4-62,1-3 1,-1-5-119,-4 4 1,1-7 124,3-1 1,-2-6 553,2-7-455,3-5 1,0-1-366,5-6 0,0-7-7,1-6 1,1 0-462,2-8 1,-1-4 216,6-4 0,0-5-735,3 1 1,-3-3 452,0-1 1,-1-5-999,5 1 1,-4-5-500,0 5 0,-6 0 933,1 4 0,-2 2 9,-1 6 411,-7 6 55,5 16 392,-9 7 0,9 12 0,-4 8 0</inkml:trace>
  <inkml:trace contextRef="#ctx0" brushRef="#br1" timeOffset="79">24240 7627 10868,'8'0'2243,"1"0"1,-5 0-1670,4 0 1,0 0-194,5 0 1,-1 0-204,1 0 0,4 0-104,4 0 0,-3 5-192,-1-1 0,-4 5-121,0 0 1,-1 2 245,1 1 1,-7 0-13,-1 1 1,-4 3-54,-1 1 0,-1 5 267,-4-1 0,-1-2-84,-7 2 1,1-5 27,-1 5 0,1-6 53,0 2 0,5-4 118,3 0 1,2-5-154,2 0 0,6-4 22,2 5 0,10-7-408,7 3 0,5-10 157,7-3 1,6-3-1244,2-1 1,4-1 651,0 1 0,-3 1-2201,-1 3 1,-1-2 2849,2 6 0,-3-6 0,-6 3 0</inkml:trace>
  <inkml:trace contextRef="#ctx0" brushRef="#br1" timeOffset="80">3052 10244 7720,'-9'-11'0,"1"3"0,5 1 1978,-1 3-321,3 3-786,1-5 0,0 8 181,0 2-774,0 8 0,0 5 0,0 6 667,0 3-685,0 13 1,4-5 0,0 13 133,-1 4 0,-2 4-254,-1 7 1,2-26 0,0 1-305,1 2 0,-1 1 1,0 0-1,0 0 241,-2 1 0,0 0 0,0 1 0,0-1-199,0 2 1,0 1-1,0 0 1,0 0-38,0 2 1,0-1 0,0-5 0,0-1-283,0 0 0,0 0 0,0 27-405,0-4 1,1-9 366,3-8 0,-2-16-935,2-4 975,3-9 0,-5-9-753,7-3 468,-7-2 0,5-12-1129,-3-2 2055,-2-9 1,9-4 0,-4-6 0</inkml:trace>
  <inkml:trace contextRef="#ctx0" brushRef="#br1" timeOffset="81">3027 10406 7713,'4'-34'0,"0"1"0,6 6 626,-2-2 1,9 8-74,3 5 0,4 3 39,1 5 1,4 3 24,-1 5 0,7 5-230,-2 3 0,1 7-133,0 2 0,1 4-56,-2-5 0,-6 5-290,-3-5 0,-7 5 141,0-4 0,-5 7-262,-4-3 0,-2 9 144,-6-5 1,-6 4-376,-2 0 0,-9 3 4,-3 5 0,-9 0 173,-4 0 0,-3-1-183,-1-3 0,-1 2 141,1-6 0,1-6-192,3-6 0,3-4 111,5 0 0,0-6-348,1-3 0,0-3 738,3-1 0,-2-11 0,4-3 0</inkml:trace>
  <inkml:trace contextRef="#ctx0" brushRef="#br1" timeOffset="82">3970 10294 7713,'-2'-19'385,"-2"2"1,3 7 1704,-3 2-932,-3 5-234,5-2 0,-3 10-424,5 4 1,4 9 75,0 6 1,4 4-201,-3 9 1,4-2 4,0 6 1,-3 3-97,3 2 0,-1 5-50,4 6 0,2 1-483,3 8 1,-4 2 363,4-2 0,-10-30 0,0 0-80,-1-1 0,0 0 1,7 26 24,-1-8 1,-4-13 750,1-11-526,-1-8 1,4-9-60,1-7 0,-5-11-38,0-6 1,0-6 13,5-7 0,-1-7 1,1-5 1,5-10-269,2-7 1,4-8-744,0 5 0,1-7 479,0 6 0,4-4-223,-14 29 0,-1 0 1,1 0-1,-1-1 235,-1-2 1,-1 1 0,0 1 0,-1 1-718,10-29 1,1 5 355,-6 4 1,0 4 153,-8 8 0,-3 6-1352,-5 15 1335,0 2 1,-1 11-1211,-3 3 1750,3 3 0,-16 6 0,3 2 0</inkml:trace>
  <inkml:trace contextRef="#ctx0" brushRef="#br1" timeOffset="83">5533 10629 9706,'0'-8'974,"0"-1"0,1 5-393,3-4 0,10 5 382,11-1 0,2 3-242,11 1 0,0 0-317,8 0 1,6 0-263,-2 0 0,4 0 81,-1 0 0,-2-2-566,3-2 1,-8 3 269,-5-3 1,-7-2-391,-1 2 0,-5 0-524,1 4 1,-8 0-3194,-5 0 4180,-8 0 0,3 5 0,-4 2 0</inkml:trace>
  <inkml:trace contextRef="#ctx0" brushRef="#br1" timeOffset="84">5694 10976 7713,'-16'6'1240,"-1"2"1,5-3 137,3 0-271,7-4 1,-3 3-243,10 0 0,6 0 100,5-4 0,10-5-463,-1-3 0,8 1-24,0-2 0,3 1-335,1-4 1,2-1 66,2 1 1,-1-1-933,6 1 0,-2 0 518,1-1 1,4 2-1638,-4 3 1,-2 2 27,-2 6 0,-2 0 1813,-2 0 0,0 6 0,0 1 0</inkml:trace>
  <inkml:trace contextRef="#ctx0" brushRef="#br1" timeOffset="85">7964 10083 7713,'7'-19'547,"3"-3"-316,-6 5 1,0 1 408,-4 3 0,4 1-196,0-1 0,0 1 596,-4 0-579,0-1 1,-1 5 465,-3 0-90,3 5-536,-10-3 1,4 6-174,-6 0 1,1 7 38,-1 6 0,1 1-166,0 6 0,-6 6 84,-3 7 0,2 9-195,-2 3 0,0 5-157,-3 4 0,3 2 74,0 6 0,5 4-398,-5 0 0,13-30 0,1-1 303,-10 31 0,8-1-98,0-7 0,2-10 110,-1-11 0,3-15-202,5-10 273,0-7 0,1 0-165,3-5 0,-1-4 356,5 0 0,-4-7 52,5-2 0,-1 1 301,4-5 1,1 2-460,-1-1 0,1 2 183,-1-3 1,0 4-56,1 0 0,-5 6 403,0 3-166,1 3 41,3 1 0,-1 5-86,-3 4 0,-1 7 22,-3 5 0,-2 2-52,2 2 1,-3 1-22,-1 3 1,0 4 186,0 9 0,0-2-58,0 5 0,-1 0 64,-3 5 1,2 1-85,-2 3 0,1-3-555,-1 3 0,3 1-84,-3-2 0,2 1-384,2-4 0,2-6-576,2-3 0,-1-8 632,5-4 0,0-3-50,5-1 0,-1-7 759,0-5 0,-5 4 0,-1-3 0</inkml:trace>
  <inkml:trace contextRef="#ctx0" brushRef="#br1" timeOffset="86">9304 10827 7713,'0'-12'0,"0"-1"226,0 1 1,0 0 169,0-1 9,-5 1 0,-4 1-98,-7 3 1,2 2 185,-3 6 1,-2 0 0,-2 0 0,2 3-61,-2 5 0,2 2 93,-2 10 0,4 2-135,4 7 1,1-1-143,-1 5 1,2-4-52,3 4 0,3-5-145,5 1 0,0-5 43,0-3 1,4-3-54,0-6 0,10-5-135,-2-3 1,9-4-315,-1-4 1,4-4-466,1-9 1,4-2 412,-1-6 1,1 0-117,-4 1 0,-1-1 157,-4 0 0,2 0 266,-5 0 1,-2 5-10,-7-1 0,2 6 62,-6-2 1,0 4 61,-4 0 1,-1 6 163,-3 3 0,2 4 184,-2 4 1,-1 5-176,1 7 0,-1 3 346,5 6 0,0 4-218,0 0 0,0 6-12,0-2 0,0 1-31,0-1 0,2-3-952,2-5 0,3-1 218,5-4 1,5-7-24,-1-9 1,8-5-1502,1-8 2036,-1-4 0,7-18 0,-6-1 0</inkml:trace>
  <inkml:trace contextRef="#ctx0" brushRef="#br1" timeOffset="87">9800 10170 7713,'-5'7'272,"2"2"127,-5-4 0,4 4 484,-5 0 0,7 7-135,-3 5 0,4 4-325,1 3 0,0 6-41,0 7 0,4 8-113,0 9 1,0 7-857,-4 1 0,-1 5 571,-3-5 0,1-31 0,0 0-683,-5 31 0,-2 2 18,6-10 1,0-7-465,4-18 1,6-10 301,2-11 0,4-5 381,5-7 1,-2-11 461,6-5 0,-5-8 0,5-5 0,0-1 0,3-3 0,1 3 0</inkml:trace>
  <inkml:trace contextRef="#ctx0" brushRef="#br1" timeOffset="88">10247 9984 7713,'0'-13'2540,"0"7"-2050,-6 0 1,5 7-93,-3 4 0,2 7-140,2 9 1,0 8 119,0 4 1,0 4-114,0 4 1,0 5-156,0 7 0,-1 7-482,-1-26 1,0 2 0,1 34 375,-1-31 1,-1 1-1,0-3 1,0 0-281,-2-2 1,1 1-1,1-1 1,-1 1 35,-4 30 0,1-6-609,-1-11 1,2-7 362,6-14 0,0 0-154,0-11 1,6-5 62,2-4 1,-1-5 576,1 1 0,1-8 0,3-3 0</inkml:trace>
  <inkml:trace contextRef="#ctx0" brushRef="#br1" timeOffset="89">11525 10021 7713,'0'-19'436,"0"0"-226,0 2 0,0 3 173,0-2 1,0 6 161,0 2 239,0 5-169,0-3-337,-6 17 1,5 3-28,-3 11 1,-2 4 70,2 0 1,-2 7-3,2 1 1,3 6-111,-3 6 0,-2 5-218,2 0 1,-4 11-138,4 1 0,0-29 0,-1 2 50,3 0 1,0 0 0,-2 0 0,0-1 60,2-2 1,0-1 0,-2 31-127,4-8 1,0-6-150,0-11 1,1-10-181,3-15 1,3-8-421,6-3 0,-1-4 387,0-1 1,5-6-593,-1-2 0,7-8 279,-3-5 835,-2-3 0,11-6 0,-3-2 0</inkml:trace>
  <inkml:trace contextRef="#ctx0" brushRef="#br1" timeOffset="90">11785 10530 7713,'13'0'793,"-2"1"-446,-3 3 0,1 4 379,-4 9 1,-1 2-140,-4 6 1,0 0-217,0 0 1,0-1 3,0 1 1,-4 0-127,-1 0 0,1-4-1173,4-1 776,0-5-2366,0 3 1282,0-11 1232,0-1 0,-5-17 0,-2-3 0</inkml:trace>
  <inkml:trace contextRef="#ctx0" brushRef="#br1" timeOffset="91">11798 10356 7713,'0'-12'507,"4"-1"161,0 1 1,1 3 108,-1 1 1,3 1-322,6-1 0,-1-2-524,1 6 1,3-4 112,1 4 1,5 0-1090,-2 4 1,0-4 325,0-1 718,1 1 0,4 4 0,0 0 0</inkml:trace>
  <inkml:trace contextRef="#ctx0" brushRef="#br1" timeOffset="92">12083 10517 7713,'-2'21'-105,"-2"0"0,3-5 504,-3 5 1,2-6 597,2 1 1,0 0 136,0 0 0,0-2-560,0 2 0,0-2-216,0-1 1,0-5 133,0 0-542,0 0 1,2-1 110,2-3 1,3-4-410,5-4 0,1-3-524,-1-5 1,2-6 485,2-3 1,0-2-248,4-2 1,-5 2 204,2 2 0,1-1 328,-2 6 1,1-1 6,-5 5 1,-3 1 226,-1 2-176,0 4 1,0 5 753,1 0 0,-7 9-84,3 4 1,-4 3 182,-1 1 0,0 1-83,0 2 1,0 3-311,0-7 1,0 5-552,0-5 0,0 1 130,0-5 1,0 1-972,0-1 0,0 0-489,0 1-445,0-1 236,0-5-407,5-1 2079,-3-12 0,14-6 0,-2-8 0</inkml:trace>
  <inkml:trace contextRef="#ctx0" brushRef="#br1" timeOffset="93">12467 10629 7825,'7'8'375,"-3"0"0,-2-4 780,-2 5-142,5-1 0,-2 4 81,5 1-769,1-6 0,7 2-127,1-5 0,3-1-399,-3-7 1,5-4 223,-1-9 1,6-2-670,2-6 1,-4 0 64,-4 1 0,-5-1 302,5 0 0,-7 2-269,-2 2 1,-5 3 94,-7 6 1,0 3 458,0 1 0,-7 5-54,-5-1 1,-2 4 481,-7 4 0,2 3 3,-2 6 1,-2 4 215,2 4 0,-1 3-128,1 0 1,-1 3 241,6 2 1,-2-3-345,1 3 1,8-3-118,-4-1 1,9-1-718,0 1 1,3-1 328,1-4 1,1-2-1190,3-5 0,7-6 70,6-3 1,5-3-1494,-2-1 2694,4-5 0,6-8 0,2-6 0</inkml:trace>
  <inkml:trace contextRef="#ctx0" brushRef="#br1" timeOffset="94">13112 10468 7713,'-6'-2'1244,"1"-2"-820,-1 3 0,3-5 788,-5 6 1,1 2-565,-2 2 0,-2 3-252,3 5 0,-3 0-153,-1 1 1,-1 3-372,1 1 1,4 4-64,-1-5 1,7 5-209,-3-5 0,4 1 455,1-5 1,1-1 58,4-2 1,3 0-855,8-5 0,0 5 258,4-5 0,-1 4 414,2-4 0,1 2-16,-5-2 0,3-2 109,-3 7 1,0-5 149,-5 4-21,0 0 1,-5 5-150,-3-1-4,-2 1 0,-4-1-269,-2 0 1,-3-3 79,-5-1 1,-5-4-567,1 4 0,-5-3 321,5 3 0,-5-1-1027,4 1 1459,-5 3 0,-2-4 0,-8 5 0</inkml:trace>
  <inkml:trace contextRef="#ctx0" brushRef="#br1" timeOffset="95">14427 10629 7713,'6'7'924,"-5"4"1,6-6-673,-3 4 1,3 0 506,6-5 1,5 5-269,2-5 0,9 0-258,4-4 0,9 0-35,3 0 0,3-7-807,2-5 0,4-6 256,0-7 1,-2 0-1027,-7 0 0,-3 0 23,-9 1 1356,-3 4 0,-5-9 0,0 3 0</inkml:trace>
  <inkml:trace contextRef="#ctx0" brushRef="#br1" timeOffset="96">14874 10170 6476,'-12'25'-495,"-2"6"1738,-3 7 1,4 0-498,-4 8 0,5 3-69,3 5 0,0 5-161,5-1 1,-1-7 110,5-1 0,0-5-483,0 1 1,2-5-349,2-8 1,3-4-673,5-8 1,6-9 685,3-8 1,6-5-284,2-7 0,2-8 79,-2-12 0,-2-6-1002,6-7 1,-5-2 1395,1-2 0,-3-3 0,-1 2 0,0-2 0</inkml:trace>
  <inkml:trace contextRef="#ctx0" brushRef="#br1" timeOffset="97">15321 9736 7713,'7'0'600,"-2"0"1,-5 1 32,0 3 1,0 6 83,0 11 0,-1 8 183,-3 16 1,1 6-559,-5 11 0,4-26 0,-1 0-359,-1 1 0,0 0 0,0 4 0,-1-1 189,1 0 0,0-1 0,-1 0 0,0 1-139,-1-3 0,0 0 0,1 1 1,0 0 63,-2-3 0,1 0 0,0 28-491,4-17 1,3-10-143,1-11 197,0-12 1,2-9-266,7-8 0,0-9 230,12-12 1,0-1-261,3-8 1,1 0 206,0-7 1,0 2 75,0-2 0,-1 4 539,1 3 1,-5 6-285,-4 7 1,-2 4 27,-2 9 0,-1 4 171,-2 8 1,0 10 464,-5 11 0,1 5-352,-5 7 0,0-4 216,0 0 1,0-1-167,0 1 0,0-1-304,0-3 0,0-7 109,0 3 1,0-9-1048,0 1 1,0-4 226,0 0 0,1-5-670,3 0 1419,-3-5 0,10 3 0,-4-6 0</inkml:trace>
  <inkml:trace contextRef="#ctx0" brushRef="#br1" timeOffset="98">15842 10393 7713,'0'-7'1270,"0"2"1,1 5-861,3 0 0,3 1 48,5 3 0,5 3-177,0 6 1,0 3-133,0 1 0,-5 5-350,1-2 1,-2 4 211,-7 1 0,4 4 159,-4-1 1,-1 6 27,-7-6 0,-7-3-841,-6-4 0,1-6 286,3 2 0,0-9 409,-4-4 0,8-3-70,-4-1 1,5-11 299,0-5 1,2-8-95,6-4 0,1-1-71,4-9 1,3 4-332,8-7 1,-2 2 110,3 2 0,1 5-699,-2 3 1,6 4 349,-1 5 1,2 2-647,2 5 0,1 6 593,3 3 1,-3 3 504,3 1 0,-2 0 0,-3 5 0,1 2 0</inkml:trace>
  <inkml:trace contextRef="#ctx0" brushRef="#br1" timeOffset="99">16276 10406 7713,'-6'19'-1235,"1"4"926,-3-2 0,-3-2 1498,2 2 0,2 0-228,-1 3 0,1 4-94,-1-3 0,2 1-499,6-10 1,0 1-147,0-5 1,2-1-123,2-2 1,4-5 65,9-8 0,2-5-492,6-7 1,0-3 249,-1-6 0,1 0-723,0 0 0,-4 0 245,-1 1 0,-4-1 15,0 0 1,-8 6 376,-3 2 1,-4 3-77,-1 2 0,-7 1 653,-5 3 0,-2 2-281,-7 6 1,1 2 134,-5 2 1,0 3-94,0 5 0,2 5 275,2-1 1,3 1-108,6-5 1,1 5-799,2-1-55,4 1 0,6-6-418,3-3 0,5 2-17,7-6 1,3-2 594,6-6 1,1-4 348,3-9 0,-2 2 0,2-5 0,-3-1 0,-1-4 0,-5 5 0,1-1 0,-2 6 65,2-2 0,-3 5 1140,-6 3 0,-4 5-532,1 8 0,-7 5-48,3 7 1,-4 5 205,-1 8 1,0-2 101,0 7 0,0-6-448,0 6 1,0-11-222,0 2 1,0-7-231,0 2 1,6-9-232,2 2 0,-1-9 19,1 0 1,2-8-190,6-4 1,-1-9-466,6-4 0,-5-2 371,5-2 0,-4 0-236,3 1 1,-4 0 230,0 3 0,-6-1 317,-2 6 0,-4-1-195,4 5 370,-5 5 0,1 3 153,-8 8 0,-1 7 225,-4 6 1,-2 5 222,3-2 0,1 4-302,-1 1 1,5-5-85,-1 1 1,3-2-57,1 2 1,0-3-909,0-6 0,5-1 230,3-2 0,3-4-18,2-5 0,5-1 79,2-3 1,4-9-246,1-8 0,4-2 256,0-2 0,-2 0 159,-6 1 1,2 3 500,-2 0 0,-3 10-195,-2-1 883,-7 8 1,-4 0-203,-5 8 1,0 7 31,0 5 1,-1 5-284,-3-5 1,1 7-103,-5-3 1,5-1-327,-1 2 0,-2-6 126,2 2 1,0 1-349,4-2 0,1-1 187,3-6 0,3 0-487,6-5 1,-1 1 221,1-5 0,5 0-96,2 0 1,-1 1 207,2 3 0,0-1 239,4 5 1,-6 0 60,-3 5 1,-2 5-118,-1 2 1,-2 4 393,-3 1 1,-3 5-131,-5 3 0,0 8 562,0 5 0,0 2-267,0 2 1,-5-1-115,-3 1 0,-7-6-150,-2-3 1,-5-1-83,1-7 1,2-2-218,-2-19 1,6 2 215,-1-10-448,-4 0 1,8-11 195,-1-5 1,2-7-455,7-10 0,0-4 199,4-9 0,2-3-915,2-9 1,4-1 82,9-3 1,-4-3 300,4 3 1,2 3-202,2 2 1,2 3 437,2 5 1,0-2-590,0 5 1137,-1 7 0,-3 0 0,0 6 0,1 2 0,1 0 0</inkml:trace>
  <inkml:trace contextRef="#ctx0" brushRef="#br1" timeOffset="100">18099 10455 8794,'13'4'156,"-1"0"0,6 1-253,3-5 0,9 4 1187,7 0 0,7 0-626,10-4 0,-1-7-575,5-5 0,-5-2-1159,5-7 0,-5-1 819,0-7 0,-3 3-1197,-5-3 1437,-7-3 1,-3 1 0,-3-6 0</inkml:trace>
  <inkml:trace contextRef="#ctx0" brushRef="#br1" timeOffset="101">18670 9885 7713,'-19'18'0,"1"6"580,5 9 1,1 6 7,0 7 1,1-1 82,2 9 0,2 2-147,3 2 1,3-1-87,-3 0 0,2-6-599,2-1 0,0-3 169,0-10 1,6 2-687,2-10 0,9-11 473,3-10 0,4-12-233,1-9 1,6-7 95,7-13 0,-1-6-44,4-11 0,2-5 386,-22 27 0,-1-2 0,19-27 0,-21 26 0,1-1 0,1 0 0,0 0 0</inkml:trace>
  <inkml:trace contextRef="#ctx0" brushRef="#br1" timeOffset="102">19104 9699 7713,'0'-18'481,"0"4"147,0 2 0,-1 13 249,-3 11 0,1 12-376,-5 9 0,-1 10 274,-3 6 0,4 2-546,0 7 1,-1 1 503,-3 7 0,-2-2-511,-2 2 0,2-4-148,-3-4 1,3 4-176,2-8 1,5-5-109,3-16 1,3-4-397,1-8 1,1-9 345,3-8 0,9-9-683,7-7 1,4-8 486,0-9 0,1-2-203,0-7 0,-2 5 255,-2 0 0,1 6 526,-5-2 1,-1 8 169,-3 5 0,-5 3-246,0 5 0,-5 4 212,1 8 0,2 4-163,-2 9 0,0 6 762,-4 6 1,0 4-345,0-4 1,0 4 112,0-4 1,0 0-228,0-4 0,4-5-689,0 1 1,6-7-328,-2-2 1,-1-5-602,1-7 0,2 0-39,6 0 1,0-7 34,4-5 1221,-5 0 0,14-17 0,-2 2 0</inkml:trace>
  <inkml:trace contextRef="#ctx0" brushRef="#br1" timeOffset="103">19501 10381 7713,'-8'11'618,"0"-3"0,5 3 496,-1-3 0,-2 8-501,2 0 1,0 5 300,4-5 1,0 5-409,0-5 1,1 1 250,4-5 0,3-5-424,8-3 1,4-4-342,4-4 0,1-8-744,0-9 1,1-2 553,3-2 1,-3-4-700,3 0 1,-8 0 412,-4 4 0,-4 2-317,0 2 0,-6 3 298,-3 6 0,-4 1 312,-4 3 0,-9 2 58,-7 6 1,-4 3 116,-1 5 1,1 0-119,-1 9 0,1 1-77,4-2 1,0 5-596,4-4 0,6 3 33,-2-3 773,2 5 0,3-3 0,2 6 0</inkml:trace>
  <inkml:trace contextRef="#ctx0" brushRef="#br1" timeOffset="104">19625 10344 7713,'0'6'1047,"-5"5"-459,-3-2 0,-4 6-228,0 1 1,0 8 24,-1 1 1,-2-1-70,3 5 0,-3 3-88,6 1 1,4-3-31,1-1 0,2-2-109,2-3 1,3-4-178,5-4 0,2-3-270,11-5 0,1 2-645,7-6 1,2-2 492,7-6 0,6-3-1385,5-5 1643,6-6 1,-21 6 0,0-1 0,0-3-1,1 1 1</inkml:trace>
  <inkml:trace contextRef="#ctx0" brushRef="#br1" timeOffset="105">20804 10319 7713,'0'-18'-1237,"-4"4"1680,0-2 710,-1 2 1,4 3-374,-3 2 1,3 7-351,-4 10 1,4 7-66,1 14 1,0 4-120,0 8 1,0 4 31,0 4 1,0-5-69,0-2 1,0-4-110,0-1 0,1-10-17,4-7 0,1-6-68,7-6 0,6-4-458,6-8 1,1-9 278,7-12 1,0-7-272,4-9 1,-1-3 9,-3-6 0,-2 2 179,-6 2 0,-6 8 63,-3 5 0,-7 5 92,-5-1 1,-10 8 8,-6 5 1,-7 4 111,-10 3 0,1 2 77,-5 3 0,1 3-104,-1-3 1,-1 8-201,5 4 0,0 3 294,4 2 0,6-1-832,2 0 0,5 1 298,4-1 1,2 5-760,6-1 1195,0 1 0,0-5 0,0 1 0</inkml:trace>
  <inkml:trace contextRef="#ctx0" brushRef="#br1" timeOffset="106">21089 10170 7713,'19'-15'209,"-2"2"1,-2 5 371,2 0 1,1-2 65,2 6 1,2 5-245,-5 8 0,-1 3-53,-3 5 1,-1 2-153,1 6 0,-2 4 169,-3 0 1,2 0-89,-6-5 0,4 5-81,-4 0 0,0 0 0,-4-4 0,-1-2-155,-3-2-70,2 2 0,-9-9 0,10-3-223,-3-11 0,2-7 134,2-9 0,7-3-562,6-6 0,-1-1 318,5-3 1,-2 1-634,1-5 0,-2 4 89,3-4 1,1 5-2,-2 0 1,5 1 904,-5 3 0,6-1 0,-2 0 0</inkml:trace>
  <inkml:trace contextRef="#ctx0" brushRef="#br1" timeOffset="107">21697 10133 7713,'-4'12'471,"0"1"1,-2 0-245,2 4 1,3-2 1372,-3 6 0,2-1-762,2 5 1,0 1 17,0 3 1,0-3-602,0 3 0,0-2-475,0-3 1,2-4-952,2-4 1,-2-2 786,7-2 1,-2-3-521,1-1 0,3-5 24,-3 1 880,-2-8 0,5-9 0,-4-6 0</inkml:trace>
  <inkml:trace contextRef="#ctx0" brushRef="#br1" timeOffset="108">21796 9909 7722,'0'-12'738,"0"0"0,0-1-73,0 1 519,0-1 0,2 7-517,2 1 1,7 4-336,5 1 0,6 1-1469,-1 4 0,2 1 682,2 7 0,10 3-1282,2 1 1,3 5 1736,-3-1 0,0 2 0,1 2 0</inkml:trace>
  <inkml:trace contextRef="#ctx0" brushRef="#br1" timeOffset="109">22218 10282 7776,'-30'6'0,"2"5"1034,-5-2 0,4 3 5,-4 5 0,1 2 194,-1 6 0,4 0-614,9-1 1,3 1 29,9 0 0,2-6-1016,6-2 1,6-5 261,2-4 1,4-2-84,5-6 1,2-3 214,6-5 0,1-2-584,3-10 0,-1-5 148,5-4 1,-1-4-119,1 4 0,-3 0 65,-5 4 1,0 0 104,-1 1 1,0 4 371,-3 4 0,-5 2-165,-8 2 347,3 5 1,-9 8-142,2 11 1,-4 8 244,-4 9 0,2 2-56,-2 7 1,-1 4 58,1 4 0,-2 2 545,2 2 1,1 5-597,-5 3 0,0 2 522,-5 2 1,-3-4-289,-1 0 0,-1-6-37,2 2 0,2-13-186,-3-3 0,4-15-789,0-2 42,1-6 85,-1-8 1,2-7-254,3-8 1,-3-9 293,3-4 1,-3-2-699,-2-2 0,1-5 327,0-3 0,-1-5-498,1-3 1,-1-3 592,1-6 1,4 1 322,-1-1 1,1-10 0,-4-4-1</inkml:trace>
  <inkml:trace contextRef="#ctx0" brushRef="#br1" timeOffset="110">22541 10182 7779,'0'13'281,"1"-5"-53,3 0 1,-3 1 1508,4 3 0,0 6-830,-1 3 0,0 2-207,-4 2 0,0 1-261,0 3 0,0-3-385,0 3 1,0-3 34,0-1 0,0-6-2366,0-2-174,0-3 492,0-2 0,0-6 1959,0-6 0,0-12 0,0-7 0</inkml:trace>
  <inkml:trace contextRef="#ctx0" brushRef="#br1" timeOffset="111">22578 10058 7779,'8'-16'-382,"0"-1"1,-4 1 2652,5 3-1612,-1 1 1,4 5-749,1 3 1,3-2 146,1 2 0,1 0-1349,-2 4 1,-2 4 192,3 0 1098,2 6 0,-5-3 0,4 5 0</inkml:trace>
  <inkml:trace contextRef="#ctx0" brushRef="#br1" timeOffset="112">22789 10195 7779,'-13'25'1933,"5"-5"-1337,0 1 0,1-2 121,-1 2 0,-2 1-264,6-6 1,-4 5 268,3-4 1,1-1 344,4-3-521,0-1 1,6-1-778,2-3 1,4-2 192,5-6 1,1-6-674,3-2 0,3-4 532,1-5 0,-1-1-431,0-3 1,0 2 345,-8 3 0,5 2 93,-4-3 0,-2 8-70,-7 0 349,3 7 0,-10-2 494,4 8 0,-5 4-284,-5 8 1,3 0 24,-7 4 0,5 1-18,-4 4 1,5 0-661,-1-1 1,-1-4 225,0-4 0,1 2-1115,4-1 0,0-1 197,0-3 0,0-5-984,0 0 2011,0 0 0,0 5 0,0-1 0</inkml:trace>
  <inkml:trace contextRef="#ctx0" brushRef="#br1" timeOffset="113">24004 10331 7779,'0'-12'964,"0"-1"0,-1 5 108,-3 0-717,3 5 1,-5 4 401,6 12 1,0 5-267,0 7 0,0-1-178,0 1 0,0 0-205,0 0 0,1-5-120,4 1 1,1-7-365,7-2 1,5-5 302,2-7 0,9-5-502,4-4 0,3-9 281,1-6 0,-3-1-61,-1-4 0,-11 3 41,-2 1 1,-6 6-254,-6 2 0,-9 5 263,-11 3 0,-9 4 236,-12 5 0,-2 0 467,-10 0 0,5 1-292,-1 3 0,2-1-53,2 5 1,9-5-29,3 1-1054,9 3 1,3-4 99,9 5 928,14-5 0,4 8 0,11-4 0</inkml:trace>
  <inkml:trace contextRef="#ctx0" brushRef="#br1" timeOffset="114">24389 10418 7779,'12'0'0,"1"0"0,-1 0 0,6 0 1288,3 0 0,2-1-136,2-4 0,5-3 147,3-8 1,7-4-915,2-4 0,5-3-318,-2-2 1,3-2-1581,2-6 1,-7 5 909,-6 3 0,-7 4-2793,-9 4 3396,-3 4 0,-11-1 0,-2-2 0</inkml:trace>
  <inkml:trace contextRef="#ctx0" brushRef="#br1" timeOffset="115">24774 9897 7779,'-13'12'0,"2"1"0,3-1 0,-2 6 0,6 3 0,0 6 0,4 2 0,0 10 0,0-2 0,5 11 0,4 6 0,2 0 2422,1 12 0,-1-4-1724,-7-27 0,0 0 1,2 0-1,-2 1-516,-2 1 0,0 0 0,6 32 22,-3-3 1,-7-8-269,-6-4 1,-3-1-184,-1-3 0,-1-7-54,1-10 0,-1-7-118,1-1 0,-5-2-477,1-6 1,-6-2 215,1-7 0,2 2 209,-2-6 0,0 0 664,-3-4 1,-1-1-399,0-3 1,-1-7-193,-3-6 0,-3-5 58,-5 1 0,-2-6-407,-2-2 0,-3-6-1329,-6 2 2075,-5-8 0,0 1 0,26 18 0,0-1 0,2-1 0,0 1 0,-24-26 0</inkml:trace>
  <inkml:trace contextRef="#ctx0" brushRef="#br1" timeOffset="116">25493 9835 7779,'0'-18'395,"0"4"624,0-2 462,0 2-1021,0 7 1,1 7 106,4 8 1,1 14-162,7 7 0,3 13-29,1 7 0,4 2 5,-5 7 0,1 0-171,-5 4 1,5 0 226,-1 0 1,1-1-127,-5-3 1,1-6-211,-1-11 1,2-5 76,2-11 1,-2-11-42,3-6 1,1-12 78,-2-8 0,6-12-432,-1-9 1,6-4-171,2-5 0,4-3-607,-4-9 0,6-2 726,-2-6 0,-15 30 1,0 0-112,1 0 1,-1-2 0,-1 0-1,-1-2-327,1-3 0,-1-1 0,0 0 0,1-1 338,2-2 0,-1-1 0,-2 5 0,-1 0-740,-3 3 1,1 1 1105,11-27 0,-9 9 0,6 2 0,1 7 0,2 6 0</inkml:trace>
  <inkml:trace contextRef="#ctx0" brushRef="#br1" timeOffset="117">26672 9401 7779,'6'-12'0,"1"-1"835,-3 1 0,-2-1-324,2 1 0,3-2 238,1-2 1,5 0-303,3-4 1,-1 3-194,6-3 0,0 3-24,3-4 0,5 2 35,0-2 0,4-1-120,-4 6 1,0 1-109,-4 6 1,-6 4-394,-2 5 377,-3 0 1,-7 11-276,-3 5 1,-4 12 146,-4 5 1,-5 8-7,-7 5 1,-4 2 91,-4 2 1,3-1-233,0 1 1,1 4 164,-5-1 1,4 3-87,0-3 1,2-3 382,-1 0 0,3-12-75,9-9 0,1-3-367,3-1 249,2-11-428,-3-3 0,9-13 170,0-2 0,4 2 36,-4-7 1,6 1 292,-2-4 0,-1 3-251,2 1 1,-1 1 167,4-1 1,1 2-239,-1 6 323,0 0 1,-1 11-33,-2 6 1,-2 6-61,-3 6 1,-3 4-19,3 9 0,-2-2-195,-2 5 1,0 5-36,0 4 0,0 1 90,0-2 0,0-2 139,0 3 0,-2-3-82,-2-1 1,-3-2 224,-5-3 0,-1-2-67,1-6 0,0-5 43,-1-3 0,-3-3-51,-1-1 0,1-4-380,3-1 1,-3-3-4,-1 4 0,-4-6-65,5 1 1,-6-2 50,1-2 1,-2 1 205,-2-1 0,-5 1-630,-3-1 775,-9-5 0,-2 4 0,-6-4 0</inkml:trace>
  <inkml:trace contextRef="#ctx0" brushRef="#br2" timeOffset="118">2704 13345 8244,'-12'-12'0,"0"-1"840,-1 1-233,6 5 347,2-4 0,6 9-228,3-2 0,5 3-46,7 1 0,9 4-255,8 0 0,4 4-174,5-3 1,0-1-1,4-4 0,6 0 31,-2 0 1,2 0-32,-2 0 0,-2-2 0,-3-2 0,-7 3 314,-9-3-5625,2-3 5060,-10 5 0,-9-9 0,-13 5 0</inkml:trace>
  <inkml:trace contextRef="#ctx0" brushRef="#br2" timeOffset="119">3039 13370 8244,'-7'12'67,"-2"1"170,5-1 1,-2 2 636,2 2 1,3 4-320,-4 4 0,4 1 246,1 0 0,4 7-298,0 5 0,5 0-169,-5 4 1,4-2-389,-4-2 0,0 0-402,-4 1 1,0-3-442,0-1 1,0-8 604,0-6 1,0-4-1212,0 0 1,-1-2 614,-3-2 1,-3-5 475,-5-3 0,-2 2 412,-3-2 0,-2 0 0,-6-4 0,0 0 0,0 0 0,5 0 0,-1 0 0,0 0 20,-3 0 1,4 0 30,4 0 0,-2 0 1726,1 0-711,6 0-52,6 0 1,6 1-363,3 4 0,7-3-98,6 7 1,5-5-95,-1 4 1,8-5-137,4 1 1,-2-3-248,2-1 1,-4 0-202,4 0 1,1-1-1212,3-3 0,-1 1 729,-3-5 0,1-1 606,-5-3 0,6-6 0,-4-1 0</inkml:trace>
  <inkml:trace contextRef="#ctx0" brushRef="#br2" timeOffset="120">3486 13866 8244,'7'5'536,"8"-2"159,-3 5 0,4-1 561,-4 2 1,6-4-542,3-5 0,6 0-423,2 0 1,1 0-42,-1 0 0,3-5-574,5-4 1,0-7 270,1-5 1,-5-2-1603,0-2 1,-6 0 375,2 0 1278,-8-5 0,2 4 0,-3-5 0</inkml:trace>
  <inkml:trace contextRef="#ctx0" brushRef="#br2" timeOffset="121">3821 13444 8244,'-13'0'0,"1"2"147,0 2 1,-1 3 314,1 5 1,4 0 556,-1 1 1,5 5-375,-4 2 0,5 8 53,-1 1 1,3 7-223,1 1 0,1 1-56,3 8 0,3-1-169,5 5 0,1 0-193,-1-1 0,-3 1 139,-1-1 0,0 0-263,4-4 0,-3-2-120,-1-6 1,-4-4-198,4 0 1,-5-5-369,1 1 1,-4-7 361,-4-2 1,-3-4-348,-5 0 0,-6-2 281,-3-2 0,-4-3-149,-3-1 1,-6-5-152,-7 1 0,1 1-743,-5-1 1272,-1 1 0,-3-11 1,-1-1-1</inkml:trace>
  <inkml:trace contextRef="#ctx0" brushRef="#br2" timeOffset="122">5247 13481 8244,'7'-19'601,"3"-3"-90,-6 5 1,6 2 342,-2 7 1,3 3 204,2 5 1,3 1-454,1 3 1,5 13-120,-2 7 1,4 11-151,1 2 1,2 6 154,-2 6 1,1 5-359,-9 0 1,3 5 21,-3-1 0,-2 5 35,-7-1 1,2-4-119,-6-12 0,6-9 886,-2-8-590,-2-8 0,5-10-48,-3-11 1,-1-7-40,1-10 1,2-4-271,6-7 1,-1-6 120,6-7 1,0-4-1130,3-9 0,-3-3-22,0-5 1,0 0-354,3 0 0,1 0-651,0 0 0,-4 9 1041,-1 7 0,-3 14-402,4 16 1,-6 8 397,1 4 985,-2 2 0,-2 8 0,1 1 0</inkml:trace>
  <inkml:trace contextRef="#ctx0" brushRef="#br2" timeOffset="123">6302 13742 8244,'0'8'971,"0"0"1,0-4-376,0 5 0,0-1 847,0 4 0,4 1-664,0-1 1,2 6-267,-2 3 0,-3 2-123,3 2 0,2 1-802,-2 3 0,2-3 87,-2 3 0,-3-3-94,3-1 1,-2 0-3249,-2 0 2220,0-6 1447,0-6 0,-6-8 0,-1-5 0</inkml:trace>
  <inkml:trace contextRef="#ctx0" brushRef="#br2" timeOffset="124">6252 13556 8244,'0'-9'1765,"0"1"103,0 5 0,2-2-1297,2 5 0,4 0-1102,9 0 1,2 0 12,6 0 0,1 0 518,3 0 0,3-6 0,5 0 0</inkml:trace>
  <inkml:trace contextRef="#ctx0" brushRef="#br2" timeOffset="125">6835 13705 8244,'-8'8'1881,"0"0"-1035,0 0 942,-5 5 1,2-1-808,3 1 1,2-5 479,6 0-771,0 0-474,6 5 0,5-1-424,5 1 1,2-5 244,-1 0 0,1-4-18,2 5 1,3-5 79,-7 4 1,5-4-534,-5 4 0,1-4 92,-5 5 1,-1-1 17,-2 4 0,0 1 14,-5-1 0,0 1-25,-4-1 1,-1 0 34,-3 1 0,-3-1-206,-5 1 0,-5-1-581,1 0 0,-7-1 444,3-2 0,-4 2-366,0-3 1,-3-1 1008,-2 1 0,-2 0 0,-6 5 0</inkml:trace>
  <inkml:trace contextRef="#ctx0" brushRef="#br2" timeOffset="126">7952 13829 8244,'5'11'0,"4"-3"0,3 3 1593,5-3 0,2 2-183,6-2 1,6 2 114,7-6 1,0 0-984,8-4 0,1-3-382,6-5 0,2-6-681,3-11 1,-3-4 181,-5 1 1,-2-11-1155,-2 2 0,1-3 974,-6 3 0,-7 4-3540,-9-1 4059,-5 7 0,-8-3 0,0 5 0</inkml:trace>
  <inkml:trace contextRef="#ctx0" brushRef="#br2" timeOffset="127">8535 13345 8244,'-13'5'0,"1"2"724,0 6 1,1 2 58,2 6 1,0 1 162,5 11 0,-1 1 107,5 7 1,2 9-433,2 8 0,-1 3-301,5 1 1,0 0 116,5 0 0,-1 1 11,0 3 0,-5-7-137,-2 3 1,-4-8-114,-1 0 1,0-3-77,0-1 0,-1-6-100,-4-3 1,-2-8-65,-5-4 0,0-3 83,-1-1 0,1-7-656,-1-6 1,1-5 345,0-7 1,-1-1 71,1-3 1,-1-9-103,1-7 1,0-5-982,-1-4 1,1-8-72,-1-9 1,7-1-270,1 2 0,4-3 1620,1 2 0,6-2 0,0-2 0</inkml:trace>
  <inkml:trace contextRef="#ctx0" brushRef="#br2" timeOffset="128">8845 13754 8244,'8'4'220,"1"0"0,-7 6 1041,2-2 1,2 3-513,-2 2 1,0 1 1034,-4 2 1,0 3-875,0 6 0,0 0-393,0 0 0,0 2-620,0-2 0,0 3-564,0-8 0,-4-2-1288,0-1 1,0-3 475,4-2-1871,0-5 3350,0-7 0,-6-12 0,-1-8 0</inkml:trace>
  <inkml:trace contextRef="#ctx0" brushRef="#br2" timeOffset="129">8857 13506 8244,'0'-12'1176,"5"3"-882,-1 1 0,5 1 832,0-1 0,2 3-480,1 5 1,-2 0-298,2 0 0,-2 0-371,6 0 0,-2 5-341,-2 3 1,1-1-1888,-1 1 0,-1 2 2250,-2 7 0,2-4 0,-4 5 0</inkml:trace>
  <inkml:trace contextRef="#ctx0" brushRef="#br2" timeOffset="130">9044 13705 8650,'0'18'913,"0"-5"-823,0 4 1,-5-2-114,1 2 1,0-4 1891,4 4 0,0 1-850,0-2 0,0 2 1326,0-1-1701,0-3 0,6 3-536,2-4 0,3-6-313,1-3 0,1-3-284,-1-1 0,2-7-304,2-5 0,-2-2 547,3-7 1,1 1-178,-2-5 1,2 0-25,-1 0 1,-4 6-21,4 3 0,-3 2 45,-2 1 1,-4 7 682,1 1 1,-5 4 141,4 1 1,-5 6 373,1 2 1,-3 3 60,-1 1 1,0 5-372,0-1 0,0 2-19,0-1 0,-4-3-11,0 2 1,0-2-1159,4-2 0,0-4-1397,0 1 153,0-6 1,6 2 852,2-5 1112,3-5 0,7-2 0,1-6 0</inkml:trace>
  <inkml:trace contextRef="#ctx0" brushRef="#br2" timeOffset="131">9527 13692 8244,'2'8'857,"2"1"1,-3-5 436,3 4 1,-2 0 599,-2 5 1,0-1-963,0 1 0,0 0 596,0 4 1,0-3-751,0 2 0,0-2-767,0-2 0,0 1 92,0-1 1,-2-1-3359,-2-2-446,3 2-1446,-10-10 5147,4 4 0,0-10 0,2-2 0</inkml:trace>
  <inkml:trace contextRef="#ctx0" brushRef="#br2" timeOffset="132">9589 13469 8244,'9'4'1267,"-1"0"0,-4 0-531,4-4 1,-4 0 391,5 0 0,-1 0-521,4 0 1,1 0-1334,-1 0 0,6-1 538,3-3 0,2-3-2225,2-5 0,4-6 2413,0-3 0,11-13 0,-2-5 0</inkml:trace>
  <inkml:trace contextRef="#ctx0" brushRef="#br2" timeOffset="133">10135 13060 8244,'0'12'1417,"0"0"0,0 1-939,0-1 1,0 3-170,0 6 1,0 1-59,0 11 0,0 2 15,0 6 1,0 9 0,0 8 0,0-3-171,0-2 0,0-2 2758,0-1 0,0-2-1926,0-2 1,0-6-1517,0-11 0,0-6-330,0-11-28,6-5 0,-5-3-539,3-8 0,2-7 490,-2-5 1,-1-5-1396,-8 5 0,-3-5 2390,-8 4 0,-4-10 0,-4 1 0</inkml:trace>
  <inkml:trace contextRef="#ctx0" brushRef="#br2" timeOffset="134">9937 13506 8244,'-7'6'3619,"-4"1"-2123,9 5-1028,-3 0 1,10-1 933,4-2 1,7-4-630,5-5 0,2 0-453,2 0 0,4-4-2016,0 0 0,4-6 1080,-4 2 0,4-3-2192,-4-1 0,0-1 2808,-4 1 0,0-1 0,-1 1 0</inkml:trace>
  <inkml:trace contextRef="#ctx0" brushRef="#br2" timeOffset="135">10321 13556 8244,'-1'16'647,"-3"1"1,2 5 918,-2-1 0,3-2 120,1 2 1,0-6-825,0 1 1,5-3 22,4-5 1,6-3-350,1-5 0,6-5-46,-1-3 1,3-9-240,0-4 0,1-2-798,0-2 0,-6 0 52,-2 1 0,-3-1-316,-2 0 0,-5 6-232,-3 2 0,-4 7 394,-4 2 0,-4 5 664,-9-1 1,-1 10-110,-3 6 0,-2 6 377,2 7 0,-2 0 110,-2 0 1,6 4 460,2-1 1,8 1-665,0-4 0,7 3-303,-3-3 0,5 1-1002,5-10 0,7 1 605,9-5 0,3-1-811,5-2 0,5 0 533,7-5 1,4 0-1949,9-4 2377,3 6 1,10 1 0,2 5 0</inkml:trace>
  <inkml:trace contextRef="#ctx0" brushRef="#br2" timeOffset="136">12033 13618 7707,'-5'-25'0,"-4"0"0,3 6 305,-3 2 0,1 5-53,-4 4 1,-1 2 580,1 6 1,-2 7-179,-3 5 0,2 8-1,-5 9 1,3 2 190,-4 7 1,6 3-356,-1 0 1,6 1-327,2-5 0,5-1 45,-1-3 1,4-4-255,4-9 1,4-7 121,9-9 0,2-6-323,6-6 0,1-7-265,3-14 0,-1-4-604,5-8 1,-2-2-23,3-2 0,0-4 293,-5 4 0,4-5 170,-4-4 0,4-2 272,-4-6 1,-6 5 219,-6 4 0,-5 3-40,-3 5 0,0 1 257,-5 10 1,1 7 550,-5 14 7,-6 7 0,3 1 555,-5 10 1,4 7-534,-4 9 0,3 8 312,-3 4 1,4 7-446,-4 1 0,0 2-41,-5-2 0,1 2-92,-1 2 0,5 2-475,0-6 0,1 1-412,-1-5 0,-2 0-397,6 0 1,-4-1-3163,3-3 2299,1-2 1798,10-18 0,1-2 0,5-11 0</inkml:trace>
  <inkml:trace contextRef="#ctx0" brushRef="#br2" timeOffset="137">12430 13543 7707,'2'13'925,"2"-1"0,-3 5-378,3-1 0,2 5 383,-2-5 1,0 6-433,-4-1 1,0 3 98,0 0 0,0-3-210,0 0 0,0-6-1436,0 1-758,0-2-1518,0-1 3325,0-6 0,-6-7 0,0-7 0</inkml:trace>
  <inkml:trace contextRef="#ctx0" brushRef="#br2" timeOffset="138">12455 13407 7707,'12'0'0,"-3"0"875,-1 0 1,0 0-351,5 0 0,0-4 517,4 0 0,-2-5-475,6 5 1,-1-5-1103,5 0 1,-1 2-187,-4-1 0,4 5-515,-4-1 0,-2 3 230,-1 1 0,-7 5 636,-2 4 1,-5 7 369,1 5 0,-4 4 0,-4 4 0,-3-2 290,-6 6 1,-3-1-260,-1 1 1,1 2 1209,3-7 1,1 1-104,-1-4 0,5-1 144,0-4 0,5-2-125,-1-5-790,3-7 0,6 0-582,3-6 1,5-3 199,3-5 0,4-2-254,5-10 0,-1 0 242,1 0 0,-4-2-621,-1 5 1,-3 2 130,4 7 1,-6-2-561,1 6 1208,-2 0 0,-7 5-179,-3 3 1,-2 7 684,-2 6 1,-2 4-346,-2-5 0,-1 2 147,-4-1 0,2-4 236,3 4-88,3-3-457,-5-8 1,12 0-231,2-6 0,5-7-586,3-5 1,-1-5 402,6-3 0,-2-4-345,2 3 1,2 2 245,-2-2 1,-2 6 211,2-1 0,-6 3-50,2 5 0,-4 3 292,0 5 270,-1 0 0,1 5 507,-1 3 0,-5 3 1382,-3 2-1582,3-1 0,-1 1-265,2-1 1,3-5-154,-3-3 1,-1 2-811,1-2 0,-1 1 416,1-1 0,2-1-2553,-6 5 0,4-4 2716,-3 5 0,4 5 0,-2 5 0</inkml:trace>
  <inkml:trace contextRef="#ctx0" brushRef="#br2" timeOffset="139">2382 14970 7788,'-8'7'2747,"-1"-3"-1980,7 3 0,-3-6-1694,10 3 1,8-1 375,12 1 1,7-3 641,9 3 0,9-2-115,8-2 0,-23 0 0,1 0-371,3 0 0,1 0 0,2 0 0,0 0 340,1 0 0,1 0 1,3 0-1,1 0 28,-1 0 1,1 0 0,2 0 0,-1 0 59,-3 0 0,-1 0 0,3-1 0,1 0-93,-2-1 1,1 0 0,3 1 0,0 0 222,0-3 0,1-1 0,2 3 0,0 0-426,-3-2 1,1 0 0,4 2-1,1 0 357,-1-2 0,0-1 0,5 2 1,2 0-18,-1-2 1,0 1 0,1 1 0,1 1-39,-2 2 1,0 0 0,0-2 0,1 0-326,1 0 1,0 0 0,4-1 0,0 1 262,2 2 1,0 0 0,-1-1-1,0-2-359,-1 1 1,0 0 0,0 0 0,-1 0 371,-19 2 1,1 0 0,-1 0-1,1-1 1,0-1 0,1 1-6,-1 0 1,1-1 0,0 1-1,0-1 1,2 0 0,-1 0 8,-2 1 1,1 0 0,-1-1 0,1 0 0,0 1 0,1-1-16,1-1 0,0 0 0,1 0 0,1 0 0,1-1 0,0 0 17,0 1 0,0 1 0,0-1 0,1 0 1,1-1-1,-2 0 0,-2 0 1,-1 0 0,1 0-1,1-1 1,1 1 0,0 0 0,-1 0 1,1 0 0,1 0-1,2 0 1,2 0 0,-2-1 1,-1 1 1,-1 0 0,1 0 0,2 0-1,1 0 1,-1 0-168,-4 0 0,0-1 0,0 1 0,3 0 0,1-1 0,1 0 167,0 0 0,0-1 0,2 1 0,1 0 0,1 1 1,0-1 4,0 0 0,-1-1 1,0 1-1,1-1 1,-1 0-1,-1 0-6,-2 0 0,-1 1 0,0-1 0,1 0 0,0 1 1,1 0 1,0 0 1,1 1 0,1 0 0,0 0-1,0 0 1,-1 0-2,1 0 0,-1 0 0,0-1 0,-1 1 0,0 0 0,0 0 15,-3 0 0,0 0 0,0 0 0,1-1 0,1 1 0,0 0-1,0 0 0,1 0 1,0 0-1,-1-1 1,1-1-1,0 0 30,-2 1 1,0-1-1,0 1 1,0-1-1,-1 0 1,-1 1-24,-2 1 1,0 0 0,1 0 0,-1 0 0,1 0-1,1 1-45,1 0 1,0 0 0,-1 0 0,-2 0 0,0-1-1,-1 0 83,0 1 1,0 1 0,0-1-1,-3 1 1,0 0 0,0-1-50,0 0 1,0 1 0,0-1 0,-1 1 0,0 1 0,0 0 4,0-2 1,0 0 0,-1 1 0,20 0 0,0-1 33,-3 0 1,0-2 0,-3 2 0,-1-1 1,-1 0 1,-2 0 0,-2-1 0,-1-1 121,-1 2 1,-2 0 0,-7-1 0,0-1-101,0 0 0,-1-1 0,-5 1 0,-1 0 528,-2 0 1,0 0 0,27-7-457,-11 1 1,-9 3-525,-6 1 0,-14 4 1073,-11-4 0,-6 4-1712,-7-5 1019,5-4 0,2 6 0</inkml:trace>
  <inkml:trace contextRef="#ctx0" brushRef="#br2" timeOffset="140">14229 13593 7764,'-12'0'493,"-1"0"823,1 0-812,-1 0-187,6 0-3256,2 0 2939,5 0 0,0 5 0,0 2 0</inkml:trace>
  <inkml:trace contextRef="#ctx0" brushRef="#br2" timeOffset="141">15271 13643 7764,'0'-24'-551,"0"3"1,-4-1 1370,0 6 1,-6-5-279,2 5 0,1 3 22,-1 5 1,1 4-175,-1-4 1,-2 6-17,6 2 1,-5 7-126,5 10 0,-4 2 113,4 6 0,0 5-56,4 3 1,0 2 72,0-2 0,-4 1-339,0-5 0,-1 3 49,5-7 1,0 1-287,0-10 0,2-3 210,2-5 0,3-5-596,5 1 0,1-14 321,-1-6 1,6-6-487,3-3 1,-3-4 279,-2 0 1,-2 0 101,-2 4 1,1 0 279,-1 1 0,-4-1-101,1 0 721,-7 6-377,4 6 527,-6 8 1,0 16-371,0 5 1,0 2 246,0 3 1,0 0-349,0 3 0,1 0-339,3-4 1,-2 3-220,2-7 0,-1 1 236,1-5 0,-1-5-965,5-3 0,-4-3 479,4-1 0,0-2-510,5-7 0,-5 1 664,0-8 1,-1-4 440,2 0 0,-3-4 0,-1-1 0,-4 1 0,3-1 0,-2 0 286,-2 0 0,0 2-261,0 2 0,1 3 375,3 6 1,-3-1 103,4 1 845,1 5 1,-3 3-598,5 8 0,-1 8-59,2 9 1,-4 3-190,-5 0 1,4 1 14,0 0 0,1 0-717,-5 0 0,0-2 177,0-2 1,0 1-221,0-6 281,0 1 1,5-10-659,3-3 1,3-4 265,2-4 0,-1-7-416,1-6 0,3-6 209,1-2 0,3 1 168,-3 0 1,1 0 408,-2 8 0,-6-1-59,2 5 0,-3 3 504,-1 1 0,-3 7-295,-5 1 0,0 5 183,0 8 0,0 1-104,0 2 1,-1 2 382,-3 3 1,3 1-315,-4-6 1,4 1-287,1-5 1,0 5-1042,0-1 1,0-3 574,0-5 1,6-5-901,2 1 1,7-3 590,2-1 0,6-3 341,2-5 1,0-1 403,3-12 0,3 0 0,-2-4 0,0-1 0,-4-3 0,-2 7 0,-2-3 0,-3 5 269,-6-1 30,-5 9 0,-3 6 1010,-8 6 0,-7 7-555,-6 5 1,-1 10 235,2 7 1,2 6-454,-3-2 0,4 3 15,0 1 0,2-1-132,3-3 1,2-4 92,6-8-575,0 2 1,7-15 105,6 0 0,5-12-449,7-8 1,3-7 320,1-10 0,2-4-825,-2-9 0,-2 2 290,6-5 1,-1 1-153,1-2 0,-3-2 279,-5 3 1,1-9 166,3-4 1,-8 1 90,0 0 0,-7 3 143,-6-4 0,-3 6 564,-5-2 1,0 10-134,0 7 1822,0 10-1550,0 15 1,0 8 286,0 8 1,-1 8-280,-3 9 1,2 4-274,-2 4 1,-1 2 286,1 7 1,0 3-356,4 0 0,-6 8-419,-2 0 1,1 2-49,-1 7 0,-1-4-984,-3 4 1,4 0 613,-1 4 0,2-7-1183,-1-6 0,3-5 380,5-6 1,5-3-985,3-1 2345,9-4 0,0-8 0,2-3 0,-3-2 0,1-1 0</inkml:trace>
  <inkml:trace contextRef="#ctx0" brushRef="#br2" timeOffset="142">17864 13022 7764,'-4'-19'353,"-1"3"0,1 6 344,4 2-28,0 5 0,6 0-233,2 11 0,7 8 220,2 13 0,3 8-263,-3 8 1,4 10 33,-5 7 0,2 6-479,-9-31 1,-1 0 0,-2 2 0,0 1 212,1-1 0,-1 0 0,-2 0 0,-2 0-120,-2 31 0,0-4-13,0-8 0,2-11 19,2-14 1,-1-10 115,5-14 1,0-5 41,5-8 1,0-5-83,4-7 1,2-9-284,6-8 0,0-4-6,0-5 1,4-6-70,0-6 1,4-5-117,-4 1 0,-13 26 0,1-2 181,-3-1 0,1 0 1,-1-1-1,1 0-724,-2 1 0,-2 0 0,9-31 158,-4 8 1,-2 8-227,-2 9 1,1 15 38,-1 9 923,-5 3 0,7 12 0,-6 2 0,0 8 0</inkml:trace>
  <inkml:trace contextRef="#ctx0" brushRef="#br2" timeOffset="143">19501 12886 7764,'-8'0'586,"0"0"1,5 1-155,-1 4 1,2-1 74,2 8 1,0 6 65,0 15 0,0 13-98,0 16 1,0-26 0,0 2-485,0 5 0,0 1 1,0 0-1,0 0 204,0 4 0,0-1 0,0-4 0,0 0-130,1 0 1,-2 0 0,0-6-1,-2-1 128,2 0 0,-2-1 0,-5 17-269,4-11 0,0-13 124,4-12 0,1-7-96,3-5 1,-1-4-5,5-4 1,0-3-22,5-6 1,3-4-3,1-4 1,4-4-231,-5-4 0,5 2-35,-5-7 0,1 7 25,-5-2 0,1 3 67,-1 1 1,-1 6-165,-3 2 704,3 3-121,-4 7 1,0 9 35,-3 10 0,-2 8 338,-2 8 1,0 0-236,0 5 0,0 0-18,0 4 0,0-4-29,0 1 0,0-7-767,0 2 1,0-7 300,0-1 0,1-7-1213,3-2 0,3-1 259,6-7 0,-1-1-68,0-7 1,6-9 1224,3-7 0,2-4 0,2-6 0,0-2 0</inkml:trace>
  <inkml:trace contextRef="#ctx0" brushRef="#br2" timeOffset="144">20084 13581 7764,'0'-13'529,"0"1"137,0-1 1,0 1 521,0 0 0,-1 5 70,-3 3-781,-3 2 0,-6 4-153,1 2 0,0 4 148,-1 8 1,1 4-83,-1 5 0,2-2-307,3-2 1,-1 2-73,4-2 0,-3-3-125,4-2 0,-2-2-157,2-2 0,3-3 182,-3-1 1,4-5-110,4 1 0,3-4 44,5-4 0,1-5-237,-1-7 0,0 2 109,1-2 1,-1 2-143,1 1 420,-1 1 1,0 1-167,1 3 423,-1 2 1,-3 6-146,-1 0 0,-5 2 258,1 2 0,-3 3-152,-1 5 1,1-1-102,4-3 0,-4 3-252,3-2 0,-2-3-808,-2 3-389,5-7 0,2 4 642,5-6 0,-3 0-605,-1 0 0,0-6 634,5-2 1,-1 1 664,0-1 0,6-6 0,2-5 0</inkml:trace>
  <inkml:trace contextRef="#ctx0" brushRef="#br2" timeOffset="145">20481 13432 7764,'7'-6'0,"0"5"886,-3-3 1,-2 1 175,2-1-57,-3 2 1,-1-2-426,0 8 0,-5 3-191,-4 6 1,-6 3-114,-1 1 1,-5 5-1,4-1 0,-3 1-257,3-2 1,1 4 134,3-4 1,2 0-122,3 0 0,2-5 60,6 2 0,0-7-206,0-2 1,11-4 13,6 4 1,2-5-253,6 1 1,-3-2 165,7-2 1,-1 0 22,1 0 0,-3 0 140,3 0 0,-9 4-110,-3 0 105,2 6 0,-6-4-90,-1 7 177,-5-1 1,-7 1-138,0-1 0,-1-4-100,-4 1 0,-1-5-14,-7 4 0,1-4-235,-1 4 1,-3-5-142,-1 1 1,-3-1 171,3 1 1,-4-1-860,5 5 0,-2-5 1254,1 1 0,-2-3 0,-6-1 0</inkml:trace>
  <inkml:trace contextRef="#ctx0" brushRef="#br2" timeOffset="146">21883 13581 7764,'6'-29'-889,"2"0"1,-3 1 1605,0 7 0,-4-1-191,-1 6 1,-1-5 38,-4 5 0,-3 1-6,-8 6 1,2 4 33,-3 5 0,-2 0 273,-2 0 0,3 11-359,2 5 1,1 8 46,-2 5 1,7 4-173,-2 8 1,2-1-176,-2 6 1,4-7 7,-1 3 1,7-8-128,-2-1 1,2-11-34,2-1 1,2-7-103,2-6 1,8-8-261,9-8 1,2-9 192,2-3 0,4-9-680,0-4 1,4-3 365,-4-1 0,0-1-17,-4 1 0,-6 4 59,-2 0 0,-4 7 233,0 1 151,-6 6 58,4 12 1,-10 11 613,3 8 1,-2 10-355,-2 3 0,-5 4 314,1 4 0,-1 2-216,1-6 0,2 4-442,-2-4 0,3 0 152,1-5 1,-4 0-2038,-1-4-74,1-2 500,4-5 0,2-6 364,2-3 0,3-8 195,5-5 928,1-7 0,-1-9 0,0-7 0</inkml:trace>
  <inkml:trace contextRef="#ctx0" brushRef="#br2" timeOffset="147">22168 13382 12207,'6'13'883,"-5"-1"-138,3 0 1,-2 6-271,-2 3 1,0 6 69,0 2 0,0 4-402,0-4 0,0-1-445,0-7 1,0 1-663,0-6 854,0 1 0,1-10-192,3-3 0,3-6 100,6-6 0,5-6-552,2-10 1,0-3 165,0-2 1,1 3 184,4-3 0,-2 5 272,-2 3 0,-2 3 187,-2 6 1,-4 5 438,4 3 1,-7 4-342,-2 4 1,-5 4 260,1 8 0,1 5-185,-1 8 1,1-3-29,-5 3 1,0-3-9,0-1 1,0 0-703,0 0 1,0-5-353,0 1 0,4 0-1859,0 4 2719,0-6 0,-4-1 0,0-6 0</inkml:trace>
  <inkml:trace contextRef="#ctx0" brushRef="#br2" timeOffset="148">23198 13395 7764,'0'8'1347,"0"0"1,1-2-455,4 6 1,-3-1-371,7 10 1,-3 3-223,3 5 1,-4 4-99,-5-4 0,0 5 25,0-6 1,0 6-26,0-6 0,0-3 203,0-4 51,0-6-254,-5 3 0,3-14-203,-2-8 0,-3-8 0,0-13 0</inkml:trace>
  <inkml:trace contextRef="#ctx0" brushRef="#br2" timeOffset="149">23235 13233 7764,'-7'-19'759,"2"1"1,5 6-95,0-1 0,5 5-26,4 0 0,6 5-671,1-1 1,6 2 69,-1 2 0,1 0-1435,-1 0 1,2 2 311,-2 2 1085,-3-3 0,5 10 0,-3-4 0</inkml:trace>
  <inkml:trace contextRef="#ctx0" brushRef="#br2" timeOffset="150">23496 13357 7764,'-4'18'0,"0"3"0,-5 2 794,5 2 1,-4 0 125,4 0 0,-2 0 355,2-1 0,3 0-450,-3-4 0,2 3-364,2-7 0,2-1-664,2-7 1,3 2 190,5-6 1,0-1-312,1-7 0,-1-3 279,1-5 1,3-2-80,1-3 0,-1 2-89,-3-6 1,2 1-352,-3-5 1,3 4 220,-6 1 0,2 3 110,1-4 0,-1 6 499,-3-1-196,3 2 1,-8 3 503,5 3 1,-5 4-285,1 8 1,-2 4 331,-2 8 0,-4 4-162,-1 5 0,-3-1-50,4 1 0,-6 0-378,2 0 0,3 2 23,0-2 1,0 1-992,1-9 1,0-1 145,4-3-2350,0-1 2229,0-5 0,1-1-1442,3-6 2352,-2-6 0,14-1 0,-2-5 0</inkml:trace>
  <inkml:trace contextRef="#ctx0" brushRef="#br2" timeOffset="151">23806 13333 8203,'0'8'867,"0"0"1,0 0-620,0 5 0,0-1 1204,0 1 1,0 0-653,0 4 0,0 2-32,0 6 1,0 1-315,0 3 0,-1-3-328,-4 3 0,4-3-284,-3-1 0,3-1-336,1-4 0,0-2-934,0-5 1157,0-1 1,1-5-272,3-3 1,7-14 73,6-6 0,3-6-24,-3-3 0,3-1 121,-3-3 0,4-1 314,-5-4 1,5 0 104,-5 5 1,1 6 200,-5 6 1,-3-1 1286,-1 2-1167,0 5 1,-1 7 73,-3 8 1,-2 8-112,-2 9 1,0 2 172,0 2 0,-5 4-70,1 0 0,-4 0-172,4-4 0,-2-1-240,2 1 0,2-4-211,-7 0 0,5-6-802,-4 1 1,5-2 76,-1-2-1946,-3-5 1283,6-1 867,-5-6 0,6-6 117,0-2 0,4-4 73,0-5 0,6 2 519,-2-6 0,3 1 0,2-5 0,-1 0 0,1 0 0,-1 2 0,0 2 0,-3 3 991,-1 6-591,0 5 856,5 1 1,-2 9-509,-3 5 1,-1 2-165,-3 11 1,-1-2-76,5 2 0,-1 1 15,1-6 1,3 1-75,-3-5 1,3-1-128,2-3 1,-1-2-79,1-6 0,0 0-30,4 0 1,-2-7-392,6-5 0,0-2 215,3-7 0,0 1-332,-4-5 1,3 0-167,-7 0 0,5 2-526,-5 2 0,-1-2 531,-6 2 0,-4 3-340,-5 2 1025,0 7 0,-1 0-179,-3 4 1,-7 7 507,-6 6 1,-1 5-299,2 3 1,1 3 478,-6 6 1,4 4-198,-3 0 0,3 0-45,-4-4 0,6 4-353,-1 0 1,2 4 16,2-4 1,0 0-250,4-5 1,3 1 100,5 0 0,1-6-152,3-2 0,3-9 86,6-4 1,4-2-729,4-2 1,3-10-158,0-2 1,1-8-520,0 4 1,4-5 364,0 5 0,-4-7 550,-5 3 1,-3 2-271,4 1 1,-6-2 809,1-2 0,-2-2 0,-2-2 0</inkml:trace>
  <inkml:trace contextRef="#ctx0" brushRef="#br2" timeOffset="152">24674 13395 7256,'13'0'905,"5"-6"0,-5 5-78,4-3 0,-3 2 348,-2 2 1,1 2-578,-1 2 1,0 1-8,1 3 0,-2 5-210,-3-1 1,2 2-368,-6 7 1,0-5-87,-4 5 0,0 4-60,0 4 0,-6 4-212,-2-4 1,-4 4 241,-5-4 0,2 4-230,-6-4 1,6 0 96,-1-5 1,3-4-282,5-4 309,-3-2 405,10-7 1,5-7-156,8-8 0,10-10-57,3-7 0,1 0-581,7-4 1,0-3 256,5-1 1,-1 2-701,0-2 1,-1 5 455,-3-1 1,-3 8-203,-5 5 0,0-2 784,0 1 0,-6 1 0,-1 4 0</inkml:trace>
  <inkml:trace contextRef="#ctx0" brushRef="#br2" timeOffset="153">22193 13506 7685,'-19'7'0,"2"-3"0,4 2 0,0-2 0,2 1 0,3-1 0,-2-1 0,6 5 0,-6-5 2303,9 8 1,-3-9-1114,8 2 1,7-3-271,6-1 0,5 0-435,-2 0 0,5-5 68,4-4 0,-1-3-201,5-5 1,-2 2-521,3-5 1,0 3-277,-5-4 1,4 5-460,-4-5 0,0 1-158,-4-5 1,0 0 473,-1 0 0,-4 2-1242,-4 2 0,-3-1 902,-5 5 0,2-3 927,-6 3 0,0-5 0,-4 3 0</inkml:trace>
  <inkml:trace contextRef="#ctx0" brushRef="#br2" timeOffset="154">22516 13047 7685,'-14'-11'365,"-3"3"1,4-2-120,-4 6 1,7 0-40,2 4 1,4 0 652,-4 0 0,4 1-371,-5 4 0,7 3 172,-3 8 1,0 4-133,1 4 1,-4 1 9,3 0 1,1 5 166,4 3 1,-4 5-269,0 3 0,0-2-89,4 2 0,0 2-142,0-2 0,0 2-168,0-2 1,1-2 99,3 2 0,3-2-465,6-2 1,3 0 160,1 0 0,-1-6-74,-3-7 1,-1 1 20,1-4 1,-2-2 21,-3 2 1,1-6 230,-4 1-117,-1-2 1,-4-1 23,0-1 1,-6-5 52,-2-3 0,-3-1-270,-1 1 1,-2-3-129,-3 3 1,-1-2-159,-2-2 1,-4-2 207,4-2 1,-3-3 105,3-5 0,-2-6-33,5-3 0,1-3 21,3-5 0,2-2 64,3-2 0,4-3-98,8 3 293,8-2 0,8-3 0,4 1 0</inkml:trace>
  <inkml:trace contextRef="#ctx0" brushRef="#br2" timeOffset="155">22677 13345 10366,'1'8'1041,"4"0"0,-4 1 185,3 3 1,-3 6-334,-1 3 1,0 2-419,0 2 0,0 0-717,0 0 0,0-1 215,0 1 0,0-1-1278,0-4 0,0 2 95,0-5 0,0-5-702,0-3 1,-5-7 1183,-3 2 0,1-2 728,-2-2 0,1-11 0,-4-3 0</inkml:trace>
  <inkml:trace contextRef="#ctx0" brushRef="#br2" timeOffset="156">22640 13246 7685,'0'-18'543,"0"8"-80,0-2 0,0 2 311,0-2 0,1 3 374,3 1 1,3 5-559,6-1 1,-1 4-669,0 4 1,1-1 120,-1 5 0,1-1-1334,-1 2 1,0 0 776,1-5 1,-1 6-1047,1-2 1,-1-2 1559,0-2 0,-5 3 0,-1 0 0</inkml:trace>
  <inkml:trace contextRef="#ctx0" brushRef="#br2" timeOffset="157">22751 13345 7685,'-8'19'399,"0"-2"1,1-3-41,-1-2 0,2 4 141,6 1 0,0 0 21,0-5 0,2 0 25,2 1 0,4-2-245,9-3 1,-2-2-107,5-6 0,0 0-133,0 0 0,4-6 96,-4-2 1,-2-7-561,-1-2 0,-3-1 40,-2 2 1,1 0-266,-1-4 0,-4 5 269,0-2 0,-5 3-93,1 2 1,-2 0 744,-2-1-270,-6 1 0,-1 5 79,-5 3 0,-5 5-24,1 7 0,-2 6 596,1 11 0,2 1-76,-5 3 0,3-1 86,-4 5 1,6 0-364,-1 4 1,6-1-118,2-3 0,5 0-546,-1-8 1,4-3 267,4-10 0,7-5-1097,6-3 0,5-9 608,-2-8 0,4-6-610,1-10 0,-2 2 1172,-2-7 0,2 1 0,-4-4 0</inkml:trace>
  <inkml:trace contextRef="#ctx0" brushRef="#br2" timeOffset="158">23062 13469 8306,'-7'0'1407,"0"0"-940,3 0 0,1 1 39,-5 3 1,4-2-8,-5 2 0,1 3 131,-4 1 0,-1 3-39,1 2 1,-1 3-210,1 1 1,0 1 17,-1-2 1,5-6 95,0 2-421,5-2-202,-3-3 1,8-3-302,2-8 1,7-5 61,5-7 1,6-3-532,-1-6 0,-2-1 196,2-3 0,0 2 195,4-1 0,-5-4-319,1-1 0,-2-4 342,2-5 0,-3 2 33,-6-5 1,-1 1 229,-2-2 1,-4 3 222,-5 6 0,0 1 422,0 3 0,-4 4-210,0 9 1026,-6 7-926,3 8 1,-4 8 155,3 5 0,1 2-118,3 10 1,3 2 200,-4 7 0,0-1-70,1 5 1,-5 1 76,5 8 1,-4-2-383,4 5 1,-4 1 15,4 3 0,-5-3-1265,5-1 1,-4-5 678,4 1 0,0-3-1032,4-5 0,0-4 650,0-9 1,0-2-998,0-5 1770,0-1 0,0-5 0,0-2 0</inkml:trace>
  <inkml:trace contextRef="#ctx0" brushRef="#br2" timeOffset="159">22950 13457 7685,'0'12'1968,"0"-5"-2714,0-2-1207,0-5 1953,0 0 0,5 0 0,2 0 0</inkml:trace>
  <inkml:trace contextRef="#ctx0" brushRef="#br2" timeOffset="160">22615 13407 8841,'-7'-1'1157,"3"-4"1,1 4 509,-1-3-1188,3 3 0,-5 6 10,6 3 1,6 7-128,2 2 0,4 5-185,5-1 0,1-2-415,3 2 1,2-2-517,-2 2 0,2 1-796,2-6 1,0-1 849,-1-6 1,-4 0-1311,-4-5 2010,-2 1 0,-1-5 0,-1 0 0</inkml:trace>
  <inkml:trace contextRef="#ctx0" brushRef="#br2" timeOffset="161">22900 13320 7685,'-19'13'1729,"-3"-1"-1186,5 0 0,-5 5-492,2-1 0,0 6 36,0-1 1,-1 8 346,-4 4 1,5-1-741,-1 1 1,6-4 228,-2 4 1,3-6-2527,2 2 2603,0 3 0,-6-6 0,-2 5 0</inkml:trace>
  <inkml:trace contextRef="#ctx0" brushRef="#br2" timeOffset="162">26039 13444 10611,'-13'19'1844,"1"6"1,0 17-1170,-1 11 1,6-18 0,0 2-859,-1 4 0,0 1 0,1 0 1,0 1 326,-1 3 1,0-1 0,1-4-1,1-1-6,2-2 0,0-1 1,-6 30-632,6-9 1,0-12 305,4-9 1,0-14-935,0-2 0,0-6 161,0-2 1,6-7-115,2-1 1,0-11-1357,4-6 2661,-2-1 1,8-16-1,-6 3 1</inkml:trace>
  <inkml:trace contextRef="#ctx0" brushRef="#br2" timeOffset="163">26026 13407 10713,'2'8'1334,"2"0"0,1 1-1148,4 3 0,0 1-680,-4-1 1,3 4 367,-4 1 0,0 5-307,-4-1 1,-1 2 356,-3 2 0,-5 4-1237,-7 0 0,-4 0-189,-4-4 1502,-1-6 0,0 4 0,0-3 0</inkml:trace>
  <inkml:trace contextRef="#ctx0" brushRef="#br2" timeOffset="164">26312 13370 7685,'8'0'1300,"0"0"0,-4 0 165,5 0 0,-5 0-746,4 0 0,-4 2-558,5 7 0,-7-1 27,2 9 1,-2 3-194,-2 5 0,0 0 92,0 4 0,-2 2-438,-2 3 0,0-3 89,-8 2 1,2-5-140,-6 1 0,2-4 410,1-5-224,1-2 528,0-11 1,6-4-115,6-11 0,6-6 53,6-11 0,6-1-25,3-3 1,6 1-413,2-5 1,4 2-416,-4-3 0,1 3-607,-1 2 1,-2 3-648,2-3 1,-5 8 1853,-3 5 0,-3-4 0,-6 1 0</inkml:trace>
  <inkml:trace contextRef="#ctx0" brushRef="#br2" timeOffset="165">26659 13432 7685,'-1'12'0,"-3"1"0,-2 0 1531,-2 4 0,-2-2-713,6 6 0,-4-6 536,4 1 1,0 0-663,4 0 1,0-6-412,0 2 0,9-8-74,4 0 1,7-2-576,1-2 1,2-2 149,2-2 0,0-7 13,0-5 0,0-5-543,-1 4 0,0-3 281,-3 3 1,1-3-96,-6 3 0,-1-1-214,-6 2 737,2 2 0,-10-4-64,3 6 1,-8 1 543,-4 2 1,-9 4-83,-4 5 0,-2 1 90,-2 3 0,0 5-208,1 7 1,0-2-50,3 2 0,-1 2-1116,6-1 1,1-1 523,6-3 0,0 3-1608,5 1 0,1-1 2008,7-3 0,8-1 0,8 1 0</inkml:trace>
  <inkml:trace contextRef="#ctx0" brushRef="#br2" timeOffset="166">27193 13407 7685,'6'8'1743,"-1"0"0,-4-3-806,-1 3 1,-1 2 733,-4 6 0,-6 3-848,-5 6 0,-6 0-429,1 0 0,3 4-164,2 0 0,-1 0-35,5-5 0,2-4 244,10-4-244,0-2 0,6-7 0,2-3 1,8-8-149,5-4 1,3-8-1261,0 0 0,5-6 92,0 1 0,0-6 63,-4-2 0,0-4 516,0 4 0,-1-4 183,1 4 0,0-7 359,0-1 0,-4-5-71,-1-3 0,-5-5-135,2 1 1,-3-2 37,-2-7 1,-5 14 755,-3 6 503,-2 12-43,-2 19 0,-6 14 135,-2 14 1,-3 4-572,-2 8 1,2 1 1030,3 8 0,2-4-822,6 4 0,0-4-459,0-1 0,0 2-443,0 2 0,2-6-372,2 2 0,-1-3-491,5 4 0,-5-1-1192,1 0 0,-3-1-1341,-1-3 1,0 1 3476,0-5 0,6 6 0,1-4 0</inkml:trace>
  <inkml:trace contextRef="#ctx0" brushRef="#br2" timeOffset="167">27714 13791 7685,'18'0'1817,"-3"0"228,5 0 0,-4-4 499,0 0 1,-2-6-1361,-2 2 0,-3 1-767,-1-1 1,-5 4-189,1-4 0,-3 4-3728,-1-5 2248,0 7 1251,0-4 0,-16 6 0,-5 0 0</inkml:trace>
  <inkml:trace contextRef="#ctx0" brushRef="#br2" timeOffset="168">4999 16036 7655,'0'-8'322,"0"0"1,0 4 276,0-5 639,0 7-845,0-4 1,0 7 258,0 4 0,2 7-185,2 9 1,-1 9-67,5 7 0,-4 11-5,4 10 0,-4 10-466,1-32 0,-1 2 0,-3 4 0,0 0 53,2 3 1,-1 1 0,-1 0 0,-1 1 44,0-2 1,0 0 0,0-1 0,-1-1-232,-1 1 1,-1-1 0,1 0 0,-1-2 130,-1-3 0,0-1 0,-6 27-911,6-14 1,0-7 278,4-10 0,1-6 75,3-10 1,-1-2-311,5-11 1,1 0 410,3-4 0,-1-1 528,-3-3 0,3-9 0,-4-6 0</inkml:trace>
  <inkml:trace contextRef="#ctx0" brushRef="#br2" timeOffset="169">4937 16272 7655,'7'-25'-472,"4"2"621,-2 2 0,3-1 589,4 5 0,4-2 57,5 7 1,-1-2-309,1 10 1,8-4-191,0 3 0,6 3-93,-6 6 0,2 4-100,-2 9 0,-3-2 88,-5 5 0,-2 1-237,-2 4 1,-7 0-24,-6-1 1,-5 7-41,1 2 0,-8-1-190,-5 1 0,-6 0 127,-1 4 1,-6-5-27,1-3 0,-2-3-9,-2-1 0,-1-5-443,-3 1 1,2-6 263,-2 2 1,3-4-414,1 0 1,1-5 293,-1 0 1,0-5 503,0 1 0,0-2 0,1-2 0</inkml:trace>
  <inkml:trace contextRef="#ctx0" brushRef="#br2" timeOffset="170">5570 16073 7655,'11'-8'866,"-3"0"-350,3 5 0,-4-1 4,6 8 0,-5 4 129,0 9 0,0 4-241,5 8 1,-5 2 45,0 6 1,-1 6-106,2 3 0,0 7-262,-5 5 0,2 3-240,-2 1 0,-3 1 240,3 3 0,-2-2-26,-2 2 0,1-14-89,3-6 1,-1-13 263,5-8 1,-3-3-98,3-10 1,1-4-35,8-12 1,-3-4 11,2-9 0,2-3-145,-1-9 0,3-3 109,-3-5 1,5-4-417,-1-1 1,2-9 115,2 2 1,0-4 50,0 4 1,-5-2-769,1-3 1,-2-5 402,2-3 1,-3-2-481,-6 11 0,-3 6 443,-1 10 1,-5 2-291,1 10 1,-2 9 69,3 12 790,-4-3 0,-8 0 0</inkml:trace>
  <inkml:trace contextRef="#ctx0" brushRef="#br2" timeOffset="171">6997 16483 7655,'1'7'1011,"3"-3"-638,-2-3 0,4-1 179,-1 0 1,-3 0-132,7 0 1,-1 0 1,4 0 0,6 0-152,3 0 0,8-4-47,4 0 1,3-2-160,1 2 1,2 3 96,2-3 0,3 2-376,6 2 1,-2 0 196,-3 0 0,-2-4-773,-6 0 1,0 0 362,1 4 0,-11 0-939,-2 0 1,-8 4 1365,-1 0 0,-8 6 0,-2-3 0</inkml:trace>
  <inkml:trace contextRef="#ctx0" brushRef="#br2" timeOffset="172">7158 16756 7565,'-13'0'429,"5"0"1309,0 0-891,5 0 1,3 4-342,8 0 1,5 0-37,3-4 0,4 1-146,5 3 1,1-2-158,3 2 0,2-1 25,7 1 0,-1-3-194,0 3 0,0-2-141,0-2 0,5 0-222,-1 0 1,0 0-1141,-3 0 1,-1 0 708,0 0 0,0 0 796,1 0 0,-7 0 0,0 0 0</inkml:trace>
  <inkml:trace contextRef="#ctx0" brushRef="#br2" timeOffset="173">8981 15962 7655,'0'-19'0,"0"-4"363,0 7 1,5-2-55,-1 1 0,0 4 287,-4-4 1,0 8-179,0 0 1,0 5 178,0-4-212,-6 5-116,-1-2 0,-5 5-146,0 0 0,3 0-105,1 0 1,0 5-18,-5 3 1,0 9 82,-4 4 1,3 3-188,-2 5 0,-3 4 32,-2 9 0,-1 2 103,1 5 1,-2 7-358,2 1 0,-1 5 309,1 5 1,10-34-1,-1 1 1,1 1 0,1 0 0,-8 26 0,2-11 0,7-13-608,5-12-113,3-6 0,2-12 381,3-3 1,2-4 98,2-4 0,3 1 104,-2-5 0,-3 4 386,3-5 0,-1 1-326,4-4 0,1-1 145,-1 1 0,-4 0-54,1-1 0,-2 1 153,1-1-181,3 6 237,-4-4-121,5 10 0,-4-3 18,1 8 0,-7 4-9,3 9 1,-4 2 32,-1 6 0,0 1-80,0 3 0,0-1 0,0 5 1,0 5-23,0 8 0,0 2 27,0 2 0,-4-1-303,0 1 0,-5-1 120,5 1 1,-1 0-262,1-1 1,2-1-27,-2-2 0,3 1-173,1-6 0,1-5 257,3-7 0,0-4 332,9-5 0,-4-2 0,9-5 0</inkml:trace>
  <inkml:trace contextRef="#ctx0" brushRef="#br2" timeOffset="174">10061 16669 6606,'-7'-6'-525,"0"3"1470,3-5 1,1 5-233,-5-1 1,4-1-171,-5 1 0,5-2-6,-4 2 0,0 3-157,-5-3 1,4 2-243,-4 2 1,4 6 65,-8 2 0,-2 8-152,-2 5 1,2 8 88,-2 4 1,5 4-144,-5 5 0,6-2 6,-2 5 1,5-5-93,4 1 1,2-9-131,6-7 0,0-6 122,0-6 0,6-6-156,2-3 0,10-11 78,7-10 1,1-3-288,7-14 0,-1 1 145,1-4 0,-3 0 183,-5 0 0,0 0 46,-1-1 0,-4 7 158,-4 2 1,-6 8 194,-2 5-242,-5 7 1,2 5 494,-5 8 1,-1 5-234,-3 7 0,2 5 239,-2 8 1,3-3-134,1 3 0,0-3 7,0-1 1,0 0-380,0-1 1,0-3-352,0 0 0,0-6-437,0 1 1,0-6 120,0-2 90,5-5 0,4-3 177,7-8 1,-1-9-783,6-3 0,-2-4 543,2-1 0,3-4 619,-4 1 0,9-12 0,3 1 0</inkml:trace>
  <inkml:trace contextRef="#ctx0" brushRef="#br2" timeOffset="175">10507 16098 7655,'0'-7'1171,"0"2"-352,0 5 1,4 1-351,1 3 1,-1 9 102,-4 7 0,0 13-194,0 5 0,0 13 23,0 2 1,-2 12-481,1-30 1,-2 0 0,0 2 0,-2 0 128,-3 0 0,-1 0 0,3 2 0,-1-1-124,-2-1 0,1 1 0,1-2 1,0-1-569,-5 27 1,0-5-579,-1-4 0,6-8 598,3-8 1,5-12-213,8-13 1,0-11 341,12-9 1,0-10-60,4-7 1,-1-5 550,1-7 0,0-6 0,0-2 0,0-4 0,-5-3 0,1-3 0,1-3 0,1 0 0</inkml:trace>
  <inkml:trace contextRef="#ctx0" brushRef="#br2" timeOffset="176">10904 16073 7655,'0'-8'-601,"0"0"1,0 4 933,0-4 1687,0 5-279,0-3-1261,0 23 0,0-1 31,0 17 0,-1 2-158,-3 6 1,1 3-47,-5 6 1,5 5-305,-1 3 1,-3 4-135,-1 4 0,1-3-296,-1 4 1,1-4 199,-2-1 0,0-1-1053,5-4 1,-1-7 581,5-9 0,0-9-394,0-7 0,0-6 107,0-6 985,6-6 0,-10 4 0,2-5 0</inkml:trace>
  <inkml:trace contextRef="#ctx0" brushRef="#br2" timeOffset="177">12207 15838 7655,'0'-13'0,"0"1"1383,0 5-795,0 2 1,4 7-14,0 7 1,0 11 150,-4 17 0,0 12-276,0 9 0,0 4-347,0 4 1,0 3 57,1-32 1,-2 0 0,-1 0 0,0-1-116,0-1 1,0 0 0,-3 1 0,0 0 157,-3 30 1,-2-7-434,2-9 1,-1-7 109,4-10 0,1-8-365,4-9 203,0-8 1,6-6 100,2-6 0,3-6-198,1 2 0,1-9 466,-1-3 0,2-4-314,3-1 0,-4 1 120,4-1 0,-5-1 40,-3-3 1,0 4-28,-5 0 1,5 2 124,-5 6 0,4 5 59,-4 3 1,2 7-64,-2-3 1,-1 15 94,5 7 1,-5 6-36,1 6 0,-3 3 149,-1 5 1,4 3-70,0-3 0,1 2-242,-5-10 0,0 0-170,0-5 0,4 0-363,0-4 0,1-6-320,-1-5 0,-1-7 374,6 2 1,-1-8-45,4-4 1,5-9 232,-1-3 0,2-4 364,-1 0 0,1-7 0,2-2 0,-2-3 0,-5-1 0,-1 4 0,0 0 0,-5 5 0,-3-1 0,2 9 77,-2 3 340,0 9 537,-4 3 0,-4 10-401,0 3 1,-4 10 25,4 7 0,-6 4-52,2 4 0,1 1 28,-1-5 0,3 4-218,-3-4 0,5 0-129,-1-4 0,3-6-489,1-2 1,1-5 241,3-3 1,3-4-301,6-5 0,5-5 261,2-4 0,4-9-229,0-6 1,1-1 66,0-4 1,-4 3-178,-1 1 1,-4 0 120,0 0 0,-6 7-46,-2 6 353,-5 0 1,4 12-87,-3 0 0,-3 7 233,3 9 1,-2 3-73,-2 6 0,-4 5 155,-1 4 1,1 1-4,4 3 1,-1 3-9,-3 0 0,2 7 78,-2 2 1,-1 0 126,1 3 0,-5 3-300,5-3 0,-7 2 71,-1-1 0,-1-3-470,-3 3 1,1-4 211,-2-5 1,2-1-417,-6-3 1,2-9 92,-2-3 1,-1-10-86,6-10 1,-1-4 141,5-5 0,-1-1-78,1-3 1,1-9-199,3-7 1,1-5 206,3-4 1,2-3-258,-2-5 0,4-6 644,4-2 0,3-4 0,3 0 0,0-3 0,-1-6 0,-1-6 0</inkml:trace>
  <inkml:trace contextRef="#ctx0" brushRef="#br2" timeOffset="178">13001 16644 7655,'1'8'-13,"3"0"1,-2 1 236,2 3 0,-3 2 476,-1 2 0,0 9-258,0 8 1,0 9-148,0 3 1,0 5 139,0 4 1,-1 2-288,-3 6 0,-2 4-30,-2 0 0,-3-4 74,3-4 0,1-5-627,-2 0 1,3-3-111,-3-5 1,4-3-424,5-9 1,0-8-949,0-9 1383,0-8 0,5-9 533,4-11 0,2-12 0,1-9 0,0-8 0,1-3 0</inkml:trace>
  <inkml:trace contextRef="#ctx0" brushRef="#br2" timeOffset="179">13100 16718 7655,'0'-20'0,"0"-1"0,1 10 601,4-1 0,-3 7-112,7 1 0,-1 3 12,4 1 1,1 1-318,-1 3 0,1 3-149,-1 6 0,0 5 32,1 2 1,-1 0 78,1 0 1,-2 1-132,-3 4 0,-3 0 98,-5-1 1,0 3-140,0 2 1,-5-3-191,-3 3 1,-9 1-239,-4-1 0,-6 0 124,-2-4 1,-4-2-195,4-2 0,0-7-43,4-6 1,6-7 199,2-1 1,9-11-39,4-10 0,2-9 405,2-7 0,7-2 0,6-6 0,1-1 0,6-3 0,1-1 0,4 1 0,4 4 0,0 4 0,1 8 0,-1 4 0,-3 10 126,3 6 1,-4 7 13,-5 6 1,-2 6 671,-5 7 0,-1 5-275,1 7 0,-7-1 279,-1 1 0,-3 1-283,3 3 0,-4-3-93,3 3 0,2-4-321,-2-4 1,1-3-215,-1-6 0,2 1-309,2-1 1,5-5 321,-1-3 0,0-12-478,5-5 0,1-9 237,-2-3 0,5 1-92,-4-5 0,-2 3 143,-7 1 1,2-3 235,-6 3 1,0-1-78,-4 10 1,-1 1 156,-4 6 1,-3 4 326,-8 5 0,-2 1-176,-3 3 0,-2 10 326,2 11 0,-3 4-192,0 4 0,3 3 192,0-3 1,6 1-209,-1-1 0,-1 3-214,5-3 0,-2-3-261,10-1 1,0-4-1083,4-4 615,0 2 1,5-14 333,3-1 0,5-7-768,3-5 0,4-4 446,4-9 1,-3-3 288,0-9 0,-1 3 328,5-3 0,-1-2 0,-4 2 0,2-4 0,-5 4 0,4-4 0,-5 4 0,1 2-24,-5 6 0,1 5-18,-1 7 0,-4 0 1139,0 4 1,-3 4-439,3 9 1,-5 2-136,1 11 1,1-1-208,-1 5 1,1 1-296,-5 3 0,0-1 129,0 5 1,-5-6 57,1 2 1,-4 2-176,4-2 1,-6-6 78,2-6 221,2-4-245,1-6 0,5-4 129,0-11 1,3-6-186,5-11 1,2-4-178,10 0 1,1-5-184,4 1 1,0-3 178,-1-1 0,1 5-1023,0 3 0,0 4 549,0 5 1,-5-2 621,1 5 0,-6-5 0,3 3 0</inkml:trace>
  <inkml:trace contextRef="#ctx0" brushRef="#br2" timeOffset="180">14663 15925 7655,'-5'-13'741,"-4"1"-41,4-1-226,-6 1-282,9 5 0,-3 4 24,5 12 0,0 6-24,0 14 0,0 9 0,0 12 1,0 6-49,0 11 0,-2-31 0,0 2-144,0 3 0,0 1 1,-1 0-1,2 1 386,1 0 0,0 1 0,-2-1 0,-1 1-482,2-1 1,-2 1 0,-1-4 0,0-1 65,2-1 1,0-1 0,-2 26-482,4-9 0,0-10 334,0-7 1,5-2 40,4-10 0,6-5-75,1-11 0,5-4-2907,-5-5 3118,6 0 0,-2 0 0,5 0 0</inkml:trace>
  <inkml:trace contextRef="#ctx0" brushRef="#br2" timeOffset="181">14279 16706 7655,'-13'0'40,"5"5"123,0 4 1,1-1 88,-2 4 0,4-1-48,5 10 0,0 0-101,0 4 1,1 5 88,3 3 0,5 4 30,7 5 0,-2-3-18,3 7 0,-8-1-108,0 5 1,-7-4-21,2-1 0,-2 0-189,-2 5 1,-4-3-57,0-6 0,-5-1-123,5-11 0,-4-5-622,4-8 454,0-8-654,4-2 765,5-17 0,1 1 103,2-10 1,-1-2 245,-3-7 0,-3 1 0,3-5 0,3 0 0,0-4 0</inkml:trace>
  <inkml:trace contextRef="#ctx0" brushRef="#br2" timeOffset="182">14254 16917 7655,'0'-31'0,"0"5"0,0-3 0,3 3 192,5 1 1,1 5 122,12-1 1,0 6 211,4-2 1,1 5-123,3 4 1,-3-2-107,3 6 1,-7 1-281,-1 7 0,-8 3 54,0 6 1,-2 0-103,-7 4 0,-1-2 55,-7 6 1,-1-1-23,-7 5 1,2 0-206,-6 0 0,1-2-218,-2-2 1,3 1-318,-2-6 0,2 1 327,2-5 0,-1-1-136,1-2 0,-1 0-207,1-5 752,0 1 0,-1-5 0,6-6 0,7-6 0,7-8 0</inkml:trace>
  <inkml:trace contextRef="#ctx0" brushRef="#br2" timeOffset="183">14998 16694 7655,'0'-13'365,"4"5"596,0 0-636,1-1 1,-7 2-88,-2 3 0,-3 3 266,-5 1 1,-1 0-163,1 0 0,-5 7 34,1 5 1,-5 3-139,5 10 1,-5-3-60,4 7 1,1-1-279,3 1 0,1-3 152,0 3 0,5-3-209,3-1 1,2-6 113,2-2 1,7-9-550,6-4 1,0-4 280,8-4 1,0-9-209,3-7 1,1-4 166,0 0 1,-4-1 137,-1 0 0,-4 2 242,0 2 0,-2 3-92,-2 6 452,1-1-308,-1 6 1,-4 7 79,1 9 1,-7 3-36,3 4 0,-4 4 203,-1 5 1,-1-2-166,-4-2 1,4 1-91,-3-6 0,3 1-1554,1-5 1130,0 1 1,1-2-737,3-3 0,-1-4 218,5-8 868,0-3 0,10-11 0,2-1 0</inkml:trace>
  <inkml:trace contextRef="#ctx0" brushRef="#br2" timeOffset="184">15283 16632 7655,'-11'12'-1681,"3"0"2627,-3 1 0,6-1-339,-4 1 0,2 3 45,3 1 0,2 5-150,-7-2 1,7 4 36,-3 1 1,0-1-319,1 1 1,0-1-30,4-4 0,0-2-611,0-5 0,1-2 360,3-3 1,3-3-439,5-5 0,1-2 255,-1-7 0,5-2-391,-1-13 1,5 2 278,-4-7 0,5 1-6,-2-1 1,-2 3 328,-1-3 1,1 4-21,-2 4 0,-1 4 930,-6 4-519,2 1 251,-4 5 0,-1 4-253,-1 11 1,-8 3 73,-1 14 1,-6-3-150,2 7 0,1-3-88,-1-1 0,5 0-209,-1 0 1,2-6 77,2-2 0,0-4-1803,0 0 882,0-1-1981,6 1 2838,1-7 0,5-6 0,1-6 0</inkml:trace>
  <inkml:trace contextRef="#ctx0" brushRef="#br2" timeOffset="185">15842 16619 5898,'0'-7'0,"0"2"0,0 5 0,0 0 0,0 5 0,0 2 0</inkml:trace>
  <inkml:trace contextRef="#ctx0" brushRef="#br2" timeOffset="186">15755 16756 7655,'-13'5'567,"-2"2"-375,3 5 0,-2-3-89,10-1 66,0-5 1,5 6 383,3-5 1,3 1-170,6-5 1,3-2-27,1-2 1,3-3-330,-3-5 1,5-2 64,-1-3 1,-2 2-161,2-5 0,-2 3 88,2-4 1,-4 6-347,-4-1 1,-1 1 198,1-2 0,-5 5-191,0-1 214,-5 1 0,1 6 90,-8-2 0,-7 3 215,-6 5 1,-3 5-70,3 3 0,-8 5 200,5 3 1,-6 4-106,5 4 1,-3 1 93,0 0 0,3 4-37,0 0 0,6 5-218,-1-1 0,7-1-177,5 1 1,3-7-302,1-1 0,3-1-474,5-8 1,1-1 438,12-6 1,-4-4-810,3-5 0,1-1 1254,4-3 0,0-3 0,-1-6 0</inkml:trace>
  <inkml:trace contextRef="#ctx0" brushRef="#br2" timeOffset="187">16276 16619 7655,'-7'0'4566,"-4"0"-3678,10 0-295,-5 0-23,1 0-378,3 6 0,-3-4-235,5 7 1,0-5 98,0 4 0,4-4-39,0 4 0,0-3 2,-4 3 0,4-4-93,0 4 0,0 1 17,-4 3 1,5-4 58,-1 0 0,0 1-202,-4 3 0,4 1 67,0-1 0,2-4-150,-2 1 1,-3-1 105,3 4 0,-2-4-148,-2 1 0,0-5 35,0 4 0,0-4-31,0 5 1,-2-5 46,-2 4 1,-3-4 59,-5 4 1,-1-1 121,1 1 1,-5 4-80,1-4 0,-2-1-416,1 1 0,2-5-1,-5 1 588,-1 3 0,-4-6 0,0 5 0</inkml:trace>
  <inkml:trace contextRef="#ctx0" brushRef="#br2" timeOffset="188">17405 16520 7655,'5'-7'1450,"4"3"0,-3 4-668,3 4 0,-1 6-412,4 10 0,-5 2-66,-3 11 0,2 1-139,-2 3 0,0 4 39,-4 0 0,-4-3-507,0-5 1,-4-10 215,3 2-2052,1-9 1133,4-3 1,0-9-363,0-8 1,0-4 1367,0-9 0,-5-8 0,-2-6 0</inkml:trace>
  <inkml:trace contextRef="#ctx0" brushRef="#br2" timeOffset="189">17405 16383 7655,'0'-16'26,"0"-1"0,5 1 451,4 3 1,2 1-120,1 0 1,6 3-669,3 1 0,2 1 153,2-1 0,4 1-386,0 3 0,0 3 543,-5-4 0,1-1 0,0-1 0</inkml:trace>
  <inkml:trace contextRef="#ctx0" brushRef="#br2" timeOffset="190">17777 16446 7655,'0'24'274,"0"1"0,-4 0-110,0 0 1,-1-2 472,5-2 0,0 2-79,0-2 1,0-2 38,0 2 1,0-2-334,0 2 1,0-3-237,0-6 1,2-1-157,2-3 1,-1 2 168,5-6-248,0 0 0,9-4 162,-1 0 1,1-5-135,-5-3 0,2-8-37,3 0 0,-4-1-99,4 5 0,-2 0 140,2-1 0,-8 2 77,4 3 0,-4-2 312,4 6-110,-1 0 177,1 4 0,-2 1-121,-3 3 0,2-1-33,-6 5 1,0 1-199,-4 3 1,0 1-180,0-1 0,4-4-409,0 0 1,0 1 339,-4 3 0,0-4-744,0 1 0,0-5 1063,0 4 0,6 0 0,1 5 0</inkml:trace>
  <inkml:trace contextRef="#ctx0" brushRef="#br2" timeOffset="191">19055 15999 7655,'0'-19'32,"0"-3"142,0 5 0,0 1 779,0 3 280,0 1-444,0 5-349,5 29 0,2 7-110,5 25 0,1 8 33,-1 4 0,-5-29 0,-1 2-399,0 0 0,0 0 0,0 3 0,0 0 265,1 0 1,-1-1 0,-2 0-1,-1-1-83,-1 2 1,0-1 0,1-4-1,-1 0-196,1-1 1,-1-1 0,2 25 173,-4-14 1,1-10 36,3-12 1,-1-6-157,5-10 1,1-3 98,3-10 1,6-3-150,3-8 0,3-9 21,5-8 0,-1-4-300,5-5 0,4-7 164,-16 20 0,-1 0 1,2 0-1,-1 0-104,0-2 1,0 0-1,-2 1 1,2-1-283,1-3 0,1-2 0,-3 1 0,0 0 248,1-2 1,-1-1-1,-2 2 1,-1-1-228,0 2 1,-1 0 0,7-31 33,2 8 1,-4 4-994,-1 9 1484,-7 2 0,-5 7 0,-2 3 0,2 4 0,0 3 0</inkml:trace>
  <inkml:trace contextRef="#ctx0" brushRef="#br2" timeOffset="192">20878 16619 7655,'-12'11'-103,"-1"-3"1,1 2 1339,0-6-808,5 0 1,4-4 195,11 0 1,6 0-253,11 0 0,7-5 92,5-3 1,1-3-127,8-2 0,-2 1-365,1-1 1,2 1-239,-5 0 0,-1-5-292,-4 0 1,-1-3-851,-3 3 1,-3-1 668,-5 2 0,-5 1 737,-4-6 0,-2 6 0,-2-3 0</inkml:trace>
  <inkml:trace contextRef="#ctx0" brushRef="#br2" timeOffset="193">21275 15962 7655,'-12'0'774,"1"1"-373,3 3 1,-2 5-99,6 7 0,-6 14 125,2 12 1,-3 12-164,-2 8 0,7-27 1,0 3-391,0 3 0,0 0 0,-1 1 0,1 0 331,0 0 0,0-1 1,0-1-1,-1 0-32,1-3 0,0 0 0,2-1 1,0 0-69,-5 30 0,8-12 36,1-17 1,7-12-872,9-13 0,5-1 426,8-7 1,3-10-856,5-11 1,2-11 214,2-5 0,-2-12-1784,2-5 2727,-8-2 0,-3-2 0,-5-2 0,0-5 0,0-4 0</inkml:trace>
  <inkml:trace contextRef="#ctx0" brushRef="#br2" timeOffset="194">21759 15739 7701,'7'-7'1504,"-2"1"1,-5 14-1086,0 9 0,-1 9 204,-3 16 1,-3 3-89,-5 9 1,-1 4-471,1 8 1,4-31-1,-1 0 120,1 4 0,0 1 1,-3-1-1,1 0-85,2 0 1,0 1 0,-1-2 0,0-1-782,-8 25 0,7 0 609,-2-12 0,4 0-294,-1-13 1,5-10 166,8-14 1,1-6-464,7-7 0,-1-3 211,10-5 1,-5-6 44,5-11 1,-2 0 638,2 1 0,1-1-209,-6 0 0,0 4 263,-8 1 1,3 9-229,-3-2 0,-1 9 852,1 0-687,-5 3 1,3 7-8,-6 7 1,4 1 2,0 6 1,0 1-87,-4 4 0,0 0-169,0-1 0,0-4-255,0-4 1,0 2-649,0-1 1,4-5 462,0-4 0,2-5-2165,-2 1 2640,-3-2 0,10-2 0,-4 0 0</inkml:trace>
  <inkml:trace contextRef="#ctx0" brushRef="#br2" timeOffset="195">21970 16632 7814,'0'-36'364,"0"3"0,0 6 48,0 7 0,5 5 19,4-2 0,2 5-90,1 3 0,6 5 100,3 8 1,-2 5-122,2 7 0,-2-1-112,2 6 0,-5 1-22,-8 7 1,-2-3 47,-6 3 0,0 1-192,0-1 0,0 0-26,0-4 0,-4-6-191,0-2 1,-5 1-298,5-2-401,0-5 556,4-5 0,2-16 53,2-2 0,3-14-114,5-3 0,6-6 27,3-2 1,2-4-202,2-1 0,-4 1-13,-1 4 0,-3 4-573,3 0 1138,-4 11 0,1-7 0,-4 9 0</inkml:trace>
  <inkml:trace contextRef="#ctx0" brushRef="#br2" timeOffset="196">22429 16495 7814,'-1'21'471,"-4"-1"1,3-3 235,-7 4 0,7-5-229,-3 5 1,3 0 66,-2 3 0,2 0-173,-2-4 0,3-2-433,1-5 201,0-1-91,5-5 1,6-1 118,6-6 0,5-11-548,-1-6 0,1-5 78,-2-3 1,4 0-151,-4 1 0,2-1 177,-1 0 0,1 2 55,-5 2 0,-6-1 276,-7 5 0,-3 1-103,-1 3 1,-1 5 133,-3 0 0,-5 5 70,-7-1 0,-5 4 102,-8 4 0,3 4-79,-3 9 1,0-2 12,4 6 1,-2-2-485,6 2 0,7 1 167,2-6 1,8 5-827,0-5 1,5 5 455,7-4 1,6-6-360,11-7 1,5-3 852,3-1 0,3-5 0,1-4 0,1-9 0,-1-6 0,-1-3 0,-3-6 0,1 6-90,-5-2 0,-5 4 104,-8 4 15,-8 9 0,-2 8 125,-6 8 1,-1 6 173,-4 10 0,-2 2 146,-5 11 1,0-1 3,-1 1 1,5-2 409,0-7 1,4 1 140,-5 0 1,7-6-1069,-3-2 0,10-9 79,3-4 0,4-2-501,5-2 0,2-11 227,6-6 1,0-5-383,0-3 0,-1-4 187,1 0 0,0 0 81,0 5 0,-6-1 204,-2 0 1,-8 4-348,0 1 786,-7 4 0,2 4-201,-8 8 1,2 4 539,-7 4 0,1 8-306,-4 9 1,-1 3 183,1 0 1,1 1-121,2 0 1,0-2-42,5-2 0,-2 1-576,2-5 1,3 3 170,-3-3-123,2-1 1,8-9 124,2-3 1,4-8-652,5-4 1,2-9 304,6-3 1,1-5-276,3-4 0,-3 3 285,3-3 1,-4 3 234,-4 1 1,1 1 35,-6 4 420,1 2 582,-10 11 0,-2 7-479,-5 8 1,-1 9 8,-3 3 1,1 4-87,-5 1 0,5 0 152,-1-1 0,2 1-167,2 0 1,0 0-283,0 0 0,0-2 49,0-2 0,2 2 93,2-2 1,-3-2-183,3 2 0,2-1 18,-2 5 0,0 0 60,-4 0 0,-4 4 8,0 0 0,-6 5-83,2-1 0,-7 4 53,-2 5 1,-1-5-8,2 0 1,2-1 54,-2-7 0,0-4-5,0-5 0,2-10 78,-2-2 0,2-5-82,1-3 1,4-5-180,-4-4 0,8-3 60,-8-5 0,9-2-186,0-6 0,3-5-206,1-3 1,0-3-249,0-1 0,5-10-569,4-3 1,2-9 206,1-3 1,6-3 588,-8 29 1,1-2-1,2-1 1,1-1-75,0-5 1,1-1 0,4-2 0,1-1 518,-2-3 0,1 0 0,1 3 0,1 0 0,0 3 0,0 1 0,0 2 0,0 1 0,2 2 0,0 1 0,0 3 0,1 2 0,17-20 0,0 12-59,-3 13 1,-5 4 58,0 4 0,-11 5 0,-2 7 684,-10 4 1,0 10 126,-6 4 0,0 7-20,-4 5 1,-1 8 237,-3 4 1,-3 7-320,-6 1 1,-1 10-250,-2-1 1,2 2-133,-2-2 0,-2-1-73,1 1 0,1 4-48,3 0 0,1-1-911,-1-3 0,2-6 527,3-3 0,3-5-406,5-7 0,1-7 275,3-14 0,4-3 21,9-10 1,1-3 23,2-8 0,4-4 214,-3-4 1,1 0-104,-2 3 0,2-1 384,-5 6 1,1 3 325,-2 5 1,-2 5-249,3-1 1,-8 4 282,0 4 1,-7 5-212,3 7 1,-4-1 270,-1 6 0,-1-2-327,-4 2 1,4 1-164,-3-5 0,-2 1-1174,2-2 1,0-2 618,4 2 1,0-6-529,0-2 1,1-5 429,4 1 1,1-2 488,7-2 0,5-6 0,1-1 0</inkml:trace>
  <inkml:trace contextRef="#ctx0" brushRef="#br2" timeOffset="197">24401 16545 7703,'-18'0'1588,"5"4"-563,-4 0-704,9 0 1,9 0-94,12 0 0,11 5 538,14-5 0,9 0-545,6-4 0,7 0-24,-3 0 0,4-6-1238,1-2 0,4-8 778,0-5 1,-5-4-1182,-7-4 1,-5-2 697,-3-7 0,-1 1-306,-7 0 1052,-9 5 0,-9-1 0,-7 3 0,-6-3 0,-5 0 0</inkml:trace>
  <inkml:trace contextRef="#ctx0" brushRef="#br2" timeOffset="198">25046 15962 7703,'-16'12'848,"-1"1"1,-3 0-345,3 4 0,1 9-255,3 11 0,-3 12 455,-1 8 0,-4 4-527,5 1 1,-1 0 45,5 0 1,1-7-28,3-5 1,2-12-929,6-9 0,2-8 486,2-4 1,4-9-663,8-4 1,9-8 75,8-4 1,5-14-16,3-7 0,-1-6 466,5-2 0,-3-2 149,3-2 1,-2-4 231,-18 18 0,0 0 0,16-26-84,-18 25 1,-1-1 0,-1 0 0,-2 0 83,1-2 0,-2 0 0,-2-3 0,-1 0 0,0-1 0,-1 0 0,-3 1 0,-1 0 0,6-32 0,-7 6 0,-5 6 0,-4 12 0,-4 18 0,-3 11 0,-6 13 0,1 13 0,0 11 0,-1 8 1644,1 9 0,-1 5-703,1 8 1,4-2-258,-1 6 1,0 0-311,-8 4 0,4-4 99,-4 0 0,3-6-333,2 2 0,-1-2-415,1 2 1,5-9-442,3 1 0,3-13 818,1-8 0,1-3-605,3-10 1,8-2 204,9-10 0,3-2-377,0-2 1,3-7 194,2-5 1,-3-1 441,3 5 1,-5-1 195,-3 1 0,1 1-162,-5 3 460,-1 2-360,-3 1 618,-6 3-340,4-3-103,-10-1-360,10-1 1,-4-4-195,5 3 0,2-3 95,3 3 0,-4-3-85,4-2 1,-3 1 206,-2-1 0,1 2-47,-1 3 0,0-1 719,1 4-483,-6 1 0,-2 10 291,-5 2 0,0 4-191,0 5 1,0-3-193,0 2 0,2 2-189,2-1 1,1-1-441,3-3 0,5-2 598,-1-3 0,1 3 0,5-4 0</inkml:trace>
  <inkml:trace contextRef="#ctx0" brushRef="#br2" timeOffset="199">26994 16396 7211,'-25'-13'-1108,"2"2"1626,2 3 1,-1 3 849,6 5 0,3 7-765,5 5 0,0 7-112,-5 10 0,5 3-324,0 5 0,5-1 42,-1-3 0,2-3-220,2-5 1,2-7-3,2-6 0,4-5 28,9-7 0,3-2-315,9-7 1,-1-4 150,5-12 0,0-4-286,4 0 0,-4-6 187,0 2 0,-5 2 91,1-2 1,-8 5 8,-5-1 0,-3 4 35,-5 5 0,-5 2 36,-12 5 0,-6 6 124,-14 3 1,-4 3-93,-8 1 1,-2 7 147,-2 5 1,-2 2-214,5 7 0,2-5 42,7 5 0,4-6-662,9 2 1,3-4 309,9 0 0,2-1-416,6 1 836,6-7 0,6 5 0,8-4 0</inkml:trace>
  <inkml:trace contextRef="#ctx0" brushRef="#br2" timeOffset="200">27155 16297 7703,'28'-21'376,"-3"0"0,2 8-18,-6 0 0,5 2 3,-1 7 0,1 1 53,-9 7 0,-1 9 104,-3 7 1,-2 4-302,-3 1 1,-3 4-60,-5 0 1,0 4-39,0-4 0,0 4 77,0-4 0,-5 0-127,-3-5 0,-3 0 109,-2-4 1,5 1 25,0-9 53,-1 4-119,3-15 1,0 3-133,6-8 1,1-8-187,4-9 1,1-2-428,7-2 0,3 0 326,1 0 1,4-4-870,-5 0 1,6-4 462,-1 4 1,2 0-953,2 4 1638,0 6 0,0-4 0,0 3 0</inkml:trace>
  <inkml:trace contextRef="#ctx0" brushRef="#br2" timeOffset="201">27701 16309 7703,'-5'18'1216,"-2"-3"-645,-6 6 0,1-5 238,0 5 0,-1 0-128,1 4 0,-1-2-264,1-2 1,0 2-622,-1-2 0,6-3 143,3-2-2066,3-2 1241,1-2-280,5-5 1,2-3 562,6-8 1,-1-4 225,0-9 0,1 0 377,-1-4 0,1-3 0,-1 4 0,2-5 0,2-4 0,-6 3 0,2-3 0,-3 1 0,-1-1 0,2 2 0,-6-6 0,0 5 1247,-4-1 0,0 3-121,0 1 0,0 5-120,0-1 0,0 10-533,0-2-574,0 9 1,5-1-315,4 5 0,-3 1 317,3 3 0,-1 3-1292,4 6 1,1-1 1389,-1 0 0,6 6 0,1 2 0</inkml:trace>
  <inkml:trace contextRef="#ctx0" brushRef="#br2" timeOffset="202">28371 16632 7203,'-12'-20'-1102,"3"2"1810,1 6 0,0 0-208,-5-1 1,-3 2 109,-1 3 1,-5-2-223,2 6 0,-5 5 81,-4 8 0,-3 9-147,-5 6 1,0 3-152,0 6 0,5-2-82,3 2 1,4-2-287,4-6 103,9-6 1,8-3-148,8-7 0,10-7 64,11-10 0,6-6 29,11-10 0,-2-7 257,5-2 0,-5 3-99,1 1 1,-6-1 82,-2 1 1,-5 4-39,0 4 0,-3 12 57,-4 0-39,-3 7 0,-11 13 4,-3 5 0,-3 12-74,-1 5 0,-5 8 45,-3 5 1,-4-1-109,0 5 0,-2-8-48,-2 8 0,2-3 326,-3 2 1,2 2 93,-1 3 0,2-7 113,-3 3 1,-1-8-161,2 4 0,-2-9-86,1 4 0,4-12-174,-4 0 0,3-4 149,2-8 0,0-6-434,-1-7 0,1-3 187,-1-1 0,1-5-384,0-4 0,-1-3 120,1-5 1,-1-2-332,1-6 1,5-1 181,3-3 1,3-4-85,1-8 0,0-5-1211,0-7 1466,5 2 1,7-16 0,8 4 0</inkml:trace>
  <inkml:trace contextRef="#ctx0" brushRef="#br2" timeOffset="203">28594 16334 7692,'13'0'1052,"-1"0"1,-4 5-450,1 4 0,-7 3 39,3 5 0,0 2-351,-1 6 0,-1 5-261,-7 3 0,3-1-141,-4 1 0,0-1-472,1 1 1,-5-3-478,5-5 1,-1-6 86,1-2 143,2 2 0,-5-11 830,3 0 0,3-5 0,-5-3 0</inkml:trace>
  <inkml:trace contextRef="#ctx0" brushRef="#br2" timeOffset="204">28768 16297 7692,'12'-13'579,"1"1"181,-1-1 1,1 2-735,-1 3-1491,0 3 1061,1 10 404,-6 2 0,4 5 0,-4 1 0</inkml:trace>
  <inkml:trace contextRef="#ctx0" brushRef="#br2" timeOffset="205">28979 16594 7692,'-14'32'0,"-2"-3"0,2-7 1182,-3-1 0,4-1-514,0 5 1,2-1 53,3-4 0,2-2 169,6-5-766,0-1 1,6-5-102,2-3 1,10-8-105,7-4 0,5-10-92,7-7 0,5 0-302,-1-4 1,0-1 263,-3 1 0,-1 0 27,0 4 0,-2 6 428,-7 2 0,0 5-111,-11 4 0,-5 2 377,-4 6 0,-5 2-85,1 2 1,-8 7 57,-4 5 1,-5 8-70,-3 0 1,2 0-44,-3 1 0,4-1-277,0-3 1,2-2 63,3 2 0,1-6-1129,3 2 0,3-8 149,-4 0-2955,4-7 2438,1 4 0,1-6 1338,4 0 0,-4-6 0,4 0 0</inkml:trace>
  <inkml:trace contextRef="#ctx0" brushRef="#br2" timeOffset="206">29996 15577 7668,'6'-7'0,"1"-2"1184,5 5 0,6-5-384,3 5 1,2-4-427,2 4 0,-2 0-142,-2 4 0,-3 12 78,-6 9 0,-5 9-117,-3 11 1,-13 15 3,-8 10 1,4-31 0,-1 1-253,-3 1 1,0 1-1,0 0 1,-1 1 71,-1-2 0,0 0 0,1 0 1,1-2-91,-17 27 1,10-7-120,7-5 0,10-7-170,7-10 0,11-9-414,10-7 1,9-3-140,7-2 0,1 1 393,3-1 0,-8 6 333,-4 2 0,-8 9-17,-5 5 1,-7 8 978,-5 8 1,-6 1 17,-6 7 0,-7 0 171,-14 4 1,1-6-449,-5-2 0,0-3-132,-4-2 0,3-3-658,-4-1 1,8-6 201,-7-2 1,6-1-907,-2-7 1,6 4 527,-2-4 0,4-1 452,4-8 0,1-1 0,5-5 0,-1-1 0,0-4 0</inkml:trace>
  <inkml:trace contextRef="#ctx0" brushRef="#br2" timeOffset="207">29872 17525 7671,'-1'-9'1207,"-3"1"-1207,-3 0 0,-17-10 0,-2-1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0.306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9056 2108 7428,'0'7'293,"0"-1"268,0-6 349,0 0-744,5 0 0,-2 0 3,5 0 1,1 0-174,3 0 1,1 4-50,-1 0 1,2 2 108,2-2 1,2-3-85,3 3 1,2 2 112,-2-2 1,8 4 46,4-4 1,-1 5-68,1-5 0,4 0-37,4-4 0,2 4 34,-2 0 0,-2 0-6,2-4 0,-2 0-14,-2 0 0,0 4-2,1 0 0,-3 2-121,-1-2 0,1-2 131,-2 2 0,3 1-163,2-1 1,3 0 79,0-4 0,5 2-33,-5 2 0,7-3 60,2 3 1,0-2-185,3-2 1,0 0 172,0 0 0,-2 0 0,3 0 1,-4 0-3,-5 0 1,2 4-13,-5 0 0,4 2-178,0-2 0,-2-2 112,1 7 1,-3-5-109,3 4 0,-3-4 138,3 5 0,-4-7-30,5 2 1,-2 2-12,2-2 0,2 4-7,-3-3 0,2 0 57,-1-1 1,-2-2-37,-3 2 0,-4-3 131,1-1 0,-3 1-113,-6 4 0,0-4 137,-4 3 0,0-3-65,0-1 1,0 0 257,-1 0 0,0 0-263,-4 0 1,7 0 33,-7 0 1,5 0-63,-8 0 1,3 0 34,-3 0 0,4 0-22,-5 0 1,2 0 8,-1 0 1,-4 5-28,4-1 1,-3 0 20,-2-4 1,-4 0-25,1 0 1,-5 0-3,4 0 1,-4 0-44,4 0-118,-5 0 133,3 0-205,-6 0 1,-2 0-115,-2 0 394,-3 0 0,-5 0 0,-1 0 0</inkml:trace>
  <inkml:trace contextRef="#ctx0" brushRef="#br0" timeOffset="1">6017 5606 7895,'-9'-13'1186,"1"1"1,5 0-653,-1-1 0,3 5 118,1 0-363,0-1 0,1 3 244,3 1 1,9 0-48,7 1 1,4-4 53,1 3-254,5 1 0,2 4-94,5 0 0,0 0 1,0 0-115,1 0 1,-3 0-153,-2 0 1,1 6-64,-10 2 0,3 7-444,-11 2 0,-1 3 332,-7-3 1,-2 6-15,-6 2 1,-1 0 0,-4 5-134,-3 1 0,-8 0-18,-5 6 1,-7 1 309,-1-1 1,-5 0-111,1 0-1094,-3 1 1547,-1-1 1,4-4-106,0 0 1,1-6-1,0 2 66,8-2 0,4-4-67,8-2 1,5-3-43,3-6 0,4-4 94,4 1 1,7-7-36,5 2 0,8-2 87,1-2 0,1 0 326,7 0 1,0 0-506,4 0 1,5 0 0,-1-2-360,-1-2 0,-3 2 155,-4-7 1,3 2-849,-3-1 0,-2-3-255,-3 3 1,-1 1 158,-3-1 1090,1 5 0,0-14 0,0 4 0</inkml:trace>
  <inkml:trace contextRef="#ctx0" brushRef="#br0" timeOffset="2">6798 5705 7853,'-7'6'574,"2"-4"-402,5 7 0,0-5 517,0 4 0,1 2-213,3 6 1,5-2-186,7 3 1,-1 0 26,6 0-159,-6 5 0,8-3 158,-2 6-132,-3 0 1,6-2-364,-4-2 1,-1-3 0,1-6-1714,-2 1 0,2-2 1891,-3-3 0,5-2 0,-3-6 0</inkml:trace>
  <inkml:trace contextRef="#ctx0" brushRef="#br0" timeOffset="3">7158 5569 7853,'-25'12'758,"0"0"0,0 2-483,1 3 1,2 3 657,-3 9 0,3 3-412,-7 5 1,-2 0-332,3 1 1,-3 0 0,2 2 91,-4 2 1,3-1-696,1-4 0,3 0-1046,1 1 0,1-7 384,4-2 2,2-8-577,11-3 1650,1-11 0,6-2 0,0-5 0</inkml:trace>
  <inkml:trace contextRef="#ctx0" brushRef="#br0" timeOffset="4">6277 5606 7910,'-12'0'-151,"-1"0"1,5 0 751,0 0 0,1 1 486,-1 3-725,-3-2 1,4 13 97,-6-3-292,1 9 1,-1-2-5,1 6 1,-2 5-1,-1 3-117,-1 3 1,-6 6-516,1-1 0,-4 6 339,-4-2 1,3 4-675,-3 0 0,4-5 450,4-2 0,-1-8 1,6-4-497,1-3 0,6-5 137,5-10 712,3-5 0,-5-2 0,0-5 0</inkml:trace>
  <inkml:trace contextRef="#ctx0" brushRef="#br0" timeOffset="5">7480 5655 7910,'7'-5'940,"0"-1"-647,-3-2 0,3-1 1135,6 4-913,10-4 0,1 6 34,13-5 1,4-1 238,13-3-737,2 0 1,6-1 181,0 1 0,-1-1 1,-4 2-112,-8 3 0,-10 3 240,-10 5-685,-9 0 0,-7 7-585,-9 5 0,-10 6 510,-6 7 0,-7 6-490,-10 7 0,-3 0 450,-5 8 1,-4-5 0,-2 3 146,-1-1 1,0 2-756,-2-3 1077,-2-1 0,9-5-16,-2-3 0,2 3 251,2-3 1,5-7-288,3-1 650,9-9 0,3 6-163,9-5 1,2-1-1,8-5 146,2-2 0,8-2-187,9-3 1,8-3-84,4 3 1,7-4-17,1-4 1,6-3-139,-1-5 0,5-1-140,-2 1 1,4 0-833,-8-1 0,-2 1 565,-2-1 1,1 1 0,-4 1-857,-2 3 0,-8-2 1075,-4 6 0,3-3 0,-11-1 0,-2-6 0</inkml:trace>
  <inkml:trace contextRef="#ctx0" brushRef="#br0" timeOffset="6">8374 5631 7910,'-18'5'592,"-3"3"0,-2 1-80,-2 3 0,0-2-90,0 6 0,-1 8-240,-3 1 0,1 8 35,-5 0 1,0 3-110,-4 1 1,0 4-105,0 0 1,1 5 0,3-5-51,4-1 0,3-3-628,1-4 0,5-4 252,4-8-401,2-3 0,6-7-1288,0-3 2111,5 3 0,-3-9 0,6 3 0</inkml:trace>
  <inkml:trace contextRef="#ctx0" brushRef="#br0" timeOffset="7">8895 5519 7910,'-7'6'850,"1"-5"492,1 10-865,3-4 0,-3 9 239,5 1 1,1 9 0,3 0 305,5 5-1038,7 2 1,-1 4 200,6 0 1,-2 4-282,2 1 1,1-5 0,-4-5-333,1-2 0,1-1-594,0-4 1,2-7-653,-5-6 0,1-5 1674,-2-7 0,4-11 0,4-3 0</inkml:trace>
  <inkml:trace contextRef="#ctx0" brushRef="#br0" timeOffset="8">9279 5618 7910,'-30'6'1431,"2"2"-938,-5 9 1,4-1 230,-4 9 1,0 2-125,-4 11 0,-2-1 95,-2 0 0,4 2-487,0 2 1,1-2 8,7 2 1,1-7 0,8-1 0,2-4-1154,5 4 0,2-6-1209,3-3 0,4-10 2145,8-10 0,3-2 0,5-2 0</inkml:trace>
  <inkml:trace contextRef="#ctx0" brushRef="#br0" timeOffset="9">9490 5581 7801,'13'-12'201,"-1"-1"1,0 1 1206,1-1 252,5 7 0,1-5-788,6 2 1,-3 4-319,3 1 0,2-2-178,10 2 0,-4-2-375,1 2 1,1 3 0,4-3-353,-3 2 1,-3 8 282,0 2 0,-8 3-423,-9 2 0,-7 5 305,-5 2-2,-3 9 1,-12-1-207,-5 5 1,-12 4 214,-5 4 1,-4 6 56,-5-1 1,2-2 265,-5 1 0,5-5 166,-1 2 1,6-4 1007,2-1-1057,11 1 1,4-12 524,14-6 1,5-4-240,8-4 1,6-1 0,14-3 0,4-2-419,8-6 1,-1-2 0,7-2 120,4-4 0,-1-3-928,3-1 1,-6-1 499,-1 1 0,-5-5-818,5 1 1,-11-2 423,3 1 0,-8 2-1896,3-6 0,-4 5 2468,4-5 0,-5-4 0,3-4 0,1 2 0,1 1 0,0 1 0</inkml:trace>
  <inkml:trace contextRef="#ctx0" brushRef="#br0" timeOffset="10">10383 5631 7801,'-18'5'0,"-1"2"1097,0 0 1,-5 5 0,4-1 1640,-4 5-2084,-6 11 0,-3-1-503,-9 11 0,3 1-250,-7-1 1,1 6-1656,-5 2 1,0-1 1029,1 2 1,21-24 0,1 0 723,-2 0 0,0 1 0,-4 2 0,-1-2 0,0 0 0,0-1 0</inkml:trace>
  <inkml:trace contextRef="#ctx0" brushRef="#br0" timeOffset="11">5719 5556 7810,'-8'0'0,"-1"0"0,5-4 35,-4 0 0,5-2 132,-1 2 1,3 2 674,1-7-507,0 7 0,0-9-14,0 2 1,1 4-48,3 1 1,3-2-182,5 2-60,1 0 0,-1 4-60,1 0 0,-1 0 0,0 0 200,1 0 1,1 4-201,2 0 1,-1 4-190,6-3 0,0 3-255,4-4 0,1 1-384,3 0 0,2-4 379,7 3 1,-1-3-97,0-1 1,-1 0 571,-3 0 0,3 0 0,-5 0 0</inkml:trace>
  <inkml:trace contextRef="#ctx0" brushRef="#br0" timeOffset="12">4602 5854 7810,'-6'0'527,"0"1"228,6 3 1,6-2-254,2 2 1,8 1-384,5 0 0,2-1 32,2-4 1,4 0 71,0 0 0,6 0 0,-2 0 0,-2 0-13,2 0 0,-9 0-210,1 0 0,-9-6 0,2-1 0</inkml:trace>
  <inkml:trace contextRef="#ctx0" brushRef="#br0" timeOffset="13">4540 6052 7833,'-11'9'0,"3"-1"661,3-5-334,5 2 0,6-5 124,7 0 0,5 0-104,7 0 0,1-4-717,3 0 1,-3 0-867,3 4 1,-3-4 309,-1-1 926,-6 1 0,-1 4 0,-6 0 0</inkml:trace>
  <inkml:trace contextRef="#ctx0" brushRef="#br0" timeOffset="14">3722 5668 7923,'0'-25'0,"0"6"284,0 2 1,-6-1-39,-2 2 1,-3-1 273,-2 5 0,0 5-121,-4 3 1,-6 2-18,-6 2 0,-6 6 202,2 2-293,-3 14 1,3 0 35,0 11 0,0 6 142,-4 6 0,5 4-459,3 0 1,7 6 219,1 3 1,6 8-53,7-31 0,0 1-69,0 0 1,2 1-1,-1 32 110,3-3 0,9-8 27,8-5 1,6-10-65,10-10 1,-1-8-1,6-14 68,5-3 0,-1-2-329,8-6 0,-6-2-248,1-2 1,-2-4-411,-2-8 1,-4-2-1119,0-3 1,-5-1 908,1 5 0,-5-3-547,-3 3 0,-7-4 1493,-6 5 0,-1-3 0,1 6 0,-2 4 0</inkml:trace>
  <inkml:trace contextRef="#ctx0" brushRef="#br0" timeOffset="15">3548 6152 7923,'-25'0'216,"0"0"995,6 0 1,7-2-534,7-2 0,7 1 121,6-5 1,6 1-385,11-1 0,4-3-326,0 3 1,5-2-1251,-1 2 1,-1-2 777,1 6 1,-5-4-1182,0 3 1,-1 1 813,-3 4 0,-4 0-18,-4 0 768,-2 0 0,-7 2 0,-3 2 0,-4 3 0,-4 5 0,1 5 0,-5-1 0,4 1 1164,-4-5-752,5 6 1,-7-3 271,6 6 1,0-5 342,4 5 0,-2 0-587,-2 4 1,3 1-626,-3 3 0,1-2-1102,-1 6 1212,3 0 1,-6 10-2248,3 3 2322,2-4 0,-9 12 0,4-3 0</inkml:trace>
  <inkml:trace contextRef="#ctx0" brushRef="#br0" timeOffset="16">3126 8409 7923,'0'-13'925,"0"1"-118,0 0 896,0 5-748,6 1 1,-4 12-425,7 2 0,-5 8 222,4 5 1,-5 8-284,1 4 1,-1 7-259,1 1 1,-3 6 6,3-1 0,-2 2-540,-2 2 1,0 5 331,0 3 1,0-3-1340,0-1 0,0-5-788,0-3 0,1-8 43,3-5 691,-2-11 961,9-4 0,-10-23 421,3-12 0,-2-5 0,3-8 0,2-2 0</inkml:trace>
  <inkml:trace contextRef="#ctx0" brushRef="#br0" timeOffset="17">3238 8930 8020,'5'-13'290,"2"1"793,6-1 1,-1 1-444,0 0 0,6 3 490,3 1 1,4 1-509,4-1 1,-2-3-333,6 3 0,-4 1-71,4-1 0,-5 3-944,1-3 1,1 4 526,-1-4 0,0 4-3175,-4-5 3373,0 1 0,0-10 0,-1-1 0</inkml:trace>
  <inkml:trace contextRef="#ctx0" brushRef="#br0" timeOffset="18">3722 8421 7923,'-5'13'1003,"1"-1"1,-4 0 233,4 1 1,0 1-549,4 2 1,0 8 179,0 4 1,5 7-351,4-2 1,-3 4-320,3 5 1,0 2 18,8 5 0,-3 1-1298,2-1 0,-2 5-941,-2 0 1,1-2 1163,-1-6 1,2-6 855,3-11 0,-4 0 0,5-10 0</inkml:trace>
  <inkml:trace contextRef="#ctx0" brushRef="#br0" timeOffset="19">4491 8644 7802,'12'0'2377,"1"0"0,-1-1-1033,0-3 1,6 1-542,3-5 1,2 4-1056,2-5 1,6 5 189,2-4 1,-2 5-1841,2-1 1,-5 3 974,1 1 1,-8 1-1712,-5 3 2638,-8 3 0,-8 6 0,-6-1 0</inkml:trace>
  <inkml:trace contextRef="#ctx0" brushRef="#br0" timeOffset="20">4627 8843 13907,'13'-6'1017,"6"-1"-685,6-5 1,1-2-1177,7-2 0,0 2 572,4-3 1,-1 0-895,-3 0 0,2 2 1166,-6 7 0,5-9 0,-2 3 0</inkml:trace>
  <inkml:trace contextRef="#ctx0" brushRef="#br0" timeOffset="21">6339 5581 7802,'7'-12'45,"-3"-1"0,2 5 286,-2 0 0,1 4 665,-1-5-269,-2 7-287,3-4-162,-5 6 1,-5 6-72,-3 2 0,-3 3-8,-2 1 1,-1 2 20,-2 3 0,1 2-330,-6 6 0,4-1-87,-3 1 1,-1 6-152,-4 2 1,0 2-239,1 3 1,-1 4 188,0 4 0,-1 2-107,-3 2 307,3-1 0,0 0-29,5-4 1,4-2 64,-3-6 0,6-9 331,1-4 0,2-7 12,7-1 1,-4-6 475,4-2-182,0-5 178,4 3-94,0-6-83,5 0 0,2 0-224,6 0 1,3-2-14,1-2 0,-1 3-73,-3-3 1,3 1 111,1-1-185,-1 2 1,1-3 87,-1 5 1,1 0-150,-5 0 0,5-4 101,-1 0 0,6-1-198,-1 5 1,4-4 57,4 0 1,-2 0-53,6 4 0,-4 0-362,4 0 0,-5 0 0,1 0 158,-3 0 0,-5 0-1301,0 0 1014,-6 6 1,1-4-1524,-8 7 2072,-2-1 0,-6 4 0,0 1 0</inkml:trace>
  <inkml:trace contextRef="#ctx0" brushRef="#br0" timeOffset="22">5992 8359 8549,'0'7'1545,"1"3"-1167,3-6 1,9 1 595,7-1 1,7-2-423,6 2 0,1-3 113,12-1 0,5-4-324,6 0 1,0-4-314,1 4 0,-7 0-310,-1 4 0,-4 1 232,-8 3 0,-5 3-483,-13 5 1,-3 6 347,-9 3 1,-2 4-321,-6 4 0,-11 1 134,-6 3 0,-6 7-432,-6-3 0,-3 7 397,-5-2 1,-5-1 118,1-4 1,0 0 514,4 1 0,-5-2-205,1-3 1,4 1 495,4-5 1,1 0-158,-1-4 1,4 0 134,8-1 1,9-3-185,8 0 0,2-6 21,2 1 0,10-3 47,2-5 0,14-2 24,3-6 1,7 0-33,6 0 1,0 0-167,4 0 0,2-6-267,-2-2 0,-2-3 112,1-2 0,-6 1-1087,-2 0 1,-1-1 764,-7 1 0,1-2-1622,-1-3 0,-7 2-758,3-5 2650,-3 4 0,-3-7 0,-1 4 0</inkml:trace>
  <inkml:trace contextRef="#ctx0" brushRef="#br0" timeOffset="23">6835 8533 7802,'-8'0'766,"0"0"0,4 1-672,-5 3 1,1 0-82,-4 9 0,-5-2 897,1 10 1,-11 5-353,3 7 0,-9 4-225,-1 4 1,-1 3-508,-3 6 1,1 2 116,0-2 1,4 2-108,0-6 0,7-5 168,1-4 1,6-6-1587,6-11 1169,6-2 0,3-11-917,8-3 1,9-13 1,7-8 1328,4-5 0,6-8 0,2-2 0</inkml:trace>
  <inkml:trace contextRef="#ctx0" brushRef="#br0" timeOffset="24">7046 8595 7802,'13'0'-990,"5"-6"2028,1 5 0,4 1 166,-2 8 1,-3 5-590,-6 3 1,1 3 419,-1 6-698,6 0 1,-3 1 45,6 3 0,0-3 5,3 3 1,1-3-790,0-1 1,1-5-219,3-4 1,-3-8-146,3-3 0,3-4 0,0-2-1135,-1-4 1,0-7 1898,-7-9 0,1-8 0,0-2 0</inkml:trace>
  <inkml:trace contextRef="#ctx0" brushRef="#br0" timeOffset="25">7691 8483 7802,'-12'8'580,"0"1"1,-1-5 82,1 4 0,-5 2-235,1 6 1,-8 5 257,-1 8 1,-1 3-234,-7 5 0,4 6-182,-4 2 0,0 3-394,-4 2 0,-2-3 33,-2 2 1,8-11-872,0 3 0,6-11 624,7-1 0,2-8-2444,5-5 1518,7-7 1263,0-15 0,17-8 0,3-10 0</inkml:trace>
  <inkml:trace contextRef="#ctx0" brushRef="#br0" timeOffset="26">7939 8471 7819,'13'-7'1917,"3"-4"-1359,1 3 1,6-3-82,2-2 1,0 5-266,4 0 1,3 4-56,1-5 0,3 6 1298,1-1 1,-6 3-684,-2 1 0,-2 5-692,-3 4 0,-4 2 19,-4 1 0,-3 6-296,-5 3 1,-4 4-183,-8 4 1,-4-2 264,-9 6 1,-2 2-103,-6 6 1,-5-1-147,-3 5 0,-7 1 454,-2 3 1,1 0-122,4-4 1,1 3 610,3-2 0,4 1-275,8-2 0,9-8 476,8-8 1,9-4-261,8-4 1,6-9-178,10-8 0,7-2-295,5-2 1,6-2 130,-2-2 1,4 1-506,0-5 1,-5 0 239,-2-4 0,-4 1-1103,-1 2 0,-1-5 554,-3 6 0,-2-7-1427,-6 3 0,-2-1 2059,-2-3 0,8 2 0,-3 2 0</inkml:trace>
  <inkml:trace contextRef="#ctx0" brushRef="#br0" timeOffset="27">8634 8582 11246,'-5'13'1016,"-4"5"-506,-7 2 1,-3 11-173,-6 6 0,-1 6-214,-3 6 1,-7 6-343,16-26 1,-2 0 0,0 1 0,-1 0-79,2-1 1,1-1-1,-20 26-1174,6-8 1,0-4 905,5-4 0,6-12-1243,6-6 1807,3-10 0,-4-4 0,-1-6 0</inkml:trace>
  <inkml:trace contextRef="#ctx0" brushRef="#br0" timeOffset="28">9217 8607 7773,'2'13'707,"2"-1"0,-2 0-109,7 1 1,-1 5-74,4 2 0,6 5-153,3 4 0,2 1-767,2 4 0,4 0 257,0-5 1,1-1-262,-1-8 1,-2 2 260,2-5 1,-3-2-979,-1-7 0,-2-2 1116,-2-6 0,-3-11 0,-6-3 0</inkml:trace>
  <inkml:trace contextRef="#ctx0" brushRef="#br0" timeOffset="29">9689 8607 7773,'-38'21'305,"1"0"0,1-5 195,3 5 1,-3 5-102,3 7 0,-3 4 64,-1 5 0,6-4-111,2 4 0,9-8-594,8-1 0,5-5 229,7 1 1,1-9-545,4-3 0,3-9-117,8-4 1,5-2 673,8-2 0,8-17 0,7-4 0</inkml:trace>
  <inkml:trace contextRef="#ctx0" brushRef="#br0" timeOffset="30">10346 8533 7773,'-7'0'2037,"-4"5"-765,3 4 0,-3 9-592,-2 6 0,1 4-42,0 9 0,-1 2-259,1 6 1,5 2-154,3-6 0,2-5-361,2-7 0,7-8 182,6-5 0,5-7-211,6-5 1,7-10 193,2-6 1,3-7-619,1-10 1,2-3 193,2-5 0,-7-1-83,4 1 0,-11 4 128,-2 0 0,-3 6 147,-10-2 1,-3 8 159,-13 4 1,-6 8-126,-11 0 1,-5 7-96,-11-2 1,-3 2 117,-6 2 0,1 6-840,-9 2 1,-2 7 616,-2 2 0,-3 10 0,-1-1 0</inkml:trace>
  <inkml:trace contextRef="#ctx0" brushRef="#br0" timeOffset="31">3498 10802 7773,'-5'-6'1736,"3"-5"-1114,-3 9 1,4 4-128,-4 10 0,4 11-182,-3 10 0,-3 9-109,-1 3 0,-3 9 25,-2 4 1,-5 7-602,-2 1 1,0 0 437,0-4 1,0 0-419,0 0 1,-2-7 220,5-5 0,2-13-610,7-12 1,-2-6-1668,6-7 1788,0 1 0,5-9 87,3-8 1,3-9 532,6-11 0,-1-8 0,0-5 0,6-1 0,-9-10 0,2 4 0</inkml:trace>
  <inkml:trace contextRef="#ctx0" brushRef="#br0" timeOffset="32">3474 10976 7773,'5'-37'0,"2"5"365,5 3 0,1 10-29,-1 7 1,1 1 98,-1 6 1,2 8-80,2 10 0,-1 7 13,6 13 1,-6 2-115,2 10 0,-3 1-97,-2 3 0,0 2 5,1 3 0,-2-3-120,-3 3 0,2-9-154,-6-3 1,6-4 120,-2-1 1,-1-10-180,1-7 1,0-10 78,5-6 0,0-8 211,4-4 0,2-14-89,6-7 1,0-6-47,0-2 1,1-7-37,3-6 1,-2 1-352,6-5 0,-5 3-544,1 1 0,1 3 468,-1-2 1,0 7 476,-4-3 0,-3 6 0,-3 6 0,-5 4 0,-3 3 0,-3 1 0</inkml:trace>
  <inkml:trace contextRef="#ctx0" brushRef="#br0" timeOffset="33">4602 10889 10969,'13'0'1541,"5"-5"-584,2-4 0,5 1-444,4-4 0,3 6-1026,5-6 1,2 2 365,2-2 0,0 4-1701,1-1 0,-2 7 621,-11-3 1,-2 10 1226,-6 3 0,-3 3 0,-6 1 0</inkml:trace>
  <inkml:trace contextRef="#ctx0" brushRef="#br0" timeOffset="34">4764 11175 7828,'-6'12'1567,"5"-5"1,1-2-609,8-5 1,9 0-438,3 0 1,4-4-448,1 0 0,5-6 59,3 2 1,7-2-1206,1 2 1,1-1 255,-5 4 686,0 1 0,0-1 0,0-2 0</inkml:trace>
  <inkml:trace contextRef="#ctx0" brushRef="#br0" timeOffset="35">6575 10802 6495,'-7'-5'1378,"-4"4"-913,4-5-1,-1 6 202,-1 0-317,1 0 1,-4 1 83,-1 4 1,2 7-168,3 9 0,-2 8 87,6 4 1,-4 4-110,4 4 1,0-2-151,4 2 1,5-8 133,4-4 1,2-4-255,1-4 1,7-5 91,6-8 0,0-3-277,4-10 1,3-3-56,1-8 0,-3-4 184,-1-4 0,-3-5-387,-1 0 0,-2-4 175,-2 4 0,-4 1 45,-9 7 0,-3-1 88,-5 6 1,-1-1 167,-3 5 1,-9 4-118,-7-1 1,-4 7-20,0-3 0,-5 0-94,0 1 0,-4-4 80,4 3 0,0 1-122,4 4 1,1 0 105,4 0 0,2 2-551,5 2 0,7 4 12,1 9 698,4-4 0,7 16 0,0-3 0</inkml:trace>
  <inkml:trace contextRef="#ctx0" brushRef="#br0" timeOffset="36">7158 10740 7764,'0'9'349,"0"-1"1,0-4-16,0 4 0,4 1 171,0 3 1,7 6 27,2 3 1,0 6 33,8 2 1,0 7-591,4 1 1,-1 0 58,1 5 1,4-4 179,0 0 0,1-7-1,-1-2 1,-2-8-1711,1-5 0,3-9 154,-2-7 1341,5-5 0,-8-19 0,5-2 0</inkml:trace>
  <inkml:trace contextRef="#ctx0" brushRef="#br0" timeOffset="37">7766 10728 7764,'-29'11'2,"0"-3"1,-1 3 270,1-2 0,1 7 454,-5 5 0,-4 8-21,-5 4 1,1 3-506,4 1 1,0 0-80,-1 0 1,7 0 30,2 1 1,9-7-905,8-2 1,1-2 525,7-3 0,0 4 225,4-3 0,11-3 0,3-10 0</inkml:trace>
  <inkml:trace contextRef="#ctx0" brushRef="#br0" timeOffset="38">8237 10579 10676,'2'-7'558,"2"3"0,0-1-233,8 1 1,-1-1 615,10 5 0,5 0-705,7 0 1,9 0-16,3 0 1,5 2-542,3 2 0,-7 3 220,-1 5 0,-7 1-660,-9-1 1,-7 6 442,-14 3 0,-5 3 82,-12 5 0,-6 3 157,-14 5 0,-8 2 305,-8 2 1,-4 2-153,0 2 1,-1 4 124,0-4 0,5 3 37,-1 2 1,8-6-21,1-3 1,10-8 380,11-4 0,8-2-169,4-3 1,12-9-80,4-2 0,13-9-15,0 0 0,9-2-75,3-2 0,1 0-384,3 0 0,2-5 179,-2 1 1,2-5-41,-2 0 0,-6-2-115,2-1 0,-8 0-1791,0-1 1,-3-1 831,-1-2 0,0 1 1059,-1-6 0,1 0 0,0-3 0</inkml:trace>
  <inkml:trace contextRef="#ctx0" brushRef="#br0" timeOffset="39">8882 10716 7820,'-25'8'821,"1"0"1,-1 0-418,0 5 0,0 5-122,0 2 0,-4 5 554,0 4 1,-1 3-303,1 5 0,3 0-472,-3 0 1,3 1 3,1-1 1,2-4-373,2 0 1,-1-4-293,5 4 1,2-5-691,7 1 1,-2-9 1287,6-3 0,0-3 0,4-2 0</inkml:trace>
  <inkml:trace contextRef="#ctx0" brushRef="#br0" timeOffset="40">9230 10716 7821,'12'8'1133,"0"0"1,2 2-498,3 6 1,-2 0 488,6 4 0,-5 1-519,5 4 1,-1-1 349,5 1 1,0 4-418,0 0 0,4-4-467,0-4 0,0-2-423,-4 2 0,3-5-548,1-8 0,0 2-855,-4-6 1,0-1 886,0-7 1,4-3-373,0-6 1,1-4 131,-1-4 1107,-3-3 0,4-6 0,-5-2 0</inkml:trace>
  <inkml:trace contextRef="#ctx0" brushRef="#br0" timeOffset="41">9850 10703 7821,'-21'0'674,"1"0"0,3 6-210,-4 2 0,-1 4-132,-7 5 0,2 4-124,-6 8 1,-6 4 13,-6 8 0,-5 3 139,23-19 1,0 0-1,-18 23 84,-1-3 0,8-2-416,5-6 0,4-4-290,8 0 0,9-10-850,7-3 0,4-5-700,1-2 0,6-6 1811,2-3 0,8-14 0,4-4 0</inkml:trace>
  <inkml:trace contextRef="#ctx0" brushRef="#br0" timeOffset="42">9974 10691 7798,'21'-2'616,"-1"-2"0,-3 3-308,3-3 0,5-2-193,4 2 0,2-4 347,-2 4 1,-2-2 646,6 2 1,-1 3-777,1-3 1,1 4-128,-5 4 1,-1-2-180,-7 7 1,-3 0 97,-6 8 0,-1-2-56,-3 6 1,-2-1 90,-6 5 1,-7 0-44,-6 0 1,-2 5 16,-10 3 0,3-1 162,-7 1 1,2-4 128,-2 4 1,4-1-88,0 1 1,7-4 165,10-9 1,3 0-102,5-4 1,0-2-300,0 3 1,7-4 61,5 0 0,6-2-57,7-3 1,4 3-81,0-3 1,5-2-232,-1-2 0,4-4-930,5-4 1,0-3 575,4-5 0,-3-1-1409,-6 1 0,0-5 960,0 1 0,3-5 1005,-3 4 0,-2-5 0,-10 3 0</inkml:trace>
  <inkml:trace contextRef="#ctx0" brushRef="#br0" timeOffset="43">10867 10728 7798,'-12'1'280,"-1"4"1,1-3 424,-1 7 0,2-1 103,3 4 1,-7 1-316,3-1 0,-5 7 683,1 6 0,0 1-564,-4 7 1,-1 0-55,-4 5 1,-1 4-164,-3 4 1,3-3-1246,-3-2 0,-1-1 658,1 1 1,0-2-2936,4 2 3127,0-2 0,0-8 0,0 0 0</inkml:trace>
  <inkml:trace contextRef="#ctx0" brushRef="#br0" timeOffset="44">14676 8260 7682,'-13'-25'728,"5"4"-369,0 1 1,5 5 208,-1-2 0,8 5 506,4 3-685,9 9 1,-2 14-1,6 11 0,-6 8-37,1 13 0,-3 0 52,-5 12-452,3 6 1,-10-1-5,3 3 0,-4-2 126,-4-2 1,-3 0-1,-5-2-697,0-2 1,-1-8 364,1-9 0,-1-5-890,1-7 1,4-2-520,-1-10 867,7-6 0,-2-5 800,8-6 0,-3-12 0,5-1 0</inkml:trace>
  <inkml:trace contextRef="#ctx0" brushRef="#br0" timeOffset="45">14700 8855 9518,'10'7'1491,"1"-3"-1034,3-2 1,8-4 536,3-2 1,5 0-654,7-8 0,5 2-515,-1-7 0,7-2-1470,2-2 0,-1-2 986,5-2 0,-4 0-1625,-5 1 2106,-7-1 0,-3 0 1,-3 0-1</inkml:trace>
  <inkml:trace contextRef="#ctx0" brushRef="#br0" timeOffset="46">15308 8421 7225,'-12'13'-274,"1"-1"1270,3 0 1,-2 2-420,6 3 0,-6 8 499,2 8-727,-3 2 0,3 7 146,-1-1 1,7 5-133,-3-5 0,4 2-605,1-2 0,1-7-867,4 4 0,-3-9 744,7 0 0,-5-3-943,4-1 1,-5-2 76,1-2 1231,3-3 0,-6-1 0,5 3 0</inkml:trace>
  <inkml:trace contextRef="#ctx0" brushRef="#br0" timeOffset="47">15916 8198 7682,'-12'1'500,"-1"3"0,1 3 557,-1 6 0,1 2-470,0 6 1,-6 6 76,-3 14 1,-2 5-270,-2 8 1,0 1-381,0 3 0,-2 1 421,2-5-765,-8 5 0,18-14-132,-6 1 0,6-8-1130,2-4 1441,1-4 0,5-3-2156,3-2 855,-3-3 1097,6-15 1,1-3-1,8-8 77,3-4 1,1-10 276,1-7 0,5 0 0,1-5 0</inkml:trace>
  <inkml:trace contextRef="#ctx0" brushRef="#br0" timeOffset="48">15817 8347 7822,'7'-18'0,"2"8"304,-4-2-245,4 8 1,-3 5 755,2 11 0,3 8-328,-3 9 1,-1 4 51,1 8 0,-5 5-212,1 7 0,2 0 1,-2 3-50,-1-1 1,-2 3-226,-1-4 0,0-2 86,0-6 1,0-9-161,0-8 1,1-13 79,4-3 0,-3-10-2,7-3 1,-1-7-140,4-10 0,6-8 31,3-8 1,2-8-239,2-5 0,1 2-12,3-1 1,-1-5-329,5-3 0,-6-3 38,2 3 1,-2 0-589,-3-5 1,5 6 376,0-2 0,-5 10-192,-8 7 994,-2 11 0,-3 1 0,0 9 0,2 6 0,2 6 0</inkml:trace>
  <inkml:trace contextRef="#ctx0" brushRef="#br0" timeOffset="49">16437 8558 7759,'0'8'1335,"0"0"1,2-5-601,2 1 0,3-3 294,5-1 1,6 0-475,3 0 0,6-5-448,2-3 0,5 1-1428,0-2 1,1 5 864,3-4 0,-7 5-658,-2-1 0,-8 4 314,-5 4 800,-2-2 0,-1 14 0,-1-2 0</inkml:trace>
  <inkml:trace contextRef="#ctx0" brushRef="#br0" timeOffset="50">16487 8830 9344,'-13'7'1344,"6"-1"1,7-8-78,9-2 0,7 2-615,5-7 1,4 2-321,4-1 1,-2-3-956,6 3 0,0-3 442,5-2 1,-3 5-1776,-1 0 0,0 4 364,-5-4 1592,5 5 0,-7-8 0,3 4 0</inkml:trace>
  <inkml:trace contextRef="#ctx0" brushRef="#br0" timeOffset="51">17529 8086 7734,'-18'0'0,"4"2"818,-2 2-273,2-3 0,7 10 126,3-2 1,2-3-130,2 3 1,7-1-168,6 4 1,6-1-114,10-2 1,3 0-63,5-5 0,1 1-183,4-5 1,-4 0-17,4 0 0,-4 0-168,0 0 1,-7 0-622,-2 0 580,-8 0 1,-3 1-69,-6 3 0,-5 3-62,-3 5 1,-5 2 94,-7 3 0,-3 2-11,-14 6 1,1 5 144,-9 3 0,0 3-32,-4 1 1,-4 6-118,-1 2 1,1-1 228,4 2 0,-1-2 194,1 2-136,0 7 0,1-11 369,3 7 1,4-3 0,10-1-225,6-3 336,1-9 1,11-9-128,-4-7 1,14-5-9,3-3 0,10-4 44,3-5 0,1-1-113,7-3 0,5-3-280,3-6 0,6 0 75,-2-4 0,2 2-672,-1-6 1,0 5 294,-4-5 1,-1 4-832,-4-3 1,-5 0-1,-3 0-398,-3 3 0,-7-1 1505,-2 2 0,-2-2 0,2 1 0,2-2 0</inkml:trace>
  <inkml:trace contextRef="#ctx0" brushRef="#br0" timeOffset="52">18112 8310 7734,'-14'1'-363,"-2"3"0,2 3 1007,-3 5 0,-2 6-299,-2 3 1,-8 9 127,-4 7 0,1 2-131,-1 7 1,0-1-455,-4 5 0,-4-1 281,-1 1 0,5-6-485,4-3 1,1-2-111,-1-2 0,3-1 369,5-3 0,6-8-1367,2-9 539,9-2-28,3-7 913,10-7 0,7-12 0,8-8 0</inkml:trace>
  <inkml:trace contextRef="#ctx0" brushRef="#br0" timeOffset="53">18261 8458 7734,'12'-4'0,"1"0"0,-1 1 491,0 8 0,-3 1 129,-1 7 1,-1 9 162,1 3 0,3 8-383,-3 0 0,3-2-130,2 3 0,1-3-302,2 2 1,3-8 92,6-8 0,1-5-830,3-4 0,3-2 521,5-6 1,-5-11 247,-3-6 0,3-10 0,-1-5 0</inkml:trace>
  <inkml:trace contextRef="#ctx0" brushRef="#br0" timeOffset="54">18856 8347 7734,'-25'19'0,"-4"6"458,0 0 1,-5 5-69,1 7 0,-3 2 333,-1 2 0,0-1-441,-1 6 1,1-2-123,0 1 1,4-2 4,0-6 1,4-4-537,-4 0 1,8-4-811,-4 4 1,11-11 705,-3-1 1,2-7-391,3-6 0,3-2 865,5-6 0,0-12 0,-5-1 0</inkml:trace>
  <inkml:trace contextRef="#ctx0" brushRef="#br0" timeOffset="55">19030 8347 7695,'8'-2'0,"0"-2"0,1-3 980,3-5 1,7 4-410,6-1 0,3 1 174,9-4 0,3-5-308,10 1 1,-1-1-552,1 5 1,-2 1 154,-2 2 1,0 0-340,-4 5 0,-8 0 265,-9 4 0,-7 1 208,-10 3 0,-2 4-334,-6 9 0,-7-1-61,-6 9 1,-9-1-420,-7 9 1,-5 0-265,1 4 1196,-3 0 1,3 0 0,0 1 498,-2-1 1,0 6-422,-3 2 1,3-2 113,1-2 1,4 2 93,5-2 1,3-1-137,6-7 1,5-4-124,11-8 0,2-5-157,7-7 0,4 0 33,12-5 0,6-1-282,2-7 1,7-4 137,1-9 0,6-1-1207,-2-2 0,-2-4 672,-2 3 1,2-2-1517,-1-2 1,2 0-750,-7 1 2748,-3-1 0,-5 1 0,0-2 0,-4-4 0,-7 1 0,-7 1 0</inkml:trace>
  <inkml:trace contextRef="#ctx0" brushRef="#br0" timeOffset="56">19811 8285 7695,'-30'31'0,"2"5"699,-5-3 1,0 5-222,-4 3 1,0 2-9,0 2 1,1-4-120,3-7 0,-2 1-313,6-2 0,2-2-957,6-2 0,-1-7 532,6-2 1,-5 1 386,4 4 0,-5-6 0,3-1 0</inkml:trace>
  <inkml:trace contextRef="#ctx0" brushRef="#br0" timeOffset="57">19873 8421 7692,'9'4'746,"-1"0"1,0 5-493,5-5 1,-1 6 1264,0-2 0,2 3-709,3 1 1,2 1-649,6-1 1,0 0 45,-1 1 1,1-2-972,0-3 0,4 3 163,0-3 1,1-2-244,-1-2 1,-3 2-1819,3-2 2661,-8 0 0,3-10 0,-5-1 0</inkml:trace>
  <inkml:trace contextRef="#ctx0" brushRef="#br0" timeOffset="58">20469 8285 7692,'-25'12'465,"0"1"0,-1 4-111,-3 4 1,-3 8 384,-5 4 0,-6 7-873,-2 1 0,-3 5 625,-2-5 0,6 1-123,3-5 0,3-1-668,5-3 0,4-3-384,9-5 1,-1-4 626,9-1 57,-4-5 0,10 3 0,-7-5 0</inkml:trace>
  <inkml:trace contextRef="#ctx0" brushRef="#br0" timeOffset="59">20680 8235 7710,'18'-5'318,"2"-4"0,0 2 484,0-1 0,1 5 185,4-1 1,-5-1-458,1 1 0,0 0-367,4 4 1,-2 0 46,-2 0 0,1 5-210,-6 3 0,1 1 71,-5 3 1,-5-1-1,-3 10 0,-2-1 152,-2 5 1,-11 0 15,-6 0 0,-6 5-188,-6 3 0,-3 3 80,-5 1 0,-5 0-29,1 1 1,0-1 176,4 0 1,3-4 173,1 0 0,11-5-106,2 1 0,10-9 311,6-3 1,14-5-148,6-3 0,12 0-8,5-5 0,4 0-532,4-4 1,-1 0 59,6 0 0,-6 0-801,1 0 0,-2 0 720,-2 0 0,0-1-1797,0-3 1,1-2 828,-1-2 1,-1-3-303,-3 3 1,-2-3 1319,-2-2 0,-2-4 0,3-3 0</inkml:trace>
  <inkml:trace contextRef="#ctx0" brushRef="#br0" timeOffset="60">21337 8285 7710,'-25'16'957,"1"1"1,-1 6-372,0 2 1,0 1 365,0 7 1,-1-4-434,-3 4 0,2 0-190,-6 5 0,1 2-322,-1-3 0,-3 4-466,3-4 1,-3 1-2299,-1 3 2435,-6 3 0,-1 0 0,-6 6 0</inkml:trace>
  <inkml:trace contextRef="#ctx0" brushRef="#br0" timeOffset="61">3449 12551 7654,'0'-7'649,"0"2"1,0 16 14,0 5 0,4 13-242,0 8 0,4 12 55,-4 9 0,1 5-575,-5 7 1,0-33 0,0 1 97,0 3 1,0 0 0,-1 0 0,0-2-307,-1-1 1,0-1 0,1-1 0,-1 1 208,-2-2 0,0 0 0,1 24-327,-1-13 1,3-10 117,1-16 1,1-2-822,3-5 0,-1-7 578,5-1 1,-5-15 548,1-7 0,3-10 0,0-5 0</inkml:trace>
  <inkml:trace contextRef="#ctx0" brushRef="#br0" timeOffset="62">3411 13171 7654,'-12'-19'0,"1"1"309,3 6 1,2-1-63,6 1 1,11 4 438,6-1 1,6 7 111,6-3 0,3 0-350,5 1 1,0 0-361,1 4 0,3 4-4,0 0 1,1 0-614,-5-4 0,-4 0 420,0 0 0,-1 0-280,1 0 0,-7-5 158,-5-4 0,-6-2-1035,1-1 0,-3-5 406,-5 1 1,2-6 859,-6 1 0,-1-2 0,-8-2 0,3 0 0,-7 0 0,5 2-123,-4 2 0,0-2 53,-5 2 1,1-2 430,0-2 1,0 6 231,4 2 268,3 3-254,-1 7 0,5 9-212,-3 10 0,4 7 12,4 10 0,-1 7-121,5 5 0,-5 8 7,1 0 1,-2 1-171,3 4 0,-4 2-317,3 2 1,-2-3-245,-2-1 1,1 1-510,3-1 1,-1 2 129,5-6 1,-1-3 53,1-10 763,3 0 0,-2-1 0,4-6 0,0-9 0,-4-9 0</inkml:trace>
  <inkml:trace contextRef="#ctx0" brushRef="#br0" timeOffset="63">4367 13618 7654,'-2'29'0,"-2"-2"323,-4-3 1,1-6 179,-1-10 55,5-3 1,-3-6-350,6-3 0,6-10-5,2-11 0,3-5-127,2-7 0,-1-5 73,1 1 0,3-6-108,1 2 0,3-5 57,-3-4 0,-1-2-411,-3-6 1,-1 0 298,1 0 1,-7 0-228,-1 0 1,0 11 39,-1 5 1,2 13 105,-2 9 1,-1 6 255,5 9 1,0 4-106,5 5 1,-1 9-11,0 4 0,1 9-45,-1 3 1,5 5 301,-1 7 1,-1 0-314,-6 1 0,2 4-105,-3 4 1,-2 2-472,-2 2 1,-3-1 268,-1 1 1,0 0-504,0-1 1,-1-1 325,-3-2 1,-2-5 492,-2-8 0,-3-2 0,4-7 0,-6 1 0</inkml:trace>
  <inkml:trace contextRef="#ctx0" brushRef="#br0" timeOffset="64">5099 12824 7762,'-5'25'200,"1"0"0,0 5-117,4 3 1,-4 6 720,0 6 1,-6 5-292,2 8 1,-4 4-781,-5 0 0,2 0 408,-6 4 0,5-3-237,-5-1 1,6-7-13,-2-5 0,4-9-1398,0-12 562,6 0 1,2-22 426,5-3 1,0-14 516,0-10 0,5-15 0,2-3 0</inkml:trace>
  <inkml:trace contextRef="#ctx0" brushRef="#br0" timeOffset="65">5111 12948 7762,'6'-7'1531,"-5"2"0,9 12-1195,-6 5 1,5 6 36,0 7 0,-2 5-123,1 3 0,-1 8-57,1 5 0,2 2-113,-6 2 1,4-2-172,-4-3 1,4 0-381,-3-4 0,-1-12-20,-4 0 227,0-11 1,1-6 142,3-8 1,-1-13 178,5-8 1,-1-6-98,1-6 0,5-3 146,-1-5 0,1-6-74,3-2 1,-1-4-110,2 0 0,-3-2-559,2-3 0,2-1 311,-1-3 0,-1 8-902,-3 9 1,-2 12 1225,-3 4 0,-3 6 0,-5 2 0,0 9 0</inkml:trace>
  <inkml:trace contextRef="#ctx0" brushRef="#br0" timeOffset="66">5942 13196 7769,'2'-12'1564,"2"-1"0,-2 1-1269,7-1 0,0 1-238,8 0 0,2-1 464,6 1 0,1 1-152,3 3 1,3-3-1189,5 2 1,3 4 395,-3 1 1,3 2-452,-7 2 0,-4 2 106,-4 2 768,-11 3 0,-9 11 0,-5 1 0</inkml:trace>
  <inkml:trace contextRef="#ctx0" brushRef="#br0" timeOffset="67">6091 13407 7769,'-12'19'1731,"-1"-1"-542,6-5 1,3-7-550,8-1 1,7-4 228,6-1 1,9 0-352,-1 0 1,8-1-277,0-4 1,-1 3-27,1-7 0,-4 7-1557,4-2 1,-1-2 331,1 2 1,-3 0 1008,-5 4 0,0 0 0,-1 0 0</inkml:trace>
  <inkml:trace contextRef="#ctx0" brushRef="#br0" timeOffset="68">7567 12861 7752,'9'0'667,"-1"0"1,0 0-11,4 0 0,6 0-159,3 0 1,8 0-180,4 0 1,4 0-86,5 0 0,0 0-20,4 0 1,-3 2-283,-6 2 1,-5-2 120,-4 7 0,-7-1-415,-4 4 0,-9 2-9,-4 3 1,-4 2-159,-4 6 0,-8 1 102,-9 3 0,-4 3 117,-4 5 1,-3 0-141,-5 0 1,-4 5 157,0-1 0,-5 0 159,5-3 0,-5-1 95,5 0 1,-2 0 359,2 0 1,4-1 2,-1-3 0,8-2 133,9-7 1,3 0 70,6-4 1,5-2-196,3-5 0,9-6 19,8-3 1,5 1 39,7-1 1,5 1-62,3-5 0,3 0 165,1 0 0,0-2-345,1-2 1,-1 1 48,0-5 1,-1 4-411,-3-4 1,5 4-355,-4-5 1,0 5-634,-5-4 0,-7 4-544,3-5 0,-5 3 448,1-3 1292,-8 4 0,-2-1 0,-5-1 0</inkml:trace>
  <inkml:trace contextRef="#ctx0" brushRef="#br0" timeOffset="69">8274 13035 7734,'-13'1'442,"-4"3"1,2-1-204,-6 5 0,1 2-92,-5 7 0,0 2 339,0 6 0,-5 4-74,-3 0 1,-2 9-442,2-1 1,-1 3-133,5-2 0,-2 3-190,2 0 1,3 3-383,-3-6 0,5 1 407,3-5 1,3-3 156,6 2 0,1-11 169,2-1 0,4-11 0,5-5 0</inkml:trace>
  <inkml:trace contextRef="#ctx0" brushRef="#br0" timeOffset="70">8535 13184 7759,'7'5'0,"0"-2"285,-3 5 1,-1 0 219,5 5 0,1 1 319,8 2 0,-2-2-212,6 3-1,-5 0-212,5 0 0,4 0-885,4-5 1,0-1 363,-4-3 0,1 2-1548,3-6 1,-3 0 1669,3-4 0,3-5 0,-1-2 0</inkml:trace>
  <inkml:trace contextRef="#ctx0" brushRef="#br0" timeOffset="71">8957 13072 7759,'-25'7'562,"0"4"-330,0-3 0,-1 9 13,-3 3 1,-3 5-63,-5 4 0,-3 3 446,3 5 1,-3 0-367,7 1 0,3-1-176,1 0 0,0-1-367,4-3 0,-1-1-479,9-4 0,-3-1 759,3 2 0,-5 2 0,3 1 0</inkml:trace>
  <inkml:trace contextRef="#ctx0" brushRef="#br0" timeOffset="72">9490 13109 7734,'-8'0'102,"0"0"1,3 2 436,-3 2 0,4 5-138,-4 12 0,1 5 181,-1 11 1,-2 6-198,6 3 0,0-4-62,4 0 0,7-9-167,5-4 1,7-10-64,10-7 1,4-6-54,9-10 1,-2-10 105,5-11 1,1-6-343,3-11 0,-2-1 218,-6-2 0,-2 2-379,-14 6 1,0 1 140,-13 3 1,2 4-148,-10 9 1,-7 2-18,-9 5 0,-12 6-187,-9 3 1,-8 3-46,-5 1 1,-3 0 181,-5 0 0,2 5 430,-6 4 0,1 3 0,-1 5 0,3 2 0</inkml:trace>
  <inkml:trace contextRef="#ctx0" brushRef="#br0" timeOffset="73">7021 13060 9197,'-6'0'1557,"0"5"-1345,6 3 1,1 5-112,4 3 1,6 5-150,5 8 0,6-1-325,-1 5 0,2-6-716,2 2 0,0-8 606,0-5 1,4-7-466,0-5 948,0-3 0,1-6 0,2-2 0</inkml:trace>
  <inkml:trace contextRef="#ctx0" brushRef="#br0" timeOffset="74">7381 13035 7734,'-18'0'-110,"4"5"186,-2 4 1,1 3 319,-2 5 0,-1 3-94,-2 9 1,-8 3-48,3 5 0,-4 4-272,0 1 1,3 3 71,-3-3 0,4-7 145,5-6 0,2-4 25,5-4 0,-3-3-225,-1-6 0,-5-5 0,3-1 0</inkml:trace>
  <inkml:trace contextRef="#ctx0" brushRef="#br0" timeOffset="75">6662 12836 7734,'-9'0'-927,"1"0"0,4 5 2083,-4-1 1,4 1-488,-5-1 0,5 0-238,-4 9 0,4 2-198,-4 10 1,3 11-34,-3 5 0,4 7-152,-4 6 0,5-3 126,-1 3 1,4-6-128,4-7 0,3-6 114,5-15 1,6-7-232,3-9 1,2-8 5,2-4 0,1-13-26,3-4 1,-1-8-208,5 0 1,-7-4 161,-1-5 1,-2 4-171,-6-4 1,4 4 106,-5 1 0,-1 1 39,-7 3 0,-2 0 2,-6 8 1,-11-1-50,-6 9 1,-6 1-4,-6 3 0,1 6-93,-5 3 0,2 4-347,-2 4 0,2 5 649,6 7 0,1 3 0,-1 6 0,0 0 0</inkml:trace>
  <inkml:trace contextRef="#ctx0" brushRef="#br0" timeOffset="76">15780 11869 7734,'-13'0'429,"1"-5"402,5 3 0,1-2-284,6 8 0,0 9-196,0 7 1,2 11 93,2 6 0,-1 7-73,5 10 0,-5 2-604,1 6 1,1 0 334,-1 0 0,1 0-355,-5 0 1,-5 2-655,1-7 0,-4 1 544,4-12 0,-4-9-509,4-4 1,-1-7-154,5-5 434,0-3 1,2-11-46,2-3 635,-3-14 0,10-4 0,-4-10 0</inkml:trace>
  <inkml:trace contextRef="#ctx0" brushRef="#br0" timeOffset="77">15718 12464 7734,'-9'-12'-108,"1"0"1,5-1 1064,-1 1-593,3 5 1,8-3 453,5 6 1,6 0-339,7 4 1,1 0 45,3 0 1,3 1-314,5 3 0,4-2-13,1 2 0,-1-3-739,-4-1 1,0 0 431,1 0 0,-3 0-338,-2 0 1,-2-4 202,-6 0 0,-6-6-1320,-3 2 1,-2-3 1561,-1-1 0,-1-6 0,0-1 0</inkml:trace>
  <inkml:trace contextRef="#ctx0" brushRef="#br0" timeOffset="78">16263 12092 7734,'-8'0'208,"0"0"0,5 6 525,-1 2 0,3 3-242,1 1 1,0 8-63,0 5 1,0 2-164,0 10 0,0-2-344,0 6 0,0-6 124,0-2 0,1 0-275,3 4 1,-1-5-1024,5-3 0,-4 1 706,5-1 1,-1 0 545,4-4 0,6-6 0,1-1 0</inkml:trace>
  <inkml:trace contextRef="#ctx0" brushRef="#br0" timeOffset="79">17343 11547 7989,'-4'8'332,"-1"0"1,-4 2-176,1 6 0,-4 5 461,0 8 1,-6 5-219,-3 12 0,-7 1-90,-6 11 1,17-27 0,-1 2-414,-1 4 0,0 1 1,-2 3-1,0 2 103,-2 2 0,0 1 0,-1 2 0,-1 0-401,-2 0 1,0-1-1,-1 5 1,-1 0 188,-2 1 1,0 1-1,1 1 1,0-1 19,1 0 0,0-1 0,-1-2 0,0-1 105,4-2 1,-1-1 0,0-4-1,0 0-329,2 0 0,0 0 0,1-1 0,-1-1 248,0 1 1,0-1-1,2-3 1,1 0 103,-1-3 0,0 0 0,3-3 0,0-1-116,-1 0 0,1 0 0,-13 29 87,4-11 1,8-6-68,5-10 1,3-10 123,5 2-324,2-8 1,6-6 1771,0-11-1412,0-11 0,6-9 0,1-4 0</inkml:trace>
  <inkml:trace contextRef="#ctx0" brushRef="#br0" timeOffset="80">16772 12824 7800,'-7'-5'1339,"-4"3"-888,4-3 0,0 10 241,3 3 1,3 14-283,1 7 1,0 7-201,0 6 0,0 3-364,0 9 1,1-2 104,3 6 0,-2-3-113,2-1 0,-3-2 203,-1-10 0,0-2-1067,0-7 1,0-4-84,0-9-879,0-7 1486,6-8 0,-3-10 502,5-4 0,0-13 0,4-4 0</inkml:trace>
  <inkml:trace contextRef="#ctx0" brushRef="#br0" timeOffset="81">16834 13221 7800,'0'-13'0,"0"1"0,0 4 763,0 0 1,0 3 636,0-3-650,0 5 1,10-2-204,2 5 0,9 0-167,-1 0 0,8 0-779,1 0 1,5 0 315,0 0 1,1-1-258,3-4 1,-1 1 297,0-8 0,0 2-1435,0-6 1,-3-4-805,-1 0 2281,-11-9 0,7 3 0,-10-5 0</inkml:trace>
  <inkml:trace contextRef="#ctx0" brushRef="#br0" timeOffset="82">17305 12824 7800,'-19'-1'-1808,"3"-3"2830,2 2 1,1-3-210,1 5 1,5 1-156,3 3 1,3 9-301,1 7 0,0 4-139,0 0 1,0 7-175,0 2 0,0 4 78,0 4 0,4-1-613,0 6 1,4-6 376,-4 1 1,6-8-572,-2-4 0,3 1-6,2-1 690,-1-5 0,0-1 0,1-3 0</inkml:trace>
  <inkml:trace contextRef="#ctx0" brushRef="#br0" timeOffset="83">17541 13432 7800,'4'25'0,"0"-1"0,1 0 278,-5-4 187,0-2-49,0-5 0,1-12-84,3-5 1,2-8-227,2-9 0,3-1-46,-3-11 1,3-2-115,2-6 0,-1 2 93,0-2 0,-3 1 109,-1-1 1,-1 2-186,1-2 1,2-2 71,-6 2 0,6-5-68,-2 5 1,-3 1 71,-1 7 1,2 4 682,-2 8-370,6 3 1,-5 13-28,4 5 0,0 5-223,-5 8 1,6 5 82,-2 2 0,-1 0-389,1 0 0,-1 1 189,2 4 1,0 4-455,-5 0 1,1 4 228,-5-4 1,0 4-517,0-4 0,0 8 14,0-4 0,-2 6-185,-2-6 0,-3 1 247,-5-1 680,-1-2 0,1-7 0,-1 1 0</inkml:trace>
  <inkml:trace contextRef="#ctx0" brushRef="#br0" timeOffset="84">18186 12688 7713,'7'8'253,"-3"0"1,-2 0 345,-2 5 0,0 1-163,0 2 0,0 5 234,0 8 0,-6 2-60,-2 7 0,-5 8-235,-3 4 0,2 8-568,-2 0 1,-2 1 281,1-1 1,1-3-694,3-5 1,1-2 447,-1-3 0,7-5-2176,1-11 1073,4 0 596,1-15 0,0-8 142,0-15 0,6-9 521,2-11 0,1-6 0,0-7 0,2-5 0,-6 3 0,4-5 0,-4-1 0</inkml:trace>
  <inkml:trace contextRef="#ctx0" brushRef="#br0" timeOffset="85">18174 12936 7713,'12'-38'0,"-1"8"-1231,-2 5 2613,2 6-860,-10 12 0,4 3 256,-5 8 1,5 4-307,-1 9 0,5 2-15,0 6 1,-2 0-152,1 0 0,-1 4-244,1 0 0,-1 5 115,-3-1 0,-3 3-236,4 1 0,-4-1 41,-1-3 0,0 1 55,0-5 1,0-1-114,0-7-18,0-3 233,0-12 0,1-7-74,3-11 0,5-13-169,7-12 0,4-6-132,4-7 0,7-8-318,2 1 1,-16 23 0,0 0-411,16-28 0,-15 27 0,0 0 575,-1 0 1,-1-1 0,2-1-1,-1-1 389,0 0 0,-1 1 0,-3 0 0,0 1 0,8-27 0,1 1 0,1 5 0,2 5 0</inkml:trace>
  <inkml:trace contextRef="#ctx0" brushRef="#br0" timeOffset="86">19464 12353 7713,'-7'0'1114,"2"0"1,16 0-426,5 0 1,13-6-271,8-2 0,12 1-234,8-1 1,12 0-525,-34 1 1,1 1 0,2 0-1,0 1-38,-3 1 0,0 0 1,27-6-278,-4 6 1,-9 0 48,-7 4 605,-6 0 0,-17 0 0,-1 0 0</inkml:trace>
  <inkml:trace contextRef="#ctx0" brushRef="#br0" timeOffset="87">19663 12601 7713,'-13'0'0,"1"0"811,5 0 1,8 0-216,12 0 1,10-4-87,10 0 0,14-6-1054,7 2 0,6-3 387,7-2 1,1 2-419,-31 7 1,1 0-1,-1 1 1,0 0 574,1 3 0,-1 0 0,0-2 0,0-1 0,0-1 0,1 1 0</inkml:trace>
  <inkml:trace contextRef="#ctx0" brushRef="#br0" timeOffset="88">21436 12030 6691,'0'-12'3296,"0"-1"-2867,0 1 1,6 5 22,2 3 1,10-1-125,7 0 0,1 0-28,7 1 0,0 2-143,5-2 1,3 3-1,0 1 1,3 0-183,-6 0 0,0 0 102,-9 0 0,0 1-253,-4 3 1,-2-1 127,-2 5 1,-7-3-284,-6 3 1,-5 0 170,1 4 0,-4 2-238,-4 3 0,-4-2 108,-9 6 0,-2 5-3,-6 7 0,-1-1-81,-3 1 1,-3 0 58,-5 4 0,-5 4 166,1 1 0,4-5 24,4-4 1,0-1 272,-4 1 1,5 1-116,3-5 0,4 0 191,4-4 0,5-2-66,8-2 1,-2 1 63,6-6 1,1 0-46,7-8 0,3 3-55,5-3 0,5-2 326,0-2 0,5 1-218,-2-1 0,4 1 96,1-5 0,-1-2-64,1-2 0,4 3-246,0-3 0,1-3 134,-1-2 0,2 3-718,2-3 0,-3 2-89,-5-1 0,1-3-407,3 3 1,-3 1 149,3-1 1,-3-1 77,-1-3 836,0 0 0,0-1 0,0 1 0</inkml:trace>
  <inkml:trace contextRef="#ctx0" brushRef="#br0" timeOffset="89">22255 12080 7713,'-25'5'0,"5"-2"502,-1 5 1,-1 1-122,-7 3 1,3 6 207,-3 3 1,1 2-201,-1 2 1,-1 5-295,-3 3 0,-1 3 53,5 1 0,-2 2-462,2 2 1,2-1 261,-6 6 1,5-5-1014,-1 5 1,3-5 340,1 4 1,0-9 723,1 1 0,-7-2 0,0 2 0</inkml:trace>
  <inkml:trace contextRef="#ctx0" brushRef="#br0" timeOffset="90">19551 12092 7218,'-7'-12'-1113,"-4"-1"1927,3 1 1,1-4-301,-1-1 1,5-1 45,-1 2 1,4 0-193,4-4 0,3 5 88,5-2 1,5 3-111,-1 2 0,6-5 30,-1 1 1,6 3-142,2 5 0,4 1-44,-4-1 1,6 2-144,-2 6 1,1 2 52,-1 2 0,2 3-48,-6 5 1,1 1 104,-1-1 0,-3 0-691,3 1 1,-3-2 248,-1-3 0,0 3-260,0-3 0,0-2 216,0-2 0,1-3-390,3-1 1,-2-1-320,6-3 1,-1-3 515,1-5 1,3-2 520,-3-3 0,14-7 0,4-8 0</inkml:trace>
  <inkml:trace contextRef="#ctx0" brushRef="#br1" timeOffset="91">7952 9413 7987,'-13'7'99,"5"-1"49,0-6 1,5-6 329,-1-2 0,4-10-132,4-7 1,9-6 172,7-11 0,11-7-263,6-9 1,-16 25 0,2 0-424,3-2 1,2-1 0,1-3 0,1-2 285,5-2 1,0 0 0,0-1 0,0-1-466,4-2 1,1-1 0,0 3 0,1 1 251,0-2 0,1 1 0,0 2 0,2 2-220,-1-1 1,0 1-1,-4 7 1,0 2-470,-2 0 1,0 2 0,-6 3 0,-1 2 782,-1 2 0,0 0 0,23-22 0,-5 7 0,-6 7 0,-5 3 0</inkml:trace>
  <inkml:trace contextRef="#ctx0" brushRef="#br1" timeOffset="92">7518 14089 7908,'-6'-12'1265,"5"-2"-687,-3-3 0,4-7 11,4-10 1,10-8 201,10-8 1,8-8-960,-12 24 1,1-2 0,4-2 0,0-1 327,3-6 0,2-1 0,3 1 0,1 0-45,3-2 1,1-1-1,0 3 1,1 1-469,4-2 0,1 1 0,-4 3 0,0 1 30,3 1 1,1 1 0,-3 2 0,0 0-185,1 1 1,-1 2 506,-1 2 0,0 2 0,-5 1 0,0 1 0,0 3 0,1 2 0,-1 1 0,1 0 0,1 1 0</inkml:trace>
  <inkml:trace contextRef="#ctx0" brushRef="#br1" timeOffset="93">10234 9017 7890,'-24'-18'0,"0"2"0,4-4 0,7 2 666,9-7 0,3 2-237,1-10 1,12-1 163,9-3 1,10-1-334,15-4 1,6-3-421,-19 18 0,0 0 0,2 1 0,-1 1-56,3-2 0,1 0 0,2 0 0,1 1 148,2 1 0,1 0 0,0-1 0,2 1-1295,3 4 1,1 1 1362,-8 1 0,1 2 0,6-1 0,0 1 0,-7 3 0,0-1 0,1 2 0,0-1 0,-1 1 0</inkml:trace>
  <inkml:trace contextRef="#ctx0" brushRef="#br1" timeOffset="94">9056 14151 7868,'-6'-30'0,"-2"-3"0,3 0 975,0-5 0,12 1-382,10-12 1,9-1-723,-6 19 1,1 0-1,4 1 1,0-1 331,3-3 0,2-2 1,5-2-1,2-1-529,1-4 1,2-1 0,3 0 0,0-2 240,2-3 1,1-1 0,0 2-1,1-2-201,-14 15 0,0-1 0,1 0 1,-1 0-1,1 1 0,-1 0-80,1-1 1,1 0-1,0 0 366,1-1 0,2 0 0,-1 1 0,1 1 0,0 1 0,1 0 0,0-2 0,1-1 0</inkml:trace>
  <inkml:trace contextRef="#ctx0" brushRef="#br1" timeOffset="95">5868 8024 7790,'7'13'0,"-2"-1"-507,-5 1 1,4-1 263,0 0 1,1 2 333,-5 3 1,0-4-40,0 4 1,-2-3 63,-2-2-126,3 6 1,-9-4 113,6 2-265,0-2 1,4-6 82,0 1-232,-6-7 78,5 4 232,-5-6 0,1-6 0,-2 0 0</inkml:trace>
  <inkml:trace contextRef="#ctx0" brushRef="#br1" timeOffset="96">5843 8062 7790,'0'-7'0,"0"0"0,0 3 0,0 2 0,0-3 0,0 5 636,0 0 1,-1 5-178,-4 3 1,3 5-206,-7 3 1,5 4-50,-4 5 1,4 1-126,-4 3 1,3 2-20,-3 7 1,0 6-155,-5 5 0,5 8-252,0 9 1,4-31-1,0 2 308,-3 3 1,1 2 0,2 1 0,0 1-311,0 3 0,0 1 0,2 1 0,1 0 290,-1-1 1,0-1-1,-1 1 1,0-1-9,1-1 1,0-1-1,0-2 1,0-2-180,2 29 1,1-8 211,4-8 1,-1-10-24,8-6 1,-2-12 60,6-10 1,2-2 295,-1-2 0,3-3-330,-3-1 1,4-4 622,-5 4 0,5-5-610,-5 1 0,6-2 320,-1-2 1,3 0-270,0 0 1,1 0 19,0 0 1,5 0-48,3 0 1,-1-5 7,1 1 1,0-4 30,4 4 1,5-6-22,-1 2 0,2 1 156,-2-1 1,3 4-91,6-5 1,0 3 26,-1-3 1,1-2-65,-1 3 0,-4 1 77,-4-1 0,2 1-40,-2-1 1,-1 1 10,-7 3 1,2 2-84,-7-2 0,1 1 62,-4-1 0,-1 3-90,-4-3 0,-2-3 76,-5-1 1,-1 1-324,0-2 1,-3 1 97,-1-4 1,-5-1-625,1 1 0,1 0 26,0-1 1,-1-5-184,-4-2 0,0-4 937,0-1 0,-11-10 0,-3-4 0</inkml:trace>
  <inkml:trace contextRef="#ctx0" brushRef="#br1" timeOffset="97">6165 8024 7799,'-30'0'65,"9"0"5,1 0 0,6-1 401,6-3 124,2 2 0,14-7-181,9 5 0,5-2-276,15 2 1,5-2 80,11-2 1,4-3-189,5 3 0,1-2-130,4 2 1,-33 5-1,2 0 60,3 3 0,0 0 1,-1 1-1,0-2-11,1 1 1,1 0 0,-2 1 0,0 0-30,-1 0 1,0 2 0,32 5-296,-3 9 1,-14-2 180,-6 6 0,-12 1-3,-5 7 0,-7 0 82,-1 8 1,-10-3-32,2 8 0,-9 2 34,0 1 1,-4 10-231,-4 7 1,-5 2 285,2-30 0,-2 2 0,0 1 0,-1 2-78,-3 2 0,1 0 0,-1 4 1,1 0-93,0 0 0,-1 1 1,0 0-1,0-1-170,-1-2 0,-1 1 1,1 0-1,0 0 395,-2 1 0,-1 1 0,3-1 0,1 1 0,-3 1 0,0 0 0,0-3 0,0 0 0,0-1 0</inkml:trace>
  <inkml:trace contextRef="#ctx0" brushRef="#br1" timeOffset="98">6240 12588 7799,'0'13'147,"0"3"82,0 1 0,4 1 130,0-2 1,6 5-77,-2 8 1,-1 4-21,1 8 1,-4 5-58,5 8 1,-7 14-425,1-27 0,-1 1 1,-1 5-1,-1 1 294,0 4 0,0 0 0,0 0 0,-1 0-452,-1 0 0,-1 0 0,2-2 1,0 0 260,-3 2 1,-1 0 0,4-6 0,0 0-229,-2-4 0,1-1 0,1 26-403,1-17 1,10-13 345,2-12 0,9-11-72,0-10 1,2-14 471,2-7 0,-6-10 0,-1-5 0</inkml:trace>
  <inkml:trace contextRef="#ctx0" brushRef="#br1" timeOffset="99">6500 12539 7795,'18'0'437,"-4"-2"-231,3-2 0,-2 3 102,1-3 0,0-2 77,4 2 0,2-1 194,7 0 0,-1 4-428,5-3 1,4-2 30,4 2 1,6 0-343,-1 4 1,2 2 195,2 2 0,-1-2-250,1 7 0,-6-1 182,-3 4 0,-3 5-112,-5-1 0,-3 6-94,-5-1 1,-7 4 37,-6 4 1,-5-3 79,-7 3 1,0 3 49,0 1 0,-1 0 150,-4 4 1,3-2-116,-7 6 0,7 8 32,-2 5 0,-2 1-263,2 3 0,0 0 63,4 4 0,-4 1 18,-1 4 0,0-8 6,1 3 0,2-8-42,-2-1 1,-1-2-48,1-1 1,-5-5 309,5 1 1,-1-6-127,1 1 1,1-2 253,-5-2 1,5 0-75,-1 0 0,1-3 159,-1-1 1,2-6-45,-2 2 0,-1-4 267,1-4 0,-2-4-242,2-4 0,1-1 211,-5 1 156,5-6-328,-8-2 0,4-5-109,-5 0 1,-5 0-9,1 0 0,-12 1-634,-1 4 0,-12-3-123,-9 7 0,-12 0 115,26-1 0,-2 1 0,-5 0 1,-2 1-265,-6 2 1,-2 1 0,-4 4 0,-2 0 747,-4 2 0,-2 0 0,1 0 0,0 2 0,-2-1 0,0-1 0,0 0 0,-1 0 0</inkml:trace>
  <inkml:trace contextRef="#ctx0" brushRef="#br1" timeOffset="100">22305 8310 8191,'0'-13'0,"0"1"0,0 5 0,0-4 0,0 9 0,0-3 0,-6 10 0,-1 2 0</inkml:trace>
  <inkml:trace contextRef="#ctx0" brushRef="#br1" timeOffset="101">22627 7950 7873,'11'-12'-183,"-2"-1"1,-2 2 313,-3 3 1,1-3-58,4 3 0,0-4 310,-5 0 0,2 1-39,-2 3 1,-1-3 424,5 3-229,-5 2-290,8 0-93,-10 6 1,5 6 0,-6 2 0,-7 5-155,-6 3 0,0 3 39,-8 6 0,4 1-178,-3 3 0,-5 3 97,-4 5 0,-6 6-388,2 3 74,-8 2 1,19-20 0,-1 0 182,-4 3 1,0 0 0,-2 3-1,0 1 42,-4 4 0,0 1 0,-1-2 0,-1-1-264,-2 3 0,-1-1 0,3-1 0,0 0 367,0-1 1,0 0 0,0-2 0,-1-1-9,-1 0 1,0-2 0,4-3 0,1-1-97,1-3 0,0-1 0,4 0 0,0-1 374,-26 14-208,7 3 1,5-9 0,8 3 142,4-1 0,4-9-109,4 1 0,3-8 617,6 4-1103,5-11 1402,2 6-1367,5-14 568,5 3 1,2-6-390,5-3 0,1 1 0,-1-5-151,1-2-266,-1-1 1,0-1 616,1-1 0,-1-5 0,1-1 0</inkml:trace>
  <inkml:trace contextRef="#ctx0" brushRef="#br1" timeOffset="102">22578 8682 7877,'-7'0'592,"-3"-2"-261,6-2 1,-1 3 166,0-3-10,4 2 1,-6 2 279,3 0-554,3 0 0,-6 0 14,3 0 0,1 10-1,-5 2 1,3 9-14,-3 0 1,4 9 13,-4 7 0,0 6-387,-5 6 0,1 7 144,-1 1 0,1 0-685,0 1 0,-1-6 468,1 2 1,5-10-569,3-7 0,2-6 355,2-11 1,2-7-444,2-9 0,3-3 344,5-1 0,-4-5 544,1-4 0,-2-7 0,1-5 0,3-2 0,-4-2 0</inkml:trace>
  <inkml:trace contextRef="#ctx0" brushRef="#br1" timeOffset="103">22565 8818 7877,'0'-12'155,"0"-1"0,0 1 25,0-1 531,6 7 1,1 1-207,5 10 1,1 3-133,-1 8 1,-4 4-198,1 4 1,-1 8-51,4 5 1,-4 1-148,1 3 1,-5-2 93,4-2 0,-1 0 130,1 0 1,5-2-23,-1-6 1,1-6 130,3-11 1,2-5-135,-1-3 0,9-9 101,-1-8 1,2-6-250,-2-10 0,4-4-164,0-8 1,5 1-552,-1-6 1,-2 2 195,-2-1 1,1-5-116,-1 1 0,5-1 253,-1-4 1,-6 3-2024,-3 2 2374,-7 5 0,2-2 0,-5 9 0,-2 5 0,-5 5 0,-4 2 0</inkml:trace>
  <inkml:trace contextRef="#ctx0" brushRef="#br1" timeOffset="104">24290 8595 7754,'1'-7'770,"3"3"0,3 2-424,6 2 1,3 0-327,1 0 1,9 0 75,-1 0 1,6 0-695,-2 0 1,4 0-177,-4 0 1,-5 0 238,-8 0 535,-2 6 0,-13 1 0,-2 5 0</inkml:trace>
  <inkml:trace contextRef="#ctx0" brushRef="#br1" timeOffset="105">24203 8818 7837,'0'12'416,"5"-3"-153,4-1 1,13-5-28,7 1 1,12-3-204,9-1 1,6 0 117,10 0 1,5 0-590,-32 0 0,0 0 0,-1 0 1,0 0 195,1 1 0,1-2 0,-5-1 0,0 0 242,31-2 0,-8 0 0,-3 4 0</inkml:trace>
  <inkml:trace contextRef="#ctx0" brushRef="#br2" timeOffset="106">19154 8694 8117,'-17'12'0,"1"1"0,-1-2-6,5-3 1,-1 2 522,1-6 426,0 6-608,5-9 0,1 3-41,6-8 0,6-4 22,2-9 0,9-4-78,3-7 0,9 0 152,4-5 0,4-2-71,5-6 0,2-2-452,6-2 0,-23 21 1,1 0 169,0 1 1,2 0 0,2-3-1,2 0-87,1-1 1,0 0 0,1-1-1,0 0-340,-1 3 1,0 0 0,-3 0 0,-2 0 79,24-12 0,-10 0-599,-7 12 0,-7-1-82,-9 9-366,-3 6 1357,-6 6 0,1 10 0,-1 2 0</inkml:trace>
  <inkml:trace contextRef="#ctx0" brushRef="#br2" timeOffset="107">19985 9054 8445,'-7'0'468,"3"-7"-439,8-6 0,9-6 568,7-10 1,15-4-278,6-8 0,-15 18 1,2-1-436,2-5 1,2 0-1,2 0 1,1 0 279,4-4 1,0 0 0,2 1 0,0 1-48,2-1 1,0 2 0,-1 1-1,-1 1-110,1 1 0,-1 0 0,-5 2 0,0 1 37,-1 1 0,0 0 0,-3 2 0,1 0-517,-2 2 1,0 0-1,25-14 175,-2 0 1,-9 10-649,-3-2 0,-11 8 266,-6 1 0,-4 6-544,-4 2 1223,-9 5 0,3-8 0,-11 4 0</inkml:trace>
  <inkml:trace contextRef="#ctx0" brushRef="#br2" timeOffset="108">8237 11323 8161,'-23'7'0,"2"-3"0,-1-2 295,5-2 1,2-2 99,7-2 1,3-4 165,5-9 0,6-7-25,7-9 0,10-5-221,10-3 1,6-10-335,-17 20 0,1 0 0,1-1 0,1-1 170,5-4 1,2 0 0,-3 4 0,0 0-102,1-2 1,2-1 0,1 2 0,0-1 78,-2 2 0,0 0 0,2 0 0,0 0-99,0 2 1,0 0-1,-3 5 1,-1 1-246,2 2 1,0 1 0,22-13-662,-4 6 0,-4 9-552,-8 3 1,-1 5 199,-3 3 1228,-9 4 0,1 5 0,-8 0 0,-3 0 0</inkml:trace>
  <inkml:trace contextRef="#ctx0" brushRef="#br2" timeOffset="109">10172 11485 8690,'2'-14'990,"2"-3"1,8-2-178,9-6 1,13-11-476,8-5 0,-17 15 0,2 0-693,2-3 0,0 0 1,4-4-1,2 0 448,1-2 1,2-1 0,3-2 0,2 1 5,2-1 0,1 1 0,-1 1 0,0 0-324,-4 5 1,0 0 0,2 0 0,0 0 261,-2 0 0,1 0 1,-1 1-1,0 0-288,-1 0 0,-1 2 0,-2 2 0,-1 2 8,-5 3 0,0 1 0,-1-1 0,1-1-484,-2 1 1,-1 1 0,26-16-939,-8 7 1665,-4 8 0,-3-3 0,0 4 0,-2 5 0,-5 3 0,-5 4 0</inkml:trace>
  <inkml:trace contextRef="#ctx0" brushRef="#br2" timeOffset="110">25592 8272 7920,'7'-8'0,"-3"0"48,-2 0 1,-1-3 338,3 2 75,-2 4 1,4 12-45,-1 5 1,-4 7-136,3 10 1,-1 4-52,1 9 1,-3-2-15,4 5 1,-5 1 13,-5 3 1,0 6-261,-3 3 1,-3 3 245,2 1 1,0-6-602,0-2 0,4-7-285,5-2 1,0-10 146,0-2 1,5-12 232,4-9 0,7-5-559,5-7 1,4-7 275,4-5 0,-2-10 571,6-7 0,-5-6 0,2 3 0</inkml:trace>
  <inkml:trace contextRef="#ctx0" brushRef="#br2" timeOffset="111">26014 8297 8405,'7'-7'2041,"-2"0"-1151,-5 3-483,6 3 1,1-9-146,5 6 1,6-4-70,3 4 1,4-5 33,4 5 1,2-5-126,7 0 0,4 2 88,4-1 1,3 4-218,5-4 0,-3 5 44,3-1 0,-9 3-323,-3 1 1,-4 0 36,0 0 1,-12 5-75,-6 3 0,-10 5 112,-6 3 1,-2-1 32,-2 6 0,-11 1 117,-6 7 1,-6-1-49,-6 5 0,-3 1 171,-5 8 1,-1-4-266,1 3 0,0-2 298,0-2 0,0 6 99,-1 2 0,1-2-131,0-2 0,5-3 122,3-5 0,5 1-91,3-5 0,4-1 120,9-8 0,3-2-74,5-5 0,1-5 217,3 0 1,4-5-57,9 1 1,-2-2 89,6-2 1,3 0 75,5 0 1,6 0-432,-2 0 0,3 0-85,1 0 1,0 0 75,0 0 0,1 0-140,-1 0 1,0 1 95,0 3 1,-1-3-694,-3 4 0,-7-4 329,-5-1 1,-4 0-1714,3 0 355,-5 0 859,3 0 0,-5-6 900,-1-2 0,1-8 0,-1-4 0</inkml:trace>
  <inkml:trace contextRef="#ctx0" brushRef="#br2" timeOffset="112">26982 8297 7878,'-13'-1'215,"1"-3"0,-1 2-87,1-2 1,4 3 92,0 1 0,-1 3 189,-3 5 0,-5 6 346,1 10 1,-6 7-196,1 2 1,-7 8-183,0 5 0,-7 6-509,2 2 1,13-25-1,0 1 247,-1-1 1,1 0 0,-22 26-606,5-1 0,7-9 400,5-3 0,6-5-929,6-4 409,6-8 1,3-13-389,8-8 0,7-5 996,6-8 0,5-4 0,-3-12 0</inkml:trace>
  <inkml:trace contextRef="#ctx0" brushRef="#br2" timeOffset="113">27044 8210 9761,'16'0'1155,"1"0"1,6-1-730,2-3 0,5 1-396,8-5 0,0 4 102,4-5 1,-4 7-155,3-2 1,-3-2-151,-5 2 1,-3 1 245,-5 7 0,-3 3-150,-6 6 0,-3 0 4,-9 4 1,-3 4 170,4 7 1,-10 4-74,-3 5 0,-4 2-101,-5 2 0,2 3 9,-6 6 1,5 4-36,-5-1 0,6 0 54,-2-8 0,4 4 35,0-4 1,6-2 417,3-2 1,3-8-181,1-4 0,0-3-20,0-1 1,0-1-97,0-4 1,0 2 151,0-5 1,-4-1-28,0-3 1,-2-1-200,2 1 1,1-2-224,-5-3 0,1 3-331,-1-3 1,-3-1-521,2 1 0,-2-5 497,-1 1 0,0-2-160,-1-2 0,-1 0-21,-2 0 722,2-6 0,-15-6 0,3-8 0</inkml:trace>
  <inkml:trace contextRef="#ctx0" brushRef="#br2" timeOffset="114">25667 8074 7968,'-20'0'-25,"4"0"1,2 0-161,2 0 0,5-1 1016,3-4 1,8 4-357,4-3 0,4 3 30,5 1 0,6 0-129,6 0 1,13-2-103,3-2 0,10 1-116,12-5 0,-31 4 1,2 0-423,3-2 1,1-1 0,6-1 0,2 0 193,3 0 0,1-1 0,2-1 0,1 0 90,5 1 0,0 1 1,-7-1-1,-1 0-131,0 1 1,0 0 0,-6 1 0,-1 1 70,-5 0 0,-2 0 1,-1 0-1,-2 1-526,-1 3 0,-2 0 0,26-7 218,-2 5 0,-12 0-473,-4 4 1,-5 0-191,-4 0-88,-8 0 427,-13 6 672,-12 0 0,-1 1 0,-5-1 0</inkml:trace>
  <inkml:trace contextRef="#ctx0" brushRef="#br2" timeOffset="115">25505 9413 7828,'-1'-8'-193,"-3"0"1,3 4 178,-4-5 1,5 3 178,5-3 0,4 0 416,12 5 0,6-6-161,15 2 1,5 1 198,11-2 0,8 1-666,-26 2 1,2 0-1,3-1 1,0 1 233,6 0 1,1 0 0,-1 2-1,-1 0-343,2-1 0,-1 1 1,0 3-1,-1 0 143,0-1 1,-1 0-1,-1 1 1,-1 0-41,1 1 0,-1 0 0,-5 0 0,-1 0-233,-1 0 0,-1 0 0,31 2-587,-8 2 0,-1 1 362,-3 3 1,-9 8 510,-7-4 0,-5 5 0,-4-1 0,-4 5 0,-3 2 0</inkml:trace>
  <inkml:trace contextRef="#ctx0" brushRef="#br2" timeOffset="116">28164 8904 9841,'2'1'0,"24"6"0,4-7 0,-5-7 0</inkml:trace>
  <inkml:trace contextRef="#ctx0" brushRef="#br2" timeOffset="117">27865 8904 9512,'-3'12'-165,"3"9"-235,11 1-1229,6-6 1629,5-5 0,14-5 0,3-6 0</inkml:trace>
  <inkml:trace contextRef="#ctx0" brushRef="#br2" timeOffset="118">29786 8830 9395,'24'20'-494,"1"-4"-25,5-3-159,3-5 1,-2-4 677,-2-8 0,2-8 0,1-8 0</inkml:trace>
  <inkml:trace contextRef="#ctx0" brushRef="#br2" timeOffset="119">29578 8830 9682,'-16'20'-36,"-9"21"-35,7-4-1125,6-4 1,6-8 1195,10-8 0,9-3 0,6-2 0</inkml:trace>
  <inkml:trace contextRef="#ctx0" brushRef="#br2" timeOffset="120">27751 8458 10673,'7'6'818,"-2"4"0,-1 5-30,0 5 0,6 4-498,-2 1 0,3 5-269,2 3 0,3 3-229,1 1 1,1-4-1116,-2 0 1,0-7 796,4-1 0,-3-3-1921,3-9 2447,-4-4 0,13-9 0,-3 0 0</inkml:trace>
  <inkml:trace contextRef="#ctx0" brushRef="#br2" timeOffset="121">28123 8384 7766,'-19'12'0,"-3"1"331,5-1 0,-5 6 514,1 3 1,2 4 184,-2 4 0,1 2-492,-5 6 1,0 1-427,0-1 1,0 6 56,1 2 0,3-1-953,0 2 1,2-6 554,-2 1 1,-1-3-368,6 0 0,-1-8-168,5-5 1,-1-6 763,1-6 0,0-7 0,-1 0 0</inkml:trace>
  <inkml:trace contextRef="#ctx0" brushRef="#br2" timeOffset="122">28743 8644 7766,'-18'-5'917,"5"4"-688,-4-4 0,3 4 354,2 1 0,1 1-37,3 4 0,-4 7 108,4 9 0,-3 8-286,-1 4 1,1 2-166,2 3 0,0-1-79,5 0 0,0-5 44,4-3 0,11-13-266,5-3 0,8-11 145,5-2 1,2-6-558,6-11 0,5-4 48,-1-8 0,2 2-124,-2-6 1,-4 1 243,1-1 0,-7-1 63,-6 5 0,-7 0 129,-6 4 0,-6 1-73,-10 4 0,-9 2 296,-7 5 1,-9 1-86,-4 0 1,-3 1 293,-1 2 1,1 5-126,3 8 1,-2 3-50,6 6 1,2 0-1066,6 4 1,0 2 454,9 6 0,-2 1 502,10 3 0,-6-3 0,4 5 0</inkml:trace>
  <inkml:trace contextRef="#ctx0" brushRef="#br2" timeOffset="123">29438 8558 7766,'0'8'0,"0"0"0,0 0 1303,0 5 0,1 1-582,3 2 0,2 3 37,2 6 0,7 1-319,-2 3 0,2-1-327,-3 5 0,2 0-250,3 4 1,-4-1-380,4-3 1,1-4-1368,-2-8 1,7-5 1883,-3-7 0,9-4 0,3-5 0</inkml:trace>
  <inkml:trace contextRef="#ctx0" brushRef="#br2" timeOffset="124">29922 8533 7766,'-25'5'890,"0"2"-668,0 6 1,-5 0 806,-3 4 0,-8 8-463,-5 8 0,-2 4-200,-2 4 0,5 3-139,-1 6 1,9-2-509,4-2 1,8-4-396,13-4 1,1-5 474,2 0 1,4-7-2898,5-1 3098,5-6 0,8-12 0,6-1 0</inkml:trace>
  <inkml:trace contextRef="#ctx0" brushRef="#br2" timeOffset="125">30468 8496 7634,'-25'18'1380,"0"-2"-1046,0 9 0,0-2 405,1 10 0,-5 6-260,0 6 1,0 4 24,4 0 0,11-1-104,6-2 0,5-9-278,3-8 0,11-4-60,6-4 1,6-5 6,6-8 1,7-2-368,5-6 0,6-7 257,-1-5 0,0-2-687,0-7 0,2-1 408,-2-7 1,-2 2 86,1-6 0,-10-1 16,-2-3 1,-11 6 483,-6 2 0,-7 1 19,-5-1 0,-8 7 202,-5-3 1,-13 7-248,-7-2 0,-6 5-36,-7-2 0,-7 3-1063,-9 2 1,-8 5 483,31 4 1,-1 2 0,-3 0-1,-2 0-382,-2 1 1,-1 0 755,1 3 0,0 0 0,-6-1 0,0 0 0,1 3 0,1 2 0,-2 2 0,0 0 0,-1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128"/>
    </inkml:context>
    <inkml:brush xml:id="br0">
      <inkml:brushProperty name="width" value="0.05292" units="cm"/>
      <inkml:brushProperty name="height" value="0.05292" units="cm"/>
      <inkml:brushProperty name="color" value="#57D2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10669 3808 8394,'0'-13'-1846,"-1"11"1836</inkml:trace>
  <inkml:trace contextRef="#ctx0" brushRef="#br1" timeOffset="1">6984 4167 7945,'0'-7'1407,"0"2"-971,0 5 1,0-2 607,0-2-462,0 3-118,0-5 1,0 5 195,0-3 196,0 2-310,0-3-120,0 5 0,0 1 61,0 3-322,0-2 1,0 10 142,0 1 1,0 0-74,0 8 0,0 1 50,0 7 0,0 3-64,0 5 1,0 6-216,0 2 0,-1 9-181,-3 4 0,1 4 1,-4 3-328,2 1 0,-4-3-126,5-1 0,0-14 306,4 2 1,0-14-391,0-7 1,0-7-197,0-2 103,0-10 236,0 1 334,6-11 0,-4-5 235,7-4 0,-7-7 0,4-3 0</inkml:trace>
  <inkml:trace contextRef="#ctx0" brushRef="#br1" timeOffset="2">6984 4552 7945,'7'0'0,"-1"0"2291,-6 0-1449,5 0 0,2 4-123,5 0 0,2 0-141,3-4 1,2 0-162,6 0 0,5-1-361,3-3 0,-1 1 58,1-5 0,0-1-870,4-3 1,1 1-90,-1 3 0,-7-2-640,-5 6 1,-2-4 160,-6 3 0,-1 1 1324,-3 4 0,-6 0 0,-2 0 0</inkml:trace>
  <inkml:trace contextRef="#ctx0" brushRef="#br1" timeOffset="3">7456 4204 8429,'-7'2'1258,"3"2"0,2-1-524,2 5 1,0 0-229,0 5 0,0 0-70,0 4 1,0 2-246,0 6 1,2 5 195,2 3-429,-3 3 0,5 7 138,-6 2 1,-2 5-641,-2 4 0,1-2 467,-5 6 0,0-7-740,-5-1 0,5-8 171,0-9 0,5-2 1,-1-8-239,3-2 1,1-7-1260,0-6 2143,0-5 0,0 2 0,0-5 0</inkml:trace>
  <inkml:trace contextRef="#ctx0" brushRef="#br1" timeOffset="4">8510 4328 7945,'12'-12'190,"1"0"1,-1 1 429,1 2 0,-1 0 45,1 5 1,-5-2 986,0 2-1033,-5 3 1,2-4-208,-5 10 1,-7 1-167,-5 7 0,-6 1-11,-7 2 0,-1-1-302,-3 6 0,-7 1 128,-5 7 1,-2-3-53,2 3 1,2-1-113,-2 1 1,-2-3 69,2 3 0,0-3 63,3-1 1,2-5 16,3 1 0,9-7-44,7-2 1,3 1 53,2-5 1,5-1-99,3 1 0,2-4 122,2 4 1,6-3-116,2 3 0,3-4 131,2 4 0,-1-4 70,0 5 1,2-2 6,3 1 1,-2 3-89,6-3 0,-2 3 81,2 2 1,6 3-84,-2 1 0,3-1-98,-4-3 0,1 3 116,0 1 1,5-1-168,3-3 0,-1-2 130,1-3 1,0 1 45,4-4 1,-1-1 105,-3-4 1,-2 0-114,-6 0 0,-1-4 261,1-1 1,-6-3-82,-2 4 0,-3-4 221,-2 4-252,-5-6 1,3 7 46,-6-5 0,0 4-25,-4-4 0,0 3 19,0-3 1,0 0-287,0-4 0,0-2 67,0-3 1,0 2-35,0-6 1,-1 1 67,-4-5 1,3-1-1007,-7-3 0,5-3 477,-4-5 0,0-2-1147,-5-2 1,1-2 208,0-2 1,-1 2-42,1 6 1,-1 2-417,1 6 0,0 3 319,-1 14 1496,1-3 0,-6 8 0,-2-6 0</inkml:trace>
  <inkml:trace contextRef="#ctx0" brushRef="#br1" timeOffset="5">9639 4192 7945,'0'-12'563,"0"-1"0,0 1-143,0-1 0,-1 1 149,-4 0 1,1 5-181,-8 3 1,1 2-40,-10 2 0,1 3-136,-5 5 0,-4 6 7,0 11 0,-4 6 18,4 7 0,-4 4-182,4 8 1,-4 5 82,4 3 1,4 3-1354,4 1 1347,12 5 1,-7-2-87,14-30 0,0 0 0,-2 19 225,4-4 1,10-16-108,2-9 1,8-3 0,-3-10 295,3-5-283,0-4 1,5-4 237,0-4 0,4-1-341,0-7 0,0-1 621,-4-2 1,4 1-1074,0-6 0,2 0-715,-6-3 1,1 4-893,-9 4 1,-2 2 643,-7 2 0,-2-1 1339,-6 1 0,-6-1 0,-1 1 0</inkml:trace>
  <inkml:trace contextRef="#ctx0" brushRef="#br1" timeOffset="6">9391 4676 9395,'-2'7'1666,"7"-3"0,6-3-1253,5-1 1,3 0-144,6 0 0,6-5-143,2-4 1,3 2-210,1-1 1,-4 0-197,0-5 1,-6 5-1017,2 0 1,-2 1-1440,-3-1 1273,-4 2 1000,-2 1 0,-14 3 460,-8-2 0,-3 3 0,-11 2 0,4 2 0,-2 1 0,2 2 0,-3-2 0,3 3 354,2 5 1,1 2 731,3 2 0,-2 0-473,6 4 0,-4-3 230,4 3 0,-1 5-364,5 4 0,0 1-362,0-1 1,0-1 79,0 5 0,5-1-1349,-1 1 0,5 3 729,0-3 0,-4 3 423,-1 1 0,3 0 0,0 0 0</inkml:trace>
  <inkml:trace contextRef="#ctx0" brushRef="#br1" timeOffset="7">7145 6201 7846,'0'-8'1553,"0"0"-999,0 5-343,0-8 1,0 11 291,0 0 0,5 11-90,-1 10 0,0 9-234,-4 7 1,1 6-47,3 6 1,-2 7-259,2 1 1,-3 4-232,-1 1 0,0 0 288,0 0 1,0-3-291,0-5 1,0-3 161,0-14 0,6-8-630,2-12 0,4-9 271,5-4 1,-2-9 554,6-8 0,0-10 0,3-9 0</inkml:trace>
  <inkml:trace contextRef="#ctx0" brushRef="#br1" timeOffset="8">7691 6238 7846,'-12'0'1237,"4"0"-862,-1 0 0,1 0-24,-4 0 0,-2 3-154,-3 5 1,-2 2-580,-6 11 0,-4-1 214,0 5 0,-5 4-60,1 0 0,1 6-314,-1-2 1,5-2 227,0 2 1,1-1 248,3 1 1,4-4-86,4-8 0,2-3 353,2-6 1,5 0-174,2 1 0,4-5 222,1 0 1,6-3-64,2 3 0,7-4 65,2 4 1,6-1 260,2 1 0,1 3-187,7-2 0,-4-2 62,4 1 0,-4-4-50,4 4 1,-1-4-622,1 5 0,1-1 212,-5 4 0,4 1-1027,-4-1 1,0 0 554,-4 1 1,-1-1 540,-4 1 0,4-1 0,-5 1 0</inkml:trace>
  <inkml:trace contextRef="#ctx0" brushRef="#br1" timeOffset="9">8907 6276 7846,'1'-7'-488,"4"3"494,-4-3 244,10 0 0,-8-4 289,5 2 268,-5-2-9,8 5-482,-10-7 0,6 5 436,-3 0-477,-2 5 0,3-4-146,-5 3 46,0 2 0,-1-2 49,-3 8 1,-3 3-197,-6 6 0,-1 1-245,-2 2 0,1-1-33,-6 6 0,-1 0 163,-7 3 0,3 5-43,-3 0 1,-3 2 27,-1-2 1,-4 2 135,-4 6 0,6-4-46,-2 1 0,4-7 119,0 2 1,4-8-100,8-5 0,5-2 33,7-2-59,-2 1 68,10-1-57,-5 1 0,6-5 43,0 0 308,6-5-271,1 8 0,5-10 121,1 3 0,-1 2-39,0-2 1,2 4 52,3-3 0,2 3-73,6-4 1,-3 4-19,3-4 0,-3 5-122,7-5 0,2 4 74,3-4 1,-3 4-151,2-3 0,0-1 101,5-4 0,-3 0 34,-1 0 1,0-2 32,-5-2 1,0 3 15,-4-3 1,-2 1 53,-2-1 1,-3 2-96,-6-2 0,-4 3 185,1 1-59,-1 0 169,-1 0-112,4 0-375,-10 0 196,5 0-211,-6 0 753,0 0-551,-6 0 0,3-1 93,-5-4-274,5 4 237,-2-5-245,-1 6 196,5 0-75,-4 0 1,0-1 20,1-3-22,0 3 5,4-5 1,-1 6-7,-3 0-74,2 0 93,-3 0-35,5 0 23,0-5 46,0 3 1,-2-3-50,-2 5 53,3 0-56,-5 0 7,6 0 555,0 0-351,0-6 1,0 3-73,0-5 0,4 4-35,1-4 0,-1-1 6,-4-3 0,0 0-238,0-1 1,0-5-5,0-2 1,1-5 0,3-4 1,-2 1-321,2-5 1,-3-1 168,-1-7 0,0-2-210,0-3 1,0 4 177,0 4 0,0 1-157,0 0 0,0 5 138,0 3 0,-4 5 71,0 3 0,-2 7-17,2 6 1,1 1-452,-5-1-62,5 2 201,-8 6-273,10 0 1,-6 0 26,3 0 849,3 6 0,-5 1 0,6 5 0</inkml:trace>
  <inkml:trace contextRef="#ctx0" brushRef="#br1" timeOffset="10">9899 5941 7846,'0'-13'2039,"0"5"-431,0 0-1123,0 5 1,-1-1-405,-3 8 0,0 4 83,-9 9 0,2 5-40,-9 11 1,3 1 86,-3 12 0,-1 1-430,-4 6 0,0 9 218,13-27 1,-1 1 0,1 0-1,1-1-37,0 1 1,1-1 0,-8 28 13,6-5 1,5-10 88,3 2 0,3-18 178,1-4 0,6-14-34,7-1 0,-1-9-147,5 0 0,1-3 66,-2-1 1,2-4-196,-1 0 1,-3-6-114,2 2 1,-2-3-33,-2-1 1,-1-1-993,-2 1 1,0-1 560,-5 1 1,0 4-610,-4 0 1,0 3 700,0-3 1,-5 4 550,-3-4 0,-3 4 0,-2-5 0,-3 1 0,-1-4 0,-4-1 0,5 1 0,-1 4 0,5-1 0,0 7 318,-1-3 1,5 4-176,0 1 0,4 0 2320,-5 0-1709,6 0 0,-2 1 367,5 4 1,7-4-546,5 3 0,2-3-138,7-1 0,-1-1-233,5-3 1,0-3-172,0-5 1,0-1-920,-1 1 1,5-2 590,0-2 0,0 2-1348,-4-3 0,-6 3-177,-2 2 1819,2 0 0,-5-1 0,4 1 0</inkml:trace>
  <inkml:trace contextRef="#ctx0" brushRef="#br1" timeOffset="11">9924 6449 7846,'-5'13'-25,"-3"-1"1,1 0 174,-2 1 1,5-1 379,-4 1 1,4 3 48,-4 1 1,5 1 65,-1-2 0,2 3-116,2 6 1,0 0-173,0 0 1,0 0-10,0-1 1,0 1-66,0 0 1,0 0-629,0 0 1,0-2 277,0-2 0,0 1-296,0-6 1,0 5 362,0-4 0,-5 5 0,-2-3 0</inkml:trace>
  <inkml:trace contextRef="#ctx0" brushRef="#br1" timeOffset="12">6997 5482 7352,'5'-13'-295,"-3"5"1001,2 0 1,1 0-209,-1-5 1,2 2 910,-2 3-561,-3-3 176,10 4-617,-4 0 1,4 3-90,-2 8 1,2 4 1,-3 9-136,3-3 1,1 9-39,1-2 0,-5 2-131,0 2 0,0 0 186,5 0 0,-2 4-101,-3 0 1,3-1-10,-3-3 0,-1 0-246,2 0 0,-2 4-13,1 0 0,1-2 156,-4-6 1,-1-2 48,-4-2 138,5-3 155,-3 4-232,3-12 1,-1-1 102,0-10 0,2-1-108,-2-7 1,-1-1 39,5-2 1,-4-3-283,4-6 1,-3 0-180,3 0 0,0-5-263,5-3 0,-1-2 271,0 2-736,1-3 0,-1 5 171,1-7 0,0 3 1,3 2-182,0 4 1,-4 4 1065,-3 4 0,-1-2 0,4 3 0</inkml:trace>
  <inkml:trace contextRef="#ctx0" brushRef="#br1" timeOffset="13">16784 5705 7846,'0'-12'7,"0"-1"0,0 5 167,0 0 0,2-2 217,2-6 0,-3 2 52,3-3 1,-2 3 110,-2 2 0,0-4-77,0-1 0,0-4-204,0 5 0,0-5 342,0 5 1,-6-2-197,-2 1 1,1 5 59,-1-1 1,0 1-118,-5 4 0,-3 2 30,-1 2 0,-5 3-160,1 1 1,-2 5-44,-2 3 1,-1 5-81,-3 3 1,-1 5 101,-3 8 0,-2 3-206,6 5 0,-4 7-161,4 6 1,0 1 67,4 6 1,1 1 72,-1 4 0,6 2-45,2 2 1,5-7 45,3 3 1,4-10 59,5-2 1,5-7 207,4-10 0,3-4-120,5-9 0,2-3 34,6-9 1,-1-2-62,1-6 1,1 0-127,3 0 0,-2-2 139,2-2 0,1-7-473,-1-5 1,0-1-514,-4 5 0,-5-5-631,1 1 0,-6-1 902,2 5 1,-9 4 218,-4-1 1,-4 6 375,-4-1 0,-3-3 0,-5 1 0</inkml:trace>
  <inkml:trace contextRef="#ctx0" brushRef="#br1" timeOffset="14">16350 6114 7846,'-8'0'997,"0"0"1644,5 0-1934,-3 0 1,8 0 241,2 0 0,4-4-404,9 0 0,3-6 153,9 2 0,-1-3-261,5-1 1,-4-1-816,4 1 0,0 0-1584,4-1 0,-4 5 1241,1 0 0,-7 3-1323,2-3 1,-4 5 425,-4-1 1618,-4 3 0,-4-5 0,-1 0 0</inkml:trace>
  <inkml:trace contextRef="#ctx0" brushRef="#br1" timeOffset="15">16760 5990 7846,'-9'13'-982,"1"-1"0,4 1 2123,-4-1 0,4 4-470,-5 1 0,7 1 349,-3-2 0,0 0-442,1 4 1,-5 1-83,5 4 1,0 0-270,4-1 0,0-3-289,0 0 1,0-1-987,0 5 0,0-1 720,0-4 1,6 2-2394,2-5 2721,3-1 0,7-3 0,1-1 0</inkml:trace>
  <inkml:trace contextRef="#ctx0" brushRef="#br1" timeOffset="16">17752 5333 7846,'-12'7'788,"-1"-3"1,1 3-263,-1 1 0,0 3 404,-4 2 1,2 6-385,-6 6 0,1 5-10,-5 7 1,-7 11-417,-5 6 1,17-23 0,0 0-260,-5 4 0,0 1 1,1-2-1,0 2 142,-5 3 1,0 0-1,2 1 1,0 0 47,-1-1 0,-1 1 0,-1 2 0,0 0-194,-3-1 1,0 1-1,3-2 1,1-1 120,-2 1 0,0-1 0,2-3 1,0 0-224,0-1 1,0 0-1,1-3 1,-1 1 78,2 0 0,1 0 0,5-4 0,0 0-376,-20 24 0,11-7 228,1-5 0,9 1 152,8-5 1,5-7-233,7-9 1,2-7 65,2-2 0,-2-5-46,7-7 1,0-1 548,8-4 0,-2-7-939,6-9 1,-1-2 21,5-2 742,-5 0 0,3-4 0,-2 0 0,2 0 0</inkml:trace>
  <inkml:trace contextRef="#ctx0" brushRef="#br1" timeOffset="17">17243 6139 12183,'0'13'1203,"0"-1"1,-1 7-757,-3 6 1,1 7-78,-5 9 0,0 5-125,-5 7 0,1 4-455,-1 5 1,0 0 149,-4 0 1,3-3-249,-2-5 0,6-6-256,2-11 1,5-5 376,-1-3 0,3-8-1042,1-5 0,5-3 501,3-5 1,3-3-688,2-5 0,-1-1 218,1-3 1197,5-9 0,1-11 0,6-8 0</inkml:trace>
  <inkml:trace contextRef="#ctx0" brushRef="#br1" timeOffset="18">17777 6189 7846,'-13'-4'0,"1"0"0,0-1 0,-1 5 0,-6 0 690,-6 0 1,-1 7 231,-7 6 1,0 0-397,-4 8 1,-5 1-460,1 7 1,0-3-71,3 3 0,2 2 30,3-3 1,-1 1-155,5-4 1,6 0 159,6 0 1,3-2-24,2-2 0,5 1 28,3-5 0,2-1 137,2-4 1,0 2-154,0 3 1,7-3 502,6 2 0,1-2-182,6-2 1,1 5 177,4-1 1,4 1-256,0-5 1,5 1-56,-1-1 1,-1 0-250,1 1 1,-1-1 83,1 1 0,-3-1-1432,-5 0 0,-2 1 699,-2-1 0,2 1-1064,-2-1 1,-3 1 223,-2-1 1527,-7 0 0,2 6 0,-4 2 0</inkml:trace>
  <inkml:trace contextRef="#ctx0" brushRef="#br1" timeOffset="19">18695 8434 7783,'0'-13'-833,"0"1"1,0-1 832,0 1 0,0 0 0,0-1 0,-4 1 0,0-1 0,-2 1 0,2 0 0,1-5 0,-5 0 0,1 1 0,-1 4 0,-3-1 0,2 1 0,3-1 0,-3 1 0,5 0 0,-4-1 0,5 1 0,-1-1 0,-1 5 0,0 0 0,0 4 0,1-5 0,2 7 0,-3-5 0,5 3 0,-6 2 0,5-9 0,-5 8-84,6-5 1,0 4 126,0-4 1,0 4 179,0-5 0,0 5-60,0-4 1,0 0 733,0-5-292,0 1 604,0 0-192,0-1-528,0 1 0,-1 5 312,-3 3-584,3 2 1,-9 13 185,6 6 1,-5 10-67,5 6 0,-5 10-18,0 7 0,0 6-81,1 10 1,-8-1-515,10-30 1,0 1 0,-2-1-1,1 1 113,0 3 1,1 1 0,0-5 0,0 0-297,0 1 0,0-2 0,-7 26-124,1-7 1,1-9 274,2-6 0,4-12-437,5-10 1,1-7 247,3-5 0,3-7-177,6-1 0,3-7 258,1-2 1,1 0 462,-2-8 0,-2 3-47,3-7 0,-4 3 0,0-8 0,-1 5 0</inkml:trace>
  <inkml:trace contextRef="#ctx0" brushRef="#br1" timeOffset="20">18521 8607 7783,'-7'-12'0,"0"-1"548,3 1-356,3 0 0,-5 3 599,6 1 0,6 5-117,2-1 1,5 3 24,3 1 1,3 4 8,6 0 1,4 4-293,0-4 1,4 5-270,-4-5 1,6 0 83,-2-4 0,7 0-609,1 0 1,-4 0 290,-4 0 1,-1-1-1036,1-3 1,2 1-64,-6-6 1,-6 3-1727,-7-3 2911,-2-2 0,-1 4 0,-1-5 0</inkml:trace>
  <inkml:trace contextRef="#ctx0" brushRef="#br1" timeOffset="21">19166 8161 7783,'-5'7'0,"2"4"693,-5-3 0,1 4-219,-1 5 1,-2-2 206,6 6 1,-6 5-279,2 7 1,1 0 186,-1 4 0,1-1-410,-1 10 1,-3-2 24,2 1 0,-2 3-883,-1-2 0,4 2 511,-1 2 0,1 2-1006,-4-2 1,3-2 561,1-7 1,5-8-267,-1 0 1,8-6-36,5-7 912,7-7 0,3-13 0,6-7 0</inkml:trace>
  <inkml:trace contextRef="#ctx0" brushRef="#br1" timeOffset="22">20146 8198 7825,'-18'7'0,"3"4"120,-5-3 1,3 5-120,-4 3 0,5 3 1197,-5 6 0,0 1-480,-3 3 0,-1 8-245,0 9 0,-5 4-283,-3 3 1,12-24 0,0 0-329,-1 4 0,-1 0 0,-3 2 0,-1-1 30,1 3 1,-1 1-1,-1 1 1,1 2-190,0 0 0,0 0 0,-3 0 0,-1 0 253,-2 0 1,0 0-1,0 0 1,0 0 57,2 0 0,0 0 0,0 0 0,1-2-206,1-1 1,0-1 0,1-2 0,1 0-55,2 0 1,0 0 0,1-1 0,0-2 118,1 0 0,1-2 0,-15 27-40,8-20 1,4-3 71,4-9 0,5-1-108,7-4 0,4-6-105,5-6 0,1-1 415,3 2 0,3-4-413,6-5 0,-1-1-124,0-3 1,5-5 429,-1-7 0,7-9 0,-4-7 0</inkml:trace>
  <inkml:trace contextRef="#ctx0" brushRef="#br1" timeOffset="23">19576 9054 9834,'-6'7'747,"5"4"-77,-3-3 0,1 8 385,-1 5 1,2 9-498,-2 8 0,-1 2-181,1 9 0,-5-1-506,5 10 0,-4 0-166,4 4 0,-6-4-436,2 0 1,-3-4 529,-2 4 0,1-12-425,0 0 0,1-8-251,2-4 0,4-6-400,5-7 1,3-8-204,5-9 1480,6-3 0,10-17 0,1-5 0</inkml:trace>
  <inkml:trace contextRef="#ctx0" brushRef="#br1" timeOffset="24">20184 9079 7833,'-20'0'991,"1"4"-575,2 0 0,-2 7 112,-6 1 0,-5 2-114,-3 7 1,-4 5-192,-5 7 0,2 1-223,-5-1 0,6 3 223,2-3 1,0 3-1,4 1 0,4-5 38,4-3 1,2-3-26,6-1 0,0-6-1344,5-2 1,5-3 1009,3-2 0,3-4 289,1 1 1,0-1 368,0 4 0,5 1 234,3-1 0,5-4-314,3 1 1,4-1 199,5 4 0,1 1-263,3-1 0,-2 0-278,6 1 0,0-1 24,5 1 1,-3 3-732,-1 1 1,0 1 109,-5-2 1,4-1-296,-4 6 1,1 0-165,-1 3 0,-4-3 313,0 0 0,-2 2-1068,-6 2 0,-2 1 1672,-7-9 0,-2 5 0,-6-3 0</inkml:trace>
  <inkml:trace contextRef="#ctx0" brushRef="#br1" timeOffset="25">20779 5383 7878,'12'0'-86,"1"0"1,-5-2 182,0-2 0,-4 3 201,5-3 1,-5-2 364,4 2-503,-5-6 1,4 9 328,-3-3 1,-3 1 145,3-1-272,-2 3 0,-4-5 115,-2 6 0,-3 6-152,-5 2 1,-6 3 7,-3 1 1,-2 5-94,-2-1 1,-4 6-153,0-1 0,-5 2 139,1 2 0,-4 1-253,-5 3 1,2-1-585,-5 5 1,2 0 778,-7 4 1,2 6-177,19-20 1,0-1 0,-25 23 16,26-23 1,-1 1 0,2 0 0,0 0 0,-2 1 0,0 1-64,-1 0 0,1 0 1,-1 0-1,0-1 2,1 1 0,1 0 1,-2 0-1,0 0-120,3-1 0,0 1 0,0 0 0,1 0 57,-24 24 1,23-24-1,0 0 79,1 0 1,-1 0-1,-1-1 1,0 1-117,1 0 1,1 0 0,0 0-1,-1 1-60,-1 1 1,-2 0 150,2-2 0,-1 1 1,-2 3-1,1 1-13,1-3 1,0 0-1,-1 0 1,-1 1-56,3-1 0,-2-1 1,0 1-1,-2-1 43,-1 3 0,0 0 0,3-2 0,0-1-727,-3 3 1,-1 0 753,4-3 1,0 1-1,-4 3 1,0 0 66,3-1 1,0 0-1,-2 1 1,0-1-202,0 1 0,0-2 0,0 0 0,0-1 231,2-2 1,0 0 0,0 2-1,0 0-42,0-1 0,0 2 0,0 2 0,0 2 1,0-3-1,0 1 40,0 0 0,0-1 1,0-1-1,0-1-11,-1 2 0,2 0 0,0-2 0,2 0-30,-1 2 0,0 0 0,3-5 1,-1 0 156,0 1 0,1-1-57,-20 18 1,-2 6 0,2-1 58,22-21 1,0 0-1,-21 21 66,-1 3-208,6-3 0,-7 4 73,6 2 1,-6-2-22,24-24 0,1 0 0,0 1 1,0-1-1,-2 1 0,1-1 16,-3 1 1,1 1 0,-1 0-1,1 0-35,-4 2 0,0 0 1,2 0-1,0 0 82,-2 0 0,0 0 0,0 0 0,0 0 16,-2 0 0,0 0 1,0 0-1,0 0 68,0 0 0,0 0 0,2-2 0,0 0-46,0 0 0,0 0 1,3-3-1,0 1 57,-1 2 0,0 0 0,0-3 0,0 1 134,3-1 0,-1 1 0,-1-1 0,1-1-144,-16 25 1,-5-1-47,5 1 0,-1 0 46,5-1 1,0-2-122,0 3 1,-5-3 66,1 6 1,18-26 0,0 0-144,-18 23 1,5-3 245,7-10 0,3-1-175,1-3 1,1 1 235,-1-5 0,4-1-202,0-8 1,5 4 297,-5-4 1,7-2-357,2-1 0,1-3 90,7-2 1,-4 0-205,3 1 0,-3-5 186,4 0-135,-6-5 14,3 8 1,-1-8-104,0 5 84,5-5-460,-2 2 166,5-5-913,0 0 834,0-5 1,1-2-657,3-5 0,-1 3 434,5 1 1,-4 0-597,5-5 1,-5 1 543,4 0 0,0-2-1959,5-3 2610,-1 4 0,1-5 0,-1 5 0</inkml:trace>
  <inkml:trace contextRef="#ctx0" brushRef="#br0" timeOffset="26">17008 6945 7995,'-37'2'192,"-1"2"1,7-3 33,2 3 0,8-2 213,4-2 0,8-2-133,1-2 1,5-3 98,-1-5 1,13-2-45,8-2 1,10-5 63,6-8 0,16-3-247,9-5 1,-25 16 0,1-1-329,5 0 0,1-1 0,3-4 1,2 0 50,4-2 0,1 0 0,0 1 0,1 1-263,2 0 1,1 0-1,0 2 1,0-1-76,1 1 0,1 1 0,3-1 0,0 2 58,1 0 1,0 0 378,-7 1 0,0 1 0,1 4 0,1 0 0,-7 0 0,-1-1 0,0 1 0</inkml:trace>
  <inkml:trace contextRef="#ctx0" brushRef="#br0" timeOffset="27">19005 10033 8071,'-11'-5'0,"3"-3"0,-2 1 73,6-1 1,7-1 724,9-3 1,14-6-246,16-3 0,10-9-234,-18 12 0,2-1 0,5-3 0,2 0-625,8-5 0,2 0 0,5-4 1,2 0 397,-15 8 1,1-1 0,0 1 0,-1 0 0,1 0 0,-1 0-235,2-1 1,0 1 0,0-1 0,-1 3 0,0-1 0,0 1 5,-1-2 0,1 1 0,-1 1 1,0 1-1,-1 0 0,1 2-22,1-1 1,0 2 0,-2-1 0,15-7 0,-1 2-438,1 2 1,-2 0 594,-4 0 0,-1 1 0,-1 6 0,-1 2 0,-2-3 0,-1 1 0,-2 1 0,-1 0 0</inkml:trace>
  <inkml:trace contextRef="#ctx0" brushRef="#br0" timeOffset="28">17082 6152 8080,'-19'-20'309,"1"2"-206,6 6 1731,5 5-1244,1 2 1,16 11 93,2 7 1,10 5-131,3 7 1,1 6-249,7 6 1,2 2-363,6 7 1,-1-1-93,6 5 1,-21-24 0,1 1 47,2 0 0,2 0 0,0 2 0,0 0 108,1-2 1,0 0 0,0-1 0,-1 0-724,-1-3 1,0 0 0,2 0-1,0-1-584,23 15 1299,-3-8 0,-12-5 0,-1-6 0,-7-3 0,-3-4 0</inkml:trace>
  <inkml:trace contextRef="#ctx0" brushRef="#br0" timeOffset="29">17839 6226 8034,'-36'18'32,"3"3"0,-1 3-457,5 5 0,-2 9 130,2 7 0,2 5-300,-6 3 1,0 9-1,14-27 1,0-1-1</inkml:trace>
  <inkml:trace contextRef="#ctx0" brushRef="#br0" timeOffset="30">19352 9277 8011,'-27'-14'-336,"2"-2"0,-1 2 923,9-3-82,1 9 854,9 3-876,23 21 1,2 5 105,20 16 1,-3 2-161,7 2 1,3 4-486,-18-18 1,0 0-1,-1 1 1,0-1 105,3 2 1,0 0 0,2 2 0,0-1-89,2-1 0,0 0 0,4 1 0,-1 0-366,2 1 1,-1 0 0,-1-2 0,1-1 257,0-1 0,0-1 1,-2-2-1,-2-2-341,-4-1 1,0-1-1,25 20-113,-9 2 0,-5-9-1238,-11 0 1838,-6 0 0,-7-7 0,-4 3 0,-2-3 0</inkml:trace>
  <inkml:trace contextRef="#ctx0" brushRef="#br1" timeOffset="31">22727 6660 7825,'5'-7'0,"-2"-2"298,5 4 1,0-3-17,5 4 1,-1 0 382,1 4 1,5 0-170,2 0 0,5 0-1,4 0 1,7 1-429,5 3 0,6-2 77,-1 2 1,2 1-317,1 0 1,9-1 203,0-4 0,6 0-356,-6 0 1,2-2 318,2-2 0,3 1-750,-3-5 0,-4 4 39,-13-4 1,-3 5-231,-9-1 1,-4 2 945,-9 2 0,-3-1 0,-9 5 0,-2 6 0</inkml:trace>
  <inkml:trace contextRef="#ctx0" brushRef="#br1" timeOffset="32">22826 7045 7827,'-13'0'370,"1"0"959,5 0 0,3 0-521,8 0 1,9 0-357,7 0 0,9 0-183,4 0 0,9 4 115,3 0 0,5 0-125,4-4 0,-2 0-457,6 0 0,0 0 50,4 0 1,2-4-276,-1 0 1,0-2-351,-9 2 1,-1 3 380,-3-3 0,-3-2 392,-6 2 0,1-6 0,-11 3 0</inkml:trace>
  <inkml:trace contextRef="#ctx0" brushRef="#br1" timeOffset="33">25902 5891 7820,'-12'-29'-1825,"0"0"2345,-1 0 1,-3 10 0,-1 2 607,2 4 0,-4 2-492,-2 2 0,-7 4-297,-1 5 0,-1 7-117,1 5 0,-2 12 4,-7 9 0,5 9-18,0 8 1,0 7-158,14-25 0,1 2 0,0 0 0,0 1 119,1 1 0,1 2 0,1 1 0,1 1-61,3-1 1,1 0-1,-1 0 1,2-1 46,2-2 1,1-1-1,-3 25-196,9-10 1,6-13 98,7-12 1,6-7-364,10-10 0,3-3-237,5-5 1,-4-4 341,0 0 0,-5-5-1481,1 0 1,0-2 92,-5-1 1587,-7-1 0,0 7 0,-4 0 0</inkml:trace>
  <inkml:trace contextRef="#ctx0" brushRef="#br1" timeOffset="34">25381 6499 7820,'-6'5'1153,"-6"-3"1,11 5 212,-3-3 16,3-3 1,7 5-669,7-6 1,10 0-722,10 0 0,-1-5-531,1 1 1,0-4-556,4 4 1,2-6 502,2 2 0,-3 1-427,-1-1 0,-3 1 1017,-9-1 0,3-9 0,-9 3 0</inkml:trace>
  <inkml:trace contextRef="#ctx0" brushRef="#br1" timeOffset="35">25729 6424 7820,'-14'6'752,"-3"2"0,4-1-10,-4 1 1,7-1-293,2 2 1,4 6 89,-4-3 1,5 5-157,-1-1 1,3 2 63,1 3 0,1 2-83,3-2 1,3 1-968,5-1 1,1 2-169,-1-2 0,1 2-495,-1 2 1,0 0 1264,1-1 0,5 1 0,1 0 0</inkml:trace>
  <inkml:trace contextRef="#ctx0" brushRef="#br1" timeOffset="36">27106 5879 7823,'0'7'1325,"0"-2"1,-6 1-1034,-2 2 1,-15 6 653,-11 6 1,-10 8-681,16-9 1,-2 3 0,-1 5 0,-2 1-692,-6 5 0,-1 1 1,-3 5-1,-1 3 449,-3 1 0,-1 1 1,-1 3-1,0 1-595,0-1 0,-1 1 0,16-14 0,1 0 0,-1 1 492,0 1 1,0 0 0,-1 0-1,-2 0 1,-1 0 0,0 1-90,0-1 0,-1 0 0,0-1 0,-1 0 0,-2 0 0,2 0 40,2-2 1,1 0-1,0 0 1,-2 0 0,-1 1-1,0 0-64,1 0 1,1 0 0,0 1-1,-1 0 1,2-1 0,0 2 176,1-1 0,2 1 0,0 0-14,-15 14 1,0-1 0,7-5 0,0-1 0,3-4 0,0-1-231,2-2 0,3 0 159,6-1 0,3-3 0,-15 13 0,19-12-1095,11-13 587,8-11 608,2-4 0,11-10 0,2-2 0</inkml:trace>
  <inkml:trace contextRef="#ctx0" brushRef="#br1" timeOffset="37">26126 7144 7830,'-2'12'0,"-2"1"0,3 4 0,-3 4 0,-2 4 0,2 4 0,-6 8 0,2 9 0,-3 9 0,-1 7 0,-2 5-308,6-30 0,-1 1 1,2 1-1,-1 0 1211,-2 0 1,0 1-1,-1 2 1,1 0-425,-2-1 1,-1 0-1,1-3 1,1-1-481,0-2 1,1 0 0,-8 27 74,6-8 1,5-7-1207,3-14 1,4-8 469,4-9 1,3-8-479,5-3 0,6-14 96,3-3 1044,2-9 0,2 2 0,0-6 0</inkml:trace>
  <inkml:trace contextRef="#ctx0" brushRef="#br1" timeOffset="38">26944 7206 7657,'-19'-7'929,"-4"1"-564,2 6 0,-8 2-376,-4 2 0,-6 8 18,-6 9 1,-2 4 373,-11 4 1,0 4-132,27-13 0,0 1 0,-25 18-179,2 2 0,4-1-244,5 1 0,-1-2 160,9 2 0,3-6-230,9-2 1,6-6 153,2 2 1,5-3-44,3-1 0,4-4 35,5 0 0,0-6 175,0 1 1,7-2 164,5-2 0,2 1 550,7-1 1,5 1 139,7-1 1,3 1-403,1-1 1,0-1-153,0-3 1,6 3-120,3-3 1,0 2-257,0-2 0,-3 3 75,-6-2 0,0 0-123,0 0 0,-1 2-324,-3-3 0,-2 3-425,-7 1 0,0-3-679,-3-1 1,2 0 686,-2 5 0,-3-1-393,-2 0 1,2 1 1177,-1-1 0,5 1 0,-3-1 0</inkml:trace>
  <inkml:trace contextRef="#ctx0" brushRef="#br1" timeOffset="39">12132 3212 8106,'-17'0'-584,"3"0"409,-3 0 0,3 0 1119,2 0-181,0 0 541,-1 0-194,6 0-489,2 0-304,5 0 1,1 0-66,3 0 0,5 4-45,7 0 0,3 1 45,6-5 0,1 4-183,3 0 1,3 1 106,5 0 1,5-4-285,-1 3 0,7 2-147,2-2 0,5 4-155,7-4 1,1 0 283,4-4 1,2 4 110,-32-2 0,0 0 1,0 1-1,-1-1-33,34-2 0,-2 4 29,-6 0 1,1 0-28,3-4 1,-4 4-47,0 0 0,-1 5-134,-7-5 0,5 4 106,-1-4 0,-1 4-68,0-4 1,1 5-14,4-5 0,0 4 105,0-4 1,0 5 121,0-5 1,5 0-74,-1-4 0,-29 2 1,0 0 55,-2 0 0,1 0 0,1 0 0,1 0-80,33-2 1,-2 0 168,1 0 1,-34 0 0,1 0-12,0 0 0,0 0 0,2 0 0,0 0 44,31 0 1,-34 0 0,1 0 17,0 0 1,0 0 0,2 0-1,0 0-48,-2 0 1,0 0 0,-1 0 0,0 0 112,26 0 1,1-1-50,3-3 0,-4 2-129,0-2 0,-1 1 103,-7-1 1,5 3-165,-1-3 0,2 1-101,3-1 1,-3 3 140,-2-4 0,4 3-163,0-2 1,0 2 97,4-2 0,-8 3-88,-4 1 1,1 0 36,-1 0 0,0-5 130,-5 1 0,-3 0-52,-1 4 0,-3 0 39,3 0 1,0 0 11,5 0 1,0-1 11,-1-3 0,1 2 42,0-2 0,2 3-66,-2 1 1,2 0-20,-7 0 0,0-4 27,0 0 0,3-1-8,2 5 0,1 0-1,-10 0 1,6 0-4,-1 0 0,2 0-33,1 0 0,0-4 30,-4 0 1,5-1-27,-1 1 1,1 1 21,4-6 1,-2 5-57,2-4 1,-3 4 48,3-4 1,-5 5 36,-3-1 0,-3-2 16,-6 2 0,1 0 112,4 4 1,-9 0-29,0 0 0,-6 0-98,-2 0 0,1 0 39,3 0 0,-7 0 280,3 0 0,-7 0-499,3 0 1,-6 0 169,2 0 0,-4-1-434,0-4 102,-1 4-326,1-4 243,-7 5 0,0-2-732,-6-2-208,0 3 868,-6-5 1,-5 2 459,-5 0 0,-12-6 0,2 3 0</inkml:trace>
  <inkml:trace contextRef="#ctx0" brushRef="#br2" timeOffset="40">10086 11894 7827,'-6'-25'0,"-1"4"151,-5 1 1,3 3 305,1-4 0,0 6 258,-4-1 1,-1-2-272,1 1 0,1 1-90,2 3 0,-2 5-98,3 0 0,-3 4-55,-1-5 0,-2 7 8,-3-2 1,2 4-27,-5 4 1,-3 7 27,-5 5 0,0 6-14,-5-1 1,0 4-78,-4 4 0,-1-2 53,1 6 1,0 2-365,0 6 1,0-1 257,-1 6 1,1 0-144,0 8 1,7 1 58,5 3 0,1 7-69,8-3 1,3 3 78,5-3 0,5-2 26,-1-2 1,3-4 205,1-9 0,1 2-120,3-5 1,3-6 198,6-8 0,3-3-58,1-4 1,9 1-110,-1-5 1,6-1 8,-2-4 1,4-5-82,-4-3 0,4-2 256,-4-2 1,4 0-297,-4 0 0,2-6-305,-2-2 1,-3-3 129,3-1 1,-3-5-1013,-1 1 0,-2-6 531,-2 1 0,-3 3-936,-6 1 0,-5 4 195,-3 0 1372,-2 1 0,-13-1 0,-3 1 0</inkml:trace>
  <inkml:trace contextRef="#ctx0" brushRef="#br2" timeOffset="41">9490 12750 7827,'8'0'228,"1"0"1,-2-2 557,1-2 0,4 3-390,1-3 1,0-3 674,8-2 0,0-2-465,4-1 1,4 0-466,-1-1 1,3 1 31,-2-1 0,-3 1-857,3 0 1,-4 3-154,-5 1 1,-2 5-1903,-5-1 540,-1 3 2199,0 1 0,1 0 0,-1 0 0</inkml:trace>
  <inkml:trace contextRef="#ctx0" brushRef="#br2" timeOffset="42">9875 12588 7746,'-7'6'1246,"-3"-3"-240,6 5-331,0 0 1,4 9-256,0-1 0,0 5-26,0-5 1,0 11-124,0-3 0,0 10 64,0-1 1,0 2-234,0 3 0,0 0-149,0 4 1,0 2-389,0 5 0,-4-5 342,0-2 1,-1-5-828,5-4 0,0-3 433,0-5 0,0-1-307,0-4 1,2-7 793,2-9 0,8 3 0,8 0 0</inkml:trace>
  <inkml:trace contextRef="#ctx0" brushRef="#br2" timeOffset="43">11239 12613 7827,'-8'0'-177,"0"0"1,-1 0 117,-3 0 0,0-4 976,-1 0 1,5 0 199,0 4-474,-1 0 71,-3 0 0,4 4 892,-1 0-820,7 0 1,-2 0-324,8 0 0,3 1 7,5-5 1,2 0-142,2 0 1,4-5-35,4 1 1,3-1-74,2 1 1,2 1-33,7-5 1,4 1-27,4-2 1,3-2-117,5 3 1,7 1-341,5-1 0,-28 4 0,0 0 315,-1-2 1,0-1 0,4 2 0,1-1-96,-1 2 0,1 0 1,-2-1-1,0 0 32,-1 3 0,0 0 0,-1-2 0,-1 0 0,-2 2 0,0 0 1,0-1-1,0 0-185,27-1 1,-3 3-196,-9-3 0,-6 2-57,-3 2 0,1-1-232,-5-3 0,-7 2-507,-9-2 0,-6 3 554,2 1 0,-8 0-1999,0 0 2353,-7-6 1,4 4-1134,-6-7 1514,0 1 1,-11-4-1,-3-1 1</inkml:trace>
  <inkml:trace contextRef="#ctx0" brushRef="#br2" timeOffset="44">12418 12204 7827,'7'-1'380,"-3"-4"0,3 4-11,1-3 1,3 3 453,1 1 1,6 0-308,3 0 1,4 0 97,4 0 1,1 1-215,3 3 0,3 3-281,-3 5 0,2 2 66,-2 3 1,-3-2-88,-5 5 1,-2 1-196,-2 4 1,-5 0 127,-7 0 0,0-5-269,-5 1 1,-1 0 78,-7 3 1,-4 1-300,-9 0 1,-2 0 175,-6 0 0,-4 4-191,0-1 0,-5 1 50,1-4 1,-3 0 116,-1 0 0,4-6-39,0-2 0,4 1 53,-5-2 0,6 1-1125,-6-5 1417,7 0 0,-3 1 0,5-1 0</inkml:trace>
  <inkml:trace contextRef="#ctx0" brushRef="#br2" timeOffset="45">14614 11981 7778,'0'-18'0,"0"-2"260,0-4 0,-5 0-56,1 4 1,-4-2 377,4 5 0,-6-4-163,2 5 0,-9-1-37,-3 5 1,-4 4-119,-1-1 1,1 7 55,-1-3 0,-4 5-29,0 5 1,-4 1-75,4 7 1,-6 5 59,2 2 0,-2 5-73,-3 4 1,1 4-276,0 9 0,0 4 256,-1 12 0,7 0-343,16-25 1,1 0-1,1 2 1,1-1 235,1 1 1,1 1 0,1 0 0,2 1-72,2 0 0,2 0 0,-1 0 0,2-1-28,2 34 1,7-8 106,5-8 1,2-13 168,7-3 1,-1-15-144,5-2 1,1-12 94,3-5 1,-1-2 112,5-2 0,-1-2-399,1-2 1,1-4 92,-5-8 1,6 0-824,-2-4 0,-3 3-784,-1-4 1,-8 1 720,-5-5 1,-3 4-20,-5 1 0,-3 5 106,-5-2 785,0 3 0,-11-4 0,-2-1 0</inkml:trace>
  <inkml:trace contextRef="#ctx0" brushRef="#br2" timeOffset="46">14105 12440 7778,'-12'5'867,"-1"3"-122,6-2 29,2 5 0,6-6-298,3 4 1,4 0 613,9-5 0,2 5-326,6-5 1,4 0-106,0-4 1,5 0-930,0 0 1,1 0 236,3 0 1,-1-6-1255,0-2 1,0 1 843,0-1 0,-5 0-629,-3-5 1,-3 2 366,-1 3 1,-6-3 704,-2 3 0,-3-3 0,-2-2 0</inkml:trace>
  <inkml:trace contextRef="#ctx0" brushRef="#br2" timeOffset="47">14576 12378 7778,'-5'12'0,"-3"0"0,-2 1 282,2-1 0,-3 2 184,2 2 0,0 0 173,0 4 1,-2 1-152,3 4 0,-3 0-117,-1-1 0,-1 5-558,1 0 0,4 0 196,-1-4 0,2 4-959,-1 0 0,1 0 595,3-4 1,3-2-359,-3-2 1,2-3 16,2-6 696,6-5 0,1 4 0,5-4 0</inkml:trace>
  <inkml:trace contextRef="#ctx0" brushRef="#br2" timeOffset="48">15829 11906 9148,'-7'0'2188,"-2"6"-1791,5 2 1,-7 3-84,-2 1 0,-1 8-73,-6 5 0,-2 5-29,-7 7 0,-3 6-8,-5 2 1,-6 8-377,20-27 0,1 1 0,-3 5 0,0 1 227,-2 0 0,0 0 1,-1 1-1,0 0-407,-3 1 0,0 0 0,0 0 0,1 0 240,1 3 0,0-1 1,-1-2-1,-1 0-71,2 1 1,1-2-1,0-4 1,2 0-243,1-1 0,0-1 1,-19 25 170,7-4 1,0-3 190,-1-1 0,3-2-51,2-2 0,2 1-19,6-9 1,2 3 8,2 1 0,3-5 365,6-3 1,0-5-321,-1-3 1,5 1 512,0-5 1,5-1-410,-1-3 1,2-5 367,2 0-679,-5-5 123,3 2-252,-3-5 49,5 0 0,5-4-286,4 0 1,-2-7-241,1-1 892,0-1 0,5-10 0,-1 4 0</inkml:trace>
  <inkml:trace contextRef="#ctx0" brushRef="#br2" timeOffset="49">15482 12725 7778,'7'-6'-175,"-2"5"562,1-5 0,-5 5 266,3-3 108,-2 3-244,-2-5 91,0 6-116,0 0-259,0 6 0,-2 0-21,-2 7 0,3 1 0,-3 2 0,1-1-181,-1 6 0,2 0 128,-2 3 1,-1 7-202,1 2 1,-6 7 37,2 1 1,-2 5-106,2-5 1,-3 6-150,3-2 0,-2-2-233,2-2 0,-2-3-297,6-5 1,-4 1 344,3-5 0,1-6-918,4-6 431,0-3 626,6-7 1,-1-5 303,4-10 0,7-6 0,-2-10 0</inkml:trace>
  <inkml:trace contextRef="#ctx0" brushRef="#br2" timeOffset="50">15494 13047 7778,'7'-5'-1914,"3"2"3616,-6-5-1155,6 5 0,-3-3 136,5 6 0,0 0-253,1 0 1,3 0-167,1 0 1,5 0-357,-1 0 0,3-4 135,5 0 1,-1-4-252,5 4 236,0-6 1,4 3-1,0-5-914,1-1 0,-7 5 402,-2 0 0,-4 0 484,-4-5 0,2-5 0,-3-1 0</inkml:trace>
  <inkml:trace contextRef="#ctx0" brushRef="#br2" timeOffset="51">16040 12712 11659,'0'13'648,"0"-1"0,0 6-401,0 3 1,0 2-206,0 2 1,0 4 56,0 0 1,0 7-397,0 1 1,0 0 242,0 4 0,0-2-349,0-2 1,0-1 195,0-3 1,0-3-749,0-5 0,0-1 208,0-4 0,0-6-704,0-6 615,0-5 836,0 3 0,6-12 0,1-1 0</inkml:trace>
  <inkml:trace contextRef="#ctx0" brushRef="#br2" timeOffset="52">11004 11981 7778,'0'-20'-895,"0"4"1,0 2 1516,0 2 0,0 3 434,0 1-78,0 0-299,0 1-328,0 1 0,-5 9-107,1 5 1,-5 1-23,0 7 0,-6 5-141,-1 4 0,-6 1 73,1 7 1,-2 1-128,-2 8 1,-1 2-106,-3 6 1,-3 5 24,-5 3 0,16-26 0,-1 2-219,0 1 1,-2 0 0,-1 2-1,-2 0 203,1 3 0,-2-1 1,-3 1-1,0 0 21,2 1 1,0 1 0,0-2-1,-1-1-16,3-1 0,0-1 0,2 0 0,-1-1-92,-1-1 0,1 0 0,1 1 1,1 0-105,3-3 0,1 0 0,-1 0 0,1 0 120,-13 29 1,15-31 0,0-1-26,-19 28 0,-1 1 116,1-5 0,4-1-60,0-3 1,5 0-33,-1-1 1,3-2 104,1-6 0,6-5 123,3-11 1,2-2 61,1-2 0,6-3-153,3-6 0,2-3 993,-3-1-1033,4-5 119,-4 2 0,5-6-263,0-3 1,0 1-377,0-5 0,4-1-92,0-3 656,0-6 0,-4-1 0,0-6 0</inkml:trace>
  <inkml:trace contextRef="#ctx0" brushRef="#br2" timeOffset="53">10408 13097 7778,'0'-8'85,"0"-1"1,0 5 221,0-4 0,0 4 568,0-4-216,0 5-16,0-3-374,0 6 1,0 6-62,0 2 1,0 10-5,0 7 1,0 1-74,0 7 0,0 6-207,0 6 1,0 3 111,0 2 1,-5 5-599,-4 3 1,0 5 389,0-1 1,-2 2-462,3-11 1,-2 1 289,2-4 0,-1-7-106,4-6 1,1-7-245,4-9-9,0-3 0,6-7 702,2-3 0,-2-8 0,-1-7 0</inkml:trace>
  <inkml:trace contextRef="#ctx0" brushRef="#br2" timeOffset="54">10867 13208 7778,'-12'0'-180,"-1"0"0,1 0 119,-1 0 1,-3 2 394,-1 2 1,-5 3-85,2 5 1,-4 5-123,-1-1 1,-4 6-207,1-1 0,-6 3 102,6 0 1,-3 1-96,2 0 1,3 0 87,-3 0 0,4-5-67,5 1 1,2-5 80,5 5 0,2-6-37,3 2 355,2-3-262,6-2 0,6-1 207,2-3 1,3-1-69,2-3 1,-1-2 167,1 2 0,0 1-92,4-1 0,-3 5 51,2-5 0,2 4-120,-1-4 0,5 6-166,-2-2 0,0 3-38,0 2 0,1-1 122,4 0 1,0 1-281,-1-1 1,3 1 82,2-1 1,-3 2-270,3 2 0,-3-5 145,-1 6 1,-2-10-88,-2 5 1,-3-4 56,-6 1 0,1 2-332,-1-3-192,0-2 294,1-1 0,-5-1-542,0 0 262,-5 0-167,3-4 877,-6 0 0,0-5 0,0-2 0</inkml:trace>
  <inkml:trace contextRef="#ctx0" brushRef="#br2" timeOffset="55">4292 10306 9355,'0'21'606,"0"0"1,0 6-210,0 10 0,0 9-115,0 12 0,-1 1-545,-1-24 1,0 0 0,1 0 0,-1 1 294,-2 1 1,0 0 0,2 0 0,0 0 78,-3 1 0,1-1 1,2 32-187,-3-3 1,3-10 324,-2-6 0,2-6-325,-2-7 1,3-5-27,1-3 0,0-4-246,0-5 0,0-2-729,0-5 483,0-6 117,0-2 0,0-6-75,0-3 1,0-3 552,0-6 0,0-10 0,0-3 0</inkml:trace>
  <inkml:trace contextRef="#ctx0" brushRef="#br2" timeOffset="56">4826 10468 7778,'12'-20'0,"-4"2"-101,1 6 1,-5 0 343,4-1 0,-5 5 1275,1 0-1377,-3 5 0,-2-1 62,-3 8 0,-3 0-183,-5 8 0,-6-1 91,-3 10 1,-3 0-382,0 4 1,-1-1 190,0 1 1,-4 1-125,0 3 0,-4-3 31,4 3 0,-4-1 9,4 1 0,-4-3 128,4 3 0,-4-3-19,4-1 1,4 0 122,5 0 1,4-5-105,0 1 1,3-6 144,5 2 1,3 1-61,5-2 1,0 1 150,0-5 0,5-4 50,3 1 0,-1-7 39,2 3 1,3 0 60,5-1 1,-1 2-96,-3-2 1,3-3 28,1 3 0,5 3-109,-2 1 0,0-1-28,0 2 0,0-1 76,0 4 0,6 1-197,-5-1 1,5 1-100,-5-1 1,2 0-241,2 1 1,-4-1-92,0 1 1,-6-1 190,1 0 0,-2-3-75,-2-1 0,-3-1-145,-1 1-237,-5-2 95,2-6-69,-5 0-1389,0 0 2032,-5-6 0,-2-1 0,-6-5 0</inkml:trace>
  <inkml:trace contextRef="#ctx0" brushRef="#br2" timeOffset="57">5868 10406 7848,'7'-6'-345,"-2"-1"404,1-5 0,-4 1 162,7 2-29,-7-2 0,5 9 227,-3-7 83,-2 7 189,9-9-366,-10 9 1,6-5 192,-3 3-316,-2 3 174,3-5-478,-5 6 196,0 0-157,0 6 0,-5-3-99,-4 5 0,-2 0 6,-1 5 1,-5 0 47,1 4 1,-6-2 63,1 6 0,-2-5 26,-2 5 0,-4 0-72,0 3 1,-5 5 74,0 0 1,-1 4-113,-3-4 0,3 4 59,1-4 1,4 0-101,5-4 0,6-2 157,3-2 0,3 1-49,5-5 1,2-5 301,6-4-186,0-5 0,4 4 118,1-3 0,4-2-45,0 2 1,6-3 86,1-1 1,5 0-84,-5 0 0,6 0-26,-1 0 1,1 0 27,-1 0 1,2 4-8,-2 0 1,1 2-15,-1-2 0,2-1 53,-2 5 0,2-5-21,2 1 1,0 3-440,0 1 0,0-1 157,-1 1 1,1-4 245,0 5 1,0-7-66,0 2 1,-5 2 56,1-2 1,0 4-41,3-3 1,-3-1-66,0-4 0,-6 0 77,1 0 0,-6 0-161,-2 0 128,-5 0 168,3 0 62,-6 0-229,0 0 1,-4-6 90,-1-2 0,0 1-77,1-1 0,1-1-28,-5-3 1,1-2 57,-1-2 1,-3 2-256,2-3 0,2-2 88,-1-2 0,0-3-449,-5-5 1,1-2-389,0-2 0,-1-2 433,1 1 1,-1-1-381,1-3 1,4 7 341,-1 2 1,3 4 201,-3 4 0,-2 2 321,3 2 0,-3 4 0,-1-5 0</inkml:trace>
  <inkml:trace contextRef="#ctx0" brushRef="#br2" timeOffset="58">6935 10145 8088,'0'-12'0,"-6"-1"-3,-2 1 0,-2 4 145,2-1 0,-3 7 383,3-3 1,-3 4-120,-2 1 0,-3 7-183,-1 5 1,-5 2 41,1 7 0,-6 5-33,-2 7 1,-4 4-45,4 5 1,-6 7-238,2 9 1,18-25 0,0 0 105,0 2 1,1 1-1,2-1 1,1 1 56,2-1 1,1 1 0,0-1 0,1 0 10,3 27 0,1 0 27,7-13 1,9-9-144,7-15 0,5-7 118,4-10 0,-3 2-81,3-6 1,-3-1-2,-1-7 1,4-4-151,0-9 1,0 3-711,-4-2 0,-2-2 287,-2 1 0,0-3-966,-9 3 0,2 0 99,-10 5 1395,0 5 0,-10-4 0,0 4 0</inkml:trace>
  <inkml:trace contextRef="#ctx0" brushRef="#br2" timeOffset="59">6575 10765 9475,'-7'7'1265,"1"-1"0,12-6-1086,2 0 1,5-4-88,3-1 0,8-4-198,5 0 0,4-2-1147,-4-1 1,5 0 753,-1-1 0,-1 2-510,1 3 0,-7-3 1009,-1 3 0,0-3 0,-6-2 0</inkml:trace>
  <inkml:trace contextRef="#ctx0" brushRef="#br2" timeOffset="60">6885 10691 8088,'-6'12'336,"-2"1"0,1-1-33,-1 0 1,5 5 89,-1 0 0,-1 5-158,0-2 1,1 4 155,4 0 1,0 3-142,0 2 1,2-2-667,2 6 0,-1-1-303,5 1 1,-4 4 718,4 0 0,1-5 0,3 4 0</inkml:trace>
  <inkml:trace contextRef="#ctx0" brushRef="#br2" timeOffset="61">10346 8620 8102,'-25'-18'-196,"5"4"-132,-1-3 0,4 8 836,-3 0 1,-2 7-181,-7-2 0,1 4-4,-5 4 0,4 4-119,-4 9 1,0 2 87,-4 6 1,4 5-131,0 3 1,1 4 39,-1 5 0,-3 3 114,3 9 1,3 2-185,1 6 0,8-4 158,4 0 0,4-6-40,0 2 1,6-8-198,3-5 0,4-4 152,4-4 1,9-4-248,7-8 0,4-3 74,1-6 1,4-5 65,0-3 0,4-2-463,-4-2 0,-1 0-74,-3 0 1,0 0-866,0 0 1,-2-5 590,-2 1 0,-7-5-234,-6 0 1,-5 3 945,1-3 0,-3-5 0,-1-5 0</inkml:trace>
  <inkml:trace contextRef="#ctx0" brushRef="#br2" timeOffset="62">9775 9153 8102,'-11'-1'708,"3"-4"-48,3-1-348,5-7 1,7 6-71,5 3 1,6 1-241,7-1 0,-1 3-126,1-3 0,4 2-133,0 2 1,1 0-1862,-1 0 2118,-2 0 0,3 6 0,-5 1 0</inkml:trace>
  <inkml:trace contextRef="#ctx0" brushRef="#br2" timeOffset="63">10135 9165 9068,'-5'7'-560,"2"-1"336,-5-6 1,4 5 1215,-5 4 0,5 6-395,-4 1 1,1 8-52,-1 0 1,1 3-129,3 6 0,2-3-762,-2 7 1,3-2-253,1 6 0,5-2-569,4-2 1,2-4-392,1 0 1556,6-5 0,-4 2 0,4-5 0</inkml:trace>
  <inkml:trace contextRef="#ctx0" brushRef="#br2" timeOffset="64">11624 9971 7928,'-32'-8'-452,"3"0"0,4 1 253,5-1 0,2-2 383,5 6 267,6 0 168,2 4 0,6 0-16,3 0 1,9 1-209,8 3 0,3 3-41,5 6 0,2-1-135,2 0 1,3 5-116,-3 0 0,2 0 71,3 0 0,3-2 11,0 6 0,2-5-10,-2 5 0,3-2-323</inkml:trace>
  <inkml:trace contextRef="#ctx0" brushRef="#br2" timeOffset="65">12065 10169 12521,'21'10'-105,"13"6"59,3 2 1,0 1 0,1 0-1,0-1 46,1 1 1,1-1-1,0 2 1,1-1-100,3 2 1,-1-1-1,-4-1 1,-1 1 49,0 0 0,-1 1 0,-6-1 0,0-1 58,0-1 0,0 1 1,24 18-311,3 0 0,-6-4 197,2 1 1,-7-6-37,-2 6 1,1-5-366,3 4 0,-3-7 185,-1-1 0,-5-2 114,2-6 1,-8-1-363,-1-4 0,-7-1 144,-1-2 1,-1-4 272,-8-5 0,1 0-231,-5 0 0,-1-1 465,-3-3-83,3-3 0,-4-11 0,6-1 0</inkml:trace>
  <inkml:trace contextRef="#ctx0" brushRef="#br2" timeOffset="66">13571 10666 7535,'13'0'363,"-1"0"0,1 4-21,-1 0 0,1 6 211,-1-2 0,2 5-93,2 3 0,-1-1-99,6 6 1,-2 0-64,2 3 0,1-3-27,-5 0 0,3-1-188,-3 5 1,-1-1 163,-3-4 0,-2 4-198,-3-4 0,-2 4 113,-6 1 1,0-5-477,0 1 1,-2-6 91,-2 2 1,-7-3-16,-5-2 1,-7-1-12,3-3 1,-9 2-123,-4-6 1,-9 0-297,-3-4 0,-10 0 396,-7 0 0,26 0 0,-1-1-450,-4-1 1,-1 0 0,-1 0 0,-1 1 719,-1-3 0,-1 0 0,-2-2 0,-2 1 0,-2-3 0,-2 0 0,-1 1 0,0-1 0</inkml:trace>
  <inkml:trace contextRef="#ctx0" brushRef="#br2" timeOffset="67">9912 10145 9916,'0'13'-969,"0"-1"0,0 0 472,0 1 0,-1 1 497,-4 2 0,4 3 0,-5 6 0</inkml:trace>
  <inkml:trace contextRef="#ctx0" brushRef="#br2" timeOffset="68">9875 10492 7847,'0'9'-52,"0"-1"1,-2-4 28,-2 4 0,3-4 131,-3 5 1,2-5 102,2 4 0,0-4-279,0 5 1,0-5 65,0 4 1,0-4-430,0 4 1,0-4 37,0 5-4,0-1 1,0 4 396,0 1 0,0-1 0,0 1 0,0-6 0,0 9 0,0-2 0</inkml:trace>
  <inkml:trace contextRef="#ctx0" brushRef="#br2" timeOffset="69">9862 10840 7847,'0'12'-258,"0"0"1,-5 1 0,-2-1 0</inkml:trace>
  <inkml:trace contextRef="#ctx0" brushRef="#br2" timeOffset="70">9837 11113 7847,'-5'6'99,"4"5"1,-5-4 224,6 6 1,0-5 58,0 0 1,0-4-102,0 5 0,0-5-99,0 4-16,0 0 0,1 3-682,4-2 1,-4 2 373,3-3 1,-3-1-749,-1 1 481,6 0-801,-5 5 1209,5-1 0,-6 1 0,0-1 0</inkml:trace>
  <inkml:trace contextRef="#ctx0" brushRef="#br2" timeOffset="71">9825 10145 7849,'0'-8'-36,"0"0"0,0 3 289,0-3 0,0 4 60,0-4 1,0 4 582,0-5-523,0 7 0,0-5 76,0 3 342,6 2-523,-5-3 1,4 10-31,-5 3 0,5 5-27,-1 3 1,0 0-1,-4 4 1,1 1 26,3 4 0,-2 1-27,2 3 1,-3-2-1,-1 6 1,0 1-238,0 3 0,0 0-22,0 0 0,0 0 70,0 1 1,0 3 56,0 0 0,-4 5 3,0-5 1,0 0-72,4-3 0,-4-1-52,0 0 1,-1 3 69,5-3 1,-4 2-86,0-10 0,0 4 80,4-4 1,0 0-52,0-4 0,1-6 43,4-3 0,-3-2-172,7-1 1,-7-1-106,2 0 50,3-5 1,-1 0-121,2-3 0,-1-2-114,-3 2 157,-2-3 0,3-2-244,-5-3-414,6 2 556,-5-9 1,4 4-82,-5-5 1,0 4-23,0-1 0,0 1-55,0-4 0,0 3-5,0 1 0,0 0 553,0-4 0,-5-1 0,-2 1 0</inkml:trace>
  <inkml:trace contextRef="#ctx0" brushRef="#br2" timeOffset="72">9527 11050 7849,'0'-12'1478,"0"0"-137,0-1 230,0 1-440,0-1-732,6 7 1,1 1 28,5 10 1,1 1-96,-1 7 1,4 1-19,1 2 0,0 3-90,-5 6 0,0 1-32,1 3 1,-1-2-41,1 2 1,-2-3 57,-3-1 1,3-1-179,-3 1 1,2-6 66,-2-2 1,3-1-104,-3-3 1,3 1 21,2-10 0,-1 4 229,1-4-154,-1 0 0,0-9-21,1-3 1,3-9-138,1-4 0,5-3-255,-1-5 1,3-3-335,5-5 1,2-6 154,2-2 1,7-8-1005,-3-1 0,-17 25 0,0 1 1502,17-26 0,-1-4 0,0 1 0,-2 0 0,1-3 0,-2 2 0</inkml:trace>
  <inkml:trace contextRef="#ctx0" brushRef="#br2" timeOffset="73">12914 12117 7937,'0'-12'0,"0"-1"0,-1 5 1202,-4 0-333,4 5 250,-4-8-653,5 10 0,1 1-154,3 8 0,3 3-79,5 1 1,2 2-14,3 3 1,-2 1 25,6 2 0,-1 4-26,5-4 1,-3 0-98,3 0 1,-6 0 124,10 0 0,-5 4-270,5-4 0,-5 0-137,-3 0 0,-2-3-139,-2 3 0,-9 0-114,0 0 1,-5 4 192,-3-3 1,-11 2-141,-5 2 0,-8 0 91,-5-1 0,-4 1 6,-8 0 1,1 0 67,-6 0 0,6-2-127,-1-2 1,2-3-132,2-6 0,1-1-242,3-3 1,8-2-618,9-6 1311,8-6 0,-3-6 0,4-7 0</inkml:trace>
  <inkml:trace contextRef="#ctx0" brushRef="#br2" timeOffset="74">13968 10765 9158,'6'7'1435,"5"4"-1288,6-3 1,5 3 46,-2 2 1,4 1-176,1 2 0,1 3-6,3 6 0,-3 4-97,3 0 1,-9 1-88,-3-1 1,-5-2 127,-3 2 0,-4 1-18,-5-1 0,-7 0 25,-5-4 0,-7-1-196,-10 1 1,-3 4 46,-5 0 0,-6 4-131,-2-4 1,-5 4-298,-4-4 1,-1 4 316,-3-4 1,3-4-213,5-4 1,-1-6-158,-2 1 665,13-2 0,-9 0 0,15 0 0,-2-2 0,4-5 0,5-4 0</inkml:trace>
  <inkml:trace contextRef="#ctx0" brushRef="#br2" timeOffset="75">12095 9339 7846,'0'-19'0,"0"2"0,0-1 126,0 2 0,0-1 246,0 5 1,6-1 477,2 1 0,3 0-397,1-1 1,5 6-190,0 3 1,3 4-75,-3 4 0,5 3 34,-2 6 1,0 4-126,0 4 1,-3 4 87,4 4 1,-6 3-277,1 5 1,-2-4-107,-1 0 1,-7 0-152,-1 4 1,0 0-23,-1 1 1,0-3 155,-4-1 0,-1-4 263,-3-5 0,-2-6-78,-2-3 1,-2-6 80,6-2-83,-5-5 0,3-3 291,-2-8 0,-2-5 31,6-3 1,0-3-6,4-6 1,0-1-8,0-3 1,0 1-51,0-5 1,5 1-59,4-1 1,3-1-28,5 5 1,-2-4-39,6 4 1,-1 1 55,5 8 1,4-4-149,0 4 1,1 2-17,-1 1 1,-3 5-531,3 3 0,-4 0-887,-4 5 0,-3 0 704,-6 4 1,-1 1-1485,-3 3 2197,-2 3 0,-6 11 0,0 1 0</inkml:trace>
  <inkml:trace contextRef="#ctx0" brushRef="#br2" timeOffset="76">12641 9599 7318,'0'-8'568,"0"0"588,0 5-29,0-2-736,0 5 0,0 5-16,0 3 1,0 8-101,0 0 0,-1 6-231,-3-1 1,2 4-120,-2 4 0,-1-3-150,0 3 1,1-3-624,4-1 1,-4-1 456,0 1 0,0 0-266,4 0 0,0-6-259,0-2 55,0-9 861,0-3 0,5-5 0,2 0 0</inkml:trace>
  <inkml:trace contextRef="#ctx0" brushRef="#br2" timeOffset="77">12666 9773 7846,'7'0'-1022,"0"0"1716,-3 0 1,-1 0-151,5 0 0,-4 0-102,4 0 0,1 0-412,3 0 0,0 0 71,1 0 1,5 0-757,2 0 1,0 0 407,0 0 1,1-4-1244,4 0 1490,-6-6 0,5 3 0,-5-5 0</inkml:trace>
  <inkml:trace contextRef="#ctx0" brushRef="#br2" timeOffset="78">12976 9575 7846,'-8'4'230,"-1"0"0,5 1-41,-4 0 0,4-3 701,-4 7 0,5-5-345,-1 4 1,1 0-131,-1 5 1,3 3-153,-4 1 0,4 5-349,1-2 1,0 5-58,0 4 0,0-1-55,0 5 1,-4 0-1105,0 4 0,0-2 146,4 2 1156,-6-8 0,-1 12 0,-5-9 0</inkml:trace>
  <inkml:trace contextRef="#ctx0" brushRef="#br2" timeOffset="79">11624 11733 7846,'-7'-6'0,"0"1"-174,3-4 0,3-2 131,-4 3 0,4 1 1639,1-1-618,0 5-593,0-8 0,1 10-110,4-3 1,-3 2-67,7 2 1,-1 6-49,4 2 0,1 3-75,-1 1 0,0 5-23,1-1 0,1 7 99,2-3 0,-6 4-432,2 0 0,-2 1 129,2 0 1,-3 4-352,-1 0 0,-5 4 217,1-4 0,-3 3 48,-1-8 0,0 4-4,0-7 268,0-3 0,-1-2-30,-3-8 1,1-2-69,-5-6 0,3 0 176,-3 0 0,1-1-62,-1-4 1,-2-3 132,6-8 0,0 0-23,4-4 0,-4-1-7,0-4 0,0 0-58,4 1 0,4-1-28,0 0 0,6 0-33,-2 0 0,3 5 35,1-1 0,2 6-128,3-2 0,-2 4 116,5 0 1,1 5-533,4 0 1,-4 5 199,-1-1 1,-3-2-764,4 2 1,-6 0 43,1 4 991,-2 0 0,-2-5 0,1-2 0</inkml:trace>
  <inkml:trace contextRef="#ctx0" brushRef="#br2" timeOffset="80">11574 11559 8454,'-7'0'538,"2"-1"-173,5-4 194,0 4 1,5-9-411,4 6 1,7-4 88,5 4 1,2-6-419,2 2 1,4-3 195,0-1 1,5 1-696,-1 2 1,3 0 388,2 4 1,-5-3-804,0 4 1093,-6 0 0,9-2 0,-4 0 0</inkml:trace>
  <inkml:trace contextRef="#ctx0" brushRef="#br2" timeOffset="81">11996 11906 7862,'-4'9'276,"0"-1"0,-2-5-16,2 1 1,1 3-46,-5 1 1,5 3 144,-1 1 1,3 2-90,1 3 0,0 2-180,0 6 1,0-1 93,0 1 1,0 1-181,0 3 0,0-2 75,0 2 0,0-3-744,0-1 1,4-1-744,0 1 438,6-6 1,-3-2 968,5-9 0,0-2 0,1-6 0</inkml:trace>
  <inkml:trace contextRef="#ctx0" brushRef="#br2" timeOffset="82">11996 12167 7862,'0'-7'0,"4"0"1077,0 3-675,6 2 0,-3-4 218,5 1 1,1 4-433,-1-3 0,6-2-383,3 2 1,-2-5-855,2 0 0,-1 2 642,5-1 0,-4 0-820,-1-5 1227,-10 7 0,12-11 0,-8 3 0</inkml:trace>
  <inkml:trace contextRef="#ctx0" brushRef="#br2" timeOffset="83">12219 11956 7326,'-7'7'1201,"2"4"0,1-4-703,0 5 1,-1 0-30,5 1 0,0 1-418,0 2 0,0 3 18,0 6 0,0 1-702,0 3 0,0-1 458,0 5 0,0 0-1142,0 4 0,5 1 1317,-1-1 0,0 0 0,-4 0 0</inkml:trace>
  <inkml:trace contextRef="#ctx0" brushRef="#br2" timeOffset="84">7158 12948 8059,'-8'0'0,"-1"0"0,5 0 21,-4 0 1,4-4 400,-4 0 427,5 0-153,-8-2-186,9 5-95,-9-5-194,10 6 1,-3 0-29,8 0 0,4 0 39,9 0 1,2 0-126,6 0 1,1 2 77,3 2 0,4-3-171,8 3 0,-1-2 34,6-2 1,1 0-37,7 0 1,2 0-311,6 0 1,0 0 154,0 0 0,4 0-249,0 0 1,-1-2 209,-7-2 1,-3 1-71,-5-5 0,-5 5 57,1-1 1,-12-1-287,-1 1 0,-11-5 103,-5 5 1,-3-1-319,-2 1 0,-1 1-18,-3-6 714,-2 7 0,-6-9 0,0 4 0</inkml:trace>
  <inkml:trace contextRef="#ctx0" brushRef="#br2" timeOffset="85">7964 12688 8059,'7'0'234,"-1"0"-94,-1 0 0,3 0 142,9 0 0,-2 0 29,6 0 1,4 0-72,4 0 1,4 4-9,-4 0 1,4 6-166,-4-2 0,4 3 100,-4 1 1,-2 1-254,-6-1 1,-3 5 107,-6-1 1,-5 5-26,-3-5 1,-2 6-110,-2-1 0,-6-2-70,-2 2 0,-9 2-27,-3 2 1,-4 3 64,-1-8 0,-4 8 47,0 1 0,-5 0 51,1-4 0,1-5-210,-1 1 0,0 0 60,-4 3 0,0 0-95,-1-3 0,5 1 291,0-6 0,-5 6 0,-6-2 0</inkml:trace>
  <inkml:trace contextRef="#ctx0" brushRef="#br2" timeOffset="86">4999 12390 8238,'-7'8'-522,"3"0"0,3 1 1629,1 3 1,0 6-482,0 3 0,0 8-64,0 4 1,-4 8-161,0 5 1,-2 2-637,2 1 0,-1 1 231,-4 0 0,-2-1-801,3 1 0,-2-7 198,2-6 0,-2-6-146,6-6 0,0-5 752,4-4 0,0-8 0,0-2 0</inkml:trace>
  <inkml:trace contextRef="#ctx0" brushRef="#br2" timeOffset="87">4925 12836 8167,'1'-8'459,"3"0"1,-1 5-44,5-1 0,1-2 440,3 2 1,6 0-427,3 4 1,8-1-246,4-3 1,4 2-672,4-2 0,-6 1 380,2-1 0,-7 3-348,3-3 1,-6 2 270,-3 2 183,1-5 0,-11 4 0,4-5 0</inkml:trace>
  <inkml:trace contextRef="#ctx0" brushRef="#br2" timeOffset="88">5384 12539 9542,'0'12'1230,"0"6"-782,0 3 1,0 8-343,0 4 1,0 3 85,0 1 1,0 7-382,0 6 1,0-1 223,0 5 0,0-3-324,0-2 0,5-4 0,2-3 0</inkml:trace>
  <inkml:trace contextRef="#ctx0" brushRef="#br2" timeOffset="89">6091 12427 9734,'-12'6'864,"2"2"-681,-2 8 1,-4 9 73,-8 8 0,-7 14-224,-2 7 0,14-24 1,0 2-328,-4 3 1,0 0-1,0 3 1,-1 0 210,-4 5 0,-2 1 0,0 1 0,-2 1 87,0-1 0,-2 1 0,-1-1 0,0 1-468,2-3 0,0 1 1,0-4-1,1 1 281,3-1 0,0-2 0,0-3 0,0-1-38,4-2 1,1-2 0,-18 24-387,13-13 1,10-2-297,7-14-35,5 2 938,7-18 235,11 2 0,-3-22 0,10-3 0</inkml:trace>
  <inkml:trace contextRef="#ctx0" brushRef="#br2" timeOffset="90">5806 13060 10238,'-7'11'890,"3"5"0,-3 9-429,-1 8 1,-5 7-113,-3 14 1,0 8-758,6-28 1,0 2 0,0 4 0,-1 0 444,-1 4 0,-1-1 0,1-4 0,1-1-133,0 2 1,1-1 0,-6 21 151,7-6 1,4-10 392,5-11 0,3-12-397,5-9 1,6-8-1797,10 0 1,1-8-57,0-4 1800,5-8 0,-3 0 0,2-4 0,-3-1 0</inkml:trace>
  <inkml:trace contextRef="#ctx0" brushRef="#br2" timeOffset="91">6227 13258 7974,'-12'0'371,"0"0"0,-2 0-52,-3 0 1,2 6-65,-5 2 0,-3 3-117,-5 1 1,0 6-101,-5 3 0,-4 8-269,-5 4 1,5-1 207,4 1 1,5 0-8,-1 4 1,9-5 95,3-3 1,9-7 311,4-2 0,8-5-154,4 2 0,5-3 320,3-2 1,4-4-185,4 1 0,1-2-83,0 1 1,4 2-128,0-6 1,5 4-158,-1-4 1,-1 4-477,1-4 1,-1 6 338,1-2 1,-3 5-1216,-5 3 0,-1 4 631,-4 4 1,2 8 727,-5 5 0,-1 6 0,-3 7 0</inkml:trace>
  <inkml:trace contextRef="#ctx0" brushRef="#br2" timeOffset="92">19712 12266 8496,'-5'-7'2122,"3"3"-1533,-2 8 0,3 4-213,1 9 0,0 4 18,0 7 0,0 6-149,0 7 1,1 8-12,3 9 1,-2 10-327,0-31 1,0 0 0,-1 5 0,-1 0 42,0 4 0,0-1 1,0 1-1,0-1-81,0-1 1,0-1 0,-2 0 0,0-1-118,0 0 0,0-1 0,-3 0 0,0-1-319,1-4 1,0-1 0,-2 27 161,2-21 1,3-6-953,1-15 899,0-7 1,5-11 19,4-10 0,2-6 99,1-10 1,-4-7 337,1-2 0,-1-3 0,4-1 0</inkml:trace>
  <inkml:trace contextRef="#ctx0" brushRef="#br2" timeOffset="93">19588 12477 7749,'0'-31'0,"6"5"757,2-3 0,3 5-253,1 3 0,6-3 404,3 4 0,4-2-397,4 1 1,1 3-282,3 6 0,2 5-3,-7 3 0,6 2-163,-6 2 1,-4 3-58,-8 5 0,-3 2-115,-5 11 1,-2-1-226,-6 5 0,-2 5 219,-2 4 0,-8-1-348,-9 4 0,-2-3 176,-2 8 0,-1-5-258,-3-4 1,2 3 204,-1-3 0,1-7-209,3-1 0,4-9-61,4 1 1,2-9-675,2-4 1283,-1-2 0,6-13 0,2-3 0</inkml:trace>
  <inkml:trace contextRef="#ctx0" brushRef="#br2" timeOffset="94">19935 12365 7749,'18'-18'321,"-2"4"-268,4-2 1,-1 4 387,2 3 0,-2 0-68,-2 4 0,-3 1 18,2 4 1,1 10-129,-5 2 0,3 9-234,-6 0 1,-2 2 72,1 2 0,-5 1-259,1 3 0,-4-1 29,-4 5 0,-3-4 40,-6 4 0,1-7 116,0-1 1,-1-3-15,1-10 0,3-2 339,1-10 0,5-2-116,-1-2 1,3-8-95,1-9 0,5-6-9,4-2 1,6-6-352,1 2 0,5-3-152,-4-1 1,5 0-259,-2 0 0,2 5-5,-1 3 1,1 4 240,-5 5 1,3-1-1189,-3 9 1579,-6-4 0,-6 15 0,-5-4 0,0 5 0</inkml:trace>
  <inkml:trace contextRef="#ctx0" brushRef="#br2" timeOffset="95">20370 12303 7749,'0'19'0,"0"3"426,0-5 0,4 4-19,0-5 0,0 5-154,-4-5 0,0 1 573,0-5 1,4 5-326,0-1 1,2-5-217,-2-6 0,3-4-173,5-1 1,1 0-198,-1 0 1,5-10-544,-1-2 1,5-9 477,-5 1 1,6-4-250,-1-1 0,-2 1 115,2-1 0,-6 1-363,2 4 1,-8-2-241,0 5 882,-7 1 169,4 3 0,-13 2 223,-5 3 0,-2 2 248,-7 6 0,1 6-308,-5 2 0,1 4-2,4 5 0,-2-3-27,5 2 1,0 2-317,5-1 1,0 3 93,-1-3 0,6 0-923,3-5 0,3 4 108,1 1 1,1-2-209,3-7 1,5-2 308,7-6 0,-1 0 638,6 0 0,0-7 0,3-5 0,1-1 0,0-16 0,0 3 0</inkml:trace>
  <inkml:trace contextRef="#ctx0" brushRef="#br2" timeOffset="96">20791 12278 7749,'2'13'563,"2"-1"0,-3 2-149,3 2 0,-2-2 416,-2 3 0,0-3-322,0-2 1,1 0 300,3 1-564,-2-1 0,9-5-140,-3-3 0,4-4-140,5-4 1,-2-4-324,6-9 1,-1-2-410,5-6 0,0 0 466,0 1 1,-4 0-383,-1 3 0,-6-1 215,-2 6 0,-1-1 204,-6 5 112,-1 0 1,-10 0 404,-2 4 0,-9 3-96,-3 5 1,-4 0 78,-1 0 0,1 5 56,-1 3 0,4-1-73,1 2 1,4-1-501,0 4 0,3-3 164,5-1 1,-2 0-900,6 5 0,-1-2 81,1-3 935,2 3 0,-3-4 0,5 5 0</inkml:trace>
  <inkml:trace contextRef="#ctx0" brushRef="#br2" timeOffset="97">21002 12291 7749,'13'7'902,"3"-2"-677,1-5 1,1 0 986,-2 0 1,4 0-555,4 0 1,3-1 60,1-3 1,3-5-579,2-7 1,3 1-473,-3-6 1,3-1-506,1-7 0,-1-1 560,-3-3 1,-4 2-1638,-9 6 0,-2 1 1913,-5-1 0,-6 0 0,-2 0 0</inkml:trace>
  <inkml:trace contextRef="#ctx0" brushRef="#br2" timeOffset="98">21412 11881 7749,'-13'2'294,"1"2"0,-1 3-118,1 5 0,4 2 660,0 3 1,3 3-302,-3 9 0,4 7 268,-4 5 1,4 8-319,-5 0 1,5 2-84,-4 7 0,0 4-328,-5 4 1,1-1-575,-1-7 0,1 2-655,0-2 1,-6-4 738,-3-4 0,2-6-380,-2-7 0,-1-4 175,-7 0 1,1-7 620,-5-1 0,2-4 0,-5-5 0,1 2 0,1-3 0,1-4 0</inkml:trace>
  <inkml:trace contextRef="#ctx0" brushRef="#br2" timeOffset="99">19104 13122 7749,'-19'0'452,"-4"0"0,14-2-65,1-2 0,14-3 89,10-5 1,16-1-98,17 1 0,8 0 256,9-1 0,-31 7 0,0 0-561,4 0 0,1-1 0,3 1 0,1 0 366,3 0 1,1 0 0,1 1 0,1 1-120,2 0 0,-1 0 0,0 0 1,-1 0-365,2-2 1,-1-1 0,2 1-1,1 0 81,-1 0 0,1 0 0,1-1 0,0 1 40,1 0 0,0 0 0,-1 0 0,0-1-402,-1 1 1,0 0 0,-4 0-1,-1 1 240,-3 1 0,-1 0 1,-4-1-1,-1 0-486,-2 3 1,-1 0 0,26-2-1671,-9 4 0,-9 4 1111,-3 0 1,-8 0 1128,-1-4 0,-5 4 0,1 0 0,-3 1 0</inkml:trace>
  <inkml:trace contextRef="#ctx0" brushRef="#br2" timeOffset="100">21883 12390 11547,'0'-12'2256,"4"3"-2404,0 1-114,6 5 0,-3-2-1643,5 5 1,-3 5 1904,-1 4 0,-5 2 0,2 1 0</inkml:trace>
  <inkml:trace contextRef="#ctx0" brushRef="#br2" timeOffset="101">21846 12638 9987,'-2'11'2279,"-2"-3"-1447,3 3 405,-5-4 0,12 4-600,2-3 0,9 2-578,3-6 0,5 0 53,4-4 0,-1 5-2103,5-1 0,-4 4 1991,4-4 0,-6 11 0,4-1 0</inkml:trace>
  <inkml:trace contextRef="#ctx0" brushRef="#br2" timeOffset="102">23086 11646 7749,'5'12'455,"-1"1"1,0 3 734,-4 1 0,1 6-511,3 2 0,-1 7 112,5 9 0,-5 10-320,1 11 0,-2 3-475,-2-28 1,0 0 0,-1 1 0,0 0 93,0 3 0,-2 1 0,-2-2 0,-1 0-88,-2-3 1,0 0 0,-1-2 0,1-1-725,-4 32 0,-4 0 466,4-4 1,2-8-1216,10-13 0,2-10 592,2-11 0,8-7-324,9-13 0,4-13 159,4-7 1044,8-9 0,7-9 0,6 1 0</inkml:trace>
  <inkml:trace contextRef="#ctx0" brushRef="#br2" timeOffset="103">23707 12129 7749,'-6'-6'199,"-2"1"0,-5 4 280,-3 1 1,1 6 484,-6 2 1,-5 8-727,-7 5 1,-3 3-38,-1 0 1,-5 7-510,1 2 0,-6 3 330,2 1 1,3-6-293,5-2 1,1-4 198,7-4 0,5-2 264,3-2-120,6-9-157,2 8 1,9-9-51,8 6 1,5-5 96,7 0 1,3 1 79,6 3 0,0 0 218,0 1 1,5-1 624,3 1 1,-1-5 801,1 0 1,-1-5-1933,1 1 0,1-3 134,-5-1 1,0 0-1616,-4 0 1,4 0 324,0 0 0,0-5 1400,-4-3 0,-1-9 0,1-2 0</inkml:trace>
  <inkml:trace contextRef="#ctx0" brushRef="#br2" timeOffset="104">23707 12464 7749,'-20'18'1327,"4"-3"-869,8 6 0,-2-6 507,6 2 1,0-2-437,4 1 1,5-3 79,3-1 1,6-1-197,7-7 1,1-1-243,11-7 1,0-4-813,4-9 1,5-2 488,-1-6 0,0-4-1068,-3 0 1,-7-4 677,-2 4 1,-4 0-409,-4 5 0,-5 0 397,-7 3 1,-7 5 506,-10 8 1,-6-2-65,-11 6 0,-4 1 315,1 7 0,-7 5 276,2 7 1,1 3 558,-1 6 1,6 4 323,-2 0 1,3 4-624,1-4 1,5 5-378,4 0 1,2 0-164,2-1 1,5-3-1091,3-5 0,4-1 625,4-4 0,3-3-318,5-9 1,0-2-435,1-6 1,3 0 1015,1 0 0,5-11 0,-3-3 0</inkml:trace>
  <inkml:trace contextRef="#ctx0" brushRef="#br2" timeOffset="105">24128 12402 7749,'13'0'66,"-1"0"-33,1 0 0,3 2 709,1 2 0,-1 0-245,-3 8 0,2-1 68,-3 10 1,6 1-197,-10 7 1,2-1 77,-6 5 1,-2-4-94,2 4 0,-8-2-387,-5 2 1,-2-4 120,-1-8 1,1-3 370,3-6-440,-3-5 0,9-7 134,-2-8 0,4-10-899,4-7 0,9-2 370,7-10 0,5 2-995,4-6 0,4 1 593,8-2 1,2 2-2098,3-5 2875,2 5 0,0-1 0,6 5 0,-2 1 0,-1 1 0,-1 1 0</inkml:trace>
  <inkml:trace contextRef="#ctx0" brushRef="#br2" timeOffset="106">25059 12154 7749,'0'-31'0,"0"2"662,0 8 0,5-1-218,4 5 1,3 6 244,5 7 1,-2 4-117,5 4 0,0 10 13,0 11 0,2 5-78,-5 7 1,0 5-124,-5-1 1,4 6-292,1-1 1,-5-2 106,-3 1 1,-2-5-164,1 1 1,-3 2 49,-5-2 1,0-3-426,0-5 0,-7-7-52,-5-1 0,0-2-320,-5-6 0,3-6 68,2-7 0,0-4 234,-1-4 0,1-9 423,-1-7 1,6-5-91,3-4 0,3-3 437,1-5 0,1-6-228,3-2 1,3 1-58,6-2 1,5 6-263,2-1 1,4-2-364,1 2 1,5 1-670,3 7 0,1-2 550,0 6 1,-6 5 665,-7 3 0,3 6 0,-5-3 0</inkml:trace>
  <inkml:trace contextRef="#ctx0" brushRef="#br2" timeOffset="107">24761 11869 7749,'0'-12'1999,"2"3"-1416,2 1 0,9 0 265,12-5 1,7 0-445,9-4 0,5 3-250,8-2 0,6-2-421,6 1 0,-30 7 0,0 0 318,-1 1 0,0 1 0,33-7-1129,-2 7 1,-3 1 711,-1 3 0,-4 2 366,0-2 0,-11-3 0,1 0 0</inkml:trace>
  <inkml:trace contextRef="#ctx0" brushRef="#br2" timeOffset="108">25667 12291 6490,'5'7'1252,"-3"-2"1,3 1-683,-5 2 1,0 4 49,0 5 1,0 4 3,0 7 0,-4 6-240,0 7 1,-4 2-330,3 2 0,-4 3 42,1-2 0,1-4-909,-2 0 0,7-9 266,-3-4 0,4-4-822,1-5-766,0-2 2134,0-11 0,0-12 0,0-9 0</inkml:trace>
  <inkml:trace contextRef="#ctx0" brushRef="#br2" timeOffset="109">25716 12576 7749,'9'-4'835,"-1"0"1,0-2-327,5 2 1,0 1 492,4-5 0,-2 4-449,6-4 1,1 1-1001,7-2 0,-2-2-315,6 3 0,-1-7-748,1-2 0,0 1 47,-8 4 1463,-3-6 0,-4 4 0,1-4 0</inkml:trace>
  <inkml:trace contextRef="#ctx0" brushRef="#br2" timeOffset="110">26051 12340 7749,'0'13'563,"0"-1"0,-4 1-98,0-1 0,-2-4 9,2 0 0,3 5 119,-3 3 0,2 6-221,2-1 0,0 4 357,0 4 1,0-2-295,0 7 1,5-1-727,-1 4 0,4-4-294,-4 0 1,2 0-555,-2 4 0,-3-5 301,3-3 1,-2-3-1644,-2-1 2481,0-6 0,5 5 0,2-5 0</inkml:trace>
  <inkml:trace contextRef="#ctx0" brushRef="#br2" timeOffset="111">26597 12167 7702,'7'-13'0,"3"5"1542,-6 0 1,5-1-719,0-3 1,3 4 317,5 0 1,2 5-545,6-1 0,1 1 103,3-1 1,4 2-551,8-2 0,-1 3-489,6 1 1,-6-4-1222,1 0 1,-4-1 1004,-4 5 0,-2 0-3853,-6 0 4407,-6 6 0,-7 1 0,-6 5 0</inkml:trace>
  <inkml:trace contextRef="#ctx0" brushRef="#br2" timeOffset="112">26684 12390 8959,'12'0'3079,"6"-6"-2247,3-2 0,13-3-1221,8-1 0,5-1 291,2 1 1,1 4-4101,-1-1 4198,-4 7 0,-3-9 0,-4 4 0</inkml:trace>
  <inkml:trace contextRef="#ctx0" brushRef="#br2" timeOffset="113">27577 11720 7717,'8'-12'866,"1"-1"0,-5 5-338,4 0 1,-4 5 564,4-1 1,-3 9-497,3 8 1,-4 10 32,4 10 1,-5 9-240,1 3 1,-2 8-54,-2 0 1,0 7-1090,0-3 0,-5 3 621,1-2 0,-1-7-1304,1-6 1,2-5 815,-2 1 1,3-12-980,1-4 1,-2-10 196,-2-2 1400,3-6 0,-10-2 0,4 2 0</inkml:trace>
  <inkml:trace contextRef="#ctx0" brushRef="#br2" timeOffset="114">27577 12192 7717,'6'-7'282,"2"2"0,3 0 318,1 1 1,6 0 480,3 4 0,4 0-371,4 0 0,4 0 210,8 0 0,-1 0-966,6 0 1,2-2 69,1-2 0,2-1-1383,-9-4 1,-1-2 856,-4 3 1,-1-7 501,-3-2 0,-2-5 0,-7 3 0</inkml:trace>
  <inkml:trace contextRef="#ctx0" brushRef="#br2" timeOffset="115">28247 11819 7717,'-4'9'636,"0"-1"1,-5-4-170,5 4 0,-1 1 360,1 3 0,2 3-339,-2 6 0,3 1 138,1 11 0,0 4-255,0 5 0,0 0-662,0 0 1,0 0 251,0 4 0,0-1-1081,0-8 0,0 3 108,0-6 1,0-8 1011,0-1 0,-6-3 0,-1 2 0</inkml:trace>
  <inkml:trace contextRef="#ctx0" brushRef="#br2" timeOffset="116">29177 11658 9250,'-8'13'1436,"0"-1"0,-6 6-678,-7 3 1,-8 14-130,-4 11 0,-8 10-423,19-21 1,-1 1 0,-4 0-1,-2 1-437,-1 6 0,-2 1 0,1-2 0,-1 1 116,-3 5 0,0-1 1,0-4-1,1-1 104,-1 2 0,-1-1 0,2-3 1,0-1-91,0 0 1,1 0 0,1 0 0,0 0 113,-4 0 1,1 0-1,3-3 1,1 0-437,0 1 1,0 0 0,3-2 0,1 0-83,3 1 1,2-1 0,1-2 0,1 0-758,-13 25 1,5-10-1126,12-11 1447,5-16 940,22-10 0,3-17 0,10 0 0</inkml:trace>
  <inkml:trace contextRef="#ctx0" brushRef="#br2" timeOffset="117">28756 12539 7726,'0'8'1435,"0"0"1,-4 2-171,-1 6 0,0 0-603,1 4 0,1 7-52,-5 6 0,-1 7-244,-3 1 0,4 6-554,-1-2 1,1 2-22,-4-1 1,1 5-189,3-6 1,-4 0-1156,4-7 1,3-2 847,1-3 0,2-4-2191,2-9 2895,0-7 0,11-13 0,3-7 0</inkml:trace>
  <inkml:trace contextRef="#ctx0" brushRef="#br2" timeOffset="118">29314 12526 7626,'0'-12'219,"0"0"-41,0-1 1,-6 6 1060,-2 3 0,-8 4-542,-5 4 1,-8 9-668,-4 7 0,-4 4 14,-5 1 0,0 4 112,-4-1 0,-2 7 69,2-2 0,4-1 76,0 1 0,8-6-294,1 2 1,7-3 92,1-1 1,5-1-34,8-4 1,5-2 49,3-5 1,4-1-188,4 0 1,4 1 53,9-1 1,-1 1-177,9-1 1,3-4 193,9 1 0,0-3-146,1 3 1,4 0 10,4-4 0,2 0 73,2-1 1,-1-2-154,1 2 1,-2-3 26,-2-1 1,-1 1-645,-8 4 0,2-4 346,-10 3 1,0 2 483,-4-2 0,5 11 0,2-1 0</inkml:trace>
  <inkml:trace contextRef="#ctx0" brushRef="#br2" timeOffset="119">30381 13271 7629,'7'-6'1020,"-3"-2"1,-3-3 1358,-1-2 1,0 5-4088,0 0 1,2 1-322,2-1 2029,-3 2 0,5 6 0,-6 0 0</inkml:trace>
  <inkml:trace contextRef="#ctx0" brushRef="#br2" timeOffset="120">22962 14337 7618,'-12'-12'529,"0"-1"1,5 1-160,3 0 1,2-1 154,2 1 1,2 1-164,2 2 1,3 0 101,5 5 1,6-1-100,3 5 0,2 2-124,2 2 0,4 3 34,0 5 0,0 2-87,-5 3 0,-3 6-124,0 6 0,-2 8 35,2-4 1,-3 6-148,-6-6 0,-5 7 101,-3 1 1,-3 1-472,-1-5 0,0 0-1,0 0 0,-5-4 220,-3 0 1,-2-6 32,2-3 0,-3-2 53,2-9 1,3 1 141,-3-10-94,1 0 1,0-10 193,0-2 0,3-4-56,-3-5 0,5-4-68,-1-8 1,3 2 105,1-6 0,5-2 49,4-6 0,2 4-511,1 0 0,5 1 149,-1 7 0,6-1-236,-1 1 0,1 7 186,-1-3 0,2 8-923,-2 1 1,1 2 93,-2 2 1081,-2 5 0,0-10 0,2 3 0</inkml:trace>
  <inkml:trace contextRef="#ctx0" brushRef="#br2" timeOffset="121">22863 14064 7618,'-12'0'813,"-1"0"1,6-1 239,3-3-711,-3 2 0,7-7 223,0 5 1,10-1-217,7 5 1,9-4 172,-1 0 1,9 0-96,3 4 0,2-4-188,6 0 1,2-2-621,7 2 0,-2 1 174,6-5 0,-1 4-870,1-4 0,-7 4 576,-6-5 0,-5 7-1053,1-3 1,-3 0 234,-5 1 1319,-8-6 0,-2 3 0,-4-5 0</inkml:trace>
  <inkml:trace contextRef="#ctx0" brushRef="#br2" timeOffset="122">23483 14622 7618,'13'0'1485,"-2"2"-1202,-3 2 1,2 3-72,-6 5 0,1 3 472,0 6 1,-4 2-346,3 15 0,-3-3-271,-1 11 1,-4-2-522,0 2 0,-6-4 353,2-5 0,1-1-1039,-1-3 0,5-4 35,-1-8 1104,-3-3 0,0-6 0,-5 1 0</inkml:trace>
  <inkml:trace contextRef="#ctx0" brushRef="#br2" timeOffset="123">23496 14895 7618,'8'-4'0,"0"0"0,1-4 777,3 4 1,0-1-304,1 5 1,1 0-168,2 0 1,3 0 29,6 0 0,0 5-60,0-1 1,0 0-1226,-1-4 0,1 0 557,0 0 0,-1 0 391,-4 0 0,4-6 0,-5-1 0</inkml:trace>
  <inkml:trace contextRef="#ctx0" brushRef="#br2" timeOffset="124">23818 14784 7618,'-5'12'0,"-1"0"358,-2 1 1,3 3 142,5 1 1,-5 5 82,1-1 0,0 2-239,4 2 0,0-2-107,0-2 0,1 2-360,4-2 1,-3-3 148,7-2 1,-5-2-934,4-1 0,0-2 553,5-3 0,-1-3-1328,1-5 1681,-1-5 0,6-7 0,1-8 0</inkml:trace>
  <inkml:trace contextRef="#ctx0" brushRef="#br2" timeOffset="125">24451 14188 7618,'-6'-23'0,"-2"2"0,-3 5 362,-1 7 0,-1 0-181,1 5 0,-2 6 1003,-2 11 1,0 6-494,-4 10 0,1 3-312,-2 5 1,3 1-12,6 4 1,-1-2-110,1 5 1,1 1-396,2 3 0,4 0 162,5-4 1,0 2-173,0-6 0,5 3 172,4-6 0,3-4-1189,5-9 1,1-6 34,2-2 0,8-9-1211,-3-4 2339,2-3 0,-2-6 0,0-2 0</inkml:trace>
  <inkml:trace contextRef="#ctx0" brushRef="#br2" timeOffset="126">24885 14474 7618,'-16'-13'-825,"-1"1"1,-5-1 2117,1 1 0,3 1-534,2 3 1,1 4-10,-2 8 1,3 8-134,-2 9 1,-2 4 70,1 3 0,1 4-241,3 5 0,1-4-132,0 0 0,5-5-989,3 1 611,2-8 1,8-5-334,2-8 0,9-8 319,3-8 0,4-8-656,1-5 0,-1-7 193,1-1 1,-1 1 239,-4 3 0,2 4 261,-5 0 1,-1 6-107,-3-1 0,-5 7 269,0 5 1,-5 4-93,1 4 0,-2 9 209,-2 8 1,0 3-91,0 5 1,0 3 5,0 5 0,0 2-86,0 2 1,0-2-10,0 2 1,0-2 116,0-2 0,-5 1-77,1 4 0,-5-9 155,0 0 1,-2-3-55,-1-5 0,0 3 6,-1-8 1,1-3-41,-1-5 1,1-1-232,0-7 0,-5 0-160,0-4 1,1-1-232,4-3 0,-1-3 19,1-5 1,-5-2 172,1-3 0,-1-3-566,5-9 1,3 1 293,1-5 0,5 0-487,-1-4 0,3 0 1020,1-1 0,0 1 0,0 0 0</inkml:trace>
  <inkml:trace contextRef="#ctx0" brushRef="#br2" timeOffset="127">25183 14114 8927,'4'26'1309,"0"3"1,0 14-820,-4 10 1,0 12-740,0 6 1,0-35 0,0 1 361,0 0 0,0 0 1,0 0-1,-1-1 16,-1-1 1,0 0 0,-1 30-249,-5-11 1,4-7 85,-5-14 0,7-4-1355,-3-9 990,4-2 1,7-11-923,2-3 0,7-9 7,2-8 1313,5-5 0,-3-12 0,6-2 0</inkml:trace>
  <inkml:trace contextRef="#ctx0" brushRef="#br2" timeOffset="128">25592 14387 7618,'-1'-7'-12,"-3"3"0,-3-2 341,-6 2 0,1 0 112,0 4 0,-5 1-115,1 3 1,-6 3-415,1 6 0,-7 3 78,-1 1 0,0 5-109,5-1 1,4-2 11,4 1 1,-1 0-8,5 0 0,-2 2 291,10-5 1,-4 0-41,3-5 0,1 0 343,4 1 0,6-1-181,2 1 0,5-1 77,3 0 0,-1-3-100,6-1 1,0 0 73,3 5 0,1-5-273,0 0 0,0-5-262,0 1 0,4 2-910,0-2 0,1 0 610,-1-4 1,-3 0-841,3 0 0,-3-6 1325,-1-2 0,5-9 0,2-2 0</inkml:trace>
  <inkml:trace contextRef="#ctx0" brushRef="#br2" timeOffset="129">25989 14300 7618,'9'5'-90,"-1"4"0,0 2 414,4 1 0,1 5 540,-1-1 1,1 6-276,-1-1 0,-4 4-226,1 4 1,-1-2-282,4 6 1,-5 0 15,-3 5 0,-2-5-327,-2 0 0,-6 0 117,-2 4 1,-4-4-32,-5 0 0,-2-5-661,-6 1 1,0-7 357,0-2 0,0 0-1172,1 0 1618,-1-7 0,0-2 0,0-4 0</inkml:trace>
  <inkml:trace contextRef="#ctx0" brushRef="#br2" timeOffset="130">26610 14523 7618,'0'7'1715,"0"-1"1,1-6-1276,3 0 0,-1 0 131,5 0 1,4 0-205,5 0 1,9 0-296,-1 0 0,9-5 62,4 1 0,0-4-802,8 4 0,-6-4-168,1 3 0,-8-3-2178,-4 4 3014,-3 0 0,-6 4 0,-2 0 0</inkml:trace>
  <inkml:trace contextRef="#ctx0" brushRef="#br2" timeOffset="131">26709 14722 11203,'18'0'1988,"1"0"-1814,6 0 1,4 0 13,0 0 1,9-5-900,-1 1 1,3-1 483,-2 1 1,3 2-1692,0-2 0,-5 3 1918,-7 1 0,3-6 0,0-1 0</inkml:trace>
  <inkml:trace contextRef="#ctx0" brushRef="#br2" timeOffset="132">27738 14449 6440,'0'-7'139,"0"1"-25,0 1 1,0 2 84,0-5 241,6 5-168,-5-2-73,5-1-212,-6 5 257,0-10-191,0 9 0,0-5 129,0 3 29,0 3-52,0-5 34,0 1-94,0 3 0,0-4 109,0 1-77,0 4 67,0-4-6,0-1-15,0 5-72,0-5 1,0 5 79,0-3-86,-6 2 8,5-3-10,-5 5 59,6-6 15,0 5-243,0-5 93,0 6 0,-1 0 123,-3 0-44,3 0-8,-5-5-36,6 3-38,0-3 1,-1 5 31,-4 0 46,4 0 25,-4 0-40,5 0 108,0 0-138,-6 0 19,5 0-18,-5 0-25,6 0 0,-1 0 56,-3 0 130,2 0-140,-3 0 23,5 0-108,0 0-15,-6 0 0,5 0 58,-5 0-38,6 5-34,0-3 47,0 3 0,-1-5-4,-3 0 32,2 0-41,-3 0-3,5 0-56,0 0 0,-4 2-191,0 2 133,0-3 25,-2 10 0,1-4 52,-4 6 0,2-1 79,3 0 0,1 6-82,-5 3 1,5 2 105,-1 2 0,3 0-108,1 0 1,0 4 32,0 0 1,1 0-119,3-5 1,2-4 77,2-4 1,5-2-284,-1-2 1,0-5 116,5-3 0,-3-2-245,-2-2 0,5-6 116,-1-2 0,5-4 102,-5-5 1,1 2 219,-5-6 0,1 6-70,-1-1 0,-3-2 56,-1 1-50,-5 1 1,2 3 483,-5 1-200,6 5 398,-5 1-340,4 6 1,-9 2 65,0 2 0,-1 3 65,1 5 0,1 2-89,-5 2 1,5 2 5,-1 3 0,-2 4-66,2 0 0,-2 1-40,2 7 1,3 0 13,-3 4 1,-2 0-163,2 1 0,-1 3-73,1 0 1,2 5-87,-2-5 0,-2 0 12,2-3 1,-1-3 66,1-1 1,2-6 180,-2-7 0,1 1-103,-1-5 1,3-1 67,-3-3-73,-3-1 0,4-1-55,-5-3 1,4-2-36,-5-6 1,5 0-173,-4 0 0,0 0 52,-5 0 0,1-1 109,0-4 0,-1-2-123,1-5 0,-2 0 16,-3-1 0,2-5-359,-5-2 0,3-4 180,-4-1 0,6 1-169,-1-1 0,-1-4 48,5 0 0,-2 1-82,10 8 1,0-4 289,4 4 0,1 0 267,3 0 0,3-1 0,5-4 0</inkml:trace>
  <inkml:trace contextRef="#ctx0" brushRef="#br2" timeOffset="133">28135 14151 7618,'13'0'1246,"-6"1"-817,-3 4 0,1 1 459,-1 7 0,2 5-400,-2 2 0,-3 9 68,4 4 0,-4 7-188,-1 2 0,0 5-296,0-2 1,-1-1-368,-4 2 0,3-6-376,-7 1 1,1-7-22,-4 0 0,4-8 359,-1-2 0,6-4-2535,-1-8 2868,3-5 0,-5-1 0,0-6 0</inkml:trace>
  <inkml:trace contextRef="#ctx0" brushRef="#br2" timeOffset="134">28222 14474 7618,'13'0'1263,"-1"0"1,2 0-545,2 0 0,0 0-962,4 0 1,2 0 180,7 0 1,-1-5-332,5 1 1,0-5 282,4 0 1,-1-2 109,-3-1 0,3-6 0,-4-1 0</inkml:trace>
  <inkml:trace contextRef="#ctx0" brushRef="#br2" timeOffset="135">28632 14163 7618,'-9'0'745,"1"0"-92,5 0 0,-6 6-232,5 2 0,-1 5-191,5 3 0,0 3-42,0 6 1,0 6 503,0 2 1,0 7-265,0 1 1,0 4-321,0-3 1,0 5 60,0-2 1,0-1-480,0 2 0,-4-8-229,0-1 0,0-1-560,4-7 0,0-1-1406,0-8 2505,0-2 0,5-5 0,2-1 0</inkml:trace>
  <inkml:trace contextRef="#ctx0" brushRef="#br2" timeOffset="136">29227 14536 7618,'7'-2'562,"-3"-2"-393,3 3 0,0-9 566,5 6 0,5 0-262,-1 4 1,8 0 36,1 0 1,1 0-307,7 0 1,-1 0-392,1 0 1,1 0-1009,-5 0 0,0 0 672,-4 0 1,-2 0-1050,-2 0 1572,-3 0 0,-6 0 0,1 0 0</inkml:trace>
  <inkml:trace contextRef="#ctx0" brushRef="#br2" timeOffset="137">29301 14647 7618,'-8'0'479,"0"0"-335,0 0 0,1 2-144,3 2 0,9-3 0,8 3 0,6-2 0,10-2 0,3 0 0,5 0 0,4 0 485,0 0 1,8 0 119,0 0 0,-3-2-453,3-2 1,-7 1-2369,-1-5 2216,-8 0 0,3-5 0,-4 1 0</inkml:trace>
  <inkml:trace contextRef="#ctx0" brushRef="#br2" timeOffset="138">30145 14201 7618,'-8'13'700,"0"4"1,5-2-32,-1 6 1,2 0 109,2 3 1,0 7-205,0 2 1,0 3-232,0 1 0,4 5-12,1 4 1,-1-1-133,-4 5 1,-2-7-595,-2 6 0,-3-3 303,-5-1 1,1-2-816,3-6 0,-2-6-1032,6-7-854,0-4 2792,9-13 0,8-7 0,6-7 0</inkml:trace>
  <inkml:trace contextRef="#ctx0" brushRef="#br2" timeOffset="139">30120 14647 7618,'-12'0'1734,"5"0"-1195,1 0 0,19 0 383,8 0 1,7 0-605,10 0 0,4-4-443,4 0 0,2-4-1456,2 3 0,-1-4 930,1 1 0,-6-3 651,-3-2 0,-2 1 0,-2-1 0</inkml:trace>
  <inkml:trace contextRef="#ctx0" brushRef="#br2" timeOffset="140">30678 14275 7618,'0'13'0,"0"-1"647,0 0 1,0 2 89,0 3 1,-4 3 216,0 9 0,0 0-588,4 8 1,-4-1-157,0 10 1,-6 1-855,2 6 0,-2-2 290,2 3 0,-7-3-233,2-1 0,-3-1 297,-1 1 290,4-12 0,-11 4 0,5-11 0</inkml:trace>
  <inkml:trace contextRef="#ctx0" brushRef="#br2" timeOffset="141">23111 16222 7618,'8'-8'-148,"1"0"0,-1 1 1752,4-1 1,6-2-298,3 6 0,8-2-663,4 2 1,4 3-357,5-3 0,-2 1-88,5-1 1,2 1-214,7-5 1,-7-1-58,2-3 1,-2 0-777,3-1 1,-5 1-26,1-1 1,-13 1-671,-4 0 1,-6 3-774,-10 1 2314,-4 5 0,-9-8 0,0 4 0</inkml:trace>
  <inkml:trace contextRef="#ctx0" brushRef="#br2" timeOffset="142">23335 16272 7618,'-25'8'290,"0"0"1,6 1 287,2 3 0,9-4-171,4 1 0,9-5 266,8 4 1,10-5-254,10 1 1,3-3-88,1-1 0,2 0-680,2 0 0,3-4 273,6 0 1,-5-6 206,1 2 1,-6-3 66,1-1 1,-6-5-201,-2 1 0,-6-1 0,4 5 0</inkml:trace>
  <inkml:trace contextRef="#ctx0" brushRef="#br2" timeOffset="143">23446 15801 7618,'-19'19'-274,"-3"8"228,5-2 1,-9 4 568,1 0 1,-6-1-68,2 5 0,-6-4 12,2 4 0,-7 0-144,-1 4 1,-5 0 11,5 0 0,1 1-236,7-1 1,-2-4 111,6 0 0,2-1-161,6 1 1,5-7 30,7-5 0,4-6 21,5 1 0,11-6 61,5-2 1,12-5 22,5 1 0,8-1 102,5 1 0,6-3-109,2 4 1,0-3-208,-5 2 0,2-2 180,3 2 0,-3-3-1124,3-1 1,-7 0 534,-2 0 1,-5 0-1322,2 0 0,-9-4 1757,-4 0 0,1-8 0,-1 1 0,-1-3 0,-2-3 0</inkml:trace>
  <inkml:trace contextRef="#ctx0" brushRef="#br2" timeOffset="144">23769 15912 7618,'12'0'1341,"1"0"-876,-1 0 0,2 2 21,2 2 0,4 3-228,4 5 1,1 2-234,0 2 1,1 4-224,3 4 0,-3 1 205,3 0 0,-8 1-142,-5 3 0,-2-1 182,-1 5 1,-6-6-561,-3 2 1,-10 3 80,-6 1 0,-6-1 56,-7 1 1,-4-1 79,0 1 1,-5 1 137,1-5 0,2 1-418,2-1 1,5-4 575,3 0 0,3 0 0,6-6 0</inkml:trace>
  <inkml:trace contextRef="#ctx0" brushRef="#br2" timeOffset="145">25543 16272 7618,'-2'-25'0,"-2"0"0,-1 6 542,-4 2 0,-2 4-147,3 0 0,-3 2 302,-1 3 1,-5 4-242,1 8 1,-5 8-86,4 9 1,-3 7 90,3 1 1,-4 1-119,5-1 0,-1-2-441,5 6 1,5-9 176,3 1-373,3-9 0,2 1 261,3-9 1,8-4-499,9-8 0,8-8 66,4-9 0,-1 0-69,1-4 0,-5 8 188,0-8 0,-5 8 47,-3 1 0,-5 2-134,2 1 243,-3 7 1,-7 1 668,-3 10 0,-3 3-310,-1 8 1,0 9 282,0 8 1,0 3-117,0 1 1,0 6 8,0 2 0,-1 0-45,-3 0 0,1 1-23,-5 3 0,1 1 4,-2-1 1,-6 0-151,3-4 1,-5 2 32,1-6 1,2-4 27,-3-3 0,4-8 133,0-1 1,1-6-85,-1-7 0,5-1-47,0-2 0,4-4-320,-5-5 1,7-1 149,-2-3 0,-3 1-96,-2-5 0,3-1 46,-3-3 0,1-2-644,-4-2 0,-2-2 290,-3-3 1,2-4-502,-6 0 1,5-1 110,-5-7 1,2 0 9,-2-4 1,3 0-206,6-1 0,1 1 537,3 0 1,2-3 426,6 3 0,11 2 0,3 11 0</inkml:trace>
  <inkml:trace contextRef="#ctx0" brushRef="#br2" timeOffset="146">26200 16173 9515,'-14'13'1609,"-2"4"1,-3 6-962,-6 6 0,0 7-250,0 1 1,0 5-177,0 3 0,6 3-34,3-2 0,3-5-155,5-4 0,2-1-148,6-7 0,7-3-222,6-9 1,1-2-565,6-11 0,1 0 428,4-4 0,-1-1-1200,1-3 0,-1 1 240,-4-5 1433,-2 0 0,-5-10 0,-1-2 0</inkml:trace>
  <inkml:trace contextRef="#ctx0" brushRef="#br2" timeOffset="147">25964 16520 7618,'-12'0'525,"0"0"37,-1 0 0,6-1 441,3-4 0,4 4-382,4-3 0,10-2 114,11 2 0,5-1-495,7 1 0,6-2-40,3-2 1,-2-2-1358,1 6 0,1-4 752,3 4 0,1-6 405,0 2 0,-1-3 0,1-2 0</inkml:trace>
  <inkml:trace contextRef="#ctx0" brushRef="#br2" timeOffset="148">26783 15999 7618,'2'17'624,"2"-1"1,-3 1 61,3-5 1,-2 6-223,-2 3 0,0 3 363,0 5 0,0 4-345,0 9 1,0-2-110,0 5 0,0-1-431,0 2 1,0 1-309,0-6 1,-6-1-812,-2-7 1,1 1 699,-1-5 1,5-1-923,-1-7 0,2-3 47,2-6 1352,0-5 0,0-2 0,0-5 0</inkml:trace>
  <inkml:trace contextRef="#ctx0" brushRef="#br2" timeOffset="149">26758 16408 7618,'9'4'353,"-1"1"1,-4-1 509,4-4 0,-1 1-250,1 3 1,8-2 210,-4 2 1,10-3-288,3-1 0,1 0-189,7 0 1,2-1-1045,6-3 1,-1-3 492,5-6 0,-5 1-514,2-1 0,-5 1 311,-4 0 406,-3-1 0,-5-5 0,0-1 0</inkml:trace>
  <inkml:trace contextRef="#ctx0" brushRef="#br2" timeOffset="150">27354 16011 7618,'-2'21'0,"-2"0"0,3-5 818,-3 5 1,2 0-319,2 3 0,2 3 615,2 2 0,1-2-407,4 6 0,2 0-208,-3 4 1,-2 2-239,-2 2 1,-3-2-141,-1 2 0,0 2-586,0-2 1,-5 5 358,-4-5 0,-2-1-1371,-1-7 1,1 3 703,3-3 0,-3-3 772,2-1 0,4 3 0,-1 0 0</inkml:trace>
  <inkml:trace contextRef="#ctx0" brushRef="#br2" timeOffset="151">27714 17028 7147,'8'-1'1629,"0"-3"0,-4 1 617,5-5-15,-1 5-1134,4-2-3435,1 5 2338,-1 0 0,-5 5 0,-2 2 0</inkml:trace>
  <inkml:trace contextRef="#ctx0" brushRef="#br2" timeOffset="152">10024 14684 7618,'0'-8'0,"0"0"0,0 4 256,0-5 1,0 5-45,0-4 0,0 4 512,0-4-215,0 5-314,0-3-105,0 6 0,1 4 66,3 1 0,-3 6-430,4 1 1,-3 2 204,2 7 0,-2-5-269,2 5 1,-3-1 185,-1 5 0,0 3-763,0-3 1,0 2 29,0-6 885,0 2 0,0 2 0,0 0 0</inkml:trace>
  <inkml:trace contextRef="#ctx0" brushRef="#br2" timeOffset="153">10048 15069 7618,'0'12'-230,"0"1"0,0-5-288,0 0 1,0 0 909,0 5-226,0-1 0,0 1 206,0-1-252,0 0 0,4 1-279,1-1 0,-1 1 37,-4-1 0,0-4 32,0 1 0,0-1-180,0 4 1,0 2 86,0 3 0,0-4 149,0 4 1,0-3 33,0-2 0,0 1 0,0-1 0,0 0 0,0 1 0,0-5 0,0 0 0,0 1 0,0 3 0,0-4 0,0 0 0,0-3 85,0 3 0,0-4 154,0 4 1,0-4-40,0 5 0,0-5-99,0 4 0,1-4-170,3 4 145,-2 1 1,3 3-124,-5 1 1,0-1 94,0 0-105,0 1 0,4-1-15,0 1 1,1-1 29,-5 0 1,0 1-450,0-1 491,0 1 0,0-1 0,0 0 0</inkml:trace>
  <inkml:trace contextRef="#ctx0" brushRef="#br2" timeOffset="154">9899 15739 7618,'-6'0'-1147,"0"0"1502,1 0-118,3 0-57,-3 0-29,5 0 41,0 0-37,-6 0-233,5 0-280,-5 0 276,6 0 1,2 0-199,2 0 155,-3 0 65,5 0-25,-6-6 69,0 5 0,1-5-36,3 6 22,-2 0-353,3 0 256,-5 0 1,1 0 126,4 0 0,-4-1 0,3-3 0,-1 2 0,1-2 0,-3 3 0,5 1 0,-1-6 0,2-1 0</inkml:trace>
  <inkml:trace contextRef="#ctx0" brushRef="#br2" timeOffset="155">9800 15602 9141,'11'13'670,"-2"-1"1,2 2-471,-3 2 1,4-1-31,5 6 0,-3-2 18,2 2 1,3 2-52,2-2 0,-2 3 63,2 0 0,-2-3-121,2 0 1,-3-6 85,-6 1 1,1-6-9,-1-2 1,1-5-15,-1 1 1,0-2 10,1-2 0,-5 0-14,0 0 1,1-6 12,3-2 1,0-9-127,1-3 1,-1-1 80,1-4 1,-1 3-99,0-7 1,1 3-82,-1 1 0,2-5-186,3-3 0,-2 1-766,5-1 1,-3 0 494,4-4 0,-2 0-880,2-1 1,1 7 185,-6 2 1222,6 8 0,-8-2 0,4 3 0</inkml:trace>
  <inkml:trace contextRef="#ctx0" brushRef="#br2" timeOffset="156">10148 16247 7618,'0'-12'0,"0"-1"0,-2 1 259,-2-1 1,1 5 359,-5 0-246,0 5 1,-9-2-130,1 5 0,-2 0-44,1 0 0,2 1-134,-6 3 1,1 4 104,-5 9 1,-4 1-174,0 3 0,-4 6 58,4-2 0,-4 8-35,4 0 1,0 7 26,4 1 0,6 6-62,2-1 0,9-2 206,4 1 1,4-1-121,4 2 1,7-5 156,6-8 0,5-7-65,-2-5 1,4-7-111,1-2 0,-1-1 75,1-7 1,-4 1-348,0-5 1,-2-5-35,2 1 1,1-5-162,-6 0 1,1 3-1008,-5-3 1,1 2 153,-1-1 1266,-5-3 0,4 4 0,-4-5 0</inkml:trace>
  <inkml:trace contextRef="#ctx0" brushRef="#br2" timeOffset="157">9788 16669 7618,'-13'5'0,"1"-3"0,5 9 0,9-9 0,10 7 0,2-7 0,6 3 0,2-4 1251,7-1 1,-1 0-1072,5 0 1,0 0-146,4 0 1,-1-1-1329,-3-4 1,2 3 190,-6-7 1102,0 1 0,-5-4 0,1-1 0</inkml:trace>
  <inkml:trace contextRef="#ctx0" brushRef="#br2" timeOffset="158">10172 16594 7618,'-5'7'311,"4"4"0,-9-4 77,6 6 0,-2-1-68,2 0 0,1 1 186,-5-1 0,5 2-233,-1 2 0,-1-2-111,1 3 1,-2 2-680,2 2 1,2-2 382,-2 2 0,3-1-349,1 5 0,0 0 251,0 0 1,4-2 231,0-2 0,11 2 0,-1-3 0</inkml:trace>
  <inkml:trace contextRef="#ctx0" brushRef="#br2" timeOffset="159">10817 16297 7618,'13'-6'1116,"-6"5"-904,-2-5 0,-10 8 266,-3 2 1,-4 4-149,0 9 0,-7 2-216,-6 6 0,-1 1-113,-7 3 0,0 3 75,-5 5 0,0 10-290,-4 2 1,19-20 0,-2 0 222,-1 0 1,-2 0-1,-1 1 1,1 1-288,1 0 1,0 0 0,-2 0 0,0 0 230,2-1 1,0 2 0,-2 0 0,0 0-12,2-1 1,1 0 0,1-1 0,1 0-293,-17 19 0,2-5 96,2-2 1,5-6-75,3-8 1,13 0-155,4-11 284,7-6-99,0-6 1,10-5 210,4 0 1,7-7 85,5-5 0,8-6 0,3-7 0</inkml:trace>
  <inkml:trace contextRef="#ctx0" brushRef="#br2" timeOffset="160">10495 16818 7618,'-7'-9'207,"3"1"0,1 4 861,-1-4-485,3 5 0,-5-1-205,6 8 1,0 4 75,0 9 0,0 2-135,0 6 0,0 5-40,0 3 0,-1 0-196,-3 4 1,2-2-189,-2 6 1,-1-1-20,0 2 1,-3-2-310,4 5 0,-4-6-71,4-2 0,0-6 217,4-6 0,0-5-775,0-4 1,1-3 438,3-5 0,4-8-214,9-8 837,2-15 0,6-3 0,0-11 0</inkml:trace>
  <inkml:trace contextRef="#ctx0" brushRef="#br2" timeOffset="161">10780 16954 7618,'4'-12'0,"1"-1"0,-1 5 364,-4 0 0,0 4-38,0-5 1,-6 7 55,-2-3 0,-7 4-114,-2 1 1,-5 6-230,1 2 0,-1 4-92,2 5 1,-4-2 137,4 6 1,-4-2 40,-1 2 1,5 2 61,-1-2 1,7 1-41,2-2 0,1 2-70,7-5 1,0 4 186,4-5 1,1 1-72,3-5 0,3-4-28,5 1 0,5-5-209,-1 4 1,6-5 94,-1 1 0,3 1-780,0 0 1,1-1 392,0-4 0,0 0-519,0 0 0,4 0 854,0 0 0,5 0 0,-2 0 0</inkml:trace>
  <inkml:trace contextRef="#ctx0" brushRef="#br2" timeOffset="162">11760 16545 7618,'0'7'1320,"-5"0"-926,-3-3 1,1-2 41,-2 7 1,-3-1-29,-5 4 1,-5 6-156,2 3 0,-9 9-244,-4 7 0,-5 3-211,-3 10 1,-4 0 170,18-20 1,0 2 0,1-3-1,1 1-224,-2 3 0,0 0 0,1 1 0,0 0 191,-1-2 1,0 2 0,-1 2 0,-1 1 27,-1 0 1,-2 0 0,2 0 0,0 1-57,1 1 0,0 0 0,-1-1 0,-1 0 8,2-1 1,0 0 0,-1 1-1,-2 0 45,-1 1 1,0 1 0,4-3-1,0 0-109,0 0 1,0 0 0,3 0-1,1 0 32,3-4 0,-1 0 1,-1-1-1,1 0-1,2-2 1,1-2 0,-18 26-176,5-8 0,6 0 152,-2-4 1,4-2 85,4-7 0,5-8-184,8-9 289,2-2-195,6-7 1,6-2 27,2-5 1,7-1 115,2-3 0,5-9 0,-3-6 0</inkml:trace>
  <inkml:trace contextRef="#ctx0" brushRef="#br2" timeOffset="163">11326 17425 7820,'0'-7'1810,"0"5"-1450,0 10 0,0 2 186,0 10 1,0 6-208,0 7 0,-4 9-241,0 3 0,-6 4 74,2 0 0,-3 5-421,-2 0 1,1-2 107,0-7 0,5-3-23,3-9 1,2-8-1425,2-9 637,0-8-946,6-2 1386,1-6 1,0-6 510,-3-2 0,3-8 0,-1-4 0</inkml:trace>
  <inkml:trace contextRef="#ctx0" brushRef="#br2" timeOffset="164">11301 17822 7618,'-7'0'2033,"-4"0"-1171,10 0 102,-5 0-635,6 0 1,7-1-51,6-3 1,1 2-158,6-2 0,1-1-129,4 0 1,4-3-138,0 4 1,5-6-346,-1 2 0,-1-3-803,1-1 0,-4-1 602,4 1 1,-5-2-34,0-2 0,-7 0 723,-4-4 0,2-1 0,0-4 0</inkml:trace>
  <inkml:trace contextRef="#ctx0" brushRef="#br2" timeOffset="165">11773 17450 7618,'-9'-4'-416,"1"0"1606,0 0-775,-5 4 1,1 7 23,0 5 1,3 6-124,1 7 1,4 4 9,-4 0 0,5 1-124,-1-1 1,-2 3-70,2 5 0,0-4-539,4 0 1,0-4 349,0 4 1,0-6-976,0 2 1,1-7 532,4-1 0,1-11-338,7-2 1,1-5 835,2-3 0,3-17 0,6-3 0</inkml:trace>
  <inkml:trace contextRef="#ctx0" brushRef="#br2" timeOffset="166">12244 17388 7618,'0'-8'368,"0"0"187,0 5 1,-5-3-174,-4 6 0,-2 6 89,-1 2 1,-6 10-114,-3 7 1,-2 5-153,-2 7 1,0 5-19,0-1 1,-4 7-297,1 2 0,-3-1 37,2 5 1,3 1-209,-3-1 0,3 0-18,1-5 1,-2 0-472,2-4 1,3-4 199,9-7 1,2-6 191,3-7 0,-2-3-1018,6-6 1394,0-5 0,4-1 0,0-17 0,0-3 0</inkml:trace>
  <inkml:trace contextRef="#ctx0" brushRef="#br2" timeOffset="167">12108 17822 7618,'0'8'-132,"0"1"1,0-5 394,0 4 1,-4-4 213,-1 5 244,1-7-206,-1 9-153,3-4 0,-5 4 214,3-3-239,3 3 0,-5-4-62,6 6 1,-4 1-88,0 2 1,-1-1-141,1 6 0,2 0 101,-2 3 1,3 1-461,1 0 1,0 1 248,0 3 1,0-3-236,0 3 0,0-4-249,0-4 0,4 1-514,0-6 0,6 1 126,-2-5 0,3-1 934,1-2 0,6 2 0,1-5 0</inkml:trace>
  <inkml:trace contextRef="#ctx0" brushRef="#br2" timeOffset="168">12492 17822 7618,'-18'0'0,"3"0"-145,-6 0 0,5 0 108,-5 0 1,2 7 257,-2 5 1,-6 2-104,2 7 0,-3 0-166,4 3 1,0 1 74,3 0 1,-1 0 49,6 0 0,-1-5 136,5 1 6,5-6 1,1 3-138,6-6 1,6-5 15,2-3 1,3-2 99,2-2 1,5 0-109,2 0 0,4 0 170,1 0 0,-1 0-69,1 0 0,0 0-16,0 0 0,-5 0-298,1 0 0,-2 0-396,2 0 1,1 0-217,-5 0 0,3 0 735,-3 0 0,-1 5 0,-3 2 0</inkml:trace>
  <inkml:trace contextRef="#ctx0" brushRef="#br2" timeOffset="169">12257 16049 7618,'0'12'0,"0"0"0,0 1-30,0-1 1,0 1 138,0-1 1,0 5 249,0-1 1,1 1-115,3-5 1,-3 2 111,4 2 1,-4-2-77,-1 3 1,0 1 39,0-2 0,4 1 1,0-5 1,2 0-98,-2 1 1,-3-5 272,3 0-74,3 1-326,0 3 0,6-1 90,-1-3 1,-4 2-87,0-6-106,1 0 0,3-4-80,1 0 0,-1 0-12,0 0 0,1-5 64,-1-3 0,2-4-13,3 0 1,-4-2 27,4-2 1,-2 1-95,2-6 0,-4 4 59,4-3 1,1-1-146,-2-4 1,5 0 5,-4 1 1,5-3-5,-2-1 0,4 0 12,1-5 0,-1 0 91,1-4 1,4-2 98,0-2 1,1 1-110,-1-6 0,2 6-39,2-1 0,-2-2 60,-2 2 1,-2-6 157,1 2 1,3 2 8,-2 2 1,0 1 18,-4-2 1,3 2 53,1-5 0,4 5-88,-4-2 0,6 2 65,-2-1 1,0 1-58,4-5 1,-2 3-35,6-3 1,-5 4 20,1-5 1,-2-1-73,6-7 0,-2 5-222,-2-1 1,4 1 278,0 3 0,1-1 83,-5 2 0,-1 2-88,-3 6 0,1 0 137,-5 0 1,2-1-55,-2 1 0,-3 4-48,3 0 0,1 0 22,-1-4 1,1-1 16,-1 1 1,2 0-206,2 0 1,1 0-122,-5-1 1,1 5-70,-1 0 0,-7 7 93,3 1 0,-8 2 123,-1 6 1,-2 1 135,-1 3 1,-7 5-226,-1 0 585,-4 5-972,-1-2 66,-6 5 1,0 0-407,-7 0 0,1 5-908,-1 3 1783,-5 3 0,-1 2 0,-6-1 0</inkml:trace>
  <inkml:trace contextRef="#ctx0" brushRef="#br2" timeOffset="170">14316 13692 8030,'0'-12'2208,"1"1"-1867,3 2 1,3 3-213,6 1 0,0 4 21,4-3 1,-2 3-190,6 1 1,-1 0 113,5 0 1,0 1-252,0 3 1,-4 4 3,-1 9 0,-3-2-237,3 6 1,-6-1 127,-1 5 1,-2 4 65,-7 0 1,0 6-394,-4-2 0,-1 2 217,-4 3 0,-7 3 391,-9 0 0,-8 6 0,-2-3 0</inkml:trace>
  <inkml:trace contextRef="#ctx0" brushRef="#br2" timeOffset="171">14266 13506 7618,'-12'0'0,"-1"0"0,5 0 676,0 0 0,5-1 235,-1-3-350,3 2 1,2-5-52,3 3 1,7 3-165,6-3 1,5-2 64,-2 2 1,8-4-104,1 4 0,4-6-99,-4 2 0,4 1 3,-4-1 0,5 1-283,-1-2 0,2 0 56,-2 5 0,3-6 83,-3 2 1,1 1-189,-1-1 0,-2 5-351,-6-1 1,-6 2-16,-3 2 1,-2 2 201,-1 2 0,-6 8-105,-3 9 1,-3 2 90,-1 2 0,-5 5-68,-4 4 0,-7 7-95,-5 4 1,-2 9-433,-2 4 1,0 1 286,0-1 1,5 1 605,-1-5 0,3 0 0,-1-5 0,2 1 0,1 0 0</inkml:trace>
  <inkml:trace contextRef="#ctx0" brushRef="#br2" timeOffset="172">13708 15788 7618,'-7'0'0,"-4"0"0,10 0 924,-5 0 577,1-5 0,3-4-909,-2-7 1,4 1-188,4-6 0,-1 5-127,5-5 0,2-4-188,6-4 0,4-4 74,5 4 1,-1-8-121,1 4 1,4-6-89,0 6 1,6-1 93,-2 1 0,-3 4-209,-1 8 1,-8 9 92,-5 7 0,-2 5-76,-2 5 1,-5 3 96,-3 8 1,-2 8 105,-2 5 0,0 4-1,0-4 0,4-2 149,0-6 0,1-3 88,0-6 1,2-5-81,5-3 0,4-4 87,1-4 0,9-8-24,-1-9 1,9-12-749,4-4 1,-5-9 278,4 1 0,-4 2-768,0 2 0,-4 4-861,-8 4-522,-3 8 1514,-6 12 0,-11 19 367,-5 10 1,-7 8 458,-5 5 0,-9 8 0,-7 7 0</inkml:trace>
  <inkml:trace contextRef="#ctx0" brushRef="#br2" timeOffset="173">13919 16073 7618,'-18'25'-1742,"4"-5"3510,2-8 0,8-16-559,8-9 1,8-7-257,9-1 0,8-8-363,4-4 0,8-7-348,5-1 1,-20 17 0,1 1-458,2 0 1,0 0-1,4-1 1,2-1 271,2-2 1,0 0 0,2 2 0,-1-1-587,2-1 0,-1 0 1,0 4-1,-1 1 342,-4 1 1,-2 1 0,-1 1 0,-1 0-1372,24-14 1,-5 4-17,-3 9 1574,-9 2 0,-7 7 0,-5 2 0,0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30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4726 3882 7618,'6'-19'0,"-5"-1"474,3 4-244,3-3 1,-5-1 274,2 4 0,-3 1-121,-1-2 0,0 3-100,0-2 1,-4 2-97,0 1 1,-6 5-12,2 0 1,-4 4-83,-5-4 0,3 5-99,-2-1 1,1 2-1,-1 4 10,0 2 1,-5 3 25,5 5 0,-6 5-284,1-1 197,3 6 0,-9-2-169,2 4 151,-3 7 0,3 0-107,1 7 1,-5 0 104,0 3 0,0 4 0,4 6 140,0 2 1,2 0-3,2 5 0,3 4 112,6 4 1,5-6 109,3-6 1,4-8-56,4-5 0,3-5 18,5-7 0,6-2-15,3-10 1,2-5-47,2-4 0,4-3 1,0 1-10,-2 0 0,0-2 10,-3-4 1,1-5-189,0-4 8,0-2 0,-5 0 554,1 3-968,-6-3 1,3 4 0,-5-5-939,-1-1 1,-4 2 351,1 3 1,-5-3 0,3 3-1081,-2-3 2072,-1 4 0,-4-10 0,0 3 0</inkml:trace>
  <inkml:trace contextRef="#ctx0" brushRef="#br0" timeOffset="1">4392 4353 8600,'0'7'1175,"0"-1"1,5-6-484,3 0 0,3 0-264,2 0 1,5-5-424,2 1 0,4-4-262,1 4 1,1-6-298,3 2 0,-4 3-862,-1 0 1,1 0 732,-4 1 0,-3 0 61,-2 4 0,-2 0 622,-2 0 0,-3 0 0,-1 0 0,-5 1 0,1 3 0,-3-2 0,-2 9-63,-3-3 1,1 0-17,-5 4 0,1-2 862,-1 7 1,-3-2-311,2 1 0,2 4 517,-1 4 0,4 1-461,-4 0 0,5 1 6,-1 3 1,2-1-177,2 5 1,0-6-270,0 2 1,2 2-138,2-2 0,-1 0-348,5-5 1,0-3-777,5 0 0,-1-10 621,0 1 1,5-8-1280,0 0 1829,-1-2 0,2-13 0,1-3 0</inkml:trace>
  <inkml:trace contextRef="#ctx0" brushRef="#br0" timeOffset="2">5148 4242 7618,'-8'0'502,"0"0"794,5 0-281,-3 0 1,8 0-472,2 0 0,7 0-49,6 0 0,5 0-134,-2 0 0,9 0-790,4 0 0,-2 0 334,-2 0 1,2 0-1036,2 0 1,-1 0 353,1 0 1,-9 0 775,0 0 0,-7 0 0,1 0 0</inkml:trace>
  <inkml:trace contextRef="#ctx0" brushRef="#br0" timeOffset="3">5272 4440 7618,'-12'8'0,"-1"1"0,2-5 1668,3 4-1145,3-5 1,10 6 351,3-4 1,5-1-395,3-4 1,5 0-172,8 0 0,-1 0-122,5 0 1,0 0-1,4 0 1,6-6 140,2-2-629,9-3 0,2-2 0,6 1 0</inkml:trace>
  <inkml:trace contextRef="#ctx0" brushRef="#br0" timeOffset="4">6575 3857 7618,'7'-1'2200,"-3"-3"0,3 2-1317,1-2 0,-1-1-387,1 0 0,6-3-112,7 4 0,3 0-97,5 4 0,3 0-237,5 0 1,6 0-213,3 0 1,0 1 202,0 3 1,1-1-202,-6 5 0,-5-1 175,-7 2 1,-4 2-531,-5-3 0,-6 4 232,-6 5 0,-6-2-148,-2 6 1,-7-1 68,-10 5 1,-6 1-34,-6 3 0,-7 3 135,-1 5 1,-2 2-136,-6 2 1,-2-1 426,20-17 1,0 0 0,-24 21-278,24-22 0,0 1 1,-24 21 569,2-2 0,-1-4-204,1 3 1,10-3 88,6-5 0,11-3-40,5-5 0,5-4 53,4-1 0,2-9 40,6 2 0,6-9 270,2 0 1,8 1-146,5 0 0,-2-1 238,2-4 1,0 0-273,4 0 1,1 4-37,3 0 1,-6 0 2,6-4 1,-5 4-75,5 0 1,2 2-45,2-2 0,5-3-192,3 4 1,-1-4 81,5-1 1,1 0-986,3 0 1,-3 0 492,-1 0 1,-5-1-1238,2-4 1,-4-1 713,0-7 1,-3 5-457,-2 0 1,-2-1 164,-6-3 1213,-6-1 0,4 1 0,-3 0 0</inkml:trace>
  <inkml:trace contextRef="#ctx0" brushRef="#br0" timeOffset="5">7443 3969 7618,'-8'-7'0,"0"3"0,-1 1 1506,-3-1-714,0 2 0,-2 2 226,-3 9 0,2 2-484,-6 1 0,2 7-192,-2 6 1,-6 1 62,2 8 0,-4 4-101,0 8 0,2-1-509,-6 5 0,-1-3 128,-3 6 1,0 1-281,0-4 1,1 2-871,3-7 0,-2 0 648,6 0 0,-2-5-1361,6 1 1,-1-3 1939,9-5 0,-2-3 0,7-5 0,5 0 0,4-1 0</inkml:trace>
  <inkml:trace contextRef="#ctx0" brushRef="#br0" timeOffset="6">6290 6114 7618,'-13'-7'0,"5"1"51,0 1 0,1 3 100,-2-7 0,3 5 270,1-4 1,4 4-70,-3-4 0,2 3 278,2-3 0,0 4-139,0-4 0,2 5 5,2-1 1,8 3-169,9 1 1,0 0-105,4 0 1,-3 0-5,7 0 0,1 4-32,-1 0 0,0 5-160,-4 0 0,-1 2-86,1 1 1,-5 2-169,-4 2 0,-4 0-77,-3 4 1,-4 1-251,-5 4 1,-3 5-26,-5 3 0,-7-1 240,-14 1 1,2-1 52,-7 1 0,1 1 62,-4-5 1,1-4 274,3-4 0,-1-6-16,5 1 0,-4-2 43,4-2 0,5-5-3,8-3 1,2 2 249,2-2 353,5 0-483,1 2 1,12-5 224,2 3 0,3 2-166,1-2 0,6 4 40,3-4 1,2 0-23,2-4 0,0 0 54,0 0 0,4 0-153,0 0 1,4 0-171,-4 0 0,4 0-528,-4 0 1,5-1 348,-1-3 0,-1 1-941,1-5 0,-4 1 516,4-1 1,-5-2-808,1 6 1,-3-4 189,-1 4 1217,0-6 0,-6 3 0,-1-5 0</inkml:trace>
  <inkml:trace contextRef="#ctx0" brushRef="#br0" timeOffset="7">7121 6015 7618,'0'-12'865,"0"-1"1,4 1-221,0 0 0,4 3-96,-4 1 1,6 1 2,-2-1 0,5 2-214,3 6 1,-1 0-273,6 0 1,0 6 94,4 2 1,2 3 26,-2 2 1,2 3-1,-6 1 0,-2 1 24,2-2 0,-6 2-24,2 3 1,-9 1-1,-4-6 1,-2 6-495,-2-1 1,-2 2-810,-2 2 1,-8 0 599,-9 0 0,-2 1 255,-2 3 0,-6-2 41,-2 7 1,2-7 70,-2 2 1,5-1 141,-1 1 1,3-3 55,1 3 0,6-9 154,2-3 0,5 1 50,4-2 1,2 1-126,6-5 1,1-3 62,4-1 1,3-1-55,8 1 1,0 2 141,4-6 1,1 4-49,4-4 0,4 0 69,0-4 1,8 0-140,-4 0 1,5-1-145,-4-3 1,3 1-596,4-5 0,-2 1 338,2-1 1,-4-3-865,-4 2 1,-1-2 483,-3-1 0,-3-1-239,3 1 0,-7 0 90,-1-1 768,-6 1 0,8-6 0,-3-1 0</inkml:trace>
  <inkml:trace contextRef="#ctx0" brushRef="#br0" timeOffset="8">7791 6152 7689,'-13'0'629,"1"0"0,3 0 89,1 0 92,0 0 0,-4 5-315,-1 3 1,-3 3-152,-1 2 1,-1 6-137,2 6 0,-5 5-65,-8 7 1,1 6-203,-5 3 1,0 2-473,-4 1 1,0-3-766,0-1 0,5-6 701,3-2 0,4-9-1237,4-8 1832,9-10 0,1 1 0,4-11 0</inkml:trace>
  <inkml:trace contextRef="#ctx0" brushRef="#br0" timeOffset="9">4069 6028 8072,'-7'-6'612,"-4"3"-335,3-5 1,1 4 670,-1-4-339,5-1-165,-3 2 0,6 3-51,0 8 0,4 9 21,1 8 0,4 7-5,0 6 0,2 3-88,1 4 1,-1 3-309,-3 6 1,2 5-135,-6 3 1,0 1-348,-4-1 0,0 5 332,0-5 1,0-5-536,0-12 1,0-8 138,0-4 0,0-8-578,0-5 147,0-8 1,2-3 358,2-10 1,3 1 146,5-8 0,0 2 457,1-6 0,-1-4 0,1-4 0,-1-8 0</inkml:trace>
  <inkml:trace contextRef="#ctx0" brushRef="#br0" timeOffset="10">4156 6524 8072,'-19'-18'0,"5"4"343,5-3 0,7 8-24,-2 0 0,4 3 543,4-3 0,8 0-314,9 5 0,8-1 243,4 5 1,3-4-326,1 0 1,0 0-195,0 4 1,1 0-824,-1 0 1,0 0 418,0 0 0,-5 0-329,-3 0 0,-2-4 380,2 0 0,-7-2-2893,3 2 2974,-3 3 0,-2-16 0,-3 3 0</inkml:trace>
  <inkml:trace contextRef="#ctx0" brushRef="#br0" timeOffset="11">4702 6052 8072,'-9'4'180,"1"1"1,1 4 178,-1 0 0,2 2 416,6 1 1,-4 6-6,0 3 0,0 3-291,4 5 1,0 3-223,0 5 1,0 2-10,0 2 1,0 0-551,0 9 0,-4-7 260,0 6 1,0-7-1023,4-1 0,0-2 213,0-2 0,0-7-1225,0-5 2076,5-6 0,8-6 0,6-1 0</inkml:trace>
  <inkml:trace contextRef="#ctx0" brushRef="#br0" timeOffset="12">4987 6586 8308,'-7'-11'0,"-3"2"446,6-7 1,0 2-22,4 2 1,2-2 89,2-3 0,4 8-50,8-4 0,4 8-139,5-4 1,1 7-183,3-2 1,2 2 69,7 2 1,-1 0-145,0 0 0,0 6 136,1 2 0,-5-1-896,0 1 0,-7-1-156,-1 1 0,-1 3-448,-3-2 0,-3-3 1294,-1 3 0,-9-6 0,-3 2 0</inkml:trace>
  <inkml:trace contextRef="#ctx0" brushRef="#br0" timeOffset="13">5198 6672 8308,'-7'0'956,"1"0"-483,6 0 0,11 0-125,6 0 0,6 0-132,6 0 0,4-1-573,9-3 1,-2 3 267,5-4 0,1 4-990,3 1 0,-3-4 1079,-1 0 0,-5 0 0,3 4 0</inkml:trace>
  <inkml:trace contextRef="#ctx0" brushRef="#br0" timeOffset="14">4243 8161 8290,'0'-13'158,"1"1"112,3 0 1,-2 3 1225,2 1-987,-3 5 1,0-2 750,4 5 0,-4 1-558,3 3 0,2 9 500,-2 7 1,4 5-550,-4 4 0,4 8-45,-3 9 1,0 3-111,-1 5 1,-2 3-521,2 5 1,-3 5-159,-1 3 0,0 1 210,0-34 1,0 0 0,0 25-756,0 4 1,0-11 538,0-1 0,0-7-1632,0-2 1,0-11-330,0-6 669,6-7 0,0-14 706,7-3 1,1-5-697,2-7 1468,-2-6 0,9-22 0,-3-3 0</inkml:trace>
  <inkml:trace contextRef="#ctx0" brushRef="#br0" timeOffset="15">4851 8347 8290,'-13'0'2111,"1"0"-1435,-1 0 1,-5 1-147,-2 3 0,-4 5-198,-1 7 1,-5 5-249,-3 8 1,-3 2-220,-1 7 1,1 3-361,3 0 1,-1 1 184,5-5 0,-3 3 276,7-3 1,3-3-517,10-9 0,1-5 69,2-4 0,4-2 467,5-2 1,1-3-263,3-1 1,3 0 742,6 4 1,0 1 55,4-1 1,-2 2 414,6 3 0,1-4-157,7 4 0,-2 1-263,7-2 0,-6 1-314,6-5 0,-3 1 83,2-1 1,3 1-734,-3-1 0,-2 0 350,-2 1 1,-3-6-1705,-1-3 0,2 1 182,-2-1 1618,-3 1 0,-4-11 0,1-1 0</inkml:trace>
  <inkml:trace contextRef="#ctx0" brushRef="#br0" timeOffset="16">5285 8607 8290,'12'-7'0,"-4"0"0,1 3 0,3 3 2287,5-3 0,5-2-674,-2 2 0,1-4-174,4 4 0,-2 0-2005,10 4 0,-5 0 386,1 0 0,-2 0-1840,2 0 1,-7 0 1139,3 0 0,-8 4-2311,-1 0 3191,-7 6 0,2 2 0,-5 7 0</inkml:trace>
  <inkml:trace contextRef="#ctx0" brushRef="#br0" timeOffset="17">5347 8830 8290,'0'9'2012,"0"-1"0,5-5-583,3 1 1,5-3-524,3-1 0,8 0-398,5 0 1,5-1-946,-1-3 0,5 1 329,3-5 1,-2 1-1999,2-1 1,-4-2 2105,-4 6 0,3-6 0,-4 3 0</inkml:trace>
  <inkml:trace contextRef="#ctx0" brushRef="#br0" timeOffset="18">6699 8124 8290,'0'-13'0,"-6"1"1081,-1-1 0,-5 6-417,0 3 1,-1 10 333,1 6 1,-1 9-265,1 12 1,-6 7-50,-3 14 0,2 4-382,-2 8 0,14-32 0,-1 1-293,0 2 0,0 0 0,3 0 0,2 0-239,0 1 0,1-1 0,1 30 177,1-5 1,6-12-80,2-13 1,4-11 126,5-9 0,-2-9-103,6-4 1,1-12 73,7-4 1,-3-9 5,3 0 1,-3-2-263,-1-2 0,-2 0 361,-2 0 1,1 1-358,-6-1 1,-5 1 121,-6 4 0,-5 2-79,-5 5 0,-1 5-10,-7 0 1,-6 4-71,-6-5 1,-1 7 308,-7-2 0,0 2-121,-5 2 0,7 0 263,2 0 0,-2 6-70,3 2 1,3-1-858,4 1 0,7 5 336,2 3 1,5 1-1066,7-5 1,0 0 1526,0 1 0,11-1 0,3 1 0</inkml:trace>
  <inkml:trace contextRef="#ctx0" brushRef="#br0" timeOffset="19">7195 8372 8290,'6'-13'0,"-4"2"2182,7 3 0,-1-2-1031,4 6 0,1-4 718,-1 4 0,10-5-856,3 5 1,12 0-387,0 4 0,13 0-560,0 0 0,8 0-169,-1 0 1,-1 2-395,-3 2 1,-7 1 407,-5 3 0,-5 8-704,-7-4 0,-11 5 341,-14-1 0,-4-1-727,-4 6 0,-9 4 396,-7 4 0,-9 5 194,-4-1 0,-4 3 363,-5 1 1,-1 0 48,-2 1 0,1-5 291,3 0 1,2-2-181,-2 3 0,2 0 1054,2-5 0,5 4-490,3-4 1,8 0 728,5-4 0,8-5-488,4 1 0,4-6-184,4 2 1,4-3-163,8-2 0,8-4-73,5 0 0,7-5-62,1 1 0,1-2 12,8-2 1,-5-2-244,5-2 1,-5-3 167,5-5 0,-6 0-913,1-1 0,-4-1-289,-4-2 0,2 2-584,-6-3 0,1 0 70,-1 0 1,-7 0-787,3 5 0,-10 0 2306,-3-1 0,1 1 0,-6-1 0</inkml:trace>
  <inkml:trace contextRef="#ctx0" brushRef="#br0" timeOffset="20">8101 8458 7800,'-13'0'3345,"0"2"-2698,-4 2 1,2 8-173,-6 9 1,0 4 32,-3 4 1,-8 8-877,-5 8 0,-2 4-33,-6 0 0,22-22 0,0 0 478,-2 0 1,1 0-1,0 2 1,1 0 90,-2-2 0,0-1-168,2 2 0,-1-2 0,-3-3 0,-1-2 0,-22 22 0</inkml:trace>
  <inkml:trace contextRef="#ctx0" brushRef="#br0" timeOffset="21">6637 5283 8038,'-4'-12'-52,"0"0"0,-5-1 52,5 1 0,-1 1 1042,1 2-285,2-2-454,-3 10 1,5-3-30,0 8 1,1 3-53,3 5 0,2 2-127,2 3 0,3 2 107,-3 6 1,2 0-242,-2-1 0,3 3 93,-3 2 1,-1-2-215,2 6 0,-5-5 87,4 1 0,-4-2-63,4 2 0,-5-4 16,1 0 1,2-2 105,-2-6 0,4-1 241,-4-3-249,6-6 255,-3-2 0,4-6-57,-3-3 1,2-3 89,-6-6 1,4 1-27,-4-1 0,5 1-3,-5 0 1,4-5-86,-4 1 0,6-6-124,-2 1 1,3-4 3,2-4 0,-2 2 60,-3-7 0,3 6-707,-3-6 0,3-3 319,2-4 1,-1 4-809,0 4 0,-1 6-21,-2 3 1125,2-1 0,-4 11 0,5-4 0</inkml:trace>
  <inkml:trace contextRef="#ctx0" brushRef="#br0" timeOffset="22">6749 7280 8131,'0'-12'0,"0"4"1112,0-1-614,0 6 0,1-1-187,3 8 0,3 9 244,5 8 1,-3 3-112,-1 5 0,0 0-394,5 8 1,-5-1 66,0 10 0,-5-2-131,1 1 0,1 2 107,0-5 1,3-4 54,-4-9 1,6-1 413,-2-12-172,3-5 1,6-7-89,-1-8 0,2-5-53,-1-12 0,3-7-445,9-13 0,-1 1 164,5-5 0,0-5-1089,4-4 0,-4-1 701,0 1 1,-1 3-3134,1-2 3553,-3-4 0,-5 6 0,0-3 0,-3 1 0,-5-5 0,-6-6 0</inkml:trace>
  <inkml:trace contextRef="#ctx0" brushRef="#br1" timeOffset="23">10904 3559 7928,'-5'-12'0,"3"0"1012,-3-1-166,5 1 0,1 1-338,3 3 0,-1 2-124,5 6 1,5 0-101,3 0 0,5 7-251,-4 5 0,3 2 17,-3 7 1,1-1-71,-2 5 0,-2 1-159,3 3 0,-5-2 160,-4 2 1,-1 1-80,-3-1 0,-2 0 31,2-4 0,-3-6-74,-1-3 0,0-2-66,0-1 335,0-7 0,0-1-79,0-10 0,0-3-28,0-8 0,2-4 104,2-4 0,-3-1-98,3 0 0,2 0 100,-2 0 0,4-4-73,-4 0 0,5 0 24,-5 5 1,5 3-14,0 0 0,2 2-408,1-2 0,0 3 161,1 6 0,-1 5 139,1 3 0,-1-1-4048,0 0 2421,1 1 1670,-1 10 0,1 1 0,-1 5 0</inkml:trace>
  <inkml:trace contextRef="#ctx0" brushRef="#br1" timeOffset="24">11388 3609 7957,'8'8'923,"1"1"0,-5-5-30,4 4 0,0-4-266,5 4 0,3-3-193,1 3 0,4-5-386,-5 1 0,6-3 110,-1-1 0,-2-5-486,2-4 1,-1-2 142,5-1 0,-5-2-64,-4-2 1,-2 0-339,-2-4 0,-1 5 237,-2-2 1,-4 3 176,-5 2 0,-1 4-37,-3-1 0,-7 7 290,-6-3 0,-5 4-48,1 1 0,-2 1 315,-2 4 1,0 1-105,0 7 1,2 1 147,2 2 1,-1-1-94,6 6 0,-2 1-34,1 7 0,5-1-242,-1 5 0,2-4 142,7 4 1,0-2-424,4 2 1,6-2 159,2-6 1,8-6-316,5-3 0,-2-6-54,2-2 1,0-5-247,4 1 0,-1-4-6,1-4 0,4-3 214,0-5 1,0-5 505,-4 1 0,5-12 0,2 2 0</inkml:trace>
  <inkml:trace contextRef="#ctx0" brushRef="#br1" timeOffset="25">12058 3584 7928,'-7'-5'0,"-4"-1"375,3-2 1,1-2-30,-1 6 0,-1 0 354,-3 4 0,4 0-96,-1 0 1,1 0 73,-4 0 1,1 1-1,2 4 0,-6 1-268,3 7-1,-3 5 0,2 2 0,-3 4-112,-1 1 0,1 5-245,3 3 1,1-1 111,0 1 0,5 0-382,2 4 0,0-5-34,1-3 0,1-4-260,7-5 0,3-6-372,6-6 0,4-5 429,4 1 1,-2-8-1406,2-4 1207,0-9 0,5 2 44,3-6 1,-7 2-29,3-2 0,-5-1 637,1 6 0,3-12 0,-5 2 0</inkml:trace>
  <inkml:trace contextRef="#ctx0" brushRef="#br1" timeOffset="26">12281 3696 7928,'7'-6'0,"-3"-2"0,-2 1 373,-2-1 463,0 5-205,0-8 1,-2 10 190,-2-3-469,-3 2 1,-5 4 8,0 2 0,-2 3 509,-3 5-578,3 6 0,-4-3 168,6 6 1,0 0-298,-1 3 0,1 1 1,1 0 109,3 0 0,-2-6-538,6-2 314,0-4 1,5-2-817,3-2 1,7-5 196,6-8 1,5-7-125,-2-6 0,3-5-259,-3 1 1,4-2 387,-4-2 1,0 2 386,0 2 1,-5-1-44,2 5 1,-5 5 663,-3 4-107,-4 5 1,-5 3 146,0 8 1,-5 9 0,-4 3 93,-2 4 1,0 1-199,3 0 0,-2-1 202,6 1 1,0-4-128,4-1 0,0 0-893,0 0 1,0-6-852,0-6 0,2-5 748,2 1 0,3-4-1791,5-4 1649,0-3 1,1-11 682,-1-2 0,6-9 0,1-3 0</inkml:trace>
  <inkml:trace contextRef="#ctx0" brushRef="#br1" timeOffset="27">12591 3274 8803,'-6'6'1779,"-4"1"-1391,6 5 1,-2 7 1026,2 6 1,1 5-459,-5 8 1,4 6 465,-4 5-1344,-1 6 0,1 6-1029,0-3 1,4 1 627,-5-5 0,7 0-986,-2-5 1,2-7 467,2-9 1,6-10-1,2-15-460,3-3 0,6-7 527,-1-6 0,2-6 773,-1-11 0,2-5 0,6-2 0</inkml:trace>
  <inkml:trace contextRef="#ctx0" brushRef="#br1" timeOffset="28">12815 3373 7928,'0'7'990,"-4"4"-61,-1-2 0,0 3-338,1 5 0,1 3 105,-5 9 0,5 0-257,-1 8 0,-2-1-555,2 10 0,-1-1-1546,1 5 0,1-2 1180,-5-3 0,3 4 1,-1-5-1169,0 0 1650,2-1 0,-2-12 0,0 0 0</inkml:trace>
  <inkml:trace contextRef="#ctx0" brushRef="#br1" timeOffset="29">13745 3621 7928,'13'-12'586,"-7"0"1,5-1 48,-2 1 1,2 5 78,1 3 0,1 2-181,-1 2 0,-4 10 49,1 3 0,-7 7-288,2 1 1,-2 4-185,-2 4 82,0-3 0,0 5-437,0-2 0,-4-4 0,-2 1-50,-1-4 1,5-5 320,-3 4-1277,4-12 829,1 2 0,1-13-47,4-7 0,1 0 209,7-12 1,1-4 31,2-4 0,-1 0 384,6 5 1,-6-1-149,2 0 0,-4 4 1,1 2 143,3 1 0,-3 7 806,2 7-724,-2 2 0,-3 4 160,-3 2 0,2 7 123,-6 6-330,0 5 0,-4-3 47,0 6 1,0-5-276,0 1 1,0-2-661,0 2 142,0 2 0,0-7-639,0 4 0,0-3 65,0 3 1,0-4 61,0 0 1071,0-8 0,6-2 0,1-6 0</inkml:trace>
  <inkml:trace contextRef="#ctx0" brushRef="#br1" timeOffset="30">14440 3373 7928,'4'-12'1915,"2"1"712,0 3-2188,-3-3 0,8 5 677,-3-2 1,8-2-641,0 6 0,8-5 0,0 2 74,8 0 0,5-3-278,5 6 1,0 0-195,4 4 1,6 1-331,-2 3 1,-3 2 234,-6 2 1,-2 5-389,-2-1 0,-3 0 287,-5 5 1,-7-2-1004,-13 2 0,-4 3 460,-5 9 0,-7 1-274,-5 4 0,-12 6 402,-9-3 0,-4 4-38,-4 0 0,-2-2 605,-2 2 1,2-8-102,6-4 0,-1-2 329,1-3 0,0 0-227,0-4 0,6-2 472,7-5 1,2-1 92,9 1 451,-2-7-669,14 5 0,1-9-32,8 2 0,4 1 334,5 0 0,2 0-292,6-1 1,1-2 9,3 2 0,3-3-131,5-1 1,2 4-161,2 0 0,-2 1 0,3-5-552,1 0 1,-6 0 313,0 0 1,-1 0-1031,-7 0 0,-1 0-15,-8 0-741,-2 0 1277,-5 0 0,-2-2-1632,-3-2 2268,-2-3 0,-1-11 0,2-1 0</inkml:trace>
  <inkml:trace contextRef="#ctx0" brushRef="#br1" timeOffset="31">15407 3448 7928,'-6'0'1136,"-5"0"-841,2 0 1,0 1 971,0 3 0,-3 3-565,0 6 1,-2 0-370,-7 4 0,-4 2-114,-4 6 1,-5 5-191,1 3 1,-9 9-178,-3 3 0,-3 2-286,-2-1 0,5 0-171,-1-4 1,6-1-564,-1-4 0,8-6-2012,4-7 3180,8-4 0,3-8 0,6 1 0</inkml:trace>
  <inkml:trace contextRef="#ctx0" brushRef="#br1" timeOffset="32">16139 3547 7928,'21'-12'555,"0"-1"1,-6 5 246,1 0 1041,-2 5-927,-1-3-545,-6 6 0,-3 0 31,-8 0 0,-3 2-192,-6 2 0,-6 4-36,-6 9 0,-1-3-203,-7 2 0,1 3-8,-1 2 0,-3 2-32,3 2 1,-3 0 84,-1 0 1,4-3-197,0 3 1,4-3 42,-4 7 141,5-3 1,2-3 42,5-2 0,12 1 210,1-5-101,-1-1 1,12-8-58,-3 1 0,12-7 152,1 3 1,3-4 0,1-1-4,4 0 0,2 0 94,2 0 1,0 0-88,-1 0 1,5 4-261,0 0 0,0 2-426,-4-2 1,5 3 260,4 5 1,-4-4-350,-1 1 0,1-1 251,-1 4 0,4 1-1192,-4-1 1,0-4 625,-4 1 0,-4-1 834,-1 4 0,1 6 0,4 2 0</inkml:trace>
  <inkml:trace contextRef="#ctx0" brushRef="#br1" timeOffset="33">16598 3609 7928,'9'-15'302,"-1"3"0,0-4 500,5 8 0,-1-2 258,0 2 1,5 3-108,-1 5-624,1 11 1,0-2 87,-1 12 0,1 1-208,-5 7 1,-5-1-24,-3 5 0,-3-4-347,-1 4 0,0-4-144,0 4 0,-5-6-301,-3 2 0,-3-3 219,-2-1 1,2-1-870,3-4 667,-3-7 6,10-8 1,-5-6 164,6-3 0,1-9 248,4-7 1,6-5-1,6-4 65,3-4 0,-1-3-2,2-1 1,2 0 380,-2-1 0,-2 5-164,2 0 1,-6 7 1327,2 1-316,-9 11-486,-3 9 0,-5 16-224,0 5 0,-5 8-89,-3 5 1,-3-3-223,-2 3 1,5-3 78,0-1 1,1-2-420,-2-2 0,3 1 172,1-5 1,4-5-329,-3-4 0,4-5 166,4 1 1,0-8 92,9-4 0,-4-9 208,8-3 0,2-4-130,2-1 1,2 1 139,2-1 1,-4 1-111,-1 4 1,-3 2 189,4 5 0,-6 2-15,1 3 1,-3 4-69,-5 8 1,2 4 92,-6 9 0,0-2-76,-4 6 1,0-2 76,0 2 1,0 1-98,0-6 1,0 5 0,0-3-594,0 1 1,0-2-5,0 3 0,-2-5-224,-2 2 1,3-2-930,-3 2 1,-2-4 399,2 4 1274,-6-9 0,4 3 0,-7-4 0</inkml:trace>
  <inkml:trace contextRef="#ctx0" brushRef="#br1" timeOffset="34">17467 3324 8483,'8'-2'1953,"0"-2"0,-4 3-1315,5-3 0,-1 2 22,4 2 1,2-1-237,3-3 0,6 3-231,6-4 1,6 4 39,-2 1 0,4 0-251,4 0 1,-4 0-352,1 0 0,-3 6 0,-6 2 663,-1 3 0,-3 5-464,-5 1 1,-7 5 10,-9-1 1,-3 2-318,-1 2 1,-11 5 141,-5 3 1,-8 4-285,-5 5 0,-2-4 57,-6 4 0,-1 0 281,1 0 0,1-1 652,3-4-321,3-5 1,1 4 12,0-3 1,1-3 104,8-1 1,2-7 94,5-1 1,2-6 441,3 2 0,3-4-222,5 0 1,6-6-90,7-3 1,5 1 47,7-1 0,1 1-95,3-5 1,4 0-208,8 0 1,-2-2-157,2-2 1,2 1-323,-2-5 0,1 0 136,-5-5 1,0 1-689,0 0-647,-5-1 1,-2 1 672,-5-1 0,-2 1-788,-2 0 0,-3-1 1651,-6 1 0,1-6 0,-1-1 0</inkml:trace>
  <inkml:trace contextRef="#ctx0" brushRef="#br1" timeOffset="35">18273 3497 7848,'-7'6'1132,"-4"-5"1,4 5-728,-5-6 0,-1 5-161,1 4 1,-6 6-34,-3 1 1,2 11 25,-1-3 1,-5 9-27,-4 0 1,-2 3-1,2 2 1,-1-1 25,-3 0 1,-3 4-634,3 1 0,-1-1-913,1-4 0,-2 0 581,6 1 487,-5-1 1,2 0-1,-5 0 1</inkml:trace>
  <inkml:trace contextRef="#ctx0" brushRef="#br1" timeOffset="36">18943 3659 7780,'-7'0'1248,"2"-2"-796,5-2 1,1 3 409,3-3 0,4 2-359,9 2 0,8-4-44,8 0 0,10 0-133,6 4 1,2 0-154,7 0 1,-4-1-242,4-4 1,-5 4-59,5-3 1,-11 2-730,-1 2 1,-6-4 525,-3 0 1,-4-1-1046,0 1 0,-7 2-201,-1-2 48,-6-3 1527,-12 6 0,-7-5 0,-7 6 0</inkml:trace>
  <inkml:trace contextRef="#ctx0" brushRef="#br1" timeOffset="37">18968 3783 7780,'-15'1'269,"2"3"481,-2-2 0,15 7-244,0-5 1,8 1 436,13-5 1,5 0-432,11 0 1,6 0 17,3 0 0,6 0-166,2 0 0,0-6-802,-5-2 0,1 1 243,-1-1 1,4-1-109,-4-3 1,-3 1-1139,-13 3 0,-3-2-187,-5 6 1628,-6-6 0,-12 3 0,-8-5 0</inkml:trace>
  <inkml:trace contextRef="#ctx0" brushRef="#br1" timeOffset="38">19191 3299 7780,'-12'0'885,"-1"4"-259,1 0 1,-1 5-205,1-5 0,0 5 16,-1 0 0,-3 6-117,-1 1 1,-5 10-388,1-1 1,-7 8 92,-6 0 1,4-1-396,1 1 300,-3 0 0,6 4-135,-3 1 0,5-7 147,3-2 0,3-7 140,6-1 1,5-6-26,2 2 1,5-3-38,5-2 1,2 0 102,5 1 1,6-1 469,3 1-400,7-1 1,0 0 0,5-1 439,2-2-640,6 2 0,3-10 0,6 3 250,-1-2-853,6-2 0,-2 0 437,5 0 1,-6-2-1,2-2-1036,-3-4 1,-3-3 231,-2-2 1,-1 0 974,-8-4 0,-2-2 0,-10-6 0</inkml:trace>
  <inkml:trace contextRef="#ctx0" brushRef="#br1" timeOffset="39">19588 3349 12296,'19'5'1004,"9"2"-615,-3 5 0,12 1-280,0-1 1,7 1 95,-2-1 0,3 6-131,-4 3 0,5 1-84,-5-2 0,-9 4-153,-7-4 1,-14 4-449,-3 1 0,-6 5 296,-7 3 1,-4-1-264,-12 1 1,-1-4 216,-11 4 1,-3-1-67,-1 1 1,-2-3 71,10-5 1,-4-5-351,4 1 0,0-6 24,5 2 681,-1-9 0,0 3 0,0-4 0</inkml:trace>
  <inkml:trace contextRef="#ctx0" brushRef="#br1" timeOffset="40">20456 3597 7780,'13'-20'141,"-6"-3"1,4 8 501,-3-6-346,3 6 0,3-2 0,1 8 1255,2 1-1190,-1 5 1,-3-3 83,-1 6 1,0 3-20,1 5 0,-2 2-100,-3 11 0,2-1-350,-6 5 1,0 4 90,-4 0 1,0 4-135,0-4 0,-1 0 0,-2-4-11,-1 0 1,-2-2-262,2-2 1,-1-2 123,-4-3 1,0-6-122,4 2 110,1-7 0,4-1 64,0-8 0,2-5-118,2-7 0,3-3 33,5-6 1,6-4 146,3 0 0,2 0 170,2 4 0,0 0-67,0 0 0,-5 6 201,1 3 1,-6 3 23,2 5-120,-4 2 1,-2 12-23,-2 2 0,-4 5 192,-5 3 0,-1-1-39,-3 6 1,2-4-108,-2 3 0,-1-5-555,1 2 234,-1-3-49,5-2 195,0-5 1,5-3-9,-1-8 0,8-3-7,-4-5 1,10-1-15,-5 1 1,2-1-25,-3 1 1,1 1 51,-1 3 0,-4 2 19,1 6-14,-1 0 1,3 2 66,-3 2 0,2 3 1,-6 6-73,-1 4 0,-1-3-41,3 2 1,-4-2-223,3-1 1,-2 3 92,-2 1 0,0-1-932,0-3 0,0 3 26,0 1 1119,0-6 0,0 5 0,0-2 0</inkml:trace>
  <inkml:trace contextRef="#ctx0" brushRef="#br1" timeOffset="41">21598 3076 9440,'0'14'1187,"0"2"1,0 5-779,0 8 1,-4 8 8,-1 8 0,-4 5-160,1 4 1,-8 4-722,0 8 1,-2 0 363,9-29 1,1 0-1,-5 31-45,5-31 1,-1 0 0,-9 29-214,2 1 1,-1-8 151,5-1 0,3-11-682,1-2 1,4-6 282,-4-6 0,4 3-399,-5-3 1,7 2 582,-3 3 0,-1-5 420,-3 0 0,1-2 0,-2 3 0,1-6 0,0-1 0</inkml:trace>
  <inkml:trace contextRef="#ctx0" brushRef="#br1" timeOffset="42">21747 3696 7780,'0'-13'15,"4"1"86,0 0 1,1 3 293,0 1 0,-3 1-51,7-1 1,-5-3 138,4 3 1,-4-2 158,4 2-321,1-3 1,-1 9-172,0-2 0,0 3-99,5 1 19,-6 5 1,-2 4-93,-5 7 0,0 3 88,0 6 0,0 1-90,0 3 1,-5-1-140,-4 5 0,0-5-220,1 1 0,-2-5 170,6-3 1,-4-2 146,3-2 1,1-8 47,4 4-82,0-9 136,0 2 1,0-8-86,0-2 0,6-7 67,2-6 0,3-5-2,1 2 1,1 0 0,-1 0 154,1-2 0,3 0 0,1 1 0,-1-1-92,-3 5 0,3-2 10,1 7 0,-1-3-22,-3 6 0,-1 0 64,1 0 0,-5 4-89,0 5 1,-4 1 14,4 3 1,-5-1-22,1 5 1,2 1 23,-2 3 0,0 0-56,-4 1 0,0 3 48,0 1 0,0 0-262,0-5 0,0 4 83,0 1 0,0 4-515,0-5 1,-4 6 24,0-1 1,-4-2-199,3 2 1,0 0 209,1 3 0,1 0 317,-5-4 0,5 2 288,-1-5 0,3 5 0,1-3 0</inkml:trace>
  <inkml:trace contextRef="#ctx0" brushRef="#br1" timeOffset="43">7580 10877 7780,'7'-8'-11,"-3"-1"125,3 1 1,-6-4 327,3-1-118,3 1 1,-6-1 160,4 1 1,-4 0-50,-1-1 1,0 5-113,0 0 1,-1-1-68,-4-3 0,3 4-53,-7-1 1,1 5-83,-4-4 0,-1 5 82,1-1 1,-1 3-178,1 1 0,-4 4 49,-1 0 0,-5 7-111,1 2 0,-2 4-111,-2 8 0,0 1 85,0 3 1,-4 9-110,0 7 1,1 5-211,3 3 1,4 4 282,0 5 0,6 4 85,-1 0 0,7-1 19,5-7 1,4-6 27,4-10 0,3-2 130,6-12 1,5-6 37,2-9 0,4-6-46,1-7 0,3 0-124,1 0 0,0-6 47,-4-2 0,4-3-828,0-1 1,-1-1 663,-8 1 0,1-1-1465,-9 1-64,4 0-102,-15-1 1715,-1 1 0,-12-1 0,-8 1 0</inkml:trace>
  <inkml:trace contextRef="#ctx0" brushRef="#br1" timeOffset="44">7245 11311 7780,'-20'0'-200,"-2"0"369,6 0 1,-1 1 921,5 3-251,5-2 1,4 3-312,12-5 0,0 2 177,12 2 1,1-3-269,7 3 1,-2-2-178,6-2 1,1 0-58,3 0 1,0 0 12,0 0 1,-4-6-1,0-2 1,-1 1-14,1-1 1,2 1 102,-6-1-307,-6-3 0,0 4 0,-3-6 0</inkml:trace>
  <inkml:trace contextRef="#ctx0" brushRef="#br1" timeOffset="45">7629 11261 7780,'-5'13'225,"-1"-1"41,-2 1 0,-2-1-58,6 0 1,-4 1 8,4-1 1,-4 1 351,3-1 0,1 0-169,4 1 0,0 1-492,0 2 0,0-2 123,0 2 1,0-2-916,0-1 0,4 3 175,1 1 1,3 3 708,-4-3 0,6 5 0,-4-3 0</inkml:trace>
  <inkml:trace contextRef="#ctx0" brushRef="#br1" timeOffset="46">8485 10728 7780,'0'8'281,"0"1"1,-1-5 102,-3 4 0,-2 0-72,-2 5 0,-3 0 93,3 4 0,-7 2-65,-2 6 1,-6 5-105,-2 3 0,-6 9-208,-6 3 0,16-16 0,-1 0-188,0 2 1,-1 0 0,-1 2 0,0 0 84,-1 0 1,0 0 0,-2 2 0,-1 1 97,-1 3 0,0 0 0,-1 1 1,1 0-165,0 2 0,0-1 0,1-3 0,1 0 84,2-3 1,0 0 0,0-3 0,1-1-27,-1 0 1,0 0-1,1 1 1,0 0-42,1-5 0,0-1 0,-18 30-124,8-15 0,2 0 249,7-4 1,0-5-63,4-3 1,2-4 132,5-4 0,2-3-115,3-6 149,-3 0-138,9 1 824,-3-6-903,5-2 35,0-10 1,0-2-232,0-6 0,1 1 75,3 0 1,-1-1-359,6 1 1,-5-1 174,4 1 1,-5 0 414,1-1 0,3 1 0,0-1 0</inkml:trace>
  <inkml:trace contextRef="#ctx0" brushRef="#br1" timeOffset="47">8113 11633 7780,'0'-12'2183,"0"0"-1844,0 5 0,0 8 67,0 11 1,4 12-77,0 9 1,5 6-24,-5 6 1,0 2-41,-4 11 1,0 5-353,0 7 0,-1-33 0,1-1-1,-2 2 1,-1-1 0,1 32 136,-7-3 0,1-7-744,-4-1 1,1-11 466,2-2 1,3-10-698,1-6 1,4-9 361,-3-3 1,4-9-346,4-4 1,3-5 359,5-7 1,5-3 545,-1-14 0,6-3 0,-2-9 0,5 0 0</inkml:trace>
  <inkml:trace contextRef="#ctx0" brushRef="#br1" timeOffset="48">8746 11745 7780,'0'-8'209,"0"-1"322,0 1-368,0-4 0,-2 5-58,-2 3 1,-4 8 210,-9 4 1,-2 5-325,-6 3 0,-1 3-111,-3 6 0,-2 1 72,-7 3 1,1-1 18,0 5 0,1-5 85,3 0 0,-3 0 31,3 1 1,1-7-69,-1 3 0,10-4-4,-2-1 0,3 2 83,-3-5 0,6-1-52,2-3 1,5-1 247,4 1-159,-3-1 94,9 0 0,2-1-38,8-2 0,5 2 258,3-3 1,5 3-137,8 1 0,-1-1 181,5-2 0,0 4-191,4-4 0,-4 4-99,0-4 0,-4 2-235,4 1 0,-1-4 79,1 1 0,1-2-369,-5 1 0,0 1 207,-4-4 1,4 3-552,0-4 0,-1 0 305,-8-4 0,4 0-688,-4 0 1,2-1 116,-1-3 0,-3-3 443,-6-6 1,5 0-361,0-4 847,-1-2 0,2-6 0,1 0 0</inkml:trace>
  <inkml:trace contextRef="#ctx0" brushRef="#br1" timeOffset="49">9366 11336 7780,'12'0'4367,"2"0"-3375,3 0 0,-3-2-745,2-2 1,3 1-64,2-5 0,7 4-793,1-4 0,4 4 436,-4-5 0,1 7-535,-1-2 1,-3-2 88,3 2-2350,-8 0 2969,-3 4 0,-17 5 0,-2 2 0</inkml:trace>
  <inkml:trace contextRef="#ctx0" brushRef="#br1" timeOffset="50">9391 11621 7780,'-14'4'455,"-2"0"0,3 2 429,1-2-542,5-3 1,12 5 731,4-6 1,7 0-478,5 0 0,8-2-438,4-2 1,0 2 23,4-7 1,-7 2-328,8-1 1,-5 1 186,0 3 1,3 3-1180,-3-3 1,-2 2 1135,3 2 0,-7 0 0,3 0 0</inkml:trace>
  <inkml:trace contextRef="#ctx0" brushRef="#br1" timeOffset="51">11016 10319 7780,'-8'-2'202,"-1"-2"0,7 1 888,-2-5 547,-3 5-1157,5-8 0,2 10 74,9-3 0,7 4-147,5 4 0,9 2-94,7 2 0,2 3-73,6-3 1,1-2-121,3-2 0,1 1-96,0-1 1,-6 5-226,-3-5 1,-2 0-506,-2-4 1,-7 5 372,-5 4 1,-7-2-616,-10 1 1,-2 4 375,-6 5 1,-8 5 26,-9-1 0,-4 3 177,-12 5 0,-4-1 69,-4 5 0,-6 0-118,1 4 1,-2 0 353,-2 1 1,1-5 201,-1 0 1,2-6-160,3 2 0,2-4 461,6-4 1,5-2-213,3-2 1,3-4 146,1 4 0,6-7 86,2-2 209,3 0-417,2 4 0,5-3 201,3-1 1,4-5-85,4 1 0,3-1-140,5 1 0,2-3 250,3 3 1,2 2-80,6-2 0,4 0-78,0-4 1,0 0-108,-5 0 0,7 0-155,2 0 0,-3 0-10,-1 0 0,1-1-87,-1-3 1,6 1 9,-2-5 0,-1 5 40,1-1 1,-4-2-375,4 2 0,-2 0 136,2 4 1,2 0-259,-6 0 0,-2 0 179,-6 0 1,3 1-305,-4 3 0,-6-1 5,-2 5 0,-3-3-888,-1 3 259,-3 0 482,-5-1 47,0-2 701,0-5 0,-5-5 0,-2-2 0</inkml:trace>
  <inkml:trace contextRef="#ctx0" brushRef="#br1" timeOffset="52">11810 10517 7780,'7'-12'-272,"0"1"181,-3 2 651,-3-2-324,5 10 0,-12-4 279,-2 5 1,-3 5-143,-1 3 0,-6 9-109,-3 4 0,-3 2-431,0 2 0,-7 0 154,-2-1 1,2 5-54,-3 0 1,1 4 129,-4-4 0,0 4-95,0-4 0,0 0-8,-1-4 1,2 4-292,3 0 1,3-4-5,5-5 0,2-4 125,2 0 1,3-3-284,6-5 170,5-3-315,1-5 232,6 0 145,0 0 0,5-1 260,-1-3 0,5 1 0,0-5 0,-4 5 0,12-8 0,-4 4 0</inkml:trace>
  <inkml:trace contextRef="#ctx0" brushRef="#br1" timeOffset="53">12021 10753 7780,'-8'0'0,"-1"0"0,1 0 375,-4 0 1,3-2 94,1-2 0,4 3 561,-4-3-681,-1 2 0,-3 8-133,0 2 1,-1 9-96,1 3 1,-1 4 82,1 1 0,-2 5 12,-2 3 1,2 7-51,-3 1 1,8 3-249,0-6 0,7 2 21,-3-7 1,4-7-81,1-1 0,6-10 12,2-3 1,4-5 136,5-7 1,2 0-41,6 0 0,-2-5 40,-2-4 0,2-2-122,-2-1 0,1-5 60,-1 1 1,-3-1-61,-6 5 1,-1 0-18,-2-1 1,0 1 63,-5-1 1,-1 6-93,-7 3 0,-3-1 54,-5 1 0,-2-1-105,-3 5 0,2 0 70,-6 0 0,1 2-351,-5 2 0,0 2 143,0 2 1,1 3-1175,-1-3 1521,0 9 0,-5-4 0,-2 5 0</inkml:trace>
  <inkml:trace contextRef="#ctx0" brushRef="#br1" timeOffset="54">12219 10517 7797,'4'-19'0,"1"2"0,3 4 0,-4 0 0,4 1 1025,-4-1 1,2 5 171,-2 0-509,-3 5 0,4-2 187,-10 5-503,-1 0 1,-11 6 30,0 7 0,-5 1-151,2 6 0,-4 5-191,-1 4 1,1 6 122,-1-2 0,-5 7-224,-4 1 1,-3 10-154,-4-2 0,19-17 1,0 1 2,-3 2 1,0 1-1,-2 2 1,-1 2-200,-1 3 0,0 1 0,-1 0 0,-1 0 142,1 2 0,-2-1 0,1 0 0,-1 0 81,-1 2 1,0 1 0,4-5 0,1-1 40,1 2 1,1-1 0,0-4 0,2 0 16,3 1 0,1-1 1,1-3-1,0-2 85,2 0 0,1-2 0,-6 19 8,2-9 1,6-9-79,6-8 0,2-10 111,6-3-261,0-8 279,6 2 1,0-6-696,7 0 1,-1-6 535,1-2 0,0-4-498,4-5 0,-3 2 226,2-6 0,-1 1 395,2-5 0,-3 0 0,2 0 0,-2 6 0,4-10 0,1 3 0</inkml:trace>
  <inkml:trace contextRef="#ctx0" brushRef="#br1" timeOffset="55">12269 10988 7842,'12'-16'465,"1"-1"1,-1 1 75,1 3 0,3 1-139,1 0 1,1 1 697,-2 2 1,3 0-133,6 5 1,0-5-449,0 5 0,1-1-211,3 1 1,-1 2-100,5-2 1,-4 3-449,4 1 1,-6 4 230,2 0 1,-8 7-672,-5 1 1,-7 2 274,-5 7 0,-10 5-140,-6 7 1,-7 3-199,-10 1 0,-3 4 257,-5 1 0,-7 5-126,-6-2 1,0 2 468,24-24 0,-1-1 1,-24 25 427,1-5 1,2-1-257,2-4 1,6-5 702,11-3 1,7-9-167,14-3 0,2-7 145,6-2 0,11-5-236,6 1 1,11-3-104,5-1 0,4-4-115,4 0 1,-1-6-49,6 2 0,-5-3-433,5-1 0,-5-1 223,4 1 0,-5-1-1073,2 1 0,-5 0 897,-4-1 0,1 1-1852,-5-1 1,-5 1-316,-8 0 2342,-2-1 0,-1-5 0,-1-1 0</inkml:trace>
  <inkml:trace contextRef="#ctx0" brushRef="#br1" timeOffset="56">12914 10951 9249,'-8'0'1191,"-1"0"0,1 7-776,-4 6 1,-6 4 178,-3 8 0,-4 6-277,-4 2 0,-1 8-276,-3 4 1,-3 2-913,3-1 1,1 1 740,-1-6 0,6 3-381,-2-7 0,8 2 259,5-10 0,7-6-1377,5-6 0,4-9 1629,4-4 0,9-8 0,6-3 0</inkml:trace>
  <inkml:trace contextRef="#ctx0" brushRef="#br1" timeOffset="57">13348 11001 10006,'7'-6'1029,"4"1"11,-3-3 0,5-2-466,3 6 0,-1-6 329,6 2 0,4 1-418,4-1 1,4 1-411,-4-1 1,5-2-459,-1 6 1,-2-4-633,-2 3 0,-4 1-1436,-5 4 1,-3 2 2450,-9 2 0,-2 8 0,-6 7 0</inkml:trace>
  <inkml:trace contextRef="#ctx0" brushRef="#br1" timeOffset="58">13385 11199 7719,'-12'0'0,"4"0"3005,-1 0-1365,7 0-1260,-4 0 0,17-5-148,6-3 1,5-1 603,3-3 0,5 2-587,3-6 1,-1 6-529,1 2 1,-6 1-1821,2-1 1,-1 2 2098,1 6 0,-3 0 0,4 0 0</inkml:trace>
  <inkml:trace contextRef="#ctx0" brushRef="#br1" timeOffset="59">14403 10703 7753,'12'-5'2572,"2"-1"-1952,2-2 1,9-2-188,8 6 1,9-4 608,3 4 1,7-5-481,2 5 0,6-4-260,-3 4 0,3-4-97,-2 4 1,-5-1-320,-7 5 1,-5 2-461,-8 2 0,-4 3 481,-8 5 1,-5 1-625,-7-1 0,-5 6 300,-8 3 0,-9 8-87,-7 4 0,-11 0 65,-6 4 0,-7-1-18,17-14 0,0 1 0,-1 0 0,0 0 305,-3 2 1,0-1 0,0-1 0,0 0 71,0 0 1,0-1 0,-1-1 0,0 0 173,-1 1 0,0 1 0,2-1 0,0-1-95,0-1 1,0 1 0,-24 19 592,9-11 0,4 4-369,4-4 0,14-4 179,7-5 1,9-4-117,8 0 1,3-2 404,5-2 0,6-5-95,10-3 1,8-2 392,5-2 1,6 0-612,7 0 1,-1-6-137,1-2 0,1-3-383,3-1 0,-2-1 188,6 1 1,-6-1-993,2 1 1,-8 0 556,-5-1 1,-2 1-602,-2-1 0,-7 1-185,-5 0 0,-4 3-1730,-5 1 2904,-8 0 0,14-5 0,-8 1 0</inkml:trace>
  <inkml:trace contextRef="#ctx0" brushRef="#br1" timeOffset="60">15358 10840 7742,'-6'-11'676,"-2"2"0,-3 0 80,-1 5 0,-1-1-226,1 5 0,-7 6-43,-6 2 1,-1 9-218,-8 3 1,0 9-70,-7 4 0,-3 5-423,-6 3 0,0 7 265,26-21 0,-1 0 0,-2 0 0,0 0-213,0-2 0,0-1 0,1 1 0,0 0 112,-20 25 1,-1-2-618,6-3 0,5-8 125,7-8 0,4-4-80,5-4 0,6-3-1137,6-6 787,5-5 353,3-1 627,12-12 0,8-1 0,5-5 0</inkml:trace>
  <inkml:trace contextRef="#ctx0" brushRef="#br1" timeOffset="61">15544 11150 7723,'7'-13'872,"-3"1"939,3 0-738,-6 5-327,5 1 1,-13 13-299,-6 5 1,0 6 38,-8 7 1,0 5-141,-3 3 1,0 3 86,3 2 1,-2-1-49,2 0 1,2 4-74,-2 1 1,6 0-446,-1 0 0,7-8 178,5 3 0,3-8-275,1 0 1,7-9 202,5-8 1,6-5-78,7-7 0,1 0-37,3 0 1,-3-10-226,3-2 1,-3-5 29,-1 1 0,0-2-73,0-3 0,-6-1-11,-2 6 1,-8-1 94,-1 5 1,-5-1-129,1 1 1,-8 5 103,-4 3 0,-10 2-144,-7 2 0,-1 2 112,-7 2 0,0 0-116,-4 8 0,-5-2-209,1 7 486,0 2 0,-2 0 0,-1 6 0</inkml:trace>
  <inkml:trace contextRef="#ctx0" brushRef="#br1" timeOffset="62">7617 13581 7700,'0'-7'802,"0"0"-55,0 3-39,0 2-459,0-3 0,0 10 361,0 4 1,0 7-166,0 5 1,0 4-16,0 3 0,0 1-297,0 9 0,0-3 18,0 11 1,0-5-572,0 5 1,0-5 363,0 5 1,0-2-949,0 1 0,-4-6 489,0-6 0,-1-7-239,5-1 1,0-2 84,0-6 0,-1-6-415,-3-7 1084,3-3 0,-10-6 0,4-2 0</inkml:trace>
  <inkml:trace contextRef="#ctx0" brushRef="#br1" timeOffset="63">7592 13990 7700,'12'0'1663,"2"-4"-892,3 0 1,-2-1-305,6 5 1,1 0-347,7 0 1,-2 0 44,6 0 1,2 0 42,6 0 0,-2-4-12,2 0 0,2-4 11,-2 4 1,0-6 111,-3 2-320,-7-3 0,0-2 0,-6 1 0</inkml:trace>
  <inkml:trace contextRef="#ctx0" brushRef="#br1" timeOffset="64">8150 13643 7700,'-5'12'262,"-2"0"-218,-5 1 0,3-1 461,1 1 0,4 5-117,-4 2 0,3 9 206,-3 4 0,4 3-305,-4 1 0,5 0-224,-1 1 1,2-1-155,2 0 0,0 0 107,0 0 0,0-3-978,0-1 1,0-2 550,0 2 0,2-4 409,2-8 0,3 2 0,5-3 0</inkml:trace>
  <inkml:trace contextRef="#ctx0" brushRef="#br1" timeOffset="65">8932 13494 7788,'-6'7'0,"4"4"0,-7-3 0,5 3 582,-4 1 1,0 6-193,-5 3 0,-5 8 338,-2 4 1,-9 10-320,-4 6 0,-5 6-493,18-24 0,-1 0 0,-1 5 0,0 0 65,-3 1 0,0 0 0,0 3 0,-1-1-239,0 0 1,-1 1 0,-1 0 0,-1 1 107,-2 2 1,0 1 0,-1-1-1,-1-1 99,2 0 0,0-1 0,-1 0 0,1-1-37,3-1 1,2 1-1,-1-1 1,0 2 28,2 0 0,1 0 0,0-2 0,1-2-323,2-5 1,0-2 0,-14 27-12,10-20 1,6-4-126,2-12 0,9-4-949,4-4 1385,2-6 1,2-3 81,0-8 0,6-9 0,1-6 0</inkml:trace>
  <inkml:trace contextRef="#ctx0" brushRef="#br1" timeOffset="66">8585 14387 7808,'6'7'573,"5"4"1,-8-4-171,5 5 1,-1 6 155,2 3 1,-4 9-114,-5 7 1,4 11-214,0 10 0,-1 4-498,-7 4 1,-3 2 380,1-33 1,0 0 0,0 1-1,-1 0-221,-5 30 0,4-5 102,-1-8 1,7-3-766,-3-5 0,4-3 400,1-9 1,1-8-833,4-9 0,3-8 381,8-3 1,4-16 818,5-10 0,-6 3 0,-1-6 0</inkml:trace>
  <inkml:trace contextRef="#ctx0" brushRef="#br1" timeOffset="67">9056 14598 7808,'-14'1'343,"-2"3"0,-2 4-22,-3 9 0,-8-1-114,0 9 1,-5-1 38,-4 9 1,1 0-40,0 4 1,1 0 12,3 0 0,3-1-155,5-3 0,7 2-81,6-6 0,5-2 7,7-6 0,1 1 100,3-5 1,5 3 181,7-3 0,-1-1-97,6-3 0,1-1 14,7 0 1,-3 1-47,3-1 0,-1-3-93,1-1 1,-2-4-128,6 4 0,-1-5-336,1 1 0,1 2-818,-5-2 0,2 5 605,-2 0 1,-9 2 624,1 1 0,-6 0 0,-2 1 0</inkml:trace>
  <inkml:trace contextRef="#ctx0" brushRef="#br1" timeOffset="68">10234 14188 8310,'6'-7'718,"2"3"0,5 2-103,3-3 0,9 4-203,8-3 1,8 2-292,5 2 1,6-4-420,2 0 0,4 0 118,-4 4 1,-6-1-178,-7-3 0,1 2 284,-5-2 1,-3 3-1235,-9 1 0,-6 5 1307,-2 3 0,-3 3 0,-2 2 0</inkml:trace>
  <inkml:trace contextRef="#ctx0" brushRef="#br1" timeOffset="69">10445 14474 7709,'-18'12'0,"6"-4"853,0 0-476,-1 1 0,17-1 406,0 0 0,7-5-299,6 1 1,4-2-29,8-2 0,4 0-133,8 0 0,-1-6-306,6-2 1,-1-3 84,5-2 0,2 1-1128,6 0 1,-4 3 518,8 1 220,-9 5 0,3-8 0,-7 4 0</inkml:trace>
  <inkml:trace contextRef="#ctx0" brushRef="#br1" timeOffset="70">12194 14039 7709,'-4'-8'-476,"0"0"1,-1 4 881,1-4 1,2 3-49,-2-3 1,3 4-37,1-4 1,0-1-70,0-3 1,0 4 125,0 0 0,1-1-88,3-3 0,3 4 31,5-1 0,1 7-112,-1-3 0,6 4-13,3 1 1,2 1-232,2 4 0,0 1 78,0 7 0,0 1-129,-1 2 1,1-2 70,0 2 0,0 2-16,0-1 0,-6 4-52,-3-5 0,-6 2-43,-2-1 0,-5-2-68,1 5 0,-5-3 126,-7 4 0,-2-5-40,-11 5 1,5-1 72,-5 5 1,0-4 29,-3 0 1,-1-2-40,0 2 1,-4 1 43,0-6 1,0 2 10,4-1 0,1-4 7,-1 4 1,0-3-12,0-2 1,2 1-17,2-1 1,-1-1 27,5-3 0,1 3-22,3-2 1,1-3 45,0 3-48,5-7 137,1 9 0,8-9-20,2 2 0,3-3 94,5-1 1,2 4 190,2 1 1,4-1-129,4-4 0,1 0 174,0 0 1,0 0-122,0 0 1,0-4-71,-1-1 1,1 1-26,0 4 0,4 0-188,0 0 1,0-1 75,-4-3 0,1 2-42,3-2 0,-7 3-166,3 1 0,-7 0 83,2 0 0,-5 0-136,2 0 1,-7 0 56,-2 0 0,-4 0-668,4 0 291,-5 0-1135,8 0 79,-10 0-326,10 0 1055,-9 0 417,9 0 375,-10 0 0,10 5 0,-4 2 0</inkml:trace>
  <inkml:trace contextRef="#ctx0" brushRef="#br1" timeOffset="71">13361 13816 7709,'-13'6'0,"1"-5"161,-1 3 0,5 2 188,0-2 554,5 0-555,-2-4 1,6 0 34,3 0 0,4 0-67,9 0 0,2 0-70,6 0 0,5 0-45,3 0 1,5 0 8,3 0 0,-2-4-78,2 0 1,-2 0 77,-2 4 0,1-2-168,4-2 0,-5 3 51,0-3 0,-1 2-245,-7 2 0,1 0-28,-1 0 1,-8 2-134,0 2 0,-6-2 103,-3 7 1,-5-1 55,-3 4 0,-3 2-90,-1 3 1,-9 1 5,-4 2 1,-9 5 26,-2 0 1,-3 1 68,-6 7 1,0 0-146,-4 4 1,-2 1 137,-2-1 0,2 0-15,-2 0 1,-2 1 154,2-1 0,-4-3-75,3 3 1,1-8 371,4 4 0,5-9-155,3-4 1,0-2 197,4-1 0,5-1 77,11-7 94,-2 2-289,10 1 0,-3-4 7,8 1 1,3-5 803,5 4-779,1-5 0,-1 6-5,0-4 1,1 0-57,-1-1 1,5-2 66,-1 2 0,2-3-51,-1-1 0,1 0-106,2 0 1,8 0-48,-3 0 0,2 0-167,-2 0 0,5 0-293,3 0 1,3 0 244,2 0 1,-1 0-186,0 0 0,-4-4 130,0 0 0,-5-2-790,1 2 0,-9 3 420,-3-3 1,-3 2-1417,-2 2 816,-5 0 1193,-2 6 0,-16-5 0,-2 5 0</inkml:trace>
  <inkml:trace contextRef="#ctx0" brushRef="#br1" timeOffset="72">14229 13977 7709,'-12'5'288,"-1"-1"0,5 1-91,0-1 1,-1-1 335,-3 5 1,0 1-163,-1 3 1,-3 2-166,-1 2 1,-5 4-59,1 4 0,-8 7 0,-4 2 1,-3 3-69,-1 1 0,-1 4-354,-4 1 0,2 4-69,-5 0 0,3-5 254,-3-4 1,5 1-217,-1-5 0,6-2 62,2 2 1,6-10-38,-2-3 1,8-5 78,4-2 0,4-2-466,0-3 342,6-2 1,7-6 6,9 0 0,3-6 8,5-2 0,2-3 310,6-2 0,-1-5 0,7 5 0,0-5 0</inkml:trace>
  <inkml:trace contextRef="#ctx0" brushRef="#br1" timeOffset="73">14390 14350 7709,'7'-6'552,"-1"5"-176,-6-5 0,0 5 813,0-3-750,0 2 1,-4-2-20,-1 8 0,-4 0-225,0 9 0,-7-2 15,-5 9 0,2 5-108,-2 4 1,1 7 58,-5 1 1,0 5-56,0 3 1,2 5-169,2-1 0,3-3 29,6 3 0,5-13-206,3-3 0,2-5 140,2-3 1,6-10-32,2-3 0,7-8 106,2 0 0,5-8 60,-1-4 0,2-4-43,2-5 0,-2-2 214,-2-6 0,2 0-204,-2 0 1,1 1 5,-1-1 0,-3 1-112,-6 4 1,-4-2 61,1 5-199,-7 1 0,2 5 66,-8 2 0,-3 4-202,-5 5 0,-6 1 92,-3 3 0,2 3-64,-2 6 1,1-1-95,-5 0 0,4 1 9,1-1 0,0 1-363,0-1 0,-2 5 796,5-1 0,-5 1 0,3-5 0</inkml:trace>
  <inkml:trace contextRef="#ctx0" brushRef="#br1" timeOffset="74">15234 14176 7864,'0'-13'401,"0"5"-281,0 0 1,4 4 588,0-4 0,10 3-208,-2-3 0,10 5-312,3-1 0,1-1-161,7 1 0,-1-1-244,1 5 0,3 0-174,-3 0 1,-3 0-488,-1 0 0,-7 5 877,-1-1 0,-11 5 0,1-2 0</inkml:trace>
  <inkml:trace contextRef="#ctx0" brushRef="#br1" timeOffset="75">15259 14399 7869,'0'13'657,"5"-7"-395,3-1 1,9-3 105,4 2 0,3-2-119,5 2 0,3-3-805,5-1 0,6-1 299,2-3 0,7 1-1305,-3-5 1313,3 0 1,-7-5-1,4 1 1</inkml:trace>
  <inkml:trace contextRef="#ctx0" brushRef="#br1" timeOffset="76">16822 13804 7869,'0'-17'-23,"0"1"0,4-5 46,0 5 0,0-5 100,-4 4 0,1-3 90,4 3 1,-4 1 492,3 3-420,-3 1 1,-1-1 382,0 1-242,0 5-319,0 2 0,-5 5 22,-3 0 0,-1 1-37,-3 3 1,2 3-97,-6 5 1,-3 6 14,-2 3 1,2 8-146,-2 4 0,-1 4 79,-7 5 0,3 2-300,-3 5 0,3 1 19,1-1 0,1 2 154,4 3 1,2-8 112,5-1 1,6-10 28,3-6 0,3-7 101,1-2 1,5-10-192,4-2 196,2-5 1,1-3-90,1 0 0,-1 0 109,0 0 0,-3 0 107,-1 0 1,-5 1-32,1 3 0,-1 3-5,1 6 1,-3 0 96,3 4 0,-2 4 13,-2 8 0,-2-2-113,-2 6 1,3-4 60,-3 4 1,2 0-54,2 5 1,0-7-838,0-2 0,0-3-45,0-1 0,6-6-381,2-2 0,2-3 384,-2-2 716,3-5 0,-4-1 0,5-6 0</inkml:trace>
  <inkml:trace contextRef="#ctx0" brushRef="#br1" timeOffset="77">17318 13953 7869,'-13'0'398,"1"0"1,5 0 1,3 0-48,8 0 0,9-4-189,7-1 1,5 1 63,4 4 0,-1 0-163,5 0 0,-2-4 95,2 0 1,-2-2 66,-6 2 1,-1 3-710,1-3 0,-5 1-2140,-4-1 2623,-8 3 0,-2-5 0,-6 6 0</inkml:trace>
  <inkml:trace contextRef="#ctx0" brushRef="#br1" timeOffset="78">17430 14002 7869,'-9'11'0,"1"-2"0,0 2 268,-5-3 1,6 3 0,3 1 1,-1 1 125,1-1 0,-5 5-140,5-1 0,-1 5-42,1-5 1,2 6-112,-2-1 1,3 2 82,1 2 0,0-1-240,0-4 1,0 4 120,0-4 0,0 4-349,0 1 0,0-6-5,0-2 1,0 0-128,0 0 1,0 0 103,0-5 0,1 0 97,3 1 1,-1-1-217,5 1 1,2-7 105,6-1 0,0 0-13,4-1 0,1 0 337,4-4 0,0-5 0,5-2 0,2-5 0</inkml:trace>
  <inkml:trace contextRef="#ctx0" brushRef="#br1" timeOffset="79">17814 14114 7869,'6'-13'200,"1"2"448,5 3 1,0-1-165,1 4 1,1 0-279,2 1 0,-2 2-173,2-2 0,-2 3-238,-1 1 0,-1 5-109,0 4 0,-5 2 202,-3 1 1,-4 5-5,-4-1 0,-3 5 79,-5-5 1,0 6-107,-1-1 1,-1-2 35,-2 2 0,2-2 123,-2 2 1,2-3 68,1-6 0,5 2 136,0 3 0,5-8 3,-1 4 0,4-9-129,4 0 1,3 1-157,5 0 1,6-1 120,3-4 0,2-6-615,2-2 0,1-3 288,3-1 0,-3-1-226,3 1 0,-2-5 17,-3 1 476,-4-6 0,3 2 0,-4-5 0</inkml:trace>
  <inkml:trace contextRef="#ctx0" brushRef="#br1" timeOffset="80">18335 13705 8231,'-7'0'1049,"0"0"-354,3 0 31,3 0 0,-5 5-245,6 3 0,0 10-120,0 7 1,0 3-250,0 9 0,-1-1 94,-3 9 1,-3 5-463,-5 4 1,-1 3 39,1-3 1,-5 0-405,1-5 1,-1-2 317,5-5 1,1-6-550,2-12 194,4-4 410,5-8 1,1-8 289,3-8 0,5-7-115,7-6 1,-1-5 149,6 2 0,-6-8 183,2-1 1,1 0-184,-2 4 0,2 1-28,-1-1 1,-4 1 28,4 4 0,-7 2 9,-2 5-39,0 1 1,0 5-16,1 3 0,-7 8-25,3 4 1,-5 3-51,-5 2 1,0-1 57,-3 1 0,-3-1-196,2 0 1,-2 5 114,-1 0 1,0-2-184,-1-7 0,5 3 5,0-3 1,1 3 46,-2 2 1,0-5 159,5 0-102,-6 1 1,4 3 428,-2 0-232,3 1 1,5-1 170,0 1 0,1-2-82,3-3 1,3 1-26,6-4 0,-1 3-161,0-4 0,1 0-197,-1-4 1,5 0-520,-1 0 1,2 0 379,-1 0 1,-2-5 372,6-4 0,-6-2 0,3-1 0</inkml:trace>
  <inkml:trace contextRef="#ctx0" brushRef="#br1" timeOffset="81">18645 13915 7869,'0'7'721,"-1"0"200,-3-3-221,2-2-192,-3 3 1,6-5-101,3 0 1,3 0-279,6 0 1,0-4 82,4 0 1,-3-6-259,2 2 1,2 1-73,-1-1 0,-1 5-104,-3-1 0,-1-2 42,1 2 0,-1 0 58,0 4 1,-5 2 25,-3 2 1,2 3 62,-2 5 0,0 5 88,-4-1 0,0 6-66,0-1 0,0 2 37,0 2 1,0 0 30,0 0 1,-4 4 13,0 0 0,0-1-30,4-3 1,0 4-15,0 0 0,-4 0-14,-1-4 1,1-2 13,4-2 1,-4 1-6,0-5 1,0 3 2,4-3 1,-1-5-43,-4-4-50,4 1 0,-6-1-349,3 0-607,3-5 729,-10 3 0,4-6-535,-6 0 0,4 0 279,-4 0 1,2 0 151,-9 0 1,3-5 396,-4 1 0,-5-11 0,-6 1 0</inkml:trace>
  <inkml:trace contextRef="#ctx0" brushRef="#br1" timeOffset="82">19104 14288 9475,'-5'12'481,"2"6"-441,-5 2 1,-1 11 110,-3 6 0,0 6-174,-1 6 0,1 6-164,-1 3 0,7-7-57,1-1 1,4-10 140,1-3 1,7-11 25,5-9 1,6-9-43,7-4 1,0-8 80,0-4 0,-1-7 133,1-2 0,0-5-89,0 1 0,-4-1 107,-1 2 0,-6-2 116,-2 5 0,-1 1-264,-6 3 1,-1 1-50,-4-1 0,-2 6-222,-2 3 0,-7 3 166,-5 1 1,-6 0-65,1 0 1,-2 1-298,-2 3 1,-4-1 143,0 5 1,0 1-166,4 3 522,0 6 0,0-4 0,1 4 0</inkml:trace>
  <inkml:trace contextRef="#ctx0" brushRef="#br1" timeOffset="83">20010 13593 7869,'0'-7'1058,"-6"-4"1,5 11-538,-3 0 1,2 8-150,2 13 0,0 7-128,0 13 1,0 13-130,0 8 0,-1-27 1,-2 1-343,1 1 0,0 1 0,-2 1 0,0 2 211,2 2 1,0 0-1,-3 0 1,0 0 40,1-2 0,0 1 0,1-3 1,0 0-268,1-4 1,0 0-1,-1 1 1,1 0 47,-2 30 0,-1-1-693,5-7 1,0-9 373,0-7 1,6-10-425,2-8 1,3-10 526,2-10 1,3-5 409,1-7 0,5-1 0,-3-9 0</inkml:trace>
  <inkml:trace contextRef="#ctx0" brushRef="#br1" timeOffset="84">20568 13717 7869,'-8'-4'0,"0"0"0,3 0 438,-3 4-37,5-6-135,-8 5 0,9-5 30,-7 6-143,7 0 1,-8 2 18,6 2 0,0-2-10,4 7 0,-4-1-11,-1 4 1,0 1 10,1-1 0,2 1 125,-2-1 0,-1 0-63,1 1 1,-5 1-28,5 2 0,-1 3-143,1 6 0,1 1 124,-5 3 1,3 9-187,-3 7 0,0 5 53,-5 3 1,1 4-344,0 5 0,-5 0 352,1 0 1,-1-4-460,5 0 0,3-17-138,1-4 40,5-13 246,-2-12 1,6-12 49,3-8 1,3-10-183,6-7 0,-1-1 88,0-7 1,5 1 370,-1-1 1,1-3-260,-5 3 0,1 1 113,-1-1 0,1 7 39,-1 1 1,-4 2 185,1 6 0,-1 2 779,4 7-749,-5 2 0,3 8 55,-6 2 1,4 3-20,-4 5 1,5 1-265,-5-1 0,0 0 138,-4 1 1,0-1-494,0 1 1,0-1 139,0 1 1,-6 0-70,-2 4 0,-3-3-10,-1 2 0,-6 2 53,-3-1 0,-2 0 415,-2 0 1,0-5-121,0 1 0,2-2 454,2-7 1,3 0 5,6-4 291,-1 0-492,6 0 1,7 0 24,9 0 0,3 0-17,5 0 0,2 0-78,6 0 1,0 2-87,-1 2 0,1-3 43,0 3 1,-2 2-453,-2-2 1,3 4 189,-4-4 0,2 2-731,-1-2 1,-3-3 81,-6 3 1,5 2-1187,-1-2 1946,1 0 0,-5-4 0,1 0 0</inkml:trace>
  <inkml:trace contextRef="#ctx0" brushRef="#br1" timeOffset="85">21263 13903 7869,'-6'-19'0,"1"1"654,-3 5 0,-4 1-82,4 0 1,-3 1-56,-1 2 0,-1 0-362,1 5 1,-2 5 84,-2 7 1,-2 10-181,-3 7 0,-1 7 102,5 9 1,-3 3-8,3 6 0,-2 3-181,7 1 1,-2 0 141,10-5 0,-1-4-331,5-4 0,6-4 120,2-4 0,5-9-331,3-12 0,4-5 235,4-7 1,1-1-682,0-4 1,-4-1 398,-1-7 0,-3-1-593,4-2 0,-6 2 828,1-3 0,-8 2 238,-3-1 0,2 2 0,-1-4 0</inkml:trace>
  <inkml:trace contextRef="#ctx0" brushRef="#br1" timeOffset="86">21126 14163 7869,'-12'-5'0,"0"4"0,-1-4 0,6 4 0,2 1 0,6 1 0,3 4 0,5-4 0,7 3 0,3-3 1802,6-1 1,4 0-1654,0 0 0,1 0-116,-1 0 1,-1-1-1413,5-3 1,0 1 1378,4-5 0,0 0 0,1-5 0</inkml:trace>
  <inkml:trace contextRef="#ctx0" brushRef="#br1" timeOffset="87">21982 13754 7690,'-7'0'2392,"2"0"1,15-1-1877,2-3 1,14 1-231,3-5 1,7-1-79,5-3 0,5 1-125,8 3 1,-3-2 86,2 6 0,-3 0-602,-5 4 0,-9 1 36,-11 3 1,-11 9-328,-10 7 1,-10 8 223,-6 1 1,-11 5 143,-10-1 0,-5 5 408,-3 3 0,-5-1-319,20-17 0,-1-1 0,-24 20 333,24-20 0,0 1 0,-20 19-97,2 3 0,1-1 479,-2 2 1,10-5-119,11-8 1,6-3 224,7-5 0,6-1-83,6-4 0,7-2-145,10-5 1,3-2-147,9-3 0,3-3 347,5-5 0,2 0-488,2 0 0,3-1 115,6-3 1,-1-7-618,1-6 1,-6-1-179,-2 2 1,-5-3-484,-4-6 0,1 0-283,-5 0 0,-4 0 644,-4 1 0,-6 3-89,1 0 850,-7 6 0,2-8 0,-4 3 0</inkml:trace>
  <inkml:trace contextRef="#ctx0" brushRef="#br1" timeOffset="88">22640 13791 7690,'-8'7'370,"-1"-3"1,5 3 105,-4 2 1,2 2-92,-6 1 0,1 11 68,-10 6 1,1 7-65,-5 6 1,-4 2-199,0 5 1,-6 1-173,2-1 1,2 1 82,-2 0 0,4-6-744,-4-3 1,9-8 477,-1-4 1,9-4-2361,-1-4 1417,3-9 1107,8-6 0,0-17 0,6-3 0</inkml:trace>
  <inkml:trace contextRef="#ctx0" brushRef="#br1" timeOffset="89">23074 13457 7725,'-12'0'2291,"5"-6"0,1-1-1434,6-5 0,6 3-557,2 1 0,9 0-89,3-4 1,8-1-160,1 1 0,4 3 94,-4 1 0,0 5-192,-5-1 0,-3 3 103,0 1 0,-12 11-28,0 5 0,-8 8 82,-5 5 0,-6 8 104,-10 9 1,-1 2-283,-8 1 1,-3 2-102,-1 3 1,3-3 68,1 3 0,4-9 84,5-3 1,3-11-276,9-6 0,4-6 131,8-6 1,8-6-91,9-3 0,-2-3 125,2-1 0,-5 2 154,5 2 0,-10 0 230,1 8 1,-3-1 28,-1 10 0,-3 1-175,-5 7 1,0-1-65,0 5 0,-1 4-202,-3 4 0,1 1 110,-5-5 1,5-1-235,-1-3 1,-1 1 119,0-5 0,-4 0 56,0-4 0,3-2-373,-3-2 1,1 1 125,-4-6 0,-1 1-671,1-5 1,-2 1 461,-3-1 0,4-4-173,-4 1 1,-1-7 57,2 3 671,-1-4 0,-1-1 0,-1 0 0</inkml:trace>
  <inkml:trace contextRef="#ctx0" brushRef="#br1" timeOffset="90">23682 14027 7663,'12'0'1106,"1"0"0,3-4-481,1 0 1,5-2-279,-2 2 0,5 1 126,4-5 1,-1 4 253,5-4 1,0 4-800,4-5 1,2 5 108,2-4 0,-6 5-1344,2-1 1,-8 3 759,0 1 1,-9 0-998,-3 0 1,-9 1 1543,-4 3 0,-2 3 0,-2 5 0</inkml:trace>
  <inkml:trace contextRef="#ctx0" brushRef="#br1" timeOffset="91">23769 14263 7663,'0'8'0,"0"0"0,0-4 813,0 5 1,8-7-236,9 3 1,9-5-109,15-5 0,11-3-409,15-8 1,-30 7 0,1 0-305,8-1 1,-1-1-1,-2 0 1,-2 0 242,3 2 0,-1 1 0,-3 0 0,-1 0 0,1 2 0,0-1 0</inkml:trace>
  <inkml:trace contextRef="#ctx0" brushRef="#br1" timeOffset="92">25208 13717 7662,'12'-32'0,"1"2"351,-1 5 0,0-1 153,1-3 1,1 3 96,2-3 1,-6 8 685,2 5-471,-8 2-475,2 2 0,-8 6-117,-2 6 1,-4 3 132,-9 9 0,2-1-102,-5 10 1,0 1-154,0 7 0,-4-2 1,4 7-1,-8-1-77,-1 4 0,-1 4-374,1 0 1,3 6 83,-3-1 1,1 3 4,-1 5 0,4-3 109,0 3 0,6-5-332,7-3 0,1-5 171,2-8 1,5-4 174,8-8 1,3-7-1,6-6 0,-1 0 160,1 5 1,-1-1 71,0 1 0,-3 9-64,-1 2 0,-5 14 194,1-1 0,-3 10-72,-1 2 1,0 6-166,0 7 0,2 9 34,0-36 0,0 0 1,-2 1-1,1 0-586,3 30 1,2-7-20,-2 3 1,0-8-311,-4-1 1,1-8-940,4-8 1832,-4 0 0,4-7 0,-5 3 0,0-4 0,0-2 0</inkml:trace>
  <inkml:trace contextRef="#ctx0" brushRef="#br1" timeOffset="93">25567 13990 7662,'13'0'41,"1"-4"643,2 0 1,-1-1-217,6 5 1,0 0-224,4 0 1,3-1-41,1-3 0,6 1-39,-2-5 1,1 4-289,-1-4 1,-2-1 169,-6-3 0,-2 1-1074,-2 3 0,-5-3 208,-7 2 818,-4 4 0,-5-6 0,0 4 0</inkml:trace>
  <inkml:trace contextRef="#ctx0" brushRef="#br1" timeOffset="94">25778 13953 7662,'-12'12'84,"0"0"0,-1 1 100,1-1 0,1 1 191,2-1 1,0 6-52,5 3 0,-6 2-96,2 2 0,2 5-36,2 3 1,1 2-38,-1-2 1,3 3 49,-3-3 0,2 1-124,2-1 0,0-2 83,0-7 0,0-4-9,0-4 1,0-2 116,0-2-221,0 1 1,4-5-239,1 0 0,4-5 137,0 1 0,2-2-59,1-2 1,0 0 46,1 0 1,-1 0-351,1 0 1,3-6-22,1-2 0,3-2-176,-3 2 1,5-3-357,-1 3 0,-2-3 178,2-2 787,-1 1 0,5-6 0,0-1 0</inkml:trace>
  <inkml:trace contextRef="#ctx0" brushRef="#br1" timeOffset="95">26151 14064 7662,'6'-8'720,"-1"0"-22,-4 5 903,-1-8-1113,5 4 0,-2-4 484,5 3-626,1-3 1,3 5-285,1-2 1,-1 2 82,0 6 1,5-4-268,-1 0 0,1 0 5,-5 4 0,-3 1-153,-1 4 1,-4 1 5,4 7 0,-5-1 87,1 1 1,-4 3-157,-4 1 0,-3 5 74,-5-2 1,-1 4 116,1 1 1,-5-5-2,1 1 0,-6 0 206,1 3 0,2 1 82,-2 0 0,6-1 88,-2-4 1,4 2-12,0-5 1,5-1-88,0-3 1,5-5 172,-1 0 0,8-5-79,4 1 0,3-2 54,2-2 1,3 0-81,1 0 0,5-6-223,-1-2 1,2-3-201,2-2 0,-5 1-310,1 0 1,0-2-647,4-3 0,1 2 566,3-6 1,-7 5-150,3-5 0,-5 2 48,1-2 711,2-2 0,-3 3 0,4-4 0</inkml:trace>
  <inkml:trace contextRef="#ctx0" brushRef="#br1" timeOffset="96">26622 13829 8105,'-1'7'1862,"-4"-3"-1477,4-3 1164,-4-1-1042,5 0 1,1 0-311,3 0 0,3 0-4,5 0 0,1 0-228,-1 0 1,2-4-39,2 0 1,-2 0-69,3 4-33,-3 0 0,-2 0 85,0 0 0,-3 0-27,-1 0 0,-5 5 109,1 3 1,1 3 82,-1 2 1,1-1-74,-5 1 0,0 3 116,0 1 1,0 3-57,0-3 1,0 5 6,0-1 0,0 1 98,0-2 1,0 7-74,0-7 1,0 6-88,0-5 0,0 7 65,0 1 1,0-1-145,0-3 0,0 0 82,0 0 0,0-4-106,0-1 1,0 0-9,0 0 0,0-2-122,0-5 0,0-1-278,0 0 135,0-5-532,0 4 592,-6-9 0,-1 3-101,-5-5 1,-2 0 65,-3 0 1,2 0 25,-5 0 1,3-1 91,-4-3 0,5 1-426,-5-5 0,6 3 651,-2-3 0,-2 0 0,0-4 0</inkml:trace>
  <inkml:trace contextRef="#ctx0" brushRef="#br1" timeOffset="97">27131 14350 7662,'0'12'158,"0"0"1,-2 1-36,-2-1 0,1 1-81,-5-1 0,1 0 14,-1 1 0,-3 3 136,3 1 1,-3 1-687,-2-2 1,1-1 290,-1 6 1,1-6-669,-1 2 871,7 2 0,-11 0 0,3 6 0</inkml:trace>
  <inkml:trace contextRef="#ctx0" brushRef="#br1" timeOffset="98">27391 13791 7662,'12'0'1164,"2"-4"-755,3 0 1,-2-1 291,6 0 1,5 3-270,7-7 0,3 5 181,1-4 1,2 1-197,2-1 0,2-3-175,2 3 1,-2 1-51,-6-2 1,-5 7 24,-3-2 0,-4 2-4263,-5 2 3063,-7 0 0,-9 2-1016,-8 2 1999,-3 3 0,-17 11 0,-2 1 0</inkml:trace>
  <inkml:trace contextRef="#ctx0" brushRef="#br1" timeOffset="99">27639 13853 7662,'-11'13'158,"3"-1"0,-3 1 309,3-1 0,-3 2 173,-2 2 0,1 0-263,-1 4 0,2 5-67,3 4 1,-3 4-95,3-4 1,-2 5 0,2-1 0,-2 2-24,6-2 0,0 1-153,4-5 0,0 4 47,0-4 0,5 0-170,4-4 1,6-4-418,1-1 0,6-6 293,-1-1 0,4-2-378,4-7 1,-2-1 248,7-8 0,-3 1-877,2-8 1,2 1 1212,-6-10 0,5 1 0,-2-5 0</inkml:trace>
  <inkml:trace contextRef="#ctx0" brushRef="#br1" timeOffset="100">28334 13804 7662,'-13'5'1049,"5"-2"-661,0 5 1,0-4 39,-5 5 1,5 5-105,0 6 0,-1 4-246,-3 0 1,0 5-1,-1 0 1,5 4-55,0-4 1,5 4-6,-1-4 0,2 0 124,2-4 0,7-6 53,6-2 1,5-9-96,6-4 1,3-2-160,2-2 0,2-2 111,6-2 1,1-4-252,-1-9 1,-4 4-269,0-4 1,-1-1-357,1 2 1,-1-6-391,-3 1 1,-9 2 1211,1-2 0,-6 0 0,-3-4 0</inkml:trace>
  <inkml:trace contextRef="#ctx0" brushRef="#br1" timeOffset="101">28607 13791 7662,'-13'6'0,"-3"1"168,-1 5 0,1 2-113,3 3 1,2 2 933,3 6 0,-3 1-392,3 3 0,1 4-148,-1 8 0,3-2-184,-3 2 1,5-2-105,-1-2 0,-1 4-442,1 1 0,-2-7 237,2-6 0,3-2-999,-4-3 0,0 1 550,1 0 0,-2-6-1903,2-2 2396,3-9 0,-5-2 0,6-6 0</inkml:trace>
  <inkml:trace contextRef="#ctx0" brushRef="#br1" timeOffset="102">29091 13667 7662,'-13'0'-766,"1"0"977,-1 0 0,5 0 836,0 0-140,5 0-200,-2 0-320,5 0 1,1 0-79,3 0 1,3 0-65,5 0 1,1 0-54,-1 0 1,1-4-102,-1 0 0,2-4-1,2 4 1,-2-5-130,3 5 0,-4-4-258,0 4 0,1-4 230,2 4 0,-2-1-535,2 5 444,-2-5 1,-1 5-2,-1 0 1,-1 1 66,-3 8 0,-2 3 168,-6 4 0,0 6-46,0-1 0,0 3 77,0 0 0,0 3 64,0 2 0,0-2-69,0 6 1,-4-1-89,0 1 1,-5 3 42,5-3 1,0-1-91,4 1 0,-1 0 77,-3 4 0,2-4-135,-2 0 0,1-1-2,-1 1 1,3 1 19,-3-5 1,-2-1 11,2-8 1,0 0-3,4-4 120,0-2-104,0 4-65,0-11 66,0-2 0,-2-5-443,-2 0 131,3 0 0,-10 0-250,3 0 0,-5 4 98,-3 1 179,2-1 1,-5-4-1,3 0-431,0 0 762,-6 0 0,3 0 0,-6 0 0</inkml:trace>
  <inkml:trace contextRef="#ctx0" brushRef="#br1" timeOffset="103">26448 12923 8835,'13'0'692,"-1"0"1,6-5-381,3-4 0,8-2-83,4-1 0,3-2-255,1-2 0,0 2-219,0-3 0,-1 4-280,-3 0 1,-4 1-551,-8-1 1,-3 7 501,-6 1 0,-5 3 573,-3-3 0,-3 4 0,-1-4 0</inkml:trace>
  <inkml:trace contextRef="#ctx0" brushRef="#br1" timeOffset="104">26672 12861 7662,'0'8'0,"0"1"0,-5-5 133,1 4 0,-1-1 116,1 1 1,1 3-1,-5-2 0,3 2-20,-3 1 1,1 0-37,-1 1 0,-3 3-121,3 1 1,1 4 144,-1-5 0,3 6-183,-3-1 0,1 2 62,-1 2 0,-2 0-54,6 0 0,-5 4-104,0 0 1,2-2-52,-1-6 0,5 2 40,-1-2 1,-1-2 108,1 2 1,-1-6 253,5 2-208,0-4 0,5 0 136,-1-1 0,5-5-40,0-3 0,6 2 18,1-2 0,6 0-140,-1-4 1,-2 0 5,2 0 0,0 0-358,4 0 0,-1 0 163,1 0 0,0 0-773,0 0 1,-5-4 395,1 0 1,0-6-1020,4 2 1529,-6-3 0,4-7 0,-3-1 0</inkml:trace>
  <inkml:trace contextRef="#ctx0" brushRef="#br1" timeOffset="105">27081 13022 7662,'-12'0'614,"3"5"-367,1-1 0,4 1 71,-4-1 1,1 3-76,-2 6 0,0-1-85,5 0 0,-5 5 47,5 0 0,0 5-178,4-2 1,0-2-42,0-1 0,1-4-36,4 0 1,3-5-81,8 0 0,0-5 79,4 1 1,-3-4-8,3-4 0,1-7 9,4-5 1,-2-5-70,-2 4 0,2-5 60,-2 2 1,-3-4 18,-1-1 0,-4 5-18,0-1 0,-6 5-8,-3-5 0,-3 6 90,-1-2 0,-5 8-48,-4 0 0,-7 7-19,-5-3 1,-4 5 18,-4 5 1,5 1-269,-1 7 1,1 1 72,8 2 1,-5-3-420,5-1 0,0 0 637,8-3 0,-3 2 0,4 1 0</inkml:trace>
  <inkml:trace contextRef="#ctx0" brushRef="#br1" timeOffset="106">27379 12812 7662,'1'-13'471,"3"1"0,-2 4 290,2-1-363,3 1 1,-2 0 23,3-1 1,3 7 180,-2-2 0,2-2-410,1 2 0,0 0 0,1 4 0,-1 0-197,1 0 1,-1 0 63,1 0 0,-1 0-197,0 0 1,1 0 116,-1 0 1,1 0-82,-1 0 1,-5 1-171,-3 3 86,3 3 1,-6 6 61,3-1 1,-2 0 83,-2 1 1,0 3-69,0 1 1,-2 1 74,-2-2 0,3-1-85,-3 6 0,-2 0 75,2 4 1,-1 1 174,0 3 0,3-2-106,-7 6 0,7-4-53,-2 4 0,2-1 173,2 1 1,0-4-43,0-8 1,0 2-275,0-2 174,0-3 0,0 0-411,0-6 1,0-4-66,0 1 1,-1-7-247,-3 3 1,-3 0 273,-6-1 1,-3 0-31,-1-4 1,-3 4 161,3 1 0,-5-1 311,1-4 0,-2-6 0,-2-1 0</inkml:trace>
  <inkml:trace contextRef="#ctx0" brushRef="#br1" timeOffset="107">29760 13246 11323,'2'-7'503,"2"3"0,-1 2-417,5 2 0,0-4 83,5 0 1,3-4-106,1 4 1,1-2 81,-2 2 0,2 3-179,3-4 0,1 4-4,-6 1 1,1 1-12,-5 4 1,-1 1-130,-2 7 0,0-1 78,-5 1 0,1 5-16,-5 2 1,-2 5 51,-2 4 1,0 3-26,-8 5 0,2 6 89,-7 2 1,-1 7-61,2 2 1,-2 4 69,1-4 0,5-2 82,0-6 1,5-5-78,7-8 0,0-4 6,0-8 1,5-5-27,4-7 1,3-4 33,4-5 1,0 0-133,4 0 1,-5-1 72,2-3 1,1-3-143,-2-6 1,5 2 151,-4 3 1,-5-2-121,-4 6 243,-5 0 1,3 5-109,-6 4 1,0 6 149,0 5 0,0 5-105,0-5 0,-5 6 175,1-1 0,0 2 27,4 2 0,0 0-22,0 0 0,0 5-39,0 3 1,0 3-37,0 1 1,4 5-194,0-1 1,2 4 48,-2-3 1,-2 3-73,2-3 0,1-1 101,-1-4 0,0 4-325,-4 1 0,-1-5-21,-3-4 1,1-5-160,-5 1 1,4 0 188,-5-5 1,5 3-16,-4-11-246,0 1 337,-5 1 0,1-9 13,0 4 0,-1-9 7,1 0 0,-1 1 6,1-1 0,-5 1-192,1-5 1,-2 0-272,1 0 0,2 0 63,-5 0 583,-1 0 0,-4-11 0,0-3 0</inkml:trace>
  <inkml:trace contextRef="#ctx0" brushRef="#br1" timeOffset="108">19444 9822 13598,'-16'30'-13,"-4"23"-12,-3 7-29,7-3 1,1-3 105,6-4 1,5-7-89,8-10 1,5-4 99,7-9 1,-1-3-32,6-9 0,1-2-135,7-6 0,-3-5 86,3 1 0,-3-5-683,-1 0 1,-4-2 80,0-1 0,-6 0-687,1-1 1,-6 1 483,-2-1 0,-5 1 161,1 0 660,-2-1 0,-8-5 0,-1-1 0</inkml:trace>
  <inkml:trace contextRef="#ctx0" brushRef="#br1" timeOffset="109">19501 10033 7662,'-18'-5'317,"5"2"152,-4-5 0,7 5 711,2-1-793,5-3 1,-1 6 351,8-3 1,7 1-291,6-1 0,5 2-305,-1-2 0,6-1 7,2 1 1,4-5-931,-4 5 1,0-4 557,-4 4 1,0-4-1254,0 3 0,-2-3 315,-2 4 1,-3-2 443,-6 2 715,-5 3 0,4-10 0,-4 4 0</inkml:trace>
  <inkml:trace contextRef="#ctx0" brushRef="#br1" timeOffset="110">19774 9909 8695,'0'9'1056,"0"-1"0,0 0-561,0 5 1,2-1-121,2 0 1,-2 5-103,7 0 1,-5 5-81,4-2 0,0 0-386,5 0 1,-1 0 180,1 0 1,-2 2-856,-3-5 1,3-1-143,-3-3 1,3 2-1481,2-3 2489,-1 3 0,6-8 0,1 6 0</inkml:trace>
  <inkml:trace contextRef="#ctx0" brushRef="#br1" timeOffset="111">20829 9401 7703,'-6'14'545,"-2"2"1,-3-1-151,-2 6 1,-5 5 163,-2 7 0,-11 6-167,-6 6 1,-1 6-537,15-20 0,0 0 1,0 3-1,-1 0 145,-2 1 1,-1 0 0,-1 3 0,-1 0 41,-2 3 0,0 1 0,0-1 0,0 0-138,0 4 0,0 1 0,-1 1 1,1-1-118,-2-1 0,-1 1 1,0 2-1,-1 0 24,-2 0 1,0-1 0,2-3 0,1-1 104,1-1 1,0-1 0,2-3-1,0 1-34,2-2 1,0 0-1,1 0 1,1 1-108,1-1 0,2 0 0,4-5 0,2-2 93,-15 24 0,11-9-27,5-7 0,3-11-69,2-2 0,1-13 307,3 1-374,2-9 1,7 0 240,4-8 0,1-4 53,7-9 0,5-2 0,1-12 0,6 0 0</inkml:trace>
  <inkml:trace contextRef="#ctx0" brushRef="#br1" timeOffset="112">20283 10455 9071,'0'13'569,"0"-1"0,-4 2 706,0 2 0,-6 9-594,2 8 1,-8 9-244,0 3 0,-2 5-283,1 3 0,4 2-469,-4 3 1,-1 2 254,2-7 1,-1 0-886,5-8 0,1-1-807,2-11 394,4-5 1,6-21 359,3-3 0,7-14 997,6-6 0,5-6 0,-3-3 0</inkml:trace>
  <inkml:trace contextRef="#ctx0" brushRef="#br1" timeOffset="113">20196 10877 9729,'0'8'1051,"0"0"-1081,0-5 1,7 3 1348,5-6 0,6-2-791,7-2 0,5-3-635,3-5 1,5-6-1347,3-3 0,-1-2 777,5-2 1,-6 0-1607,-2 0 2200,-5 6 0,-2-10 0,2 3 0</inkml:trace>
  <inkml:trace contextRef="#ctx0" brushRef="#br1" timeOffset="114">20605 10480 7698,'-12'0'2218,"4"1"-1675,-1 3 0,7 1-13,-3 7 1,4-1-2,1 10 0,0 4-35,0 3 1,0 7 145,0-2 1,0 4-254,0 5 0,0-4-148,0 3 0,-4-2-423,0-2 0,-6 5 177,2-1 1,-3 0-861,-2-4 0,5-3 569,0-1 0,1-2-491,-1 2 0,-2-6-136,6-7 1,1-6-360,7-2 0,5-5-82,7-7 1366,3-5 0,6-13 0,0-8 0</inkml:trace>
  <inkml:trace contextRef="#ctx0" brushRef="#br1" timeOffset="115">21461 10319 7663,'13'-4'1712,"-1"-1"1,1 0-815,-1 1 1,6 1 58,3-5 0,3 4-467,5-5 1,-1 7-59,5-2 1,0-2-92,4 2 0,0 0-1077,1 4 1,-5-4-297,0-1 1,-6 1-794,2 4 0,-9 6 378,-8 2 1,-5 0 1446,-7 5 0,-11-4 0,-3 9 0</inkml:trace>
  <inkml:trace contextRef="#ctx0" brushRef="#br1" timeOffset="116">21523 10492 9793,'-7'13'759,"2"-6"1,6-2-638,3-5 0,9 0 1277,8 0 1,7 0-643,6 0 1,1-1-107,3-3 1,3 1-686,0-5 0,5 5-658,-5-1 1,0-2-1573,-3 2 0,-7 0 476,-2 4 1788,-8 0 0,2 0 0,-3 0 0</inkml:trace>
  <inkml:trace contextRef="#ctx0" brushRef="#br1" timeOffset="117">22900 9488 7717,'9'-7'175,"-1"3"0,0-2-117,5 2 1,6-1 964,6 0 1,10 4-330,11-3 1,4 3-183,3 1 0,2-5-559,3 1 0,2 0 217,-7 4 1,-2 0-185,-9 0 1,-6 0 289,-12 0-608,-4 0 1,-8 7-39,-8 5 1,-13 2-393,-8 7 1,-6 1 133,-6 7 1,-3-2 243,-5 7 1,-5-6 4,1 6 0,-9-1 181,5 4 0,-5 0 102,9 0 1,-2 0-94,2 1 0,0-1 451,-1 0 0,1-4 12,8 0 0,4-4 169,4 4 0,3-5 238,10 1 1,2-4-378,10-5 0,1-2 248,3-5 1,5-2-193,7-3 0,5-3 139,8-5 1,3 0-115,5 0 1,4 0-169,0 0 0,5-5-93,-5-3 1,5-3-86,-5-2 0,5 2-861,-5 3 0,0-3 517,-3 3 0,-5-2-1088,0 2 1,-6-3 562,2 2 0,-8 2-585,-5-1 1415,-2 0 0,4-4 0,1-1 0</inkml:trace>
  <inkml:trace contextRef="#ctx0" brushRef="#br1" timeOffset="118">23769 9599 7717,'-9'-1'0,"1"-3"0,-1 3 455,-8-4 1,7 4-74,-2 1 0,-2 1 89,-2 4 1,-6 3-105,1 8 0,-3 4-344,0 4 1,-3 7-55,-2 2 1,-2 8-67,-6 5 1,-1-2-444,1 1 0,-4 1 511,-1 3 0,1-3-847,4-1 1,7-10 379,5-2 1,7-7-572,10-5 1067,2-9 0,6-1 0,0-4 0</inkml:trace>
  <inkml:trace contextRef="#ctx0" brushRef="#br1" timeOffset="119">24612 9413 9278,'-12'11'237,"-1"-2"0,1 6 388,0-3 0,-10 13-228,-3 0 1,-12 13-335,-1 4 1,-13 6-361,25-22 0,-1 2 0,-5 2 1,0 2 254,-1 2 0,0 2 0,-3 0 1,0 1-310,1 0 0,0 0 0,-3 1 0,-1 0 370,0 2 0,-1-1 0,-3 0 0,-2 0-235,2 1 1,-1-1-1,0 1 1,-1-2 100,1-2 0,1-1 1,2-2-1,0 0-43,2-2 1,0 0 0,0-1-1,1-1-99,2-4 0,1 0 0,1-1 0,1-1 65,-17 14 0,5-5-53,12-4 0,8-4 55,8-8 0,9 1 54,4-9-230,3-2 0,2-1 1661,3-5-1295,3 0 0,11-11 0,1-3 0</inkml:trace>
  <inkml:trace contextRef="#ctx0" brushRef="#br1" timeOffset="120">23731 10517 7683,'13'-12'0,"1"1"1085,2 2 0,1-2-461,8 3 0,-3 3 776,7 1 1,-3-2-673,-1 2 1,1 0-374,3 4 0,-7 1-160,3 3 0,-10 3-644,-3 6 0,-1 0 203,-7 4 1,-1 1 11,-7 2 0,-6 5-337,-10 0 0,-2 0 233,-12 4 1,1 1 4,-4-1 1,-4 0-57,-1-4 0,0 4 599,0 0 1,9 0-166,0-5 0,7-4 245,5-4 0,9-2-136,8-2 0,5-5-2,7-3 1,12-2 65,13-2 0,4-6-14,4-2 0,2-3-855,3-1 1,0-5 356,-4 1 0,3-6-1073,-3 1 1,-2 2 588,-7-2 0,1 4 778,-5-3 0,0-1 0,-4-4 0</inkml:trace>
  <inkml:trace contextRef="#ctx0" brushRef="#br1" timeOffset="121">24426 10381 7683,'13'-7'1000,"-5"1"199,0 6 0,5-4-49,3 0 1,6-4-586,-1 4 1,4-2 466,4 2 1,-2 3-455,6-3 0,0 2-378,5 2 1,-7 0-6,-2 0 0,-4 2-757,-4 2 0,-5 4 64,-8 8 1,-3 1-176,-10 8 1,-7-2 141,-9 10 0,-12 0 156,-4 5 1,-7-1 128,3 0 1,-10 0-174,1 0 0,-1 5 513,6-1 1,3-4-116,9-4 0,8-6 573,9-3 1,7 0-13,5-8 0,10-1 120,6-6 0,12 0-263,9-4 1,3 3-104,1-4 0,1 0-612,4-4 0,-2 0 277,5 0 1,-1-5-364,2-4 0,1-6 248,-6-1 1,0-5-1611,-3 4 0,-3-3 988,-1 3 0,-8-3 778,-6 3 0,-4-5 0,1 3 0</inkml:trace>
  <inkml:trace contextRef="#ctx0" brushRef="#br1" timeOffset="122">25059 10455 7683,'-13'6'1731,"-3"1"-1212,-1 5 0,-1 2 56,2 2 0,-3 5-202,-6 8 0,-4 3-145,0 5 0,0 4 479,4 0 1,0 1-366,1-5 1,-1-1-148,0-3 0,4-1 12,1-3 0,3-7-2681,-4 2 1,10-3 517,-1 0 1956,2-3 0,-2-6 0,-1 0 0</inkml:trace>
  <inkml:trace contextRef="#ctx0" brushRef="#br1" timeOffset="123">25605 10170 12312,'5'-12'728,"3"-1"0,5 6-577,3 3 0,4 1 1003,5-1 0,5 3-1368,3-3 0,3 2 101,1 2 1,0 0-1347,0 0 0,-5 4 737,-3 1 1,-10 4-1071,-6-1 0,-6 4 1792,-7 0 0,-11 6 0,-3 1 0</inkml:trace>
  <inkml:trace contextRef="#ctx0" brushRef="#br1" timeOffset="124">25543 10443 7660,'-9'8'1182,"1"0"0,5-4-499,-1 5 1,4-7-13,4 3 1,9-4-184,7-1 0,5 0 10,4 0 0,7 0-1170,5 0 1,1 0 461,-5 0 0,4-4-543,1 0 1,3 0 752,-3 4 0,-1-6 0,-4-1 0</inkml:trace>
  <inkml:trace contextRef="#ctx0" brushRef="#br1" timeOffset="125">26994 9885 7782,'-12'0'0,"3"0"0,1 0 772,5 0 0,-2-2-233,5-2 1,1 3 141,3-3 1,5-3-270,7-2 1,9-2 34,8-1 1,7 0 45,1-1 0,6 5-137,-1 0 1,2 1-413,2-1 0,-4 2 88,-4 6 1,-2 0-306,-11 0 0,-6 6 264,-6 2 0,-5 8-410,-4 5 1,-2 2 205,-6 2 1,-7 0-100,-5 0 1,-6 5 56,-7 3 1,-4 3 7,0 1 1,-10 1 127,2-1 1,-4 0 70,-1 0 0,4 0 249,-3 1 1,1-1-101,-2 0 1,4 0 191,-4 0 1,9-4-90,4 1 1,9-3 30,3 2 0,5 2-11,3-6 1,5-7-64,8-10 1,9-1 81,7-7 0,9 0-102,4-4 0,3 0-56,2 0 1,4-1 53,4-3 1,-2 1-222,1-5 1,-1 0-381,2-5 1,2 5-497,-2 0 1,-4-1 113,0-3 0,-9 0-484,-4-1 0,-3 1-145,-1-1 1473,0 1 0,-6-6 0,-1-1 0</inkml:trace>
  <inkml:trace contextRef="#ctx0" brushRef="#br1" timeOffset="126">27875 9984 7782,'-21'4'575,"1"0"0,-1 4-31,-4-3 0,-1 8 30,-3 0 0,-3 7-108,-5 1 1,-2 8-116,-2 4 0,1 4-609,-5 5 1,5-4 400,-2 4 0,5-4-172,4-1 0,-2 2 123,7 2 0,0-8-764,7 0 1,3-6 247,6-7 0,0 2-843,-1-5 1,6-1-522,3-3 1786,3-6 0,6-2 0,2-5 0</inkml:trace>
  <inkml:trace contextRef="#ctx0" brushRef="#br1" timeOffset="127">27949 10430 9496,'9'0'1430,"-1"0"0,-4-4-872,4 0 1,-4 0-27,5 4 1,-5 0-277,4 0 1,-4 5-380,4 4 0,-5 2-28,1 1 0,-2 2-181,-2 2 1,0 4-89,0 5 1,-3-1 262,-5 1 0,-5 4 186,-7 0 1,-7 4-112,7-4 1,-5 4 35,8-4 1,1-1 45,3-8 229,7 4 1,3-12 114,11 1 0,7-7-95,14-6 1,3-1-518,5-3 1,7-3 148,6-5 0,4-2-961,3-3 0,7 4 617,-6-4 1,0 3 462,-9 2 0,-2 2 0,-3 1 0,-5-1 0,-3 4 0,-3 4 0</inkml:trace>
  <inkml:trace contextRef="#ctx0" brushRef="#br1" timeOffset="128">18223 5705 6495,'0'-7'988,"0"0"-437,0 3 8,0 3-396,0-10 0,0 4 34,0-6 0,5 5 6,-1 0 0,0 4 352,-4-4-358,0-1 0,0-3 168,0-1 0,-1 2-161,-4 3 0,3-1 79,-7 4 1,1-3-268,-4 4 0,-1 0 119,1 4 1,-6 0 4,-3 0-65,-2 5 0,-3 4 69,-3 7 0,-2 3-142,-2 6 1,-1 7 108,5 5 0,-4 3-22,4 10 0,0-2-203,4 10 1,6-4-1,2 3 62,3 3 1,3 2 75,3-4 62,3-1 0,6-19 0,3-1 30,4-7 1,3-6 264,2-8 0,3-1-120,1-11 1,5 1 4,-1-5 1,2 0-118,2 0 1,1-2-185,3-2 1,-3 1-354,3-5 1,-4 0-434,-4-5 0,1 1-640,-6 0 0,-1 3-155,-6 1 26,2 0 1590,-10-5 0,-1-5 0,-7-1 0</inkml:trace>
  <inkml:trace contextRef="#ctx0" brushRef="#br1" timeOffset="129">17913 6152 8071,'-12'-2'-162,"0"-2"1,-1 3 1221,1-3-138,5 2-120,1-3 0,8 3-292,2-2 1,4 3 29,9 1 0,-2 0-464,5 0 1,1 0 84,4 0 0,0 0-757,0 0 1,1 0 463,3 0 1,-7-2-1318,3-2 0,-3 3 197,2-3 1252,-4 2 0,3-3 0,-4-2 0</inkml:trace>
  <inkml:trace contextRef="#ctx0" brushRef="#br1" timeOffset="130">18186 6127 8071,'-12'12'0,"-1"1"169,1-1 0,4 0-43,0 1 1,3 3 565,-3 1 1,1 1-137,-1-2 0,1 2-195,3 3 1,3-2-751,-4-2 0,4 1 304,1 2 0,0 2-1050,0-5 0,1 4 630,4-5 1,-3 1 504,7-5 0,-1 0 0,4 1 0</inkml:trace>
  <inkml:trace contextRef="#ctx0" brushRef="#br1" timeOffset="131">19241 5643 7990,'-18'7'238,"3"4"16,-6-3 0,4 9 141,-3 3 1,-5 5-114,-4 4 1,-5 0 160,0 8 1,-6-1-659,-1 10 1,-6-4 364,2 8 1,18-26 0,0 0-115,-2 5 1,0 0 0,-3 2 0,-1 0 45,0 2 1,0 0 0,-3 3 0,1 0-488,-1-1 0,1 0 1,-1 0-1,-1-1 361,0 1 0,0 0 0,-2 0 0,1-1-242,0 2 1,1-1-1,1-3 1,0-1 91,5-2 0,0 0 0,0-3 1,0 0-80,0 1 0,0 0 0,3-2 0,0 0 250,0-3 1,2 1-1,-18 24-70,7-6 0,5-5 93,7-7 0,7-4-213,6-5 213,5-7 1,8-8-109,4-5 1,1 0 169,7 0 0,-1-1-608,1-3 671,5-3 1,1-11-1,6-1 1</inkml:trace>
  <inkml:trace contextRef="#ctx0" brushRef="#br1" timeOffset="132">18459 6561 7878,'0'-8'0,"0"-1"0,-4 5 933,0-4 96,0 5 0,2-2-457,-2 5 0,3 1-18,-3 3 1,1 9-168,-1 7 1,1 9-51,-5 4 0,1 4-110,-1 5 1,-3-2-110,2 5 0,0-3-105,0 3 1,-2 1-269,3 3 1,-1-5-761,0-2 0,0-9 534,4-4 1,1-3-1664,4-1 1511,0-12 1,2-2-234,2-11 1,3-1 500,5-3 1,1-4 364,-1-9 0,6-2 0,1-6 0</inkml:trace>
  <inkml:trace contextRef="#ctx0" brushRef="#br1" timeOffset="133">18447 6871 7878,'-8'0'1510,"-1"0"-349,6 0-80,-2 0-149,5 5 0,1-2-365,3 5 1,9-5-552,8 1 1,3-2 39,5-2 1,3 0-902,5 0 1,0 0 556,1 0 0,-1-6-2428,0-2 2716,-5-3 0,4-2 0,-5 1 0</inkml:trace>
  <inkml:trace contextRef="#ctx0" brushRef="#br1" timeOffset="134">18918 6610 7878,'-8'0'481,"0"0"791,5-5-497,-8 4 0,8 2-297,-5 11 0,4 6 183,-5 7 1,3 1-236,-3 3 0,-2 3-204,3 5 0,1 4-8,-1 1 1,0 0-795,-5 0 0,1-4-110,-1 4 0,5-5-591,0-4 1,4 1-199,-5-5 0,1 0 1479,-4-4 0,-1 0 0,1 0 0</inkml:trace>
  <inkml:trace contextRef="#ctx0" brushRef="#br1" timeOffset="135">15383 6648 7977,'-31'5'-93,"1"-3"93,-3 2 0,4-3 756,8-1 1,3 1-194,6 4 1,4-4 364,-1 3-669,7-3 0,2-1-31,8 0 0,3 0-24,1 0 1,6 0 19,3 0 0,8-1-62,4-3 0,3 3 76,1-4 0,6 3-29,2-2 1,4 1 13,0-5 1,8 3-518,5-3 0,7 1 284,-31 3 0,2 0 0,1-2 0,-1 1-85,4 1 0,-1 0 0,3-1 0,1 0-266,0 1 1,1 0 0,-2-2 0,-1 1 203,-1 0 0,-1 1 0,-3 1 0,0 0-247,-5-2 1,0 1 0,32 0 34,-5-4 0,-15 5-671,-5-1 0,-12-2 463,-1 2 1,-8-1 576,-5 1 0,-2 2 0,-2-3 0</inkml:trace>
  <inkml:trace contextRef="#ctx0" brushRef="#br1" timeOffset="136">16735 6251 9346,'8'0'690,"0"0"1,2 5-439,7 4 1,-2 2-241,5 1 1,-3 6-93,4 3 1,-6 2-109,1 2 1,-2 1-187,-1 3 0,-7-2 231,-1 7 0,-5-6-475,-5 6 0,-3-1 282,-8 4 0,-9-4-91,-8 0 0,-5-4 221,-3 4 1,-8 0 0,-8 4-1</inkml:trace>
  <inkml:trace contextRef="#ctx0" brushRef="#br1" timeOffset="137">15432 6052 7942,'-12'0'0,"-1"0"683,7 0 243,0 0 1,6-1-377,0-3 0,7-3-50,5-5 0,12-2-124,9-3 0,3-2-27,1-6 0,4 4-86,1 1 1,3 5-145,-4-2 0,1 9-17,-5 4 0,-7 4-70,-5 4 0,-3 4 39,-9 9 0,0 3 114,-8 9 1,3-3-210,-4 3 1,6-7 92,-2-1 0,4-6-231,5 2 1,3-9 90,9-4 0,5-4-177,7-4 1,3-8 89,6-9 1,-1-2-3013,1-2 3170,-1 5 0,1 1 0,-3 3 0,-6-5 0,-5-2 0</inkml:trace>
  <inkml:trace contextRef="#ctx0" brushRef="#br1" timeOffset="138">13038 5556 7945,'-7'-18'-92,"3"-2"0,-1-4 376,0-1 1,0 2 451,1 2 0,2-2-192,-2 2 1,-3 2-159,-1-2 1,-3 7-285,-1 2 0,-1 5 93,1 7 1,-1 2-125,1 2 1,-5 5 95,1 12 0,-5 5-55,5 11 0,-6 6 66,1 3 1,2 3-288,-2 5 1,2 2 288,-2 6 0,2 2-24,2 2 0,3-4-216,-2 0 1,6-1 153,2-8 1,5-4-163,-1-8 0,8-11 52,4-9 1,9-4-35,4-13 1,2-2-38,2-6 0,0 0-250,0-8 1,-2 2-682,-2-6 1,1 2 727,-6 1 0,1 2-861,-5 3 1,-5-3 500,-3 3 1,-4 2 649,-4 2 0,-8-3 0,-8 0 0</inkml:trace>
  <inkml:trace contextRef="#ctx0" brushRef="#br1" timeOffset="139">12703 6028 7945,'8'0'0,"1"0"0,-1 0 0,4 0 0,2 0 0,3 0 0,6-5 671,6 1 0,5-5 935,0 0 0,1 0-2134,3 0 0,-1-2 277,0 3 0,-5-1-1220,-3 0 0,-9 4 184,-3 5 1287,-3-6 0,-2 5 0,1-5 0</inkml:trace>
  <inkml:trace contextRef="#ctx0" brushRef="#br1" timeOffset="140">13063 5966 7945,'-6'12'0,"1"-4"165,-3 0 0,2 1-77,6 3 0,-4 1 763,0-1 0,0 2-297,4 2 1,0-2-283,0 3 1,5 0-762,3 0 0,3 1 335,2-2 1,-1-2-315,1 3 1,-1-3 298,0-2 1,5-4 168,0 1 0,5-1 0,-3 4 0</inkml:trace>
  <inkml:trace contextRef="#ctx0" brushRef="#br1" timeOffset="141">13844 5531 7972,'-12'0'270,"4"2"-46,-1 2 0,1-1 191,-4 5 1,-5 2-72,1 6 0,-8 5-75,-1 8 0,-1 4-31,-7 8 0,-1 6-417,13-18 1,0 0-1,-19 26 223,18-22 0,-1 0 0,0-2 0,-1 0-51,-3 4 1,0 0 0,1 1 0,0 0-142,-3 3 0,0 1 1,2-3-1,0 0 90,-2 0 0,0 1 0,3-2 0,0-1-17,-1-3 0,0-2 1,0 3-1,-1-1 6,1-3 1,0 0-1,1-2 1,0 1-31,3-1 1,0 0 0,-23 24-226,4-2 0,1 2 372,4 3 1,1-10-58,3-3 0,4-3-27,8-9 1,3-6-143,6-6 0,4-4 31,-1 0-264,7-6 0,-3-2 527,10-5 1,1-5-468,7-4 0,1-3 273,2-5 0,-1-2-214,6-6 0,-2-4 292,2 0 0,2-5 0,-3 2 0</inkml:trace>
  <inkml:trace contextRef="#ctx0" brushRef="#br1" timeOffset="142">13150 6511 9886,'0'13'906,"0"-1"0,0 2-518,0 2 0,0 9 13,0 8 1,-2 4-130,-2 5 0,1 2-196,-5 5 1,4 5-549,-4 0 1,5-2 377,-1-6 0,2-8-365,2-5 1,0-6 219,0-3 1,2-10-914,2-10 1,3-4 412,5-4 1,5-8-451,-1-9 1189,6-8 0,-2-2 0,5-7 0</inkml:trace>
  <inkml:trace contextRef="#ctx0" brushRef="#br1" timeOffset="143">13497 6536 8182,'-12'0'849,"-1"0"1,1 0-599,-1 0 0,0 7-159,-4 5 1,-2 2 72,-6 7 1,4 1-115,1 7 0,-2-3 136,-7 3 1,2 3-467,-1 1 1,5-3 103,3-1 1,5-7-80,-2-1 0,3-2 298,2 2 0,5-8-69,3-4 0,2-5 422,2 4 0,2-5-151,2 1 0,4-1 297,9 1 1,-2-1-202,6 5 1,-1-1-14,5 1 0,0 2-179,0-6 1,4 4-321,0-4 1,4 4 261,-4-3 0,4 3-1265,-4-4 1,1 0-705,-1-4 0,-3 0 406,3 0 1471,-3 0 0,-1-11 0,0-3 0</inkml:trace>
  <inkml:trace contextRef="#ctx0" brushRef="#br1" timeOffset="144">14266 6462 7818,'0'-7'1779,"-5"1"0,-2 8-1265,-6 2 1,1 8-340,0 9 1,-8 4 45,-5 4 1,-1 8-216,-7 8 0,-7 10-277,16-24 1,-1 0-1,-3 3 1,-1 1 288,-4 4 1,0 1-1,1-2 1,-1 1-305,-2 2 0,0 1 0,-1-1 1,0 0 130,-3 3 1,0-1 0,-2 3 0,0-1-180,-2 1 1,-1-1 0,3 0 0,1 0 155,1-4 0,0 0 0,1 0 0,0-2-3,0-1 0,1-1 0,1 1 0,-1 1-164,2-2 0,0 0 1,3-1-1,1 0 308,1-5 1,2 0-1,1 0 1,1 0-146,-1 0 0,1 0 0,1-3 1,1-1 205,-17 23 1,6-8 273,15-9 0,3-4-509,9-8 805,-3-3-821,10-11 0,-4-3 220,10-8 1,3-4-534,8-9 540,-2-2 0,4-12 0,-6 0 0</inkml:trace>
  <inkml:trace contextRef="#ctx0" brushRef="#br1" timeOffset="145">13782 7541 7839,'0'-17'0,"0"1"0,0-1 439,0 5 1035,0-1-533,0 1-305,0 5 1,0 4-214,0 11 1,5 6 45,-1 11 0,0 1-126,-4 3 1,0 3-230,0 5 0,0 4 2,0 1 1,0-1-66,0-4 0,-2 5-397,-2-1 1,3 0 251,-3-3 1,1-3-958,-1-2 1,2-2 459,-2-6 1,3-2-630,1-2 0,0-8-86,0-4 849,0-7 0,1 4 457,3-6 0,-2-6 0,3 0 0</inkml:trace>
  <inkml:trace contextRef="#ctx0" brushRef="#br1" timeOffset="146">13782 7875 7839,'-12'-5'134,"1"2"1231,3-5-393,2 5-340,6-8 1,6 8-328,2-5 1,4 1-131,5-1 1,6-3-462,6 3 1,4-3 241,-4-2 0,6 1-888,-2-1 1,0 1 532,4 0 0,-7-1-267,8 1 1,-9-2-28,0-2 693,-3 2 0,-1-10 0,-1 5 0</inkml:trace>
  <inkml:trace contextRef="#ctx0" brushRef="#br1" timeOffset="147">14192 7491 7839,'-13'6'0,"5"-4"159,0 7 1,1-5 344,-1 4 1,-2 0 193,6 5 1,-4 5-271,3 2 0,1 4 3,4 0 1,-4 7-172,0 2 1,0 3-758,4 1 1,5-4 414,4 0 1,2-5-323,1 1 1,1-9-238,-1-3 0,4-5 641,1-4 0,11 3 0,-2-4 0</inkml:trace>
  <inkml:trace contextRef="#ctx0" brushRef="#br1" timeOffset="148">14725 7379 7839,'-8'0'155,"0"0"0,4 0 714,-5 0 0,5 2-312,-4 2 0,0 4-31,-5 9 0,-1 8-107,-2 8 1,-3 9-142,-6 8 0,-4 9-444,14-26 1,1 0-1,-3 3 1,-1 0 260,2-1 0,-1 0 1,-1 2-1,-1 1-216,-2 1 0,1 0 0,0-1 0,1-1 109,-1 0 1,-1 0 0,2-4 0,1-1-664,-16 26 0,4-7 248,5-2 1,6-6-422,3-10 0,7-4 189,5-8 0,3-8-471,1-4 721,0-7 0,5-2 132,4-8 0,6-7 1146,1-1-869,1-7 0,-5 10 0,1-5 0</inkml:trace>
  <inkml:trace contextRef="#ctx0" brushRef="#br1" timeOffset="149">14614 7950 7839,'-7'-6'376,"1"5"1,5-5 734,-3 6-479,2 0 1,-3 2-4,5 2 0,-4 4-207,-1 9 1,0 6 24,1 6 0,1 6-117,-5-2 0,1 3-233,-1 1 0,2 4 67,6 0 0,0-3-832,0-5 1,0-6-917,0 2 0,4-3 827,0-1 1,6-6-422,-2-2 1,3-9 1177,2-4 0,10-2 0,3-2 0</inkml:trace>
  <inkml:trace contextRef="#ctx0" brushRef="#br1" timeOffset="150">14973 7975 7839,'-12'0'0,"-2"1"174,-2 3 0,2-1-71,-3 5 0,2-4 256,-1 5 1,-4 0-237,-5 8 0,1-2-27,-1 6 1,0-2-304,0 2 0,5 2 89,-1-2 0,2 1 78,-2-2 1,4 2 55,9-5 0,-2 4 316,6-5 0,0 1-125,4-5 1,2-4 81,2 1 0,7-5-35,5 4 1,6-5-99,-1 1 1,7-3-94,0-1 1,7 0 119,-2 0 1,-3 0-736,-1 0 0,2 0 128,-2 0 424,-1 0 0,3 6 0,1 1 0</inkml:trace>
  <inkml:trace contextRef="#ctx0" brushRef="#br0" timeOffset="151">12170 9066 10764,'12'-7'1459,"2"0"-1323,2 3 1,-2 3-96,3-3 1,2 2-504,2 2 1,-2 0 342,2 0 1,-1 0-297,5 0 1,-4 0 204,0 0 0,-6 0-1107,1 0 0,2 0 1317,-1 0 0,-1 0 0,-3 0 0</inkml:trace>
  <inkml:trace contextRef="#ctx0" brushRef="#br0" timeOffset="152">12281 9066 8690,'-7'0'1877,"2"1"-1723,5 4 1,0-3 232,0 7-343,0-1 0,0 8 111,0 1 0,0 1-57,0-2 0,0 1 90,0 8 0,0-3-308,0 7 1,0-6 13,0 2 1,-4-3 66,0 7 1,0-4 62,4-5 1,0 3 37,0-7 1,0 5 15,0-5 1,0 1 39,0-5 40,0 1 1,0-1-85,0 0 0,1-5 50,3-3 0,-1-1-133,5 1 1,-4-2 168,4 2-282,1-3 0,3-1 124,1 0 0,-1 0-639,0 0 1,1-1 312,-1-3 0,5 2-1013,-1-2 1,2 3 1336,-1 1 0,-4-6 0,5-1 0</inkml:trace>
  <inkml:trace contextRef="#ctx0" brushRef="#br0" timeOffset="153">12802 9227 7909,'6'-12'-87,"-3"0"60,5-1 0,-5 5 266,1 0 1,-3-1-23,-1-3 1,0 4 205,0-1 66,0 1-84,0-4-188,0-1 1,-1 6-169,-3 3 0,1 3 250,-5 1-406,-1 0 0,-3 5-7,0 4 1,-1 2 76,1 1 0,1 6 70,2 3 0,-2 2 27,3 2 1,-2 1-26,2 3 1,-1-3 6,4 3 0,-3-3-49,4-1 1,0-4 47,4 0 0,0-10-5,0 1 1,5-8-169,4 0 0,2-4 98,1-4 1,2-3-340,2-5 0,-2-6 149,3-3 0,1-2-118,-2-2 1,1 4 87,-5 1 1,1 0 134,-1 0 0,-4 2 48,1 5 0,-7 1 172,2 0 522,3 5-491,-5 1 1,3 12 248,-5 2 1,0 7-181,0 2 1,0 5 77,0-2 0,0 0-26,0 0 0,0 1-213,0 4 1,0-6-59,0-2 1,0-4-233,0 0 0,2-1-463,2 1 1,-2-7 356,7-1 1,-5-4-1419,4-1 1774,0 0 0,5-6 0,-1 0 0</inkml:trace>
  <inkml:trace contextRef="#ctx0" brushRef="#br0" timeOffset="154">13063 9041 8618,'-7'-5'1542,"1"3"1,8-7-1424,2 5 1,3-2-51,5 2 0,1 1-75,-1-5 1,2 5-31,2-1 1,-2 1 148,3-1 0,-3 3-255,-2-3 1,0 2-19,1 2-42,-1 0 0,1 0 29,-1 0 0,-4 0-24,0 0 0,-5 6 107,1 2 0,-2 3 37,-2 2 0,4 0 107,0 4 0,0-2-102,-4 6 1,0-1 63,0 5 0,-1 4-48,-3 0 1,2 4 228,-2-4 0,3 4-52,1-4 0,0 4 86,0-4 0,0 0 2,0-4 0,0 0-23,0-1 1,0 0 85,0-4 1,1 3 88,3-7-269,-2 1 0,3-5 194,-5 0-473,0-5 181,0 4-505,0-9 1,-5 3 7,-4-5 1,2 0-197,-1 0 0,0 0-189,-4 0 1,-1-4 338,1 0 0,-5-6-197,1 2 0,-5 1 722,4-1 0,1 5 0,-2-13 0,-1 2 0</inkml:trace>
  <inkml:trace contextRef="#ctx0" brushRef="#br0" timeOffset="155">13447 9215 7909,'7'0'388,"4"0"0,-4 4 29,6 0 1,-5 0-75,0-4 1,0 0-59,5 0 1,3 0-219,1 0 0,5 0-206,-1 0 1,2-5-766,2-3 1,-4 1 258,-1-2 645,1 1 0,4-4 0,0-1 0</inkml:trace>
  <inkml:trace contextRef="#ctx0" brushRef="#br0" timeOffset="156">13658 9004 7909,'-5'7'68,"3"-1"0,-4-2 843,1 0-565,4 5 0,-4 0 400,5 7 1,1-1-275,3 6 1,-3-4-278,4 3 0,1 5 22,3 4 1,-4 4-587,-1-4 0,2 5-188,-2 0 1,0 1-571,-4 3 0,4-5 1127,0 0 0,6-6 0,-3 4 0</inkml:trace>
  <inkml:trace contextRef="#ctx0" brushRef="#br0" timeOffset="157">14068 8954 7909,'-2'-8'567,"-2"0"-51,3 5 1,-5-4 271,6 3 757,0 3-988,0 6 0,2 4-31,2 7 1,1 3-280,4 2 1,-3 0-17,-1 4 0,-4-5-382,3 5 0,-1 4 197,1-4 1,-3 4-211,4 0 1,-4-3 185,-1 3 0,-1-3-1137,-4-1 1,4 0 48,-3-1 0,3-4-1554,1-4 2620,0-2 0,0-7 0,0-2 0</inkml:trace>
  <inkml:trace contextRef="#ctx0" brushRef="#br0" timeOffset="158">14142 9141 7909,'8'0'784,"1"0"0,-5 0-229,4 0 0,0-5 389,5 1 1,-1-1-396,1 1 1,4 1-497,4-5 1,3 3-901,0-3 1,1 4 607,0-4 1,0 1-1407,0-1 0,-2-3 1645,-2 2 0,-3-2 0,-6-1 0</inkml:trace>
  <inkml:trace contextRef="#ctx0" brushRef="#br0" timeOffset="159">14390 8967 7792,'-8'8'162,"0"0"1,4 1 406,-5 3 1,7 1-157,-3-1 1,0 6 232,1 2 0,0 4-342,4 1 0,0 4-239,0 0 0,0 5-311,0-1 1,0-1 218,0 1 1,0-6-1438,0 2 0,0-2 1464,0-3 0,5 1 0,2 0 0</inkml:trace>
  <inkml:trace contextRef="#ctx0" brushRef="#br0" timeOffset="160">14948 8768 7699,'0'7'717,"-1"0"213,-3-3 0,-2-1-388,-2 5 1,-4 2-136,-1 7 1,1 2-154,-5 6 1,-2 5-6,-2 3 1,-2 4-54,-2 5 1,3 2-110,-3 5 0,2 2-93,-10 3 0,4 5-75,-4 3 1,17-29 0,-1-1-433,-20 26 0,3-3 328,1-1 1,2-5-448,-2-3 1,2-5 290,6-8 1,6-2-404,3-7 1,3 0-166,5-3-118,2-4 348,6-10 679,0-1 0,6-6 0,1 0 0</inkml:trace>
  <inkml:trace contextRef="#ctx0" brushRef="#br0" timeOffset="161">14725 9289 7668,'-7'0'690,"2"0"1,1 2-240,0 2 0,-1 4-3,5 9 0,0-2-146,0 6 1,0 3-80,0 5 1,0 6-3,0-2 1,0 4-370,0 4 1,-1-2 171,-3 2 1,2-6-124,-2-2 1,3-3-239,1-1 0,0-1-333,0-12 1,4 1-259,0-5 0,2-5 396,-2-3 0,-1-3 118,5-1 0,-1-5 414,1-3 0,9-3 0,-4-2 0</inkml:trace>
  <inkml:trace contextRef="#ctx0" brushRef="#br0" timeOffset="162">15048 9364 7705,'0'-7'254,"-6"1"1,-1 6-461,-5 0 0,-2 2 648,-2 2 0,2 3-169,-3 5 0,-2 5-430,-2-1 0,2 5-20,-2-5 1,2 7 17,-2-3 1,2-1 172,3 2 0,2-6-31,-3 2 1,5-3 189,4-2 1,-2-4-86,6 1 0,0-5 174,4 4 0,1-5-62,3 1 0,-1 1 94,5-1 0,2 5-13,6-5 0,-2 4 51,3-4 1,2 5-135,2-5 1,-2 4-12,2-4 1,-5 4-209,5-4 1,-2 5 55,2-5 0,2 1-480,-2 0 1,1-4 263,-1 3 1,2 2-920,-2-2 0,-2 0 1100,2-4 0,-1 0 0,5 0 0</inkml:trace>
  <inkml:trace contextRef="#ctx0" brushRef="#br0" timeOffset="163">15767 8806 7705,'0'-9'908,"0"1"-527,0 5 0,2-1 382,2 8 0,-2 9-296,7 7 1,-5 9-33,4 4 1,-5 3-156,1 1 1,2 1-136,-2-1 1,0 1-620,-4 4 1,-2-4 393,-2 4 0,2-5-414,-7-4 1,7-3 288,-3-5 0,4-6-2565,1-2 2770,0-9 0,0 3 0,0-4 0</inkml:trace>
  <inkml:trace contextRef="#ctx0" brushRef="#br0" timeOffset="164">15842 9116 7705,'8'-9'509,"0"1"1,-4 4-53,5-4 0,0 4-92,8-5 1,-2 7 0,6-3 1,3 0-118,5 1 1,10-2 147,-2 2 0,10 1-250,3-5 1,-1 1-161,5-1 1,3-2-184,0 6 1,0-4 202,1 4 0,-6-2-930,2 2 1,-4 3 492,-5-3 0,-6 1-919,-6-1 1,-7 2 1348,-1-2 0,-7 7 0,-7 1 0,1-1 0,3-2 0</inkml:trace>
  <inkml:trace contextRef="#ctx0" brushRef="#br0" timeOffset="165">16636 8781 8804,'1'-11'803,"3"3"0,3 2-472,5 6 1,6 0-11,3 0 1,4 0-84,4 0 1,-2 6-60,6 2 0,-1 4-128,1 5 0,-2-2 97,-7 6 1,0-1-350,-4 5 1,-3 0 159,-9 0 1,-4-1-487,-8 1 0,-5 4 241,-12 0 1,-1 4-300,-11-4 1,-4 4 213,-5-4 1,-1 4-170,2-4 0,-2 0-61,-2-4 0,1-2-955,2-2 1556,-2 2 0,-1-7 0,-1 2 0,0-5 0,-3-6 0,0-4 0</inkml:trace>
  <inkml:trace contextRef="#ctx0" brushRef="#br0" timeOffset="166">13472 9475 7695,'7'0'-24,"4"-5"354,-9 4 62,9-11 183,-10 11-134,4-4-232,-5 5 0,-1 0-13,-3 0 1,1 1-48,-5 3 0,5-1 0,-1 5 0,-3 0-97,-1 5 1,2-1-24,2 1 0,-1 0 61,1 4 0,-5-2-131,5 6 1,-4-1 57,4 5 0,-6 4-164,2 0 0,1 6 62,-1-2 1,4 2-67,-5 3 1,7-1-2,-3 0 1,4-5 82,1-3 0,0-9 106,0-3 0,1-5-83,4-3 0,3-4 115,8-5 1,-1-1-98,6-3 0,-4-5-172,3-7 1,-3 1 70,4-6 1,-6 4-66,1-3 0,-2 5 89,-2-2 0,-5 3-131,-2 2 35,-4-1 0,-2 2 76,-4 3 0,-3 3-59,-8 5 0,0 0 57,-4 0 0,-1 1-716,-4 3 843,0 3 0,-5 5 0,-2 1 0</inkml:trace>
  <inkml:trace contextRef="#ctx0" brushRef="#br0" timeOffset="167">17963 8409 12378,'18'0'1271,"3"0"1,8-2-888,4-2 0,2 2-692,3-7 0,-1 1 294,0-4 1,-1 3-1245,-3 1 1,-4 5 772,-8-1 0,-3 3-2513,-6 1 2998,-5 0 0,-2 0 0,-5 0 0</inkml:trace>
  <inkml:trace contextRef="#ctx0" brushRef="#br0" timeOffset="168">18062 8508 11255,'-7'6'1143,"3"2"1,-1-1-568,1 1 1,-2 4-352,2 5 1,1 5 55,-5-1 0,4 6-300,-5 2 0,3 6 6,-3-2 0,-2-2 158,3 2 1,1-4-302,-1 4 1,4-5 28,-5 1 1,7-4-89,-2-5 1,2 2 159,2-5 0,2 0 62,2-5 0,0-5 2,8-3 1,-1-3-160,10-1 1,-5 0-295,5 0 0,0 0 174,4 0 0,1-4-798,3 0 1,-7-4 429,3 4 1,-3-5 637,2 5 0,7-11 0,1 1 0</inkml:trace>
  <inkml:trace contextRef="#ctx0" brushRef="#br0" timeOffset="169">18707 8657 8546,'0'-13'0,"0"1"536,0 0 1,0-2-54,0-3 1,0 4 531,0-4 0,-4 3-305,0 2 1,-6-1-115,2 1 0,-3 5-269,-1 3 1,-6 4-30,-3 4 1,-2 9 56,-2 7 0,1 8-74,4 1 1,-4 5 36,4-1 1,-2 3-38,1 1 0,4-4-471,9 0 0,3-9-92,5 1 0,0-9-380,0 1 1,11-9-338,5-4 1,6-8 490,3-4 0,4-5-412,0-3 1,0 1 325,-4-6 0,-1 4 447,1-3 1,-4 0-3,0 0 0,-6 0 117,1 4 218,-7 2 470,2-4 71,-10 11 0,5 3-367,-6 8 0,-5 5 156,1 7 1,0-1-88,4 6 1,0-6-287,0 2 0,0 1 80,0-2 0,0 1-572,0-5 1,0 0-239,0 1 0,1-2-1791,4-3-741,2-2 3119,5-6 0,0 0 0,1 0 0</inkml:trace>
  <inkml:trace contextRef="#ctx0" brushRef="#br0" timeOffset="170">18931 8409 7789,'-7'-7'1894,"1"1"0,6 5-117,0-3-1304,0 2 1,6-3-149,2 5 1,4 0-306,5 0 0,2 0 136,6 0 1,0 0-299,0 0 0,4 0 167,0 0 1,-1 0-180,-3 0 1,-1 0 47,-4 0 1,2 0-71,-5 0 0,0 0 175,-5 0 0,-4 4-23,0 0 1,-5 2 51,1-2 0,2-1-11,-2 5 0,0-4-59,-4 4 0,0 1 72,0 3 0,-4 6-158,0 3 1,-6 2 55,2 2 1,-3 4 33,-1 0 0,-1 7 22,1 1 0,-1 1-26,1 8 0,0-2 78,-1 1 0,2 2-64,3-5 1,1 0 67,3 0 1,2-9-44,-2 0 0,3-11 56,1-6-192,5-2-47,2-1 1,2-7-861,-1-1 448,-5-4 215,2-1 0,-6-1 88,-3-4 0,-3 4-582,-6-3 1,-3 3 375,-1 1 1,-5-2 500,1-2 0,-7-3 0,-4-5 0</inkml:trace>
  <inkml:trace contextRef="#ctx0" brushRef="#br0" timeOffset="171">19402 9054 7741,'0'-7'1805,"0"1"-681,0 6-383,0-5 118,0 3-492,6-3 1,0 4-130,7-4 0,-1 4-86,1-3 1,-1 3 78,0 1 1,1 0-253,-1 0 1,1 1 90,-1 3 0,-4-1-282,1 5 1,-3-4-43,3 4 1,-4 1-142,-5 3 0,0 1 75,0-1 0,-1 4 106,-3 1 0,-5 1-112,-7-2 0,1 0 22,-6 4 1,2-3 321,-2 3 0,-1-4-132,6 0 0,-2-2 180,1-2 0,3-1 80,-2-2 1,6 0 292,2-5 217,5 1-485,-8 0 0,11-4 79,0 4 0,1-4-34,8-1 0,-1-4 207,4 0 0,5-2-98,-1 2 0,7 3 70,-3-3 0,-1-2-207,2 2 0,-4 0-202,3 4 0,0 0-180,0 0 1,4 0-516,-4 0 1,0 0-1114,0 0 1,-4 1 875,0 3 0,-2 3 946,-2 6 0,1-1 0,-1 0 0</inkml:trace>
  <inkml:trace contextRef="#ctx0" brushRef="#br0" timeOffset="172">23049 6114 7922,'-4'-19'-958,"0"3"1,-6 2 1651,2 1 1,1 5-122,-1 0 1,4 4-217,-5-5 0,5 7 14,-4-2 94,0 2-475,-5 2 86,1 6 1,5-4-173,3 7 116,-3-7 186,6 9 249,-5-9-312,6 3 358,0-5-134,0 0-87,0-5 67,0 3-364,0-9 1,0 9-145,0-7-271,0 7 237,0-4 0,0 5 74,0-3-264,0 2 130,6-3 254,-5 5-160,10 0-29,-10 0 0,9-2-245,-6-2-226,0 3-371,-4-5 405,6 6-507,-5 0 1134,5 0 0,-1 6 0,2 1 0</inkml:trace>
  <inkml:trace contextRef="#ctx0" brushRef="#br0" timeOffset="173">23062 5941 7893,'0'-7'-675,"0"-4"0,-5 8 338,1-5 0,0 4 202,4-5 135,0 7 0,0-9 0,-1 5 132,-3-2 15,2-3 34,-3 4 0,5-1-98,0-1 1,-4 5 91,0-4 1,-1 4-62,5-4 1,-1 3 85,-3-3 0,2 4-87,-2-4 1,3 4 324,1-5-257,-6 1 1,5-4 186,-3-1-52,-3 1 1,6-1-40,-3 1 0,2 4 149,2 0 0,-4 3-63,0-3 0,0 4 416,4-4-212,0 5-342,0-8-93,0 10 97,0 1 1,0 11-125,0 5 0,0 10 83,0-1 0,1 8-227,3 0 0,-2 4 18,2 5 1,-3 3-79,-1 9 0,0 4-263,0 8 1,-5-3 169,-4 4 1,4-8 65,1-1 1,2-11 143,2-2 0,0-10 148,0-7 0,7-8-119,6-8 0,-1-1 298,5-7 1,1 0-128,-2-4 0,6-6 118,-1-7 1,2-5 189,2-7 1,-4 1-487,-1-1 1,1-1 62,4-3 0,-4-2-210,-1-2 1,0-3-299,0 3 1,-1-7 232,-2-1 0,-2-6-83,6 2 0,-6-3-64,2-2 0,-4 0-165,0 1 1,3-1 140,1 0 1,-1 12-182,-3 5 1,-5 11-838,0 5 544,-5 9-160,3 2 0,-6 12 977,0 2 0,-6 9 0,-1 2 0</inkml:trace>
  <inkml:trace contextRef="#ctx0" brushRef="#br0" timeOffset="174">22950 6152 7899,'-12'0'1179,"-1"0"-590,1 0 515,5 0 1,4-2-464,11-2 1,2 1-519,11-5 0,3 1 61,5-1 0,6-3-145,-2 3 1,3-3 62,1-2 1,0 5-1179,0 0 1,1 3-2291,-1-3 3366,0 5 0,0-8 0,1 5 0</inkml:trace>
  <inkml:trace contextRef="#ctx0" brushRef="#br0" timeOffset="175">24352 6176 7811,'-6'-19'480,"5"-4"-132,-3 2 0,-2-2 227,2-2 1,-4 1-164,4 4 1,-6 2-105,2 5 0,-3 2-60,-2 3 1,0 3-42,-4 5 1,3 1-50,-2 3 1,-2 8 75,1 9 0,-3 12-106,3 4 0,0 5-1,5-1 1,4-2-102,0 2 0,5-2-165,-1-2 1,2-7 102,2-5 0,6-7 55,2-10 0,9-2 13,3-6 0,4-7-185,0-6 0,5-5 32,0-6 0,4-1-211,-4 0 0,-4 2 93,-4 2 0,-6 2 100,2 2 0,-4 7 322,0-2-208,-6 8 0,-2 0 255,-5 8 0,0 4-95,0 9 1,-1 2-10,-3 6 0,2 0-28,-2-1 1,3 0-254,1-4 1,1 0-99,3-4 1,5-6-351,7 2 0,-1-8-433,6 1 1,4-5 438,4-5 0,1-3-115,-1-8 0,-1 1 712,5-6 0,0-5 0,4-6 0</inkml:trace>
  <inkml:trace contextRef="#ctx0" brushRef="#br0" timeOffset="176">24997 5941 7811,'0'-7'1068,"0"1"1,-2 6-663,-2 0 0,-3 2 236,-5 2 0,-6 4-63,-3 9 1,-2 3 90,-2 9 0,0 3-92,1 5 1,4 0-166,4 1 0,2-1-602,2 0 1,5-4 191,3 0 1,4-7-592,4-1 0,4-4 458,8-5 1,0-7-278,4-1 0,1-5-353,4-3 1,0-2-556,-1-2 1,0-1-85,-3-4 1,-4-2 1398,-4 3 0,-1-9 0,1-2 0</inkml:trace>
  <inkml:trace contextRef="#ctx0" brushRef="#br0" timeOffset="177">24860 6189 7811,'-11'-2'0,"3"-2"1836,-3 3-735,4-5-374,0 1 0,9 3-292,10-2 1,2 2-590,7-3 0,1 4-351,7-3 1,-2-2-646,6 2 1,-4-4-714,4 4 1863,-5-6 0,8 3 0,-5-5 0</inkml:trace>
  <inkml:trace contextRef="#ctx0" brushRef="#br0" timeOffset="178">25518 5842 7867,'12'-6'3654,"2"-1"-2874,3-5 0,2 3-242,6 1 0,5 4-97,3-4 0,8 5-569,5-1 0,6 1 27,2-1 0,4 3-20,-4-4 0,-6 5 157,-7 5 0,-5-3-363,-7 7 0,-3-1 47,-13 4 1,-4 5-307,-9-1 0,-5 6 211,-3-1 1,-9 3 214,-4 0 0,-6 1 269,-2 0 0,-7 1-93,-1 3 0,0 1 10,-5 3 0,-1 2-39,2-6 1,-6 5 244,2-1 1,1-1-64,-2 1 1,6-5 268,-1 1 1,1-2-54,-1 2 0,9-4 85,3 0 1,10-2-9,10-6 0,5 3-85,8-3 0,9-1-7,7-3 1,9-6-96,4-3 0,7-3-149,2-1 1,3 0 86,-3 0 1,3-1-334,-4-3 1,2 1-108,-2-5 1,-2 4-333,2-5 0,-2 5-749,-2-4 0,-4 4 555,0-5 1,-5 7-654,1-2 0,0-2 195,-4 2 1211,2-6 0,-2 3 0,7-5 0</inkml:trace>
  <inkml:trace contextRef="#ctx0" brushRef="#br0" timeOffset="179">26399 6015 7827,'-13'0'0,"1"0"968,-1 0 0,1 0-368,0 0 1,-1 0 317,1 0 0,-5 6-409,1 2 1,-6 8-188,1 5 0,-4 4-208,-4 4 1,-2 4-143,-7 8 0,0 3-612,-4 6 0,19-23 0,-2 0 549,-1 0 0,-2-1 0,0 1 0,-2-1-494,3-3 0,1-1 1,-1 2-1,0-1-163,-23 19 0,2 3-1127,3-4 1875,7-5 0,0-1 0,5-6 0,2-2 0,4-1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48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5210 1463 8282,'-12'0'30,"-1"0"1,1-1 181,0-3 0,-1 3 494,1-4 1,4 4 454,-1 1-651,7-5 0,-3 3-21,10-2 0,1 7-124,7 1 0,1 4 97,2-4 1,3 2-139,6-2 0,0-3-194,0 4 0,4 0-2,0-1 0,0 0-190,-4-4 1,3 0-213,1 0 0,4 0 254,-4 0 1,5 0 0,-6 0-148,0 0 0,0 0 38,1 0 1,-7 4-822,2 1 461,-7 4 1,-1-2-125,-7 5 466,-4 6 1,-6-4-166,-3 3 1,-3 2 87,-6 2 0,-4 2-102,-4 2 16,-3 5 0,-5-2 69,1 5 1,-7 0 85,2 4 1,-3-4 88,-1 0 1,0-1 0,0 2 292,-1 0 1,1-6-130,0 6 0,4-11 503,0 2 1,5-5-153,-1 1 0,4-3 51,5-6 0,2 1-84,5-1 0,7-4 289,1 1-510,4-6 1,2 6 0,4-5 191,3-1 1,4-2-108,5-1 0,2 0 4,6 0 0,4 0 135,0 0-261,5 0 1,-6 0 64,5 0 0,-6 0-23,2 0 0,2-4-138,-2 0 1,1 0 16,-1 4-50,-3 0 1,4 0-224,-5 0 1,0-4 0,0 0 94,0 1 1,-2 0-469,-2-1 1,-2 3-138,-2-3-1855,-4 2-1797,5-3 2616,-5 3 1740,-6-3 0,-2 5 0,-5 0 0</inkml:trace>
  <inkml:trace contextRef="#ctx0" brushRef="#br0" timeOffset="1">5942 1650 9447,'-12'1'1044,"-1"3"1,0 4-852,-4 9 0,2-1-75,-6 9 0,-4-1-211,-4 9 1,-5 1-243,1 7 1,-3 4-96,-1 4 1,-5-3-124,1-1 1,-4-1 326,3 2 1,1-1-438,4-8 1,6-2 164,7-10 0,4-6-582,8-3 1080,5-2 0,2-7 0,5-1 0</inkml:trace>
  <inkml:trace contextRef="#ctx0" brushRef="#br0" timeOffset="2">6476 1588 9690,'0'-7'2625,"0"1"-2132,-6 6 1,-2 6-1,-9 2 427,-3 3 1,-4 7-392,-1 2-441,-5 9 1,-3 4-114,-8 9 1,-5 3-318,19-18 0,0 0 0,1 0 0,0 0 177,-3 4 1,0 0-1,-2-1 1,-1 2 149,-3 5 1,-1 0-135,3-4 1,-1 0 0,-2 6-1,0 0-210,3-6 0,0 0 0,0 2 0,0 0 154,1-2 1,2 0-1,2 2 1,1-1 1,1-3 0,2 0 0,2-2 0,0 0 0,-14 18-142,3-2 1,3-5 267,5 2 0,4-5-22,1-4 1,4 1 109,0-5 0,-2-1-11,1-8 1,5 0-78,4-4 1,1-6-212,-1 2 1022,-3-2-995,4-3 0,-2-2-197,1-5 83,5 0-80,-2-5 0,5-2-180,0-5 387,0-1 0,1 2 248,3 3 0,3-9 0,6 4 0</inkml:trace>
  <inkml:trace contextRef="#ctx0" brushRef="#br0" timeOffset="3">5756 2667 8282,'0'-7'1099,"0"-4"0,0 8 184,0-5-824,0 5 0,1-4-37,4 3 1,-3 2-117,7-2 0,-1 2-36,4-3 1,1 4 130,-1-3 0,5 2-103,-1 2 0,2 0-295,-1 0 0,-2 0 1,4 2 213,-1 2 1,-1-1-438,-5 5 1,-1-4-122,-3 4 0,2 1 109,-6 3-80,0 1 1,-5 4-278,-3 4 0,-3 3 112,-6 0 1,-5 3-389,-2 1 546,-4-1 0,0 7 259,-1-5 1,0 0-1,0-6 311,0-2 0,5-3-227,-1-6 0,6 4 364,-2-4 1,3 2-147,2-10 0,4 0 314,0-4 430,5 0-573,-3 0 0,8 0 99,2 0 0,3-1-126,5-4 0,2 4 16,2-3 1,0 1-137,4-1 0,0 1-12,0-5 1,4 5-182,-4-1 150,4-3 0,-1 6-183,-2-3 0,2-2-302,-2 2 1,1-4 248,-1 4-1095,2-6 1,-5 7-821,3-5 1,1 4 1185,-6-4 1,5 3 0,-4-1-1948,-2 0 2689,-2 2 0,5-2 0,2 0 0</inkml:trace>
  <inkml:trace contextRef="#ctx0" brushRef="#br0" timeOffset="4">6079 2220 8282,'5'-18'0,"-2"4"0,5-2 0,-5 2 0,2 2 0,-3 1 0,2 2 1232,-3-2 375,5 10 1,-10-3-814,0 8 0,-6 4-63,2 9-540,-3-4 0,-2 11 42,1-3 1,-1 2-1,1 2 85,0 0 1,-2 4-48,-3 0 0,2 5-128,-6-1 1,6-1-146,-1 1 0,-2 4 95,1 4 0,-5 6-129,2-1 1,2 1 24,1-2 0,3 2 8,2-6 0,1 2 173,3-2 0,-2-8 97,6 0 1,0-5-95,4-3 0,4-6 0,1-2-22,2-4 1,1-6 198,5-3 1,-1-2 247,1-2-280,-1 0 1,5-2 165,-1-2-529,1-3 1,1-5-1,1-2 245,0-2 1,5 1-737,-4-6 0,2 0-453,-1-4 1,1-1 559,-5-3 0,-1 7-10,-3-3 1,-2 9 62,-3-1 0,-3-1 69,-5 2 9,0-1 1,-5 6 426,-3 3 0,-8-2 52,0 6 0,-6 0 0,1 4-152,-2 0 1,-2 0-223,0 0 0,0 0 162,1 0 1,3 1-386,0 4-15,6 2 1,-7 5-344,5 0 0,2 1 63,7-1 0,-2 1-1152,6-1 1450,0 0 1,4 1-663,0-1 1,1-1 596,4-3 0,1-2 478,7-6 0,5 0 0,1 0 0</inkml:trace>
  <inkml:trace contextRef="#ctx0" brushRef="#br0" timeOffset="5">6339 2443 8282,'-12'0'1052,"-1"0"0,1 0 204,0 0 219,-1-5 0,5 3 158,0-2 114,5 3-678,-3 1-563,17 0 0,-2 0-163,7 0 0,3 0-39,2 0 1,4 0-211,4 0 1,-3 0 78,3 0 0,1 0 0,-1-2-106,-1-2 1,-2 3-270,-1-3 0,0 2-276,-1 2 1,-4 0 86,-4 0 1,1 2-924,-5 2 948,-2 3 1,-10 7-139,0 2 1,-6 3 4,-2 6 0,-10 1-71,-7 3 1,-2 3 337,-10 5 132,2 6 1,-8-4 0,5 2 291,-4-2 1,4-2-296,-3 0 0,2 0 959,2 0 1,5-6-457,3-7 1,8-4 137,5-8 0,3 1 101,5-1 1,3-4-208,5 1 0,1-7-151,3 2 1,3-2-12,5-2 1,2 0 106,3 0 0,2 0 36,6 0 1,0 0-263,0 0 0,-1-2-413,1-2 0,0 3 447,0-3 1,1-2 0,2 1-245,0-2 0,1 4 23,-4-1 0,0-2-1006,0 2 1,4-4 492,0 4 0,-4-4-1442,-5 4 0,-3-2 298,3 2 0,-3 1-168,4-5 1,-8 4-45,0-5 1905,-1 1 0,1-10 0,6-1 0</inkml:trace>
  <inkml:trace contextRef="#ctx0" brushRef="#br0" timeOffset="6">6848 2542 8685,'-11'-8'748,"2"0"0,-2 4-612,3-4 0,-3 5 2021,-1-1-1368,-1 2 0,0 8-201,-4 2 1,2 3-268,-6 1 1,2 8-324,-2 5 0,-4 1 109,1 7 0,-1-4-610,-4 4 0,3 0 176,1 4 1,0 2-133,0 2 1,5-8-782,-1 0 0,7-2 493,2-7 1,1 0-1680,6-8 1362,1-7 1064,4 2 0,6-11 0,1 0 0</inkml:trace>
  <inkml:trace contextRef="#ctx0" brushRef="#br0" timeOffset="7">8150 2009 8282,'13'0'321,"-1"0"1,-4 0 332,1 0-183,-7 0 1,5 2 547,-3 2 0,-2-2-399,2 7 1,-7-1-10,-1 4 1,-10 2-155,2 3 0,-9-2-81,1 6 1,-5 1-123,-4 7 1,-3-2-119,-5 6 1,-4 4-244,-1 5 0,-10 5-130,25-25 0,0 1 1,-3 4-1,-2 1 224,-3 3 1,0 0 0,-2 2 0,-1 0 9,-3 2 1,0 1-1,-3 1 1,1 0-337,-1 0 0,1 0 0,-3 3 1,0 0-204,-4 3 1,0 1-1,-1 3 1,-1 1 373,0-1 0,1 1 0,14-13 0,1 1 0,0-1-180,0 0 1,0-1-1,0 1 1,-1 1-1,1 1 1,-1 0 300,0 1 0,-1 1 0,1 0 0,1-2 0,1 1 0,0 0-639,0 0 1,1 1 0,0 0 686,2 0 1,0 0-1,1 1 1,-2-1-1,0 1 1,1 0-42,0 1 0,0 0 0,1 1 0,-2 0 1,1 0-1,0 0-60,0 0 1,1-1 0,-1 0 0,0 0 0,0 0 0,0-1 79,1-3 0,1 0 0,0 0 0,-1 0 0,1 1 1,0-1-2,0 0 1,1 0 0,1 1 0,-15 16 0,2 0-143,1-2 0,1 0 1,4-1-1,1 0-60,4-6 1,2 1 161,5-1 1,-1 1-1,-2-3 1,0-1-1,5-1 1,1 1-75,-1-3 1,2 0 149,2-3 0,1-1 1,-2-1-1,1-1-123,-12 29 0,-1-5 559,1-4 0,7-7-488,-3-5 1,7-8 1202,-2-4 0,3-3-1183,-4-1 1,5-6 1142,-5-2 1,5 1-792,-5-2 1,6 1 0,-2-5 679,3 1 0,3-5-1071,3 0 1,-2-4 577,6 5-1252,0-7 430,4 4 1,0-7-114,0-4 1,0-1-942,0-7 1,6-3 1353,2-1 0,9-10 0,2 0 0</inkml:trace>
  <inkml:trace contextRef="#ctx0" brushRef="#br0" timeOffset="8">6761 4266 9224,'7'-5'2344,"4"2"-1343,-3-5 0,9 5-416,3-1 0,5-2 58,4 2 0,-1 0-177,5 4 0,-4 0-413,4 0 1,-7 0 184,-1 0-596,0 6 1,-16 1 73,4 5 1,-9 6-275,0 3 0,-8 3 279,-5 5 0,-8 3-863,-8 5 960,0 6 0,-11-3 0,3 4-76,-3-1 102,4-2 1,-2-4 0,5-1 305,2-3 432,0-2 1,8-12-74,2-3 157,4 4 0,7-12-216,6 0 0,6-4 226,6 0 0,2-2-146,2 2 1,4-3-32,5-1 1,-1-4-553,1 0 1,0-4 85,0 4 0,4-6-577,0 2 0,5-3 397,-1-2 1,-1 0-2369,1-4 0,0 2 2515,4-6 0,1 0 0,-1-3 0</inkml:trace>
  <inkml:trace contextRef="#ctx0" brushRef="#br0" timeOffset="9">7629 4068 8282,'0'-12'1752,"0"-1"1,2 1-66,2-1 1,-1 5-845,5 0 1,1 1 46,8-1 1,2-2-344,6 6 1,5-4-83,4 3 0,1 1-143,3 4 0,-1 0-244,0 0 1,-1 0-82,-3 0 0,-3 4 209,-5 1 0,-6 6-723,-2 1 1,-7 0 268,-2 5-219,-5 2 0,1 1 1,-8 6-393,-5 3 0,-7-2 92,-5 6 1,-2 0 180,-2 5 1,-1-1 568,-3 0 0,3 0 557,-3 0 1,2-3-417,3-1 0,-1-4 163,0 4 0,4-6-135,1 2 0,4-7 486,0-1 1,4-1-229,3 5 1,4-5 296,5-4 1,1-2-149,3-2 1,3-3-161,6-1 1,0-5-226,4 1 0,2-3 96,6-1 1,1 0-180,3 0 1,-1-4 103,5 0 1,-4-6-905,4 2 0,-4-4 420,4-5 1,-6 3-1628,2-2 1,-2 1 855,-3-2 0,1 3-1212,0-2 1,-4 2 352,-1 1 1919,-5 1 0,9-6 0,-5-1 0</inkml:trace>
  <inkml:trace contextRef="#ctx0" brushRef="#br0" timeOffset="10">8398 4068 8282,'-19'-7'1981,"3"3"-1343,2 3 1,1 1 714,1 0-859,0 5 0,-1 3 81,1 9 1,4-2-231,-1 6 0,1-3-314,-4 6 0,-1-2-473,1 7 1,-2 3 373,-3 1 0,-2 3-919,-6 1 0,-1 5 473,-3-1 0,3 0-370,-3-4 1,3-1 204,1-3 1,4 0 678,1-8 0,5-3 0,-3-9 0</inkml:trace>
  <inkml:trace contextRef="#ctx0" brushRef="#br0" timeOffset="11">8944 3832 8282,'0'-7'1617,"0"-4"1,0 16-639,0-1 1,-7 11-400,-5 6 1,-6 9-137,-7 7 1,-1 7-59,-3 10 0,-3 8-625,14-27 0,-1 0 0,-2 2 0,-2 1 279,-1 1 0,-2 0 0,1 2 1,-1-1 73,-2 4 0,-1-1 0,-2 2 1,0 0-90,-2-2 1,-1 1-1,-1 0 1,0 0 97,2-5 0,0 0-164,2 1 0,1-1 0,0-2 0,1 0-343,1 1 0,2-1-336,4-5 0,2-1 0,-16 24 197,11-13 1,10-7-1725,2-6 1657,9 0 0,4-20 0,10-3 590,5-7 0,-1 0 0,4-5 0</inkml:trace>
  <inkml:trace contextRef="#ctx0" brushRef="#br0" timeOffset="12">8758 4576 8282,'-8'0'1686,"0"0"1,4 5-977,-5-1 0,1 11 23,-4 1 1,-1 9-264,1 8 1,-2 3 16,-3 14 0,4 1 0,-4 7-541,3 2 0,2-5 401,0 3 1,5-4-251,2-9-65,4-7 1,2-11-25,4-10 1,2-6 83,5-11 0,4-3-387,1-5 0,5-2 0,-3-11 129,1-1 0,2-1-594,-6-2 0,5 0 117,-5 1 0,0-1 514,-8 0 1,2 6-302,-6 2 1,0 3 92,-4 2 1,0 4 276,0-1 0,-7 7-51,-5-2 0,-2 2 218,-7 2 1,0 2 204,-3 2 0,-4-2 0,2 7-165,2 0 0,2-2-45,-2 1 1,4 1-58,4 3 1,2-4-740,1 1 0,2-1-2176,3 4 986,3-5 1884,5 4 0,0-4 0,0 6 0</inkml:trace>
  <inkml:trace contextRef="#ctx0" brushRef="#br0" timeOffset="13">8919 4738 8282,'13'0'0,"-1"-6"0,1 1 1422,-1-4 0,2 3 744,2 1 1,0 3-1131,4-7 0,0 7-348,0-3 0,5 0-223,0 1 0,5-2 20,7 2 0,1 3-164,-1-3 0,-1 2-946,-3 2 1,-3 0 88,-5 0 1,-6 6-218,-2 2 1,-9 7-181,-4 2 1,-4 6 383,-4 2 0,-7 4 339,-6 4 0,-9 7-83,1-3 1,-8 9 346,0-1 0,-3-1-324,-1 2 1,4-5 1116,0 5 1,4-7 494,-4 3 0,10-9-678,-2-4 0,12-4 248,1-5 0,8-2-337,0-5 0,8-2-238,4-3 1,4 2-67,5-6 0,2 0-217,6-4 0,0 0 338,0 0 0,1-2-416,3-2 0,-2-3-477,7-5 1,-8 4-705,-1-1 0,-1 1-1242,-3-4 1,1-1 1194,-1 1 1,1 0-2762,-6-1 4013,1 1 0,1-6 0,1-1 0</inkml:trace>
  <inkml:trace contextRef="#ctx0" brushRef="#br0" timeOffset="14">9540 4862 9061,'-13'7'1754,"1"2"-768,0-5 1,-2 6-27,-3-2-187,3 3 0,-4 7-228,6 3 1,0 2-55,-1 2 0,-3 4-188,-1 0 1,1 5-930,3 0 1,-3 3 515,-1 4 0,-4-2-1546,5 2 0,-5-2 936,5-2 0,-1-5-2496,5-4 3216,-1-1 0,1-8 0,0-1 0</inkml:trace>
  <inkml:trace contextRef="#ctx0" brushRef="#br0" timeOffset="15">10855 3200 9679,'7'-6'2146,"4"5"-1487,-3-3 1,4 2 486,5 2 1,8 0-510,8 0 1,4 0-544,4 0 1,3-1-124,6-3 1,-2 3-178,-2-4 0,-4 4-1950,-4 1 0,-2 0 475,-3 0 1681,-9 6 0,-6 0 0,-5 7 0</inkml:trace>
  <inkml:trace contextRef="#ctx0" brushRef="#br0" timeOffset="16">10942 3597 14292,'26'-13'1889,"3"1"1,8-1-1569,8 1 1,9 0-1014,4-1 1,3 5 39,1 0 1,-2 5-3655,-2-1 4045,-3 2 0,-5 8 1,0 1-1</inkml:trace>
  <inkml:trace contextRef="#ctx0" brushRef="#br0" timeOffset="17">13261 1786 8282,'2'-26'343,"2"-3"1,-3 7-38,3-3 0,-2 4 206,-2 1 1,4-2-98,0 5 1,0 0 187,-4 5-302,-5 5 1,2 2 26,-5 5 0,3 0-85,-3 0 0,4 2 34,-4 7-54,0 5 0,-6 16-84,-3 3 1,2 10-1,-6 6 195,-1 8 1,-1 5-342,11-29 1,-1 0 0,1 0 0,-1 1-430,1 1 1,-1 1 0,1 0 0,0 1 354,-1-2 1,1 0 0,0-1 0,0 1-516,2 0 0,0 0 1,-8 23 129,5-4 0,7-16 176,1-13 0,10-11 0,3-10 38,3-3 1,1-6 9,1-3 1,-1-3 24,0-2 125,1 1 0,-5 1 425,0 3 47,1-3-119,-2 9-51,4-3 1,-6 10 0,3 5 32,-4 5 1,-2 6-107,-2 8 0,0-2 67,0 6 1,0 0-46,0 5 0,0 0 56,0 3 0,4-1-253,0 6 1,2-5 144,-2 5 0,-3-5-870,3 5 1,-1-8 0,0-1-80,1-6-905,6-5 1747,-4-7 0,7 5 0,-1-5 0</inkml:trace>
  <inkml:trace contextRef="#ctx0" brushRef="#br0" timeOffset="18">13708 2096 8282,'-12'0'0,"3"0"458,1 0 0,4 0 334,-4 0 998,5 0-577,-3 0-462,17 0 0,3 0-280,11 0 0,1 0-138,3 0 0,1 0-164,3 0 0,2 0-129,-6 0 1,4-4-1544,-4 0 1112,5 0 0,-9 2-502,0-2 0,-2 3-2698,-6-3 3591,-6 2 0,6 2 0,-4 0 0</inkml:trace>
  <inkml:trace contextRef="#ctx0" brushRef="#br0" timeOffset="19">13807 2121 8282,'-12'4'1085,"-1"0"1,5 4-541,0-4 1,4 7-126,-5 2 0,5 1 61,-4 6 0,5 1-201,-1 4 1,-1 1 217,0 3-365,1 3 1,3 3 0,-2 0-5,-1-2-113,0 0 1,4 4-18,0 0 0,0-5-64,0-3 1,0-4 0,0-3 146,0-1 1,1-6-179,3 1 1,3-6 150,6-2 1,1-5-17,2 1 1,2-2-211,3-2 0,2 0 143,-2 0 1,4-2-882,4-2 0,1 1 442,3-5 1,3 4-2394,-3-4 2860,3-1 0,1-3 0,0 0 0</inkml:trace>
  <inkml:trace contextRef="#ctx0" brushRef="#br0" timeOffset="20">14514 2220 8282,'0'-7'-826,"-5"-4"0,3 8 2507,-2-5-436,3 5-184,-5-2-319,-1 5-469,1 5 1,-4 4 218,6 7 0,-4 5-63,3 8 1,-3 1-112,4 3 0,0 2 0,4-6-187,0-2 1,0-1 17,0-1 1,0-6-334,0-2 1,7-9 235,5-4 0,2-4-1002,7-4 0,-1-8 218,5-9 1,0-4-78,0-4 0,-5 3 520,1-3 1,-10 4 0,0 5-46,-4 3 1,-3 3 241,-4 2 1,-5 0-161,-4-1 666,-7 6 1,-3-2-126,-6 5 1,-1-1 500,-3 5-647,2 0 0,1 2-202,6 2 1,0-1 0,-2 5 154,2 2 0,8 1 163,0 1-2841,8 0 2582,-2 1 0,1-1 0,-2 1 0</inkml:trace>
  <inkml:trace contextRef="#ctx0" brushRef="#br0" timeOffset="21">14837 2059 8282,'7'0'4008,"-2"0"-2838,1 0-1071,1 0 0,5 0 199,0 0-129,1-6 1,3 5 0,1-3 340,-2 2-970,4 2 0,-3-1 335,4-3 0,0 2 1,0-2-127,-3 3 0,1 2 64,-2 3 0,1-1 39,-5 6 0,-5-1 147,-3 4 1,2 1-40,-2-1 1,0 2 69,-4 2 0,0-1 42,0 6 1,-1 0-77,-4 4 0,3 4 153,-7-1 1,5 3-1,-3-2-71,2 4 0,-1-1 161,2 1 1,3-2-105,-3 2 0,2-2 409,2-7-290,0 1 1,0-5-62,0-4 0,0-2-107,0-2 1,0-3 12,0-1 166,0-5-657,0 2 0,-1-5 0,-3 1-566,-4 4 0,-3-4 510,-2 3 0,1-2-834,-1-2 1,-5 0 531,-2 0 0,-2 0-579,1 0 1329,-2 0 0,-2 5 0,-7 2 0</inkml:trace>
  <inkml:trace contextRef="#ctx0" brushRef="#br0" timeOffset="22">15532 2542 11985,'0'13'75,"-5"3"107,1 1 1,-5 5-527,0-1 0,-2 6 284,-1 2 0,0-4-1030,-1-4 0,1-2-174,-1 2 1,5-5 1263,0-8 0,-1-2 0,-3-6 0</inkml:trace>
  <inkml:trace contextRef="#ctx0" brushRef="#br0" timeOffset="23">15953 2121 8738,'0'12'2875,"0"1"1,6-5-2192,2 0-493,9-5 1,-2 2-119,5-5 1,3-4 0,4-1-131,2-2 0,4-1-338,-4-5 1,4 5-2805,-4 0 2251,0-1 0,-4 3-192,0 1 1140,-6 4 0,-1-5 0,-6 0 0</inkml:trace>
  <inkml:trace contextRef="#ctx0" brushRef="#br0" timeOffset="24">16127 2170 8282,'-12'13'0,"-1"-5"658,1 0 0,-1 1-162,1 3 1,1 0 593,3 1 1,-2 3-425,6 1 0,-4 5-88,3-1 0,-3 3 0,3 5 52,-2 4 0,3-1-297,-5 1 1,3 0-149,-3 4 0,0 1 85,4-1 1,1-1-159,4-3 0,2-3-78,2-5 1,4-10-152,9-3 0,2-3-746,6-1 0,1-2 491,3-6 0,1-2-1224,3-2 1,3-3 692,-3-5 1,3-1-199,1 1 1,-1-5 1100,-3 1 0,3-6 0,-4 3 0</inkml:trace>
  <inkml:trace contextRef="#ctx0" brushRef="#br0" timeOffset="25">16660 2133 10387,'-6'0'2402,"0"2"-1977,6 2 1,0-2 0,0 8 61,0 4 0,0 0-318,0 6 0,0 2-59,0 7 1,0 3 222,0 5-832,0 0 1,-4 2-835,0 2 0,-2-1 784,2 6 0,1-6-969,-5 1 0,4-8 695,-4-4 0,5-4 823,-1-4 0,2-3 0,2-6 0</inkml:trace>
  <inkml:trace contextRef="#ctx0" brushRef="#br0" timeOffset="26">17082 2096 9110,'2'-8'1187,"2"-1"0,3 5-879,5-4 1,0 4-212,1-4 1,5 4 62,2-5 1,2 6-6,-1-1 1,3 3 38,-4 1 1,2 0-101,-1 0 0,-3 1 98,-6 3 1,-1 8-3,-2 4 1,0 2-172,-5-1 4,1 2 1,-5 3 73,0 3 0,0-3-151,0 7 0,-5-2 67,1 2 0,-4-1-88,4 5 1,-4-6 43,3 2 0,-4-1 26,1 1 0,1-3 30,-2 3 1,5-4-94,-4-5 0,1 2-95,-1-5 1,-2 4-55,6-5 1,-6 1-556,2-5 526,-3 1 0,3-2 0,-2-2-500,-4-1 0,2-1 182,-5 2 1,-2 2-403,-2-3 0,-3-1 966,-5 1 0,-9 0 0,-6 5 0</inkml:trace>
  <inkml:trace contextRef="#ctx0" brushRef="#br0" timeOffset="27">15271 2480 7719,'4'-8'1,"0"0"199,-1-2-41,-2 5 1,-1-2 505,0 3 128,0 2-248,0-3-337,0 5 0,-5 5-43,-3 4 1,-2 3-1,0 5 189,2 3 1,-2 5-260,-6 4 0,6 0 103,-2 8 1,2-2-146,-2 6 1,-1 4 104,1 5 1,0-5-674,-1 5 0,5-3 363,0 3 1,5-8-212,-1-5 0,2-6 139,2-11 0,2-7 140,2-9 0,3-4 95,5-4 0,-1-3-52,-3-5-95,3-1 1,-4-3-13,6-1-136,-6 1 1,2 3 81,-5 1 1,1-1-219,-5 1 0,0 4 120,0-1 0,-6 7-95,-2-2 1,-3 2 87,-2 2 0,0 0 307,-4 0 0,2 0 0,-6 0 0,1 6 0,-5 1 0</inkml:trace>
  <inkml:trace contextRef="#ctx0" brushRef="#br0" timeOffset="28">17392 2555 7719,'2'-13'-207,"2"1"1,-1 0 82,5-1 1,-4 5 1343,4 0-265,-5 5-642,8-8 1,-10 11-159,4 0 0,-4 7 143,-1 9-120,0 4 1,-4 4 61,0 1 1,-6 6-23,2 2 0,-3-2 80,-2 2-436,6 1 1,-2-1 178,5 0 0,-5-4 0,5 2-260,1 0 0,2-7 123,1-3 1,1-6 109,4 2-1,2-9 108,5-4 1,6-4-90,3-4 0,2-4-116,2-9 0,0-2 98,-1-6 0,0 0-301,-4 1 1,-2 3 129,-5 0 0,-5 7-580,0 2 466,-5 0 0,-3 6 0,-8-2 12,-3 4 0,-7 2 28,-3 2 1,-2 0-50,-2 0-294,6 0 285,-5 6 1,6-5 76,-2 3 1,-4 2 0,5-1 211,0 2 0,1 2 0,5 3 0</inkml:trace>
  <inkml:trace contextRef="#ctx0" brushRef="#br0" timeOffset="29">18137 2493 7719,'7'1'955,"-3"3"-229,3-2-432,-6 9 1,6-6 27,-3 4 0,-3 2 154,3-3 1,-4 3-738,-4 1 0,-3 2 162,-5 3-325,0-4 1,1 9-507,2-5 1,-2 4 454,3-5 1,-2 1 474,2-5 0,-3 1 0,4-1 0</inkml:trace>
  <inkml:trace contextRef="#ctx0" brushRef="#br0" timeOffset="30">18633 2096 8598,'8'0'928,"0"0"1,1-4-816,3 0 0,6-5-543,3 5 0,2-1-141,2 1 1,0-2 296,0-2 0,-1 1 274,1 3 0,0 2 0,0-3 0</inkml:trace>
  <inkml:trace contextRef="#ctx0" brushRef="#br0" timeOffset="31">18707 2133 7719,'-5'13'0,"-2"-1"0,-6 0 0,1 1 0,0-1 0,3 5 0,1-1 0,5 6 0,-1-1 0,3-2 0,1 2 0,0 1 0,0 7 1255,0-8 0,0 8 0,0-9-467,0 4 0,0 0-533,0 1 0,4-1-57,0-4 1,6-2 11,-2-5 1,3-1 0,1 0 0,5-5 87,0-2-208,5-4 1,-4-1-1,5 0-266,2 0 0,-3-6-312,7-2 272,-3-8 125,-1 2 1,5-10 0,2 5 0</inkml:trace>
  <inkml:trace contextRef="#ctx0" brushRef="#br0" timeOffset="32">19092 2183 11860,'12'-7'1667,"2"-3"-1169,3 6 1,2-1-430,6 0 1,0 4 40,-1-3 0,1 3-280,0 1 0,-2 1-515,-2 3 0,-3 3 492,-6 5 1,-5 5-257,-3-1 0,-4 7 163,-4-3 0,-4 4 69,-9 0 1,-2 3-10,-6 2 1,1-3 510,-1 3-224,5-3 0,3-3 182,4-2 1,2-3-147,3-6 0,4-1 0,8-2-43,4-5-182,9-3 1,-2-2-308,5-3 1,5-3-276,4-6 0,6-5-1599,-2-2 2309,-3 2 0,6-11 0,-4 3 0</inkml:trace>
  <inkml:trace contextRef="#ctx0" brushRef="#br0" timeOffset="33">19613 2046 7673,'8'0'910,"0"0"1,1-4-326,3 0 1,1-1-222,-1 0 1,2 4-222,2-3 0,4-2 14,4 2 1,-3 0-199,0 4 1,-2-4 98,2 0 1,-3 1-157,-6 7 0,0 5-65,1 7 1,-6-1 72,-3 6 1,-3 0 125,-1 3-41,0 1 0,-1 4 1,-2 1 147,-1 2 1,-4 0-65,4 1 0,-5-3 120,5-5-108,-6 5 1,8-3-1,-5 0 1,1-5 1,-3 0-364,0-5 1,-2 1 158,-1-2 0,-2-2-532,-2 3 0,0-4 317,-4 0 0,-1-5-241,-4 0 1,1-1 185,-1 1 0,0 2-841,0-6 1223,0 0 0,0 2 0,1 1 0</inkml:trace>
  <inkml:trace contextRef="#ctx0" brushRef="#br0" timeOffset="34">20171 2356 7673,'0'-19'523,"0"-3"-266,0 6 0,0-1 450,0 5-418,0 5 1,-1 1-72,-3 6 0,1 2-24,-5 2 0,-1 8 0,-3 9 0,-5 4 24,1 4 0,-1 2-24,5 6 0,-1 1 0,1-1 0,4 0 24,0 0 0,5-4-24,-1 0 0,2-9 330,2 1 1,2-9-532,2 1 0,7-9-103,5-4 0,5-2-85,-4-2 1,5-7-108,-2-6 0,-2 1 91,-1-5 0,-3 4-310,-2 0 280,-5 1 1,-2-1-47,-5 1 0,-1 5 0,-5 3-178,-6 2 0,-2-2 307,-6 0 0,-1 0-255,-4 4 267,0 0 1,6 4-176,2 0 1,1 2-129,4-2 0,-2-1 82,10 5 1,1-5 366,7 1 0,8 3 0,8 0 0</inkml:trace>
  <inkml:trace contextRef="#ctx0" brushRef="#br0" timeOffset="35">20444 2642 7673,'12'0'-349,"-3"4"710,-1 0 0,-5 1 667,1 0 1,-1-3-22,1 7 0,-3-1-500,3 4 0,-4 1-394,-4-1 0,1 2 105,-5 2 1,0 2-780,-5 3 1,2-2 0,2-4-947,1 2 0,-1 0 920,-3-5 1,4 0-651,-1 1 1237,7-1 0,-9-5 0,4-1 0</inkml:trace>
  <inkml:trace contextRef="#ctx0" brushRef="#br0" timeOffset="36">21213 2307 9528,'6'-7'761,"1"-4"1,5 10-562,0-4 1,2 0-1611,3 1 0,1-2 271,2 2 1139,4 3 0,-5-5 0,6 6 0</inkml:trace>
  <inkml:trace contextRef="#ctx0" brushRef="#br0" timeOffset="37">21585 2319 7673,'13'-5'2428,"-1"-1"-3376,1-2 1,-1-2-23,0 6 970,1 0 0,5-7 0,1-3 0</inkml:trace>
  <inkml:trace contextRef="#ctx0" brushRef="#br0" timeOffset="38">21933 2369 7673,'8'0'963,"0"0"0,-4-2-541,5-2 0,-1 2-32,4-7 1,1 5-150,-1-4 0,1 4-1547,-1-4 0,2 5 1306,2-1 0,4-3 0,4 0 0</inkml:trace>
  <inkml:trace contextRef="#ctx0" brushRef="#br0" timeOffset="39">23235 2046 7673,'-7'0'1092,"0"5"-291,3-1-465,3 0 0,-3 0 548,8 0-529,3 0 0,11-4-185,2 0 0,4 0-279,1 0 0,4 0 246,0 0-1180,5-5 0,-8 2 623,3-5 0,-4 4-702,-4-5 1,-3 5 1121,-6-4 0,-5 5 0,-2-2 0</inkml:trace>
  <inkml:trace contextRef="#ctx0" brushRef="#br0" timeOffset="40">23359 2108 7673,'-7'13'0,"-4"-1"471,3 1 0,3-4-102,0 4 0,0-4 212,1 8 0,-4 1-59,3-2 1,0 6 113,1-1 0,2 0-206,-2 3 1,-1-1-178,1 5 0,-2-1-285,2-3 0,3 1 95,-4 0 1,4-2-149,1-2 0,1 1-629,4-5 0,6-2 398,5-7 0,5-2-472,-5-6 1,6 0 287,-1 0 1,3-2-1537,0-2 2036,-4 3 0,3-10 0,-4 4 0</inkml:trace>
  <inkml:trace contextRef="#ctx0" brushRef="#br0" timeOffset="41">24054 1922 7673,'0'-7'0,"0"3"1131,0 8 0,-1 3-470,-3 6 1,-8 5-307,-4 2 1,-2 4-335,1 1 1,2 4 70,-5-1 0,4 6-110,0-6 1,6 0 84,2-7 0,5 1-329,-1-6 1,4 4 71,4-8 1,3 3-288,6-7 0,-1 2 227,0-2 0,1 3 1,-1-4 66,1 0 0,-1 4 390,0-3 0,-3 3-138,-1 2 0,-5-5 264,1 0 1,-3 1-146,-1 3 0,0 0 18,0 1 0,-5-1 4,-4 1 1,-2-1-44,-1 0 0,0 2-284,-1 3 0,-3-8 75,-1 4 1,-1-5-1037,2 0 713,2 3 1,-5-9-266,2 2 0,3-3-495,-2-1 0,2-1 1125,2-3 0,-1-9 0,1-6 0</inkml:trace>
  <inkml:trace contextRef="#ctx0" brushRef="#br0" timeOffset="42">23967 2170 7673,'13'0'0,"-1"-1"648,0-3 1,1 3-303,-1-4 0,2 3 0,3-1 472,3-1-549,-2-6 1,10 9-1665,-3-3 0,3-2 1395,1 2 0,3-11 0,5 1 0</inkml:trace>
  <inkml:trace contextRef="#ctx0" brushRef="#br0" timeOffset="43">24501 2034 9021,'0'-8'3223,"0"-1"-2815,0 7 1,5-8-372,3 6 0,3-4 62,2 4-339,-1-1 0,5 5 0,-1 0-47,-1 0 1,3 0 294,-1 0-29,-1 0 1,-3 6-53,-1 2 1,-1 3 18,-2 2 1,0-1 49,-5 0 0,1 2 29,-5 3 0,0 1 209,0 2 0,0 4-20,0-4 0,-5 4-74,1 1 1,-1 4-61,1-1 1,1 6 52,-5-5-231,5-1 1,-4-1 71,3 2 1,1-3-6,-5 3 0,4-7 0,-3-3-246,1-1 143,-3-2 1,2 1-295,-6 0 1,1-2-73,-1-7-26,1 3 1,0-8-1,-1 4-162,1-2 1,-1-1-100,1-4 1,4 0 786,-1 0 0,1-5 0,-10-2 0,-1-6 0</inkml:trace>
  <inkml:trace contextRef="#ctx0" brushRef="#br0" timeOffset="44">24972 2356 9493,'-1'13'412,"-3"-1"0,1 6-121,-6 3-151,1 2 0,-4 8 0,-1 3 219,1 6-214,0-1 1,-1 3-86,1-4 0,4-1-424,-1 0 324,6-11 0,-2 2-120,5-12 0,7-3 14,5-5 1,2-5-1,8-1-239,4-4 0,-1-9 148,4-6 0,-3-4 167,-1 5 1,-4-2-119,-1 1 1,-9 5 56,2 0 1,-9-1-168,0 5 0,-8 2 39,-4 2 0,-5-1 75,-3 1 0,-4 0 123,-4 4 1,-1 0-97,0 0 0,0 0-103,0 0 1,1-5 259,-1 1 0,4-1 0,0 1 0,1-3 0,-5-6 0</inkml:trace>
  <inkml:trace contextRef="#ctx0" brushRef="#br0" timeOffset="45">25555 1501 8025,'-7'-7'112,"2"0"2325,5 3-1770,0 2 0,5-9-467,3 3 0,5 1 117,3-1-486,4 0 0,4-1 60,1 1 0,-4 1-96,0-1 0,-2-2 181,2 6-76,2 0 0,-9 5 26,2 4 0,-6 7-117,-2 9 0,-5 8 0,-2 4 73,-7 2 0,-4 7 156,-11-1 1,-1 10-98,-7-1 0,2 1-158,-6-6 0,5 2 300,-1-6 1,4 4-108,5-8 1,6-7 243,6-9 1,5-10-11,-1 1 0,4-6-124,4 2 0,-1-5 93,5 1 1,0 1-60,4-1 0,-3 6-19,-1-2 1,-5 5 223,1 3 1,1-1-428,0 6 0,0 0 0,-2 4 330,1-1 1,6 3-26,-2 2 1,3-2-239,1 6 0,1-5 65,-1 1 1,1-3-377,-1-1 0,-4-1 184,0 1 1,-5-4-418,1 0 0,-2-5-926,-2 5 1018,0-1 0,-7 4-91,-6-3 1,0 1-27,-8-6 0,-4 5 604,-4-5 0,-5 6 0,2-8 0,-5 4 0</inkml:trace>
  <inkml:trace contextRef="#ctx0" brushRef="#br0" timeOffset="46">27292 1749 9538,'-7'0'1948,"-4"0"-1729,4 5 0,-1-2 1,-1 5 188,0 2 0,-4 5-153,-3 2 0,-3 9 4,-6-1 1,-6 9-64,-2 3 0,-8 6-340,-4 7 1,20-23 0,1 1 199,0 1 1,-1 0 0,-2-1 0,0 0-37,0 1 0,0 0 1,-2 0-1,-1 0-272,1 2 1,0 0 0,-2 0 0,0 1 237,-2 1 1,0 0 0,1-1-1,-1 0-386,-2 1 1,0 0 0,-1 1 0,0-1 334,-3 0 0,-1 1 0,1 2 0,0 1-82,-4 0 1,-1 0 0,2 0 0,0 0 42,-3 2 0,-1 1 1,2 0-1,0 1-10,0 1 0,1-1 1,-1 0-1,0-1 50,-2 2 1,1-1 0,3-2 0,0 1-229,-2 1 0,1 0-1,1-2 1,0 1 230,-2 1 0,1 0 1,1 1-1,0-1 11,-2 3 0,1-1 0,6-4 0,0-1 18,-3-1 0,1 1 0,0-1 1,1 1-120,-1 1 1,-1 1 0,0 0 0,0 0 116,1-1 0,0 0 0,1 2 0,0 0-2,-1 2 0,-1 0 1,2 1-1,1-1 53,-1 1 1,1-1-1,0-1 1,0-1-75,-1 0 0,1 0 1,5-4-1,1-2 0,2 0 0,0 0 0,1-2 0,-1-1 57,2-1 0,1 0 0,-1 1 1,1 1-32,3-2 1,1 0 0,0-1 0,1-1 80,-16 21 1,1-5 297,3 1 0,0-4-460,8 0 1,-1-2 52,9-11 0,1 0 480,3-5 1,5-4-1159,0-4 755,5-7-1247,-2-4 1378,5-10 0,5-8 1,2-6-1</inkml:trace>
  <inkml:trace contextRef="#ctx0" brushRef="#br0" timeOffset="47">25692 4316 7636,'0'-12'0,"0"-5"0,0 1 0,0-7 328,0 3 1,4 1-16,0-2 1,4 0 291,-4-4 1,4 2-144,-3 2 1,-1 3 171,-4 6-396,5 0 0,-5 5-48,0 3 1,-7 8 27,-9 4-52,2 8 1,-9 4-25,2 5 1,-2 5-97,-2 3 0,0 3-103,0 1 1,0 4-167,0 1 0,6-1-246,3-4 1,2-5 299,1-3 0,7 0-35,1-4 1,4-3-35,1-10 90,0 0 0,0 2 127,0 3 1,0-2-96,0 6 0,0-1 100,0 5 0,-4 1-38,0 3 1,0-1 110,4 5 0,0 0-97,0 4 1,0 0-136,0 1 1,0-1 0,1 0-181,3 0 1,-1 0 142,5 1 1,-1-3-102,1-2 1,3 1-3,-2-10 0,-2 4 315,1-7 0,0-4 0,4 1 0</inkml:trace>
  <inkml:trace contextRef="#ctx0" brushRef="#br0" timeOffset="48">25580 4130 8148,'-13'0'1325,"5"4"-1098,0 0 0,0 6 12,-5-2 1,1 3 97,-1 2-195,-4-1 1,1 6 48,-4 3 0,-1 8 11,-4 4 0,0 4-106,1 4 1,3 5-49,0 7 0,2 1 1,-3 7-96,1 2 0,6-4-389,-2-5 1,4-4 323,0-5 1,2-3-33,3-9 0,3-9 46,5-7 1,0-7-350,0-2 39,0-5 200,0 2 1,0-6-61,0-3 0,5-3 261,3-6 0,-1 1-235,1 0 1,1-2 95,3-3 0,1 3 180,-1-2 1,0 1-5,1-2 1,-4 3 76,4-2 1,-8 2 0,8 2 4,-2-1 1,-4 2-55,1 3 133,0-3-110,5 10 0,-7-4-106,-1 10 95,-4-4 0,-1 14-9,0-2 0,0 7 2,0 1 1,-4 8 62,0 4 1,-6 3-86,2 1-132,-3 6 0,-2 1 93,1 5 0,0 5-124,-1 0 1,2-5-184,3-3 1,-2-7 0,6-1 69,1-3 0,7-13-81,5-2 1,2-10 44,1-6 0,2-3-353,2-1 624,-2 0 0,15-5 0,-3-2 0</inkml:trace>
  <inkml:trace contextRef="#ctx0" brushRef="#br0" timeOffset="49">26076 4539 7755,'-8'0'206,"0"0"-62,5 0 767,-3 0 0,8 4-369,2 1 1,8-1-26,9-4 0,4 0 133,4 0 1,6 0-246,7 0 0,1-2-572,-2-2 1,-3 1 177,4-5 1,-4 0-1013,0-5 1,-8 5 651,-5 0 0,-6 5-2724,-7-1 2223,-5 3 0,-2 1 850,-10 0 0,-7 5 0,-7 2 0</inkml:trace>
  <inkml:trace contextRef="#ctx0" brushRef="#br0" timeOffset="50">26287 4638 7755,'-12'13'-446,"-1"-1"1,1 1 951,-1-1 1,1 0-34,0 1 1,1 1-2,2 2 0,-2-1-201,3 6 1,1 0-39,-1 4 0,0-1-33,-5 1 1,2 4-13,3 0 1,-3 0 137,3-4 1,2 0-75,2-1 0,3 0 51,1-4-192,0-2 0,0-5 0,1-2 20,3-3-45,3-2 0,7-6-492,2 0-1,4 0 256,4 0 0,3-5-807,1 1 1,0-5 0,5 0-1483,2-2 2440,0 4 0,8-9 0,1 2 0</inkml:trace>
  <inkml:trace contextRef="#ctx0" brushRef="#br0" timeOffset="51">26734 4763 7754,'-6'6'0,"3"4"323,-5-6 1,1 6 381,-1-2 1,-2 4-285,6 5 0,-4-3-163,4 2 1,0 2-45,4-1 1,0-1-201,0-3 0,1-1 138,3 1 0,4-7-234,9-1 80,2-4 0,2-2-253,0-4 0,-1-1 47,5-7 1,0-3-79,0-1 0,-2-4 128,-2 5 1,-3-5-8,-6 5 1,0-5 142,1 4 0,-6 1 106,-3 4 0,-8 0-80,-5 4 1,-3-1-55,-4 4 1,-5 1 11,-8 4 1,3 0-109,-3 0 0,-2 2-437,3 2 450,4-3 0,2 9-517,5-6 0,1 4 1,4-2 649,-1 1 0,1-5 0,-1 4 0</inkml:trace>
  <inkml:trace contextRef="#ctx0" brushRef="#br0" timeOffset="52">27106 4490 7754,'0'-7'839,"5"-4"1,-2 5-531,5-2 1,-4-3-96,5 3 1,-1 1 427,4-1 1,2 3-209,3-3 1,-2 4-427,6-4 1,-6 5-123,1-1 0,2 2-46,-1 2 1,-1 0-76,-3 0 1,-2 6 216,-3 2 1,2 3-149,-6 2 0,0 0 12,-4 4 1,0-2 130,0 6 1,0-1-51,0 5 1,-6 4 183,-2 0 0,1 6-42,-1-2 1,1-2-30,-1 2 0,-2 2 142,6 6 0,-2-6-91,2 2 1,3-7-209,-3 3 1,2-4 99,2 4 0,0-7 33,0-1 1,-4-1 5,0-8 0,-1 5-133,0-5 0,4 1-178,-3-5 0,-3-1 105,-1-2 1,1 2-288,-1-3 0,-1-3 154,-3 0 0,0-4-326,-1-1 0,4 0 209,-4 0 1,3 0-244,-6 0 677,2-6 0,-4 0 0,-1-7 0</inkml:trace>
  <inkml:trace contextRef="#ctx0" brushRef="#br0" timeOffset="53">27614 4961 7768,'0'-12'629,"0"-1"23,0 1-123,0 5 1,-4 3-164,0 8 0,-6 4-116,2 9 1,-3 7-73,-1 10 0,-1 1 25,1 3 1,0 3-77,-1 0 0,1 5 76,-1-5 1,2 3-407,3-7 1,2 2 177,6-10 0,2-6-327,2-6 1,4-5 148,9-3 1,2-8 25,6-5 0,-2-10 111,-2 2 0,2-8 10,-2 4 0,-3-5 127,-1 5 0,-5-5-121,-4 4 1,-2 1 43,-6 3 18,0 1 0,-2 1-280,-2 3 0,-7 2-67,-5 6 0,-6 0-75,1 0 1,-1 2-6,1 2 0,-2-2 54,2 7 1,2-5-155,-2 4 0,10-5 515,-1 1 0,8-3 0,-7 5 0,4 1 0</inkml:trace>
  <inkml:trace contextRef="#ctx0" brushRef="#br0" timeOffset="54">28098 5159 7768,'-5'13'0,"-2"-1"791,-6 1 0,1-1 47,0 0 0,-1 2-369,1 3 1,-1-2-416,1 6 1,0-1 21,-1 5 0,1 0-825,-1 0 1,2-1 530,3 1 1,-2-4-1452,6 0 1669,0-12 0,10 8 0,0-10 0</inkml:trace>
  <inkml:trace contextRef="#ctx0" brushRef="#br0" timeOffset="55">28545 4452 7765,'-9'-1'1418,"1"-3"0,5 1-620,-1-5 1,8 4 80,5-4 1,9 5-371,6-1 1,3-2-149,6 2 0,4-4-158,4 4 1,1-1-587,-5 5 0,-1 0-269,-3 0 0,1-4-591,-5 0 1,-5 0 98,-8 4 0,-6 1 329,-2 4 0,-5-3-370,1 7 1185,-14-7 0,-3 9 0,-12-4 0</inkml:trace>
  <inkml:trace contextRef="#ctx0" brushRef="#br0" timeOffset="56">28793 4465 7765,'-19'12'180,"-3"1"132,5-1 1,0 0 134,5 1 0,0 5-88,-1 2 1,1 4 608,-1 1 0,5 1-408,0 3 0,0 2 377,-5 7 0,5-1-427,0 0 1,1 0-112,-2 1 1,0-1-264,5 0 0,-5-4-225,5 0 1,0-11-511,4-1 0,7-6 462,5-3 1,6-5-458,7-3 0,1-4 244,3-4 0,-1-4-1766,5-9 0,-1 2 2116,1-5 0,3-1 0,-5-4 0</inkml:trace>
  <inkml:trace contextRef="#ctx0" brushRef="#br0" timeOffset="57">29066 4564 7702,'0'-8'1007,"0"0"1,0 3-110,0-3 0,5 4-421,4-4 1,3 4 347,5-5 1,2 7-317,6-3 0,4 4-353,0 1 0,-2 6 41,-6 2 0,1 4-533,-6 5 0,0 2 254,-8 6 1,-3 0-155,-5-1 1,-7 1 130,-5 0 0,-6 5 32,-7 3 1,-1-1-35,-3 1 1,4-5 50,1 1 1,0-4 323,8-5-185,5-2 0,8-11-173,11-3 1,6-4 101,11-4 1,1-3-1195,3-5 1,2-5-797,7 1 1,-2-6 1977,-3 1 0,2-2 0,-3-2 0</inkml:trace>
  <inkml:trace contextRef="#ctx0" brushRef="#br0" timeOffset="58">29649 4353 9939,'5'-12'1868,"4"-1"0,2 5-1121,1 0 1,5 4-505,-1-5 0,6 5-125,-1-4 0,6 5-192,2-1 1,-4 3-122,-4 1 1,-5 1 228,5 3 0,-10 7-201,2 6 1,-9 6 116,0 2 1,-3 1 38,-1 7 1,-5 0-63,-4 5 0,-2-1 69,-1 0 0,-5 2 25,1 2 1,-2-2 53,1 2 0,8-4-203,-4-4 0,4 3 119,-4-3 1,1-4-359,-1-4 0,5-2 124,0-6 0,0 3 1,-5-3 1,1-2 6,-1-7 1,0 2-91,-4-6 1,2 4-43,-6-3 1,5 3 95,-5-4 1,5 0-777,-5-4 0,6 0 450,-2 0 0,1-1 597,3-3 0,-7-3 0,6-6 0</inkml:trace>
  <inkml:trace contextRef="#ctx0" brushRef="#br0" timeOffset="59">30257 4849 8063,'-9'2'970,"1"2"1,-1 4-45,-8 9 0,-2 2-403,-6 6 0,-1 6 39,-3 7 1,3-1-172,-3 4 0,8 2-385,4-2 0,5-4 84,4-3 0,2-8-48,6-1 1,7-10 26,5-7 0,6-5-88,7 1 1,1-4-340,3-4 0,-2-3 194,1-6 1,-1-3-330,-3-1 0,0 1 216,-3 3 1,-9 1-191,-8 0 0,-2-1 146,-2 1 0,-2 4-26,-2-1 1,-4 5 114,-9-4 0,2 4 32,-6-5 1,6 5-221,-1-4 203,-4 5 0,7-6-1415,-4 4 846,3-4 786,7 2 0,2-5 0,5-1 0</inkml:trace>
  <inkml:trace contextRef="#ctx0" brushRef="#br0" timeOffset="60">30542 5110 8783,'0'8'2342,"0"0"-1528,0 1 0,-5 3 97,-4 0 1,2 1-766,-1-1 0,0 5 29,-5-1 1,1 5-1570,0-5 1,1 5 833,2-4 0,0 3 560,5-3 0,-6-1 0,3-3 0</inkml:trace>
  <inkml:trace contextRef="#ctx0" brushRef="#br0" timeOffset="61">31063 4291 9465,'12'4'1325,"1"0"1,1 1-693,2-5 0,9 0-236,8 0 1,4 0-322,5 0 1,-4-2 17,4-2 0,-4 1-1505,-1-5 0,-5 1 317,-3-1 1094,-14-3 0,-4 4 0,-11-5 0</inkml:trace>
  <inkml:trace contextRef="#ctx0" brushRef="#br0" timeOffset="62">31187 4403 7693,'-12'12'664,"-1"1"0,0-1-204,-4 0 1,3 6 590,-2 3 1,6 2-482,2 2 1,-1 0 244,-3 0 1,5 1-337,3 3 0,3-4-451,1 0 1,0-1-22,0-3 0,7-3 11,5-1 0,6-5-394,7-4 0,1 2 292,3-6 0,-2 0-1269,6-4 1,-1-1 499,1-3 1,2 1-1774,-6-5 2626,0-1 0,-5-3 0,1 0 0</inkml:trace>
  <inkml:trace contextRef="#ctx0" brushRef="#br0" timeOffset="63">31783 4328 7693,'6'0'3536,"5"0"-3106,-9 0 1,2 6-188,-8 2 0,-4 9-23,-9 3 1,-2 5-25,-6 4 0,0 1-1,0 4 1,1 1 24,-1-2 1,7 3 307,5 1 0,6-6-167,7-6 1,3-2-343,6-6 1,6-1-286,14-3 0,4-7-306,8-1 1,3-5-752,6-5 1,-1 3 642,1-7 0,-7 0-191,-6-8 1,-1 3 385,-7-2 0,-6 2 485,-6 2 0,-3-6 0,-2-2 0</inkml:trace>
  <inkml:trace contextRef="#ctx0" brushRef="#br0" timeOffset="64">31956 4415 7693,'-18'18'0,"5"-4"0,-4 2 0,2 4 777,-2 0 0,4 5 820,-4 4 0,7-1-816,2 5 1,5 0-156,-1 4 1,3 0-254,1 1 0,0-3-1096,0-2 0,4 2 496,0-6 0,4 0-439,-4-4 1,1-5 308,-5 1 357,5-6 0,-4 3 0,5-6 0</inkml:trace>
  <inkml:trace contextRef="#ctx0" brushRef="#br0" timeOffset="65">32192 4366 7747,'-7'0'2188,"2"-6"0,6 1-1749,3-4 1,4 4-240,9 5 0,-2-4 1,6 0 1,4-2-222,3 2 1,3 3 72,-2-4 1,-3 4 29,3 1 1,-3 0 49,-1 0 1,-4 0-142,-1 0 0,-9 0 103,2 0 1,-5 6-123,0 2 0,-2-1 3,-6 1 0,0 0 108,0 5 0,-4-1 105,-1 0 0,-3 5-102,4 0 0,-6-1 8,2-4 0,1 1-74,-1-1 0,0 5-137,-5-1 1,1 5 26,-1-4 0,5 3 110,0-3 0,0 3-156,-5-3 1,2 4 24,3-5 0,-2 2 294,6-1 1,0-4-101,4 4 0,0-3 34,0-2 0,1 1-58,4-1 1,-3-1-10,7-3 1,-5 3-169,4-3 1,-4-2-263,4-2 0,-3 2-108,3-2 0,-5 1 202,1-1 1,-2-2-1628,3 2 793,-4-3 58,4-1 1,-3 0 414,2 0 0,-3-1 646,3-3 0,-2 2 0,-8-9 0,-1 5 0</inkml:trace>
  <inkml:trace contextRef="#ctx0" brushRef="#br0" timeOffset="66">32217 4825 7751,'-17'1'0,"1"3"0,-1-3 291,5 4 1,-1 0 189,1-1 1018,0 0-497,5 2-271,1-5 0,9 5-279,5-6 0,6 0 129,11 0 1,1-6-221,3-2 1,1 1-233,3-1 0,2 0-192,-6-5 1,0 5 97,-5 0 1,0 5-1353,-3-1 0,-4-2 38,-4 2 1279,-6 0 0,-2-2 0,-5 0 0</inkml:trace>
  <inkml:trace contextRef="#ctx0" brushRef="#br0" timeOffset="67">32738 4713 7751,'-2'11'384,"-2"-3"1,2 3 301,-7-3 0,1 9-255,-4 4 1,-6 3 383,-3 5 1,-2 3-305,-2 5 0,5 1-149,4-1 1,3-6-226,5-2 1,3-7-71,5-1 0,5-6-171,3 2 0,9-9 141,4-4 1,2-2-488,2-2 1,0-6 263,0-2 0,-5-3-628,1-2 0,-7 1 339,-2 0 1,-5-1-13,-7 1 0,-1-1 85,-4 1 0,-7 0 4,-9-1 0,-6-3 26,-2-1 1,-6 1 124,2 3 0,2 1-437,-2-1 684,-1-5 0,-3-1 0,0-6 0</inkml:trace>
  <inkml:trace contextRef="#ctx0" brushRef="#br0" timeOffset="68">32949 4105 7751,'19'-16'811,"-2"-1"0,2-4-306,1 5 1,4-1-207,1 5 0,-2 5 246,-2 3 0,2 1-77,-2-1 0,-3 3-289,-2-3 1,-2 8 34,-1 4 0,-2 4-187,-3 5 0,-3 2 112,-5 6 1,-2 1-25,-7 3 1,-4 3 98,-12 5 1,-1-4-291,-3 0 1,1-4-193,-5 4 1,0-1-247,-4 1 0,1 1 159,3-5 1,4-4 161,8-4 1,3-2 26,6 2 1,5-2 22,3-2 1,8-4-59,4 4 1,-2 1 14,-2-2 0,1 6 445,0-1 0,-1 2 209,-4 2 0,0 0 482,0 0 1,0 0-101,0 0 0,0 3-331,0 1 0,0 0-133,0-4 0,5-4-135,3-1 0,3 0-618,2 0 0,2 4 271,-3-3 1,4 1-712,-8-2 0,-3 4-352,0-4 1,-4 4-950,-1 1 0,-3-2 2108,-5-2 0,-6 2 0,-11-4 0</inkml:trace>
  <inkml:trace contextRef="#ctx0" brushRef="#br0" timeOffset="69">32750 5407 7751,'-25'7'1026,"1"-3"1,0 2 1371,3-2 1,4 0-1088,4-4 1,5 0 313,0 0 0,1 2-4167,-2 2 0,-2-3 2542,3 3 0,-14 3 0,-4 0 0</inkml:trace>
  <inkml:trace contextRef="#ctx0" brushRef="#br0" timeOffset="70">6476 7243 7751,'0'-7'0,"0"2"0,0 6 0,0 3 0,0 4 0,0 9 0,0 2 681,0 6 1,0 4 940,0 0 1,-5 5-1083,1-1 0,0 7-323,4 2 1,0 3-17,0-3 1,-4 4-218,0 0 1,-4 2 89,4 2 1,-5 3-298,5 1-42,-6 0 1,4 0 226,-7-1 0,5 7-47,0-2 1,1 2-100,-2 2 1,0 0 42,5 0 0,-5 2 107,5 2 1,0-3 57,4 3 1,0-6 125,0-3 0,0-1-35,0 6 1,0-9 137,0 5 1,0-1-124,0-4 1,0 9-91,0-4 1,2 6 7,2-6 0,-3 2 14,3 2 0,-2 4-219,-2 0 169,2-30 1,1 0 0,-2 33 0,2-32 0,-1 0-71,-1 1 0,-1-1 0,0 2 0,0 0 15,0 1 0,0-1 0,0 0 0,0-1-169,0 32 1,0-2 273,0-6-73,0 0 0,1-10 0,2-2-7,1-2 1,0 0 12,-4 2 1,0 4 15,0 0 1,0 3-46,0-3-109,0 5 1,0-1 123,0 8 1,-1-2 17,-3 2 1,2 1-75,-2 0 0,3 0 5,1-1 0,0-2 1,0 2-116,0-3 0,0-6 73,0-4 0,0 1-61,0-4 1,0-3 93,0-10 0,0-7-55,0-5-242,0 0 173,0-17-235,0 3 1,-1-12 120,-4-3 0,3 1-219,-7-5 0,1-1 37,-4-3 1,-1-6-498,1-3 996,0-2 0,-1-7 0,1-2 0</inkml:trace>
  <inkml:trace contextRef="#ctx0" brushRef="#br0" timeOffset="71">5917 11534 9497,'-7'6'2575,"7"1"-2141,9 5 0,2 5 1,1-1 0,6 6-104,3-1 0,6 2-244,2 2 0,2 0 71,-2 0 0,-3-1-41,3 1 1,1 0-99,-1 0 0,-1 1 113,-8 3 1,-1-3-24,-2 3 0,-3-3-14,2-1 0,-2-6 111,-1-2-120,-1-9 1,4-2 147,1-6 1,0-6-25,-5-2 1,2-9 91,2-3 0,2-9-236,3-4 1,2-7 104,-2-2 1,2-10-1031,2-2 0,0-6 728,-13 27 1,1-1-1,1 0 1,1 0-1021,-1-3 1,1-1 0,2-2 0,0 0 637,0-1 0,-1 0 0,0 3 0,-1 1 513,-1 2 0,1 0 0,-1 2 0,1 0 0,15-31 0,3 5 0,-3 11 0,-2 9 0</inkml:trace>
  <inkml:trace contextRef="#ctx0" brushRef="#br0" timeOffset="72">5545 13519 7638,'-19'6'0,"-3"4"524,5-6 1,1 4 213,3-3 30,6-1-291,2-4 1,16 0 91,6 0 1,11 0-96,10 0 0,6-6-115,10-2 0,2 1-453,6-1 0,0 4 284,0-5 0,-4 3-185,0-3 0,-2 2-53,2 3 1,-8 3 71,-9-3 1,-8 4-270,-4 4 1,-4 1 110,-4 4 1,-5 2-197,-7-3 0,-4 7 111,-5 2 0,0 3-2,0-3 1,-7 6-47,-5 2 1,-7 1-181,-10 7 1,-2 5 202,-2 3 0,-3 0 114,3-4 1,-7 1 81,-1-1 1,0 4-54,3 1 0,0-1 497,-4-4 1,4-4-247,-4 0 1,5 0 230,4 4 1,3-5-98,5-3 0,6-3 62,2-1 1,9-1-88,4-4 1,4-2 20,4-5 1,4-2-60,9-3 0,3 1 138,9-4 1,-1-1-135,5-4 1,0 0 10,4 0 1,5-4-83,-1-1 1,5-4 34,-5 1 1,6-8-356,-2 0 0,-1 3 140,2 5 1,-1 4-652,5-4 1,-6 4-156,-3-5 0,-3 7-522,-5-3 0,-4 4 276,-9 1 1,-2 4 1077,-5 0 0,-1 6 0,0-3 0</inkml:trace>
  <inkml:trace contextRef="#ctx0" brushRef="#br0" timeOffset="73">6749 13729 7820,'-20'0'0,"4"0"0,-2 0 400,1 0 0,-3 5 641,3-1 1,-5 7-464,1 1 0,-2 3-198,-2 10 0,-5 0-119,-3 12 0,-3-1-33,-1 9 0,-5 5-295,1 4 0,17-25 1,0 1 68,-1-1 1,0 0 0,2 1 0,1 0-51,-3 2 0,0-1 0,3-2 0,1-1-81,-2 2 0,1-2 1,-20 22-391,19-23 1,1 0 0,-13 11 129,2 4 1,13-14-2548,7-3 1563,6-5 1373,7-14 0,0 5 0,0-4 0</inkml:trace>
  <inkml:trace contextRef="#ctx0" brushRef="#br0" timeOffset="74">7567 13345 7846,'7'-1'1817,"-3"-4"-1128,3 4 1,-7-3-230,0 8 0,-7 4 63,-9 9 0,-9 8-101,-8 8 0,-10 9-230,-6 8 1,19-18-1,-1 1-526,-4 3 1,0 2-1,-4 6 1,-1 0 419,-1 2 1,-1-1 0,-1 4 0,-1 0-392,-1 2 0,-1 2 0,14-16 0,0 1 0,0 1 332,-1 1 0,0 0 0,0 0 0,0 0 0,1 1 0,0-1-303,3-1 0,0-1 1,0 1-1,0 0 1,0 1-1,1-1 257,-1 2 0,0 1 0,0-1 0,-1 2 0,0-1 1,0 0-137,1 0 0,0-1 1,0 0-1,0 0 1,-1-1-1,1 0 28,-11 17 0,2-2 0,1-2 1,0-1-131,4-2 0,0-1 0,3-3 0,0-2 174,3-6 0,0-2 0,2-2 0,2-2 408,-15 18 0,11-10-836,2-3 1,10-14 1125,3-2-2612,-1-11 2907,12-5-910,-5-16 0,17-8 0,3-13 0</inkml:trace>
  <inkml:trace contextRef="#ctx0" brushRef="#br0" timeOffset="75">6575 15280 7846,'21'-13'550,"-1"1"1,1 5-424,4 3 0,1-2-127,3 2 0,3 0 0,5 4 0,0 0 0,0 0 0,-5 0 0,-3 0 0,1 0 0,-1 0 0,-5 0 832,-8 0 1,-4 6 804,-3 2 0,-4 4-1116,-5 5 0,-1 2-834,-3 6 1,-9 4 231,-7 0 0,-4 9-338,-1 0 1,-4 0 152,1-5 0,-6 2 125,5-6 1,-5 4 8,1-4 0,4-2 117,4-6 1,0-2 51,5-2 1,-2-5 166,1 0 0,7 0 555,6-8-519,5 0 0,-1 0 5,8 0 1,7 2-137,6-2 1,5-2 235,-2 7 0,1-7-68,4 3 1,-3-4-61,7-1 0,3 0-210,1 0 1,3-1-298,1-4 0,0-3-882,0-8 1,0 1 575,1-6 0,3 0-1066,0-4 1,1-1-599,-5-3 2260,-5 3 0,5-3 0,-3 3 0,2-4 0,-4 1 0,-5 1 0</inkml:trace>
  <inkml:trace contextRef="#ctx0" brushRef="#br0" timeOffset="76">7667 14895 9036,'12'-4'1633,"0"0"0,5-4-158,-1 4 1,6-6-721,-1 2 0,8 1-162,4-2 1,4 1-294,5-4 0,-4 5-310,4 3 0,-4-2-463,-1 2 0,-1 1 384,-3 8 0,-4 1-71,-8 7 1,-9 9 194,-7 3 1,-5 8-568,-5 0 0,-4 8 135,-12 5 1,-2 3-94,-15 5 0,4 2 432,14-24 1,-1-2 0,-1 0 0,1-2 130,0 2 0,1-2 0,-26 25 90,5 0 1,1 1-73,7-4 0,4 1 72,8-10 1,5-4-38,7-4 0,4-1 47,5 1 0,1-7-106,3-5 0,3-6 265,6 2 0,6-8-47,6 0 0,1-7-132,7 2 1,1-2 32,8-2 0,2-6-128,5-2 1,0-4-588,-4-5 0,3 2 301,-2-6 0,1 1-377,-2-5 1,-3 0 241,-9 0 0,1 5-811,-5-1 0,0 2 202,-4-2 0,-2-1-136,-2 5 1,-3 1 1107,-6 3 0,1 1 0,-1 0 0</inkml:trace>
  <inkml:trace contextRef="#ctx0" brushRef="#br0" timeOffset="77">8622 14970 7846,'-14'12'972,"-3"0"1,-1 1-539,-2-1 1,1 6-99,2 3 0,-2 4 441,-6 4 1,4 2-50,1 6 1,-1 6 145,-4 3 0,-1 3-1202,-3 5 1,3-3 346,-3 3 0,-3 2-1277,-1 2 1,1 4 1032,16-29 0,-1 0 0,1-1 1,-1 0-2245,-2 1 0,1 0 2469,2 1 0,0 1 0,-3-3 0,0 0 0,2 3 0,1 1 0,0-2 0,1 1 0,1-3 0,1 0 0,-12 29 0</inkml:trace>
  <inkml:trace contextRef="#ctx0" brushRef="#br1" timeOffset="78">10693 6102 10945,'6'7'840,"2"-2"-291,9-5-521,2 0 0,10-4 154,0 0 1,5-1-509,-1 0 0,3 3-102,2-7 1,-3 5-959,-2-4 1167,3 5 0,-11-2-525,0 5 1,-6 0-102,-6 0 845,-6 5 0,-2 2 0,-5 6 0</inkml:trace>
  <inkml:trace contextRef="#ctx0" brushRef="#br1" timeOffset="79">10880 6114 7713,'-13'0'-1225,"1"0"1529,-1 0 1625,1 0-1125,-1 0 1,2 2-334,3 2 1,1-3-219,3 3 1,3 3 0,-3 2-7,2 2 0,2 1-118,0 0 0,0 6-124,0 3 0,0 7 60,0 0-15,0 7 1,0-3-116,0 5 0,0-4 24,0 0 0,0-1-106,0 1 1,-4 1 33,0-5 39,0 0 0,4-4 23,0 0 0,0-2 46,0-2 0,0 2 0,0-4-29,0 1 0,0-2 28,0-6 0,5 0 119,4 1 0,-2-1 25,1 1 1,0-5 112,4 0 0,-2-5 52,3 1 1,-4-3-99,8-1 1,-2 0-112,1 0 0,2-4 43,3 0 0,2-5-365,-2 0 1,3-2-615,0-1 1,0 4 0,-2 1 365,-1 1 1,-5 1-2089,5 1 2564,-6 2 0,8-3 0,-3 5 0</inkml:trace>
  <inkml:trace contextRef="#ctx0" brushRef="#br1" timeOffset="80">11686 6350 7713,'4'-8'-866,"0"-1"0,0 5 1240,-4-4 1,0 4 22,0-4 1,2 1-41,2-1 0,-3-4-41,3 4 1,-2-3 54,-2-1 0,0-1-23,0 1 0,0 0-98,0-1 0,0 1-5,0-1 0,-6 1-47,-2 0 0,1-1-104,-1 1 0,-1 3 77,-3 1 1,-2 5-205,-2-1 1,2 3-23,-3 1 0,-1 3 82,2 5 0,-5 2 140,5 10 1,-1 6-1,5 8-38,-1 1 1,1 4 65,0 2 1,1-1-95,2 6 0,0-2-32,4 1 0,1 1-15,4-9 1,0-3 72,0-9 1,2-7-186,2-5 34,3-7 1,5-6-75,1 0 1,3-5-105,1-3 1,5-5 0,-3-3-592,0-5 521,5-2 1,-9-2 1,6 0 0,-5 3 54,5-3 0,-6 3 27,1-7 1,-2 7 62,-1 1 0,-2 2 216,-3-1-169,-3 2 296,-5 5-96,0 6 1,-1 2 46,-3 5 0,1 7-32,-5 5 0,5 2 0,-2 7-53,-1 1 1,5 1 172,-3 2 1,2-2-11,2-2 0,0 2-272,0-2 1,0-2-185,0 2 1,2-6 136,2 2 1,-1-5-421,5-4 1,0 2 235,4-6 0,1 0-702,-1-4 0,1 0 402,-1 0 0,-4 0-463,1 0 1020,-1 0 0,4 0 0,1 0 0</inkml:trace>
  <inkml:trace contextRef="#ctx0" brushRef="#br1" timeOffset="81">12083 6040 7713,'-13'7'-1,"1"-3"0,4-3 70,-1-1 0,5 0 1124,-4 0-327,5 0 1,-8 0 59,10 0-454,-5 0 1,12 0-254,2 0 1,5 0 58,3 0-130,-2 0 1,8 0-168,-5 0 0,5 0 99,-2 0 1,4 0-209,0 0 1,-3-4 0,-2 0-288,-1 1 0,3-2 221,-4 1 1,3-5-27,-3 5 0,-1-4 62,-3 4 1,-1 0-237,1 4 265,-1-6 0,-1 6 49,-3 0 0,-2 2 294,-6 6 1,0 4-132,0 5 0,0 1 62,0-2 0,0-1-45,0 6 0,0 0 116,0 4 0,-4-1 4,0 1 0,-2 0 4,2 0 0,2 0 116,-2-1 1,3 5-124,1 0 1,-4 4 0,0-2 111,1 0 1,2-3-130,1 1 0,0 1-113,0-1 0,1 1 56,3-1 0,-1-4 3,5 0 1,-4 0 6,5-5-22,-7-2 1,5 2-59,-3-4 0,-2-6-131,2 2 0,-3-2 31,-1 2 1,0 1-151,0-1 1,0-4-600,0 1 321,0-7 1,-1 8-1036,-3-6 1257,-3 0 1,-6 0 0,1 2-361,0 1 345,-1-4 0,-1 3-1044,-2-1 1,-3-4 441,-6 3 0,-4 2 850,0-2 0,-6 0 0,4-4 0</inkml:trace>
  <inkml:trace contextRef="#ctx0" brushRef="#br1" timeOffset="82">12827 6474 7218,'8'-4'325,"1"0"157,-7-6 1,4 7 988,-6-5-556,0 5-2,0-2-578,0 5 1,-6 5 18,-2 4 0,1 7-99,-1 5 1,0 2-36,-5 2 0,1 4-34,0 0 0,-1 5 12,1-1 0,-1 7-148,1 2 0,0 5 44,-1-2 1,2-1-162,3 2 1,2-5 74,6 4 0,-4-5-256,0 2 1,1-9 104,7-4 1,-1-9-31,5-3 0,1-5 168,3-3 0,1-4-33,-1-5 0,2-1 161,2-3 1,-1-7-90,6-6 1,-4-5-225,3 1 0,-5-2 123,2-2 1,-3 0-190,-2 1 1,-1 4 40,-3 4 1,2 2 25,-6 2 0,0-1 138,-4 1 0,-1 3-80,-3 1 0,-3 5-33,-5-1 0,-5-1 42,1 1 0,-2 0-232,1 4 1,-1 0 71,-3 0 0,-2 5-631,2 3 0,2 3 234,-2 2 1,5 0 678,-5 4 0,0 2 0,-3 6 0</inkml:trace>
  <inkml:trace contextRef="#ctx0" brushRef="#br1" timeOffset="83">13683 6375 7713,'-12'0'0,"-1"0"0,5 0 455,0 0 1,4-4 358,-5 0 103,7-6 1,-3 7-397,10-5 1,3 5 232,8-1 1,4 3-309,5 1 0,5 0-5,3 0 0,3 0-258,1 0 0,4 0-336,1 0 0,-1 0-255,-4 0 0,0 0 347,1 0 0,-1 0-1624,0 0 1,-4 0 758,0 0 1,-7-5 925,-1 1 0,6-5 0,-5 2 0</inkml:trace>
  <inkml:trace contextRef="#ctx0" brushRef="#br1" timeOffset="84">14093 6028 7713,'-13'-9'203,"1"1"0,-1 5 883,1-1 761,-1 3-1333,1 1 1,5 2-54,3 7 0,3 0-113,1 12 0,0 1 116,0 7 1,1 1-115,3 3 1,-2 7-297,2-2 0,1 7-282,-1 1 0,0-2-350,-4 1 1,0-1-692,0 2 1,0 3 649,0 1 0,-1 0-2751,-3 3 3370,3-2 0,-10 4 0,4 2 0</inkml:trace>
  <inkml:trace contextRef="#ctx0" brushRef="#br1" timeOffset="85">15035 6114 7713,'9'0'-521,"-1"0"1,0 0 1040,5 0 0,-5 0-84,0 0 0,0 0 64,5 0 1,1 0-165,2 0 1,-2 0-244,2 0 0,2 2 95,-1 2 0,5-1-155,-1 5 1,-2-4 109,2 4 0,-6-4 70,1 5-182,-2-1 1,-3 6 4,-3 2-74,-2-2 1,-8 5 0,-2-3-251,-4 0 259,-8 6 0,0-8 1,-3 4-3,1 0 0,-3-3-66,5 6 41,-6-6 1,4 3 34,-3-6 0,-1 5 48,6-1 1,-5 1 88,4-5 1,0 0-49,0 1 0,3-1 135,-2 1 1,2-2 103,2-3 143,-1 3-156,1-4-62,5 0-156,1-2 162,6 1-127,6-5 0,1 5 154,5-6-129,1 0 0,0 0-36,4 0 1,-3 0 12,2 0 0,-1 0-39,2 0 1,-2 0-71,6 0 0,-2 0-7,2 0 1,2 0 1,-2 0 1,1 0-100,-1 0 0,2-2 74,-2-2 0,1 3-165,-2-3 0,-2-2-545,-5 2-868,-1 0 35,0 4-656,1 0 2225,-6 0 0,-2 0 0,-5 0 0</inkml:trace>
  <inkml:trace contextRef="#ctx0" brushRef="#br1" timeOffset="86">15767 5978 7713,'-12'-6'817,"5"4"589,3-7-957,2 7 0,4-8 122,2 6 1,4-4-210,9 3 0,3 1-79,9 4 0,-1 0-85,5 0 0,-5 0-100,1 0 0,1 6 91,-1 2 1,0 2-213,-4-2 0,-5 4-79,1 1 0,-10-1-103,1 5 1,-3 1-254,-1-2 1,-4 2 238,-8-1 0,-3 2-99,-5 6 1,-6 0 71,-3-1 0,-8 5 30,-4 0 1,-2 2 42,2-2 1,-7 1 199,3 3 1,1-3-2,3-5 0,2-2 100,-2-2 0,-2 1 282,6-5 0,7-1 3,10-3 115,-1-6-330,12 4 1,-3-9 53,8 7 1,4-7-56,9 2 0,2 2 66,6-2 0,1 0-147,3-4 1,3 4 62,5 1 1,0-1-30,0-4 1,0 0-11,1 0 1,-1 0-560,0 0 1,3 0 260,-3 0 1,-2 0-929,-10 0 1,-2 0 522,-2 0 0,-3 0-2728,-6 0 3293,-5 0 0,-2 5 0,-5 2 0</inkml:trace>
  <inkml:trace contextRef="#ctx0" brushRef="#br1" timeOffset="87">16524 6028 8782,'-7'5'1247,"-4"-4"-869,3 4 1,-5 1-68,-3 3 1,-3 3-102,-6 5 1,-6 3-97,-2 9 0,-4-1 52,-4 5 0,1 0-293,-6 4 1,5 0 217,-5 1 0,6-5-339,-1 0 0,7-6-528,1 2 1,5-7 442,-1-1 1,8-6-274,5 2 0,3-8-171,5 0 777,3-7 0,16 4 0,2-6 0</inkml:trace>
  <inkml:trace contextRef="#ctx0" brushRef="#br1" timeOffset="88">17132 5916 7713,'-13'5'0,"1"4"0,-6 6 0,-3 1 0,-3 12 0,-5 1 0,-9 7 470,-7 5 1,19-17-1,0 2-143,-1 2 0,0 2 0,-5 0 0,0 0-134,2 1 0,-2 0 0,-2 0 1,-2 0-248,1 0 0,0 0 0,-3 2 0,-1 0 27,-1 1 0,1-1 0,2-3 1,0 0-189,1-3 0,1 0 0,3-2 0,1 1-48,0-1 1,0-1-1,1 0 1,1-1-8,-21 19 0,7-2-40,10-11 1,6-2 84,-2-6 1,8 1-137,4-6 0,5-3-246,4-5-407,2-5 1894,6 2-880,0-16 0,11-2 0,3-12 0</inkml:trace>
  <inkml:trace contextRef="#ctx0" brushRef="#br1" timeOffset="89">16822 6623 7713,'0'-17'116,"0"1"1,0-2 984,0 1-702,0 4 0,-2-4 278,-2 9 1,-3 2-273,-5 6 1,-1 11-53,1 6 0,-2 6-131,-2 6 1,1 8 12,-6 9 1,6 6 2,-2 2 1,-1 1-94,2-1 0,-1-3-242,5 3 0,4-5 138,-1-3-135,7-9 1,-3-4-37,10-8 1,3-10-138,8-15 170,4-6 0,4-7 0,0-4-391,-3-4 0,2 2 55,-2-2 276,-3 1 1,-1-5 0,-4 2 188,-1 2 0,-5 3-65,-3 6 102,-2-1 0,-4 5 1,-2 1-71,-4 1 1,-5 2 117,-3 4-134,-3 0 0,-6 6 0,0 2 27,0 3 1,2 2-20,2-1-333,3-5 1,6 4 0,-1-4-840,1 0 0,4 2 164,-1-5 1017,7 6 0,-9-3 0,4 5 0</inkml:trace>
  <inkml:trace contextRef="#ctx0" brushRef="#br1" timeOffset="90">17008 6772 7713,'7'-13'0,"4"2"0,-3 3 0,3-3 0,1 3 0,5 1 0,-1-1 0,7 3 2373,-3-3 1,9 4-1150,4-4 0,3 5-592,1-1 0,2-2-273,2 2 1,3 0-269,6 4 0,-2 0 8,-2 0 1,-9 1-549,-8 4 0,-8 3 46,-5 8 1,-8 4-361,-4 4 0,-12 7 195,-4 2 0,-13 3 171,0 1 0,-12 4 84,0 1 0,-3-1-85,3-4 1,-5 0 636,1 1 1,-1 2-207,5-3 1,6 1 733,2-9 0,8 0 496,4-4-481,4 0 0,7-7-242,6-6 0,10-5-147,6-7 1,6 0-88,-1 0 1,4-1-109,4-4 0,2-1-358,7-7 1,-1 1 66,0-1 0,-4 1-1074,0 0 0,-5-1-12,1 1 1,-3-1-422,-1 1 0,-2 0 102,-2-1 1,-3 5 1497,-6 0 0,1-1 0,-1-3 0</inkml:trace>
  <inkml:trace contextRef="#ctx0" brushRef="#br1" timeOffset="91">17802 6772 7713,'-13'0'151,"1"0"0,-5 1 1,1 3 7,1 4 1,1 9 2579,1 4-1994,-4 2 1,-1 3 0,-4 3-189,1 4 0,2 4-530,-2 5 26,-3-4 0,1 9 1,-6-4-510,2 1 1,0-4 202,3 1 28,-1-2 1,-3-2 0,2-1-308,3-3 1,2-4-1846,0-8 1094,-2 2 1283,9-9 0,-9 4 0,3-6 0</inkml:trace>
  <inkml:trace contextRef="#ctx0" brushRef="#br1" timeOffset="92">13212 8111 8038,'-13'0'0,"1"0"0,0-1 1148,-1-3-173,6 2-51,-4-3-512,10 5 0,2 0-167,12 0 0,5-2 22,6-2 0,12 3-37,6-3 1,6 1-49,6-1 1,-1 1-239,9-5 1,-1 5 54,-26 1 0,0 0 0,30-4-123,1 2 0,0-1-250,-4 1 1,-4 1-197,-12-5 1,-5 5 285,-8-1 1,-4 2-926,-8 2 0,-3 0 1209,-6 0 0,1-5 0,-1-2 0</inkml:trace>
  <inkml:trace contextRef="#ctx0" brushRef="#br1" timeOffset="93">13832 8186 8037,'-12'0'-217,"-1"1"-549,1 3 1504,-1-3 0,2 10-251,3-2 1,-3 2-18,3 1 1,1 2-136,-1 2 1,5 0 225,-1 4 1,1 5-147,-1 4 0,2 1 51,-2-1 0,3-1-66,1 5 0,-1 4-99,-4 4 0,0 2-161,-3-1 0,-3-2-107,2 5 1,-2 5 34,-1 3 0,0 1-57,-1-4 1,-1 3 213,-2 1 1,2 4-115,-3-4 1,4 4 47,0-5 0,2 8-66,3 1 0,-3-3-75,3 7 0,1-5 109,-1 5 0,3-2 16,-3-2 0,4-4-140,-4-1 1,5-4 110,-1 1 0,-2 2-134,2 2 1,-4-3 63,4-1 0,-2 1-411,2-1 0,1 5 119,-5-1 1,0 1-37,-5-1 1,5-3 77,0-5 0,4-2 53,-5-3 0,7-3 34,-2-9 0,2-4-4,2-9 0,0 2-95,0-5 1,0-1 127,0-3 1,0-5-137,0 0 0,0 1 118,0 3 1,0 0-384,0 1 1,2-1-42,2 1 1,-3-1-288,3 0 421,-2 1 0,-2-1 117,0 1 0,-5-1-314,1 1 0,-1-5 202,1 0 1,1-4 392,-5 4 0,-1-5 0,-3 3 0</inkml:trace>
  <inkml:trace contextRef="#ctx0" brushRef="#br1" timeOffset="94">12964 11100 7719,'0'8'0,"0"1"670,0-7 1,0 9-117,0-2 0,1-2-3,3 1 1,-1 0-126,5 5 0,2-1-173,6 0 1,-2 1-6,3-1 1,1 1-26,-2-1 0,6 0 27,-1 1 1,-2-6-53,2-3 1,0-3 7,3-1 0,5-5-81,0-4 0,0-3-110,-4-5 1,1-2-172,3-6 1,-1 1 127,5-1 1,-6-6-730,2-2 0,3-3 390,1-1 0,3-4-934,1 0 1,0-6-1337,1 1 2637,-1-2 0,-3-2 0,1 1 0,-1-1 0,-4 1 0,-2-1 0</inkml:trace>
  <inkml:trace contextRef="#ctx0" brushRef="#br1" timeOffset="95">11934 14101 7989,'-8'0'-10,"-1"0"0,5-4 183,-4 0 0,5-1 108,-1 1 0,4 2 146,4-2 1,9-1-67,7 0 0,9-4 244,4 0 1,9 3-197,3-3 0,3 2-30,2-1 1,1-1-140,3 4 0,-9 0-781,1 1 0,-8 2 43,-5-2 0,-2 3-309,-6 1 1,-2 0 806,-2 0 0,-3 5 0,-6 2 0</inkml:trace>
  <inkml:trace contextRef="#ctx0" brushRef="#br1" timeOffset="96">12244 14064 7989,'-5'13'0,"-2"-1"0,-6 0 0,2 2 327,3 3 1,-3 2 93,3 6 0,-2 0 91,2-1 1,-3 7-95,2 2 0,-6 3-120,-1 1 1,-1 4-164,5 1 1,-1 0 89,1 0 1,4-4-26,-1 4 1,7-4 24,-2-1 1,2-5-212,2-3 0,0-3 20,0-1 0,2-6-84,2-2 0,3-5-87,5-4 0,5 2 104,-1-6 0,6 0-288,-1-4 0,2 0 158,2 0 0,1-1-196,3-3 1,2 1 97,2-5 1,2 0 260,-1-5 0,7-5 0,3-1 0</inkml:trace>
  <inkml:trace contextRef="#ctx0" brushRef="#br1" timeOffset="97">13100 14362 7899,'0'-8'-45,"0"-1"0,0 1 142,0-4 1,0-1 307,0 1 1,0 0-63,0-1 1,0-1 182,0-2 1,0 1-87,0-6 0,0 6-165,0-2 1,-1 3-66,-3 2 1,1 1-14,-5 3 0,-1 2 43,-3 6 1,-5 11-11,1 6 0,-6 8 22,1 8 1,-1 5-10,1 12 1,-2 0-142,2-1 0,5-3-47,3-1 0,2-9-149,7 1 0,1-9 31,7-4 0,5-10-172,7-10 0,8-4-245,5-4 0,5-8 239,-1-9 1,2-2-30,-2-2 0,-3-4 28,-5 0 0,-2 0 74,-2 4 1,-4 2 80,-9 2 0,-3 3 138,-5 6 79,6 0 223,-10 5 1,2 4 133,-10 11 1,4 2-231,-1 10 0,7 1-22,-3 4 0,4 0-58,1 0 1,0-1-333,0 1 1,1-1 114,4-4 1,2 0-688,5-4 0,2-4-42,2 1 1,4-2-336,4-7 0,1-1-31,0-7 1,0-5 1134,0-7 0,-1-3 0,1-6 0</inkml:trace>
  <inkml:trace contextRef="#ctx0" brushRef="#br1" timeOffset="98">13696 13977 7927,'-13'0'2973,"6"0"-2434,2 0 1,5-1 190,0-3-497,0 3 0,5-5-138,4 6 0,2 0 49,1 0 0,4 0-52,1 0 0,5 0 6,-1 0 1,-2 0-180,2 0 0,-1 0-93,5 0 0,-1 0 83,-4 0 0,4 0 12,-4 0 0,2 0 94,-1 0 0,1 0 45,-5 0 0,-1 0 16,-3 0 0,-1 6 16,1 2 1,-7 3-38,-1 1 1,-3 1 12,2-1 0,-2 2-3,2 2 1,-3 0-4,-1 4 1,-5-1 63,-3 2 1,1 3-56,-2-4 1,2 4-61,-1 0 0,-3 5 26,3 0 0,-3 3-6,-2 1 0,2-4 9,3 8 0,-3-2 17,3 2 1,-3 0-90,-2 0 0,2-1 60,3-3 0,-3 3 106,3-3 0,2-3-110,2-1 0,-1-4 235,1-4 1,-1-3-4,5-6 0,0 1 10,0-1-228,0-5-144,0-2 0,2 0-271,2-1 305,-3 0 1,3-3-574,-8 3 1,2-1 280,-7 5 0,-3-4-243,-5 5 1,-5-6-14,2 1 1,-5 3-30,-4 1 0,-4 3-402,-9 1 1,-3 1 455,-9-1 0,-2 6-1747,-6 3 2342,28-10 0,0 1 0,0-1 0,-1-1 0,-2 0 0,0 0 0,0 1 0,-1 0 0,1 1 0,0 0 0</inkml:trace>
  <inkml:trace contextRef="#ctx0" brushRef="#br1" timeOffset="99">14303 14833 7789,'0'-12'517,"0"4"-36,0-1-12,0 1 1,7-4-3,6-1 1,5 5 36,6 0 0,5 5-110,0-1 1,10 2-155,-2 2 1,-1 0-110,-3 0 0,-5 7 100,1 6 0,-3-1-210,-1 5 1,-8 2 122,-4 2 0,-2-2-117,-7 2 1,0-1-113,-4 5 1,-5 0-69,-4 0 1,-7-1 113,-5 1 0,-2 0-31,-2 0 0,0-2 149,0-2 0,1 1-50,-1-5 1,0 3 217,0-3 1,6-1-63,2-3 0,3-1-3,2 0 0,5-3-34,3-1-56,3 0 0,10 1-113,4-1 1,7-5 69,1 1 1,8-3-91,4-1 0,4 0 59,5 0 0,-2-4-141,5 0 1,1-6 83,3 2 0,1 1-1079,-1-1 1,-4 5 23,-4-1 1,-4 2-1348,-4 2 2441,-2 0 0,-7 0 0,1 0 0</inkml:trace>
  <inkml:trace contextRef="#ctx0" brushRef="#br1" timeOffset="100">1365 3783 7897,'-13'0'-236,"1"0"214,5 0 1190,1 0-327,6 0-415,0-6 1,2 3-140,2-5 1,3 4 41,5-4 1,1 5-122,-1-1 1,0-2 13,1 2 0,5 0-127,2 4 0,0-4 121,0 0 1,1 0-152,4 4 0,1-4 68,3-1 1,4 0-241,8 1 1,1 2 107,7-2 0,8-1-323,9 1 1,-30-1 0,0 1 286,-1 2 0,0 0 0,1-2 1,1 0 64,0 2 0,1 0 1,1-2-1,0 0-41,1 2 0,-1-1 0,-2-1 0,0 0 27,-1 2 1,-2 0 0,33-3-94,-32 2 1,0 1-1,34 1 60,-34-1 0,0 0 0,1-1 0,0 0-76,30-1 1,-30 2 0,0 0 53,34 2 1,-34-2-1,0 0-262,-1 0 1,0 0-1,32-2 121,-5 4 1,-1 0-67,-3 0 1,-4 0 218,-9 0 0,-3-4-72,-9-1 1,-3-3-96,-5 4 0,0-2 85,-1 2 1,-4 2-407,-4-7 0,-6 7 456,-2-3 59,-5-1 0,8-1 0,-4-6 0</inkml:trace>
  <inkml:trace contextRef="#ctx0" brushRef="#br1" timeOffset="101">3697 3311 8183,'12'0'0,"1"-4"230,-1 0 0,5 0-81,-1 4 1,5 0 759,-5 0 0,6 1-317,-1 4 1,2-3-184,2 7 1,0 0-339,0 8 0,0-3 52,0 2 1,-2 3-455,-2 2 0,-3 1 261,-6-1 0,-5 1-187,-3-6 0,-8 6-128,-4-1 1,-14 2-374,-7 2 1,-13-4 268,-7 0 0,-8-1-132,24-7 0,0-1 0,-30 12 359,-4-4 0,33-8 1,-2-2 124,-1-1 0,0-1 1,-2 0-1,0 0 137,-4-1 0,0-1 0,-2 1 0,0 1 0,-4 0 0,-1-1 0,0 1 0,1-1 0,-1 1 0</inkml:trace>
  <inkml:trace contextRef="#ctx0" brushRef="#br1" timeOffset="102">620 3373 12022,'0'-6'2874,"2"0"-2499,2 6 0,-1 0-113,5 0 0,6-4-147,6 0 0,5 0 112,4 4 0,8-2-332,9-2 0,2 3 119,2-3 0,-2 2-613,-3 2 0,-2 4-271,-6 0 0,-11 8 451,-5 0 1,-11 0 31,-6 5 1,-8 2 38,-4 2 0,-10 1 154,-7-1 0,-1 3-37,-7 1 0,-2 1-26,-6 7 1,2-4-131,-2 4 0,1 0 284,-2 5 1,2 0 40,-5 4 1,1-4 133,-2 4 1,4 0 383,4 0 0,3-1-304,2-4 1,8-5 550,8-3 1,9-9-325,4-3 0,2-3 190,2-2 1,6-1-3,2-3 1,9 2 127,3-6 0,9 5-283,4-5 1,7 0-57,2-4 1,3-2-493,-3-2 0,3 3 161,-4-3 1,1-3-755,-5-1 0,-4 1 652,0-2 0,-5 5-1840,1-4 0,-5 5 870,-3-1 0,1-1-819,-5 1 1866,-1-6 0,2 3 0,1-5 0</inkml:trace>
  <inkml:trace contextRef="#ctx0" brushRef="#br1" timeOffset="103">1290 3584 7866,'-12'0'0,"-5"0"699,1 0 1,-1 2-218,5 2 1,-6 0 299,-3 8 1,-2-1-434,-2 10 0,-4 1-195,0 7 0,-5 3-328,0 5 1,-6 1-71,-1 4 1,-2-2-463,2 5 1,-2 1 442,-2 3 1,-2 0-1003,6-4 1,1-2 1264,7-6 0,-3-5 0,4-2 0</inkml:trace>
  <inkml:trace contextRef="#ctx0" brushRef="#br1" timeOffset="104">906 4862 7915,'-18'12'498,"4"-1"62,-3-3 0,8 3 159,0-2 0,7 2-254,-2 1 0,8 1-9,4-1 0,4 6-266,5 3 0,6 1-225,6-2 1,4 5 132,-4 0 0,6 1-80,-2 7 1,-1 0-178,1 4 0,-6 1 135,2-1 0,3 6-265,1 2 0,-3-1 1,-1 2 1,2-5 192,-3 4 1,7-3 144,-2 3 1,3-1 232,1 2 1,-4 1-134,0-6 1,2 6 59,6-2 0,-7 2-43,4-1 1,-4 2-55,3-3 0,-2 5-124,2 4 0,-2-3-219,6 2 0,-3 0 136,0 1 0,4-2 16,-19-23 1,0 0 0,21 23-23,-21-25 1,-1 0 0,24 24 1,4-2 1,-4 2 51,-21-24 0,0 0 0,18 24 0,-19-24 1,1 0-1,21 24-2,-1-1 0,2-1 62,-5 1 0,-1 1-47,-4 2 0,-4 0 188,0 5 1,0 0-77,-14-27 0,0 0 0,18 26 1,0 1 1,0-4-17,1 4 0,0-2-34,-17-27 0,-1 0 1,0 1-1,-1 0 19,22 23 0,-2 5-12,-2-4 1,-17-23-1,0 0-22,17 27 0,-17-29 0,0 0 24,13 20 1,3 6 127,2 3 0,-1 2-118,0-3 1,0 3-13,0-7 1,-16-24 0,0 0-27,20 25 1,-18-25 0,0 0-4,18 25 0,2 1-78,-2-1 1,-1 1 71,-17-27 0,-1 2 0,-1-1 0,-2 1-68,23 24 1,-4 1 70,0-2 0,3 0-97,-20-24 1,-1 0-1,20 27 80,-7 2 0,-2 1-2,-7-5 1,5 4 35,0-4 1,4 5 103,-4-1 0,6-3-5,-2-1 0,-1 2-102,1 2 1,3-3-26,1-1 1,3 1 38,-7-1 0,1 1-25,-1-1 0,2-2-25,-6 6 0,0-6-13,-4 2 1,-1-2 13,1 2 1,0-3-13,0 3 0,-2-3-142,-2-2 1,4 2 159,0 3 1,-1-4 148,5-1 0,2 1-85,-2-4 1,1-2 52,-1 1 0,-3-4-46,3 5 0,-3-5 17,-1 5 1,0-4-70,0 8 1,-2-7-2,-2 6 0,2-6-93,-2 3 0,-2-5 73,2 4 0,-6-1-64,1 2 0,2-3 73,-1-6 0,5 4-6,-1 1 1,2-1 18,2-4 1,0 0-1,-1 1 0,1-1-15,0 0 1,0-4 43,0 0 0,-5-4 127,1 4 0,-4-4-148,3 4 1,-5-1 374,2 1 1,-3 1-373,-2-5 0,-4 4 180,1-4 0,-1 0-166,4-4 1,-1-4 41,-2-1 0,2-3-61,-3 4 0,2-6 0,-2 1 1,2-6-712,-6-2 315,0 0-531,1 5 612,-3-6 1,2 0-519,-8-3-135,2-3-354,-9 5 396,4-6 428,-5 0 1,0-2 481,-1-2 0,-5-3 0,-1-5 0</inkml:trace>
  <inkml:trace contextRef="#ctx0" brushRef="#br1" timeOffset="105">5496 12923 7804,'-11'-8'1526,"2"0"-530,-2 5 427,10-8-869,-5 10 1,6-4-26,0 10 1,7 3-138,6 8 1,0 0-111,8 4 1,0 1-198,4 4 1,1-1 121,3 1 0,-2-4-134,6 0 0,0-6 81,5 1 0,-1-2 5,0-2 1,4-5 60,1-2 0,2-5-63,-7-5 1,3-3 11,-7-8 0,2 0 0,-2-4 0,-3-5-71,-5-4 0,-4-4 84,-1 4 1,-6-1-386,-2 1 1,-1-3 145,-6-5 1,-1 0-678,-4-1 1,0-4 378,0-4 1,0-6 151,0-2 0,5 0-60,3 5 1,4-1-1,0 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588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6761 6350 8057,'8'0'283,"0"0"0,-3-4-52,3 0 0,-4 0-94,4 4 0,1 0 58,3 0 1,0 0-105,1 0 1,1 0 101,2 0 0,-1 4-184,6 0 1,0 1 79,3 0 1,7-4-47,2 3 1,-1 2-19,1-2 1,0 1-69,4-1 0,0-2-10,0 2 1,1-3 78,-1-1 1,-4 0-189,0 0 1,-6 0 64,2 0 1,-2 0-151,-3 0 0,-4 0 69,-4 0 1,2 0-431,-1 0 362,-1 0 1,-3 0-49,-1 0 0,-4 0-427,1 0 721,-7 0 0,4 6 0,-6 1 0</inkml:trace>
  <inkml:trace contextRef="#ctx0" brushRef="#br0" timeOffset="1">10135 4800 8349,'-12'0'971,"-1"0"1,1 0 41,0 0 1,3 5-126,1 3-514,5 4 0,-6 4 1,4 2 116,3 1 1,0 2 331,2 4-450,0 5 1,6 2 14,2 5 1,2 0-71,-2 0 0,2 5-89,-6-1 1,4 7-58,-4 2 1,0 1-413,-4 7 0,-5 0 526,-3 4-441,-3 0 1,-6 5 135,9-32 0,-1 0 1,-1 0-1,-2-1-64,2 2 1,0-1 0,-10 29 7,0 3 0,5-5 20,-2-5 1,7-7-1,4-9-53,0-2 0,2-2 51,4 0 1,0-5-157,0-3 1,0-3 115,0-1 1,0 1 32,0 3 1,0-8 87,0-1 1,4 0 235,0-4 0,2-3-140,-2-5 1,-1-1-96,5 1 1,-1-1 123,1-3-130,3-2 0,-4 7 148,5-5 0,1 0 50,-1-4-6,1 0 0,-1 0-46,0 0 0,1-1-39,-1-3 0,5 1-92,-1-5 0,5 5 59,-5-1 1,7-3 12,-3-1 1,4 1-11,0-1 1,1 1-173,0-1 1,5-3 155,3 2 0,3 0-180,2 0 1,-1-2 41,0 3 4,0 3 1,6-5 0,1 4-64,0-1 123,4 5 1,-4-4-78,6 6 1,-3-4 59,3 0 1,-4 0 6,8 4 1,1-2-1,2 0-26,3-2-115,5-1 1,4 1-1,-3 0 138,-2 1 1,2 2-180,0 1 0,-29-2 0,1 0 176,-3 0 1,0 0-1,2-1 1,0 2-10,29 1 0,5 0 0,-4 0-12,2 0 0,0-5 11,-34 3 0,0 0 1,1 0-1,0 0-10,30 2 1,-30 0 0,0 0-45,34 0 0,-1 0 48,1 0 1,1-1-46,-34-1 1,0 0 0,0 1 0,-1 0 39,-1 0 0,0-2 1,34-2 62,-2 1 0,-4-1-88,3 5 1,2-4 163,-2 0 1,0 0 17,-4 4 0,0 0 123,0 0 1,4 0-145,0 0 1,-30-2 0,-1 0-43,31-2 0,0 0-69,-4 4 1,3-5 88,-3 1 1,4-1-156,-4 1 1,0 1 94,4-5 1,2 4 54,-2-5 1,-4 7 23,-4-3 1,-4 0 173,4 1 0,-2-5-26,2 5 1,1 0-104,-5 4 1,1-4-22,-1 0 1,-3 0-78,3 4 0,-8 0 150,0 0 1,-6-4 53,1 0 1,2-1 25,-2 5 1,1-4 80,-5 0 1,-5-1 424,-3 0 1,1 4-289,-1-3 0,-4 1 100,-5-1 0,1 3-446,4-3 0,-2 2 223,-2 2 1,1 0-341,-5 0 1,0 0 128,0 0 1,-3 0-279,2 0 1,-6 0 62,-2 0 1,-4 0 159,5 0 1,-5 0 265,4 0-374,-5 0 0,2 0 0,-3-4 0,2 0 0,-3 0 0,5 2 0,-6-2 0,0 3 0,5-10 0,-2 5 0,5-2 0,-5-3 0,1 3 0,2 1-293,-2-1 0,5-2 272,0-7 0,-2 4-130,1-4 0,0-2 50,5-2 0,-1-4-16,0-4 1,5 3-810,-1-3 0,2-2 113,-1-2 0,-2-1-102,6-3 1,-1 3 90,5-8 1,-4 4 299,0 1 1,-1-1 203,5 1 0,-6 0 58,-2 0 1,-3 4 109,-2 0 1,-4 4-85,1-4 1,-7 5-117,2-1 1,-1 3 128,1 1 0,-2 0-7,2 1 0,-1 0 114,1 3 1,-3 4-27,3 4 0,2 1 184,-2-1 1,1 2-85,0 3 128,-4-3 1,6 6-6,-3-4-40,-3-2 1,6 6-92,-3-4-88,-2-2 29,3 10 18,-5-10 175,0 10-173,0-10 29,0 9 21,0-3 0,-4 3-129,0-2 1,-1 3-131,0-3 248,-1 2 1,-7 2-141,1 0 1,-1 0 96,1 0 0,-1 0 58,1 0 0,-2 0-64,-2 0 1,1 0 151,-6 0 0,-5-1-125,-7-3 1,0 2 126,-5-2 1,-3-1-179,-13 1 0,-4-5-505,-8 5 0,-3-4 505,32 6 1,0 0-1,0-3 1,-1 0 47,1 1 1,0 0 0,-4 0-1,-1 1 22,1-1 1,0 0 0,1 0 0,1 1-16,4-1 0,0 0 1,0-2-1,-1 1-107,-1 0 1,0 1-1,-2 0 1,1-1 48,1 1 1,-1-1-1,-1 0 1,0 1 156,1 2 0,1 0 0,0-3 1,-1 0-41,-3 1 1,-1 0 0,-3 0 0,-1 1 52,-1-1 1,-1 0 0,-3 1 0,0 1-358,1-2 0,1 0 1,-3 3-1,-1-1 285,-3 1 0,0-2 0,-4 1 0,-1-1 46,-1 1 1,0 0 0,-2-1 0,1 2-35,1 0 0,0 2 1,-3-2-1,0 0-284,-1-1 0,0 0 1,-3 1-1,0 1 290,1-3 1,0 1-1,-2 2 1,0 0 100,4 2 1,0 1 0,-4-2-1,0 0 89,21 2 1,1 0 0,0 0 0,-21 0-1,0 1-371,0-1 1,2 2-1,2 0 1,1 1 240,0-2 0,0 0 0,1 0 0,1-1 6,-1 1 0,2 0 0,2 0 0,1 1-190,2 0 0,0 2 1,0-1-1,0 0 179,2 1 1,1-1 0,-3-2-1,0 0-98,-2 0 0,0 0 1,5 0-1,0 1 30,1 0 0,1 2 0,3-1 0,1 0 63,3 1 1,1-1 0,2-2 0,0 0-184,2 0 0,0 0 0,-30 5 127,7 3 0,5 0-94,8 1 1,5-5 606,2 0 1,11-4-512,6 5 0,6-7 719,6 3 1,5-4-1099,0-1 1542,5 0-2318,-3 0 529,17 0 1,-1 4-236,11 0 875,-1 0 0,5 2 0,0 1 0</inkml:trace>
  <inkml:trace contextRef="#ctx0" brushRef="#br0" timeOffset="2">11053 8198 8202,'0'-17'0,"0"1"0,0-1 388,0 5 0,2 0 235,2-1 616,-3 1-777,10 5 0,-8 1-15,5 6 1,-4 3-153,5 5 0,-7 3-53,2 14 1,-2-1-52,-2 9 1,0 4-16,0 4 0,-2 10-156,-2-1 0,-1 8-174,-3 0 1,-4-1 118,4 5 1,-7-2 34,-1 6 1,7-32-1,0 1 98,0 0 1,1 0 0,-6 33-8,-2-2 0,2-7 9,2-1 0,1-6-8,2 2 1,0-4-39,4-5 1,0-2 195,1-6 1,2 0-67,-2 0 1,3-5-56,1-3 0,0-4 27,0-5 1,0-2-82,0-5 1,0-1 709,0 1-756,0-1-252,0 0 183,5 1 0,-2-6-65,5-3 0,-3 1 57,3-1 0,0 1-262,5-5 1,-1 4 69,0 0 1,6 0 41,3-4 0,2 0 22,2 0 1,4 0 179,0 0 1,8 1-25,-4 4 0,10-4 111,-6 3 1,5 2-115,-1-2 0,3 4 29,6-4 1,1 4-387,3-3 1,3 3 373,10-4 0,1 1-96,-30-2 0,-1-1 1,0-2-1,0 1-142,0 1 1,1 0-1,1-1 1,2-1 196,0 1 0,0-2 1,4 1-1,0 0 43,0 0 0,1 0 0,2 2 1,0 1 3,0-1 1,0 0 0,1 0 0,1 0-259,1-2 0,1 0 1,0 2-1,1 0 294,1 0 0,-1 0 0,2 2 0,-1 0-282,-2-1 0,0-1 0,3 0 0,0 1 239,1-1 1,0 0-1,1-1 1,1 0 16,2 0 1,0 2-1,0-1 1,-1 1-8,-1-1 1,0 0-1,-1 1 1,0 0-9,3-1 1,0 0-1,2-1 1,0-1-23,2 2 1,0 0 0,0-1 0,0 0-4,-1-1 0,-1 0 0,0 0 0,1 0 23,1 0 0,0 0 0,3 2 0,0 0-3,1 0 1,0 0 0,2 0 0,0 0-189,-4-2 1,0 0-1,2 1 1,2 0 189,-22 0 0,0 0 1,0 1-1,20-1 0,-1 1-127,-20 0 0,0 1 1,0 0-1,21-1 1,1 0 129,-23 0 1,1 1 0,0 0-1,23 1 1,-1-1 25,-21 0 1,1-1-1,-1 1 1,22 3-1,-1-1-42,-22-2 0,0 0 0,0 0 1,22 0-1,0 1-6,-1 0 1,0 0 0,2-1 0,-1 1 5,-20-2 1,-1 1 0,0 0-1,20 2 1,-1 0-70,3-3 1,1 0-1,-4 2 1,1 0 45,0-2 1,0 0-1,-20 1 1,0 0 0,0-1 24,1 0 1,1-1 0,0 1 0,-2-1 0,-1 1 0,1-1 29,0-1 1,0 0 0,1 0-1,-1 1 1,0 0 0,0 1-23,1-1 0,-1 1 0,0-1 1,0 0-1,0 1 0,1-1-1,0-1 1,1 0-1,0 0 1,20 0-1,0 0 11,-22 0 1,1 0-1,-1 0 1,22 0 0,-1 0 58,0 0 1,-1 0 0,0 0 0,0 0-127,1 0 0,-1 0 0,-3 0 0,1 0 195,-2 0 1,0 0 0,-1 0 0,-1 0-26,0 0 1,0 0-1,-1 0 1,0 0-85,1 0 1,0 0 0,-6 0 0,-1 0-31,3 0 0,0 0 0,-5 0 1,-1-1 143,0-1 0,-1 0 0,0 0 0,0 1-99,1-3 1,0 0 0,-5 2 0,1-1-10,-1-1 1,1 0 0,-1 2-1,-1 0-4,0-2 1,-1 0 0,2 2-1,-1 0 16,0-2 0,-1-1 0,-6 2 0,0-1 369,1 1 0,-1-2 1,30-6-212,-34 7 1,0 0 0,30-7 44,1-2 1,-8 1 69,-4 0 0,-3-1 545,-2 1 1,-3-1-712,-1 1 0,-9 0-19,1-1 0,-8 1 657,0-1 0,-3 0-704,-1-4 0,0 2 312,0-6 1,-4 5-517,-1-5 1,-3 0 387,3-3 0,-4-1-405,0 0 1,-2-1 77,-2-3 0,-3-3-102,-1-5 1,0 0 110,5 0 1,-5-6-12,0-3 0,0-2-131,5-1 0,-1-1-461,1 0 1,4-5-73,4-3 1,3-8 504,-12 31 1,0 0-1,3 0 1,-1 1-210,1-1 1,-1 0-1,3 0 1,-1-1 282,-1-1 1,-1 0-1,3-2 1,-1 1 155,-1 1 0,-1-1 0,1 0 0,-2 1-4,8-30 1,-10 34-1,0-1 169,5-32 1,1 4-91,-5 0 1,-5 7 26,-3 9 0,2 3 482,-2 6 1,0 1-236,-4 3 1,0 4 70,0 9 1,0-4-224,0 4 1,0-2-11,0 1 0,0-1-370,0 5 1,0 1 155,0 3 1,-4 1-395,0 0 230,-6-1 63,3 1 0,-5 4 41,-1-1 1,1 7-25,0-3 1,-1 4 4,1 1 0,-5 0 76,1 0 0,-2 4 48,1 0 0,-2 5-243,-6-5 1,0 5 217,0 0 0,-5-3-67,-3 3 0,-3-5 103,-1 4 1,-4-1-55,-1 1 0,-6-1-40,-2-3 0,-6-2 42,-10 2 0,1-3-264,-5-1 0,34 0 1,0 0 268,-3 0 0,-1 0 1,-1 0-1,0 0-5,-5 0 0,1 0 0,1 0 1,0 0 20,-2 0 1,1 0 0,-2 0 0,0 0-246,0 0 0,-1 0 0,-4-2 0,0 0 246,-1 0 1,-1 0-1,1-1 1,0 0-296,-1 1 1,0 0 0,1 1 0,-1 0 259,-2-4 0,0 1 0,0 3 0,-1 0 9,-1-2 1,0 1 0,1 1 0,0 1 0,-3 0 0,0 0 0,0-2 1,0 0 21,-2 0 1,0 0 0,-3-1 0,0 2-3,-1 0 1,0 2 0,1-1 0,0 0-272,1 0 0,0 0 0,1 0 0,-1 0 260,0 0 0,0 0 0,0 0 0,0 0 28,-4 0 1,0 0 0,3-2 0,1-1-24,-2 1 0,0 0 0,0 0 0,0 0 28,0 2 0,-1 0 1,-1 0-1,0-1-15,-2-1 1,-1 0-1,2 1 1,1 0 1,-3-1 1,1 0 0,0 1 0,1 1-30,-1 0 1,-1 0-1,23 0 1,0 0-1,-1 0 2,-1 0 0,-2 0 0,1 0 1,3 0-1,-1 0 0,0 0-132,0 0 0,-1 0 0,0 0 0,2 1 0,-1 0 1,0 1 145,0-1 1,-1 0-1,0 1 1,-1 1-1,0 0 1,-1-1 17,0 0 1,-1-1-1,1 0 1,2 2-1,0 0 1,0 0-21,0-2 1,0 0 0,1 1-1,-1 1 1,0 0 0,0 1 50,-1-2 0,0 1 0,0 0 0,-2 0 0,1 1 0,-1 0-38,2 0 0,0 0 0,0 0 0,1-1 0,-1 0 0,1 0 3,1-1 1,1 1 0,0 0 0,-1-1 0,0 1-1,0 0 0,0 1 1,1 0 0,0 0 0,-1 1 0,0-1 0,1 0 0,-1 0 1,1 0 0,0 0 0,1 0-1,-1 0 1,1 1-54,-21 1 1,0 0-1,21-2 1,0 0-1,0 0 49,0 1 1,1-1 0,-2 0 0,-1 0 0,-1 0 0,1 0-2,0 0 1,1 1-1,0-1 1,-1 0-1,0 0 1,1 0-6,1 0 0,0 0 0,0 0 1,0 1-1,-1-1 0,0 0 10,-2 0 1,1 0 0,-1 0 0,1 1 0,-1 1-1,1 0-2,1-1 0,0 1 0,0-1 1,0 1-1,1 0 0,0-1 4,-22 1 0,1 0 1,22 0-1,-1-1 1,0 1-3,0-1 0,0 1 0,0-1 0,-2 2 0,0 0 1,0 0 2,2-1 0,0-1 0,0 1 0,-1-1 0,0 2 0,1-2-30,-20 4 0,1-1 1,-1-1-1,1 0-31,-1 1 0,1 0 1,0-1-1,1 0 38,5-1 0,0 1 0,0-2 0,1 1 14,4-2 0,2 0 0,-1 1 0,-1-1 66,1-1 1,1-1 0,1 0 0,0 1 10,4-1 1,1 0-1,1-1 1,1 0-56,4 1 0,-1 0 1,1-1-1,0-1 190,3 0 1,1 0 0,0 0 0,0 0-214,-25 0 1,3 0-526,9 0 1,6 0 996,3 0 0,3 0-473,5 0 0,3 4 0,5 0 0,0 1 0</inkml:trace>
  <inkml:trace contextRef="#ctx0" brushRef="#br0" timeOffset="12">19166 9178 7960,'-12'0'246,"-1"0"-10,1 0 1,4 0 565,0 0-534,5 5 0,-3 2 155,6 6 1,0-1-45,0 0 0,0 1 44,0-1 1,0 6-107,0 3 0,4-2-80,1 2 0,4-2-186,-1 2 1,3-2 127,2-3 1,3-2-96,1 3 0,1-8 88,-2 0 0,0-7-339,4 3 0,-3-4-35,3-1 1,1-6-156,4-2 0,0-3 96,0-1 0,-1-6-19,1-3 1,-1 3 122,-4 2 1,2-4 56,-5 0 1,1 0 136,-2 0 1,0 3-75,4-3 0,-5 4 100,2 0 1,2 2 47,2 2 1,-2 3 145,2 1 0,-2 5 92,2-1 1,4 3-94,-1 1 0,-3 5-62,4 4 0,-3 6-56,3 1 1,-5 2-31,1-1 1,-7 1 30,-2 2 0,1 4-185,-5-3 1,-2-2-28,-2 2 0,-3-2-55,-1 1 1,0 3-166,0-7 1,-4 5 98,0-5 0,-2-1-163,2-6 160,3 2 224,-5-10-123,6 5 0,6-8 179,2-2 0,4-4-144,5-9 0,4 2-36,8-6 1,-3 1-43,3-5 0,2 2 104,3 2 1,-4-1-41,-1 5 0,-3 1-1,-1 3 1,2 2 303,-2 3 1,1 3-111,-9 5 1,-5 5 163,-3 3 1,-1 7-32,4 2 1,1 0 76,-1-5 1,0 5-77,1-1 0,3 1-87,1-5 1,5-5-51,-1-3 0,2-3 72,2-1 0,5 0-246,3 0 1,3-5 46,1-3 1,1-9-254,-1-4 0,4-1-57,1 2 1,-5-4-191,-4 4 1,-4-5 76,4-4 0,-7 4 134,-1 0 0,-6 2-1694,-6 6 1995,-7 1 0,-11 3 0,-9 1 0</inkml:trace>
  <inkml:trace contextRef="#ctx0" brushRef="#br0" timeOffset="13">19935 9550 8030,'-8'0'-247,"0"0"1,4 0 618,-5 0 0,5 0 15,-4 0 1,4 0 537,-4 0-200,5 0-286,-8 0 0,8 5-78,-5 4 0,5 2-11,-1 1 0,3 6-66,1 3 1,0 2-19,0 2 0,0 7-95,0 5 0,0 1-104,0 8 0,-5 5-158,1 7 0,-5-3-75,0-1 1,3-3-202,-3-2 0,2 1 220,-1-1 1,-2-9-711,6-2 0,-4-10 247,4 1 0,0-7-585,4-1-90,0-6-75,0 3 1360,0-11 0,0 4 0,0-4 0</inkml:trace>
  <inkml:trace contextRef="#ctx0" brushRef="#br0" timeOffset="14">19737 11026 8030,'0'-25'0,"0"0"0,1-4 729,3 0 1,-2 0 105,2 4 1,-3 6-330,-1 3 0,-1-1-44,-3 5 1,1-2-124,-5 10 1,0 0 43,-5 4 0,1 1-154,-1 3 1,-3 7 323,-1 6 0,-3 5-101,3-2 1,-4 2-110,5-1 0,-1 3-382,5-4 1,1-2 113,3-1 0,-2-4-196,6 0 0,0-5 140,4 0 1,5-5-677,3 1 1,5-8 306,3-4 1,4-4-516,4-5 0,1-2 275,0-6 0,0 6 180,0 2 1,-6 3 634,-2 2 0,-4 5-287,0 3 737,-1 2 1,-1 12-390,-3 3 1,-2 7 77,-6 1 0,0 2-88,0 2 1,1-1-193,3-4 0,-1 2-252,6-5 0,-1-5-545,4-4 0,5-5 563,-1 1 0,8-8-569,1-4 1,-1-7 718,5-2 0,3-5 0,0 3 0</inkml:trace>
  <inkml:trace contextRef="#ctx0" brushRef="#br0" timeOffset="15">20990 10988 8030,'0'-19'0,"0"3"0,0 2 307,0 1 1,0 1 134,0 0 1,0-1 142,0 1 1,0 4-223,0-1 0,-1 2-119,-4-1 0,-2 3 183,-5 5 1,-2 1-118,-2 3 1,-4 4 206,-4 9 1,-3 2-125,-1 6 1,0 5-16,-5 3 0,5-2-517,-1-2 1,5-3 176,3-1 0,7-6-94,6-2 159,5-9 1,4-4-511,12-8 1,10-9 205,10-7 1,3-5 34,1-4 1,-1 7-326,-3-3 1,-2 9-369,-7-1 0,1 9 551,0 4 0,-6 8 316,-2 4 1,-7 14 360,-2 7 1,-5 5-230,1 4 0,-3 3 95,-1 0 1,0 5-103,0-5 0,0 6 607,0-1 1,1-8-264,4-1 0,-4-4 216,3 0 0,-2 2-93,-2-6 0,0-6-209,0-6 1,-6-3-390,-2-2 1,1-4 95,-1 1 1,-5-7-448,-3 2 1,-2-2 297,1-2 1,2-7-460,-6-5 0,2-2 235,-2-7 1,-1 0-1279,6-3 0,-1-7-464,5-2 0,-1-3 1114,1-1 0,4-4 903,-1-1 0,1-10 0,-4 1 0</inkml:trace>
  <inkml:trace contextRef="#ctx0" brushRef="#br0" timeOffset="16">21213 10802 8030,'19'-6'0,"-1"-4"706,-5 6 0,-1 0 344,1 4-267,5 0 1,-5 5-317,4 3 1,-9 5-96,-4 3 0,2 2-249,-2 3 0,0 2 107,-4-2 0,-5 7-155,-4 1 0,-2 4 45,-1-4 0,-1-1-117,1-3 1,-2-5 33,-2-4 0,6-2 537,-2-2-415,2-5 1,3-7-146,3-8 1,4-4-459,4-5 0,3-4 247,5-8 1,5 2 210,-1-6 0,7 4 49,-3-4 0,2 5-2911,-1-1 0,2 7 2848,-2 2 0,2-1 0,2-4 0</inkml:trace>
  <inkml:trace contextRef="#ctx0" brushRef="#br0" timeOffset="17">21623 10864 8030,'-13'13'1927,"-3"1"-1494,-1 2 1,2-2 570,7 2 1,-2 0-137,6 0 0,0-2 1017,4 3-1530,0-4 1,1-2-112,3-2 0,7-4-488,6-5 1,3-1 229,-3-3 0,5-3-662,-1-6 0,-2 0 512,2-4 1,-5 3-832,5-2 1,-7 0 202,-2 0 1,1 2 165,-5-2 0,-3 2 362,-1 1 0,-4 2 285,-4 3 0,0-1 1,-8 4 0,2 1-124,-6 4 0,-4 0 465,0 0 1,0 6-188,0 2 0,4 3 73,0 1-461,2 1 0,3-1-544,3 1 1,2-1-478,6 0 1,0 1 1232,0-1 0,11 1 0,3-1 0</inkml:trace>
  <inkml:trace contextRef="#ctx0" brushRef="#br0" timeOffset="18">22007 10827 7879,'-1'-7'1630,"-3"3"-803,2 3 352,-3 1-443,5 0 176,0 0-559,-6 5 0,5 4-139,-3 7 0,1-1-152,-1 6 0,2 0 99,-2 3 0,3-3-231,1 0 1,0-2 119,0 2 1,0-3-370,0-6 1,5-1 151,4-3 1,2-2-419,1-6 1,6-7 85,3-5 0,-2-2-71,2-7 1,-1 0 203,5-3 1,-1-1 155,-4 0 1,-2 6 160,-5 2 1,-1 3-299,0 2 1222,-5 0-727,-1 5 0,-6 8-140,0 12 0,-2-1 70,-2 4 0,-3 2 91,-5-1 0,4 4 137,-1-5 1,7 1 138,-2-5 0,2 5 247,2-1 0,0-3-772,0-5-4381,0-5 4461,6 2 0,6-5 0,7 0 0</inkml:trace>
  <inkml:trace contextRef="#ctx0" brushRef="#br0" timeOffset="19">22466 10840 7719,'13'5'1484,"-5"1"-735,0 2 0,-5 7-285,1-2 1,-3 13-8,-1 3 1,0 6 290,0 7 1,-1 7-314,-3 9 1,0 8-274,-2-31 1,-1 1 0,3 1 0,-1 0 78,-3 2 0,-1 1 0,0-1 0,-1 0-380,0 1 0,-1-1 0,1 0 0,-1-1 95,-1-5 0,0 0 0,-10 32-230,-7-7 0,4-5-115,4-7 1,3-10-386,6-11 0,1-10-719,3-7 1,2-8 678,6-4 0,0-4 68,0-13 1,6-7 732,2-9 1,-1-1-499,1-8 0,0-5 511,5-7 0,2-4 0,-3-4 0,-2-3 0</inkml:trace>
  <inkml:trace contextRef="#ctx0" brushRef="#br0" timeOffset="20">22441 11088 7719,'25'-25'311,"0"0"0,1 0-51,3 0 1,1 6 273,3 3 0,2 2-156,-6 1 1,1 5 141,-1 0 1,-4 5-206,0-1 1,-5 3-154,-3 1 0,-7 5-305,2 3 0,-8-1 164,0 2 1,-4-1-232,-4 4 0,-4 2 173,-9 3 0,-3-2-393,-9 5 0,-3-3 166,-5 4 1,-5-1-196,1 5 1,-4-6 57,3-2 1,-5 1-173,2-2 1,-6 1 572,-7-5 0,2 3 0,-9 1 0,1-4 0,-3-1 0,31-7 0,0 0 0</inkml:trace>
  <inkml:trace contextRef="#ctx0" brushRef="#br0" timeOffset="21">12257 9314 7759,'-9'0'504,"1"0"0,4-4-76,-4 0 0,3-4-33,-3 3 1,5 0 517,-1 1 0,4 2-401,4-2 0,9 3 12,7 1 0,5 0-136,4 0 1,8 0-111,9 0 1,2 0-52,2 0 1,10 0-370,7 0 0,-29 0 1,2 1 188,3 1 0,1 0 0,2-1 0,0 0-401,4 1 0,0 0 1,2-1-1,0-1 431,2 1 1,0-2-1,1 0 1,0-2 16,1 1 0,0 0 0,-4-2 0,-1 0-69,-3 2 0,-1 0 0,-3-2 1,-2-1-100,-7 3 1,0 0-1,33-6 30,-6 4 0,-11-4-111,-6 3 0,-6 1-174,-6 4 0,-8 0-3169,-9 0 734,-8 0 554,-2 0 2525,-6 6 1,-6-5-1,0 5 1</inkml:trace>
  <inkml:trace contextRef="#ctx0" brushRef="#br0" timeOffset="22">13175 9364 7759,'-7'-13'988,"1"1"-367,6 5 0,0 4 239,0 12 1,0 6-161,0 14 1,0 4-285,0 8 1,0 3 157,0 6 1,4 5-443,0 3 1,1 2-80,-5 2 1,-2 0 124,-2 0 0,-3 5-823,-5-1 0,-1-6 47,1-6 0,-1-6-364,1-6 1,1-4-921,3-13 796,-3-8 495,9-12 1,-3-8 227,5-5 0,0-3 363,0-14 0,5-2 0,2-10 0</inkml:trace>
  <inkml:trace contextRef="#ctx0" brushRef="#br0" timeOffset="23">13088 9513 7759,'-25'1'0,"0"3"0,4-3 232,1 4 1,0 2 195,0 1 0,-4 4 516,4 5 1,-4-3-1549,-1 2 1,7 2 272,6-2 1,5 1-757,7-5 0,2-3 623,2-1 0,4-7 464,8-1 0,4-11 0,5-8 0,-1-6 0</inkml:trace>
  <inkml:trace contextRef="#ctx0" brushRef="#br0" timeOffset="24">13050 9500 7759,'13'-7'1405,"-1"2"-543,1 5 0,0 1-369,4 3 1,-2 5-75,6 7 1,0-2-101,3 2 0,1 0-409,0 0 1,4-1-452,0 6 0,4-5-576,-4 5 1,3-2 1116,-8 2 0,4 8 0,-9-3 0</inkml:trace>
  <inkml:trace contextRef="#ctx0" brushRef="#br0" timeOffset="25">12170 10976 7759,'-6'-12'309,"-2"-1"0,-3 2-29,-2 3 1,1 2 237,0 6 0,-1 6-127,1 2 1,-1 10 255,1 7 0,0 5-236,-1 7 1,5 1-31,0-1 0,-1 4-346,-3 1 1,5-1-370,3-4 1,3-1-150,1-3 1,0-7 397,0-5 0,5-7-1078,3-2 1,9-8 472,4-12 1,3-6-193,5-11 0,2-9 882,2-3 0,-3-9 0,-5 2 0</inkml:trace>
  <inkml:trace contextRef="#ctx0" brushRef="#br0" timeOffset="26">12381 11050 7759,'0'13'262,"-2"3"-219,-2 1 1,3 5 712,-3-1 0,-2 2-252,2 2 0,0-2 356,4-2 1,1 1-374,3-5 0,3-5-170,6-4 0,6-6-597,6-2 1,1-6 247,7-6 0,0-8-160,4-4 0,-4-3 234,0-6 1,-4 2-812,4-2 1,-11 2 299,-1 6 0,-11 2 52,-6 2 0,-4 5 234,-4 8 0,-6-2 323,-11 6 1,-1 1 367,-11 7 0,0 3-316,-4 5 1,5 1 21,3-1 0,5 2 14,3 3 1,2-4-538,2 4 0,9-3 181,0-2 1,5 1-1047,3-1 1,1-1 95,3-3 1078,9 3 0,12-9 0,6 3 0</inkml:trace>
  <inkml:trace contextRef="#ctx0" brushRef="#br0" timeOffset="27">13038 10827 8327,'-8'0'1565,"0"0"0,-2 3-1087,-7 5 0,-2 2-194,-6 11 0,-5 5-57,-3 7 1,-6 3-187,2 1 0,3-1 64,9-3 0,7-3-21,5-5-147,7 0 0,12-7-111,7-6 0,5-1-71,7-7 1,5 0 114,3-4 1,-3 0 221,-1 0 1,2 4-74,-3 1 1,0 0 333,-7-1 1,-3 2-129,-6 2 0,-5 7 26,-3-2 0,-3 2-131,-1-3 0,-5 5-7,-3-1 1,-7 1-738,-2-5 0,-4 1 356,5-1 0,-5-5-909,5-3 0,-1-3 465,5-1 1,3-1-381,1-3 0,5-9 519,-1-7 1,3-5 572,1-4 0,1-3 0,3-5 0,0 5 0,9 3 0,-4 5 0,8 3 0,1 3 0,-2 6 0,5 5 585,-4 3 0,-1 4-251,-3 4 0,3 7 1276,1 5 1,-5 6-754,-4-1 1,1-3 69,3-1 1,2-5-438,2-4 1,4-2-244,5-6 0,-1-3-865,1-5 0,4-2 446,0-11 0,1-3-807,-1-5 0,-3-4 488,3 4 0,-9 0-526,-8 4 0,-5 6-275,-7 2 1220,0 3 0,-10 7 335,-2 3 0,-9 8 302,1 5 0,0 9 19,0 6 1,0 1-275,0 4 1,-2 1 783,5-1 0,1 4-421,3-4 0,1 0-299,-1-4 0,6 0-159,3 0 0,3-5-763,1 1 0,5-11 99,4-2 1,7-5-203,5-3 0,2-7-974,2-6 0,4-6 721,0-10 1,4 2 89,-4-6 1,6-2 813,-2-6 0,2-3 0,3-6 0</inkml:trace>
  <inkml:trace contextRef="#ctx0" brushRef="#br0" timeOffset="28">13683 10716 7759,'-7'7'2004,"2"-2"1,3 1-1633,-2 2 0,1 8 475,-5 5 1,5 4-330,-1 4 1,-1 7 349,1 5 0,0 2-540,4-2 0,0-2-388,0 2 0,1-4 166,3-4 1,-3-2 95,4-7 1,0-4-5546,-1-4 2514,6-8 2829,-9-2 0,10-12 0,-4 0 0</inkml:trace>
  <inkml:trace contextRef="#ctx0" brushRef="#br0" timeOffset="29">13447 11050 7759,'-12'0'2759,"0"-5"-2437,5-2 0,8-1 605,12 0 1,4-1-417,8-3 0,6 4-271,2-1 0,8 1-1283,4-4 1,-2 1 639,-1 2 0,-4 4-2682,-1 5 2988,1 0 1,-7 5 0,0 2 0</inkml:trace>
  <inkml:trace contextRef="#ctx0" brushRef="#br0" timeOffset="30">14576 11150 7748,'-19'-25'719,"-4"0"-539,2 0 0,-3 6 565,0 2 0,3 4-240,0 0 1,1 6-249,-5 3 1,0 3 221,0 1 1,5 5-87,-1 4 1,2 6-193,-2 1 1,4 5-1,9-4 0,3 3 26,5-3 0,1-1-51,3-3 0,7-1 25,6 1 1,5-5-975,-2 0 1,4-1 128,1 1 1,4 3 113,0-3 1,-5-1 244,-3 2 0,-2-1 49,2 4 0,-7 2 77,-6 3 0,-5-4 127,1 4 1,-4 1-99,-4-2 1,-4 5 165,-9-4 0,-6 1-318,-6-2 1,0-2 68,4 2 1,0-7-285,0-5 1,6-3 137,2-1 0,5-5-256,4-4 0,2-7 615,6-5 0,6-8 0,6-2 0,7-7 0</inkml:trace>
  <inkml:trace contextRef="#ctx0" brushRef="#br0" timeOffset="31">14614 11125 7748,'12'1'199,"0"3"0,1 2 2,-1 2 1,-4 5 202,1-1 0,-2 2-1,1 6 0,2 3 133,-6 5 0,0 6 201,-4 7 1,0 3-293,0 6 1,-6 6-402,-2 6 1,2-26 0,0 1 82,-2 4 0,-1 1 1,0-2-1,-1 0-394,-2-1 1,-1 0 0,1 1 0,-1 0 290,0-1 0,1 1 1,2 1-1,0 0 66,-1-1 1,1-1 0,3-2-1,0-1-562,-5 30 0,1-15-782,7-10 1,-1-7-882,5-10 1544,0-10 1,2-10 162,2-16 1,-1-6-8,5-7 1,-1-5 434,1-3 0,3-3 0,-7-3 0,9-2 0,2-3 0</inkml:trace>
  <inkml:trace contextRef="#ctx0" brushRef="#br0" timeOffset="32">14800 11237 7748,'0'-18'994,"0"4"-533,0-3 1,1 8 230,3 0 1,-1 1-100,5-4 1,-4 3 135,5 1-597,-1 5 0,4-2 44,1 5 0,-5 5-469,0 4 1,-5 2 259,1 1 1,-4 7-561,-4 6 0,-8 1 143,-9 7 1,-8-4-171,-4 4 0,1 1-84,-1 3 0,1-4 242,-1 0 1,3-7 58,5-1 0,6-3 161,2-10 1,10 2 241,7-10 0,9-2 0,11-11 0,12-4 0,12-12 0</inkml:trace>
  <inkml:trace contextRef="#ctx0" brushRef="#br0" timeOffset="33">15085 11311 7748,'19'-12'-1258,"-1"-1"944,-5 1 0,-7 3 1649,-1 1 0,-5 5-548,-5-1 1,-3 3 217,-8 1 0,0 4-353,-4 0 1,3 10-80,-3-2 1,-1 8-160,-4-4 1,2 6-109,2-1 1,2-2-535,2 2 0,3 0 202,-2 3 1,8-4-116,3-4 0,4-2 190,1-2 0,3-5-598,5-3 1,2-4 70,10-4 1,1-4-74,4-9 1,2 0 138,-2-4 0,3-1 90,-7 5 0,-4 2 767,0 7-388,-3-3 0,-6 9 279,0-2 1,-5 10-212,1 6 0,-8 2 688,-4 7 1,-3-1-229,-2 5 0,5 0-44,0 0 0,4-5-844,-5 1 0,7-6 248,-2 2 1,2-3-2706,2-2 2101,6 0 0,2-5-956,8-3 1,0-8 793,4-4 0,1-3 821,4-1 0,0-12 0,-1-2 0</inkml:trace>
  <inkml:trace contextRef="#ctx0" brushRef="#br0" timeOffset="34">15333 11447 8345,'0'9'895,"0"-1"0,0-4 86,0 4-725,0 1 1,-4 3 442,0 0-170,0 1 1,5-2-799,3-3 1,3-2 242,5-6 0,2 0-681,3 0 0,-2 0 447,6 0 1,-2-6-462,2-2 0,2-3 193,-2-2 1,-2 5 346,2 0 1,-6 1 50,1-1 1,-2 2 126,-1 6 1,-5 0 1907,0 0-1469,-5 0 1,2 2 460,-5 2 1,-1 3-319,-3 5 1,-3 5 22,-5-1 0,3 1-237,1-5 1,5 0-290,-1 1-29,3-1 1,2-1 92,3-3 0,3-2-248,6-6 1,3-1 158,1-4 0,6-1-1224,2-7 0,0-3 573,4-1 0,2 1 600,2 3 0,3-10 0,1-3 0</inkml:trace>
  <inkml:trace contextRef="#ctx0" brushRef="#br0" timeOffset="35">16015 9364 7748,'-24'5'445,"0"1"545,3 2-380,3-2 167,12-1 0,1-2-11,10 5 1,3-4-420,8 5 1,9-5 0,10 3 75,5-2 0,5-1-180,9-4 1,9-5-407,-26 1 0,1-1 0,2-2 0,1-2 170,4-1 0,1-1 0,3-1 0,1-1-259,3-1 1,2-1-1,3-2 1,2-1 289,4-3 0,1 0 1,-5 0-1,-1 0 30,4-1 1,-2 2 0,-5 3 0,-1 1-1,-5-1 1,-1 1-695,-4 2 0,-2 1 57,-2 0 0,-3 1 0,10-3-1736,-11 2 1452,-11 9-1170,-13-1 952,-6 5 1,-14 4 1939,-14 0-869,-2 5 0,-19-2 0,4 6 0</inkml:trace>
  <inkml:trace contextRef="#ctx0" brushRef="#br0" timeOffset="36">16946 9389 7748,'0'12'936,"0"0"1,0 1-85,0-1 0,0 5-326,0-1 0,1 10 39,3-1 0,2 14-181,2 2 0,3 12-278,-3 4 1,-2 8 0,-2 3 250,-3 1-1371,-1 1 1,-1-1 568,-3-3 0,1-4-183,-5-4 0,0-10 187,-5-11 1,2-6-1,3-11-838,4-3 830,2-9 1,2-4-611,0-8 1059,0-3 0,0-16 0,0-3 0</inkml:trace>
  <inkml:trace contextRef="#ctx0" brushRef="#br0" timeOffset="37">16958 9575 7748,'-25'6'0,"-5"6"578,-3-4 1,-3 3 116,-1 1-335,0 6 0,-2 6 149,-2 4 1,2 6-1196,-2-5 388,8-1 1,1-4-443,11-3 1,8-9-206,17-8 1,8-14 347,9-6 0,8-12 378,4-5 0,3-7 219,1-1 0,6-11 0,1 1 0</inkml:trace>
  <inkml:trace contextRef="#ctx0" brushRef="#br0" timeOffset="38">16859 9488 7748,'12'-19'748,"1"2"1,-1 9-271,1 4 0,-1 2 549,0 2 0,1 2-14,-1 2-647,6 3-133,-4 5 1,9 2-102,-2 2 1,7-1 0,3 5 135,5-2 1,-1 2-1600,6-3 0,2-1 1331,-2-3 0,6-1 0,-3 1 0</inkml:trace>
  <inkml:trace contextRef="#ctx0" brushRef="#br0" timeOffset="39">16636 10778 7748,'-13'0'747,"5"0"-414,0 0 0,-1 1 120,-3 3 1,0 9 32,-1 7 0,-1 6 408,-2 7-702,2 1 0,-4 10-115,6-3 1,1-2-147,2 2 1,4-8-712,5-4 786,0-8 0,1-3-773,3-6 0,5-7 1,7-5-95,5-6 1,4-11 373,4-4 1,-3-3 182,3-5 0,0-3 304,-4-5 0,2 2 0,-6-2 0,-3 8 0,-2-4 0,-2 8 0,-2 9 324,-5-1 1,-1 23-169,-6 2 1,-6 8 698,-2 9 1,-2 6-476,2 2 0,-1 1 0,4-1 270,3-4 0,0-4-98,2-4 0,0-3-195,0-6 1,7-5-337,6-3 1,0-8 211,8-4-246,0-9 1,3-2-154,1-6 0,0-4 49,0 0 0,-4-1-277,-1 1 0,-6 4-128,-2 0 397,1 0 0,-12 12 4,3-4 1,-9 7 39,-8 2 0,-4 5 1,-8-1 174,0 3 1,0 2 90,0 3 0,6 2-98,2 2 0,1 3-773,4-3 0,-4 2-42,8-2-349,3 3 1,5-8 94,8 5 982,3-5 0,7 3 0,1-6 0</inkml:trace>
  <inkml:trace contextRef="#ctx0" brushRef="#br0" timeOffset="40">17119 10765 7748,'6'-7'665,"-5"2"233,5 5-529,-6 0 0,0 3 1,-2 3-70,-2 7 0,-1 3-86,-3 1 0,-4-2-118,4 6 0,1-6 82,-1 1 1,5 2-200,-1-1 41,3 5 0,1-8-15,0 2 1,0-2 48,0-2 17,5 1 0,2-1 21,6 1 0,-2-1 114,-3 0-82,3 1-35,-4-1 0,0 1-35,-3-1 1,-3 2-80,-1 2 0,0-2 0,-1 1-1004,-3-5 673,-3 1 1,-1-4-476,-1 5 0,1-3 1,-4-3-179,-1 0 549,6-2 1,-2-5 0,5-3 459,1-5 0,1-2 0,2-12 0,0-3 0</inkml:trace>
  <inkml:trace contextRef="#ctx0" brushRef="#br0" timeOffset="41">17243 10976 7748,'7'6'0,"0"-4"0,-3 7 0,-2-5 311,2 4 1,1-4 588,0 4 0,4-3 1380,-1 3-1602,3-5 0,-2 2-346,-1-5 0,4-1-483,5-3 0,4-5-269,-5-7 0,5 2 0,-3-4-345,1 0 0,-4 4 363,2-2 0,-5 2-424,-4 2 467,-2-1 0,-7 2 256,-4 3 1,-6 4-112,-5 8 623,-12 8 1,8 8-36,-9 4 0,3 5 275,1 0 1,5 2-305,4-2 0,-2-2 42,1 6 1,5-5-506,4 1 0,5-4 112,-1-5 0,8-3-133,4-9 1,5-4 72,3-8 1,5-4-263,8-9 1,-2-6-14,6-6-417,1-6 0,-1 0 1,-2-7-380,0 2 574,3-4 1,-8 4 290,3-5 1,-3 3-1,-2-3 272,-3-2-1,-4-1 1,-6 4-1,-2 4 182,-5 5 0,-3 11 419,-1 7-147,0 9 1,0 4 712,0 8 1,0 8-454,0 9 0,-4 6 11,0 2 0,-2 7-201,2 1 1,2 2 418,-7 6-795,7 1 0,-5 3 157,3 1 0,2-4-999,-2-1 0,3-5 0,1 0 266,0-6-249,0-3-590,0-12-1352,5-7 1051,2-12 1569,0-12 0,-13-7 0,-7-6 0</inkml:trace>
  <inkml:trace contextRef="#ctx0" brushRef="#br0" timeOffset="42">17566 11013 7748,'0'-8'1101,"0"0"0,0 4 21,0-5 0,1 2-494,4-1 1,3-3-106,8 3 1,5-3-367,8-2 1,1 1-486,3 0 1,3 3 352,-3 1 0,-1 5 201,1-1 1,-1 3-227,1 1 0,-3 0 0,-5 0 0</inkml:trace>
  <inkml:trace contextRef="#ctx0" brushRef="#br0" timeOffset="43">17417 11683 7748,'0'-25'0,"0"0"0,-4 2 519,0 2 0,-2 5-121,2 7 0,-3 3 152,-5 1 1,-6 5-170,-3 0 1,2 6-168,-2 6 0,-1 2-50,-7 3 0,5 1-136,-1 2 1,1 2-27,8-5 1,1-1 151,6-3 1,4-1-349,5 1 0,7-6 141,5-3 1,2 1-122,7-1 0,1 2 57,7-2 0,-3-1 63,3 5 1,-3 0 216,-1 5 1,-6-1-105,-2 0 0,-4 1 124,0-1 1,-2 6-89,-3 3 0,-4-2 140,-8 2 1,-4-1-15,-9 5 0,-1-4-418,-2 0 0,-2-6 132,5 1 0,-4-6-739,5-2 0,-1-5-33,5 1 1,5-5-362,3-8 0,2 0 675,2-12 0,6-4 523,2-4 0,5-5 0,3 1 0,-2-3 0,9-1 0,-3 0 0</inkml:trace>
  <inkml:trace contextRef="#ctx0" brushRef="#br0" timeOffset="44">17442 11683 7748,'12'-1'108,"1"-4"0,-1 4 266,1-3 0,-1 4 251,0 4 1,1 3-225,-1 5 0,-4 6 6,1 3 1,-2 4-126,1 4 1,-1 2 326,-3 7 1,-3 6-205,3 5 1,-2 4-87,-2 9 0,-6 1-166,2-28 0,0 0 0,-1 2 0,0-1-132,1 0 0,0-1 1,-1 1-1,-1-1-437,2 1 0,0-1 0,-7 32 234,-2-5 1,6-11-1249,3-5 0,3-8-87,1-5-126,0-8 1146,5-12 1,2-16-36,6-14 1,-5-3 531,0-14 0,1-3 0,3-4 0,-5-7 0,-3-2 0,2 2 0,-2-10 0,0-3 0</inkml:trace>
  <inkml:trace contextRef="#ctx0" brushRef="#br0" timeOffset="45">17640 11881 7748,'5'-24'350,"-1"-1"0,1 4 202,-1 0 1,3 6-176,6-1 0,-1 3 356,0 5 1,2 3-278,3 5 0,-2 0-226,6 0 1,-6 5-17,1 3 0,-2 5-186,-1 3 0,-2-2 86,-3 3 1,-3 1 99,-5-2 1,-2 6-966,-7-1 0,0 1 361,-12-1 1,-4 2-139,-4-2 0,-4 2 174,4 2 1,0-2-168,4-2 0,1-4 159,-1-9 1,6 1-489,2-4 421,9-1 1,5-11 39,11-6 1,3 0 388,14-8 0,-2 4 0,11-3 0,-1-1 0,4-4 0</inkml:trace>
  <inkml:trace contextRef="#ctx0" brushRef="#br0" timeOffset="46">18000 11857 7748,'13'0'266,"-1"0"601,-5 0 558,4 0-989,-10 0 0,-1 7 335,-8 5 1,-4 2-322,-5 6 1,-1 1 174,-3 4 1,2 0-213,3-1 1,2 0-450,-3-3 1,9-4-238,4-4 109,-3-1 0,7-1 50,0-2 1,6-5 130,6-8 1,6-7-700,3-6 0,2-4 261,2 5 1,-5-5-116,1 5 1,-6-1 97,2 5 0,-3-1 324,-2 1 1051,-5 5-790,-2 1 0,-5 13 444,0 6 0,-5 1-318,-3 6 0,-2 1 132,2 4 0,-3-2-70,2-2 0,4 1 7,1-6 0,2 5-99,2-4 1,0-1-897,0-3 0,2-2 431,2-3 0,3-3 186,5-5 0,1-1-141,-1-3 0,5 1-55,-1-5 232,1 0 0,-5-10 0,0-2 0</inkml:trace>
  <inkml:trace contextRef="#ctx0" brushRef="#br0" timeOffset="47">18298 11968 7748,'-6'7'0,"1"0"2398,-3-3-1725,-3-2 0,5 9 206,-2-3 0,-2-1-359,6 1 1,0-4 5,4 4-559,0 1 0,5-1-309,4 0 0,2-5-844,1 1 0,5-3 768,-1-1 1,6 0-934,-1 0 1,-2 0 520,2 0 1,0 0 525,3 0 0,-3-5 304,0-3 0,-2 1 0,2-1 0,-3 1 194,-6-2 0,0 0 141,1 5 0,-2-2 682,-3 2 1,-1 3 117,-3-4 421,-2 4-594,3 1-1300,-5 0 327,0 0-299,0 6-450,0-5 627,0 4 1,-1 0 280,-3-1 0,1 1-203,-5-1 0,-5-1 781,-3 5 0,-2-3-360,1 3 0,3-1 166,-2 1 0,-2 3-114,1-3 1,1 2-339,3-2 1,2 3-10,3-3 0,-2 3 25,6 2-159,0-1 1,6 1 82,2-1 1,4-1-798,8-3 0,4 3 378,5-2 1,1-2-1658,3 1 0,1-1 2056,3 1 0,3 3 0,-4-4 0</inkml:trace>
  <inkml:trace contextRef="#ctx0" brushRef="#br0" timeOffset="48">19216 12353 7748,'7'0'5215,"-2"0"-5115,-5-6-2032,0-1 1932,0 0 0,-11-4 0,-2 5 0</inkml:trace>
  <inkml:trace contextRef="#ctx0" brushRef="#br0" timeOffset="52">16338 620 7897,'0'-12'0,"0"-1"404,0 1 1,0 0 1603,0-1-849,0 6 1,1 2-532,3 5 1,-1 9-86,5 4 0,-3 12-156,3-1 0,-5 11 41,1 2 0,1 7-150,-1 10 0,1 2-555,-5 6 1,0 7 281,-1-32 1,2 1-1,-1 1 1,0 2-160,0 2 1,0 0 0,0-2-1,0 0-474,0-2 1,0 0-1,0 32 183,0-5 0,0-13-347,0-11 0,0-12-212,0-17 146,0-7 1,4-1 366,0-10 1,5-7-75,0-9 0,2-3-166,1-5 731,1-3 0,-1-5 0,0-1 0</inkml:trace>
  <inkml:trace contextRef="#ctx0" brushRef="#br0" timeOffset="53">16971 670 7897,'1'-13'1005,"3"1"-592,-3 0 481,5-1 0,-9 8-353,-5 5 1,-2 5-386,-10 8 0,-2 4 60,-7 4 1,-2 7-456,-2 1 0,-7 6 141,3 3 1,-4-1-204,-1 4 1,4-2-34,-4-2 0,4 2 183,1 2 0,5-8-43,3 0 0,4-5 11,4-4 0,2 1 280,3 0 0,7-6-119,1-2 0,7-5 478,5-3 0,3 2 83,5-3 0,2 3 475,2 1 0,4 1-384,5-1 1,1-4-199,3 1 1,-3-1-279,3 4 1,1-3 75,-1-1 0,6-4-518,-2 4 0,-2 0 245,2 5 1,-4-5-1143,4 0 1,-4 1-1150,4 3 1,-9 0 407,1 1 1926,-9-1 0,8 1 0,-5-1 0</inkml:trace>
  <inkml:trace contextRef="#ctx0" brushRef="#br0" timeOffset="54">17938 856 7825,'-8'-9'601,"0"1"1,3 5-390,-3-1 188,0 3 0,-4 1-216,-1 0 0,-1 5 803,-2 4 0,-2 3-545,-3 5 1,-2-2-429,2 6 1,-6 3-118,-2 5 0,-4 4 97,4-4 1,-5 4 138,6-4 1,-1 4 36,4-4 1,0 4-70,0-4 1,6-4-281,2-4 1,8-6-90,0 1 1,7-2-100,-2-1 753,2-6 0,8-2 42,2-5 1,8 0-173,5 0 0,3 0 31,0 0 0,5 0-30,0 0 0,6 0-197,-2 0 0,-3 4 101,-1 0 1,1 2-84,-1-2 0,0-1-39,-4 5 0,0-4-111,0 4 1,0-5 167,-1 1 1,0-2-27,-4-2 0,0 0 279,-4 0 1,-6-2 173,2-2-245,-2-3 0,1-5-9,-3-1 0,-2-3-161,-6-1 1,0-3-125,0 3 1,0-3 93,0 3 1,-2-5-734,-2 1 1,-3-4 343,-5-3 0,-6-4-1267,-3-5 1,2-2 670,-2-2 0,6-2-694,-1-3 1,-1 5 240,5 8 1360,-3 3 0,2-1 0,-6 0 0</inkml:trace>
  <inkml:trace contextRef="#ctx0" brushRef="#br0" timeOffset="55">18807 496 7844,'0'-8'2459,"0"0"-1588,0 5 0,-2-3-344,-2 6 1,1 2-321,-5 2 0,-4 7-59,-5 5 0,-6 12-161,-2 1 0,-1 7 8,-7 5 1,-5 5-97,-3 7 0,18-23 1,-1 1 249,1 1 0,1 2 1,0 1-1,2 0-48,1-1 1,1-2 0,-14 29 266,8-7 0,6-6-149,5-7 0,6-5-70,7-11 0,6-6 39,2-2 1,5-3-99,3-2 1,3-5 26,6-3 1,1-3-142,3-1 1,2 0-246,2 0 0,1-5 30,-5-3 0,0-5-1052,-4-3 0,0 2 592,-1-3 1,-4 4-962,-4 0 1660,-7 1 0,-4-1 0,-5 1 0</inkml:trace>
  <inkml:trace contextRef="#ctx0" brushRef="#br0" timeOffset="56">18484 1129 7844,'-12'0'4932,"5"0"-3994,1 0 1,13-6 486,5-2 1,6-3-872,7-2 0,4-3-204,0-1 0,6-1-1833,-2 2 0,-3 2 926,-1-2 0,0 2-1538,-4 1 0,-2 5-361,-6 0 669,-9 5 1443,3-2 0,-12 6 172,-4 3 1,-1 0 858,-7 9 0,-3-4-571,-1 8 0,1 2 1091,3 2 1,1-2-534,-1 2 1,2-2 748,3 2 0,-2 2-663,6-2 0,-4 2-379,4 2 1,0 0-431,4 0 0,0-1 89,0 1 0,0 0-1020,0 0 0,1 0 343,3-1 637,-2 1 0,3 6 0,-5 0 0</inkml:trace>
  <inkml:trace contextRef="#ctx0" brushRef="#br0" timeOffset="57">19613 1488 7761,'4'9'113,"0"-1"0,0-4 90,-4 4 0,4-4-37,1 5 1,-1-1 61,-4 4 0,-2 2-389,-2 3 1,1-4-177,-5 4 1,0-2-957,-5 2 1293,7-4 0,-11 5 0,3-5 0</inkml:trace>
  <inkml:trace contextRef="#ctx0" brushRef="#br0" timeOffset="58">16536 2034 7489,'0'-12'-191,"0"-1"1,0 5 1297,0 0 90,-5 5-25,3-8-553,-3 9-397,5-3 1,0 10-1,1 4 228,3 2 1,-1 3 90,5 2-341,-5 9 0,7 2 0,-6 8 89,-1 3 0,-2 2-462,-1 10 132,0-3 1,-1 15 0,-3-1-41,-5 3 1,4-28 0,-1 0-904,0-1 0,0 0 730,-6 33 1,1-3 0,1-12-421,2-7 0,5-16 252,-1-5 0,4-14-347,4-3 0,-1-5 292,5-3 1,4-7-189,5-5 0,-1-6 665,-3-7 0,-1-5 0,1-2 0</inkml:trace>
  <inkml:trace contextRef="#ctx0" brushRef="#br0" timeOffset="59">17033 2170 7761,'-2'-11'184,"-2"3"0,1 3 541,-5 5 0,-4 0-203,-5 0 0,-5 6-416,1 7 0,-6 5 44,-2 7 1,-6 1-291,2 3 0,2-3-13,-2 3 1,5-3 11,-1-1 1,4 0 74,5-1 0,-3 0 78,7-3 1,1-4 101,7-4 1,2-1-136,6 1 0,-4-1 187,0 0 1,1 1 82,7-1-93,3 1 1,5 3 0,1 1 468,-1-2 1,6-3-113,3-3-287,2 2 0,-2-4 0,0 4 52,1-3 0,1 1-770,2-4 428,0 4 1,-1-3-1,0 3-403,-3 0 0,2-5 168,-2 4-856,2-5 1,1 6-1,-2-4 1155,-2-3 0,-5 5 0,3 0 0</inkml:trace>
  <inkml:trace contextRef="#ctx0" brushRef="#br0" timeOffset="60">17963 2232 7761,'-8'0'-90,"-1"0"1,5 0-243,-4 0 1,4 0 1258,-4 0 0,-2 2-386,-7 2 1,-2 4-521,-6 9 0,-1 1 47,-3 2 1,2 4 11,-6-4 1,-1 5 90,-3 4 0,1-3 83,3 3 0,3-7-147,5-1 0,2-4 54,2 3 1,0-5-83,9 2 0,2-7 85,10-2 74,0 0 1,2 3-61,2-3 1,3 3 181,5-2 1,5-2-51,-1 1 0,6 0-214,-1 5 1,-2-5 49,2 0 0,0-4-65,3 4 1,5-1-464,0 2 1,0 0 222,-4-5 0,0 5-933,0-5 1,4 4 513,0-4 1,0 2-1793,-5-2 2370,1-3 0,5 5 0,2-6 0</inkml:trace>
  <inkml:trace contextRef="#ctx0" brushRef="#br0" timeOffset="61">18397 1935 7819,'-11'-2'0,"3"-2"0,2 3 1651,6-5 0,0 17-376,0 6 1,0 6-28,0 6 0,4 4-297,1 9 0,-1 2-415,-4 5 0,0 7-345,0 1 0,0 4-295,0 1 1,-6 4-260,-2 0 0,-3 0-106,-1-3 1,-1-8-393,1-6 1,3-10-573,1-10 1,5-4-187,-1-5 319,3-7 0,1-13 631,0-9 1,5-3 297,4-5 1,-2-3 57,1-9 313,0-3 0,5-5 0,-1 0 0</inkml:trace>
  <inkml:trace contextRef="#ctx0" brushRef="#br0" timeOffset="62">18385 2456 7819,'0'-9'1222,"0"1"1,4 4-184,0-4 1,6 5-489,-2-1 1,4 1 523,5-1 1,2 1-563,6-5 0,1 4-340,3-4 1,3 1-387,5-2 0,0-6-587,0 3 1,-3-3-1189,-1 2 0,-7 1 1988,-1-1 0,5-4 0,-4-3 0</inkml:trace>
  <inkml:trace contextRef="#ctx0" brushRef="#br0" timeOffset="63">18831 2146 7819,'-4'12'786,"0"0"0,-4 1-237,4-1 0,-5 2 209,5 3 0,-4-2-307,4 5 1,-2 1 517,2 4 1,1 5-453,-5 3 1,5 2-174,-1-2 1,3 3-111,1-3 1,-1 2-27,-4 3 1,4-1 0,-3 0 0,1-4 25,-1 0 1,3-2 77,-4-2-312,4-1 0,1-14 0,0 4 0</inkml:trace>
  <inkml:trace contextRef="#ctx0" brushRef="#br0" timeOffset="64">19402 893 7844,'-12'-4'425,"-1"0"0,5-5 0,0 5 991,5-5 0,-4 7 115,3-2-341,2 3-772,2 1 1,7 0-53,6 0 0,1 4-158,2 0 1,-1 0-35,6-4 0,-5 2-268,5 2 0,-2-3 114,2 3 1,1-2-425,-5-2 0,5-5 251,-2 1 1,3-4-569,-3 4 0,-1-4 321,-2 3 0,-3 0-333,2 1 158,-2 2 379,-1-3 0,-7 12 510,-1 5 0,-10 6-213,-3 7 1,-7 1 273,-2 3 1,-9 8-202,1 9 1,-8 3-23,0 5 0,16-24 0,0 2-190,0 3 0,1 0 0,-2 2 1,1-1 125,2 2 1,1-1 0,0-2-1,1-1 8,-8 32 0,5-5-30,7-8 0,5-7 242,8-17 0,3-6-96,6-10 1,5-7-180,2-1 1,2-4 93,-1-1 1,1 0-384,-5 0 0,3-6 178,-3-2 1,3 1-92,-3-1-64,-1 5 0,-3-2-11,-1 5 1,-5 1 241,-3 3 1,-2 5-116,-2 7 1,0-1 382,0 6 0,0 1-142,0 7 0,0-2 80,0 6 1,1-4-81,3 5 0,-2-1-80,2 4 0,-3 0-107,-1 0 1,0 5-224,0-1 0,-1 4 142,-3-3 0,-3-1 103,-6-4 0,1 0-95,-1 1 1,1 2 46,0-3 1,-3 1-158,2-9 1,-2-5-191,7-8-748,-3-2 594,-2-7 0,2-3-125,3-8 0,-2-4-49,6-9 1,-4-3 290,4-9 0,-5 0 473,5-9 0,-5-2 0,2-9 0</inkml:trace>
  <inkml:trace contextRef="#ctx0" brushRef="#br0" timeOffset="65">20109 1612 7802,'1'-7'3070,"4"3"1,2-1-1828,5 1 0,7 0-605,6 4 0,11 0-137,9 0 0,9 0-261,4 0 0,10 0-554,-31-1 1,0 2-1,0 0 1,-1 2-312,1-1 0,0 0 0,31 2 359,-10-4 0,-3 0-1349,-5 0 0,-13 0 652,-8 0 0,-9 0 963,-7 0 0,-1 0 0,1 0 0</inkml:trace>
  <inkml:trace contextRef="#ctx0" brushRef="#br0" timeOffset="66">20295 1798 7802,'-12'9'728,"-1"-1"1,2-4 999,3 4 1,8-4-153,8 5 1,10-7-804,7 3 0,7-4-55,9-1 0,3-1-286,6-4 1,-1-1-1377,1-7 0,4-1 650,0-2 0,-1 2 270,-3-2-225,-6-4 0,4 1 0,-4-6 0</inkml:trace>
  <inkml:trace contextRef="#ctx0" brushRef="#br0" timeOffset="67">20804 1414 7789,'0'-8'1466,"0"-1"0,5 2-644,4-1 0,3 3-398,5 5 0,2 0-155,6 0 1,5 7 491,3 5 1,2 2-285,-2 6 0,1 5-372,-5 4 1,0 6-103,-4-2 1,-10-2-157,-3 2 1,-8-4-150,1 4 1,-5-4 279,-5 4 0,-3-4-954,-8 4 0,-4-5 364,-4 1 1,-5-3-257,0-1 0,-4-4 134,4-1 1,0-5 733,4 2 0,-5 2 0,-2 1 0</inkml:trace>
  <inkml:trace contextRef="#ctx0" brushRef="#br0" timeOffset="68">21660 1215 7734,'-13'0'197,"5"0"228,0 0-118,5 0 1,-2-1 188,5-3 291,0 3-21,0-10-554,5 9 1,2-3 121,5 5 1,-1 7-95,-2 5 1,0 7-21,-5 10 0,5 8-8,-5 9 1,-1 9-67,-8 7 0,-1 5-207,0-30 1,-1 1 0,1-1 0,-2 0 29,0 1 0,0-1 0,-6 30-184,-2-5 1,2-11 175,1-9 1,2-5-340,3-4 1,-2-8 215,6-9 0,0-2-420,4-2 0,-1-1-65,-3-2-510,2-4 1073,-3-5 0,6-1-760,3-3 1,-1-5-65,5-7 908,6-3 0,5-12 0,6 0 0</inkml:trace>
  <inkml:trace contextRef="#ctx0" brushRef="#br0" timeOffset="69">22082 1488 7734,'0'-12'971,"0"-1"-433,0 1 165,0 5 1,-6 2-268,-2 5 0,-5 1-403,-3 3 1,-3 3 62,-6 5 1,-6 6-101,-2 3 1,-3 4-2,-1 4 1,1-3-119,3 3 0,-2 1-10,1-1 1,4-4 96,1-4 1,7-2-68,1 2 1,8 1 49,0-6 0,2 5 183,7-5 1,0 2-65,4-1 1,7-3 93,5 2 0,2 2 203,7-1 1,1 1-109,7-2 1,-3-2 54,3 2 0,-3-2-15,-1-1 0,0-1-640,-1 0 1,1-1 240,0-2 1,-4 2 193,-1-3 0,1-3 9,4 0 0,0-4-99,0-1 0,5 0 0,2 0 0</inkml:trace>
  <inkml:trace contextRef="#ctx0" brushRef="#br0" timeOffset="70">22975 1488 7823,'7'-12'633,"-2"-1"0,-5 1-128,0 0 665,0 5 0,-1 1-600,-3 6 1,-5 2-299,-7 2 0,-3 4-218,-6 9 0,-4-2 116,0 5 0,-7 1-32,-1 4 1,-2 0 70,-6 0 0,5 3-315,-2 1 0,4 0 113,1-4 1,5 0-241,3 0 1,8-6-198,5-2 196,2 2 1,7-5 117,3 2 0,4-3 78,4-5 0,4 3 179,9-3 1,-2-1-112,6 1 1,-1-4 297,5 5 0,0-2-34,0 1 1,4 3 70,0-3 0,5-1-301,-1 1 0,2 1 87,-2 3 1,3-4-242,-3 1 0,-2-1 83,2 4 1,-1-4 10,1 1 0,-2-7 46,-7 3 0,-4-4 328,-4-1-81,4 0 1,-12-6 254,0-2 0,-1-3-113,-3-1 0,0-1-87,-4 1 1,-5-6-532,-4-3 1,0 2 224,1-2 0,-6 1-1135,5-5 0,-8-1 605,4-3 0,-2 1-529,3-5 1,-5-4-261,0-4 1,1-1 1272,4 5 0,-6-6 0,-2-1 0</inkml:trace>
  <inkml:trace contextRef="#ctx0" brushRef="#br0" timeOffset="71">23459 1277 14469,'0'13'1153,"1"6"-627,3 6 1,-3 5 189,4 7 1,-4 6-280,-1 3 1,4 6-413,0 2 0,0 4-102,-4-5 0,-4 5-881,0-4 1,-4-6 635,4-6 1,-2-5 348,2-4 1,3-1-3058,-3-4 1,2-3 1525,2 0 0,0-6 266,0-6 1238,0-6 0,-5-2 0,-2-5 0</inkml:trace>
  <inkml:trace contextRef="#ctx0" brushRef="#br0" timeOffset="72">23496 1873 7824,'0'-20'979,"0"4"1,0 6 1757,0 2-2028,0 0 0,1-3 416,3 2 0,3 0-503,6 5 1,5-5 427,2 5 0,9-5-611,4 0 1,4-2-428,5-1 0,2 0-547,6-1 0,-6-1-830,-3-2 0,-2 2-1099,-2-3 1,-6 4 1188,-2 0 0,-8 1-757,-4-1 2032,-9 1 0,3 0 0,-4-1 0</inkml:trace>
  <inkml:trace contextRef="#ctx0" brushRef="#br0" timeOffset="73">24029 1290 7824,'13'0'1806,"-5"0"-412,0 0-932,-5 0 0,2 1 297,-5 3 1,0 5 44,0 7 1,0 3 315,0 6 0,0 6-52,0 2 1,0 9-505,0 8 1,-1 6-851,-3 11 1,-3 2 358,1-32 1,0 0 0,-1 0 0,1 0-778,0 1 0,0-1 1,0-2-1,-1 0 363,1 0 0,0 0 1,-2 29-850,-1-2 0,3-4-51,-3-5 0,0 7-336,7-25 1,0 0 1576,-8 30 0,7-25 0,0 1 0,-2-3 0,-1 0 0,0 2 0,0 1 0,-2 0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1:12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7379 13214 9924 0,'0'0'928'16,"0"0"-203"-16,0 0 19 0,0 0-580 0,0 0 4 0,0 0 60 16,0 0 80-16,0 0-64 0,0 0 8 15,0 0-8-15,0 0 32 16,-41 9-124-16,41-9-152 0,0 0-212 15,0 0-248-15,0 0-304 0,0 4-1485 0,0 5-5803 16,41-31 5432-16</inkml:trace>
  <inkml:trace contextRef="#ctx0" brushRef="#br0" timeOffset="9570.344">14144 8061 5256 0,'0'0'388'0,"0"0"-244"15,0 0 2052-15,0 0-1080 0,0 0-68 0,0 0 61 16,0 0-505-16,-80-70 24 0,64 57-232 16,-3-2 140-16,2 2-292 0,-7-3 148 15,5 4-12-15,-5-4 176 0,-4-4-264 0,0 5-52 16,0-4-180 0,-4 3 16-16,-4-1-48 0,1 2-28 0,-6 2 0 15,-2 0-4-15,-1 7 4 0,-8-3 12 0,0 6 60 16,-8-1-64-16,0 4 40 0,1 0 28 15,-1 7 44-15,1 2-116 16,-6 1-4-16,2 2 12 0,-1 4 116 16,-4 0-128-16,1 3-60 15,-5 0 60-15,9 3 12 0,-2-2 144 16,1 2-156-16,9 0 4 0,-1 0 128 0,0 0-132 0,4 3 0 16,5 5 0-16,-5-5 4 15,4 7 8-15,4-4-12 0,5 7-8 0,-2-3 8 16,2-1-12-16,7 5 12 0,0-3-76 15,8 4 4-15,5-3 4 0,2 1-72 16,9-6 56-16,1 3 68 0,7-7-72 0,0 4-72 0,0-4 32 16,7 0 80-16,5 4-28 15,4 2-20-15,4 5 92 0,4 2 8 0,4 3 84 16,4 3 48-16,3 1-128 0,1-5-16 16,5 5-96-16,2-3 104 0,1-1 12 15,4 0 52-15,-4 1-52 0,3-4-12 0,5-3 112 31,-4-1-48-31,0-4-52 0,4-3-12 16,-1 2 0-16,1-3 28 0,4-4 164 16,4-3-184-16,0 0 56 0,7-6 88 0,1 0-152 15,8-6 68-15,3-2-68 0,1-2 100 16,8-3 12-16,4 0-112 0,0 0 48 0,3-8-44 16,1-6-4-16,-1-2 12 15,5-6 140-15,-9-4-104 0,1-5-72 0,-4-2 24 16,-4 0 0-16,-9-3-48 0,0-2 44 0,-6 0-12 15,-10-3 8-15,-4-1-40 0,-2-2-40 16,-9 0 12-16,-5-1 72 0,-11 0-108 16,-3-2 52-16,-10-4-32 0,-3 1 76 15,-4-8 16-15,-4 1 0 0,-4-6-200 0,0-5-148 16,-8 2 332-16,-8-3-164 0,1 2 180 0,-6 0 0 16,-7 4 0-16,-4 2 0 0,-3 1-48 15,-6-1 48-15,-6 4 48 0,-5 3-48 16,-4 4-220-16,-8 4 208 0,-3 6-116 15,-9 5 28-15,0 10-92 0,-7 2-84 16,3 7-348-16,-4 7-76 0,-4 3-528 0,5 6 223 16,-1 0-63-1,-3 3-384-15,3 9 64 16,5 8 292-16,19-5-428 0,-28 21-1200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66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2655 843 8241,'0'-7'705,"-6"2"1,3 5-54,-5 0 1,5 1-62,-1 3 0,-3 7-16,-1 6-203,3 11 1,-6-2-61,2 11 0,-2 7-11,-1 6 1,-5 8-392,9-24 0,0 2 0,-3-1 0,0 2 58,0 3 0,1 2 1,-1-1-1,-1 1 0,-1 1 1,1 1-255,-1-1 0,1 1 1,0-2-1,-1 1 190,1-1 0,-1-1 0,3-4 0,0 0-820,-11 29 1,7-13 423,2-8 0,1-8-1221,7-8 998,0-5 0,5-18 70,3-1 0,-3-5 645,4-5 0,2-1 0,-6-18 0,4-2 0</inkml:trace>
  <inkml:trace contextRef="#ctx0" brushRef="#br0" timeOffset="1">2556 1079 8480,'0'-12'0,"0"-1"1791,5 1-582,-4 5-362,10 1 1,-4 8-326,6 2 0,-2 8 46,-3 9 1,3 8-1,-3 4-22,3 3 0,2 9-270,-1 1 0,1 9-250,-1-5 1,0 7-148,1 1 0,-1 2-62,1-3 0,-1-1-156,0-7 0,1-5 240,-1-2 1,-4-11-409,1-6 0,-2-6-72,1-6-943,3-6 1059,-4-2 1,0-6-429,-3-3 1,-3 1 536,-1-5 1,0 3-1724,0-3 2077,-5 0 0,-8-4 0,-6-1 0</inkml:trace>
  <inkml:trace contextRef="#ctx0" brushRef="#br0" timeOffset="2">2481 1699 8241,'-7'0'0,"2"0"0,5-1 0,0-3 0,0 2 0,5-3 0,5 3 1936,5-2 0,0 3-1134,6-3 0,1-2-482,7 2 0,-2-4-1295,6 4 1,1-6 345,3 2 629,0 2 0,0-5 0,0 4 0</inkml:trace>
  <inkml:trace contextRef="#ctx0" brushRef="#br0" timeOffset="3">4838 1079 8241,'-7'-18'677,"-4"4"-424,3-2 0,1 1 196,-1-2 1,1 3-117,-1-2 1,-3 6 338,2 2 1,-3 5 28,-5-1-433,4 3 0,-11 1 5,3 0 0,-2 6 85,-2 7-191,0 5 0,-4 7 0,1 2 330,0 6 1,-2 2 5,1 10 0,1 2-432,7 7 0,4 2 194,4 6 1,2 6-99,6-33 0,2 0 0,-1 33-58,8-2 1,4-4 41,9-4 0,-2-10 1,5-11-149,3-7 0,0-13-19,2-5 0,0-8 49,-1 1 0,1-10-655,0-3 440,0-3 0,0-3-192,-1-2 0,0 1-211,-3-6 0,-4 6-2624,-4-2 1955,-1 4 0,-1-4 1254,-2 0 0,-4 1 0,-5 4 0</inkml:trace>
  <inkml:trace contextRef="#ctx0" brushRef="#br0" timeOffset="4">4528 1625 8241,'0'7'4277,"3"-2"-2722,5-5 0,2 0-464,10 0 0,7-1-476,6-3 0,2-3-953,3-6 1,3 1 251,0-1 0,-3 0-1385,-5-4 0,-6 3 986,2-2 0,-4 2-807,-4 2 1,-8 5-7,-4 3 1298,-7 2 0,-2 2 0,-6 0 0</inkml:trace>
  <inkml:trace contextRef="#ctx0" brushRef="#br0" timeOffset="5">4813 1550 8241,'0'9'0,"0"-1"0,-4 0 910,0 5 0,0-1-298,4 0 0,0 5 704,0-1 0,0 6-610,0-1 1,4 1 307,0-1 1,4 2-67,-3-2-1280,4 2 1,-6 2-266,5 0 0,-4-4-563,5-1 0,-2 0 628,1 0 1,3 1-1153,-3-9 1265,3 3 1,3-13 418,2 2 0,4-8 0,5-3 0</inkml:trace>
  <inkml:trace contextRef="#ctx0" brushRef="#br0" timeOffset="6">5198 1476 8241,'-7'0'3103,"1"-1"-1201,6-4 1,6 4-1161,2-3 1,3 2-1,3 2 148,3 0 1,2 0-556,6 0 1,-5 0-253,1 0 1,4-1-1377,4-3 1,-4 3 881,-5-4 1,1 4-2036,4 1 0,0 0 2446,-1 0 0,1 0 0,0 0 0</inkml:trace>
  <inkml:trace contextRef="#ctx0" brushRef="#br0" timeOffset="7">6215 1191 8241,'-12'0'344,"3"0"0,1 0 2191,-2 0-2064,-1 0 1,-6 0 860,-4 0 0,0 5-580,-4 3 0,3 9-331,-7 4 1,3-1-491,1 5 1,1-3 153,-1 7 1,5-3-1,5-2-248,6-4 0,3 2 65,6-5 0,2-1-292,2-3 113,3-1 1,9-1-282,1-2 1,6 0 208,2-5 0,0 5 125,4-5 1,-3 1-80,-1-1 507,-1 3 0,0 2 0,-3-1 306,-5 1 1,-2 3-310,-2 0 1,-5 0 213,-3 1-193,-2 5 0,-9-3-95,-6 5 1,-2-3 0,-8 2 95,-3-1 1,-3 3-899,0-5 494,3 1 1,-5-6-1184,6-3 1,2 2 170,2-6 1,3-1-1,6-7-1644,0-5 2837,5-7 0,-4-3 0,4-6 0</inkml:trace>
  <inkml:trace contextRef="#ctx0" brushRef="#br0" timeOffset="8">6302 1538 8241,'12'12'0,"-3"-3"3620,-1-1-2653,0-5 0,5 6 160,-1-5 1,0 1-487,1-5 0,5-2-116,2-2 1,0-4-1396,0-9 1,5-2 626,4-6 0,0 0-1070,-4 0 0,0 1 857,-1-1 0,-6 4-767,-5 1 1,-2 4 375,-7 0 1,-5 2 371,-8 2 0,-7 5 484,-5 3 1,-6 2-86,-2 2 0,0 3 560,4 5 1,-1 2-376,-3 11 0,7 3 992,-3 5 0,4 4-499,0-4 1,-1 7 1045,6 1 0,1 2-506,6 6 1,0 0-111,5 0 0,0 2-847,4-6 0,6-5 10,7-7 1,2-10-638,10-6 0,-2-6 354,10-7 0,-1-7-1415,1-6 1,4-6 898,1-10 0,0-4-4271,8-8 4517,-6 2 1,8-9 0,-4 4-1</inkml:trace>
  <inkml:trace contextRef="#ctx0" brushRef="#br0" timeOffset="9">7108 930 9333,'0'-7'4537,"0"18"-3825,0 14 1,0 8 0,0 7 569,0 6 0,-4 6-851,0 14 1,-1-29 0,0 1-245,1 3 1,0 0 0,-1-1 0,0 0 0,1 0 0,-1-1 16,1-1 0,0 0-143,-5 30 1,2-4-72,3-15 0,3-7 0,1-19-38,0-2-325,5-9 0,2-6 0,6-8-666,-1-2 1,5-3-10,-1-5 0,5-6-1327,-5-3 0,1-3 432,-5-5-258,1 2 2201,-6-3 0,-2 1 0,-5 0 0,0 2 0,0 1 0</inkml:trace>
  <inkml:trace contextRef="#ctx0" brushRef="#br0" timeOffset="10">6786 1476 7909,'-13'7'457,"1"-2"-183,0-5 666,5 0 1,2 0 9,10 0 1,7 0 199,9 0 1,4-1-593,3-3 1,4-3-184,5-6 0,5 5-310,-1 0 1,2 0 96,-2-5 0,-1 1-716,6-1 0,-5 5 1,3 0-455,-1-2 1,-3 5 1007,-7 1 0,-3 2 0,-5 2 0</inkml:trace>
  <inkml:trace contextRef="#ctx0" brushRef="#br0" timeOffset="11">8932 1463 7821,'-11'9'380,"1"-2"123,2-2-375,5 5 1,-2 2-30,5 9 0,0 2 250,0 2 1,1 0 57,3 0-576,3 5 0,1-5 75,1 0 0,-1-2 0,3-6-537,-3-2 1,2-1-117,-6-2-500,6-5 1247,-9-2 0,4-16 0,-5-2 0</inkml:trace>
  <inkml:trace contextRef="#ctx0" brushRef="#br0" timeOffset="12">8919 1191 7821,'13'-13'-210,"-1"1"37,1-1 0,0 2-500,4 3 454,2-3 0,6 8 219,0-5 0,0 5 0,0-8 0,-1 4 0</inkml:trace>
  <inkml:trace contextRef="#ctx0" brushRef="#br0" timeOffset="13">9552 1191 8033,'-25'18'35,"1"-3"0,-3 5 767,-2 2 1,2 2-272,-6 1 1,4 4 168,-4 0 0,5-1-237,-1-3-307,14 0 1,0-4 157,11-1-578,0-4 0,9 1 269,3-4 1,9-1-197,4 1 1,8-1 0,4 1-177,2-1 0,3-1 182,-1-3 0,-4 2-129,0-6 0,-4 4 41,4-4 0,-7 2 209,-1-2 0,-6-1-93,-6 5 0,-5-1 3,0 1 0,-6 3 69,-2-3 0,-7 5 1,-8 2-68,-2 2 0,-5-1-132,1-3 1,2-1 107,-2 0 0,2 1-934,-2-1 608,-2 1 502,9-7 0,-9 5 0,3-4 0</inkml:trace>
  <inkml:trace contextRef="#ctx0" brushRef="#br0" timeOffset="14">11847 1414 7821,'-18'-25'0,"4"4"612,-2 1 1,-3 5-164,-2-2 1,2 7 24,-2 2 1,4 5 311,-3-1-483,5 8 0,-5 9 20,4 7 0,2 5 5,-3 4 0,8 3-15,0 5-112,1 0 0,1 0-104,3 1 1,3-7-146,1-2 1,0-4 0,1-4 79,3-5 1,5-3 10,7-5 0,3-8-608,6-8 0,1-9-59,3-3 0,2-8-283,2-1 1,-3 0 84,-5 4 0,0 5 357,0-1 0,-2 10 398,-2-1 1,1 7-1,-7 3 39,-4 4 1,0 7 305,-7 7 1,4 5 79,-4 8-311,1-3 1,-1 4 10,0-5 230,6 0 1,-4-4-245,7-1 0,1-6 0,4 0-1254,6-5 1210,1-6 0,11-3 0,-4-7 0</inkml:trace>
  <inkml:trace contextRef="#ctx0" brushRef="#br0" timeOffset="15">13460 1414 7821,'0'-7'1052,"0"1"1,0 8-231,0 2 1,4 10-330,0 11 1,4 5-19,-3 7 0,0 6-39,-1 2-169,-2 9 0,3 3-273,-5 5 0,0 1 70,0 3 1,-4-3-1090,0 4 942,-6-10 0,3 3 0,-5-5-231,-1 1 1,1-5-2056,0-1 1597,5-6 1,-3-8-1858,6-3 561,-6-3 2068,9-16 0,0-3 0,9-11 0</inkml:trace>
  <inkml:trace contextRef="#ctx0" brushRef="#br0" timeOffset="16">13485 1550 7821,'0'-19'0,"1"-4"0,3 2 0,-1 2 632,5-2 0,6 6 577,7-2-832,2 3 0,2 3-151,0 3 1,2 3-475,-2 5 299,3 0 0,-15 5-214,4 3 1,-9 3 109,-4 2 1,-2 5 0,-5 2-19,-5 4 1,-6 5 1,-11 0 0,-4 5 21,0-1 0,0-1-201,4 1 0,1-5 53,-1 1 0,0-5-230,0-3 1,6-3-1419,2-6 1405,9-5 0,3-3 439,5-8 0,5-8 0,2-7 0</inkml:trace>
  <inkml:trace contextRef="#ctx0" brushRef="#br0" timeOffset="17">13956 1439 7821,'0'-9'812,"0"1"1,-1 4 25,-3-4-296,2 5 0,-9-3 0,4 8 401,0 2-311,-9 3 0,8 12-186,-9 6 1,3 1 73,2 7 1,-1-1-169,1 1 0,1-1-513,3-3 1,-2-5-393,6 1 0,0-1 489,4-8 0,1-5 0,3-7-383,5-2 1,3-4 184,5-2 1,-2-4-283,5-9 1,0-2-25,0-6 0,4 1-96,-4-1 0,-2 4 527,-1 0 1,-3 5-86,-2-5 0,-4 6 818,1-2-494,-7 4 1038,4 0-902,-12 6 0,1 12 208,-3 7 1,-2 4 360,6 1 0,-4 2-317,3 6 0,1-4-152,4-1 1,-4 0-104,0 0 0,0 2-612,4-5 1,0 0 0,0-5 259,0 0-1976,0-5 1029,5 4 0,2-9-57,6 2 0,-1-7 1,2-4 1120,2-4 0,-2-4 0,4-10 0</inkml:trace>
  <inkml:trace contextRef="#ctx0" brushRef="#br0" timeOffset="18">14303 1451 9297,'-6'6'3056,"0"0"-2389,6 7 0,0-3-310,0 2 0,0-2 807,0 6 0,0 2-447,0-1 0,1 3-733,4-3 0,-4 3-639,3-3 0,2 5-1279,-2-1 1,0 2 1088,-4 2 1,0-4-1404,0-1 2248,0-5 0,-6 9 0,-1-5 0</inkml:trace>
  <inkml:trace contextRef="#ctx0" brushRef="#br0" timeOffset="19">14341 1253 7821,'0'-13'2991,"0"1"-2180,0-1 1,0 5 171,0 0 0,1 1-520,3-1 1,4-2-364,9 6 1,-3 0-1231,2 4 1,2 0 743,-1 0 0,-1 0-1758,-3 0 0,-6 9 2144,-3 4 0,-3 8 0,-1-2 0</inkml:trace>
  <inkml:trace contextRef="#ctx0" brushRef="#br0" timeOffset="20">14514 1377 7873,'9'0'1996,"-1"0"-1229,0 0 25,5 0 0,-1 5 0,0 3-50,1 3 1,-1 7-101,1 3 1,-1 2-291,0 2 1,1 6-182,-1 2 1,-4-2-113,1 2 0,-7 1 41,3 3 0,-4-4-144,-1 0 1,-1-3 250,-4-1-412,4 0 0,-10-17 92,3 1 283,2-6 0,1-9-202,5-2 0,0-8 67,0-9 1,5-4-379,4-4 1,6-2 204,1-6 1,6 1 0,-2 1-43,-1 2 1,4 1 172,-2-1-128,2 3 1,1 11-4,-3 2 1,1 3-444,-6 2 1,1 5-271,-5 3 1,0 4-434,1 4 1,-5 7 1283,0 6 0,-5 5 0,3-3 0</inkml:trace>
  <inkml:trace contextRef="#ctx0" brushRef="#br0" timeOffset="21">16760 1079 7873,'0'-12'0,"0"-1"0,0 1 253,0-1 1,0 1-13,0 0 0,0-2 432,0-3 1,0 3 234,0-2 1,0 2-368,0 2 1,0-1 493,0 1-690,0 0 1,-2 1 18,-2 2 1,1 2 141,-5 3-288,0 3 1,-6 1 112,-2 8-130,2-2 1,-4 9 26,5-3 1,1 3 20,0-2 0,-1 1-53,1 2 0,-1-2 0,1 4-18,0 0 0,-1-5 49,1 4 1,-1 1-94,1-2 0,0 5 4,-1-4 0,1 5 64,-1-2 1,1 1-189,0 4 0,-1-7 78,1 7 0,-1-2 55,1 6 1,0-3-5,-1 3 1,2-1-5,3 1 1,-2-3-27,6 3 1,-4-2 31,4 2 0,-1 2-189,5 2 1,-4-2 117,0-2 1,0 3-82,4 5 0,0-4-135,0 0 1,1-5 0,4 1-153,3-3-1,1-1-378,0 0 0,6-5 311,-3 1 0,5-5-723,-1 5 1,4-6 58,5 2 326,-1-3 1,3-1-556,1 4 1,4-3-511,5 2 0,6-2 293,3-2 1217,2 6 0,1-4 0,1 4 1</inkml:trace>
  <inkml:trace contextRef="#ctx0" brushRef="#br0" timeOffset="22">17640 1091 7873,'0'-6'3105,"-5"0"-2650,4 6 0,-5 6 0,6 3 192,0 6-368,6 5 0,2 6 245,8 3 0,0 2-58,4 7-145,1 4 1,4-2-226,-1 6 0,5 3 0,2 7 152,0 0 0,-3-4-614,1 2 0,-7-4 397,-1-5 1,-6 2-601,1-6 0,-2-1 29,-1-7 1,-1 2 0,-1-8 145,-3-3 1,3-1-1276,-2-6 946,2-1 0,-3-3-537,0-1 824,-5 1 0,2-1 530,-5 0 0,-5 1 0,-2-1 0</inkml:trace>
  <inkml:trace contextRef="#ctx0" brushRef="#br0" timeOffset="23">18422 1178 7708,'-12'0'697,"-1"0"0,5 0-299,0 0 1,-1 2 0,-2 2 317,3 4 1,-7 3-297,2 1 1,-3 2-164,-1 3 1,-2 6-133,-6 6 0,-5 10-69,-3-2 0,-4 4 1,-3 1-5,-2 3 0,19-19 1,-2 0-894,0 1 0,0 0 816,1 0 0,-1 0 0,-3 0 0,1 0 39,2-1 0,0 1-164,1 0 0,-2 0 0,0-1 0,-1-1 0,0 1 1,1 0-277,2 2 1,0-2-1,-24 22 214,7-6 1,5-4-10,7 0 0,0-7 120,4-2 1,3-4 0,10-4-107,-1-5-75,6-7 73,-4 2 1401,10-10-1446,-5 4-903,6-5 664,0-5 0,6-2 493,2-5 0,3-6 0,2-2 0</inkml:trace>
  <inkml:trace contextRef="#ctx0" brushRef="#br0" timeOffset="24">18745 1984 8030,'8'11'209,"0"-2"0,-4 2 0,3-3 118,-1 3 1,-1 1 60,-1 1 0,-2-1-150,2 1 1,-3 3-72,-1 1 0,0 3 1,0-2-118,0 2 0,0-4-606,0 5 363,-5-6 173,-2 8 0,-6-8-871,1 6 0,-2-4 1,-2 3 890,-5 2 0,-8 2 0,-3 1 0</inkml:trace>
  <inkml:trace contextRef="#ctx0" brushRef="#br0" timeOffset="25">17727 2493 6948,'6'-13'-462,"-5"5"1867,3 0-550,-2 5-361,-2-2 0,1 1 771,3-1-614,-2 1 0,2 4-246,-8 0 1,-3 7-187,-6 6 0,1 0 1,-1 8-28,1 1 0,-6 3 61,-3 4-40,4-3-337,-7 4 0,6-5 0,-4 0-909,1 0 1,5-2 560,-5-2 0,6 1-219,-1-6 0,3 1 0,3-6 691,2-3 0,5-2 0,-2-6 0</inkml:trace>
  <inkml:trace contextRef="#ctx0" brushRef="#br0" timeOffset="26">17690 2505 7873,'0'-7'1829,"1"2"-456,4 5 1,-3 0-857,7 0 0,-5 0 0,5 1 316,5 3 1,0 3-409,7 6-211,-1-1-40,5 0 0,1 1-714,3-1 0,-4 1 1,1-2-1153,-4-3 0,-2 3 1180,0-3 0,-3-1 1,-8 0-1979,0-1 1437,-7 3 1053,4-7 0,-12 9 0,0-4 0</inkml:trace>
  <inkml:trace contextRef="#ctx0" brushRef="#br0" timeOffset="27">17777 2617 7873,'-13'7'880,"5"4"-536,0-3 0,1-1 0,-1 1-44,4 2 1,2 1 1073,2 1-580,0 1-474,0-1 0,0 2 1,2 1 190,2 2 1,-1 5-436,5-2 0,0 2 71,4-1 0,-3 2-168,-1-2 1,-4 3 0,3 2-907,-1 3 543,-2-3 296,-4 4 0,0-5-362,0 0 0,0 0 1,0-1-795,0 1 1,0-6 584,0-2 1,-2-3-1160,-2-2 1818,3-5 0,-5 4 0,6-4 0</inkml:trace>
  <inkml:trace contextRef="#ctx0" brushRef="#br0" timeOffset="28">17454 3646 8469,'-7'-5'455,"-4"3"1,9-3-4,-7 5 0,5-1 284,-4-4-522,5 4 375,-2-5-152,5 6 1,0-1 215,0-3-167,0 3-326,0-5 1,1 2 84,3 0 1,-1 0 0,4 2 49,-2-2 41,0 3-203,0-5 1,-2 2 251,5 0-523,-5 0 139,2 4-68,-5 0 0,2 0 112,2 0 1,-3-2 199,3-2 154,-2 3-242,-2-5-75,0 6 300,0 0-458,0-5 0,-2 4 0,-2-4 131,-4 4 0,1 1-232,-1 0 1,0 0-20,-5 0 0,-1 1 0,-1 2 96,-1 1 0,-2 6-5,1-2 81,3 3-12,-9 7 0,5-3 0,-3 6 1,-1 1 0,4 6 100,-1 1 1,4 5-122,-2-1 0,5 0 14,4 4 1,-2-8 0,6 4-262,1-5 11,7-9 257,3-1 1,6-7-305,-1-3 0,6-6 1,3-9-163,2-4 1,2-4 192,0-10 1,-5 0-108,1 0 1,-6 1 0,3-1 100,0 0 0,-4 1-7,2 4 107,-7-4 289,2 11 0,-9-7-94,7 4 516,-7 2 413,4-4-724,-6 11 0,0 7 0,0 8 149,0 3 0,-1 6 627,-4 0-439,4 5-303,-4-3 0,5 4 1,0-1 258,0-1 0,0 0-876,0 4 0,4-6 354,0-3 1,5-2-1,0-1-1546,2-1 698,1 0-150,1-5 1,3-1 415,1-6 1,3 0 624,-3 0 0,5-6 0,-3-1 0</inkml:trace>
  <inkml:trace contextRef="#ctx0" brushRef="#br0" timeOffset="29">18310 3646 7873,'0'-12'1728,"0"5"-153,0-4-1132,0 10 1,-1-5 287,-3 6 1,1 6-364,-5 2 0,0 3 0,-5 3 95,1 2 1,3-1-471,1 6 57,0-6 41,-5 3 1,7-5-190,1-1 1,4 0-1,1 1-260,0-1 1,1-4 224,4 1 0,6-1-9,5 4 0,6 1 0,-2-1 29,-1 1 1,4 0 8,-2 4 81,-3-3 1,4 4 287,-6-6-299,-5 0 0,-1 2 1,-6 1 327,-1 2 0,-3-1 93,-4-3 1,-4-2-126,-9-3 1,2 2-599,-6-6 1,2 4-1,-3-4-51,1-1 1,6-2-469,-2-1 163,-2-5 0,10 1-1749,-4-9 1922,3 4 1,4-16-997,1 0 1515,4 0 0,12-16 0,3 2 0</inkml:trace>
  <inkml:trace contextRef="#ctx0" brushRef="#br0" timeOffset="30">18509 3795 7873,'-4'13'483,"0"-1"0,-1 0 0,5 1 1518,0-1-873,0 1 0,2-1-510,2 0 0,3-5-656,5-3 0,5-2 0,1-4-372,1-2 0,6-4 344,4-9-377,5-2 0,-3-6-1235,2 1 1501,-3-7 1,-5 5-743,0-3 0,-6 4 0,-4 3 328,-5 2 1,-5 4 362,-5 0 1,-1 3 490,-3 5 0,-9 3-55,-7 5 0,-4 5 0,-1 5-272,1 5 1,0 8 1407,3 6-629,-2 0-361,9 2 0,-4-4 513,6 6 1,-1-4 0,2 3 122,3-2 1,3 1-518,5-3 0,5-5-589,3 1 0,9-11-299,4-1 0,3-9 0,4-3-153,1-7 1,5-11-415,0-7 0,1-5 48,3-7 620,-1 0 1,6-6 0,1-1-1</inkml:trace>
  <inkml:trace contextRef="#ctx0" brushRef="#br0" timeOffset="31">19266 3287 7873,'0'7'0,"-5"4"395,1-3 0,-5 8-258,0 5 0,4 4 1686,1 4 0,-2 0-555,2 8 0,0-1-131,4 9 1,1 3-983,3 2 0,-1 1-6,5-10 0,-1 1 0,2-5-368,-5 0 0,-3-1 181,-1-3 0,0-7-1414,0-5 1,-5-6-1160,-4 2 0,2-5 429,-1-4 2182,0-2 0,-10-12 0,-1-1 0</inkml:trace>
  <inkml:trace contextRef="#ctx0" brushRef="#br0" timeOffset="32">19055 3671 7873,'0'7'1867,"0"-2"1,7-5-1045,5 0 1,9-5-1416,12-3 0,3-9-68,13-3 1,-2-4-1318,7-1 1539,2 0 0,-5 1 0,4-1 0</inkml:trace>
  <inkml:trace contextRef="#ctx0" brushRef="#br0" timeOffset="33">20754 1141 7873,'0'-12'-499,"0"-1"349,0 1 1,-1 1 973,-3 3 1,1-4 238,-5 4-746,-1 3 1,-3-5 90,0 6-235,-6 0 1,4 4 0,-3 1 161,4 3 1,-4 3-81,0 6 1,-3-1-11,3 0 0,-3 2 1,2 3 52,-2 3 0,4 4 66,-5 1-150,6-1-67,-8 7 0,5 0 0,-3 7 120,4-1 1,4 6-181,0 2 1,1 1 1,-1 3 1,7-8 0,1 5 142,4-6 1,2-8 220,4-3-289,-4-9-52,15-2 1,-6-7 0,9-3 108,-1-3 0,3-4-36,-4-1 0,3 0-145,-3 0 1,5-1 0,-3-2 169,0-1 1,5-6-710,-4 2 252,-2-3-493,6-2 1,-9 1 0,4 0-95,-1-1 1,-1 1-2630,-5-1 2287,1 1 0,-7 0 1176,-1-1 0,-15 1 0,-4-1 0</inkml:trace>
  <inkml:trace contextRef="#ctx0" brushRef="#br0" timeOffset="34">20456 1563 11745,'6'-7'1320,"4"1"-558,5 1 0,4 2-121,6-5-942,5 5 281,2-8 1,1 8-774,0-5 1,-1 1-1,1-3 202,-4 2 1,-4 1-1021,-5-1-1129,4 2 2740,-16 1 0,3 4 0,-11-5 0</inkml:trace>
  <inkml:trace contextRef="#ctx0" brushRef="#br0" timeOffset="35">20717 1501 7873,'-6'12'336,"5"-4"445,-3 1-201,-3-7 1,6 9 0,-3-2-42,2 2 1,2 1 208,0 1 0,0-1-344,0 0 1,6 5-1,2-1 222,3 0-753,1 3 0,2-4-647,3 6 640,-4-6 0,7 7 0,-5-6-489,1 0 1,1-3-1349,-5 0 0,1-1 1971,-1 1 0,6-1 0,1 0 0</inkml:trace>
  <inkml:trace contextRef="#ctx0" brushRef="#br0" timeOffset="36">21226 1228 7873,'0'7'3361,"0"4"-2133,0-4 0,5 9 0,2 2-408,0 1 1,8 3-110,-3 7 1,8-1-517,-4 5 0,6-5-5,-1 1 0,1-2 1,0-1-981,-1-1 1,-5-3 262,5-9 1,-6-2-356,2-3 616,-3 3-1802,-2-10 0,0 5 912,1-6 0,-1-4-627,1-1 1783,-1-10 0,6 2 0,1-12 0</inkml:trace>
  <inkml:trace contextRef="#ctx0" brushRef="#br0" timeOffset="37">21685 1203 7873,'-13'0'0,"-3"0"1398,-1 0-634,1 0 0,3 0 214,1 0 0,-5 6-593,1 2 0,-6 4-50,1 5-162,-2 2 1,-4 7-138,-2 3 0,2 3 0,-5 5-164,2 0 0,-5 0 176,2 1 1,-3-1-563,-1 0 1,0-4 320,0 0 0,4-5-549,0 1 1,2-4 0,1-5-2495,5-3 2068,9-3 1168,-2-2 0,5-5 0,1-2 0</inkml:trace>
  <inkml:trace contextRef="#ctx0" brushRef="#br0" timeOffset="38">22020 1141 7873,'8'0'954,"0"0"0,-4 0 0,3 1 319,-1 4 0,3 3-361,0 8-511,2 4 1,2 10 600,4 3-701,-3 3 1,8 7-54,-6 2 0,5-1 0,-3 0-168,1-1 0,-4-2 48,2-4 1,-3-1-606,-2-3 0,0-4 130,1-8 0,-6 1 0,-2-4-186,1 1 0,-3-8-2261,5 2 1334,-5-9 317,2 7-95,-5-10 1,4-2 1237,0-12 0,6-10 0,-3-9 0</inkml:trace>
  <inkml:trace contextRef="#ctx0" brushRef="#br0" timeOffset="39">22615 1290 7873,'-12'-13'796,"-2"5"0,-1 1-225,-2 2 1,-4 1-271,5 4 1,-6 2 596,1 7 1,-8 4-521,-4 12 0,-4 6-194,-4 2 0,1 4 1,-7 4-276,-4 5 1,5 1-1484,-3-2 1167,2 3 370,3-9 1,-3 2-326,5-8 1,7-2 0,6-8 111,2-2 1,8-5-1710,3-8-349,7-2 2308,4-6 0,5 5 0,0 2 0</inkml:trace>
  <inkml:trace contextRef="#ctx0" brushRef="#br0" timeOffset="40">22987 1488 8830,'-7'-12'4733,"3"4"-4202,8-1 1,9 7-127,7-3 0,5 4-71,4 1 0,7 0-54,5 0 1,8-4 0,-1-2-177,4 0 0,7 1 32,-1-3-1228,3 0 480,-5-5 0,0 1-814,-7 0 0,2-2 0,0-1 480,-1-2 1,-5-1-580,-12 2 0,-4 2 1525,-8-3 0,-2 2 0,-5 1 0,-1 2 0,-4 2 0</inkml:trace>
  <inkml:trace contextRef="#ctx0" brushRef="#br0" timeOffset="41">23707 1129 7873,'0'-13'3850,"0"6"-3335,0-4 0,9 10 62,4-3 1,6 2 0,0 2-79,5 0 0,-2 2-414,7 2 1,1-1 80,-1 5 1,4-4 20,-4 4 0,3 1 1,-6 3-44,-3 0 0,-2 1-47,0-1 0,-5 5-351,-7-1 324,-4 1-510,-5 1 0,-7 1 291,-5 6 1,-8 0 0,-8 1-326,-6 3 0,-3 1-24,-4 3 0,1 2 213,-6-6 0,8-1-474,1-3 0,5-1 242,7-4 0,2-6 0,2-7-1524,4-1 730,9-2 1311,3-10 0,10-1 0,2-5 0</inkml:trace>
  <inkml:trace contextRef="#ctx0" brushRef="#br0" timeOffset="42">24612 1104 7873,'13'0'2513,"-6"-6"-1834,4 5-132,-5 1 1,7 8 45,-1 9 1,1 2 0,-1 7 250,1 3 0,-1 7-328,0 5 0,1 5-142,-1-5 1,2 5-326,2-5 0,2 4 1,4-5-702,-1-4 0,-4-4 326,3-7-175,1 0 1,-2-6-1542,-2-3 1093,-3-7-2384,-2 2 3333,-5-16 0,4 4 0,-4-11 0</inkml:trace>
  <inkml:trace contextRef="#ctx0" brushRef="#br0" timeOffset="43">25208 1178 7873,'-21'2'1128,"0"2"0,2-3-54,-2 3-416,-2 3 0,4-4 1279,-6 5-1498,0 6 1,-5 1-147,-3 6 1,-5 1 0,-2 7-122,-1 4 1,-6 4 10,2 4 0,1-2-416,-2 2 0,5-2 1,-3-2-833,1 0 0,-3-1-746,5-3 1638,5-2-1848,0-7 0,10 1-56,-3 0 2077,3 0 0,5 0 0,1-1 0,0 1 0,5 0 0,4 0 0</inkml:trace>
  <inkml:trace contextRef="#ctx0" brushRef="#br0" timeOffset="44">25692 905 7803,'5'-7'730,"-2"1"932,5 1-852,-5 4 111,8-4-475,-4 5 0,4 5 199,-3 3 0,3 5-150,-3 3 0,-1-1-118,2 6 0,0-4-338,8 3 0,-4 1 0,4 4 166,-3 0 0,-2 1 14,1 3 1,-1-2-1141,0 6 1,-5-4 519,-3 4 0,-2-2 70,-2 6 0,-6-7 85,-2 7 1,-8-1-175,-5 6 1,-8-2 72,-4 5 0,1-9-318,-1 1 0,4-4 13,-4 0 0,4 2-159,-4-6 0,1 0 811,-1-5 0,-3 1 0,5 0 0</inkml:trace>
  <inkml:trace contextRef="#ctx0" brushRef="#br0" timeOffset="45">21002 2493 6523,'0'-13'-526,"0"1"1121,0 0 1,0 3 0,0 1 352,0-2-479,0-1 0,0-1 188,0 0-301,0-1 0,-4 5 44,0 0 0,-1 4 54,0-5 1,-2 7-23,-5-3 0,4 10-85,0 3 1,-1 8-217,-3 5 1,-5 2-1,1 4 96,1 2 0,1-3-183,1 3-49,7-3 1,-4-3-346,6-2 372,0-3-363,4-6 0,5-5 0,3-4 38,3-6 0,6-8-41,0-5 0,3-5 257,-3 4 0,-1-3-37,-3 3 1,-1 1 85,0 3 1,1 5 82,-1 0-117,1 5-20,-1-3 228,-5 12 0,3 1-55,-6 5 0,0 5 0,-3 1 79,3 1 0,-2 2 28,2 3 0,-1 1-44,1 0 0,-3 0 107,3 0 0,-2 0-104,-2-1 1,-2 1-1,0 0 26,-3 0 0,0 4-45,1 0 1,1-5 69,-5-3-79,5 0 77,-8 4 1,10-5 58,-4 1 0,0-6 0,-1 2-16,0-4 0,1-4 93,-3-1 0,4-5 142,-4 1-471,-1-3 0,-3-1-26,0 0 1,-5-1 0,1-3 201,0-5 1,-1-2-629,0-1 0,-4 0 75,5-1-33,-1 1 1,5-1-1135,-1 1 232,1 0 1,5-1 757,3 1 1,3-1 0,1 1-626,0 0 0,5-5 487,3 0 0,3 1-123,2 4 812,-1-6 0,6-2 0,1-4 0</inkml:trace>
  <inkml:trace contextRef="#ctx0" brushRef="#br0" timeOffset="46">21399 2555 7838,'0'7'603,"-1"2"1,-2-3-210,-1 1 0,-2 1 390,2 4 1,3 1-416,-3-1 0,-2 1-339,2-1 0,-4 1-443,4-1 0,0 0 0,2 1 271,-2-1-960,3 1 0,-6-1-566,3 0 1000,2-5 668,-3-1 0,-1-1 0,-1 2 0</inkml:trace>
  <inkml:trace contextRef="#ctx0" brushRef="#br0" timeOffset="47">21635 2480 7838,'-12'0'0,"-1"0"1403,1 0-339,5-5 1,1 2-498,6-5 0,6 4-479,2-4 1,3-1 31,2-3 1,4-1-168,4 1 0,-2 4 0,1 0-7,-2-2 1,0 3 90,-2-1 138,-2 5-280,4-3 137,-6 6 1,1 0-31,-1 0 1,-5 6-1,-2 2 131,1 3 1,-5 2-68,3-1 1,-2 6 111,-2 3 1,4-2-52,0 2 1,0-1 35,-4 5 0,0 0 0,0 0-227,0-1 0,0-3 110,0 0-277,6-6 1,-3 2-873,5-9 370,-5-3 0,12-6-331,-3-3 1,9-4-1,-2-9 1064,0-4 0,10-8 0,-2-2 0</inkml:trace>
  <inkml:trace contextRef="#ctx0" brushRef="#br0" timeOffset="48">22106 2356 7838,'-19'6'353,"-4"-3"167,2 5 1,2-4-81,-2 4 334,6 1 1,-9 7-419,4 1 0,-5 5 1,-3-2-86,-1 4 1,-5 5-284,1 0 1,-2 4 72,2-4 1,-1-2-708,5-6 1,0 1-86,4-5 1,-4-1-1,0-5-1294,2-3 1528,6-2 497,-2-6 0,-2 0 0,-7 0 0</inkml:trace>
  <inkml:trace contextRef="#ctx0" brushRef="#br0" timeOffset="49">20717 2307 7838,'-12'5'0,"-5"-2"0,0 5 0,1-1 603,4 2 1,-1 3 247,1 0 1,-1 2-446,1 7 1,4 1-1,1 5 449,1 2-645,2 6 67,4 2 0,0 2-84,0 2 0,0-2 0,0-4-84,0-2 0,1 2-177,4-6 0,3-4-252,8-5 1,0-6-506,4-2 1,6-5 0,8-7 295,1 0 1,8-2-1797,3-7 2325,2 1 0,7-21 0,1 3 0</inkml:trace>
  <inkml:trace contextRef="#ctx0" brushRef="#br0" timeOffset="50">22168 2257 7838,'21'-1'0,"-2"-2"1039,-1-1-729,4 0 1,-2 4 0,4 0 650,1 0 1,-1 4-689,-4 0-200,4 6 0,-6-3-70,2 5 1,-6 5-401,-6-1 401,-5 6 1,3-3-768,-6 6 0,-7 1 520,-6 3 1,-4 2 0,-8 3 41,0-1 1,-4-1 200,0 1 0,0 3 0,4-4 0</inkml:trace>
  <inkml:trace contextRef="#ctx0" brushRef="#br0" timeOffset="51">22950 2356 7838,'7'0'570,"0"0"176,-3 0 0,-3 2-21,3 2 0,2 3-293,-2 5 1,2 2 60,-2 3 0,-3 3 0,3 8-101,-2 1 1,-2 4-374,0-4-251,-6 5 1,5-8-1115,-3 3 1244,2-2 0,2-4-392,0-2 0,0-3 0,0-6-2430,0 0 2924,0-5 0,-11-1 0,-3-6 0</inkml:trace>
  <inkml:trace contextRef="#ctx0" brushRef="#br0" timeOffset="52">22938 2654 7838,'5'-7'779,"-4"-4"1,10 6-1,-2-5 553,2 2 1,7 1-655,2-1 1,11-3 234,6 2 0,11-2-529,10-1 0,7 1-785,1 3 1,0-3 217,-4 2 0,-3 2 203,-5-1 0,-6 5-797,-10-1 0,-7 3 0,-2 1-1629,-3 0 0,-6 0 411,-4 0 1995,-7 0 0,2 0 0,-4 0 0</inkml:trace>
  <inkml:trace contextRef="#ctx0" brushRef="#br0" timeOffset="53">23756 2406 8370,'-7'-7'1642,"2"2"0,10 1-1440,4-1 1,6 1 113,1 4-191,6 0 0,-4 2-14,3 2 0,1-1-182,-5 5 1,3 0 274,-3 4-360,-1 1 1,-7-1 0,-2 1-309,-2-1 1,-2 6 248,-7 3 1,-5 2-265,-7 2 0,-8 0 186,-5-1 0,-5 1-504,1 0 0,-3 1 312,-1 3 0,5-7 485,3 3 0,-2-8 0,-1 1 0</inkml:trace>
  <inkml:trace contextRef="#ctx0" brushRef="#br0" timeOffset="54">24699 2518 7838,'0'-13'130,"0"1"1,0-1 0,0 1 150,0 0 0,-1 1 122,-3 2 1,1 0 173,-5 5 1,-1-5-166,-3 5 1,-2 0 35,-2 4 0,2 1-140,-3 4 0,-2 6 0,-2 8 40,-2 4 1,2 1-86,0 9 1,6-4 105,-1 4-342,2 0 1,3-6-234,3-2 233,-3-3 1,9-2-178,-2-4 1,4-3 0,6-5-410,6-4 0,6-8 289,7-4 1,0-5-144,-1-3 0,1-4 127,0-4 0,0 0 0,-2 2-180,-2 1 0,1 6 434,-5-1 1,-1 2-51,-3 1-268,-7 1 43,5 5 1083,-9 2 1,3 6-539,-5 3 1,0 3-1,0 7 137,0 2 1,0 0-99,0 4 0,0-3-101,0 3 1,0 0 0,0 2 122,0-2 0,0 1-122,0 4 0,0 0 199,0 0-256,0-1 1,0 5 120,0 0 19,0 0 0,-1 0 30,-3 0 0,1 4 0,-5-3-2,-2 2 1,3-4 212,-1 1 0,1 0-94,-1-5 0,-2 4-156,6-7 1,-4-2-50,4 2 0,-5-2-27,5 2 0,-4-4-88,4-4 0,-4-5 0,2 0 114,-1 2 0,-1-4-144,-5-2 1,1-3-160,0-1 92,-1 0 0,1-1 115,-1-3-192,-4-3 0,3-6 57,-3 1 1,2-1-232,-2 1 0,4-5 1,-4 0-345,3-3 0,3 5 302,3-1 0,-2-4-618,6 0 0,0 0 8,4 0 0,0 3 91,0-4 0,6 1 0,2-4-611,3 4 0,3-4 729,2 4 0,4-2-563,4 1 1267,1-3 0,6 5 0,0-6 0</inkml:trace>
  <inkml:trace contextRef="#ctx0" brushRef="#br0" timeOffset="55">25046 2604 7838,'7'0'527,"-1"0"649,-1 0-651,-3 0 0,5 0 707,-3 0-887,-3 0 0,5 2-29,-6 2-205,0-3 0,-2 5 85,-2-6 120,3 0-328,-10 0 312,4 0 1,-6 0-49,1 0 1,0 0 36,-1 0 0,5 0-56,0 0 0,5-1-176,-1-4-58,-3 4 220,6-10 0,-4 5-508,10-2 1,-3 3 122,7 5-87,-1 0 1,4-4 44,1-1 330,-1 1-159,0 4 1,-3 2 743,-1 2-330,-5-3-151,2 10 0,-5-8-137,0 5 187,0-5-993,-5 2 299,-2-5 0,-1 0-1695,-1 0-309,7 0 893,-4 0 28,6 0 1501,0 0 0,6 0 0,0 0 0</inkml:trace>
  <inkml:trace contextRef="#ctx0" brushRef="#br0" timeOffset="56">25431 2542 9345,'0'-6'3275,"0"-5"-2995,0 4 1,1-2-79,4 1 1,-3 4 0,7-4-57,0-2 1,2 0-69,2 2 1,-1-3-79,0 3 1,1 1-27,-1-1 1,5 1 0,-1-3 91,0 2 0,1 5-257,0-1 129,0 3 1,-1-3-127,1-1 112,-1 1 1,-3 8 66,-1 1 0,-4 4 0,0-1 32,2 3 0,-4 6 118,-2 0 0,1 3 128,-1-3 1,1 3-135,-5-3 1,0 4 0,0-3 34,0 1 1,0-3-63,0 5 1,0-6-730,0 2 145,0-3 1,4-2-1015,0 0 890,5 1 0,-2-6-1104,6-3 1081,-1-3 1,5-6-131,-1-4 1,1-3 76,-5-5 676,6-2 0,-4-6 0,4 0 0</inkml:trace>
  <inkml:trace contextRef="#ctx0" brushRef="#br0" timeOffset="57">26014 2369 7838,'-8'0'0,"0"0"628,-1-6 0,-3 5-170,-1-3 1,1 2 286,0 2 0,-1 6 1,1 2-90,-1 3 0,-3 3-296,-1 3 0,-5-2-325,2 5 1,-4 1 162,-1 4-79,1 5 0,-7-2-53,-2 5 0,1-6-326,-1 2 0,0 2-170,-4-2 1,-2 1-1196,-2-1 1381,8-3 0,-8 0 1,9-5-1058,0 1 1,-2 0 502,5-1 1,4 1 797,4-6 0,1 6 0,-5-2 0</inkml:trace>
  <inkml:trace contextRef="#ctx0" brushRef="#br0" timeOffset="58">4404 4663 7838,'0'-12'1037,"0"-6"-646,-6 4 0,0 0 150,-7 6 1,-1 5-171,-2-1 1,1 10-148,-6 6 0,0 2-94,-4 7 1,1-1 44,-1 5 1,0 0-144,0 0 0,6-5 97,2 1 1,4-2-112,0 2-19,6-3 1,2-6-33,5 1 1,1-1-154,3 1 0,9-5 46,7 0 1,4-1-120,1 1 1,4 3 70,0-2 1,-1-3 78,-3 3 0,0-1 10,0 4 1,-4-3 53,-1-1 1,-6 0 76,-2 5 1,-1 3-139,-6 1 295,-1-1 1,-4-3 0,-2 0 40,-2 4 0,-4-3-283,-9 2 0,4-2-356,-4-2 325,-2-5 0,5 3-234,-3-6 1,0 4 135,0-4 1,0 1-755,5-5 0,0 0 243,-1 0 0,5-6-180,0-2 873,5-9 0,-3 3 0,6-3 0</inkml:trace>
  <inkml:trace contextRef="#ctx0" brushRef="#br0" timeOffset="59">4925 4825 7838,'-6'-7'410,"0"-3"-200,-7 6 1,1 0 282,-1 4 1,1 1-109,0 3 1,-1 4 16,1 9 1,-5 4-51,1 8 0,-1-2-7,5 6 1,-1-4-91,1 4 1,1-4-76,3 4 0,-2-7-319,6-1 1,1-7 174,7-10 0,3-2-698,5-6 1,5-7 379,0-5 0,5-8-680,-2-9 1,2 2 400,-1-6 1,1 4 95,-5-4 1,1 5 170,-2-1 1,-2 7 160,2 2 387,-2-1-206,-1 2 50,-7 6 1,0 13 224,-6 8 0,0 9 0,-1 4 340,-4 2 0,3 2-292,-7 0 1,7 4 245,-2 0 0,2-2-185,2-6 1,0 2-136,0-2 0,0 1-807,0-1 1,2-5 393,2-8 1,3 2-922,5-6 0,2-1 524,2-7 0,-1-4 513,6-9 0,0-8 0,4-6 0</inkml:trace>
  <inkml:trace contextRef="#ctx0" brushRef="#br0" timeOffset="60">5421 4390 7838,'-7'13'2277,"-2"-1"-1416,4 1 0,-3 0-410,4 4 0,-4 8 753,4 8 0,-5 3-573,5 1 1,0 6-41,4 2 0,0 3-175,0 2 0,6-2-524,2-2 1,-1 0-228,1-4 0,-1 1-270,1-2 1,3-9 302,-2-4 0,-3-7-366,3-8 0,-1-7 15,4-1 0,-3-5 159,-1-5 1,-4-6-563,4-5 1,-5-6 475,1 1 0,2-1-487,-2 1 1,-1-2 286,-8 2 780,-1 3 0,-12-5 0,-2 4 0</inkml:trace>
  <inkml:trace contextRef="#ctx0" brushRef="#br0" timeOffset="61">5260 4812 7838,'-13'0'0,"1"-4"0,0 0 1347,-1 0-315,6 4 1,7 0-492,9 0 1,7 0-95,5 0 0,2 0-103,2 0 1,1 0-989,3 0 1,-1 0 463,5 0 1,-6-4-352,2-1 1,-1-4 359,1 1 0,-3 1 171,3-2 0,-3-4 0,-1-7 0</inkml:trace>
  <inkml:trace contextRef="#ctx0" brushRef="#br0" timeOffset="62">5756 4638 7838,'0'13'1646,"-4"3"-1117,0 1 1,-4 5-293,3-1 0,1 2-1,4 2 1,-4 0 812,0 0 1,0-1 181,4 1 1,0 0-612,0 0 1,0-2-1011,0-2 0,0 1 278,0-6 1,0 1-1108,0-5 1,1-1 367,3-2-171,-2-4 0,7-8 1022,-4-5 0,4-6 0,-2-10 0</inkml:trace>
  <inkml:trace contextRef="#ctx0" brushRef="#br0" timeOffset="63">5731 4539 7838,'-7'-7'0,"2"-4"549,5 4 0,0-1-338,0 0 0,5 5 825,4-1 0,2-1-445,1 0 0,0 1-2582,1 4 1,3 0 1990,1 0 0,0-5 0,-5-2 0</inkml:trace>
  <inkml:trace contextRef="#ctx0" brushRef="#br0" timeOffset="64">6165 4601 7838,'-19'13'535,"1"-1"158,6 0 0,-1 1-67,1-1 1,-2 6-229,-2 3 0,2-2 528,-3 2 0,8-6-397,0 2 1,7-4-442,-2 0 1,2-1 65,2 1 0,6-5-456,2 0 1,7-4 261,2 4 1,5-5-294,-2 1 1,4-2-50,1-2 0,-1 4 161,1 0 1,-1 1 98,-4 0 1,-2-3-22,-5 7 1,-1-5 824,1 4-513,-7 0 0,0 5 749,-6-1-614,0 1 1,-10-1-406,-2 0 0,-5-3 114,1-1 0,-4-1 150,-4 1 1,3-1-10,0-3 1,1-3-155,-5 4 0,-5 1 0,-2 1 0</inkml:trace>
  <inkml:trace contextRef="#ctx0" brushRef="#br0" timeOffset="65">6513 4986 7838,'12'0'567,"2"0"-398,3 0 1,-2 4 1080,5 0 0,1 2-535,4-2 1,7-3-90,5 3 1,0-2-333,4-2 0,3-10-238,2-3 1,2-7-1056,2-1 1,-2-8 450,-2-4 1,-4-3-1237,-5-1 0,-5 0 1784,-3 0 0,-3-1 0,-1 1 0</inkml:trace>
  <inkml:trace contextRef="#ctx0" brushRef="#br0" timeOffset="66">7059 4415 7838,'-20'0'-203,"-3"0"169,2 0 1,3 0 875,2 0 0,3 7-310,5 6 0,-3 4 323,3 8 1,2 6-23,2 2 1,3 8-359,1 4 1,0 9-93,0 4 0,5-1-396,4 0 0,-3-3 132,3 4 0,-5 5 6,0-28 1,0 1 0,-1 31-87,1-1 0,2-4 141,-2-4 0,0 2 16,-4-7 0,0-6-110,0-10 0,0-1 102,0-7 1,0 0-412,0-4 1,0-2 154,0-2 0,-2-3-132,-2-6 0,2-5 110,-7-3 0,1-4-445,-4-4 1,3-3 93,1-5 0,0-7-1033,-5-6 1,2-1 253,3-7 1,3-6 1219,5-7 0,-6-7 0,-1-4 0</inkml:trace>
  <inkml:trace contextRef="#ctx0" brushRef="#br0" timeOffset="67">7307 4899 7838,'7'12'648,"4"1"-338,-3-1 0,-1 2 692,1 2 1,-1 4-448,1 5 1,2-1 291,-6 1 1,0 1-312,-4 3 1,0-3 122,0 3 0,0-7-692,0-1 0,4-6-1289,0 2-2313,1-3 2891,-5-2 1,0-6 743,0-6 0,-6-12 0,-1-7 0</inkml:trace>
  <inkml:trace contextRef="#ctx0" brushRef="#br0" timeOffset="68">7307 4775 8699,'12'-6'2282,"-4"5"-1622,1-3 0,3 3 210,5 1 0,1 0-445,-2 0 1,2-2-329,3-2 1,2 3-1318,-2-4 0,1 4 797,-1 1 0,-2 0-2687,-3 0 3110,-2 0 0,4-5 0,-6-2 0</inkml:trace>
  <inkml:trace contextRef="#ctx0" brushRef="#br0" timeOffset="69">7604 4986 7838,'0'26'421,"0"3"1,0-7-54,0 3 0,0-13 545,0 1 0,2-9-380,2 0 1,4-3 80,9-1 0,-2-7-234,6-5 0,3-10-147,5-7 0,4-6-813,-4 2 0,0-2 461,-4-3 0,0 5-662,0 0 0,-6 6 359,-2-2 0,-9 8-724,-4 4 658,-3-2 0,-12 11 612,-5 0 0,-6 6 108,-3 6 0,0 9 324,0 7 1,1 9-77,-1 4 0,1 3-186,4 2 0,-4 3 426,4 0 1,2 5-224,1-5 0,3 2-261,2-2 1,5-4-27,3 0 1,2-6-718,2-11 0,6-3-17,2-9 1,9-4-414,3-8 0,5-9-1002,4-12 0,3-6 1939,5-6 0,6-6 0,1-1 0</inkml:trace>
  <inkml:trace contextRef="#ctx0" brushRef="#br0" timeOffset="70">8336 4700 7838,'-8'9'892,"0"-1"0,4-4-351,-5 4 0,3 1 812,-3 3 1,-2 2-658,3 2 1,-3 0 281,-1 4 0,1 0-420,2 0 0,0 2-241,4-5 1,-3 3-94,4-3 0,0 0-1,4-5 1,1-1-14,3-3 1,2 3 12,2-2 1,5 0-1,-1-1 1,2 2-14,7-6 1,-5 6-2461,5-2 0,-5-1 868,5 1 0,-6-4 447,2 5 1,-4-1 899,0 4 1,-1-1-28,1-2 1,-6 2 439,-3-3 1,1 3-330,-1 1 1,-4 1 227,-4-1 1,-11 1-109,-2-1 1,-2 3 99,-6-2 1,3 2-302,-7-7 0,-1 2-516,1-2 0,-4-1-1128,4-3 0,-4-3 188,4 3 1488,0-2 0,4 3 0,0 2 0</inkml:trace>
  <inkml:trace contextRef="#ctx0" brushRef="#br0" timeOffset="71">8969 5383 14158,'7'0'-1362,"-2"5"1362,-10-3 0,-2 9 0,-5-5 0</inkml:trace>
  <inkml:trace contextRef="#ctx0" brushRef="#br0" timeOffset="72">3250 6796 7838,'0'-6'716,"0"-5"1,0 11 113,0 0 1,0 6 123,0 11 0,2 4-147,2 8 0,-2 2-334,7 7 1,-6-1-38,1 0 1,1 4-155,-1 1 0,0 4-138,-4 0 1,0-3 65,0-2 1,0-7-810,0 0 1,0-7 283,0 2-1204,0-8 1,0-8-2824,0-4 2165,0-7 2177,0-7 0,0-9 0,0-11 0</inkml:trace>
  <inkml:trace contextRef="#ctx0" brushRef="#br0" timeOffset="73">3077 6734 7838,'-32'0'0,"2"0"504,5 0 1,0 6-115,0 2 1,2 3 317,2 2 0,2 6-253,2 6 1,3 6-186,-2 11 0,6-2 868,2 5-711,5 6 1,-4 2-75,3 4 0,3-4-351,-3 1 1,4 1 81,4-2 1,-2 7-23,7-2 1,-1-7-140,4-2 0,6-7 25,3-1 0,2-4-576,2-4 540,6-3 0,-2-10 1,8-5-326,5-5 279,5-5 0,8-8 213,3-5 0,3-7 0,2-14 85,-29 13 1,-1-1-112,-2-3 1,1-1 0,6-1-1,0 1-264,-3-1 0,0-2 0,0 0 1,-1-1 224,-4 0 0,-2 0 1,0 1-1,-1-1-122,-2-2 0,0 0 0,-1-1 0,0 1-109,-1 0 1,-1 0-1,20-27 50,-9 5 0,-3-1 61,-5 0 0,-6-3 14,-2-1 0,-8 1 0,-2 7 137,-1 0 0,-8-3 29,-6-5 0,-10 6-8,-7 6 0,-10 5-83,-11 4 101,-2 8 1,-10 4-96,0 9 1,-7 2-1,5 10-386,-5 0 308,-1 11 0,31-4 0,-1 2 1,0 4-1,1 3-413,-1-1 0,0 3 0,0 2 0,0 2-318,-1 2 0,0 2 0,-1 3 1,0 3 130,-1 2 1,0 2 688,1 0 0,0 1 0,-2 0 0,0 0 0,2 0 0,1 1 0,0-1 0,0 0 0</inkml:trace>
  <inkml:trace contextRef="#ctx0" brushRef="#br0" timeOffset="74">5198 7094 8066,'-7'6'0,"-4"1"482,3 5 0,2 0-77,2 1 1,3-1 719,1 1-719,0-1 0,5-1-29,3-3 0,3-2-77,2-6 1,3 0-83,1 0 1,5-6-184,-1-2 0,6-4 96,2-5 1,0-2-186,-4-6 1,0 0 105,0 0 0,-2 1-20,-2-1 1,1 0-42,-6 0 1,1 0-171,-5 1 1,-1 0 55,-3 3 0,-2-1 104,-6 6 0,-6 3 38,-2 5 0,-4 4-9,-5-4 0,2 5-14,-6-1 0,1 8 18,-5 4 1,0 3 25,0 2 1,1 3-16,-1 1 1,0 5 35,0-2 1,-1 4 15,-3 1 0,3 1 103,-3 3 0,4-2 37,4 6 1,-1-4-84,6 4 0,-1 1 20,5 3 1,1-1-53,3-3 0,2 1 86,6-5 0,0 4-70,0-4 1,1-4 87,4-4 1,1-8-28,7 0 0,-1-1 62,1-4 0,5-2 33,2-2 1,0-3-65,0-1 1,1 0-269,4 0 1,-1-1 96,1-3 0,4 1-728,0-5 0,2 1 381,-3-1 0,-1-3-1733,2 2 1,-2-2 191,2-1 1849,-8 5 0,8-4 0,-10 4 0</inkml:trace>
  <inkml:trace contextRef="#ctx0" brushRef="#br0" timeOffset="75">6091 7181 7838,'8'-8'-300,"1"-1"1678,-7 7-790,9-9 0,-8 9 545,5-2-437,-5 3-182,8 1-307,-9 0 213,3 0-88,-5 0 115,0 0-445,-5 5 1,-2 1-57,-6 2 1,1 3-88,-1-3 1,0-1 2,-4 1 0,3-1 76,-2 2 1,1 2 41,-2-3 1,7-3 56,-2 0-144,2 1 128,-2-4-283,5 3 152,2-10 0,11-2 26,7-5 0,-1 3 88,5 1 1,-3 5-43,-2-1 0,0 1 221,1-1-162,-1 3 147,1-5 0,-6 8-21,-3 2-63,-3-3-16,-1 10-4,0-4-337,0 0 0,-4 0-82,0-3-484,-6-3 0,7 5 59,-5-6-554,5 0 1334,-8 0 0,4 5 0,-5 2 0</inkml:trace>
  <inkml:trace contextRef="#ctx0" brushRef="#br0" timeOffset="76">6091 7169 7838,'-5'-13'-242,"3"5"522,-2 0 0,1 5 193,-1-1 313,3-3-19,-5 5 87,1-3-340,3-1-166,-3 5 1,5-6 212,0 3-140,0 3-215,0-10 1,0 8 29,0-5 1,1 5-322,3-1 0,-1 1 131,5-1 1,-4 2-366,5-2 1,-1 4-126,4 4 0,-3-1 57,-1 5 266,0 1 1,1 3 29,-1 1 0,-5-1 42,1 0 0,-3 1-52,-1-1 0,-1 1 120,-3-1 0,1-1-69,-5-3 0,-1 3-194,-3-2 0,-1-3 18,1 3 1,-5-7 99,1 3 1,-1-4 158,5-1 0,0 0-91,-1 0 0,5-1 67,0-4 0,1-1-110,-2-7 0,4 1 205,5-1 1,0 1-39,0 0 0,5-1 13,4 1 0,2 3 18,1 1 1,-4 4-43,1-4 0,-1 5 46,4-1 1,1 3-81,-1 1 0,-4 0-11,1 0 1,-5 0 55,4 0-166,-5 5 54,2 2-88,-5 5 0,-4 1-429,0-1 0,-5-5 253,0-3 0,2 3 105,-1 1 1,4-2 17,-4-2 187,-1 3 0,-3 0 0,0 5 0</inkml:trace>
  <inkml:trace contextRef="#ctx0" brushRef="#br0" timeOffset="77">6017 7193 7838,'6'-1'-1155,"-1"-3"1735,-4 2 1,0-7-127,4 5 0,-4-2 685,3 2-739,-3-3 1,-1-5-167,0-1 0,5 5-18,-1 0 1,4 4-7,-4-5 0,4 5 6,-4-4 153,6 5-633,-3-2 277,5 5 1,-5 1-381,-3 3 245,-2 3 0,-2 6-133,0-1 42,0 0 1,-4 1-101,0-1 180,-6-5-2,3 4 64,-5-10 26,-1 5-238,1-6 283,5 0 0,-4 0 0,4 0 0</inkml:trace>
  <inkml:trace contextRef="#ctx0" brushRef="#br0" timeOffset="78">6761 7020 7838,'-12'0'0,"-1"0"584,1 0 65,-1-6 171,1-1 656,-1-5-563,7 0 65,0-1-646,6 1 1,1-1-218,4 1 0,3 0 121,8-1 1,0-3-158,4-1 0,0-1-8,0 2 0,4 0-121,-4-4 1,4 5-119,1-2 1,-5 3 131,1 2 1,-2-1-127,2 1 1,1 5 38,-6 3 0,1 4-6,-5 4 0,1 7 108,-1 6 1,-1 6 130,-2 2 0,0 1-34,-5 7 1,2 0-28,-2 5 0,-3 3 6,3 0 0,-2 2-24,-2-2 0,4-1-57,0 6 0,0-2 64,-4 1 1,4-3-137,1-9 1,4-3 70,-1-5 1,3-6-151,2-2 0,1-9-168,2-4 0,-1-3-286,6-1 1,-6-1-192,2-3 1,1-7 318,-2-6 1,2-3-1343,-1 3 1845,-4-5 0,5 3 0,-5-6 0</inkml:trace>
  <inkml:trace contextRef="#ctx0" brushRef="#br0" timeOffset="79">7542 6784 7838,'-13'6'621,"-4"2"0,2-1-3,-6 1 1,5 4 33,-5 5 0,-1 6-93,-7 2 0,2 1-143,-7 7 1,0 5-329,-7 3 1,2 4-213,-2-3 0,1 3 78,-2-3 0,0 3 87,-4-4 0,8 1-439,4-5 0,7-1-8,-2-3 1,4-4-1357,4-8-718,9 2 1785,7-9 0,6-2 695,3-8 0,8-13 0,8-5 0</inkml:trace>
  <inkml:trace contextRef="#ctx0" brushRef="#br0" timeOffset="80">7927 7069 7838,'12'-4'1546,"1"0"0,-1-6-702,1 2 0,-1-1-305,0 0 1,5 0 659,0 4 1,5-4-579,-2 1 1,0 1-510,0-2 0,2 2-254,7-1 1,-7-1-352,3 4 1,-3 1-1171,3 4 1,-4 0 256,-1 0-422,-5 0 1,-2 6 257,-9 2 1570,-3 3 0,-6 7 0,-2 1 0</inkml:trace>
  <inkml:trace contextRef="#ctx0" brushRef="#br0" timeOffset="81">8001 7243 7838,'-8'1'0,"0"3"0,4-2 758,-4 2 0,5-1 263,-1 1 207,2-3 0,4 5-522,2-6 0,3 0-233,5 0 1,6 0-239,3 0 1,6-2-13,2-2 1,4 2-1051,-4-7 0,6 5 583,-2-4 1,1 5-3199,-1-1 3442,3 3 0,-4 1 0,5 0 0</inkml:trace>
  <inkml:trace contextRef="#ctx0" brushRef="#br0" timeOffset="82">9093 6908 7838,'-8'0'352,"0"0"0,3 0 199,-3 0 798,5 0-900,-2 0 0,5-1 84,0-3 1,0-3-144,0-6 1,5 1-27,4-1 0,3 1-117,5 0 0,-2-5-10,5 1 0,0-5-217,0 4 0,4-3 76,-3 3 1,2-1-112,2 2 1,0 3 40,-1 1 1,1 1-267,0 7 1,-4 0 112,-1 4 0,-4 7-141,0 5 1,-6 2 116,-2 6 1,-5 2 83,1 7 0,-3 2 70,-1 2 1,0 1-52,0-5 1,0 10 96,0-2 1,-4 3-76,0-3 0,0 4 54,4 1 0,-4-1-27,0-4 0,-1 3 284,5-2 0,2 0 176,2-9 0,3-4-198,5-4 1,5-6 43,-1 1 1,5-8-99,-4-3 0,5-4-202,-2-1 1,4 0 135,1 0 0,1-6-895,3-2 1,-3-4 443,3-5 1,1 2-1239,-1-6 1,0 5 216,-4-5 1,-4 5-977,-1-5 2305,1 0 0,9-3 0,2-1 0</inkml:trace>
  <inkml:trace contextRef="#ctx0" brushRef="#br0" timeOffset="83">10061 6710 7838,'-18'0'898,"0"0"-514,-3 0 1,2 4 21,2 0 0,-2 6-73,-6-2 0,0 7 460,1 2 0,-1 5-287,0-2 1,-4 9-228,0 4 0,-5-1-243,1 1 0,1 0 129,-1 4 1,-2 1-343,-6-1 0,2 0-57,-2 0 0,-3 2 26,-2 2 1,2-2 79,-1 2 1,5-4-839,-1-4 0,7 2 19,6-6 1,1 1-1166,3-1 2112,-1-8 0,3 9 0,2-11 0,4-1 0,-1 0 0</inkml:trace>
  <inkml:trace contextRef="#ctx0" brushRef="#br0" timeOffset="84">3287 9029 7838,'0'-12'0,"0"3"1204,0 1-785,0 0 1,2-3 281,2 2 0,3 4-202,5 5 1,6 0-81,3 0 0,6 1-149,2 3 0,6 3-47,-2 6 1,1-1-192,-1 1 1,-2-1 83,-6 0 1,-5 2-329,1 3 1,-11-2 203,-2 5 1,-5-3-820,-3 4 1,-11 1 238,-6 7 1,-6-5 33,-6 1 1,1 0 356,-5-4 1,4-2-41,-4 2 1,5-6 184,-1 1 0,3-6-124,1-2 0,5-1 707,-1 1-274,6 3 260,-3-9 0,11 9-50,3-3 1,8-2-205,4-2 0,9 1-200,4-1 1,3 5 78,5-5 1,-1 0-150,5-4 0,0 0 149,4 0 1,5-1-481,-1-4 0,6-3 151,-2-8 1,-1 1-946,2-6 0,-5-1 94,5-7 821,-12 3 0,2-10 0,-11 4 0</inkml:trace>
  <inkml:trace contextRef="#ctx0" brushRef="#br0" timeOffset="85">3349 8694 7838,'-35'8'-152,"2"1"1,-2-1 100,6 4 1,0 6 860,4 3 1,1 4-175,-1 4 1,0 6-31,0 7 0,4 5-288,1-2 0,0 7 3,0 2 0,3 0-323,9-4 0,-2 3 111,6 1 0,-4 8-154,4-4 1,0 0 101,4-9 1,5 1 11,3 0 1,3-2-255,2-3 1,1-2 56,2-6 0,4-5 350,4-3 1,3-4-141,1-5 0,1-3 56,9-9 1,-3-2-63,11-6 1,4-3-42,3-5 1,7-6-301,-3-11 0,6-5 209,-30 14 1,0-1 0,-2-1 0,1-2-45,1 0 0,0-1 0,-3 2 0,-2-2 34,-1-1 1,0-1 0,27-19-116,-5-3 0,-22 21 0,-1 0-119,19-26 1,-6-2 120,-2 6 0,-4-2 42,0-2 1,0-2 94,-8 2 1,1-2-78,-9 7 0,-2-5-197,-7-4 0,-2 3 36,-6-3 1,-6 8 89,-2 0 0,-16 5 53,-9-5 0,-8 12-12,-9 1 0,-5 9-67,-3 4 0,-8 9 140,31 4 1,0 1-1,-33 2-110,2 0 1,1 8 43,-1 4 0,3 10-336,30-6 1,0 1 0,-31 13 477,2 7 0,32-15 0,0 0 0,-1 2 0,1 0 0,-1 0 0,0 0 0,-1 1 0,-1-1 0</inkml:trace>
  <inkml:trace contextRef="#ctx0" brushRef="#br0" timeOffset="86">5706 9116 7838,'-1'-11'-18,"-3"2"1,3-2 286,-4 3 1,3-2-33,-2 2 0,2-3 79,-2 3 0,-1-3-16,0-1 1,-3 3 100,4 1 0,-4 0-53,4-5 0,-5 5-92,5 0 1,-5 5 131,0-1 0,2-2-128,-1 2 1,0 0 48,-5 4 1,1 1-41,0 4 1,-2 6-47,-3 5 1,3 8-14,-2 0 1,2 3-62,2 6 1,-1 0-284,1 4 1,5-1 152,3-3 1,3-3-269,1-5 1,0-2 170,0-2 0,5-4-168,3-9 0,7-3 66,2-5 0,4-5-21,-5-3 1,5-9-162,-5-4 0,5 2 90,-4-2 1,-1 1 117,-3-5 0,-1 4 18,0 1 0,1 0 144,-1 0 1,-1 2-118,-2 5 363,2 1-48,-10 0 1,6 0 488,-3 4-275,-3 8 1,5 11-171,-6 6 1,0 1-12,0-2 1,0 4 85,0 4-184,0 1 0,0 0 0,0 0 108,0 0 1,0 5-295,0 3 1,1 3 73,3 1 0,-2 4-155,2 1 0,-3 0 19,-1 0 0,0-2 49,0 5 0,0-5 108,0 1 0,0-2-44,0-2 0,0-2 145,0 2 0,-1-8-86,-3 4 0,2-10 118,-2-2 1,1 0-61,-1 3 0,2-4 76,-7-4 0,5-2 9,-4-1 0,4-1 324,-4 0-147,-1-5 0,-3-1-67,-1-6 0,1 0-113,0 0 1,-5 0-5,1 0 1,-2-2-248,1-2 1,2 1 106,-6-5 1,2-1-379,-2-8 0,-2 2 15,2-6 1,2 5-157,-2-5 1,6 6-23,-1-2 1,6-1 166,2 2 0,3-2 23,-3 1 1,5 4 74,-1-4 1,3 3 203,1 2 1,5-1-126,4 1 1,2 4 229,1 0 0,1 1-70,-1-2 0,2-2-128,2 3 1,-2-2-279,3 2 1,0-3 91,0 3 0,4-2-312,-5 2 0,1-2 172,-5 6 1,1-4-182,-1 4 1,0-2-186,1 2-1048,-1 3 1844,1-5 0,-1 12 0,0 1 0</inkml:trace>
  <inkml:trace contextRef="#ctx0" brushRef="#br0" timeOffset="87">6265 9165 6938,'0'-8'1458,"0"0"-596,0 5-118,0-8-84,0 4-239,5-5 201,2 5-154,6 1 0,-1 6-352,0 0 0,-1 6 54,-2 2 0,0-1-103,-5 1 0,5 1 108,-5 3 1,0 0-205,-4 1 1,0-1 57,0 1 0,-1-1-57,-4 0 1,0 1-233,-3-1 0,-3-1 131,2-3 1,-2 2-35,-1-6 0,0 4 89,-1-3 1,1-1 37,-1-4 0,1 0-13,-1 0 1,5-4 130,0-1 1,4-6-120,-4-1 1,5 0 62,-1-5 0,2 3-14,2 2 0,4 0 24,1-1 0,4 1-118,-1-1 0,3 2 84,2 3 1,1 3-188,2 5 0,-6 0 95,2 0 1,-3 1-36,-1 3 1,1 3 57,-4 5 1,-1 1 1,-4-1 0,0 1 5,0-1 1,0 0-3,0 1 1,-4-5-133,-1 0 0,-4-1 131,1 1 1,1-2-158,-2-6 1,5 0 81,-4 0 1,4 0-153,-4 0 0,3-1 31,-3-4 1,5 3-931,-1-7-137,3 1 1326,1-4 0,5-1 0,2 1 0</inkml:trace>
  <inkml:trace contextRef="#ctx0" brushRef="#br0" timeOffset="88">6997 8545 7838,'7'-8'-165,"-3"0"1,-3 4 366,-1-5 1,0 5 579,0-4 1,0 4 932,0-5-1219,6 7 1,-4-4-16,7 6 1,-5 2-138,4 2 0,-5 4-85,1 9 1,1 7-37,0 9 1,-1 9-152,-4 3 0,0 5 32,0 4 1,-2 2-299,-2 6 1,-4 6 16,0-33 0,-1 0 1,-4 31 78,-4-4 1,3-5-246,2-8 1,1-6-126,3-6 233,2-11 98,6-13 168,0-8 1,1-10-57,4-4 0,-3-2-168,7-1 1,-5-5 240,4 1 0,0-5-114,5 5 0,-5-6-121,0 1 0,0-1 52,5 1 1,-2 2 165,-3 2 1,3 5-163,-3 0 1,2-1 310,-2 5 43,3 2-60,-4 1 0,6 10-35,-1 4 1,-5 6-95,-3 1 0,2 6 29,-2-1 0,1 3-12,-1 0 1,-2 1-88,2 0 0,-3 0 76,-1 0 0,0 4-290,0-1 1,-1 0-108,-3-7 0,2 2-103,-2-2 1,-1 1-1583,1-2 876,-1-2 14,5-5 1152,0-6 0,0-7 0,0-7 0</inkml:trace>
  <inkml:trace contextRef="#ctx0" brushRef="#br0" timeOffset="89">7704 9227 7838,'-13'7'298,"1"0"478,0-3 1,-1-2-258,1 2 1,3-3 818,1-1-923,0 0 1,-3-1 47,3-3-312,2 2 1,6-5-65,0 3-185,0 3 0,6-5 158,2 6 1,3-4-94,1 0 0,1 0-22,-1 4 0,1 0 148,-1 0-58,0 0 0,-1 1 137,-2 3-155,2-2 0,-10 9 19,3-3 0,-2-1-205,-2 1 0,-5 1 84,1 3 0,-5-4-60,0 0 0,-6 1 81,-1 3 0,-1-1-4,5-3 0,-5-2-21,1-6 122,-1 0 0,6-1-106,3-4 0,-2-1 168,6-7 0,0 1 90,4-1-164,5-5 0,2 2 6,6-1 1,-1 1-11,0 8 0,1 1 35,-1-2 1,1 7-27,-1-2-654,1-3-398,-1 5 279,-5 2 1,-2 7-1109,-5 6 918,0-1 937,-5 6 0,-2-4 0,-5 4 0</inkml:trace>
  <inkml:trace contextRef="#ctx0" brushRef="#br0" timeOffset="90">8076 8979 8783,'-7'0'2765,"1"0"-2432,6-5 1,0 2-174,0-5 1,7-1-140,6-3 0,1 4-67,6 0 1,1-1 86,4-3 0,-5 1-111,1 3 1,0-2 73,4 6 1,-2 0-5,-2 4 0,-3 5 34,-6 3 0,0 9 78,1 4 1,-2 2 58,-3 2 0,2 0 196,-6 0 1,0 3-43,-4 1 0,0 4-63,0-4 1,0 4-355,0-4 1,0 0 123,0-4 0,0-1-557,0-4 0,0-2 69,0-5-590,6-1 1,0-5-123,7-3 1,-1-4 565,1-4 0,3-9 602,1-7 0,5-9 0,-3-3 0</inkml:trace>
  <inkml:trace contextRef="#ctx0" brushRef="#br0" timeOffset="91">8671 8830 7838,'-19'6'0,"-3"-3"820,5 5 0,-5 0-368,2 5 1,-8 5 658,-1 2 1,-4 5-501,4 4 0,-5 7-460,1 5 0,-3 5-1049,-1-5 0,-1 6 734,1-2 1,0 1-666,0 3 1,0-6 199,-1 7 295,1-9 1,-6 7 0,-1-4 0</inkml:trace>
  <inkml:trace contextRef="#ctx0" brushRef="#br0" timeOffset="92">6786 8719 7838,'-13'-7'744,"1"-3"-198,0 6-222,-1 0 1,1 4-50,-1 0 0,2 1 112,3 4 0,-2 7 79,6 9 1,0 3-98,4 5 1,-4 9-79,0 7 1,0 5-82,4 3 1,0 4-333,0 5 1,0 0 227,0 0-461,0 0 1,0 4 104,0 0 1,0 2-101,0-2 1,0-8 0,1 0-1610,3-6 1291,3-2 1,7-5-67,2 1 1,9-12 733,8-1 0,0-5 0,5-4 0,4 1 0,5 0 0</inkml:trace>
  <inkml:trace contextRef="#ctx0" brushRef="#br0" timeOffset="93">9403 8719 7838,'25'5'666,"-3"-2"-500,3 5 1,-7 1 809,7 3 0,-7 2 358,2 2 0,-5 9-682,2 8 1,-3-1-139,-2 1 1,-4 1-138,1 8 0,-7-2 97,3 5 1,-4-3-114,-1 3 1,0-4-315,0 5 1,-6-1 117,-2 5 0,-4 0-823,-5-1 1,-2 1-546,-6-1 1,0-3 672,1-1 0,-1-6-860,0-2 0,-4-2 619,0-11 1,0 3-35,4-11 0,-4 1 74,0-5 731,-5-5 0,4 7 0,-6-6 0,-1-2 0,-3-4 0</inkml:trace>
  <inkml:trace contextRef="#ctx0" brushRef="#br0" timeOffset="94">10247 9252 7681,'25'0'0,"-2"-4"0,-2 0 0,4-2 0,-1 2 0,1 3 1536,4-3 0,-1 2-704,1 2 0,-2-4-383,6 0 0,-5-1-151,1 0 0,-3 4-736,-1-3 1,-5 3-311,1 1 1,-4 0 548,3 0 1,-9 1-1513,2 3 0,-9 4 1711,0 9 0,-8-3 0,-3 4 0</inkml:trace>
  <inkml:trace contextRef="#ctx0" brushRef="#br0" timeOffset="95">10433 9513 7681,'-18'12'-80,"4"-4"80,-2 1 2000,2-1-1409,7-1 0,4 2 486,12-5 1,0 1-503,12-5 0,5 0-221,7 0 1,3-2-1161,1-2 0,2 1 544,2-5 1,-1 4-1504,6-4 0,3 4 387,5-5 1080,0 7 1,1-10 0,1 6 0</inkml:trace>
  <inkml:trace contextRef="#ctx0" brushRef="#br0" timeOffset="96">11872 9141 7681,'-11'-25'65,"3"0"1,-3 0 597,2 0 0,-2 2-198,-1 2 0,0 3-207,-1 6 1,1 5-65,-1 3 1,1 8 288,-1 4 1,-3 9-111,-1 3 0,-3 5 25,3 4 1,1 3-31,3 5 1,2 2-44,3 2 1,2 2-245,6 2 1,0-2 87,0-6 1,2-4-518,2 0 0,4-11 261,9-1 1,-2-11-205,6-6 0,-1-4 134,5-4 1,-4-9-80,-1-7 1,1-4 29,4-1 0,-4-5-47,-1-3 0,-5 3 179,2 1 1,-3 4-28,-2 4 1,-4-1 156,1 6 0,-5 1-68,4 6-63,-5 4 1,2 6-7,-5 3 1,2 9 12,2 7 1,-3 4 57,3 1 1,-2 5 50,-2 3 0,0 3 50,0 1 0,4 6 632,0 2 0,2 5-227,-2 4 1,-2-2-484,7 6 0,-7 0 254,3 4 0,-3-4-86,3-1 1,-4-6 63,3-1 1,-3-6 19,-1-7 1,-1-9-25,-3-3 0,3-9-311,-4 1 194,4-9-104,-5-2 0,0-8 61,-7-2 1,1-1-87,-1-4 1,-3-2-177,-1 3-544,-5-3 1,4-3-69,-2-2 1,-4 0-353,4-4 1,-4-1 367,-1-4 0,0-5-233,1-3 1,-1-3 473,0-1 0,6-2 536,2-2 0,3-3 0,2-6 0</inkml:trace>
  <inkml:trace contextRef="#ctx0" brushRef="#br0" timeOffset="97">12480 8508 7681,'7'0'2182,"4"6"0,-6 2-1611,4 8 0,-3 5-57,-1 8 1,-4 10 15,3 10 1,-1 3 32,1 11 1,-3-4-613,3 7 0,-4 3 187,-1-34 0,-2 0 0,1 28-434,-7-1 0,1-8 257,-4 0 0,3-9-234,1-3 1,5-15 63,-1-6-135,3-11 1,1-6 0,0-8 0,5-5-109,4-7 1,2-3 112,1-6 1,0-4 388,1 0 1,-1 0-46,1 4 1,3 0-37,1 1 0,-1 4 111,-3 4 1,-1 7-55,0 5 1,1 3 18,-1 1 1,-3 5-17,-1 4 0,-4 3 88,4 5 1,-4-2 81,5 5 1,-7 1-37,3 4 1,-4 0-32,-1 0 1,0-2-37,0-2 1,0 2-641,0-2 0,0-3 268,0-2 1,0-2-1052,0-2 0,-1 2 358,-4 3 0,4-8 969,-3 4 0,-3-4 0,0 4 0</inkml:trace>
  <inkml:trace contextRef="#ctx0" brushRef="#br0" timeOffset="98">13361 9240 7108,'0'-7'610,"0"-4"1,0 8 58,0-5-28,0 5-252,5-2-143,-4 5 0,11 0-39,-4 0 0,-1 0-21,1 0 0,-1 1 21,1 3 0,2-1 7,-6 5 1,4-4 92,-4 4-100,0 1 0,-4 3-220,0 1 1,0-5 80,0 0-112,0 0 1,-5 5 36,-3-1 1,1-4-232,-2 1 161,1-7 1,-4 8-81,-1-6 97,1 0 0,0-5 52,-1-3 1,5 1 76,0-5 1,5 0-73,-1-5 1,-2 1 3,2-1 1,0 1 17,4 0-21,5-1 1,2 2-15,6 3 1,-1-2-78,1 6 0,-1 0-57,0 4 0,-3 0 11,-1 0-92,0 0 1,3 5 48,-2 4 1,-4-2-775,-5 1 0,0 4 395,0 5 1,-1-1 560,-3-3 0,-3 5 0,-6 1 0</inkml:trace>
  <inkml:trace contextRef="#ctx0" brushRef="#br0" timeOffset="99">14068 9153 7681,'-13'0'0,"1"0"501,-1 0 1,5 0 243,0 0-13,5 0 1,-2-6-305,5-2 0,1-3-179,3-1 0,4-2-135,9-3 1,-2 4 79,6-4 1,0-1-121,3 2 1,1 0 87,0 8 1,-2-1-88,-2 4 1,2 1 91,-2 4 0,-3 6-303,-1 2 1,-4 4 63,0 5 0,-2 2 1,-3 6 0,3 5 18,-3 4 1,-2 0 91,-2-1 0,-3 3-82,-1-3 1,5 4 71,-1 4 1,0-6-66,-4 2 1,1-12 63,3 0 1,-1-9-148,5 1 124,1-9 1,3-2-647,0-6 0,2-6-914,3-2 1,-3-7 780,2-2 1,2-5-148,-1 1 921,-1-2 0,2-2 0,1 0 0</inkml:trace>
  <inkml:trace contextRef="#ctx0" brushRef="#br0" timeOffset="100">14676 8967 8438,'-11'-8'923,"2"-1"1,-2 7-442,3-3 0,-3 4 113,-1 1 1,-1 1-179,1 4 1,-2 3 25,-3 8 0,-2 1-301,-6 8 0,-1-2-192,-3 10 1,2 0-226,-6 5 0,4 3 247,-5 0 0,7 1-979,-2-5 1,3 0 511,1 0 0,4-1-932,1-3 0,4 2 157,0-7 1270,8 1 0,-9-4 0,3 0 0</inkml:trace>
  <inkml:trace contextRef="#ctx0" brushRef="#br0" timeOffset="101">11698 8868 7681,'-12'-7'371,"-1"-4"0,1 9 60,0-2 1,-2 4-90,-3 4 0,2 3-100,-6 6 0,1 6-42,-5 6 1,0 5 6,0 7 0,1 6 103,-1 2 1,1 9-341,4 4 0,-4 4 45,4 4 1,10-32 0,2 1 26,-1 2 0,1 1 0,1-2 1,0 1-185,1-2 1,0 0-1,-1 34-123,3-3 0,2-10-203,2-2 0,7-8-350,6-9 0,10-5 381,10-3 0,0-10-114,5-7 1,-3-1 142,11-7 1,-2 0 407,2-4 0,2-4 0,-3 0 0,3 1 0,2 2 0</inkml:trace>
  <inkml:trace contextRef="#ctx0" brushRef="#br0" timeOffset="102">12778 8992 7681,'6'0'1492,"5"-4"-1009,-2-1 0,-2 1 279,1 4 0,0 2-288,5 2 1,0 0-122,4 8 1,-2-1-124,6 10 1,-6 0-48,1 4 1,2 3-181,-1 1 1,-2 4 75,-7-4 1,2 6-456,-6-2 0,0 3 268,-4 1 1,-3 0-655,-5 0 0,-1 1 347,-12-1 1,-1 4-456,-7 0 1,-3 1 167,-5-5 0,0 2 132,0 2 0,-6 2 30,-3 2 540,-2 3 0,-6-8 0,27-17 0,1 0 0,-27 24 0,2 1 0,2 2 0</inkml:trace>
  <inkml:trace contextRef="#ctx0" brushRef="#br0" timeOffset="103">19613 1439 8362,'0'-7'0,"0"-4"-398,0 2 269,-6 4 1,5-6 114,-3 3 729,-3 2 1,6-5-123,-4 3 0,3 1-266,-2-1 1,2 4-42,-2-5 1,-3 7 63,-1-3 1,1 4-269,-1 1 1,-1 0 25,-3 0 1,0 6 149,-1 2 0,1 4-108,-1 5 0,1 3 61,0 9 0,-1-1-269,1 5 1,4 0 71,-1 4 1,2 0-120,-1 1 1,1-1 6,3 0 1,3-5 108,-3-3 1,4-9-24,4-3 1,3-7 44,5-2 1,0-5-27,1 1 0,-1-4 8,1-4 0,3-5-356,1-7 1,3 1 90,-3-6 1,4 0 0,-3-3 30,1-1 1,-3 0 181,5 0 1,-6 0-63,2 1 1,-8-1 72,0 0 0,-2 0-113,1 0 1,-1 6 323,-3 2 0,-3 4-91,3 0 1,-2 5 227,-2 0 0,-2 5 220,-2-1-352,3 2 1,-6 8-22,3 2 1,2 7-28,-2 2 0,3 4-48,1-5 0,-4 6-5,0-1 0,0 1 95,4-1-357,0 2 1,0-8-259,0 6 0,0-6 226,0 2 1,0-4-401,0 0 0,0-1 228,0 1 1,0-5-1811,0 0 548,0-5 1639,5 2 0,2-10 0,5-2 0</inkml:trace>
  <inkml:trace contextRef="#ctx0" brushRef="#br0" timeOffset="104">19824 1451 8362,'0'-8'3408,"0"0"-2185,5 5-935,-3-3-33,9 1 0,-9 3-1552,7-2 474,-1 3-208,4 6 1,-1 2 308,-2 6 722,-4-1 0,1 0 0,1 1 0</inkml:trace>
  <inkml:trace contextRef="#ctx0" brushRef="#br0" timeOffset="105">19849 1625 8362,'0'7'448,"0"4"1142,0-10-3375,5 10 672,-4-10 1113,11 5 0,-6-1 0,7 2 0</inkml:trace>
  <inkml:trace contextRef="#ctx0" brushRef="#br0" timeOffset="106">5831 12688 8362,'0'-9'-224,"0"1"1,0 4 641,0-4 0,0 4 304,0-5-474,0 1 0,0-4 15,0-1 0,0 5 55,0 0 1,-2 4 240,-2-5-62,3 1-264,-10-4 0,4 3-93,-6 1 0,1 5-105,-1-1 1,1 3 123,0 1 1,-6 5-55,-3 4 1,-1 2 82,1 1 0,-2 2-138,2 2 0,-2 4 50,-2 4 1,4 7-48,1 2 0,4 4 52,0 4 1,-1 8-11,5 4 0,-2 5-80,10-4 1,0 0 126,4-5 1,1-6 24,3-6 0,3-6-36,6-11 1,1-7 55,2-9 0,-1-3-46,6-1 0,-5-5-194,5-4 1,-4-7-53,3-5 1,1-2-40,4-2 0,-2-4-252,-2 0 1,2-5 132,-2 0 0,1-1 63,-1-3 0,1 5 86,-6 0 0,1 2 95,-5-2 1,-1-1-68,-2 10 0,0-3 130,-5 11-31,1-1 232,-11 5 1,3 5-47,-5 3 0,4 8-178,-4 4 1,3 8 169,-3 0 0,4 8-142,-4 0 1,5 2 147,-1 8 0,-2-1-126,2 4 0,-1 0 7,1 0 0,2 0-61,-2 1 0,3 2-19,1-3 1,0 1 88,0-9 0,5-1-11,3-7 1,4-1-109,0-7 1,6-4 80,3-9 1,2-1-386,2-3 0,0-4 119,-1-9 0,5-2-833,0-6 1,0 0-151,-4 0 0,-2 6 546,-2 2 1,-3 4 653,-6 0 0,1 1 0,-1-1 0</inkml:trace>
  <inkml:trace contextRef="#ctx0" brushRef="#br0" timeOffset="107">6749 12762 8362,'0'7'2122,"5"4"-1708,2-4 1,5 4 154,1-3 0,-1 2-501,1-6 0,-1 1-676,0 0 0,1-4-2235,-1 3 2843,1-3 0,-1 5 0,0 1 0</inkml:trace>
  <inkml:trace contextRef="#ctx0" brushRef="#br0" timeOffset="108">6699 13047 8362,'0'7'1847,"0"0"-1089,0-3 1,1-2-270,3 2 0,3 1-438,6-1 1,0 2 74,4-2 1,-2-3-1752,6 3 0,4 2 1625,4-2 0,0 6 0,-5-3 0</inkml:trace>
  <inkml:trace contextRef="#ctx0" brushRef="#br0" timeOffset="109">8411 12638 8362,'-7'-25'0,"-4"2"0,3 2 0,-5-1 601,-3 6 1,1-1-64,-6 5 0,0 1 59,-4 2 0,1 4-49,-1 5 0,0 1-180,0 3 0,-4 7-138,0 6 0,2 10 33,6 2 0,-2 7 94,2 6 1,-3 6-95,0 5 0,0 7-350,4-2 1,2 4 382,5 4 0,1 3-111,5-32 1,1 0-1,0 28 100,1-3 1,5-8 0,5-1 0,3-13-256,8-7 1,4-11 155,4-5 0,1-7 60,0-2 1,4-7-30,0-1 1,1-5 1,-1-8 1,-1-5-34,5-2 1,-10-4 235,2 0 0,-8-1-5081,-1 0 0,-3 0 4659,-5 0 0,-3 1 0,-5-1 0</inkml:trace>
  <inkml:trace contextRef="#ctx0" brushRef="#br0" timeOffset="110">7964 13171 8362,'9'0'840,"-1"0"0,-4 0-239,4 0 0,0 0 919,5 0 1,1 2-729,2 2 1,3-1 16,6 5 0,1-4-503,3 4 0,-1-5-447,5 1 1,-4-3-1255,4-1 1,0 0 957,4 0 0,-5-5-1943,-3-3 0,-3-3 2380,-1-2 0,0-5 0,0-1 0</inkml:trace>
  <inkml:trace contextRef="#ctx0" brushRef="#br0" timeOffset="111">8398 13109 8362,'-5'18'194,"-1"-3"-194,-2 6 0,-2 0 885,6 3 1,0 1-279,4 0 1,0 1-244,0 3 1,4-3 126,0 3 1,6 2 285,-2-2 1,3-2-1588,2-6 1,-1 5 548,1-5 1,-1-1-605,0-7 1,1-2 315,-1-3 549,1-2 0,-1-6 0,0 0 0</inkml:trace>
  <inkml:trace contextRef="#ctx0" brushRef="#br0" timeOffset="112">9056 13022 8362,'-7'-1'4199,"3"-3"-1928,3 3-889,1-5 1,0 5-449,0-3 0,6 2-53,7-2 1,5 1-115,7-1 1,5 3-295,3-3 1,4 2-424,5 2 1,3-1 66,9-3 0,-2 2-516,6-2 0,-4 3 451,4 1 0,-5-4-1391,5 0 1,-5-6-354,0 2 1,-2-5-813,-1-3 1,-4 1-1440,-1-6 3943,-10 6 0,9-9 0,-11 6 0,-3 0 0,-2 2 0,-4-1 0</inkml:trace>
  <inkml:trace contextRef="#ctx0" brushRef="#br0" timeOffset="113">9924 12626 7738,'-8'1'1246,"0"3"-797,-1-3 1,3 6-175,1-2 0,5-4 222,5 3 1,7 3 382,9 1 1,3-1-232,5 1 1,3 1-268,5 3 0,1 0-5,-1 1 1,0-1-178,0 1 1,-1 3-212,-3 1 0,-1-1 109,-3-3 1,-4-1-356,-1 0 1,-4 1 86,-8-1 0,1 1-131,-1-1 0,-5 0-286,-3 1 1,-5-1 229,-8 1 1,0 5-54,-12 2 1,-4 2 85,-4-1 0,-5 2 226,1-2 1,-5 4-93,-3 4 0,-3-3-166,-6 3 0,1-3-357,-1-1 0,-1-4 10,-3-1 1,3 0 702,-2 0 0,2-5 0,4-5 0,3 2 0,2 2 0,1 3 0</inkml:trace>
  <inkml:trace contextRef="#ctx0" brushRef="#br0" timeOffset="114">12070 12477 7741,'5'-24'754,"-1"4"0,4-2 300,-4 5-431,0-5 0,-5 8-241,-3-2 0,-3 7-62,-6 5 0,-9 3-120,-2 1 1,-5 1-2,0 3 1,-9 9 11,-7 8 0,-3 3-25,-2 5 0,-1-1-385,-3 5 1,3 4 390,-2 4 0,3 1 78,4-5 1,9-1-119,8-3 0,13-3 16,3-5 0,11-2 11,2-2 1,7 1-224,9-5 0,5 1-14,8-2 1,2 2 131,7 3 0,0-2-174,4-2 1,2-4 52,5 4 0,1 1-216,0-2 0,-6 1 93,-3-5 1,-4 2-245,-4 3 1,0-2 460,-8 5 0,-3 1-269,-9 4 1,-2-4 154,-3-1 1,-3 1 167,-5 4 0,0-5-35,0 1 0,-5-4-131,-3 3 1,-3 0 171,-2 0 1,1 0-57,-1-4 0,-5-2 26,-2 2 0,-4-2-42,0-1 1,-1-2-201,0-3 24,-5-3 0,2-1 0,-5 1-385,-1-3 0,2-2-527,-1-4 753,0-3 1,1-9 0,3-1-902,3 2 1,7-4 180,2-2 1020,3 3 0,7-11 0,2 3 0</inkml:trace>
  <inkml:trace contextRef="#ctx0" brushRef="#br0" timeOffset="115">12629 13184 10566,'4'12'1413,"0"0"0,6 5-561,-2 0 0,4 6 73,5 2 1,6 5-412,6 7 0,6 1 265,-2-1 0,3 0-295,1 0 0,3-1-319,-3-3 0,2 2 35,-10-7 1,-5 1-443,-3-4 1,-6 4-295,2 0 0,-4-4-564,0-4 0,-5-6-3272,0 1 3333,1-2 0,-1-7-277,0-3 1,-4-8 629,5-4 0,-2-9-161,1-4 847,3-2 0,-4-7 0,5-2 0</inkml:trace>
  <inkml:trace contextRef="#ctx0" brushRef="#br0" timeOffset="116">13348 13246 7741,'-12'5'3019,"4"-3"-2195,-1 2 1,-3-2-341,-5 3 1,-1 2 59,2 5 0,1 2 167,-6 2 0,0 4-441,-3 4 1,-5 5-70,0 0 0,-6 10-86,2-2 1,-3 7-149,-1-3 0,0 5-220,0-5 0,-1 5 239,1-5 0,-1 2 182,-4-2 0,5-4-1538,0 1 0,0-3-200,3-6 0,0 4 155,1-4 0,1 0 766,3-4 0,3 0 649,-3 0 0,-1-1 0,1 1 0,1 0 0,2 0 0,1 0 0</inkml:trace>
  <inkml:trace contextRef="#ctx0" brushRef="#br0" timeOffset="117">13770 12923 7741,'12'0'0,"1"0"0,-1 4 268,1 1 0,-1-1 88,0-4 1,5 0 72,-1 0 0,7 0-230,-3 0 1,8-4-21,1-1 0,8-4-448,-4 0 0,4 3 235,-8-3 0,2 1-1777,-3-4 1811,-1 5 0,3-4 0,-5 4 0</inkml:trace>
  <inkml:trace contextRef="#ctx0" brushRef="#br0" timeOffset="118">13782 13196 9102,'0'7'1837,"2"-2"-1578,2-5 0,4 0 242,9 0 1,3 0-224,9 0 0,4 0-349,9 0 1,2-5-1159,5-3 0,8-5 480,5-3 0,0 1-1204,4-6 1572,-2 6 0,-2-14 0,0 3 0</inkml:trace>
  <inkml:trace contextRef="#ctx0" brushRef="#br0" timeOffset="119">15407 12452 7741,'2'-18'537,"2"-3"1,-3-2-270,4-2 1,0 4 488,-1 1 0,0 5 84,-4-2 1,0 3-389,0 2 1,-5 5-372,-3 3 0,-9 4 87,-4 4 1,-2 8-72,-2 9 0,-1 8 68,-3 4 1,-3 8-75,-5 5 0,0 8-291,0 4 1,-1 1 250,1-1 0,1 1-179,3-5 0,4-2-186,9-6 0,7-11-67,9-10 0,4-11 173,4-10 0,4-3-83,9-1 0,2-5 56,6-3 1,-1-3 118,-4-2 0,4-3 410,-4-1 0,-2 5-366,-1 3 1,-3 7 36,-2-2 0,-1 4 216,-3 4 1,2 4 226,-6 9 0,0 2-190,-4 6 1,4 5 51,0 3 1,1 4-58,-5 5 0,0-4-224,0 4 0,-5 0-224,1 0 0,-1-5-415,1-4 0,2-4 178,-2 4 0,-1-6-366,1 2 0,-5-7 837,5-1 0,-6-6 0,4 3 0</inkml:trace>
  <inkml:trace contextRef="#ctx0" brushRef="#br0" timeOffset="120">15780 12849 7741,'-9'0'-760,"1"0"0,4 1 1435,-4 3 0,4-2 276,-5 2-157,7-3-183,-4-1-377,6 0 0,1 0 507,4 0-459,1 0 1,7 0 46,-1 0 0,5 0-86,-1 0 1,5 0-222,-4 0 0,5 0 56,-2 0 1,4 0-133,0 0 0,3-4-274,2 0 1,1-6-451,3 2 0,3-7-706,-3-2 0,3-5 129,1 2 1138,6-4 0,-5-1 1,5 1-1</inkml:trace>
  <inkml:trace contextRef="#ctx0" brushRef="#br0" timeOffset="121">16325 12154 7741,'-11'-12'49,"3"-1"1,3 5 349,5 0 292,-6 0 307,-1-5-527,-5 6 1,-1 2-120,1 5 0,4 0 50,-1 0-189,1 0 0,-4 4 0,-1 0 1,5 6-13,0-2 0,1 7 12,-1 2 0,-2 1 330,6-2 0,-6-1-177,2 6 0,1-4-242,-1 3 0,1-3 89,-1 3 1,-3 1-134,2 4 1,2 0 65,-1 0 1,4-1-76,-4 1 1,5 1-110,-1 3 0,3-3 110,1 3 0,0-2-113,0-3 0,0 1 79,0 0 1,0 0-128,0 0 1,0-1 92,0 1 0,0-5-69,0-4 1,4 2 54,0-2 0,0 7-44,-4-3 1,4-1 50,0 2 1,0-4-6,-4 3 0,4 1 45,1 4 0,3 0-35,-4-1 0,0 1 106,-4 0 0,4 0-54,0 0 0,5-2 65,-5-2 1,0 2-78,-4-2 0,0-2-108,0 2 1,0-2-56,0 2 0,0-2 150,0-2 1,-1-2-267,-4 5 0,0-3 61,-3 4 1,-3-5-89,2 5 1,-2-6 35,-1 2 1,4-4-22,-1 0 1,3-1 36,-3 1 0,-2-7-454,3-1 113,-3-4 0,-1-1 160,-1 0 0,1-1-107,-1-4 0,1-3 140,-1-8 0,1 2-399,0-3 0,-5-1 291,1 2 1,-1-2-130,5 1 1,-5 4 596,1-4 0,-6 3 0,2 2 0</inkml:trace>
  <inkml:trace contextRef="#ctx0" brushRef="#br0" timeOffset="122">16846 12849 7741,'2'-7'1168,"2"3"1,-1 2-793,5 2 0,-4 0 3,4 0 0,1 0-106,3 0 1,1 6-667,-1 2 0,0-1 277,1 1 1,3-4-2614,1 5 2729,-1-1 0,-3 4 0,-1 1 0</inkml:trace>
  <inkml:trace contextRef="#ctx0" brushRef="#br0" timeOffset="123">16834 13060 7741,'-7'5'214,"3"3"1,3-1 355,1 2 1,0-1-58,0 4 1,1 1-145,3-1 0,4-1-21,9-3 0,-2 2-86,6-6 1,4 4-803,4-3 0,5-1 401,-1-4 1,-1-6-2235,1-2 2373,0-3 0,4-7 0,0-1 0</inkml:trace>
  <inkml:trace contextRef="#ctx0" brushRef="#br0" timeOffset="124">17467 12638 9590,'1'-6'861,"3"6"0,-1 12-14,5 8 0,2 9-341,6 4 0,0 4 178,4 5 1,2 2-329,7 5 0,3 1-450,5 0 1,-1-6-1036,-3-3 1,6-8 719,-6-4 0,4-12-1020,-8-5 0,1-8 624,-1 0 0,-4-8-783,0-4 1588,-6-3 0,-6-2 0,-1 1 0</inkml:trace>
  <inkml:trace contextRef="#ctx0" brushRef="#br0" timeOffset="125">18124 12601 7742,'-29'4'318,"0"0"1,-1 6 434,1-2 0,-3 9 315,-5 3 0,-6 5-509,-2 4 1,-3 3-395,-2 5 0,5 0 210,-1 0 1,6 5-449,-1-1 0,6-4 109,2-4 0,6 0-107,-2 4 1,3-1 83,1-3 0,5-4 150,4-8 0,3 1 289,5-5-151,3-1-301,5-9 0,0-1 0</inkml:trace>
  <inkml:trace contextRef="#ctx0" brushRef="#br0" timeOffset="126">18161 12874 7756,'0'7'3181,"-1"-2"-2241,-3-5-687,3 0 0,-4 0 1028,10 0 1,3 0-587,8 0 0,9 0-376,8 0 0,9-1-104,3-3 0,9-2-521,4-2 0,4-3-457,4 2 1,-7-2-72,3-1 0,-9 0-86,-4-1 1,-10 2 394,-10 3 1,-9-2-1178,-3 6 1,-7-5 1701,-2 0 0,-5-2 0,2-1 0</inkml:trace>
  <inkml:trace contextRef="#ctx0" brushRef="#br0" timeOffset="127">18807 12601 7756,'0'-7'208,"0"1"-256,0 6 0,5 0 1399,3 0 1,5 2-541,3 2 0,4 0-301,4 8 0,1-2-458,0 7 0,0 2 26,0 2 0,-6-2-5,-3 2 1,-6 3 77,-2 5 0,-6 0-247,-2-4 0,-11 4 104,-10 0 1,-4 5-505,-4-1 1,-2-1-29,-7 1 1,3-5-238,1 1 1,1 0-722,9-5 0,2-3 1482,9-13 0,1-2 0,-1-6 0</inkml:trace>
  <inkml:trace contextRef="#ctx0" brushRef="#br0" timeOffset="128">19663 12526 7681,'0'13'2634,"0"-1"-1912,0 1 0,0 4 883,0 4 1,0 4-814,0 4 1,1 3 266,3 5 0,3 1-486,5 4 0,6-4-327,3 4 1,-2-8-483,2-1 1,0-4-553,3 4 0,-3-11-1374,0-1 1,-6-6 1229,1-3 1,-2-5-1173,-1-3 1,-2-4 2103,-3-4 0,8-14 0,-2-8 0</inkml:trace>
  <inkml:trace contextRef="#ctx0" brushRef="#br0" timeOffset="129">20122 12576 7681,'-25'12'925,"0"1"0,-1 1-199,-3 2 1,1 3-53,-5 6 1,-1 6 83,-8 2 0,-2 2-658,-5 3 1,-1-1 373,0 0 1,1 0-130,-1 0 0,-5 1-846,-3-1 1,3-4 376,1 0 0,-1-5-1255,1 1 0,-4-3 1379,5-2 0,3 5 0,5 0 0,-2-4 0,-2-7 0,0-7 0</inkml:trace>
  <inkml:trace contextRef="#ctx0" brushRef="#br0" timeOffset="130">20717 11881 7621,'12'0'322,"1"0"1,-4 6-323,4 2 0,-4 5 0,8 3 0,-3 5 0,-2 8 0,1 8 0,-1 8 0,-5 9 0,-3 4 0,-3 3 1455,-1 1 0,-5 0-518,-3 0 1,-3 5-668,5-32 0,-1 1 0,-9 31-41,-1-1 1,-1-2-30,2-2 1,2 1-1,-3 3 1,4-8-12,0 0 0,5-7 11,0-6 1,5-2 105,-1-6-306,2-5 0,2-2 0,0-5 0,0 0 0,0 0 0</inkml:trace>
  <inkml:trace contextRef="#ctx0" brushRef="#br0" timeOffset="131">21374 12564 7621,'-6'-2'1935,"1"-2"-1437,4 3 1,4-9-179,5 6 1,2-2-185,10 2 1,1 2-92,4-7 0,5 1 119,3-4 0,3-1-628,1 1 1,1-1 358,-1 1 0,-1-2-1200,-3-2 0,0 0 1305,-8-4 0,2-1 0,-8-4 0</inkml:trace>
  <inkml:trace contextRef="#ctx0" brushRef="#br0" timeOffset="132">21784 12105 7621,'-13'0'0,"1"1"0,0 3 0,-1-2 645,1 2 1,-1 3 47,1 1 1,0 3-301,-1 1 0,5 5-107,0-1 0,4 6-98,-5-1 1,6 8-84,-1 4 0,-1 3 5,1 1 0,-2 4-98,2 1 1,1 6-60,-5 2 0,4-1 39,-4 5 0,5-3-255,-1-1 0,-2-2 160,2-3 0,0-2-9,4-6 0,0-1 13,0-3 1,-1-3-252,-4-5 1,4 0 122,-3 0 0,-2-6 18,2-2 0,-1-4 329,1 0 0,1-5 14,-5 0 0,3-3 22,-3 3 0,-1-5-57,-8 1 0,2-3-41,-6-1 1,5 0-7,-5 0 1,2-1-394,-2-3 0,-2-3-156,2-6 1,4 0-357,5-4 0,0-2-254,3-6 1107,4-5 0,-1-2 0,6-5 0</inkml:trace>
  <inkml:trace contextRef="#ctx0" brushRef="#br0" timeOffset="133">22565 12489 9896,'7'13'1619,"-3"-1"1,-2 0-1155,-2 1 0,0 5-346,0 2 0,0 0 44,0 0 0,0 0-573,0 0 0,-4 2 272,0-5-2767,-1-1 1168,5-9 1,5-3 1736,-1-8 0,5-8 0,-2-7 0</inkml:trace>
  <inkml:trace contextRef="#ctx0" brushRef="#br0" timeOffset="134">22565 12278 7621,'-7'-5'1959,"-4"-2"-827,10-5-600,-4-1 0,6 6-158,3 3 0,7 3-728,6 1 0,5 0 283,-2 0 1,5 0 70,4 0 0,-3 0 0,5 0 0</inkml:trace>
  <inkml:trace contextRef="#ctx0" brushRef="#br0" timeOffset="135">23062 12303 7688,'-20'13'0,"-2"-5"0,6 0 0,-1-4 475,5 4 1,-5 1 1869,1 3 1,1 1-1375,6-1 0,0 0-621,4 1 1,1 3-156,4 1 1,2-1-326,2-3 1,3-1 186,5 1 0,1 2-81,-1-3 0,0 3-27,1-6 1,-1 0-62,1-1 1,-1 3-231,0-2 1,-1-2-129,-2 1-9,2 0 1,-10 5 195,3-1 1,-2-4-416,-2 1 0,-7-1 228,-6 4 1,-5 1-116,-6-1 0,-3-1-435,-2-3 1,-1 2 72,-3-6 947,-8 0 0,8 2 0,-10 1 0</inkml:trace>
  <inkml:trace contextRef="#ctx0" brushRef="#br0" timeOffset="136">23831 11919 7684,'0'-13'860,"5"1"1,-2 5-320,5 3 0,-1 4 234,1 4 1,3 12-309,-2 9 1,-4 14-148,-1 2 1,-2 6-94,-2 3 1,-7-1-131,-6 1 1,-4 1-33,-8 3 1,0-5 36,0 1 1,0-7-229,0-10 1,6-9 244,3-7-659,2-9 421,7-2 0,3-13-323,8-6 1,7 1 176,6-4 1,0 2 2,0 1 1,-2 1 421,6 0 0,-2 3-284,2 1 1,-3 5 205,-6-1 0,1 4-70,-1 4 0,-1 5 314,-3 7 0,-2-2-142,-6 2 1,0 4 193,0 0 1,-2 0-147,-2 0 0,-1-3-96,-4 4 1,-2-6 1,3 1 0,-7-3-205,-2-5 0,1 2-423,4-6 0,-1 0 274,1-4 0,-1 0-821,1 0 0,-1-6 438,1-2 1,5-7-510,3-2 1,-1-5 464,0 2 0,3-4 643,6-1 0,3-5 0,5-2 0</inkml:trace>
  <inkml:trace contextRef="#ctx0" brushRef="#br0" timeOffset="137">24166 12328 7684,'0'12'-1219,"1"1"3332,3-1-1454,-2 1 0,3-1 362,-5 0 1,-1 5-472,-3-1 0,1 2-241,-5-1 1,3-2-103,-3 6 0,1-5-548,-1 5 1,-2-6-970,6 2 65,-5-4 1,2-2-844,-6-2 2088,6-4 0,-9-5 0,2 0 0</inkml:trace>
  <inkml:trace contextRef="#ctx0" brushRef="#br0" timeOffset="138">24265 12154 7684,'0'-7'2036,"0"-4"0,5 10-1592,4-3 1,2-2-464,1 2 1,2 0 57,2 4 1,2 0-1736,3 0 1,2 0 1695,-2 0 0,-3 6 0,0 0 0</inkml:trace>
  <inkml:trace contextRef="#ctx0" brushRef="#br0" timeOffset="139">24513 12365 7684,'0'13'1223,"0"-1"-808,0 0 0,1 5 472,4-1 1,-4 2-377,3-1 1,2 4-76,-2 7 1,1 0-47,-1 5 0,-2 2 4,2 6 1,-3 2-106,-1 2 0,-1 2-94,-3-6 0,-5 6-135,-7-1 0,-3 0 82,-6 0 0,0-9-367,0-8 1,5-3 236,-1-1 1,6-7-315,-2-6 1,5-6-298,3-10 0,0-9-555,5-7 1,0-5-545,4-4 1,1-8 300,3-9 1397,3-2 0,5-7 0,1-2 0</inkml:trace>
  <inkml:trace contextRef="#ctx0" brushRef="#br0" timeOffset="140">24538 12192 7684,'12'-6'663,"-1"3"-498,-2-5 1,2 5 851,-3-1 0,4 3-438,5 1 0,-2 0-227,6 0 0,-5 0-537,5 0 1,-5 0-512,5 0 0,-4 0-262,3 0 0,-5 0 221,2 0 737,-3 0 0,-2 0 0,1 0 0</inkml:trace>
  <inkml:trace contextRef="#ctx0" brushRef="#br0" timeOffset="141">24848 12340 7670,'-12'20'0,"-1"-4"0,2-2 1592,3-2-1099,2 1 0,13-2 514,6-3 1,0-2-549,8-6 1,4-6-431,4-2 0,0-5-110,-4-3 1,-1 2-332,1-2 0,0-2 135,0 1 1,-10 1 262,-3 3 1,-7 1-487,-1-1 0,-4 2 145,-4 3 0,-3 3 372,-6 5 1,-5 0-160,-2 0 0,-4 6 817,-1 7 0,1 5 229,-1 7 1,0 1-404,0 3 1,2-2-88,2 6 0,3-1-99,6 1 0,5 0-401,3-8 0,2 2 128,2-6 0,7-8-497,6-5 1,2-5-288,10-3 0,-2-6-713,10-2 1,-5-7-958,1-2 2412,-3-5 0,4 3 0,2-6 0</inkml:trace>
  <inkml:trace contextRef="#ctx0" brushRef="#br0" timeOffset="142">25369 12303 7670,'-12'7'1763,"-5"0"-1238,1-3 0,-1 3 1001,5 5 0,-6 2-760,-3 3 0,3 2-414,1 6 1,9 0-104,4-1 1,3 1-57,1 0 1,1-2 12,3-2 0,3-3-1,6-6 1,0-1-12,4-2 0,-3-4-1223,2-5 1,3-5 520,2-4 1,-2-6-51,2-1 1,4-8-1606,4-1 0,0 1 455,-4-5 1708,-1-3 0,7-5 0,0-7 0</inkml:trace>
  <inkml:trace contextRef="#ctx0" brushRef="#br0" timeOffset="143">25853 11795 7670,'-7'0'691,"-4"0"0,4 2 1138,-5 7 0,-1 6-884,1 14 0,-1 4 227,1 8 1,0 9-564,-1 8 1,1 5-545,6-28 0,-1 0 0,-5 30 168,6-30 0,0 0 0,-6 30-568,4-3 0,-3-7 146,3-5 0,-3-7-134,-1-10 0,3-9-1864,1-7 1549,5-9 1,3-4-709,8-8 1,3-8 639,2-9 0,-1-2-491,1-2 1,-6 0-95,-3 0 1291,-3 1 0,-1-1 0,0 0 0</inkml:trace>
  <inkml:trace contextRef="#ctx0" brushRef="#br0" timeOffset="144">25493 12241 7670,'-17'-11'0,"1"3"2552,-6-3-1850,14 9 1,-1-3 394,18 5 1,4 0-482,12 0 1,7 0-188,5 0 0,2 0-1113,6 0 0,1-1 450,3-4 1,-3 3-490,-1-7 0,-5 5 550,2-4 0,-5 0-3111,-4-5 3284,-8 1 0,-2-1 0,-4 1 0</inkml:trace>
  <inkml:trace contextRef="#ctx0" brushRef="#br0" timeOffset="145">26039 12179 7670,'0'18'0,"-4"-4"0,0 2 0,-6 4 1437,2 0 0,-3 8-251,-2 1 1,2 1 99,3-1 1,-2-3-1417,6 3 0,-4-3 89,4-1 0,0-6-2778,4-2 1816,0-3-1004,0-2 2007,0-5 0,0-1 0</inkml:trace>
  <inkml:trace contextRef="#ctx0" brushRef="#br0" timeOffset="146">26076 11981 7691,'7'-6'3719,"0"1"-1932,-3-4-1290,3 4 1,5 5-500,1 0 0,3 0 48,1 0 0,-1 0-1407,-3 0 0,3 4 676,1 0 0,-5 6-1177,-4-2 1862,-5 3 0,8 1 0,-4 1 0</inkml:trace>
  <inkml:trace contextRef="#ctx0" brushRef="#br0" timeOffset="147">26188 12229 7691,'0'20'0,"0"1"0,-4-4 837,-1 3 1,1 0-25,4 0 0,0 2 163,0-5 0,0-1 1218,0-3-1637,0-6 1,6-2-196,2-5 1,5-1-155,3-3 0,3-5-835,6-7 0,0-3-58,0-6 1,4 0-467,0 0 0,0 0-210,-5 1 0,-3-1-93,0 0 1454,-6 0 0,8 0 0,-3 0 0</inkml:trace>
  <inkml:trace contextRef="#ctx0" brushRef="#br0" timeOffset="148">26659 12316 7676,'0'8'1019,"0"0"-388,0-5 1,2 2 665,2-5 1,3 0-986,5 0 1,6-1-380,3-3 0,2-3-427,2-5 1,4-2 300,0-3 1,-2 2-868,-6-6 0,1 6 547,-5-1 0,-6-2 285,-7 1 0,-4 1 38,-4 3 0,-5-2 166,-7 3 1,-4 2 717,-4 10 1,-3 0-479,-2 0 0,-1 10 821,-3 2 0,3 9-450,5-1 1,0 8 199,0 1 1,2 5-328,2 0 0,7-3 367,6 2 1,5 0-460,-1 5 1,3-8-338,1-5 1,10-6-339,2-7 0,9-5 272,-1-3 1,4-2-1270,1-2 0,-1-6 681,1-2 1,0-3-1534,0-1 0,0-2 343,-1-3 1813,7 3 0,-5-14 0,4 1 0</inkml:trace>
  <inkml:trace contextRef="#ctx0" brushRef="#br0" timeOffset="149">27354 11807 7728,'12'-4'584,"1"0"1,0-2-437,4 2 0,-2 3 1148,6-3 0,-1 2-585,5 2 0,0 0-385,0 0 0,-2 2-371,-2 2 1,0 8 102,-9 9 0,-2 2 11,-10 2 1,-7 5 132,-6 3 1,-10 3 210,-10 1 0,-8 6-102,-5 3 0,-1-2-126,2 1 1,3-5 108,9 2 0,10-11-62,10-6 0,7-2-339,6-6 1,5 0 140,3-5 1,9-5-580,4-3 1,2 1 346,2 0 0,-6 4-178,-2 0 1,-5 2 103,-4 1 1,-2 4 294,-6 1 1,0 5-187,0-1 1,-2 1 169,-2-2 0,-3 4-161,-5-3 1,0 1 80,-1-2 0,5 2-373,0-5 1,-1 4 154,-3-5 0,0 2-2931,-1-1 3222,-5-4 0,-1 11 0,-6-5 0</inkml:trace>
  <inkml:trace contextRef="#ctx0" brushRef="#br0" timeOffset="150">27366 13047 7703,'-12'-12'4866,"-1"-5"-4338,1 1 0,4-1-1616,-1 5 1,1-1-2042,-4 1 3129,-1 0 0,-5-6 0,-1-2 0</inkml:trace>
  <inkml:trace contextRef="#ctx0" brushRef="#br0" timeOffset="151">1141 10455 9341,'10'0'932,"2"0"0,9 2-835,12 2 0,10-3-184,6 3 0,18-1-506,-29-1 0,2 0 1,3-1-1,0-1 587,2 3 1,1-1 0,1-1 0,1-1-89,3 0 0,1 0 0,0 0 0,-1 0 55,5 0 0,0 0 1,-3 0-1,-1 0-316,4 0 0,0 0 1,-1-2-1,0-2 331,2 0 0,2 0 0,1 1 0,1-1 39,5 0 0,0 0 0,-2 1 0,0-1 35,4 0 0,1 0 0,-2-1 1,0 0-175,0 3 0,2 0 1,-20-1-1,0 0 1,1 1 136,0 0 1,1 1-1,1 0 1,-1-2-1,0 0 1,0 0-236,-1 2 0,1 0 1,1-1-1,1 0 1,0-1-1,0 0 221,1 1 0,-1 1 0,2 0 0,2-2 0,0 0 0,1 1 18,1 0 0,0 1 0,1-1 0,-2 0 0,1-2 1,0 1-36,3 0 1,0 0-1,0 1 1,0-1-1,-1 1 1,1 0-133,1-1 1,0 0 0,1 0-1,1 2 1,0 0 0,1-1 132,3 0 1,0-1 0,0 0 0,-3 1 0,0-1 0,0 1-134,3 0 1,0-1-1,0 0 1,-1 0-1,1-1 1,-1 1 129,-14 2 0,-1 0 0,1 0 0,0 0 0,1-1 0,0 0 0,0-1 0,1 0-39,1 1 0,2 0 0,-1 0 0,-1 0 0,-1 1 0,0-1 0,-1 1 0,0 0 29,2 0 1,0 0-1,0 0 1,0 0 0,-1-1-1,0 0 1,0 1-1,0-1-24,2 0 0,0-1 0,0 1 0,0 0 0,0 1 0,1-1 0,-1 1 0,1 0 16,3 0 1,0 0 0,1 0-1,-2 0 1,-1-1 0,-1 1-1,-1 0 1,1-1-31,1 1 1,0 0 0,0 0 0,0 0 0,1-1 0,0 0 0,0 0 0,0 0 51,1 0 0,0 2 0,0-1 0,0 0 1,2-1-1,1 1 0,-1-1 0,1 1 26,0 0 1,0 0 0,0 0 0,0 0 0,-1 1 0,0-1 0,0 1 0,-1 0-70,1-1 1,0 0-1,0 0 1,1 0-1,0-1 1,0 1 0,0-1-1,0 1 54,0 0 0,0 0 0,0 0 0,1 0 1,2-1-1,1 0 0,0-1 0,-1 2-22,-1-1 0,0 2 0,1-1 0,-1-1 0,1 0 0,1 0 1,0-1-1,-1 1 23,-1 0 1,-1 0 0,-1-1-1,2 2 1,0-1 0,1 0-1,0 0 1,0 1 33,2-1 0,0 0 1,1-1-1,0 1 0,-14 1 1,2-1-1,-1 1 0,0-1 1,0 0-19,0 0 1,-2-1 0,1 1 0,0-1 0,1 1 0,1-1 0,0 1 0,0-1 0,1 1 0,-1-1 27,-1 1 0,0-1 0,0 1 0,-1-1 0,1 1 0,2-1 0,0 1 0,0-1 0,0 1 0,0 0-3,0-1 1,0 1 0,0-1 0,1 1 0,-1-1 0,2 1 0,0-1 0,0 1 0,0-1 0,-1 1-2,0-1 0,-1 1 1,0-1-1,0 1 1,1-1-1,1 1 1,0-1-1,0 1 1,0-1-1,0 1-16,-1-1 0,-1 1 1,0-1-1,1 1 0,-1-1 1,1 1-1,1 0 0,-1-1 1,1 1-1,-1-1 4,1 1 1,0-1 0,0 1 0,0-1-1,1 1 1,-1-1 0,1 1 0,-1-1 0,1 1-1,-1-1 1,1 1 0,-1-1 1,-1 1-1,1-1 0,1 1 1,-1-1-1,1 1 1,0-1-1,0 1 0,0-1-6,-1 1 1,0 0 0,0-1-1,0 1 1,0-1 0,1 1-1,0-1 1,0 1 0,0-1-1,1 1-2,0-1 0,0 1 1,1-1-1,-1 1 0,1-1 1,1 1-1,-1-1 1,1 1-1,0-1 0,-1 1 0,0-1 1,-1 1-1,1-1 1,-1 1-1,1-1 1,0 1 0,1 0-1,0 0 1,0-1-1,-1 1-27,-2 1 1,0-1-1,-1 0 1,1 1 0,0-1-1,1 0 1,1 0 0,-1 0-1,1 0 1,0 1 4,-1-1 0,1 2 0,-1-1 1,1 0-1,-1 0 0,1 0 0,1-1 1,-1 0-1,0 1 0,-1-1-23,-1 1 1,-1 0 0,0 1 0,0-1 0,0 0 0,0 0-1,0 0 1,0 0 0,-1 0 0,0-1 26,-2 2 1,-1-1 0,0 0 0,-1 0 0,1 0 0,0 1 0,0 0 0,0 0 0,0-1 0,-1 1-25,1-1 1,-1 0 0,0 1-1,0-1 1,0 0 0,12 0 0,0 0-1,-1 1 1,0-1 21,-2 0 0,-1 0 0,0 0 1,-1 0-1,0 0 0,-2 1 1,1 0-1,-2 0 0,-4-1 0,-1 0 0,-1-1 1,0 1-1,-1 1 0,-1-1 0,0 1 1,-1 0 13,14 0 1,-1 0 0,-1 0 0,-4 0-1,-1 0 1,-2 0-44,-4 0 1,-2 0 0,-2 0 0,18 0 0,-4-1 31,-11-1 0,-1 0 0,0 1 0,-1 0 0,-3-2 0,0 1 0</inkml:trace>
  <inkml:trace contextRef="#ctx0" brushRef="#br0" timeOffset="152">2605 10864 7938,'8'-12'-233,"1"0"0,-2-1 254,1 1 1,3 4-128,-3-1 1,2 0 108,-2-8 0,3 3 360,-3-2 1,2 2-63,-2 2 0,2-2 36,-6-3 1,0 4 58,-4-4 1,0 7-54,0 2 1,-1 1 26,-3-1 1,-3-2-151,-6 6 1,-5 0-130,-2 4 1,-4 6 94,0 2 1,-5 4-170,0 5 0,-6-2 28,2 6 0,1 1-35,-1 7 0,6-2 120,-2 6 0,3-4-19,1 4 0,0 2 74,0 6 0,6-1-77,2 5 0,8-3 102,0 3 1,7-3-59,-2 3 0,2-10-28,2-2 0,6-6 15,2-2 1,3-2-30,1-2 0,5-7 16,-1-6 1,5-5 17,-4 1 1,5-3 102,-2-1 1,0 0-73,0 0 0,0-5-88,0-3 0,4-3 59,-4-2 0,3 1-231,-3-1 1,-1 1 92,-2 0 0,-3-1 104,2 1 0,-3-1-942,-5 1 1,2 4 410,-6-1 1,1 3-452,-1-3 238,-2 4-476,3 5 695,-10 0 0,-1-2 17,-2-2 1,1 3-87,3-3 1,1 2-169,-5 2 1,4 0-215,-4 0 0,3 0 864,-3 0 0,5 0 0,-8-5 0,5-2 0</inkml:trace>
  <inkml:trace contextRef="#ctx0" brushRef="#br0" timeOffset="153">2382 11150 5879,'7'-9'1256,"-3"1"0,-1 5-75,1-1-784,-3-3 0,6 6-98,-3-3 0,-1 1-6,5-1 1,-4 3-14,5-4 0,-5 4-231,4 1 0,0 0 74,5 0 1,-1 0-397,0 0 0,5 0 253,0 0 0,5 0-849,-2 0 1,0-1 424,0-3 0,-3-2-166,3-2 0,-3-3 56,4 3 0,-6 1 86,1-2 0,-6 5 468,-2-4 0,-5 5 0,3-2 0,-6 5 0</inkml:trace>
  <inkml:trace contextRef="#ctx0" brushRef="#br0" timeOffset="154">2642 11113 7938,'0'6'-698,"0"1"1763,0-3-223,0-2-2,0 9-565,0-4 1,0 5-23,0 1 1,-4 3-115,0 1 1,0 5-122,4-2 1,-1 4-12,-4 1 0,4-1 86,-3 1 0,3 0-631,1 0 0,0-5 286,0 1 1,0-6-1358,0 2 669,0-4 940</inkml:trace>
  <inkml:trace contextRef="#ctx0" brushRef="#br0" timeOffset="155">2915 11162 7938,'-8'0'726,"0"0"182,5 0-532,-3-5 0,13 2-165,6-5 0,5 3 239,6-3 0,7 5-87,2-1 0,3-1-912,1 1 0,0-5 365,0 5 0,5-4-2451,-1 4 2451,0-6 0,2 3 0,1-5 1</inkml:trace>
  <inkml:trace contextRef="#ctx0" brushRef="#br0" timeOffset="156">3784 10877 7965,'-14'0'999,"-3"0"0,2 4-374,-6 0 0,2 2 118,-1-2 0,-4 3-281,3 5 0,-1 0 205,2 1 0,-2 3-260,5 1 0,2-1-108,7-3 1,2-1-49,6 1 0,0-1-313,0 0 1,7 1-236,5-1 1,2-3 315,7-1 1,0-4-81,3 4 0,1-5-24,0 1 1,0 2-210,0-2 1,-6 1 99,-3-1 0,-2 2 116,-1 2 1,-2 3 33,-3-3 1,-3 5 18,-5 3 1,-1-2-118,-3 3 0,-7 2-151,-6 2 0,-5-2-567,2 2 1,-4-6 388,-1 1 0,2-2-272,2-1 1,3-7 256,6-1 0,1-5-1195,3-5 1681,2-7 0,6-7 0,0-6 0</inkml:trace>
  <inkml:trace contextRef="#ctx0" brushRef="#br0" timeOffset="157">3920 11113 7965,'0'12'0,"0"0"0,4-3 482,0-1 1,2-1 240,-2 1 0,-1-1 482,5-3 0,0-3-1182,5 4 1,1-5 29,2-5 0,3-7-865,6-9 1,4-2 481,0-2 0,6 0-165,-2 0 1,-2-3 265,2-1 1,-11 1-531,-1 7 1,-7 3-235,-6 6 763,-2 0 0,-13 6 580,-6 6 0,-5 11-301,-6 10 1,-7 4 784,-2 4 0,3-2-418,1 6 0,3 0 261,1 5 0,4-4-187,1 3 1,6-4 274,1 4 0,2-1-556,7-7 0,2 0-31,6-4 0,8-11-792,9-6 0,8-5 488,4-3 0,3-11-1337,1-6 1,0-6 678,0-6 1,0-3 566,1-5 1,4-11 0,3-3 0</inkml:trace>
  <inkml:trace contextRef="#ctx0" brushRef="#br0" timeOffset="158">4739 10542 9226,'-8'3'1547,"-1"5"1,1 6-234,-4 11 1,-1 6-608,1 7 0,-1 10 41,1 10 0,0 2-708,-1 2 1,5 2-145,0 2 0,5-4 125,-1 0 1,2-7-919,2-10 1,5-7 393,-1-9 0,5-10-129,0-7 1,6-5-552,1-7 0,2-7 466,-1-5 1,-3-5-566,2-3 1,-4-4 780,-3 4 501,-4-4 0,1-6 0,1-2 0</inkml:trace>
  <inkml:trace contextRef="#ctx0" brushRef="#br0" timeOffset="159">4516 10988 7948,'-25'0'846,"0"0"0,2 0-271,2 0 1,7-4 723,6 0-511,5 0-203,-2 4 0,16 0-206,5 0 0,8-5-292,4-4 0,6 2-68,7-1 1,-1 0 85,5-5 1,-5 1-1159,2 0 0,0-3 453,0 2 0,-1-6 600,-4 6 0,1-2 0,-1 3 0</inkml:trace>
  <inkml:trace contextRef="#ctx0" brushRef="#br0" timeOffset="160">5719 10703 8905,'0'8'1202,"0"1"1,4-5-745,0 4 0,6 2-58,-2 6 0,3 0-154,1 4 0,5 5-65,0 4 0,3 5 52,-3-1 0,5 3-211,-1 1 1,1 1 73,-2-1 1,4-1-176,-4-3 1,0 1-228,0-5 1,-5-1-350,2-8 1,-3-2-438,-2-5 1,1-2 530,-1-3 0,0-2-1447,1-6 1433,-1 0 0,1-2 575,-1-2 0,0-8 0,1-8 0</inkml:trace>
  <inkml:trace contextRef="#ctx0" brushRef="#br0" timeOffset="161">6314 10778 7966,'-7'0'0,"-4"-6"0,5 5 0,-7-5 0,1 6 0,-1 0 1075,1 0 1,-2 6-437,-2 2 1,0 3-379,-4 1 1,-1 2-25,-4 3 0,-5 2-166,-3 6 0,1 4-77,-1 0 1,0 5-183,-4-1 0,-5 3-169,1 1 1,-2-1 52,2-3 1,2-1 16,-2-3 1,7-7 85,0 3 1,8-9-54,1 1 1,6-8 41,7 0 1,4-7-662,-1 3 61,6-4-32,-2-7 641,10 0 1,-2-7 202,6 1 0,-1-6 0,4-1 0</inkml:trace>
  <inkml:trace contextRef="#ctx0" brushRef="#br0" timeOffset="162">5520 10802 7964,'0'-6'264,"-1"-4"182,-3 6-167,2 0 1,-4 0 10,1-1 0,3 1 92,-7 4 0,5 6-170,-4 2 1,0 9 23,-5 3 1,1 5-139,0 4 0,-1-1 111,1 5 0,-1 4-180,1 4 0,0 6 48,-1-2 1,2 0-269,3 0 1,2-5 97,6 1 0,0-3-426,0-5 1,11-9 133,6-7 1,6 0-63,6-5 0,4-2 447,9-10 0,2 0 0,5 0 0</inkml:trace>
  <inkml:trace contextRef="#ctx0" brushRef="#br0" timeOffset="163">6724 11311 7964,'4'8'345,"0"0"0,1 1-63,0 3 1,-4-4 152,3 1 0,2 3-80,-2 5 1,0-1-407,-4-3 0,0 3 123,0 1 1,-6 3-131,-2-3 0,-2 4-397,2-5 1,-3 1-516,3-5 1,-3 0 969,-2 1 0,-4-1 0,-3 1 0</inkml:trace>
  <inkml:trace contextRef="#ctx0" brushRef="#br0" timeOffset="164">7493 11001 7802,'0'-13'345,"-6"1"0,-1 0-17,-5-1 1,4 2-82,-1 3 1,1-2 195,-4 6 0,-1 0-110,1 4 0,0 6 53,-1 2 1,-3 10-47,-1 7 1,-5 5-17,1 7 1,-1 0-161,2 1 0,2 3-136,5 0 0,2-1-250,3-7 1,3-4 230,5-8 1,2-5-133,7-7 0,0-5 72,12-8 1,0-5-444,3-7 1,1-8 203,0-5 0,0-1-7,0 1 1,-2 3 107,-2-3 1,1 3 154,-6 1 1,1 6 237,-5 2-177,1 9 0,-5 2 104,0 6 0,-5 6-22,1 2 0,-4 9 315,-4 3 1,3 4-127,-4 1 0,4-2-32,1-2 0,1 1-389,4-6 1,1 1-398,7-5 1,5-1-735,2-2 1,5-4 600,4-5 1,-1-1 652,5-3 0,0-9 0,4-6 0</inkml:trace>
  <inkml:trace contextRef="#ctx0" brushRef="#br0" timeOffset="165">7952 11050 8725,'0'-6'2007,"1"0"-1423,3 6-382,-2 0 1,9 0-715,-3 0 0,-1 1 409,1 4 1,-4-3-1147,5 7 0,-5-5 235,4 4 1014,-5 0 0,2 5 0,-5-1 0</inkml:trace>
  <inkml:trace contextRef="#ctx0" brushRef="#br0" timeOffset="166">7952 11261 7759,'0'13'1040,"0"-1"-624,5 1 1,2-5-164,6 0 0,0-5-750,4 1 1,2-7 290,6-1 0,4-6-778,0 2 0,5-4 984,0-5 0,1-2 0,3-6 0</inkml:trace>
  <inkml:trace contextRef="#ctx0" brushRef="#br0" timeOffset="167">8895 10802 7785,'-13'-12'1188,"-1"4"-891,-2 0 0,1 5 623,-6-1 0,5 2-384,-5 2 0,0 11 187,-4 6 1,1 6-160,-1 6 0,4 3 38,0 5 0,6 6-197,-1 2 1,3 3-255,5 2 0,-2-4-64,6-1 0,0-5 87,4 1 0,1-13-620,4-7 1,6-12 370,5-5 0,8-4-1135,0-4 0,1-7-59,4-5 1,-7-6-414,-1 1 0,-6 2 697,2-2 0,-5 6 985,-4-2 0,3-2 0,-4 0 0</inkml:trace>
  <inkml:trace contextRef="#ctx0" brushRef="#br0" timeOffset="168">8634 11125 7785,'-8'0'1364,"0"0"-895,5 5 1,-3-2 741,6 5-845,0-5 1,10 4-21,2-3 0,5-2-79,-1 2 0,4-3-737,5-1 0,-5-1-204,1-3 1,-5 2-535,5-2 0,-2-1 1208,2 0 0,-3-4 0,-6 2 0</inkml:trace>
  <inkml:trace contextRef="#ctx0" brushRef="#br0" timeOffset="169">8771 11125 7785,'-6'12'0,"3"-1"450,-5-2 0,5 2-67,-1-3 0,3 3 554,1 1 1,0 1-415,0-1 0,1-4-104,3 1 0,-1-1-82,5 4 1,1 1-492,3-1 0,0-5-227,1-3 0,-1 2-1148,1-2-21,-1 0 1,0-4 1549,1 0 0,-1 0 0,1 0 0</inkml:trace>
  <inkml:trace contextRef="#ctx0" brushRef="#br0" timeOffset="170">9168 10914 7785,'0'12'2825,"1"1"-2006,3-1 1,-1 5-190,5-1 1,-4 6-6,5-1 0,0-2-372,8 2 0,-2-2-35,6 2 0,-5 1-1120,5-5 1,-1 2 602,5-7 1,-1 3-1387,-4-6 1,4-4 1684,-4-1 0,4-2 0,1-2 0</inkml:trace>
  <inkml:trace contextRef="#ctx0" brushRef="#br0" timeOffset="171">9515 10889 7785,'-18'0'701,"3"2"-315,-6 2 0,5 3 241,-5 5 1,0 5-286,-4-1 0,1 8-125,-1 0 1,0 3 413,0 6 1,2-6-221,2 2 1,3-3-693,6-1 0,-1-1 209,1-4 1,5-2-1147,3-5 1,3-1-699,1 0 1916,0-5 0,-6 4 0,-1-4 0</inkml:trace>
  <inkml:trace contextRef="#ctx0" brushRef="#br0" timeOffset="172">9850 10802 7801,'-7'6'0,"1"1"0,6 5 0,0 2 0,0 3 0,6 6 0,2 6 0,3 5 2890,2-1 0,0 3-1646,4 1 0,-2 3-1244,6-2 0,-5-4 165,5-9 1,-6-2 66,2-2 1,-1-3-26,-3-6 0,2-5 103,-7-3-310,3-2 0,2-13 0,-1-3 0</inkml:trace>
  <inkml:trace contextRef="#ctx0" brushRef="#br0" timeOffset="173">10160 10939 7801,'-12'5'1422,"-1"-2"-993,1 5 0,-5-2-210,1 6 0,-6-1 260,1 10 0,-2 0 311,-2 3 0,-4 5-272,0 0 1,-1 2-159,1-2 0,4-5-550,0 1 0,2-1 211,6-8 1,0 1-1983,5-5 392,5 1 614,2-7 1,5-1 954,0-10 0,11-7 0,2-7 0</inkml:trace>
  <inkml:trace contextRef="#ctx0" brushRef="#br0" timeOffset="174">10272 11150 7754,'8'0'0,"0"0"0,0 0 1584,5 0 0,-1 0-478,1 0 1,5 0-134,2 0 1,4 0-854,1 0 0,5-2-17,3-2 0,4 1-200,4-5 0,-2 4 137,2-4 0,-2 1-1294,-2-1 1,-1-3 831,-3 2 0,-4 2-3616,-8-1 4038,-3 0 0,-11-5 0,-2 1 0</inkml:trace>
  <inkml:trace contextRef="#ctx0" brushRef="#br0" timeOffset="175">10681 10964 8805,'7'0'1962,"4"4"-1365,-3 0 0,3 6-234,2-2 0,-1 2-52,0-2 0,5 4-84,0 1 0,-1-1-304,-4 5 0,0-2-138,-4 1 0,1-2-173,-4 3 1,-3 0-233,-6 0 0,-4 1 305,-9-2 1,-2 0-654,-6 4 1,0-5 36,1 2 931,-7-3 0,0-2 0,-7 1 0</inkml:trace>
  <inkml:trace contextRef="#ctx0" brushRef="#br0" timeOffset="176">11128 10976 7753,'19'6'0,"-1"0"0,-6 7 0,5 5 921,-1 2 0,1 5-56,-5 4 0,1-1-426,-1 5 0,0-1-76,1 1 0,-1-3-195,1-5 1,0-5-106,4 1 0,-2-7-774,6-2 0,0-5 505,3-7 1,1-5-2614,0-4 2819,0-7 0,0-9 0,-1-7 0</inkml:trace>
  <inkml:trace contextRef="#ctx0" brushRef="#br0" timeOffset="177">11587 10939 7744,'-18'12'227,"-3"1"1,-1-1 372,1 0 0,-2 6 82,2 3 0,-6 4-238,-2 4 1,-10 3-223,2 5 1,-3-4-22,3 0 0,4-6-168,0 2 0,6-4 52,3-4 1,4-3-1813,8-6 69,-1-5 1658,7-1 0,6-12 0,6-1 0</inkml:trace>
  <inkml:trace contextRef="#ctx0" brushRef="#br0" timeOffset="178">11884 10567 7750,'9'0'511,"-1"0"0,2 0-73,6 0 0,-2 5 175,2 4 1,0 3 36,0 5 0,-1 3-241,6 9 0,-5-1-212,5 5 0,-4 0 17,3 4 1,-4-4-440,0 0 1,-4-4 206,-3 4 0,0-5-272,-4 1 0,-3-3-156,-6-1 1,-8-1-518,-9 1 0,-4 0-176,-4 0 1,-2 0 533,-7 0 1,0-5 52,-4 1 340,4-6 0,-10 3 0,4-6 0</inkml:trace>
  <inkml:trace contextRef="#ctx0" brushRef="#br0" timeOffset="179">1340 10864 8278,'7'-24'329,"-3"-1"0,-1 0 3,1 0 1,-3 2-27,3 2 1,2-1 314,-2 6 287,6 5-684,-9 0 1,4 11 29,-5 0 1,0 5-111,0 7 1,-5 6 109,-3 3 1,-8 8-275,0 4 1,-6 3 91,1 1 0,-2 4-253,-2 1 1,4 0-67,1 0 1,4-4-174,0 4 1,2-5 182,2-4 1,5-7 108,3-5 0,4-10-137,4 1 0,0-3 64,8-1 1,-2 1 257,7-4 0,0 6-190,0 1 1,4 6 570,-5 7 1,-1 5-32,-6 3 1,2 4 159,-3 5 0,-1 0-582,1 4 1,-5 2 98,1-2 1,2-2-513,-2 1 1,5-6 276,0-2 1,3-7 150,5-9 0,2-3 0,6-6 0</inkml:trace>
  <inkml:trace contextRef="#ctx0" brushRef="#br0" timeOffset="180">12703 10542 8278,'0'-17'447,"0"1"0,0-1 48,0 5 1,0 0 346,0-1-358,0 1 1,1-1-86,4 1 0,-3 5-86,7 3 1,-1 3-44,4 1 0,-3 0 22,-1 0 1,0 1-141,5 3 0,-5 7-137,0 6 0,-5 6 43,1 2 1,-4 0-199,-4 4 0,-4 1 16,-9-1 0,3 1 75,-2-1 0,2-3-204,2 3 0,-1-7 104,1-1 0,3-4-359,1 3 100,5-5 163,-2 3 1,10-5 219,4-1 1,3-4-62,5 1 0,-4-5 130,4 4 1,-3 2-130,-2 6 1,1-1 104,-1 6 0,-1-4-75,-3 3 0,2 1 332,-6 4 1,4-1 63,-4 1 1,1 0 65,-5 0 0,0 0-231,0 0 0,0-5-102,0 1 0,0-6-427,0 2 0,-6-4 214,-2 0 0,-3-5-370,-2 0 0,1-1 255,0 1 1,-1-2-1396,1-6 0,-1 0 1649,1 0 0,-6-6 0,-1 0 0</inkml:trace>
  <inkml:trace contextRef="#ctx0" brushRef="#br0" timeOffset="181">881 13295 8278,'-7'0'4,"-4"0"1,8-1 845,-5-3 19,5 2 16,-2-3-667,5 5 1,1-1-1,3-4 0,-1 4-111,5-3 1,2 3 157,6 1 1,-1 0-224,6 0 1,-4-5 43,3 1 0,2 0-100,7 4 1,0 0 39,9 0 0,-3-1 22,11-3 0,5 1-99,7-5 0,9 1-144,-30 3 1,1-1-1,-1 0 1,0 1 148,2 2 1,1 0-1,-3-2 1,0-1 47,-2 3 0,0 0 1,2-2-1,-1 0-229,0 2 1,-1 0 0,27-4 182,-4 2 1,-7 3-211,-6-3 1,-2 1-47,-6-1 0,-7 2-7,-5-2 0,-1-1 90,-8 1 1,-3-5-74,-5 5 1,-5-1 333,1 1 1,-3 1-395,-1-5 1,-1 3-118,-3-3 1,-3 5 96,-6-1 0,0-1 370,-4 1 0,-8-12 0,-6 3 0</inkml:trace>
  <inkml:trace contextRef="#ctx0" brushRef="#br0" timeOffset="182">2034 12861 8045,'20'0'-176,"-4"0"0,-1 0 189,2 0 1,-3 0 221,2 0 1,2 0 47,-1 0 0,5 2 300,-1 2 1,2 3-301,2 5 1,0 0-32,-1 1 1,1-1-175,0 1 1,0 3 86,0 1 1,-6 1-177,-3-2 1,1-1-32,-5 6 1,-2-4-36,-10 3 1,-5-3 95,-4 3 1,-9 1-127,-6 4 1,-11 1 23,-6 3 0,-10-1-70,1 5 0,-6-2 129,2 2 0,0-2 44,4-6 0,-1-1-498,-2 1 0,0-6 85,-5-2 0,5-5-1130,-5-3 1523,5-4 0,-9-1 0,3-2 0,-4-5 0,-2-4 0,-1-1 0</inkml:trace>
  <inkml:trace contextRef="#ctx0" brushRef="#br0" timeOffset="183">1141 13097 8096,'-12'-4'308,"-1"0"0,-3-1-600,-1 5 1,-5 3 15,2 5 0,-5 2 494,-4 11 1,0-1-75,-8 5 1,2 4-63,-6 0 0,4 6-80,4-2 0,-2 3 69,6 1 1,0-6-63,4-2 1,8 2 1,4-2 1,2 0 83,7-5 1,0 0-71,4-4 0,1 3 14,3-7 0,5 6 0,7-1 1,-1-3 221,6-2 0,4 2-65,4-1 1,7 1 82,1-2 0,1-3-96,8-1 1,-5 0-105,5-3 0,1-3-264,6 3 1,-2-5 1,3 4 0,-7-5-810,-2 1 0,5 2 993,4-2 0,-5 0 0,0-1 0,3 2 0,5 3 0,1 1 0</inkml:trace>
  <inkml:trace contextRef="#ctx0" brushRef="#br0" timeOffset="184">1054 14312 8099,'-1'-11'30,"-3"3"254,3-3 773,-5 10-549,6-5 0,1 6-215,4 0 1,-3 7 72,7 5 0,-5 6-100,4 7 0,-5 4-185,1 0 0,-3 5 103,-1 0 1,0 3-160,0 4 1,-4-2 66,0 2 0,-4-4-302,4-4 0,-5-2-2,5-7-53,0-4 86,4-8 0,0-9 112,0-11 1,10-2 28,2-11 0,5 5-31,-1-5 0,-2 6-6,3-2 1,-2 5 39,1 4 0,-2 2 31,3 6 0,-8 0 241,-1 0 0,-1 6 111,2 2 1,-4 4-225,-5 5 0,0-3-22,0 2 1,-1 3 63,-3 2 0,-3-3 22,-6-1 0,0-4 19,-4 0 1,2-1-43,-6 1 0,2-2 85,-2-3 0,-1-3 197,6-5 0,-5 0-2281,4 0 1,2-5-124,7-3 0,-2-5 1064,6-3 1,0 1 892,4-6 0,0 6 0,6-9 0,0 5 0</inkml:trace>
  <inkml:trace contextRef="#ctx0" brushRef="#br0" timeOffset="185">1340 14635 8052,'0'7'201,"0"4"0,0-4 412,0 5 1,0-4 612,0 1 0,0 0-811,0 8 0,0-4-330,0 4 0,0 1-611,0-2 0,0 7 404,0-3 0,-4-2-1187,0-1 0,-2-5 108,2-4-61,2 3 1262,-9-9 0,5-8 0,-7-8 0</inkml:trace>
  <inkml:trace contextRef="#ctx0" brushRef="#br0" timeOffset="186">1327 14486 10962,'9'0'434,"-1"0"1,0 0-422,5 0 1,3 0-1657,1 0 0,5 0 1643,-2 0 0,4 0 0,1 0 0</inkml:trace>
  <inkml:trace contextRef="#ctx0" brushRef="#br0" timeOffset="187">1638 14808 7832,'5'13'0,"-4"-1"545,4 1 0,0 0-154,-1 4 0,4-3-145,-3 2 1,3 4-135,-4 0 0,6 4 57,-2 0 0,2 3 76,-2 2 0,1 2-9,-4 6 0,-1 6-43,-4 3 1,0-2-60,0 1 1,-6-3-121,-2 3 1,-3-6 75,-1-2 1,-5-7-107,0-9 1,0-5-763,0-7 1,3-4 424,-2-5 0,-2-8-904,1-9 1,1-7 1256,3-14 0,1-10 0,-1-3 0</inkml:trace>
  <inkml:trace contextRef="#ctx0" brushRef="#br0" timeOffset="188">1638 14585 7832,'12'-8'0,"0"0"0,-2 3-125,2-3 1,-2 4 31,7-4 0,-2 5 199,1-1 1,-1-2-694,6 2 0,-2 0 587,2 4 0,3 0 0,-5 0 0,6 0 0</inkml:trace>
  <inkml:trace contextRef="#ctx0" brushRef="#br0" timeOffset="189">3759 12650 7804,'12'-24'393,"-3"-3"-186,-1-2 0,-4 3-31,4-3 0,-1 3 238,1 1 324,3 1-165,-4 4-468,0 8 0,-3 13 39,-8 12 0,-8 10-101,-9 10 1,-2 8-107,-2 5 1,-1 2 48,-3 2 0,3 4-230,-3-1 0,-2 5 229,2-4 0,2 0-245,6-5 0,-1 1 33,5-1 1,6-6 27,7-6 1,4-10 102,4-11 1,5-8-26,7-3 0,4-4 35,4-1 0,5 0-9,0 0 0,0 7 283,-4 5 0,-2 7 103,-2 10 0,-3 4 173,-6 9 1,-1 7-209,-2 9 1,-4 4-320,-5 4 1,0-1 254,0 6 1,0-7-211,0 2 1,2-4-206,2-4 0,-1 2-867,5-7 1090,0-4 0,6-1 0,0-5 0,1-1 0,0 0 0,1-1 0</inkml:trace>
  <inkml:trace contextRef="#ctx0" brushRef="#br0" timeOffset="190">28557 11559 7680,'0'-12'750,"0"-1"0,-4 1-229,0-1 0,0 1-224,4 0 1,4-1-104,0 1 1,10 3 308,-2 1 0,9 1-139,0-1 0,8-2-170,4 6 0,2-4-130,3 4 0,3 1 79,0 7 0,-1 3-121,-7 6 0,-4 4 139,-8 4 1,-4 7-370,-9 1 0,-4 5 80,-8-1 1,-9 9 69,-7 3 0,-11 3-89,-6 2 1,-1-1 171,-8 1 1,2 1 102,21-24 0,1 0 0,-21 18-12,6 1 0,10-8 116,7-5 0,6-2-89,6-6 0,4-5-591,8 1 1,3-5 257,5 5 0,-4-3-212,1 7 1,-5-3 236,4 7 0,-5 2 485,1 3 1,-4 7-4,-4 4 0,1-1-172,-5 2 0,4-1 41,-5 5 0,6-5-31,-1 1 1,3-6-66,1 1 1,0-2-6,0-2 1,0 0-133,0 0 1,0-1 9,0-3 1,-1 2-195,-4-6 1,-1 5-190,-7-1 1,-1-1 186,-2 1 1,-2-5-63,-3 1 0,-2-5 54,2-3 0,3-3-656,2-6 1,-2-1 358,1-2 1,-5-4 537,1-5 0,-7-11 0,-4-3 0</inkml:trace>
  <inkml:trace contextRef="#ctx0" brushRef="#br0" timeOffset="191">7927 14684 7629,'0'-18'0,"0"1"418,0-4 0,0-5 90,0 5 0,-1-4 58,-3 9 1,-2-5-163,-2 4 1,-7 2-126,2 7 1,-3-2-127,-1 6 1,-2 6 59,-6 6 1,0 4-125,0 5 0,5 4 67,-1 7 1,4 4 72,-3 5 1,5 6-76,-2 3 0,3 2 0,2 1 0,4 1-306,-1 0 0,7-1 116,-3 1 0,5-12-65,5-5 0,1-12 76,7-8 1,5-8-166,2-9 1,4-6 60,1-10 1,4-5-227,0-8 1,4-7 87,-4 3 1,-5 1 1,-3 3 1,-4 1 343,3-1 1,-4-2-54,0 7 0,-6 3 479,-2 4-279,-5 11 10,8-6 1,-10 21-43,3 4 1,-2 3 97,-2 9 0,0-1-104,0 5 1,4 4-107,0 0 1,4 0-334,-4-4 0,6 0 147,-2-1 1,3 0-757,2-3 1,0-4 420,4-4 0,2-2-233,6-3 1,0-2 209,0-6 0,4 0 462,0 0 0,5 0 0,-2 0 0</inkml:trace>
  <inkml:trace contextRef="#ctx0" brushRef="#br0" timeOffset="192">9106 14622 8784,'0'-5'116,"0"5"0,4 11-293,0 10 0,4 13 1132,-4 7 1,0 12-368,-4 5 1,0 2-806,0 2 1,0-7-32,0-5 1,0-13-249,0-12 1,2-7-455,2-10 0,-1-5 513,5-11 0,-4-8 437,4-12 0,-5-10 0,3-6 0</inkml:trace>
  <inkml:trace contextRef="#ctx0" brushRef="#br0" timeOffset="193">8957 14387 7629,'0'-20'0,"1"1"325,3 3 1,4-2 489,9-3 1,2 3-419,6 6 0,5-1-139,4 1 0,-3 5-1182,2 3 0,0 2 575,5 2 0,3 6-1190,0 2 1539,1-2 0,0 10 0,2-2 0</inkml:trace>
  <inkml:trace contextRef="#ctx0" brushRef="#br0" timeOffset="194">9589 14387 7629,'0'19'352,"0"-1"-247,0-6 1,-4 2 553,0 3 0,-6-2-211,2 5 0,-3 1-30,-1 4 1,-1 0-113,1 0 1,4-2 32,-1-2 1,7 2-343,-3-2 1,4-2 80,1 2 1,7-6-43,5 1 0,6-2 114,7-1 0,1-1-94,3 0 0,-1-3-18,5-1 1,-6-1-27,2 1 1,-2 3-52,-3-3 0,-4-1-59,-4 2 0,-3 0-96,-5 8 1,-3-3 94,-5 2 0,-5 2-216,-3-2 1,-5 5 97,-3-4 1,1 3-465,-6-3 0,4-1 265,-3-3 1,3-5-592,-4 0 0,2-1 1007,-2 2 0,-2 2 0,4-5 0</inkml:trace>
  <inkml:trace contextRef="#ctx0" brushRef="#br0" timeOffset="195">11053 14846 7629,'-12'-25'0,"-1"0"119,1 0 1,0 5 81,-1-1 1,-5 6 153,-2-2 0,-4 9-99,-1 4 1,1 4 102,-1 4 0,0 8-117,0 9 1,6 7 145,2 0 1,2 8-75,-1 1 0,6 5-125,-3 3 1,8 2-207,-3-5 1,5-3 86,-1-5 1,2-6-350,2-7 1,10-8 210,2-9 0,9-8-95,0-5 1,6-11-138,2-5 0,4-12-130,-4-1 0,4-2 117,-4 3 0,-1 1 57,-7 3 1,2 3 267,-2 5 0,-3 2-57,-2 2 0,-2 9 224,-2 8 1,-3 9-93,-1 7 0,-1 8 105,1 9 1,-1-2 42,-3 6 1,-1-1 24,5 1 1,-1 2-437,1-6 0,3-1 94,-2-3 1,-1-5-797,4-4 1,-2 1 422,6-5 1,2-2 454,-1-10 0,5 5 0,-3 2 0</inkml:trace>
  <inkml:trace contextRef="#ctx0" brushRef="#br0" timeOffset="196">11984 14908 7721,'-54'-9'0,"0"1"0,2 5 993,6-1 1,1 6-391,8 6 1,-6 7 174,10 14 0,0 4-310,8 8 1,6-2-81,2 2 1,9-4-424,4-3 0,9-10 93,7-7 0,6-9-290,7-4 1,4-4 202,0-4 1,6-8-367,-2-9 1,7-9 211,1-7 1,0 5-221,-3-1 1,-5 5 177,0 3 0,-4 6 135,4 3 1,-7 7 295,-1 5 1,-2 6-128,-6 6 0,-1 13 209,-3 16 1,-2 7-136,-3 10 1,2-2 156,-6 6 1,4 0 32,-4 4 0,0-4-266,-4-1 0,0 1 11,0 4 1,-9 2-113,-4 2 0,-3-4-107,-1 0 0,-2-3 98,-6-9 0,0 1 5,0-10 0,2-8-22,2-12 0,-2-5-97,2-11 1,2-7 32,-2-6 0,2-9 86,-2-3 1,-1-11-376,6-6 1,-1-7-487,5-10 0,1-2-802,2-6 1,0-6 1105,7 33 0,0 0 585,-3-1 0,0-1 0,2-2 0,0-1 0,-1 1 0,0 0 0,2 0 0,0 1 0,1 0 0,1 0 0</inkml:trace>
  <inkml:trace contextRef="#ctx0" brushRef="#br0" timeOffset="197">12244 14920 7721,'19'0'0,"5"4"709,-3 0 0,2 2-243,2-2 0,-5-1 449,1 5 0,-6 2-391,2 6 1,-5-1-219,-4 6 0,2 0-294,-6 3 1,0 5 98,-4 0 1,-5 6-273,-3-2 1,-5 1 179,-3-1 0,1 2-202,-6-6 0,6-3-13,-2-10 256,3-4 1,7-19-125,3-6 1,3-6 27,1-10 1,5-7-921,4-5 1,3-6 455,5 1 0,2 0-608,6 0 0,0 3 509,-1 6 0,3 4-34,2 0 459,2 6 0,1-4 0,-2 6 0</inkml:trace>
  <inkml:trace contextRef="#ctx0" brushRef="#br0" timeOffset="198">12678 14870 7721,'-5'32'0,"-3"-3"0,1 1 1180,-2-1 0,1 6-517,-4-2 0,1 4 510,2 4 0,0-3-570,5-1 0,-1-11-422,5-9 0,6-5-8,2-4 0,7-4-126,2-8 1,5-4-525,-1-9 0,3-2 378,5-6 1,-4-4-833,0 0 0,-4-4 399,-5 4 1,-6 0-236,2 5 0,-8 3 293,1 0 0,-5 6 305,-5-1 0,-3 6 217,-8 2 0,-5 5 263,-8-1 0,-1 4-182,-3 4 1,-3 3-88,3 5 0,1 5-281,-1-1 1,7 6 130,1-1 1,1 2-946,8 2 0,1-4 1053,7 0 0,-4-1 0,6 5 0</inkml:trace>
  <inkml:trace contextRef="#ctx0" brushRef="#br0" timeOffset="199">13063 14870 7741,'-11'-8'686,"3"0"-54,2 5-70,6-2 0,0 10-175,0 3 0,0 5 18,0 3 1,0 2-170,0 3 0,0 4-56,0 0 0,0-1-34,0 5 1,0 3 11,0 1 1,0 8-246,0 5 0,0 3 107,0 5 1,0 3-508,0 5 0,-1 1 329,-3 3 1,-2-2-158,-2 2 0,-3-8 99,2-5 1,3-7-1,-3-5 1,7-8 16,-3-4 0,4-8-130,1-5-128,0-7 301,6-4 0,-4-6-268,7-3 0,-7-3 108,2-6 1,2-3 61,-2-1 1,4 1-121,-3 3 1,3-3 373,-4-1 0,4-3 0,-4 3 0,6-5 0,-3 3 0</inkml:trace>
  <inkml:trace contextRef="#ctx0" brushRef="#br0" timeOffset="200">12877 14746 8111,'0'13'871,"1"-1"-714,3 1 1,-2 3 56,2 1 0,-3 5-31,-1-2 0,0 0-49,0 0 0,0 1 50,0 4 0,-1-5-175,-3 1 0,2-6 34,-2 2 0,3-3-62,1-2 0,0-4 122,0 1 83,0-7-251,0 4 142,5-12 1,1-1-164,2-5 0,7-4 95,-2-1 0,2-1-49,-3 2 1,1 0-43,-1-4 1,0 5-179,1-2 1,-1-1-36,1 2 0,-5-1 79,0 5 1,-4-1-34,5 1 1,-7-1-167,2 1 55,-2 0 41,-2-1 78,-6 6 1,-1 11 126,-5 9 1,4 8 94,0-1 1,1 8-163,-2 1 1,0 4 46,5-4 1,-2 0-56,2-5 0,3 1 189,-4 0 0,-1 0 0,-1 0 0</inkml:trace>
  <inkml:trace contextRef="#ctx0" brushRef="#br0" timeOffset="201">13075 14846 6603,'-7'5'1572,"2"-4"-677,5 5-147,0-6-368,0 0 1,5-1-72,4-4 1,-2 0 13,1-3 0,0-3-218,4 2 1,1 4 75,-1 1 1,2 1-223,3-1 0,-4 3 89,4-4 0,-3 8-8,-2 1 1,1 10-32,-1-2 1,-1 5-154,-3 0 1,-2 2-35,-6 6 0,0-1-120,0 1 1,-6 0-119,-2 0 0,-4 4 159,-5 0 0,2-4-548,-6-5 1,5-5 342,-5 2 1,6-9-147,-2-4 0,3-2 608,2-2 0,5-6 0,2-1 0</inkml:trace>
  <inkml:trace contextRef="#ctx0" brushRef="#br0" timeOffset="202">13882 14412 7741,'19'-38'132,"-1"2"33,-6 3 0,1 9 174,-1 7 0,5 9-72,-1 4 0,5 4 640,-5 4 1,1 10-381,-5 10 1,1 7 90,-1 6 1,-1 8-240,-3 1 0,-2 6-45,-6-2 0,0 1-372,0 7 0,-6 0-29,-2 4 1,-8 0-463,-5 0 1,2-2 557,-2-2 0,2 0-988,-2-8 1,4-10 438,9-16 0,3-8 124,5-8 1,0-8 26,0-4 0,7-6 295,5-15 1,0 2 299,5-10 1,1 0-39,-2-5 0,2 3 534,-1 2 0,-3 2-512,2 6 0,-1 6 115,2 3 1,-8 7-78,4 5 1,-3 6 61,2 6 1,-5 1-95,-3 12 1,1 1-138,0 7 1,-1-3-96,-4 3 0,0-3-288,0-1 1,0-1-791,0-4 1,4-2 542,0-5 1,6-6-338,-2-3 0,0-3 333,5-1 1,-4-7 554,8-5 0,-3-6 0,-2-7 0</inkml:trace>
  <inkml:trace contextRef="#ctx0" brushRef="#br0" timeOffset="203">14365 14970 7741,'0'12'873,"0"0"0,0 1-335,0-1 1,0 2 190,0 3 0,0-4-289,0 4 1,5-3 142,-1-2 1,9-4-291,0 1 0,8-8-240,-1-1 0,5-7-402,4-9 1,3-4 280,5-5 1,-1-5-576,-3-3 0,-3-1 333,-5 1 1,-3 2-164,-5 6 0,-6 6 66,-11 3 0,-3 7 69,-5 5 0,-8 3 256,-13 1 1,1 1 207,-10 3 0,4 3-215,-8 6 0,5 0-26,4 4 1,3-2 148,5 6 0,4-2 113,1 2 0,6 1 39,2-6 0,5 1-893,7-5 0,1 1-203,3-1 0,3-5 910,5-3 0,6-3 0,2-1 0</inkml:trace>
  <inkml:trace contextRef="#ctx0" brushRef="#br0" timeOffset="204">14688 14784 7741,'18'-20'193,"-4"2"172,2 6 1,-2 1 497,-2 3 1,5 4-378,-1 8 0,0 4 37,-8 8 0,2 5 50,-6 8 0,0-1-186,-4 5 1,0 0 29,0 4 0,0-1-61,0-3 0,-4 1-684,0-5 1,-1 0 34,5-4 1,0-6-119,0-2 1,2-9 229,2-4 0,3-5-123,5-7 0,6-8-298,3-12 0,1-4 183,-1-5 0,2-1 2,-2 1 0,3 4 144,5 0 0,-8 10 485,0-2 1,-6 10-130,-3 2-153,-5 6 1,-1 13 1028,-6 2 0,-6 9 135,-2 3 0,-3 5-444,-1 4 1,3-7-225,1 3 1,5-7-332,-1 3 1,3-6 218,1 1-424,0-7 1,1-4-31,3-5 0,7-5-64,6-4 1,3-3 8,-3-5 1,4-1-208,-5-2 1,5-2 162,-5 5 1,1 2 40,-5 7 0,1-2 273,-1 6 0,-1 1-62,-2 7 0,0 0 694,-5 9 1,0-2-327,-4 10 0,0-5 294,0 5 1,0-6-248,0 1 1,0 2-183,0-1 1,-1 1-1422,-3-2 1,3-2 239,-4 3-167,4-4 0,1 0-209,0-1-1760,0 1 3071,6-6 0,0 4 0,7-5 0</inkml:trace>
  <inkml:trace contextRef="#ctx0" brushRef="#br0" timeOffset="205">15693 14895 7741,'-13'7'330,"1"4"41,0-3 0,3 3 496,1 2 1,4 5-363,-4 2 0,4 5 192,-5 4 0,6 1-278,-1 4 0,3-6-262,1-7-81,0-3 0,5-7 74,4-3 1,2-8-12,1-8 1,2-8-111,2-5 0,4-8-491,5-4 1,-2-2 245,-2 2 0,1-1-114,-6 5 0,-1 0 112,-6 4 0,-4 6-343,-5 2 1,-7 5 92,-5 4 0,-11 2-59,-11 6 1,-6 2 155,-1 2 1,-4 0 116,3 8 1,2-2-368,7 6 1,3-3-18,5-5 638,6 3 0,-5-4 0,5 5 0</inkml:trace>
  <inkml:trace contextRef="#ctx0" brushRef="#br0" timeOffset="206">15829 14895 7741,'0'-25'0,"2"2"132,2 2 0,3-1 274,5 6 0,6 1 349,3 6 0,2 0-311,2 5 1,0-1-27,0 5 0,-2 7-91,-2 6 0,-1 5-135,-7 6 0,0 1 8,-8 0 1,-1 5-184,-4 3 1,-4 2-103,-1-2 1,-4 1-76,1-5 0,1 0-174,-2-4-674,1 0 480,1-6 321,2-6 0,6-15 267,3-10 1,-1-6-103,5-7 1,1-4 65,3 0 0,0 0-78,1 4 0,-5 2 64,0 2 0,-1-1 182,1 6 1,2-1-123,-6 5 0,2 4-338,-2-1 166,-3 7-168,5-4 196,-6 6 1,-2 4-49,-2 0 1,3 2 31,-3-2 1,1-3-127,-1 3 255,2-2-112,-3-2 308,-1 0-193,5 0 118,-4 0-167,5 0-37,0-6 0,0 4-8,0-7 0,0 5-60,0-4-493,0 5 411,0-8 1,0 8-60,0-5 1,4 4 21,0-4 1,1 5 139,-1-1 1,-2 1-229,2-1-176,3 3 206,0-11 0,1 11 289,0-3 0,1-3 0,3 6 0,0-10 0,1 4 0</inkml:trace>
  <inkml:trace contextRef="#ctx0" brushRef="#br0" timeOffset="207">16152 14870 7741,'0'-12'-40,"0"0"0,0 3 155,0 1 1,0 4 139,0-4 0,0 4-11,0-5 0,1 7-44,3-3 1,2 3-48,2-3 0,3 4 47,-3-3 1,-1 3-93,2 1 1,-3 1 104,3 3 1,0-1-217,-5 5 1,5 0-25,-5 5 0,1-1-59,0 1 1,-4 3-66,3 1 1,-3 1 89,-1-2 0,0-2-175,0 2 1,0 2 70,0-1 0,0-1 22,0-3 0,0-1 77,0 1 1,-1-5 15,-3 0-122,3-5 302,-5 2-102,6-5 0,0-1-98,0-3-37,0-3 1,0-5 68,0-1-113,0 1 72,0-1-19,0 1 85,0 0 8,6-1 74,-5 1 0,4 4-125,-5-1-315,0 7 213,0-4-300,0 1 211,0 3-102,0-3 44,0 5 179,0 0 0,0 0 0</inkml:trace>
  <inkml:trace contextRef="#ctx0" brushRef="#br0" timeOffset="208">16251 14957 7741,'-7'0'-1255,"0"0"754,3 0 1569,3 0-18,-5 0-567,6-5 1,6-2 6,2-6 0,3-3-145,1-1 0,1-1 27,-1 2 1,1 2-102,-1-2 0,5 0-114,-1 0 1,1 6 42,-5-2 1,5 8-181,-1 0 0,1 2-36,-5 2 0,-4 7-83,1 5 0,-7 2-132,3 7 1,-4 0 152,-1 3 1,0 1-356,0 0 0,0-4 205,0-1 1,0-3-584,0 4 0,0-6 346,0 1 0,1-7-126,3-5 1,-1-3 190,5-1 1,1-5 399,3-4 0,1-13 0,-1-4 0</inkml:trace>
  <inkml:trace contextRef="#ctx0" brushRef="#br0" timeOffset="209">16685 14759 6486,'-4'8'1348,"0"0"0,-4 6-441,4 7 0,-6 2-417,2 2 0,2 0-186,2 0 0,3-1-79,1 1 1,1-5-295,3-4 0,3-4 108,5-3 0,6-5-209,3-8 1,-2 0 55,2-9 1,-6 2-129,2-10 1,-5 5-227,-4-5 0,2 6 177,-6-1 0,-1 3-142,-7 5 1,-5-2 104,-7 6 1,1 0 105,-6 4 0,0 0 26,-3 0 0,-1 1-105,0 4 1,2-4 15,2 3 0,3-3-457,6-1 742,-1 0 0,1 0 0,-1-5 0,1-2 0</inkml:trace>
  <inkml:trace contextRef="#ctx0" brushRef="#br0" timeOffset="210">16735 14771 7741,'23'-4'90,"-2"0"1,-2-2 232,-2 2 0,1 3 170,2-3 0,2 8-132,-5 4 0,4 3 19,-5 2 0,1 3-94,-5 1 0,-1 1-176,-3-2 1,3-2-2,-2 2 0,-2 0-156,1 0 1,-5-2 48,1 2 0,-3-6-330,-1-2-218,0-5 392,0 3 0,0-8 24,0-2 0,2-4 36,2-9 1,3-2-371,5-6 0,2-1 162,2-3 0,-1 2-653,6-7 1,0 3 954,4-2 0,5 2 0,2 7 0</inkml:trace>
  <inkml:trace contextRef="#ctx0" brushRef="#br0" timeOffset="211">17529 14734 7616,'-6'12'0,"1"1"803,-4-1 0,0 5-317,5-1 0,-6 8 639,2 0 1,-2 11-542,2 6 1,-3 12 191,3 0 0,-8 9-751,8-27 1,0 1 0,-1 1 0,0 1 66,0 5 0,1 1 0,1 0 0,-1-1-119,-2 1 0,0-1 0,2-2 0,0-1-140,0 0 1,0-1-1,1-3 1,0-1-650,-5 27 1,5-9 270,3-20-512,8-8 1,3-14 370,5-11 1,0-13-158,1-11 0,-1-7 337,1-6 0,-1-8-67,1-1 0,-1-6 573,0 2 0,-1 5 0,-2-5 0,-5 2 0,-3 0 0</inkml:trace>
  <inkml:trace contextRef="#ctx0" brushRef="#br0" timeOffset="212">17392 15193 7616,'-11'-61'0,"3"3"0,-3 5 291,3 7 1,2 5 10,2 8 0,4 4 291,4 8 1,-1 9-170,5 8 0,1 2-28,3 2 0,0 2 156,1 2 1,-5 3-190,0 5 1,-1 2-266,1 2 0,-2 2-5,-6 3 1,0 2-498,0-2 0,-1 2-149,-4 2 0,-1-4-528,-7 0 0,5-6-1660,0 1 2243,-1-2 0,2-8 498,3-6 0,8-11 0,3-9 0</inkml:trace>
  <inkml:trace contextRef="#ctx0" brushRef="#br0" timeOffset="213">17827 14350 7616,'16'-20'21,"1"4"1,-5 7 745,-4 5 0,-5 4-285,1 4 0,-2 9 668,-2 7 1,-2 5-550,-2 4 1,1 4 227,-5 9 0,1-2-338,-1 5 0,-3 1-189,3 3 0,-3 1-1306,-2-1 1,5-3 661,0-1 0,5-7-266,-1-5 0,4-6 259,4-14 0,4-4-202,9-9 0,2-7 116,6-5 1,0-5-125,-1-3 0,1-2 201,0 5 0,-2 1 285,-2 3 1,-3 6 632,-6 3 0,1 4-419,-1 4 1,-5 3 1084,-3 6 0,-2 3-593,-2 1 0,0 5 477,0-2 1,-5 2-534,1-1 0,0-2-236,4-2 1,0-3-154,0 2 0,0-6 189,0-2 46,0-5-46,0 2-4148,6-5 1,-4-5 1871,7-3 1,-6-1 564,1-3 1334,-3 2 0,-1-13 0,0 4 0</inkml:trace>
  <inkml:trace contextRef="#ctx0" brushRef="#br0" timeOffset="214">18062 14660 7616,'0'-13'297,"0"1"-198,0-1 692,0 1 1,2 5-312,2 3 1,-2 3-335,7 1 0,-1 0-189,4 0 1,1 0-307,-1 0 1,2-2-1067,3-2 1,-4 1 1414,4-5 0,8 0 0,1-5 0</inkml:trace>
  <inkml:trace contextRef="#ctx0" brushRef="#br0" timeOffset="215">18658 14598 7616,'4'8'1031,"0"0"1,0 0-444,-4 5 1,0-5 329,0 0 0,-5 2-416,-4 6 1,-2 0 212,-1 4 0,-1-3-269,1 4 1,-4-5-448,-1 5 1,5-6-89,3 1 0,7-2 3,-3-1 0,5-1-16,5 0 1,3-5 127,8-3 1,0 2-310,4-2 0,-3 0 42,3-4 0,0 4-14,0 0 0,-2 5 43,-5-5 0,-1 6 403,1-2 1,-2 3 8,-3 1 0,1 1 84,-4-1 0,-1 2-148,-4 2 1,-2-2-51,-2 3 1,-1-4-461,-4 0 1,-2-5 222,3 0 0,-3-5-2992,-1 1 1419,5-2-344,-4-2 2068,9-6 0,-3-12 0,5-8 0</inkml:trace>
  <inkml:trace contextRef="#ctx0" brushRef="#br0" timeOffset="216">18707 14994 7145,'20'-12'-1058,"2"0"1822,-6-1 1,1 1-258,-5-1 0,1 1 71,-1 0 1,0-1-219,1 1 1,-1 4 183,1-1 1,-1 1-208,0-4 0,1-1-225,-1 1 1,5 4-62,-1-1 1,2 2-225,-1-1 1,-3 1-150,2 3 1,2 3 224,-1-3 0,-2 4 166,-7 4 0,-3 4-124,-5 9 1,-6 3 208,-7 9 1,-5 3-160,-7 5 1,1 0 448,-1 0 1,4-3-141,0-1 0,6-6-66,-1 2 1,7-8-832,5-5 534,3-2 0,13-10-314,9-8 0,11-10 198,13-15 1,2-6-413,-18 14 1,0 0 0,23-24-273,2 3 1,-4 1 759,-5 4 0,1 5 105,-9 3 1,2 9 166,-11 3 1,0 9 803,-7 4 1,-5 4-524,-7 4 1,0 3 52,-5 5 0,0 0-150,-4 1 0,5 1-115,-1 2 0,0-2 246,-4 2 0,4-2-137,0-1 1,6-1-4,-2 0 1,3-1-122,1-2 0,5 0-902,0-5 1,5 1 442,-2-5 1,4-6-1560,1-2 0,-1 1 859,1-1 0,-4-1-947,0-3 1879,-6 5 0,3-4 0,-6 4 0</inkml:trace>
  <inkml:trace contextRef="#ctx0" brushRef="#br0" timeOffset="217">19985 14870 7615,'7'-5'0,"-2"-2"0,-5-5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2:15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21475 6610 4044 0,'0'0'2708'0,"0"0"1300"0,0 0-3375 16,0 0 163-16,-23-69 440 16,14 56-16-16,-3 0-24 0,-4 1-216 15,0-2-108-15,0 2-304 0,1-1 120 16,-2 1-220-16,-2-1-100 0,-1 0-36 16,-5 0-100-16,6-3-148 0,-5 0 108 15,-4 4-188-15,4-4 124 0,-4 3-4 0,-4 4-28 16,0 0-32-16,-3 2-56 0,-1 3-16 15,-4 4-44-15,0 0 52 0,-4 6 160 0,0 8-148 0,-3 5-12 16,-2 3 0-16,-2 6-48 16,3 7 44-1,-4 3 0-15,1 6-132 0,-1 5 4 16,3 4 80-16,6 8-44 0,0 2 24 0,2 11 64 16,5-2 8-16,1 8-12 0,7 3 4 15,7 1-92-15,6-1 100 0,2-3 132 16,10-7 12-16,3-9 64 0,12-4-204 15,4-9 44-15,12-4 0 0,3-5 220 16,5-7-84-16,9-3 72 0,-2-7-99 0,9-3 27 16,4-6 8-16,0-7-180 0,-1-6 136 15,1-3-100-15,0-3 12 0,0-6-52 16,-5-7 64-16,1-3-60 0,-7-1-12 16,-6-2-52-16,-3 1-20 0,-12 2-112 0,-5-1-56 15,-2 4-125-15,-14 0-99 0,1 1-252 0,-4-1-436 16,-4-3-348-16,-7 3-524 0,-9-4-376 15,-5 1-709-15,-6-2-1479 0,3 7-688 16,-20-7 4836-16</inkml:trace>
  <inkml:trace contextRef="#ctx0" brushRef="#br0" timeOffset="161.069">20702 7385 1004 0,'0'0'1500'16,"0"0"-1056"-16,0 0 5824 16,-84 0-4523-16,76 0-485 0,4 0 96 0,4 3-52 15,0-3-220-15,8 0-156 0,5 3-284 0,6 0 76 16,9 3 20-16,4-2-28 0,-1-1-116 0,1-3-204 0,0 0-296 15,0 0-32-15,-4-3-64 0,-4-4-124 16,4 4-168-16,-8-3-232 16,0 0-312-16,0-1-348 0,-4 1-636 0,0 0-976 0,0-1-1285 0,-8 4-43 0,-4 0-560 15,0 3 4684-15</inkml:trace>
  <inkml:trace contextRef="#ctx0" brushRef="#br0" timeOffset="337.405">21009 7372 208 0,'0'0'1332'0,"0"0"-564"0,0 0 3780 0,0 0-2316 0,0 0-644 16,-12 70-43-16,12-48-129 0,0 0-372 15,4 3-36-15,-4 5-156 0,4-2-140 0,-4 4 8 16,0 3-28-16,0 0-16 0,0 0-112 16,0 2-176-16,-4 5-264 0,0-3-124 15,0-2-4-15,-5-2-68 0,6-3-52 0,3-7-12 16,0-6-120-16,0-3-48 0,0-7-140 16,0-2-220-16,3-7-240 15,6 0-732-15,-1-3-1024 16,3-7-1937-16,6-9-2359 0</inkml:trace>
  <inkml:trace contextRef="#ctx0" brushRef="#br0" timeOffset="1454.686">21977 7182 1408 0,'0'0'784'0,"0"0"1928"0,0 0 2424 0,0 0-3191 16,0 0-409-16,0 0 72 0,0 0-60 15,0 0-120-15,0 0-160 16,0 0-144-16,0 0-260 0,-4 25-219 16,8-25-221-16,-4 0-132 0,4 3-96 0,0-3-40 0,4 3-96 15,-1 1 108-15,10 3-20 16,3-5-64-16,-4 4-36 0,8 0-40 15,0 1 4-15,8 0 36 0,3-1 8 0,5-3-56 0,4 0 0 16,4 0 0-16,8-3 40 0,7 0-32 16,1-3 4-16,7 0 0 15,2-4 0-15,-2 5-8 0,0-5-4 0,2 4-72 16,2-4-60-16,1 4 36 16,0-3 24-16,4 4 68 0,-1-9-60 0,-7 5 56 15,0-1 0-15,-1 1-52 16,-7 0 52-16,-1 0-40 0,-3 2 36 15,-8-2-84-15,0 3 48 0,-12 3 40 0,-4-3-52 16,-8 3 12-16,-4 0-40 0,-9 0 28 16,-2 0-48-16,-6 0-24 15,1 0 8-15,-8 0-20 0,0 0 24 0,0-3-124 0,0 3-169 16,0-4-295-16,-8 1-120 16,-3-6-496-16,-6 3-784 0,2-7-1752 0,-1 2-2289 15,-9-3-390-15</inkml:trace>
  <inkml:trace contextRef="#ctx0" brushRef="#br0" timeOffset="1754.991">23615 6994 6836 0,'0'0'5301'0,"0"0"-4125"0,0 0-784 0,0 0 724 15,0 0 144-15,0 0-60 0,0 0-72 16,91 19-292-16,-63-8-368 0,4-3-176 0,0 5-60 15,0 1-60-15,0 1 24 16,-4 0-28-16,4 5 4 0,-8-1-64 0,-1 0-8 16,1 3-52-16,-4 0-36 0,-4 0-12 15,-4-3 0-15,-4 1 8 0,-8-1-8 16,0-1-8-16,0 1-40 0,-13 4 0 16,-2 2-16-16,-9 1-8 0,-4-1-48 15,-8 0-16-15,-11 4-48 0,-1-1-48 0,-8 1-36 16,0 0 0-16,5-4-52 0,10-3-172 15,5-9-420-15,8-3-916 0,13-8-2348 0,-2-2-3401 16</inkml:trace>
  <inkml:trace contextRef="#ctx0" brushRef="#br0" timeOffset="3572.013">25877 6629 3436 0,'0'0'1184'16,"0"0"2020"-16,0 0-1440 0,0 0-151 16,0 0-253-16,0 0 260 0,0 0-292 15,-56-70-300-15,41 58-340 0,-1-1 32 0,-4 1-300 16,0 1-4-16,0-1-32 15,0 5-16-15,-4-1-208 16,-4 4-4-16,4 1-156 0,-8 3 76 16,4 0-140-16,-7 9 64 0,-1 4-120 15,-4 5 44-15,1 8-32 0,-2 3-4 16,6 6-8-16,-1-3 104 0,4 6-56 0,8-4 68 16,0 2-8-16,8-1-48 0,4-4-16 15,4 1 4-15,4-4 20 0,4-2 52 16,8-1-4-16,8-2-40 0,9-1 44 0,6 0 112 15,1-3-28-15,8 0 4 0,7-3 36 16,-3 0-52-16,4 0 28 0,0 3-4 16,0-4 40-16,-8 5-16 0,3-1-68 15,-7 0-4-15,-4 0 0 16,-4 0 24-16,-4 3-64 0,-4 1 104 0,-4-1-16 16,-4 0 16-16,-8 4-4 0,0-1-8 0,-4 0 8 0,0 0 28 15,-8 2-4-15,-1 1-60 0,-6-2 28 16,-5 2-16-16,0 0-24 0,-8-2-48 0,0 2-8 15,-7-6-4-15,3 4-48 0,-5-8-24 16,2-1 64-16,-5-5-76 0,0-2-88 16,0-7-196-1,0-3-156-15,5 0-28 16,3-10-160-16,4-2-300 0,8-8-268 0,4 2-1080 16,8-1-724-16,8-1-2165 0,0 8-83 15,0-4 4881-15</inkml:trace>
  <inkml:trace contextRef="#ctx0" brushRef="#br0" timeOffset="3956.376">26220 7474 588 0,'0'0'11173'0,"0"0"-8445"0,0 0-1092 15,0 0-568-15,0 0-152 16,0 0-4-16,0 0 164 0,0 0-184 0,40 67-160 15,-28-33-91-15,4 1-117 0,0 9-140 16,8 5-68-16,0 1-40 0,-1 4-56 16,1 0-76-16,0 0-12 0,-3 0-84 0,-2-4-48 15,1-1-12-15,-8-9-60 16,4-5 0-16,0-6-12 0,-4-7-72 16,0-6-100-16,-1-2-216 0,2-9-312 0,-1-5-93 0,4 0-195 15,-4-16-224-15,4-3-780 0,-5 0-2192 16,1-22-2413-16</inkml:trace>
  <inkml:trace contextRef="#ctx0" brushRef="#br0" timeOffset="4231.094">26830 7569 5988 0,'0'0'8777'16,"0"0"-7657"-16,0 0-832 15,0 0 116-15,0 0 392 0,-88 57 440 0,69-34-116 16,-9-1-532-16,0 10-332 0,0 1-88 16,-8 6 28-16,0 3 36 0,-8 2 24 0,0 3-64 0,-8 1-168 15,0 6-24-15,-3-3-108 0,-1 3 36 16,0-3-100-16,8-4-120 0,1-5-160 16,11-4-84-16,8-9 24 0,4-8-92 0,12-8 0 15,0-6-572-15,4-7-568 0,4 0-948 16,4-7-3097-16,-4 1-735 15,4-16 6161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1.88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4714 943 5949,'-12'0'0</inkml:trace>
  <inkml:trace contextRef="#ctx0" brushRef="#br0" timeOffset="1">4739 980 8128,'-6'-13'501,"5"6"1,-5 1 339,6 1-528,0 4 1,0-3-1,2 7 338,2 1 1,3 7 165,5 1-545,1 1 0,5 11 0,1 1 195,0 7 0,6 5-166,0 5 0,1 3-559,7 9 1,-5 4 319,-14-26 0,1 2 0,-2-1 0,-2 1-143,0 1 0,-1 1 0,1 0 0,0 1 111,-2-2 1,-1 0 0,8 28-470,-3-1 0,-5-12 10,0 0 1,-4-9 187,5 0 1,-5-13-142,4-8 0,-4-6 100,4-6 0,1-1-535,3-3 0,-4-4 281,1 0 0,-1-1-259,4-7 0,1-6 795,-1-7 0,6-2 0,1-2 0</inkml:trace>
  <inkml:trace contextRef="#ctx0" brushRef="#br0" timeOffset="2">5434 1166 8128,'-6'-7'1246,"5"-4"-586,-10 10 0,8-5-225,-5 6 0,3 0-127,-3 0 1,0 6-188,-4 2 0,-1 8 118,1 5 1,-6 4-237,-3 4 0,-8 8 124,-4 8 1,-4 5-350,-4 4 1,19-26 0,-1 0 236,-1 3 1,-1 0 0,-1 2 0,1 0-142,-2 1 0,0-1 0,0-1 0,0 0-8,1-2 1,-1-2 0,0-2 0,3-2-283,-14 17 0,1-5-352,12-7 0,0-1-59,13-12-209,2-5 1,10-4-38,0-3 1073,0-3 0,11 5 0,3-6 0</inkml:trace>
  <inkml:trace contextRef="#ctx0" brushRef="#br0" timeOffset="3">6811 1439 8128,'-7'-13'587,"1"6"0,8 3-47,2 8 1,-2 5-115,7 7 1,-2 3-188,1 6 1,1 0 14,-4 0 1,0 4-1,-1 0 1,-2 1-16,2-1 0,-3-3 30,-1 3 1,0-4-3078,0-4 1509,0-3-308,0-6 1607,0-5 0,0-2 0</inkml:trace>
  <inkml:trace contextRef="#ctx0" brushRef="#br0" timeOffset="4">6711 1265 8128,'11'-8'529,"-2"0"1,2 3-61,-3-3 0,7 4-175,2-4 1,5 5-639,-2-1 1,8 2-874,1 2 0,4-4 1217,-4 0 0,11-5 0,-2 2 0</inkml:trace>
  <inkml:trace contextRef="#ctx0" brushRef="#br0" timeOffset="5">7307 1290 8128,'-6'12'0,"5"-3"580,-3-1 1,-3 0-119,-1 4 1,1 1 237,-2-1 1,1 1-224,-4-1 1,3 5 96,1-1 0,5 1-198,-1-5 1,3 5-278,1-1 1,1 1-222,3-5 0,5 0 159,7 1 1,-1-1-173,6 1 1,-2-1 139,2 1 1,1-2-234,-5-3 0,3 3 25,-3-3 1,2-1 31,-6 1 74,2 1 0,-14 3-97,3 0 0,-2 1-110,-2-1 0,-7 1 80,-6-1 1,1 0-635,-5 1 0,-1-2 351,2-3 1,-5 3-1263,5-3 1769,-6-2 0,2 5 0,-4-4 0</inkml:trace>
  <inkml:trace contextRef="#ctx0" brushRef="#br0" timeOffset="6">8733 1538 8128,'-7'-32'530,"-4"-2"-371,3 5 0,-6 1 539,2 8 0,-3 7-199,7 9 0,-2 5 96,2 8 0,-6 6-191,6 14 0,-6 4 51,6 8 1,-3-2-134,-2 2 1,6-2-274,3-2 1,3-5-492,1-3 1,0-9 389,0-3 0,9-5-76,4-4 1,9-5 73,3-11 1,1-7-558,7-14 0,-6 1 247,2-5 0,-2 6 163,-3-2 0,-3 4 67,0 4 1,-6 1 359,1 7 120,-2-2 1,-5 16-177,-1 3 0,-5 5 140,1 11 0,-3 1-52,-1 4 0,4 0-7,0 0 0,2-1-87,-2 1 0,-1-1-789,5-4 0,2 0-237,6-4 0,-2-2-1696,3 2 2558,2-2 0,0-1 0,6-1 0</inkml:trace>
  <inkml:trace contextRef="#ctx0" brushRef="#br0" timeOffset="7">10594 918 7944,'-5'-24'718,"-4"4"0,-6-2-235,-1 5 0,-6 6-11,1 7 0,-8 4-158,-4 4 1,-3 6 36,-1 10 0,0 8-87,-1 13 0,1 9-175,0 8 1,19-26 0,0 1 141,1-1 0,1 2 0,0 1 0,2 1-86,1-1 0,1 1 0,1 0 0,1 1-113,0 0 0,0 0 0,2-1 0,0 0 127,-8 30 1,8-7-232,4-13 0,2-5 162,2-8 0,10-8-116,2-9 0,9-7-24,0-5 1,3-4-103,5-4 1,2-3-744,2-6 0,1-3 748,-5-1 0,4-5-1314,-4 2 1,-1-3 732,-8 3 1,-6-2-877,-6 5 1604,-5 1 0,-3-2 0,-7-1 0</inkml:trace>
  <inkml:trace contextRef="#ctx0" brushRef="#br0" timeOffset="8">10073 1501 7944,'-7'7'2173,"3"-1"-1174,8-1 0,3-3-173,6 7-668,4-7 1,3 4-1,5-6-345,-1 0 1,7 0 147,2 0-548,-3 0 1,6 0 0,-4-1-472,-1-4 1,-2 3 1057,-8-7 0,2 1 0,-3-4 0</inkml:trace>
  <inkml:trace contextRef="#ctx0" brushRef="#br0" timeOffset="9">10358 1501 7944,'-12'12'232,"5"0"1,-2 1 0,4 1 341,3 2 0,0-1 646,2 6-851,0-6 1,0 9 0,0-4 461,0 4 1,6-4-539,2 1 1,-1-2-366,1 2 1,0 1-1033,5-5 1,-1-2 756,1-7 1,-1 3-344,1-3 1,3-2 21,1-2 668,5-14 0,-3-3 0,6-12 0</inkml:trace>
  <inkml:trace contextRef="#ctx0" brushRef="#br0" timeOffset="10">10743 1476 7944,'0'7'1787,"6"-2"1,2-3-164,8 2 1,0-3-1215,4 3 0,6-2-469,7-2 1,7-2-1482,2-2 0,5 1 908,-2-5 1,-2 5 631,-2-1 0,3-3 0,0 0 0</inkml:trace>
  <inkml:trace contextRef="#ctx0" brushRef="#br0" timeOffset="11">11673 1327 9317,'-12'0'3130,"0"0"1,-2 1-2430,-3 4 0,4 1-273,-4 7 0,-1-1 1,2 1-431,-1-1 0,5 5 0,1-1-36,2-1 1,4 3-89,5-1 35,0-1 1,3-2 0,3 1-615,7 2 1,3-1-328,1-3 680,2-1 0,1 1 1,-4-1 272,-2 0 0,-3 1 60,-3-1 108,3 6 0,-9-3 1,2 4 179,-3-1 0,-8 0-218,-5-1 1,-2-3-233,-7 2 0,5-3-228,-5-5 0,6-3-208,-2-5 1,4 0-781,0 0 0,6-2-937,3-7 2334,3-4 0,6-12 0,2 0 0</inkml:trace>
  <inkml:trace contextRef="#ctx0" brushRef="#br0" timeOffset="12">11798 1513 7868,'12'12'0,"0"-3"1094,1-1 1,-5 0-448,0 5 1,2-1 1065,6 1 0,-6-2-852,3-3 1,0 1-231,4-4 1,5-1-478,-1-4 1,2 0-553,2 0 0,1-6-41,3-2 1,-1-4 346,5-5 0,-6-1-1099,2-3 0,-4-2 529,-4 2 0,-1 3-460,-7 2 0,-4 2 514,-9 2 0,-2 1 462,-7 2 1,0 4 268,-12 5 1,-4 1 316,-4 3 1,0 7 520,4 6 1,1 5-524,-1-1 1,0 6 428,0 2 0,6 0-226,2-4 0,1 4 70,3 0 0,0-4-276,9-5 0,1 0-1060,7 0 0,4-7 11,9-9 1,8-3-278,8-1 0,8-12-1294,4-9 0,4-4 1060,0-8 1,1-1 851,0-8 1,-23 21 0,1-2 0,0-2 0,0 1 0</inkml:trace>
  <inkml:trace contextRef="#ctx0" brushRef="#br0" timeOffset="13">12728 1029 11710,'-1'14'1385,"-4"3"1,3 8-865,-7 8 0,2 13 872,-1 8 1,-3 10-1374,3 2 0,5-31 0,0 1 284,1 0 1,0-1 0,-3 34-603,3-34 1,0 0 0,-3 23 387,5-5 0,0-10-697,0-14 0,6-3 597,2-13 1,3-4-593,2-9 0,-2-1 62,-3-3 0,3-3-1096,-3-5 1,-2-6 767,-2-3 0,-3 2 868,-1-2 0,-11-5 0,-2-6 0</inkml:trace>
  <inkml:trace contextRef="#ctx0" brushRef="#br0" timeOffset="14">12393 1451 7868,'0'7'1180,"0"0"255,0-3 0,5-3 96,4 4 0,13-4-791,7-1 0,11-4-441,5 0 1,9-6-73,4 2 0,-3-3-1710,-1-2 0,-5 5 555,-3 0 928,-9 5 0,-1-3 0,-4 6 0</inkml:trace>
  <inkml:trace contextRef="#ctx0" brushRef="#br0" timeOffset="15">4007 980 7797,'0'-13'0,"-4"1"0,0 0 487,0 5 1,-2 3 23,-2 8 0,-5 8 65,-3 9 1,-3 9-51,-6 7 0,-1 7-139,-3 10 1,1 0-398,-5 8 0,7-3 147,13-26 1,1 0 0,-7 31-227,6-2 1,6-6 38,3-2 0,6-10-277,6-7 1,11-6-167,14-11 0,10-2-466,7-5 0,6-5 36,10 0 1,-2 0 170,2 5 0,-3 5 671,-1 2 1,-7 9-66,-5 4 0,-11 9 112,-10 3 0,-9 5-123,-3 4 0,-9 1 519,-4 3 0,-4-2 21,-4-2 1,3-2 253,-3 6 0,2-4-1353,2 4 0,0 4 107,0 4 609,0 0 0,3-1 0,2-1 0,4 1 0,-1 1 0</inkml:trace>
  <inkml:trace contextRef="#ctx0" brushRef="#br0" timeOffset="16">13770 670 7828,'8'0'691,"1"0"1,-5 0-628,4 0 0,0 0 71,5 0 1,-5 2 513,0 7 0,-1 5-348,1 10 0,2 3 36,-6 1 1,0 4-120,-4 5 0,-1 5-200,-3-1 0,2 5-68,-2-5 1,3-4-159,1-4 1,0-7 31,0-1 1,5-1-284,4-8 0,6 5 254,1-5 0,5 2 41,-4-1 1,3 1 469,-3 2 1,-1 5-191,-3 0 0,0 1 409,4 7 1,-7-4-245,2 4 1,-8-5 88,0 1 0,-2 1-178,-2-1 0,-6 1-233,-2-1 0,-4-3-166,-5 3 0,-4 2 157,-8-2 1,-2 4 51,-7-4 0,0 6-298,-4 3 1,-3 0 173,19-15 0,-2 0 0,0-1 0,0 1 122,-3 2 0,0 0 0,1 0 0,0-1 0,0 1 0,-2 0 0,-1 0 0,-1 0 0,-2 0 0,0-1 0,-1 1 0</inkml:trace>
  <inkml:trace contextRef="#ctx0" brushRef="#br0" timeOffset="17">1675 5321 7820,'-13'0'-288,"-3"0"240,-1 0 0,1 0 1105,3 0 1,1 0-418,-1 0 0,5 0 1213,0 0-667,5 0-663,14 0 1,11 4-157,20 0 1,9 6-198,11-2 0,-28-5 0,2 1-274,5 0 1,1 0 0,-1-1 0,2 1 207,4 0 1,1 0-1,-1-1 1,1 0-161,1-3 1,1 0-1,2 0 1,1 0 82,1 0 1,-1 0 0,-2-1-1,-1 0-339,0 0 1,-1-2 0,-5 0 0,-2-1-42,-1-2 1,0 0 0,-2 0 0,0-1-380,-2 1 1,0 0 0,25-6-988,-8-1 1,-10 6 884,-11 3 1,-8-1 833,-9 1 0,-7-1 0,-4 5 0</inkml:trace>
  <inkml:trace contextRef="#ctx0" brushRef="#br0" timeOffset="18">2866 5060 7820,'7'0'832,"4"2"-329,-3 2 0,8-2 210,5 7 0,4-1-154,4 4 1,3 1-161,5-1 1,4 2-306,0 2 1,1 0 71,-5 4 1,-5 1-171,-3 4 0,-9 1 90,-3 3 0,-9 3-489,-4 5 1,-9 0 147,-8 0 1,-9 0-89,-7 1 0,-5-1-112,1 0 0,-3 0 173,-1 0 0,0 1-696,-1-1 0,5-5 38,0-3 773,6-3 1,-9-1 0,4-1-1</inkml:trace>
  <inkml:trace contextRef="#ctx0" brushRef="#br0" timeOffset="19">6401 4763 7890,'-1'-27'653,"-3"-2"1,-3 3-90,-6-3 1,1 4-157,0 5 1,-6 2 202,-3 5 0,-8 7-75,-4 1 0,0 12 103,-4 10 0,1 8-171,-10 12 0,2 11-455,21-21 0,1 0 0,-3 3 1,1 0 126,2 3 0,-1 1 1,-1 0-1,0 2-26,-1 3 1,0 0 0,3-1-1,1 0-91,2 1 0,1 1 0,2 0 0,0 0 63,3-1 0,2 0 1,1-1-1,0-1-7,1-2 1,2 0 0,0 20 91,7-1 0,7-17-175,9-4 0,5-5-99,8-4 0,-1-6-35,5-5 0,0-6-58,4-7 0,6-2 93,2-2 1,-2-4-417,-2-9 0,-2-1 243,-2-2 0,-4-4-760,0 4 0,-11-4-34,-1-1 0,-11 6 140,-6 3 1,-3 2 246,-1 1 683,-11 7 0,-8-5 0,-13 4 0</inkml:trace>
  <inkml:trace contextRef="#ctx0" brushRef="#br0" timeOffset="20">5793 5432 7890,'-12'6'1686,"-1"-5"-380,7 5-179,0-6 0,16 4 250,2 0 0,10 0-697,3-4 1,3-1-736,9-3 0,-3 1 104,8-6 1,0 1-1166,0-4 1,-1-1 731,-4 1 1,0 0-1465,1-1 1,-4 1 583,-5-1 0,-3 5-494,-13 0 1758,2 0 0,-19-3 0,0 2 0,-7 4 131,-6 5 1,3 5-150,-2 4 0,-2 2 1414,1 1 0,1 2-660,3 2 1,5 4 679,0 4 0,5 5-490,-1 0 0,2 6-469,2-2 0,0 3-130,0 1 0,2 1-112,2 4 1,3-4-722,5 4 0,1-4 424,-1 0 0,0-3-1808,1-2 0,1-4 1890,2-8 0,4 2 0,4-3 0</inkml:trace>
  <inkml:trace contextRef="#ctx0" brushRef="#br0" timeOffset="21">7642 5321 7796,'-13'0'1234,"1"-2"-346,-1-2-764,7 3 1,3-5 352,11 6 0,7 0 321,14 0 1,10 0-161,10 0 0,13 0-437,-25 0 1,1 0-1,5 0 1,2-1-359,6-1 1,1 0 0,1-1 0,1-1 259,3-2 0,1-1 0,-2 1 0,0 0-83,-2-1 0,0 2 0,-2 1 0,0 1 35,-1 1 1,-2 0 0,-7-1 0,-2 0-330,-2 1 0,-1 0 0,23-2-348,-6 4 1,-7-2-2283,-10-2 912,-2 3 0,-27-6 1992,0 3 0,0 2 0,-1-3 0</inkml:trace>
  <inkml:trace contextRef="#ctx0" brushRef="#br0" timeOffset="22">8659 4998 7796,'-4'-12'299,"0"-1"1,1 6-225,7 3 1,0-1 1226,9 1 0,-2 0-595,9 4 0,6 1-91,8 3 1,4 3-220,8 5 1,-1 1-168,9-1 0,-4 6-313,-5 3 1,-2 2 205,-6 2 0,-7 1-695,-5 3 1,-7-1 427,-10 5 1,-5 1-700,-11 8 1,-7-3 317,-14 7 1,-3-5-193,-5 5 1,0-6 251,-1 1 0,-3 2 38,0-2 0,1-5 30,7-7 397,2-3 0,2-1 0,0-3 0,2-6 0,1-5 0</inkml:trace>
  <inkml:trace contextRef="#ctx0" brushRef="#br0" timeOffset="23">11636 4812 7835,'13'-18'0,"-1"-2"0,-1-4 307,-3-1 1,3 2 154,-2 2 1,-4-2 216,-1 2 1,-2 2-238,-2-2 1,-2 6-132,-2-2 1,-4 8-86,-9 1 1,-2 5-4,-6-1 1,-1 4-163,-3 4 0,-3 7 112,-5 5 1,-4 8-24,-1 1 1,0 1 59,0 7 1,5 4-105,0 4 0,0 2-35,4-2 1,6-2-22,3 2 0,13-3 53,2-5 0,8 2 40,5-1 1,10-4-485,11-1 1,5-3 188,7-1 0,6 0-71,2-1 1,-2-3-7,-1 0 1,-1-6-4,-4 1 1,3 2 57,-7-1 1,-7 4 111,-1-5 1,-10 6-30,-2-1 0,-6 2-44,-7 2 1,0 0 104,0 0 1,-7-1-86,-6 1 0,1 0 274,-5 0 1,-1-6 28,2-2 1,-5 1 34,5-2 0,-6-1-212,1-6 1,-2 0 17,-2-5 0,0 5-555,0-5 1,0 0 244,1-4 1,0 0-242,3 0 0,-2-1-113,2-4 1,2 0-315,-2-3 1,8-3 14,0 2 934,1 4 0,5-6 0,-6 4 0</inkml:trace>
  <inkml:trace contextRef="#ctx0" brushRef="#br0" timeOffset="24">12281 5358 7835,'13'18'1228,"-1"-3"-764,1 6 1,-1-5-21,0 5 1,5-1 312,-1 5 1,6 0 412,-1 0 1,-2 1-528,2 3 1,1-3-225,7 3 1,-3 3-905,3 1 0,-4 1 376,-4-1 1,1 3-1227,-6-3 0,1 2 110,-5-2 1,1-4-1984,-1-9 3208,1-2 0,-1-11 0,0-1 0</inkml:trace>
  <inkml:trace contextRef="#ctx0" brushRef="#br0" timeOffset="25">12827 5395 7835,'-32'8'0,"4"1"0,0 0 1283,-1 8 1,-3 2-567,-5 6 0,-4 7 346,-1 5 0,-6 7-1091,23-18 1,1 2 0,-1-3-1,0 1 46,-2 0 1,0 1 0,1-1-1,0 1-112,-1 0 1,0-1 0,-1 1 0,-1-1-218,-1 3 1,-2 0-1,2-1 1,0 0-163,1 1 1,0 0-1,1-1 1,-1 1 304,2-2 0,1-1 0,0 0 0,1-1 168,-2 2 0,0 0 0,-20 24 0,2-1 0,-2-1 0,-2 1 0</inkml:trace>
  <inkml:trace contextRef="#ctx0" brushRef="#br0" timeOffset="26">6376 7342 7835,'4'-8'-920,"1"0"1,-1 4 1266,-4-5 0,4 1 0,0-4 0,0 3 130,-4 1 0,0 0-107,0-5 0,0 0 115,0-4 1,4 3-63,0-2 1,1 2-33,-5 2 1,0-2 778,0-3-779,0 3 0,0-3 165,0 4 1,-6 6-156,-2 3 1,-7 3-61,-2 1 0,-9 1-118,1 3 0,-8 7-184,0 6 1,-3 9 50,-1-1 1,0 8-45,-1 0 1,7 4-79,2 4 0,8-6 46,5 2 0,7-9-674,5-3 0,4-6 328,4-7 1,5-5-92,7-3 0,-1-2 106,6-2 0,0-6 159,3-2 0,1-7-44,0-2 0,-4 2-15,-1 7 0,0-3 227,0 2 1,0 4-96,-4 1 0,-2 2 113,3 2 0,-4 0-65,0 0 1,-1 6 392,1 2 0,-2 5-176,-3 3 0,3-1 282,-3 6 1,-1 1-57,1 7 0,-1-2 122,1 7 0,-1-1-124,-3 4 1,-2 0-122,2 0 1,-3 0-74,-1 1 1,2 3-1,2 0 0,-3-3-132,3-5 1,-2-2 113,-2 2 1,-2 2-165,-2-6 0,3 0 60,-3-4 0,-3-2 66,-1-2 1,1 1 52,-2-6 0,3 1-62,-3-5 0,-2-5 70,3-3 0,-3 2-57,-1-2 0,-1 0-122,1-4 0,-5-1 111,1-4 0,-6-1-439,1-7 0,-3 1-71,0-1 0,-1-5-279,0-2 0,2-4-158,2 0 1,2-1 334,2 0 1,5 0-83,-1 0 0,1 1 179,4-1 0,2 5 31,2 4 0,3-2-110,1 1 22,0 1 0,5 3-77,3 1 1,3 4-57,2 0 1,-1 3-289,1-3 1,3 5 322,1-1 1,6 3 522,2 1 0,0-6 0,5-1 0</inkml:trace>
  <inkml:trace contextRef="#ctx0" brushRef="#br0" timeOffset="27">8076 6809 7835,'7'-6'149,"4"5"881,-4-5 0,5 12-440,1 2 1,-1 9 391,0 3 1,1 12-274,-1 10 1,-1 7-92,-3 13 0,2 6-598,-7-33 1,-2 0 0,2 1 0,-2 0 268,-1 34 1,0 0-332,0-8 1,-4-4 43,0-12 0,-4-4-730,4-5 1,0-6 279,4-6 372,0-6 0,1-12-1980,3-3 1,2-4 106,2-4 1,-3-7 2132,-5-6 1,6-10 0,1 0-1</inkml:trace>
  <inkml:trace contextRef="#ctx0" brushRef="#br0" timeOffset="28">8088 7466 9417,'9'0'1090,"-1"0"0,6 0 72,6 0 0,11-1-550,6-3 1,11-2 392,10-2 0,8-3-947,-31 7 1,0 0 0,2-2 0,-1-1 210,2-1 1,-1 0 0,0 1-1,-1 0-601,-1-1 1,0-1-1,33-4 147,-6 0 0,-7 5-943,-5 0 1,-8 5 696,-9-1 0,-1 2-795,-3 2 0,-8 0 424,-1 0 0,-9 6-2189,-2 2 3190,-7 3 0,-2-4 0,-6-1 1</inkml:trace>
  <inkml:trace contextRef="#ctx0" brushRef="#br0" timeOffset="29">9106 7193 7835,'-5'-23'275,"1"2"1,-1 2-276,1 2 0,2 4 296,-2-4 0,4 9 461,4 4 0,3 2-123,6 2 1,-1 2-236,0 2 0,2 3 94,3 5 0,-4 5-121,4-1 0,1 6-118,-2-1 0,1-2-44,-5 2 0,1 0-190,-1 3 0,-1 3-302,-2 1 0,0-1-411,-5 2 0,0-2-311,-4 2 0,-5-3 473,-3 3 0,-8-3-157,0-1 1,-6 0 217,1 0 1,-6-4-830,-2-1 1299,0-5 0,-7 9 0,-3-5 0</inkml:trace>
  <inkml:trace contextRef="#ctx0" brushRef="#br0" timeOffset="30">11152 6995 7835,'0'-12'159,"0"-1"16,0 1 1,0-1 391,0 1 0,-1 5 263,-3 3-331,-3-3 1,-5 6 142,-1-4 0,-3 10-215,-1 3 0,-4 7-70,5 2 0,-6 5-147,1-2 0,2 9-184,-2 4 1,2 5 57,-2 3 0,2 3-131,2 6 1,5 1-53,0 2 1,-1 8 78,5 5 0,2-4-174,2-4 0,3-6-89,1 2 0,1-4-295,3-5 1,3-2 272,6-6 0,5-4-494,2 0 1,5-1 329,4 1 1,3-4-692,5-8 1,0 1 1159,0-6 0,2-1 0,0-4 0,1-1 0,0 0 0,1-2 0</inkml:trace>
  <inkml:trace contextRef="#ctx0" brushRef="#br0" timeOffset="31">11946 7503 7835,'-12'0'583,"1"-5"-409,3-3 1,-3 1-175,2-2 0,4 1 0,1-4 0,2-1 0,2 1 0,2-6 0,2-3 0,3 2 499,5-2 1,5 5 628,-1-5 1,6 5-677,-1-5 1,2 6-429,2-2 0,0 5 45,0 4 1,-4 2-36,-1 6 1,-3 0 29,3 0 1,-4 4 217,0 0 1,-2 6-206,-2-2 1,-1 3 48,-2 2 0,0-1-103,-5 1 1,6 3 120,-2 1 0,-2 3-186,-2-3 1,1 5 115,0-1 0,3 2-146,-4 2 1,0 4 17,-4 0 0,4 5-45,0-1 0,1 3-63,-5 1 0,0-4 59,0 0 1,4-6-204,0-3 1,5-2 83,0-9 0,2 1-118,1-10 0,5-1 49,-1-8 1,6-2-635,-1-5 0,2-6 140,2-3 0,0-3-99,0-5 0,-2 1 884,-2-5 0,2 0 0,-3-4 0</inkml:trace>
  <inkml:trace contextRef="#ctx0" brushRef="#br0" timeOffset="32">12716 7181 7835,'-2'-7'423,"-2"3"1,1-2 55,-5 2-336,0-5 1,-5 7 322,1-2 0,4 3-59,-1 1 1,0 3-301,-8 5 1,2 0 78,-6 9 1,1 3-235,-5 5 0,-1 1-40,-3 7 0,1 0 123,-5 5 0,-4 0-53,-5 4 1,-3 0-198,4 4 0,-5-4 54,5-4 1,-2-1 66,2 0 0,9-2-249,3-7-1,3 1 1,16-16-758,-2-1-127,8-5 426,4-7 58,7 0 1245,5 0-501,0-5 0,6-2 0,2-6 0</inkml:trace>
  <inkml:trace contextRef="#ctx0" brushRef="#br0" timeOffset="33">13212 7268 7835,'-7'0'3016,"1"0"-1273,1 0-977,3 0 0,-3 1-288,5 3 0,0 3 2,0 6 0,0 4-137,0 4 0,0 8 290,0 4 0,0 4-225,0 5 1,-6-2-255,-2 5 0,1 1-132,-1 3 0,0-1-294,-5-2 1,2-5-501,3-8 1,-2-4 138,6-8-962,0-3 1101,4-11 0,1-2-952,4-5 1,0-5 702,3-3 0,3-8-447,-2 0 1,2-5 1189,1 5 0,1-6 0,-1 2 0</inkml:trace>
  <inkml:trace contextRef="#ctx0" brushRef="#br0" timeOffset="34">13150 7553 7835,'-7'0'525,"-3"-1"841,6-3-336,0 2 1,3-3 95,-4 5-345,4 0 0,-3-5-291,8 1 0,3 0-18,5 4 1,6 0-198,3 0 0,8 0 147,4 0 0,4-4-77,4 0 1,1 0-133,7 4 1,-2-4-378,7 0 0,1-6 194,-1 2 0,4 1-880,-4-2 1,-2 5 553,-7-4 0,4 0-1157,-4-5 1,-6 5 635,-2 0 1,-8 4-285,0-5 0,-8 7 139,-5-2 962,-8 2 0,-8 8 0,-6 1 0</inkml:trace>
  <inkml:trace contextRef="#ctx0" brushRef="#br0" timeOffset="35">13906 7255 7835,'0'-8'0,"0"0"938,0 0-536,6-5 0,-3 6 299,5 3 1,0 3-220,5 1 1,0 1 10,4 3 0,2 3-143,6 6 1,-1-1-161,-4 0 1,4 2-41,-4 3 0,-2-2-119,-1 6 0,-5-5-404,-4 5 0,-2-1 273,-6 5 0,-3 4-586,-5 0 1,-7 4 310,-14-4 0,-3 6-31,-5-2 1,0-3 61,-1-1 1,1-3-238,0-1 1,0-2-71,0-2 0,5-3 651,3-6 0,3 1 0,1-1 0</inkml:trace>
  <inkml:trace contextRef="#ctx0" brushRef="#br0" timeOffset="36">15085 7305 7835,'0'-19'0,"0"-1"107,0 4 0,0 2 280,0-2 0,-1 2 334,-4 1 1,-1 2-263,-7 3 1,1 3 155,-1 5 1,0 5-222,-4 3 1,3 10 42,-2 7 0,-2 3-150,1 9 1,-1-1 211,2 9 1,2-5-59,-3 1 0,8-2-153,1-2 0,5-5-460,-1-3 1,2-8 183,2-5 1,6-8-175,2-4 1,9-4 198,3-4 1,4-8-588,0-9 0,1-2 272,0-2 0,0-1-53,0-3 1,-6 4 41,-2 0 1,-4 2-83,0 6 1,-1 1 323,1 3 0,-5 2-282,0 3 345,-5 3 0,4 6-38,-3 3 0,-3 4 169,3 9 0,-1 2-67,1 6 1,-2 0 44,2 0 1,1 5 165,-1 3 1,1 0 196,-5 4 0,0 3 12,0 10 1,0-1-154,0 1 1,-2 0-256,-2-1 1,-3 5 58,-5 0 1,4-6-26,-1-7 0,1-2 84,-4-2 1,-1-1-132,1-3 0,-1-3 36,1-5 0,0-6-112,-1-2 0,-3-3-80,-1-2 1,1-5 118,3-3 1,1-2 18,-1-2 1,1-6-146,-1-2 1,1-7-220,0-2 1,-2-5 143,-3 1 0,2-2-606,-5-2 0,4-4 177,0 0 1,2-1-70,2 1 1,-1 3-470,1-3 0,4 1 524,-1-1 1,8 3-1501,1-3 2102,5 3 0,13 1 0,2 0 0</inkml:trace>
  <inkml:trace contextRef="#ctx0" brushRef="#br0" timeOffset="37">15594 7503 7835,'6'0'2190,"1"0"-746,-3 0-548,-2 0-357,9 0-255,-10 6-264,5 1 1,-6 5-164,0 1 0,-2-1 178,-2 0 1,-3 1 27,-5-1 1,0-3-28,-1-1-46,1 0 1,-1-1-58,1-3 0,4-3 155,-1-1 1,7-1-125,-2-3 0,2 1-129,2-5 1,0 4-672,0-4 404,0 5 2,6-3 226,-5 6 182,10 6 1,-10 1-145,4 5 0,-4-4 639,-1 1-359,0-1 1,-1 0-47,-4 0-1781,4-5 805,-4 3-98,5-6 0,0-2 1006,0-2 0,5-3 0,2-5 0</inkml:trace>
  <inkml:trace contextRef="#ctx0" brushRef="#br0" timeOffset="38">15532 7578 7835,'-13'0'680,"1"0"156,5 0-517,1 0 0,9-6-84,5-2 1,2-3 0,11-1 1,-1-5 86,5 1 0,0 3-133,0 5 1,-5 4-126,1-5 1,-6 7-59,2-2 1,-8 4 71,0 4 0,-7-2-66,3 7 1,-4 3 0,-1 5 0,-5-1-48,-4-3 0,-2-1 76,-1 0 0,-1 1 236,1-1-166,0 1 0,-1-2 186,1-3-110,-1-3-89,1-5 1,1-5-151,3-3 0,-2-3 87,6-2 1,-2 5-235,2 0 1,3-1 84,-3-3 0,-2 0-152,2-1 0,-1 2-186,0 3-1376,4-3 930,-4 4 1,5-1 896,0-1 0,5 1 0,2-4 0</inkml:trace>
  <inkml:trace contextRef="#ctx0" brushRef="#br0" timeOffset="39">16102 7503 7835,'-12'0'0,"-1"0"1661,1 0-866,5-5 1,2-2 116,5-5 0,1-1-515,3 1 1,4-5-175,9 1 0,2-5-68,6 5 1,-4-5 54,-1 4 0,1 1-162,4 3 0,0 1 117,-1 0 0,0-1-93,-3 1 0,2 5 10,-2 3 0,-2 2-163,2 2 1,-6 2 20,1 2 1,-2 7-2,-1 5 0,-2 6-6,-3-1 0,1 4 114,-4 4 0,3-2 10,-4 7 0,4-1-39,-4 4 1,2 0-159,-2 0 0,-1-5-259,5-3 1,0-4-325,5-5 0,-1-7-102,1-9 1,4-4-662,4-4 1,3-6 1485,0-11 0,7-5 0,0-11 0</inkml:trace>
  <inkml:trace contextRef="#ctx0" brushRef="#br0" timeOffset="40">16822 7169 7776,'-21'1'546,"0"3"0,1 2-273,-5 2 0,4 4 690,1 1 0,-1 6-303,-4 10 0,-4 3-167,0 5 0,-4 1-445,4 4 1,-5-2-36,1 5 1,-3 1-479,-2 3 0,1-3 363,0-1 0,4-5-521,0 1 0,7-2 347,1-2 0,7-5-2140,10-3 2416,2-8 0,10-1 0,0-7 0,1-4 0</inkml:trace>
  <inkml:trace contextRef="#ctx0" brushRef="#br0" timeOffset="41">17665 6983 7711,'21'12'385,"0"0"0,-1 5-41,5-1 1,0 6 488,0-1 0,-2 3-337,-2 0 0,1 5 69,-6 0 1,1 2-207,-5-3 1,-3-1-268,-1 2 0,-5 1-158,1-1 0,-10 4-208,-6-4 1,-6 5 98,-7-1 0,-4 3 190,0 1 0,-9-3-642,0-1 1,-6 0 37,3 4 0,-9 4-975,5 1 1564,-6-1 0,7-7 0,-6 1 0,1-1 0,-1-3 0,0-4 0</inkml:trace>
  <inkml:trace contextRef="#ctx0" brushRef="#br0" timeOffset="42">11053 7491 7679,'-12'0'65,"4"0"616,-1 0 706,6 0-498,-2 0-553,22 0 0,-8 0-142,12 0 1,0 0-1,-1 0 1,2 0-196,-1 0 1,2 0-143,-2 0 0,-2 0-146,2 0 0,-4 0-746,3 0 1,-3 0 498,3 0 1,-4-1-853,0-3 1388,-2-3 0,4-6 0,1 1 0</inkml:trace>
  <inkml:trace contextRef="#ctx0" brushRef="#br0" timeOffset="43">11314 7119 7679,'-4'-8'953,"-1"-1"-647,1 7 369,-1-9 0,2 9 171,-5-2-542,5 3 1,-7 2-87,6 3 1,-4 3-113,4 6 0,-4-1 88,3 0 1,-3 6-98,4 3 0,-6 6-33,2 2 1,-2 2-85,2-2 1,-3 4-17,3 8 0,1-1 26,-1 6 1,5-5-70,-1 4 0,2-5 10,2 2 0,2-5-24,2-4 1,-1 1 50,5-5 1,0 4-61,5-4 1,-1 0 1,0-4 1,-3-4-62,-1-1 0,-4 1 70,4 4 1,-5-6 40,1-2 1,-1-3 21,1-2 1,-2 0-41,2 1 0,-3-1 183,-1 1-170,-5-1 0,-1 0-148,-2 1 0,-2-5 2,6 0 0,-6-5-473,2 1-36,-3-2 0,-1-2 280,-1 0 0,-1 0-173,-2 0 0,2-6 603,-2-2 0,-4-3 0,1-2 0</inkml:trace>
  <inkml:trace contextRef="#ctx0" brushRef="#br0" timeOffset="44">11463 7962 7679,'-7'-5'88,"1"3"349,1-9 220,3 5-429,-9-7 1,6 5-21,-4 0 1,3 5 6,1-1 0,-1 2-21,-7 2 1,3 2 82,-2 2 1,2 4-84,-6 9 1,-2 2-8,1 6 0,1 0 31,3-1 1,-2-3-181,3 0 0,-2-2-119,10 2 1,-4-3-556,4-6 248,-1 0 0,15-5 220,3-3 0,2-5-119,-3-7 0,5-1 43,-1-7 1,5 2 230,-5 2 0,1 3-127,-5 1 1,1 5 104,-1-1 77,1 3 97,-1 1 0,-1 5 46,-3 4 0,2 6-80,-6 1 0,4 6 123,-4-1 1,5 3-53,-5 0 0,4 1 110,-4 0 0,0 4-43,-4 0 1,0 4-9,0-4 1,0 0-52,0-4 1,-5-1 29,-3 1 0,1-6-233,-2-2 0,5-7 230,-4-2-623,0-5 1,-3 1 204,2-8 1,0-3-790,5-6 0,-5-5 461,5-2 0,-1-4-571,1 0 0,2-7 1106,-2-2 0,-3-8 0,0-3 0</inkml:trace>
  <inkml:trace contextRef="#ctx0" brushRef="#br0" timeOffset="45">11549 7652 8162,'6'-7'830,"2"3"1,-1-1-360,1 1 0,1-1-454,3 5 1,5 0-507,-1 0 1,1 0-1803,-5 0 2291,0 0 0,1 11 0,-1 3 0</inkml:trace>
  <inkml:trace contextRef="#ctx0" brushRef="#br0" timeOffset="46">11525 7888 7679,'0'8'2404,"0"0"-1932,0-5 1,1 3-145,3-6 0,7 0-403,6 0 0,3 0 13,-3 0 62,5 0 0,-3 5 0,6 2 0</inkml:trace>
  <inkml:trace contextRef="#ctx0" brushRef="#br0" timeOffset="47">13013 12254 8179,'0'8'2019,"0"0"-1825,0-5 1,7 4 620,6-3 0,9-1-317,7 5 0,5-5-108,-1 1 0,8-3-329,5-1 1,2 0-265,2 0 0,-1-5-841,1-4 1,-6 2 692,-3-1 1,-2 0-1083,-2-4 0,-2-1 74,-6 1 1359,0-1 0,-10-5 0,6-1 0</inkml:trace>
  <inkml:trace contextRef="#ctx0" brushRef="#br0" timeOffset="48">13609 11782 7679,'-20'0'154,"4"0"0,2-4 193,2 0 0,-1 0 164,1 4 0,5 1 476,3 3 0,-2 7-614,2 6 1,0 6-180,4 2 1,0 1-162,0 7 0,4 2 69,0 6 0,0 7-51,-4 6 1,0 5-248,0-1 0,0 4 38,0 4 1,0-6-228,0 2 0,0-3 192,0 3 1,0-4-7,0 0 1,0-11 86,0-2 1,0-5 151,0-3 1,6-4-73,2 0 0,-1-5 105,1 1 0,-3-7 15,3-1 0,-5-5 345,1 5-290,-3-6 1,-1 3 121,0-6 1,-1-3-493,-3-1 0,-5-5 92,-7 1 1,2-3-381,-3-1 1,0-5 232,0-4 1,-4-2-685,5-1 1,-2-2 388,1-2 1,2-5 576,-6-8 0,1 3 0,-5-5 0</inkml:trace>
  <inkml:trace contextRef="#ctx0" brushRef="#br0" timeOffset="49">14055 12836 7679,'-12'-5'0,"-1"-1"654,1-2 0,0-2-218,-1 6 1,1 0 215,-1 4 1,0 7-271,-4 6 1,3 4-173,-2 8 1,-2 4-119,1 0 0,5 4 114,4-4 1,5 0-299,-1-4 0,2-6 126,2-2 1,2-5 12,2-4 1,7-2-58,5-6 1,5-6-211,-4-2 1,5-7 37,-2-2 0,-2-1-47,-1 2 0,-3 4-9,-2-1 1,2 2 117,2 7 1,-6-4 189,2 4 1,-2-1-90,3 5 1,-5 6 117,0 2 1,-4 5-89,4 3 0,-3 3 333,3 6 1,-4 0-99,4 0 1,-5 5 17,1 3 0,-2 3 15,-2 1 0,0 2-135,0 2 0,-2-1-125,-2 6 1,-3-5 118,-5 4 0,-1-5 112,1 2 0,0-5-131,-1-4 0,-3-4 54,-1-8 1,0-3-43,5-6 0,-4-1 107,-1-3 0,0-2-338,5-6 1,-2-6 70,-2-2 1,1-4-548,-6-5 1,4 2 318,-3-6 0,3-1-1185,-4-7 0,2 2 644,-2-6 1,-2 1-852,2-1 1649,-2-3 0,-2 4 0,0-5 0</inkml:trace>
  <inkml:trace contextRef="#ctx0" brushRef="#br0" timeOffset="50">12467 12378 7679,'0'-13'298,"0"1"0,0-1-82,0 1 1,0 0 122,0-1 1,2 5-34,2 0 1,-1 5 212,5-1 0,2 2-150,6 2 0,-1 0-8,6 0 0,-4 6-161,3 2 0,-5 3-29,2 2 0,-3-1-125,-2 0 0,-1 1 94,-3-1 1,2 5-175,-6-1 1,0 2 49,-4-1 1,-5-4-91,-3 4 0,-8-3 27,0-2 0,-2 1-239,1-1 0,-1-4 76,-2 1 0,-4-7-40,4 2 0,0-2-150,0-2 0,5-2 123,-2-2 0,3-3-550,2-5 1,5 0-147,3-1-234,2 1 1207,2-1 0,0-5 0,0-1 0</inkml:trace>
  <inkml:trace contextRef="#ctx0" brushRef="#br0" timeOffset="51">10904 12291 7679,'-12'0'789,"0"0"1,-1 0-136,1 0-241,5 0 1085,1 0-1033,17 0 1,4 0 64,14 0 1,3 0-163,5 0 1,-1 0-281,-3 0 0,4-4-231,1-1 0,-4-4-358,8 1 0,-8-3-122,3-2 0,-1 5 377,-7 0 0,4-1-1388,-4-3 0,-1 0 1634,-8-1 0,4-5 0,-5-1 0</inkml:trace>
  <inkml:trace contextRef="#ctx0" brushRef="#br0" timeOffset="52">11314 11807 7679,'-17'0'474,"1"0"764,-6 0-309,8-5 0,1 5-401,9 0 0,-1 9-184,1 8 1,-1 5-112,5-2 0,0 9 31,0 4 1,0 5-71,0 3 1,0 4-267,0 9 0,0 3-287,0 5 0,5 4 73,-1 0 1,0-4-279,-4-4 0,4-2 269,0 2 1,2 0 20,-2-8 1,-3-3 32,3-10 1,2-1 151,-2-3 0,0 0-54,-4-8 1,4 1 308,0-10 0,0 2-31,-4-1 0,0-3 94,0 2 1,-1-2 92,-3-2 1,-3 1-291,-5-1 1,-5 0-516,1 1 1,-6-5 208,1 0 1,-3-1-171,0 2 0,-5-4 173,0-5 1,0 0-1309,4 0 1579,0 0 0,0-5 0,1-2 0</inkml:trace>
  <inkml:trace contextRef="#ctx0" brushRef="#br0" timeOffset="53">11649 13084 7679,'-13'-12'-186,"1"1"155,-1 3 1,1-3 1372,0 2-885,-6 4 0,0-1 71,-3 6 0,3 10-119,6 3 0,-1 9-90,1 2 0,-5 5-73,1 4 1,-1 3 79,5-3 1,4-2-330,-1-2 0,7-5 91,-2-3 0,4-3-325,4-6 0,3-5 163,5-3 1,6-12-534,3-4 0,-2-9 215,2 0 1,-2-2 59,1-2 0,3 0 73,-7 0 0,1 2 11,-5 2 1,0 3 39,1 6 1,-5 1 8,0 3 1,-3 2 250,3 6 0,-5 7-57,1 6 1,-3 4 184,-1 8 1,0 1 51,0 3 0,0-1 139,0 5 0,0-4-48,0 4 1,-4 0-110,0 4 0,-4-4 242,3 0 0,-4 1-99,0 3 0,-2-1-28,-1-3 0,0 1-124,-1-5 1,1 4-141,-1-4 0,-3 0-70,-1-4 0,1-2-92,3-2 0,1-9-201,0-8 0,-1-2 181,1-2 1,3-2-181,1-2 0,0-7 118,-4-5 1,3-6-744,1 1 1,1-7 396,-1 0 1,1-7-626,3 2 1,2-7 1149,-2-1 0,-3-6 0,1 3 0</inkml:trace>
  <inkml:trace contextRef="#ctx0" brushRef="#br0" timeOffset="54">11698 12849 7679,'0'8'628,"0"0"0,4-4 477,1 5-581,4-6 1,-1 3 69,9-1 1,-2-4-1264,6 3 1,0-3 405,3-1 1,1-1-1141,0-3 0,0 3 137,0-4 1266,-1-1 0,-4-1 0,-2-6 0</inkml:trace>
  <inkml:trace contextRef="#ctx0" brushRef="#br0" timeOffset="55">12021 12762 7679,'-7'6'579,"-4"-1"-405,3 3 0,2 3 664,2-2 1,-2 2-244,2 1 0,0 2-111,4 2 0,0 2-273,0 3 0,0 2-120,0-2 1,0 4-909,0 4 1,0-3 518,0 3 1,4 1 297,0-1 0,1 6 0,-5-4 0</inkml:trace>
  <inkml:trace contextRef="#ctx0" brushRef="#br0" timeOffset="56">14688 12129 8095,'-7'-12'-149,"-4"1"-93,3 3 0,1-2 754,-1 6 1,3-4 251,-3 4-128,0-1 0,-4 5-211,-1 0 1,5 0 80,0 0 1,-1 6-204,-3 2 1,1 5 116,3 3 0,-3-1-79,2 6 1,-2 4-106,-1 4 0,1 5 3,3-1 1,-3 5 10,2 3 1,4 3-253,1 6 1,2-1 109,2 1 0,0 4-487,0-1 1,3 0-149,5-8 0,1-2-366,7-6 0,3-9-446,2-4 0,4-7 594,4-1 1,-3-7-221,3-5 1,3-4 964,1-4 0,3-14 0,1-8 0</inkml:trace>
  <inkml:trace contextRef="#ctx0" brushRef="#br0" timeOffset="57">15023 12489 8740,'-7'-5'676,"3"-4"1,3 2-383,1-1 1,1-1-148,3-8 0,3 3 118,5-2 1,2-2-105,3 1 0,-4 1 75,4 3 1,1-2-32,-2 3 1,5-3-26,-4 6 0,1 4-140,-2 1 1,-2 2 19,2 2 0,-2 0 96,-1 0 0,-1 6-154,0 2 1,1 3 160,-1 2 0,-1 3-66,-2 1 1,0 5 30,-5-2 0,2 4-11,-2 1 0,-3-1-73,3 1 0,-2 4 78,-2 0 1,0 1-426,0-1 1,0-3 163,0 3 1,0-4 151,0-4 0,0-3-18,0-6 1,1-5-1527,3-3 0,-1-4 284,5-4 0,-3-3 118,3-5 1,0-6 1128,4-3 0,1-8 0,-1-2 0</inkml:trace>
  <inkml:trace contextRef="#ctx0" brushRef="#br0" timeOffset="58">15618 12142 8095,'0'-7'549,"-5"1"0,2 6-84,-5 0 0,0 0 186,-5 0 0,1 6-286,-1 2 1,0 9-268,-4 3 1,-4 5 14,-8 4 1,2 4-169,-6 9 1,-2 3-447,-6 9 0,2-3 538,-2 3 0,2-3-232,2-2 0,4-3-42,0-1 1,7-6-346,1-2 0,2-5 200,6-8 1,5 0-553,3-3 0,7-4-598,-3-4 1532,4-6 0,7-7 0,1-7 0</inkml:trace>
  <inkml:trace contextRef="#ctx0" brushRef="#br0" timeOffset="59">15804 12129 8095,'13'-5'1387,"-1"2"-863,1-5 0,3 5 472,1-1 0,3 4-406,-3 4 0,5 0-90,-1 9 1,2-4-210,2 8 0,0 2-17,0 2 0,-2-2-9,-2 2 1,1 4-529,-6 4 1,-5 5 29,-7-1 0,-4 3-151,-4 1 1,-8 4-233,-9 1 0,-4 3 275,-4-3 0,2-1-229,-6-4 0,1-1 204,-1-3 1,-1-3-219,5-5 1,-4-4 100,4 0 1,1-10-537,7 1 1019,-2-8 0,9-4 0,-4-7 0</inkml:trace>
  <inkml:trace contextRef="#ctx0" brushRef="#br0" timeOffset="60">16450 12427 8095,'-13'0'1210,"1"0"-605,-1 0 1671,6 0-1308,2 0 0,8 0 84,5 0 1,2 0-425,10 0 1,5 0-206,4 0 0,5 0-381,0 0 0,1 0 92,3 0 0,-4 0-1320,3 0 0,-6 0 776,6 0 0,-7 0-2146,3 0 0,-7 4 2556,-1 0 0,0 6 0,-6-3 0</inkml:trace>
  <inkml:trace contextRef="#ctx0" brushRef="#br0" timeOffset="61">16598 12638 8095,'-24'12'699,"-1"1"0,5-2 34,4-3 0,6 2 1513,2-6-1403,5 6 1,2-8 248,5 7 0,11-7-438,2 2 1,6-6-196,6-2 1,3-6-589,5 2 1,0-2 145,0 2 0,-1-3-1798,-3 2 0,6 4 1781,-6 1 0,6-3 0,-8 0 0</inkml:trace>
  <inkml:trace contextRef="#ctx0" brushRef="#br0" timeOffset="62">18608 12378 8095,'0'-13'81,"0"5"127,0 0 1,0-1 270,0-3 1,-1 0-171,-3-1 1,1 5 184,-5 0 0,1 3-74,-2-3 0,-6 5-50,3-1 0,-5 10-97,1 6 1,-4 8 29,-4 8 0,-1 8 54,0 6 1,0 3-82,0-4 1,2 5-237,2-5 0,5-1 61,7-7 0,4-4-93,5-8 0,5-5 69,4-7 0,7-5-459,5-8 0,2-5 35,2-7 0,4-8-147,0-4 0,0-3 213,-4 2 1,-2 3 92,-2-3 1,2 3 220,-2 1 1,-3 6-92,-2 2 1,-6 4 92,-2 0 1,-3 6-109,3 3 1,-5 4 244,1 4 1,-3 7 72,-1 6 1,1 5 56,4-1 1,1 2 83,7 2 0,-5-5-99,0 1 0,1 4-39,3 4 1,-5 5-92,-3-1 0,2 3 43,-2 1 0,0 2-13,-4 2 1,-4 2 35,0 3 0,-6 2 13,2-3 0,-2 1 95,2 3 1,-2-9 16,6 2 1,-6-5-68,2-8 0,1 0-129,-1-4 1,4-6 82,-4-3 1,3-3-500,-3-5 0,1-1 212,-1-3 1,-3-3-58,3 4 0,-7-4-21,-2-1 0,-1-1-58,2-4 1,-2 3-196,-3-7 1,-3-3 125,4-5 0,2-5-836,1 2 1,4-8 510,0-1 0,6-4-812,3 4 0,3-1 650,1 1 0,1 3-1476,3-3 2220,3 8 0,11-8 0,1 3 0</inkml:trace>
  <inkml:trace contextRef="#ctx0" brushRef="#br0" timeOffset="63">19129 12564 10466,'6'6'2674,"-5"5"-2599,4-4 264,-5 6-296,0-1 1,0 1 162,0-1-400,-5-5 1,-2 3-186,-5-6 114,-1 0 0,1-4-182,-1 0 275,1 0-21,0 0 1,5-2 73,3-2 0,2 2-38,2-7 61,6 1 0,1-3 78,5 3 1,-4 2 0,1 6 1,-5-4-190,4 0 793,-5 0 0,2 5 34,-5 3-543,0 3 0,-4 6 105,0-1 0,-4 0-881,4 1 0,-2-1 115,2 1 583,3-7 0,-10 6 0,4-6 0</inkml:trace>
  <inkml:trace contextRef="#ctx0" brushRef="#br0" timeOffset="64">19563 12564 8095,'-19'0'0,"2"0"0,5-6 870,4-2 0,2-3-302,6-2 0,0 1-37,0 0 0,11-5-129,6 0 1,5-3-388,3 3 1,-1-3 88,1 3 0,4 1 38,0 3 1,3 1 39,-7-1 1,2 6 40,-6 3 0,1 3-143,-1 1 1,-1 5 79,-7 4 1,2 7 96,-7 5 0,-2-2-57,-2 2 0,1 4 123,-1 4 1,2 0-105,-2-5 1,-2 1-213,2 0 1,3 0-158,1 0 0,-1-1 143,1 1 0,0-1-1190,5-4 0,-5-3 587,0-9 0,0-2-993,5-6 0,3-3 108,1-5 1495,-1-1 0,2-20 0,2 3 0</inkml:trace>
  <inkml:trace contextRef="#ctx0" brushRef="#br0" timeOffset="65">20270 12241 7967,'-13'1'1447,"-4"4"1,3-3-626,-2 7 1,-4-1-238,0 4 1,-4 8-4,0 4 0,-7 3-218,-2 6 0,-3 4-155,-1 4 1,0 6-808,0-1 0,-1 3 513,1 5 0,0-3-1266,0 3 0,0-5 67,-1-3 1078,7-4 0,-5 7 1,4 2-1</inkml:trace>
  <inkml:trace contextRef="#ctx0" brushRef="#br0" timeOffset="66">17368 12204 8084,'-7'8'910,"2"0"-546,4-5 1,1 4 128,0-3 0,7-1-114,5 5 0,2-5-31,7 1 0,1-2-267,7-2 0,-2 0-183,7 0 1,-6 0-679,6 0 1,-1-6 502,4-2 0,-1-3-860,-3-2 0,-3-3 105,-5-1 1032,0-5 0,-6 3 0,-1-6 0</inkml:trace>
  <inkml:trace contextRef="#ctx0" brushRef="#br0" timeOffset="67">17715 11819 7757,'-19'0'0,"-5"-1"557,3-3 1,4 3-70,0-4 1,3 4 36,2 1 0,4 1-77,-1 4 1,2-1-144,-1 8 1,-2-1-150,6 10 1,-1 1 58,1 7 0,2 2-127,-2 7 0,1 0 89,-1 4 0,2 3-113,-7 9 0,5-2-308,-4 6 1,0 0 69,-5 4 1,1 0-279,-1 0 0,2-1 270,3-4 0,-2-1-51,6-7 0,0 1-10,4-1 0,4-6 285,0-6 1,9 1-106,-5-5 1,7 2-39,-2 3 1,-5-7 195,4-2 0,-8-4 271,1-4 0,0 2-12,-1-2 1,0-2-300,-4 2 1,-5-6-440,-3 2 0,-3-4 162,-2 0 0,-1-1-435,-2 1 0,1-7 263,-6-1 1,0-3-343,-3 2 1,-1-2 224,0 2 1,0-8 510,0-4 0,6-3 0,-10-7 0,3-2 0</inkml:trace>
  <inkml:trace contextRef="#ctx0" brushRef="#br0" timeOffset="68">17665 13109 7757,'-12'4'635,"-1"1"0,1 0-241,0-1 1,-1-1-137,1 5 0,-1 0 384,1 5 0,0 3-195,-1 1 1,1 5-52,-1-1 1,5 2-240,0 2 1,5 0-169,-1 0 1,3-5-207,1 1 1,1-10 232,3 1 1,-1-8-439,5 1 1,5-5 216,3-5 1,1-6-121,-5-5 0,0-5 69,1 5 1,-2-1-124,-3 5 0,3 1 113,-3 2 0,-1 4-36,2 5 436,-7 0 1,8 1-100,-6 3 1,2 7 298,-2 6 1,-3 5-179,3-1 0,-2 4 27,-2 3 0,0-1 4,0 2 0,-2 1 166,-2-1 0,1 4 34,-5-4 1,0 7 23,-5 1 0,1-1-357,0 1 1,-1-1 30,1-7 0,-1-5-761,1-3 397,0-11-618,-1 1 1,2-18 451,3-5 0,2-8-337,6-9 1,0 2 781,0-6 0,0-6 0,0-5 0</inkml:trace>
  <inkml:trace contextRef="#ctx0" brushRef="#br0" timeOffset="69">17640 12985 7757,'7'0'1010,"0"0"242,-3 0 0,-1 0-648,5 0 1,2 0-435,7 0 1,-2 0-102,5 0 0,1-4-183,4 0 1,-2-2-1256,-2 2 1,2 2 730,-2-7 0,-3 5 638,-1-4 0,2 0 0,0-5 0</inkml:trace>
  <inkml:trace contextRef="#ctx0" brushRef="#br0" timeOffset="70">17913 12812 7757,'-4'8'326,"0"0"1,0 0 605,4 5 0,-4-1-390,0 1 0,-2 0 33,2 4 1,3 2-285,-3 6 0,2 0-267,2 0 1,0-1-322,0 1 0,2-1 292,2-4 1,-2 2-1366,7-5 0,-2-1 303,1-3 1067,3-6 0,-4 4 0,5-4 0</inkml:trace>
  <inkml:trace contextRef="#ctx0" brushRef="#br0" timeOffset="71">18298 11981 7757,'-19'-13'0,"-1"1"0,4-1 0,2 1 0,-3 0 0,4 5 553,0 3 1,1 2 781,-1 2 0,1 7-743,0 6 1,3 6-227,1 10 0,4 4-217,-4 8 0,5 3 66,-1 6 0,-2 5-389,2 3 1,-1 4 341,1 4 0,2 3-192,0-32 1,0 0 0,1 1-1,-1 0-111,0 2 0,0-1 1,1 31-166,-1-35 1,0 0 0,2 29-1163,4-6 1,3-9 695,5-8 1,6-9-1279,3-7 2044,2-6 0,6-4 0,0-2 0,-1-6 0,-2-5 0</inkml:trace>
  <inkml:trace contextRef="#ctx0" brushRef="#br0" timeOffset="72">20705 11931 7668,'31'6'587,"4"0"-118,-6 7 1,0-1 275,-5 1 1,1 5 243,0 2 0,-6 8-477,-2 1 1,-7 5-121,-2-1 1,-5 3-121,1 1 1,-4 6-210,-4 3 0,-5 0 87,-7 0 0,-5 6-872,-8-2 1,2 6 347,-7-2 1,6 0-175,-6-5 0,6-4-1185,-6-4 0,3 0 1733,-2-4 0,-2 2 0,6-13 0,2-7 0,0-6 0</inkml:trace>
  <inkml:trace contextRef="#ctx0" brushRef="#br0" timeOffset="73">21561 12675 7634,'16'0'663,"1"0"0,1-5-361,-2-4 0,8 3-71,4-3 0,7-3 438,-2-5 1,-1 2-487,1 7 1,-4-3-449,4 3 1,-7 1-1120,-1-2 0,-6 7 206,-6-2 1178,-7 2 0,-6 13 0,-6 3 0</inkml:trace>
  <inkml:trace contextRef="#ctx0" brushRef="#br0" timeOffset="74">21623 12849 7634,'-7'0'1414,"3"0"-899,8 0 1,4 0-135,8 0 0,9 0-470,8 0 1,9-4-846,3 0 934,9-6 0,-3 3 0,4-5 0</inkml:trace>
  <inkml:trace contextRef="#ctx0" brushRef="#br0" timeOffset="75">22838 12254 7634,'-5'-13'-25,"2"5"127,-5 0 0,-1 3 237,-3-3 1,0 1-49,-1-1 1,1-3 470,-1 3 1,1 1-293,0-1 0,-2 5 143,-3-1 1,4 4-221,-4 4 1,-1 8-55,2 9 1,-5 8-82,4 4 0,-1 8-56,2 5 0,2-4-371,-2 0 0,7-4 203,5 0 0,-1-4-99,0-5 1,3-6 98,6-10 0,8-6-396,9-3 0,2-10-25,2-6 1,4-6-118,0-7 0,4-4 151,-4 0 1,0 0 75,-4 5 1,-2-1 297,-2 0 1,1 6-77,-5 2 1,-2 3 450,-7 2-332,-2 5 0,-6 3 77,0 8 1,0 3 47,0 5 0,-2 8 61,-2 4 0,3 3-34,-4 6 0,4 0-81,1 4 1,0 2-3,0 2 0,0 3-15,0 6 0,0 1 97,0 2 1,0-2-264,0 3 0,-1-3 267,-3-1 0,1 3 13,-5 1 1,1-6 122,-2-6 1,0-4 4,5 0 0,-5-1-162,5 0 1,-4-7-5,4-5 0,0 0 20,4-4 0,-4-4 22,-1 0 1,-3-3 143,4-2 2,-6 1-286,3-7 0,-5 0-31,0-6 1,-1-1-111,1-4 0,-1-1 42,1-7 0,-2-3-777,-2-1 1,2-5 402,-3 1 0,-1-2-719,2-2 1,-1-4 456,5 0 1,-2-7-478,-2-1 0,6 0 411,-2-4 1,3 2 106,1 2 0,3-4-286,5-1 0,0 2 486,0 7 0,6-1 398,7 5 0,5-6 0,7 4 0</inkml:trace>
  <inkml:trace contextRef="#ctx0" brushRef="#br0" timeOffset="76">22900 11943 7634,'-12'0'4601,"5"0"-3701,2 0-571,5 0 0,5 0-159,3 0 0,9 0-227,4 0 0,2-1-284,2-3 0,0 3-874,-1-4 0,5 0 693,0 1 0,2-4-1725,-2 3 2247,2-4 0,1-4 0,-2-6 0</inkml:trace>
  <inkml:trace contextRef="#ctx0" brushRef="#br0" timeOffset="77">23359 11671 7634,'-7'1'2391,"3"3"-1632,-3-3 1,6 11-411,-3-4 1,3 8-148,1 5 0,0 2-478,0 2 1,0 1 226,0 3 1,0-1-999,0 5 1,0 0 664,0 4 1,0-4 381,0 0 0,-6 0 0,-1 5 0</inkml:trace>
  <inkml:trace contextRef="#ctx0" brushRef="#br0" timeOffset="78">23856 12514 7761,'6'-6'836,"5"5"0,-8-4-141,5 5 0,-3 0 190,3 0-240,-5 0-265,8 0-228,-4 0 46,-1 5-201,0 2 1,-12 5-129,-2 1 0,-3-2 162,-1-3 1,-6 3-97,-3-3 1,-2 3 15,-2 2 1,0-5 222,0 0 0,2-5-108,2 1 0,3-2 0,6-2 0,1-6-343,3-2 0,2-7 151,6-2 0,3-1-106,5 2 1,0 2 80,9-3 0,1 5 142,-2 4 1,5 2-76,-4 6 1,0 0 36,0 0 1,-7 2-75,2 2 0,-4 3-162,1 5 1,0 0-296,-5 1 1,5-1-1397,-5 1 1974,0-1 0,1 0 0,2 1 0</inkml:trace>
  <inkml:trace contextRef="#ctx0" brushRef="#br0" timeOffset="79">25071 12018 7634,'-8'-13'0,"0"1"0,-5 1 0,-3 3 0,-1-2 647,5 6 0,-2 1-181,-2 7 1,0 5 211,-4 7 1,5 3-270,-2 6 1,-1 6 316,2 2 1,-5 4-212,4 4 0,-3 3-16,3 6 1,-1 5-296,2 3 1,2 3 34,-3 1 1,9 0-214,4 0 0,3-6 133,1-2 0,0-3-741,0-2 1,5-9 423,3-2 1,7-9-1125,2-1 1,5-3 86,-1-4 0,2-5-179,2-7 1,0 0-36,0-4 1409,-1-1 0,7-10 0,0-1 0</inkml:trace>
  <inkml:trace contextRef="#ctx0" brushRef="#br0" timeOffset="80">25642 12440 7634,'-24'-24'547,"4"3"0,-4 8-149,4 4 0,0 8 163,0 1 1,3 7-194,-3 9 0,0 5 250,0 8 1,-3 3-74,7 5 1,-1 0-177,5 0 1,4 1-605,-1-1 0,7-3 206,-2-5 1,5-1-332,7-12 0,0-5 312,9-7 0,2-2-176,2-2 1,2-7-55,2-5 1,0-6-109,0-7 1,-2 0 165,-2 0 0,1 2 187,-5 2 1,3-1 73,-3 6 0,-1-1-11,-3 5 0,-2 3 25,-3 1 0,2 7-52,-6 1 0,1 11-95,-1 9 1,-2 5 63,2 4 1,-3 7 81,-1 5 1,0 6 53,0-1 1,0 2 180,0 1 1,0 5-61,0 0 0,-5 4-276,-3-4 0,-3 3 327,-2-3 1,1 4-50,-1-4 1,1-6 102,0-7 0,-1-3-29,1-5 1,-1-4-41,1-9 1,4-2 140,-1-5 77,1-7-536,-4 0 1,-1-7 98,1-4 0,4-1-175,-1-7 1,1-1 10,-4-2 0,-1 1-721,1-6 0,-1-4 357,1-4 0,0-5-766,-1 1 1,-2-7 432,3-2 1,-2-3 132,10 4 0,0-9 682,4 5 0,0-6 0,0 6 0</inkml:trace>
  <inkml:trace contextRef="#ctx0" brushRef="#br0" timeOffset="81">26064 12613 7634,'12'2'612,"0"2"1,-3-3-23,-1 3 1,0-2 62,5-2 1,-5 0 255,0 0-578,1 5 0,2-2-149,-3 5 1,-1-5 197,-3 1-447,-3 3 0,-1 0 107,-8 5 1,-3-4-111,-1 1 0,-5-5-122,0 4 0,-3-5 138,3 1 0,1-3-113,3-1 1,1 0 52,-1 0 0,5-5-43,0-3 0,5 1-104,-1-2 18,3 1 0,2-3-136,3 3 407,3 2 1,5 6-117,1 0 183,-6 0 1,0 2-920,-3 2 574,-3 3 1,5 5-366,-6 1 1,-2-2 614,-2-3 0,3 3 0,-5-4 0</inkml:trace>
  <inkml:trace contextRef="#ctx0" brushRef="#br0" timeOffset="82">26820 12502 7634,'-12'-7'0,"0"-3"1351,-1 6-883,1-6 1,5 3 1191,3-5-1200,2 0 1,8-1-219,2 1 0,9-5-67,3 1 0,5-1-13,4 5 1,-1 1-150,5 2 1,-4-2 74,4 3 1,-6 3-40,2 1 0,-4 8 105,-4 4 1,-2 4-194,-2 5 0,-8 6 85,4 6 1,-9 2 96,0-3 0,1-1-120,0 2 0,0-3 71,-1-1 1,-2-1-286,2 1 0,1 0 98,-1 0 1,5-2-555,-5-2 0,7-3 304,1-6 0,2-5-1407,7-3 0,-5-4 1750,5-4 0,5-8 0,6-8 0</inkml:trace>
  <inkml:trace contextRef="#ctx0" brushRef="#br0" timeOffset="83">27478 12254 7680,'-32'5'1445,"-2"1"-1249,5 2 0,0 7 1103,4-3 0,-5 13-594,-3 0 0,2 8 371,2 0 1,-1 4-487,1 5 1,-4 0-350,4 4 1,0-3-514,4-6 1,5 0-558,-1 0 1,6-1-1268,-2-3 0,8-7 1169,0-5 0,7-6-982,-3 2 1909,4-9 0,12-3 0,3-5 0</inkml:trace>
  <inkml:trace contextRef="#ctx0" brushRef="#br0" timeOffset="84">27825 12154 7643,'11'2'1424,"-2"2"1,2-1-48,-3 5 0,3 0-693,1 5 1,1 4-33,-1 4 0,-4 8-270,1 4 0,-5 8-333,4 5 0,-5 2 57,1 2 1,-10 5-157,-6 3 1,-7-3 240,-10-1 0,-4-3 23,-9-2 1,-2 4-88,-5-4 1,22-25-1,-2-1 76,-28 14 0,0 2-48,28-18 0,0-1-155,-29 13 0,2 7 0,2-8 0,3 1 0,1 1 0,1 0 0</inkml:trace>
  <inkml:trace contextRef="#ctx0" brushRef="#br0" timeOffset="85">21263 14622 7853,'-13'0'2889,"7"0"-1036,0 0-770,17 0 0,0-1-502,14-3 1,-2 1 18,10-5 1,6 4-225,6-5 1,9 1 64,4-4 0,8-1-480,-31 7 1,1 0-1,-1 0 1,1 0-228,0-1 1,-1 1 0,32-5-268,-5 3 0,-5 2-459,-4 6 0,-13 0-1669,-7 0 1,-11 6 333,-5 2 2327,-3 3 0,-7 7 0,-2 1 0</inkml:trace>
  <inkml:trace contextRef="#ctx0" brushRef="#br0" timeOffset="86">21548 14932 7665,'-12'7'0,"-1"4"1498,6-9 1,9 3-223,10-5 0,12 0 118,9 0 0,8-4-1506,5 0 0,3-6 91,5 2 1,4-3-1511,8-1 0,-3 3 1119,4 1 1,0 1-2983,-1-1 3394,0 2 0,-9 6 0,-2 0 0</inkml:trace>
  <inkml:trace contextRef="#ctx0" brushRef="#br0" timeOffset="87">23322 14920 7665,'0'-12'-230,"0"-1"1,0-1 251,0-2 0,0 2 436,0-2 1,0 0 53,0 0 0,-4 2-154,0-2 1,0-2 216,4 1-370,-6 1 0,-1 7 162,-5 1 1,-1 7-121,1 1 0,0 11 75,-1 9 1,-5 9-41,-2 4 1,0 7 103,0 2 1,-1 5-236,-4-2 1,2 3 53,2 2 1,0-7-449,9-6 1,-2-6 230,10-6 0,1-7-453,7-5 0,5-7 266,7-6 1,4-6-54,4-7 1,1-6 2,0-10 1,0 3-76,0-3 0,-6 3 277,-3 1 0,0 0-72,0 0 1,-6 2 290,2 2 0,-3 3-79,-1 6 1,1 4 196,-4-1-146,4 7 26,-7-4 0,4 12-27,-1 2 1,-3 7-63,7 1 0,-7 7 118,3-3 0,-4 5-78,-1 4 1,4-1 59,0 5 0,0 1-35,-4 7 1,0 3-30,0 6 0,0 0 1,0-1 0,-1 1-113,-3 0 0,2-2 136,-2-3 0,3 2 71,1-6 1,-1-3-36,-4-5 0,4-2-72,-3 2 1,3-2 55,1-6 0,-5-1-24,1 1 1,-4-1-202,4-4 1,-6 0 76,2-4 1,-3-2-98,-2 2 1,1-3-24,0-5 1,-1-2-20,1-6 0,-1 0 90,1 0 0,0-2 15,-1-2 0,1 1-154,-1-5 0,1 0 80,0-5 0,-1-3-657,1-1 1,4-1 328,-1 2 0,2 1-801,-1-6 0,-2 0 253,6-3 1,-4-5-47,4 0 1,-4-6 1016,4 2 0,-6-8 0,3-3 0</inkml:trace>
  <inkml:trace contextRef="#ctx0" brushRef="#br0" timeOffset="88">23483 14598 7665,'7'0'649,"-1"0"364,-6 0 876,0 0-1757,5 0 1,2 0-33,6 0 1,3 0-756,1 0 0,5 0 401,-2 0 0,2 0-1036,-1 0 1,3 0 200,-4 0 1089,4 0 0,6-6 0,2-1 0</inkml:trace>
  <inkml:trace contextRef="#ctx0" brushRef="#br0" timeOffset="89">23893 14312 7665,'-7'0'2618,"-4"6"-2094,9 1 1,-3 9-399,5 1 0,0 1 67,0-2 0,1 5-192,3 8 0,-2-2 62,2 6 0,-3 1-495,-1 3 1,0 0 289,0 0 1,-1 5-863,-3-1 0,2-1 209,-2-7 1,-1 1-439,1-5 1233,-6 0 0,9-4 0,-5 0 0</inkml:trace>
  <inkml:trace contextRef="#ctx0" brushRef="#br0" timeOffset="90">24513 15019 7665,'0'-12'360,"0"-1"-143,0 1 0,-1-3 161,-3 2 0,1-2-75,-6 7 1,0 3-42,-8 0 0,4 4-69,-4 1 0,-1 7 153,2 5 0,-1 6-6,5 7 0,1 4-116,2 0 0,0 0-208,4-4 0,1-1 95,4 1 0,2-5-165,2-4 0,3-4 64,5-3 1,2-4-351,2-5 1,4-1 195,5-3 0,-5-9-335,1-7 307,0 2 1,2-6 0,-2 4-160,-5-4 1,-2-1 308,-2 1-73,1-1 1,-1 1 0,-1 4 209,-2 3-20,2 3-9,-10 8 1,4 1 0,-3 10 161,2 3 0,-3 8-76,4 5 1,-4 8 18,-1 4 0,4 7 45,0 1 1,4 8-78,-3 0 1,3 8-269,-4 9 0,0-7 279,-4 3 0,4-3 10,0 3 1,5-5-984,-5-3 0,1-5 380,-1-3 1,-2-5 332,2-8 0,-3-3 140,-1-5 0,0-1 326,0-4 0,0-2-147,0-5 0,0-1-13,0 0 0,-4 1 207,0-1-263,-6 1-364,4-1 0,-7-1 102,1-3 0,-2-1-88,-3-3 1,4-2 81,-4 2 0,-1-3 46,2-1 0,-6 0 20,1 0 0,2-5-18,-2-4 0,0-2 127,-4-1 1,2 0-100,2-1 1,-2-1-106,2-2 0,3-3 74,2-6 0,6-1-210,2-3 0,5-2-49,-1-2 0,3-1-78,1 5 0,6-4 33,7 4 1,1-3 123,6 7 1,-3-2-291,4 6 1,-6 3 532,1 2 0,4-9 0,-1-1 0</inkml:trace>
  <inkml:trace contextRef="#ctx0" brushRef="#br0" timeOffset="91">22826 14362 7665,'-13'12'89,"-4"-3"45,-4-1 0,2 0 715,-2 5 0,0 0-339,-4 4 0,5 8 308,-1 8 0,5 9-324,-5 8 1,6 2-415,-2 10 1,3 3 50,8-28 1,0 1 0,2-3-1,0 1-38,-1 2 1,1-1 0,-2 29-96,2-31 1,-1 0 0,-4 26-233,4-3 0,3-6-833,6 2 1,8-9 619,9-3 1,4-5-1201,4-4 1,1 1 242,3-5 1404,3-5 0,-2 0 0,6-4 0,0-2 0,2 0 0</inkml:trace>
  <inkml:trace contextRef="#ctx0" brushRef="#br0" timeOffset="92">25605 14746 7665,'0'-12'104,"0"0"110,0 5 0,1-3 889,3 6-427,-2 0 0,9 5-249,-3 3 1,7 9-68,2 7 0,5 4-130,-2 1 0,0 5 94,0 3 0,-5 4-119,2 5 1,-5-4-254,-3 3 1,-5-1-111,-8 2 0,-5-4-154,-7 4 1,-5-4-607,-8-1 1,-1-1 442,-3-3 1,-2-2-371,6-6 1,2-8 343,6-4 0,3-6-393,6-7 894,5-6 0,-4-6 0,4-7 0</inkml:trace>
  <inkml:trace contextRef="#ctx0" brushRef="#br0" timeOffset="93">26126 15019 7665,'12'6'-369,"1"-5"258,-1 3 0,0-2 158,1-2 0,-5 0 559,0 0 133,1 5 0,-1-2-415,0 5 0,-5-4 111,1 5-378,-3-1 0,-6 4 91,-3 1 0,-5-2-91,-3-3 0,2 3 75,-3-3 1,4-2-325,0-2 169,1 3 1,-1-6 21,1 3 1,5-4 80,3-4-19,-3-3-75,6-5-112,-5-1 0,7 2-104,4 3 0,-3 1 167,7 3 1,-1 3 58,4-3 1,1 2 104,-1 2-93,1 0 0,-1 2 187,0 2 1,-3-3 72,-1 3-221,-5 3 0,2-4 7,-5 5 0,-1-4-177,-3 5 0,-2-5 45,-2 4 1,-5-5-83,1 1 1,0-3 85,-5-1 1,3 0 16,2 0 0,4 0-113,-1 0 1,5-1 45,-4-3 1,5 1-467,-1-5 1,3-2 198,1-6 1,0 2 390,0-3 0,11-2 0,3 0 0</inkml:trace>
  <inkml:trace contextRef="#ctx0" brushRef="#br0" timeOffset="94">26709 14883 7665,'-9'0'2234,"1"0"-1614,5-6 1,-2 4-216,5-7 1,7 2-180,5-1 0,6-4-133,7-1 0,7 0-126,5-8 1,6 4-197,6-3 1,-3 4 233,-1 0 1,-5 2-82,2 2 0,-5 5 31,-4 3 1,-4 5 127,-9 7 0,-3 2-89,-9 11 1,2-1 169,-6 5 0,0 6 9,-4 2 1,0 2 124,0 3 1,-4 3 2,0 0 0,-2 6-101,2-1 0,3-4 3,-3 0 0,2-1-6,2-4 1,2-2 4,2-11 0,3-6 7,5-5 0,6-6-1532,3-7 1,2-7 120,2-6 1202,0-5 0,11-12 0,2-2 0</inkml:trace>
  <inkml:trace contextRef="#ctx0" brushRef="#br0" timeOffset="95">27590 14660 7665,'-21'0'394,"0"0"0,5 0 589,-5 0 0,4 1-65,-3 3 1,-1 8-444,-4 9 1,2 8 129,2 4 0,-2 3-216,2 1 1,-2 6-407,-2 2 0,-1-1-636,-3 2 1,-3 5-322,-5 7 0,-6-3 224,21-28 1,-1 0 0,-1 1 0,-1 0 269,1 1 0,-1 0 480,-3-1 0,1-1 0,1 2 0,1 0 0,-3-1 0,-1-1 0,1 2 0,0 0 0,-1-1 0,0-1 0,0-1 0</inkml:trace>
  <inkml:trace contextRef="#ctx0" brushRef="#br0" timeOffset="96">21610 16904 7676,'-8'-4'-1700,"0"0"4847,5-6-1962,-3 4 1,12-1-172,2 3 0,5 4-3,3 4 1,3 3-484,6 5 0,4-4-189,0 1 0,6-3-97,-2 3 1,2 0-839,3-5 1,-1 1 428,0-5 0,-4 0-457,0 0 1,-5 1-1573,1 3-2235,-9-3 4431,-7 11 0,-13 0 0,-7 7 0</inkml:trace>
  <inkml:trace contextRef="#ctx0" brushRef="#br0" timeOffset="97">21635 17190 7676,'-19'19'0,"-2"-1"830,9-6 0,2-3-321,10-1 0,3-5 698,5 1 1,6-3-561,11-1 0,5 0 120,3 0 0,7 0-318,1 0 1,6 0-1008,-1 0 0,2-1-374,2-3 1,-1 2-864,1-2 1,-1 4 1794,1 4 0,0 3 0,-1 5 0</inkml:trace>
  <inkml:trace contextRef="#ctx0" brushRef="#br0" timeOffset="98">23322 17227 8085,'-12'7'366,"3"-2"289,1-5 1,5 6-175,-1 2 1,8-1 172,5 1 0,2 0-218,1 5 0,6-2 48,3-3 1,2 2-185,2-6 1,4 0-36,0-4 0,5-1-112,-1-3 0,-1-2-160,1-2 1,-5-7-389,1 2 1,1-3 288,-1-1 0,0 2-453,-4-6 0,-5 2 259,1-2 1,-6-2 40,2 2 0,-8 2 38,0-2 1,-7 6 327,3-1 0,-8-2-31,-1 1 0,-7 1 24,-2 3 1,-1 5 201,-6 0 1,0 1-115,0-1 0,-4-2 61,4 6 0,0 0-84,0 4 0,3 0-58,-3 0 0,4 5 11,0 3 1,-2 5-184,1 3 1,-3 4 41,3 4 1,-4 1-59,5 0 0,-5 1 58,5 3 0,-6-1 46,1 5 1,2-2 13,-2 3 0,4 1-29,-3-2 1,5-1 234,-2 1 1,5-4-135,3 4 0,0-7 152,5-1 0,1 3-101,7-8 0,3 1-34,5-8 0,2-1 85,3 0 0,6-5-52,6-3 1,5 2-78,0-2 1,-3 0 62,2-4 0,-1 0-443,1 0 1,2-4 165,-6 0 0,4-6-879,-4 2 0,5-2-101,-1 2 1,-3-3-494,-1 3 0,-4 1 1605,-4-1 0,8-1 0,-3-3 0</inkml:trace>
  <inkml:trace contextRef="#ctx0" brushRef="#br0" timeOffset="99">24476 17289 8094,'0'-7'1946,"0"1"-686,0 6-402,0 0-482,5 0 0,-2 2-149,5 2 1,-4 1-16,5 4 1,-6 2-54,1-3 1,1-1 342,-1 1-458,0 0 0,-4 1 90,0-1 1,0-4-103,0 4 1,-1-5-193,-3 1 1,1-2-94,-5-2 0,4 0-253,-5 0 341,1 0 1,1-2 66,3-2 0,-1 1-5,1-5 354,-1 0-96,5-5-78,0 1 28,0 0 52,6 5-264,-5 1 175,10 6-179,-9 0 0,5 0 34,-3 0-157,-3 0-20,5 0 20,-6 0 72,0 6-5,0-5-320,0 5 203,0-6-1065,0 0 1,0 0-1</inkml:trace>
  <inkml:trace contextRef="#ctx0" brushRef="#br0" timeOffset="100">25357 17326 8094,'-13'-12'0,"5"3"430,0 1 0,5 4-28,-1-4 1,4-1 361,4-3 0,8 4-272,9 0 1,4-1-334,4-3 1,-2-1 6,6 1 1,0 4-43,5 0 1,-5 5 26,0-1 0,-6 2-201,2 2 0,-7 2-17,-1 2 1,-10 8 61,1 9 1,-3 2 179,-1 2 0,-2 4-122,-6 0 1,-5 5 222,1-1 0,-4 3-104,4 2 1,-4-3-38,3-2 0,1-2-4,4-6 1,0-1-190,0 1 1,7-7-336,6-6 1,0-5 232,8-7 0,0 0-1014,4 0 0,4-5 534,-1-3 1,7-5-866,-2-3 0,1 0 1505,0-4 0,-4-6 0,-5-6 0</inkml:trace>
  <inkml:trace contextRef="#ctx0" brushRef="#br0" timeOffset="101">26262 17152 8094,'-12'-6'244,"-1"-4"102,1 6 1,0 0 443,-1 4 1,-1 0-262,-2 0 1,-9 11-97,-8 5 1,-4 8-176,-5 5 1,-2 4-246,-5 8 0,-5 3-56,27-19 0,0 0 1,-2-2-1,0-1 72,2 1 0,0 0 0,-26 18-705,3 4 1,6-6 7,3-2 0,9-1-383,7-7 0,6-4-341,6-5 178,7-4 1214,0 2 0,6-12 0,0 0 0</inkml:trace>
  <inkml:trace contextRef="#ctx0" brushRef="#br0" timeOffset="102">27093 17314 8094,'-5'-13'0,"3"1"931,-2-1 0,3 5-326,1 0 0,5 1 366,4-1 1,2-2-364,1 6 0,6-4-111,3 4 1,4-1-400,3 5 0,0 0-277,5 0 0,-4 0-953,4 0 1,-5 0 759,1 0 1,-9 5-1303,-3-1 1,-9 5 647,-4 0 1,-8 2 200,-4 1 825,-9 0 0,-7 6 0,-8 2 0</inkml:trace>
  <inkml:trace contextRef="#ctx0" brushRef="#br0" timeOffset="103">26969 17463 8094,'-5'6'0,"-1"1"-17,-2-3 521,2-2 0,8 3 763,2-5 0,8-1-577,9-3 0,8 1 67,4-5 0,-1 4-645,1-5 0,4 5 53,4-4 1,2 5-1451,-1-1 1,2 1 446,5-1 563,1 3 1,5-5-1,2 6 1</inkml:trace>
  <inkml:trace contextRef="#ctx0" brushRef="#br0" timeOffset="104">28359 17289 8094,'-13'-13'0,"1"4"683,-1-4 0,7 4-48,1-8 0,5 3 58,5 2 0,7 0-219,9-1 0,8 1-180,4-1 0,8 5-93,5 0 1,7 0 34,5-5 0,1 5-392,-1 0 1,0 5 261,-8-1 1,-1 4 14,-11 4 1,-11 3 66,-14 5 0,-6 6-41,-7 3 1,-2 2 182,-2 2 1,-3 1-96,-5 3 0,3-1 172,1 5 0,1-4-103,-1 4 1,-2-1 59,6 1 0,0 1-302,4-5 0,0 4-308,0-4 0,1 0-26,4-4 0,7-6-291,9-2 0,2-5-1143,2-4 0,4-2 792,0-6 1,5-2-2206,-1-2 3119,3-3 0,-4-11 0,-2-1 0</inkml:trace>
  <inkml:trace contextRef="#ctx0" brushRef="#br0" timeOffset="105">29426 17152 8094,'-31'0'0,"-2"0"0,-3 2 0,-1 2 0,0 0 1472,0 8 1,-5 0-421,1 8 0,-7 6-517,-2 7 1,0 3-492,-3 1 1,0 2 17,0 2 0,22-20 0,0 0-739,-4 3 0,-1 1 0,2-1 1,-1-1 175,0 4 0,0 0 0,-2 1 0,-2 0 501,-2 2 0,0-2 0,-3 1 0,-1 0 0,1 1 0,-1-1 0,-1 2 0,-1 0 0</inkml:trace>
  <inkml:trace contextRef="#ctx0" brushRef="#br0" timeOffset="106">11611 14300 7791,'6'-19'-147,"2"2"0,2 3 620,-2 2 259,3 5 1,-8-3 399,5 6-761,-5 0 0,1 5-164,-8 4 0,-7 7 24,-6 9 1,-5 2-98,2 2 1,-4 4 70,-1 0 1,-5 7-154,-3 1 1,-3 1-36,-1 8 1,0-1-501,0 5 1,-6 5 278,20-26 0,0 0 0,0 2 0,-1 1 118,1 0 1,1-2-1,1 0 1,1-2-335,-13 18 1,4-9-100,8-8 187,3-8 0,12-9 41,6-8 1,10-8-513,7-4 0,5-9 39,-2-4 764,9-2 0,-2-2 0,3 0 0</inkml:trace>
  <inkml:trace contextRef="#ctx0" brushRef="#br0" timeOffset="107">11922 14312 7792,'0'-7'718,"-5"1"-539,1 1 0,-7 5 912,-1 0 0,-2 7-467,-7 10 0,-5 9-194,-7 11 1,-4 3-128,-4 10 1,-2-2-303,20-19 1,0 0 0,-1-2 0,-1 1-64,0 3 1,0 0-1,-19 23 75,21-25 0,1 0 0,-20 27-550,1-2 1,2-5 387,-2-3 1,2-6-940,2 1 0,4-8 525,0-4 0,5-4-1021,-1-4 933,9-9 1,3-8-314,9-8 964,2-8 0,12 3 0,1-2 0</inkml:trace>
  <inkml:trace contextRef="#ctx0" brushRef="#br0" timeOffset="108">11090 14709 7793,'-13'2'292,"-4"2"1,3 3-64,-2 5 0,-4 2 476,0 2 1,-5 9-231,-4 8 1,1 4-1,-5 5 1,6 2-282,-2 5 0,3 2 63,1 3 1,7-8-195,6-1 0,6-6 156,10-6 0,10-8-132,11-9 1,11-8 74,9-3 0,7-10-249,2-3 1,10-7-280,-2-2 0,2-3-599,-2 3 0,0-3 485,1 3 0,-4 0 480,-5 5 0,-5 2 0,-10 1 0,-2-1 0,-5 5 0,-5 2 0</inkml:trace>
  <inkml:trace contextRef="#ctx0" brushRef="#br0" timeOffset="109">6451 16557 7866,'12'0'0,"-4"0"735,1 0 0,5 2-135,6 2 0,5-3-51,4 3 1,3-2-123,5-2 1,1 0-142,4 0 0,3-6-579,9-2 0,-3-3 103,3-2 0,-7 0-869,-2-4 0,-3 2 672,3-6 1,-5 2-381,1-2 0,-3-2 767,-5 2 0,-3-8 0,-5-3 0</inkml:trace>
  <inkml:trace contextRef="#ctx0" brushRef="#br0" timeOffset="110">7208 16036 7866,'-24'-23'0,"3"2"0,3 2 183,6 2 0,-4 4 355,-1-4 1,0 9 1330,5 4-1301,0 2 0,-1 4-11,1 2 1,1 4-178,3 9 1,-3 3 28,2 9 1,0 3-95,0 5 0,0 6-254,5 2 1,-1 5-94,5 4 0,-4 6 65,0 6 1,2-30 0,0 0-317,2 34 1,0-34 0,0 0 285,0 34 0,2-32 0,0-1-318,2 29 0,5 1 137,-5-13 0,4-2 26,-4-6 1,4-5 48,-4-8 0,1-4 157,-5-8 0,0 1-55,0-5 177,0-1 1,0-4-586,0 1 637,-6-6 0,-5-2-732,-5-5 0,-2 0 185,1 0 1,2-1-389,-6-3 0,1 1 235,-5-5 0,0-1-319,0-3 1,6-2 135,2-2 1,4-4 654,0-4 0,6-7 0,2 0 0</inkml:trace>
  <inkml:trace contextRef="#ctx0" brushRef="#br0" timeOffset="111">7381 17078 7866,'-7'-5'374,"-4"3"0,4-5 337,-5 3-6,0 3 0,-5-5-252,0 6 0,1 6 353,4 2 1,-6 9-243,-3 3 0,-1 4-39,1 0 0,-1 5-405,6 0 0,0 4 50,8-4 1,-1 0-362,4-4 1,3-6 214,6-2 1,4-9 4,9-4 0,-2-5 12,5-7 0,1-6-619,4-11 0,0 0-39,0 0 0,-6 1 300,-3-1 0,1 6 107,-5 2 0,3 5-116,-6 3 550,2 4 1,-4 10-173,-3 4 0,-3 9 213,-1 6 0,0 7-58,0 6 1,0 0 91,0 0 1,0 6 114,0 2 0,0 0-88,0 0 0,-4 1 27,0 3 0,-4 1-59,4-1 0,-6 0-222,2-4 0,-3 2 96,-2-6 0,1-5-156,-1-7 1,1-8 111,0-5 0,-1-8-361,1-3 0,-2-4-128,-3-1 0,4-7-284,-4-5 0,3-2-594,2-7 1,-1 1 557,1-5 0,0-6-834,-1-2 1,5-4 726,0-4 0,5-3 792,-1-6 0,-3 1 0,0-1 0</inkml:trace>
  <inkml:trace contextRef="#ctx0" brushRef="#br0" timeOffset="112">7381 17066 7866,'8'0'126,"1"0"0,-5 1 2467,4 3-1881,0-2 1,6 3-226,3-5 1,-2 0-138,6 0 0,3-5-1360,5-4 1,4-2-36,-4-1 0,6-1-1719,-2 1 2764,-3-6 0,1-1 0,-7-6 0</inkml:trace>
  <inkml:trace contextRef="#ctx0" brushRef="#br0" timeOffset="113">7741 16805 8068,'-12'0'2002,"3"0"-1547,1 0 0,5 7 198,-1 5 0,3 2-250,1 7 1,0-3 179,0 7 0,0-3-165,0 7 0,0 1-795,0-1 0,0 4-402,0-4 1,-2 5-734,-2-1 0,3-2 1512,-3-2 0,-3-3 0,0-1 0</inkml:trace>
  <inkml:trace contextRef="#ctx0" brushRef="#br0" timeOffset="114">8274 16334 7866,'2'-13'177,"2"1"1,-1 0 35,5-1 1,-4 1 278,4-1 1,1 5 13,3 0 1,0 0 6,1-5 1,1 5 77,2 0 0,-2 4-182,2-5 0,2 7-193,-1-3 1,4 5 9,-5 5 1,1 3-277,-5 8 1,-5 2 97,-3 3 0,-3 7-268,-1-4 1,-1 5 63,-3 0 0,-7-3-81,-6 3 1,1-4 90,3-4 1,-3 1 32,-1-6 0,-3 0-37,3-8 1,1-3 43,3-5 0,1 0-17,-1 0 1,2-5 71,3-3 0,-2-9-145,6-4 1,0-2-11,4-2 1,0 4-100,0 1 1,2 5-194,2-2 1,-2 3 157,7 2 1,-5 1-1414,4 3 1753,0 2 0,5 6 0,-1 0 0</inkml:trace>
  <inkml:trace contextRef="#ctx0" brushRef="#br0" timeOffset="115">8771 16408 7866,'-9'9'701,"1"-1"529,5 0-70,-2-1 1,10 3-49,4-6 1,8-1-555,8-8 1,6 1-219,6-8 1,0 1-101,0-10 0,6 0-707,2-3 1,-2-1 373,-1 0 1,-4 0-339,-1 0 0,-1 1-347,-3-1 1,-4 1-872,-8 4 1,-7 2-757,-6 5 2405,-5 1 0,2 0 0,-5-1 0</inkml:trace>
  <inkml:trace contextRef="#ctx0" brushRef="#br0" timeOffset="116">9242 15949 7866,'-14'-16'0,"-2"-1"0,2 1 616,-3 3 0,4 7-175,0 1 0,1 4 512,-1 1 1,1 1-421,0 4 1,3 3 20,1 8 1,5-1-145,-1 6 1,-1 1 1,0 7 1,1-3-7,4 3 1,0 2 23,0-2 0,0 5-265,0-1 1,4 1 13,1 0 1,3 1-212,-4-2 1,4 3 103,-4 1 0,5 1-155,-5-1 0,0 4 68,-4 1 1,4 4-418,0 0 0,0-2 134,-4 1 1,-4-5-11,0 2 1,-4 1 45,4-2 0,-5-1 90,5-7 0,-4-3 118,4-5 0,0-4-226,4-1-248,0-4 131,0 1-811,0-10 621,-6-1 1,-1-6-163,-5 0 0,0 0 306,-1 0 0,-1 0 172,-2 0 0,1-2-241,-6-2 0,0-3 136,-4-5 0,1-2 376,-1-2 0,0-4 0,0-4 0</inkml:trace>
  <inkml:trace contextRef="#ctx0" brushRef="#br0" timeOffset="117">9478 16855 7866,'0'-32'483,"0"2"-257,0 5 1,-2 0 45,-2 0 1,1 6-60,-5 3 0,0 7 13,-5 5 1,1 3 257,0 1 1,1 1-50,2 3 0,-2 5-28,3 7 1,1 9 15,-1 8 0,4 4-2,-4 4 1,1-1-94,-2 6 0,-2-1-460,3 5 0,1-7 166,-1-6 0,5-1-685,-1-7-1,3-6 416,1-6 1,1-9-270,3-4 0,9-14 27,7-6 1,4-8-162,0-4 1,0 0 498,-3-5 0,-2 5-66,-3-1 0,-2 5 527,3 3 1,-8 7-92,0 6 411,-7 5 0,4 4-287,-6 12 1,0 9-62,0 7 1,0 5-95,0-1 1,0 7-72,0 2 1,0-1 212,0-4 1,4 5-96,0-1 1,4 4 249,-3-3 1,-1-1-119,-4-4 0,0 1-37,0-1 0,-6-1-93,-2-3 0,-7 1-217,-2-5 0,-3-1 58,3-8 1,-4-2-1,5-5 1,-2-7-233,1-1 1,4-5 111,-4-5 0,3-1-505,2-7 1,-1-5 281,1-2 0,0-5-880,-1-4 0,2 1 487,3-5 0,-2 0-732,6-4 0,-4-2 380,4-2 0,0-2-459,4-2 1458,0-3 0,11-2 0,2-7 0</inkml:trace>
  <inkml:trace contextRef="#ctx0" brushRef="#br0" timeOffset="118">9875 16359 7866,'4'-9'0,"0"1"0,4 4 878,-4-4 1,7-1-53,2-3 0,3 1 100,5 3 1,4-3-790,0 2 0,1 3-12,7-3 0,0 2-349,4-1 1,-1-1 231,-3 4 1,2-3-1624,-6 4 0,-7 1 563,-10 7 0,-7 3 1052,-9 6 0,-8 10 0,-7 3 0</inkml:trace>
  <inkml:trace contextRef="#ctx0" brushRef="#br0" timeOffset="119">9999 16508 7866,'-18'5'334,"4"2"1,-3 1 1384,9 0-950,3-5 0,7 7 348,7-6 0,0 0-582,12-4 1,0 0-184,4 0 0,3 0-1058,1 0 0,6-1 518,-2-3 1,3 2-620,1-2 0,0-1 807,0 0 0,1-4 0,-1 2 0</inkml:trace>
  <inkml:trace contextRef="#ctx0" brushRef="#br0" timeOffset="120">10942 16272 7866,'0'-13'248,"0"1"1,1 1 1082,3 3-764,3 2 1,9 6-180,1 0 1,0 7 159,-5 6 1,-1 6-130,-3 10 1,2-2-106,-6 6 0,0 0-162,-4 5 0,0-1-112,0 0 1,0-1-675,0-3 0,0-7 484,0-5 0,0-10-976,0 1 798,0-8 0,0 1-1334,0-10 1,0-7 1661,0-9 0,0-2 0,0-2 0</inkml:trace>
  <inkml:trace contextRef="#ctx0" brushRef="#br0" timeOffset="121">11028 15999 7866,'-8'0'1323,"0"0"103,5 0-949,-2-5 1,11 3-1338,7-2 1,2 3 402,10 1 1,-2 4-867,10 0 1323,-5 6 0,8-4 0,-5 7 0</inkml:trace>
  <inkml:trace contextRef="#ctx0" brushRef="#br0" timeOffset="122">11525 16098 7866,'-32'0'0,"-7"2"1249,6 2 0,-1 3 46,5 5 0,3 6-666,-3 3 0,2 8 405,3 4 1,6 2-472,5 3 1,6-1 89,7 0 1,2-1-254,2-3 1,3-4-348,5-8 1,5-3-200,-1-6 0,6-5-242,-1-3 0,3-10-322,0-6 0,0-6 452,-4-7 0,7-5-1090,-7-3 0,6-3 567,-5-1 0,-2 0 23,2-1 1,0 1 331,4 0 1,-5-2 63,1-2 0,-2-3-17,2-6 1,1-5 201,-5-3 0,-1-2-134,-4-2 1,-5 1 120,-2 3 1,-4 6 1014,-1 11-713,-6 5 0,-1 18 1008,-5 5 1,0 9-530,-1 13 0,1 0 290,-1 12 0,1 5-172,0 7 0,-1 3-293,1 1 1,1 2-145,3 2 0,-3 5-41,2 7 0,0 0-459,0 5 0,0-1 227,5 5 1,-2 7-532,4-31 1,0-1 0,1 32 271,-2-34 1,1 0-1,1 28-1241,1-5 0,6-8 217,2-9 1,3-8 1283,1-4 0,-2-10 0,2-6 0,3-6 0</inkml:trace>
  <inkml:trace contextRef="#ctx0" brushRef="#br0" timeOffset="123">11934 16383 7866,'1'-6'585,"3"1"0,-1 10 565,6 3 1,-1 8-567,4 5 1,5 12 96,-1 4 0,6 9-229,-1-1 1,2 4-381,2 0 0,0-5 30,0-2 1,0-5-328,-1-4 1,0-4-326,-3-9 0,1-3-606,-6-9 1,6-2-671,-1-6 0,-3-2 1826,-2-2 0,4-8 0,-1-7 0</inkml:trace>
  <inkml:trace contextRef="#ctx0" brushRef="#br0" timeOffset="124">12616 16408 7866,'-12'7'678,"-5"-1"-508,1-6 0,-2 5 387,1 3 1,2 1 7,-6 3 0,4-1 125,-8 10 1,1 1-595,-9 7 0,4 4 56,-4 8 1,-4 3-733,-4 6 0,-8 1 549,25-24 0,-1 0 0,0-2 0,0 1-232,-1 1 0,-2-1 1,1 1-1,-1-1 159,1 1 0,1 0 0,-2-3 1,0 0-469,1 3 0,1 0 0,-20 15-82,1 4 0,9-8-608,3-5 1262,11-2 0,-7-7 0,11 1 0,3 0 0,4 0 0</inkml:trace>
  <inkml:trace contextRef="#ctx0" brushRef="#br0" timeOffset="125">12740 16111 9191,'6'-7'943,"-5"0"-780,3 3 1,3 2 278,2-2 1,2 1 269,1-1 1,2 3-640,2-3 0,-1 2 36,6 2 1,0 0-680,4 0 0,-1 0 425,1 0 0,0-4-1353,0 0 0,0 0 1498,-1 4 0,1 0 0,0 0 0</inkml:trace>
  <inkml:trace contextRef="#ctx0" brushRef="#br0" timeOffset="126">12815 16297 7866,'-13'0'484,"2"1"-133,3 3 710,3-2 1,10 3-449,3-5 1,5-1-266,3-3 0,8 1-135,5-5 1,5 3-755,-1-3 0,-1 4 441,1-4 1,0 4 99,4-5 0,0 1 0,1-4 0</inkml:trace>
  <inkml:trace contextRef="#ctx0" brushRef="#br0" timeOffset="127">13683 16111 7866,'-7'0'3444,"3"0"-3213,8 0 0,9 0 136,7 0 1,9 0 357,4 0 0,5-2-616,3-2 0,-1-3-551,5-5 0,1-1-1210,3 1 0,1-4 863,0-1 0,-12 0 789,-5 5 0,-5-6 0,-3-1 0</inkml:trace>
  <inkml:trace contextRef="#ctx0" brushRef="#br0" timeOffset="128">14068 15689 7866,'-20'0'1298,"-2"0"-949,6 0 1,-1 1-170,5 3 1,-5 5 222,1 7 0,1 5 237,6 8 1,0 3-221,5 5 1,-5 10-164,5 2 1,0 5-234,4 0 0,0 2-110,0 6 1,0 4-72,0 1 1,-4-1 48,0-4 1,0-6-110,4-2 1,0 0 28,0-5 1,0-7 54,0-13 1,0-3-92,0-1 1,4-2-61,0-2-169,0-3 301,-4-6 0,-5-1-436,-4-3 0,-2-2 296,-1-6 1,-2 0-303,-3 0 0,4 0 188,-4 0 0,3-6-185,2-2 591,5-3 0,-4-7 0,4-1 0</inkml:trace>
  <inkml:trace contextRef="#ctx0" brushRef="#br0" timeOffset="129">14266 16557 7335,'-18'13'-1192,"3"-4"2738,-6 4 0,2-2-666,-2 9 1,-2 1 77,2 4 1,-1 4-416,2 0 1,3 1-99,9-1 0,2-7-168,6 3 0,0-9-697,0 1 0,7-9 132,6-4 0,0-4-73,8-4 1,0-7 56,4-5 0,-5-5-484,1 4 0,-5-5 123,5 2 1,-6 2 228,2 1 0,-3 3 234,-2 2 1,0 1-26,1 3 1,-5-2 596,0 6-137,-5 0 0,7 11 261,-6 5 0,0 2 159,-4 6 1,1 5-307,4 4 0,-4 7 308,3 1 0,-3 2-227,-1 6 0,0-3 2,0 3 1,-1 1-151,-3 3 1,-2-1 124,-2-2 1,-3 1-96,3-6 0,-2-1-233,2-7 1,-3-3-127,3-5 1,-2-10 130,2-2 1,-3-9-552,2 0 1,-2-4 282,-1-4 1,0-3-758,-1-5 0,-3-2 433,-1-3 0,-1 2-322,2-5 0,-2-1-86,-3-4 0,-2-5-183,2-3 0,2-3 1101,-2-1 0,0-6 0,-4-1 0</inkml:trace>
  <inkml:trace contextRef="#ctx0" brushRef="#br0" timeOffset="130">14924 16173 7865,'-7'-13'0,"-3"5"721,6 0 1,0 4 266,4-5-241,0 7 1,5-4-246,4 6 0,2 0-65,1 0 1,5 6-127,-1 2 0,2 3-85,-1 1 0,-8 1-119,4-1 1,-5 5 83,0-1 0,-2 5-164,-6-5 0,0 5 119,0-4 1,-2-1-290,-2-4 0,-3 1-139,-5-1 0,-5-1-265,1-2 1,-5-4-279,5-5 1,-2 0 387,1 0 0,5-5-183,-1-4 1,5-3 135,4-5 0,3 2-656,-4-5 1,5 3 1139,5-4 0,1-5 0,7-6 0</inkml:trace>
  <inkml:trace contextRef="#ctx0" brushRef="#br0" timeOffset="131">15445 16210 7865,'-7'5'1560,"1"-2"-968,6 5 1,7-5 324,6 1 0,10-2-385,10-2 0,8-2-581,5-2 1,4-4 105,3-9 1,4-2-1614,5-6 0,0-4 1065,0 0 0,-10-5-1054,-2 1 1545,-14 3 0,-6-1 0,-12 6 0</inkml:trace>
  <inkml:trace contextRef="#ctx0" brushRef="#br0" timeOffset="132">15991 15739 7865,'-13'0'-136,"-3"0"-35,-1 0 1,0 0 1038,5 0 0,0 1-321,-1 3 0,1 8 110,-1 9 1,1 5-234,0 7 0,-1 2 21,1 10 0,4 2-103,-1 7 1,5 2-415,-4 6 0,5-1 188,-1-3 0,3 3-133,1-4 0,-5 0 31,1 1 0,0-7 144,4-2 1,2 0-363,2-8 1,-2-4 88,7-4 1,-5-5-42,4 1 1,-1-7 90,1-1 1,-1-5 184,-3 5 0,-2-6-145,2 1 0,-8-2 261,-5-1 1,-3-2-462,-4-3 1,0 2 94,-4-6 0,3 0-472,-4-4 1,5-2 228,-5-2 1,6-4-627,-1-9 0,2 2 398,1-5 1,1-1 600,0-4 0,-1-5 0,1-2 0</inkml:trace>
  <inkml:trace contextRef="#ctx0" brushRef="#br0" timeOffset="133">16214 16756 7865,'-21'-13'-202,"0"1"1,6 3 546,-1 1 0,1 5 779,-2-1 1,3 4-26,-2 4 0,1 5-519,-2 7 0,3 4-191,-2 4 0,2 0-176,2-4 0,5 3-446,2-7 1,4 1 229,1-5 0,6-5-60,2-3 1,4-3-123,5-1 1,2-5-284,6-3 0,-4-5-137,-1-3 0,0 2 229,0-3 0,0 4 68,-4 0 0,-3 1 104,-1-1 1,0 6 218,-3 3 0,-3 3-53,3 1 1,-6 7 75,1 5 0,-3 10 151,-1 7 0,0 7 311,0 1 0,-1 2 72,-3 6 1,2-3-254,-2 3 1,-2 1 245,2 3 0,-4-5-182,4-2 1,-4 0-79,4 0 1,-6-1-80,2-4 1,1-1-274,-2-3 0,5 0 19,-4-8 0,0-1-35,-5-8 1,5-8-583,0 1 0,1-8 346,-1-5 0,-3-4-517,2-9 0,-2 2 313,-1-6 1,0 1-587,-1-5 0,1-4 506,-1 0 0,5-6-794,0 2 1377,0-3 0,-5-1 0,1 0 0</inkml:trace>
  <inkml:trace contextRef="#ctx0" brushRef="#br0" timeOffset="134">16301 16731 7865,'12'-7'985,"0"3"0,2-2-401,3 2 1,2-6 302,6 2 1,5 1-372,3-1 1,3 0-1410,1-5 0,1 0-110,-1-4 0,-1-1 1003,-3-3 0,-3-2 0,-5 4 0</inkml:trace>
  <inkml:trace contextRef="#ctx0" brushRef="#br0" timeOffset="135">16735 16433 7865,'-8'0'164,"-1"0"1,7 1-58,-3 4 0,3-3 686,-2 7 1,2 0-259,-2 8 1,3-1 224,1 9 1,1-1-312,3 9 1,-2 4-171,2 4 0,-2 6-747,3-1 1,-4 2-2010,3 1 2261,-3-5 0,-6 5 0,-2-5 0</inkml:trace>
  <inkml:trace contextRef="#ctx0" brushRef="#br0" timeOffset="136">4416 4862 7926,'-12'-6'-151,"1"-1"835,3-5 0,-2 4-212,6-1 0,0 5-55,4-4 0,0 4-158,0-4 0,5 5 118,3-1 1,9 2-48,4 2 1,4 3-81,3 5 1,0 3-228,5 14 0,-4-1 158,4 9 0,-4 5-289,4 8 1,-9 3-192,0 5 0,-7 4 226,-1 8 1,-9-30 0,-1 0 18,-2 1 0,0 0 0,-1-1 1,0 0-318,-3 26 1,0-4 37,0 0 1,-2-13 205,-2-4 0,-1-8 484,-4-8 1,0-5 1,5-4-32,-6-8 0,7-2 156,-5-6-159,5 0 1,-2-6-182,5-2 1,0-8 21,0-5 0,-2-3-142,-2 0 0,3-7-155,-3-2 1,1-3-20,-1-1 0,2 0 109,-2 0 0,3-2-4,1-2 0,0 2 33,0-2 1,7-3-48,5-2 0,2 4 52,7 0 0,3 0-236,5 0 1,4 5-11,-4 4 0,4 7-22,-4 1 0,4 6-511,-4 6 0,0 5 301,-4 0 0,-1 5-476,-4-1 0,-2 3 59,-5 1 903,-6 5 0,4 2 0,-5 5 0</inkml:trace>
  <inkml:trace contextRef="#ctx0" brushRef="#br0" timeOffset="137">5037 5283 10902,'6'6'157,"4"-3"-254,-6 5 0,6-4-361,-2 4 1,3-1 219,2 1 238,-1 4 0,0-6 0,1 7 0</inkml:trace>
  <inkml:trace contextRef="#ctx0" brushRef="#br0" timeOffset="138">5099 5556 7926,'-7'0'1183,"1"0"-750,6 0 0,3 2-609,5 2 176,1-3 0,19 10 0,-1-4 0</inkml:trace>
  <inkml:trace contextRef="#ctx0" brushRef="#br0" timeOffset="139">18174 4961 7926,'-19'0'899,"2"0"-91,3 0 912,2 0-1188,5 0 1,1-1 62,6-4 1,2 3-183,2-7 0,3 0 10,5-8 1,6 2-38,3-6 1,4-3-123,4-5 0,-2-4-67,6 4 1,0-6 13,5 2 1,2-7-470,5-1 0,0-6 338,-18 24 0,0 0 0,1 0 1,1-2-76,-1 1 1,2-1 0,3-3 0,1 1 22,3-2 1,1 0 0,-1-2 0,0 1-395,2-1 0,1 0 0,-2 0 0,1 0 304,0 0 1,0 0 0,-1 0 0,0 0 4,2 0 1,-1 0-1,-4 2 1,0 0-26,-2 0 1,0 0 0,0 3 0,-1 0-101,1-1 0,0 0 0,-1-1 0,0 0-20,1-1 0,0 0 0,-4 1 0,0 1 75,-2 0 1,-1 0 0,2 0-1,0 0-226,-1 2 0,-1 0 1,-1-1-1,0 0-191,20-19 0,-6 2-632,-2 2 1,-11 6 510,-9 2 0,-5 7-339,-3 1 0,-4 6 1004,-5 6 0,-5 6 0,-2 2 0</inkml:trace>
  <inkml:trace contextRef="#ctx0" brushRef="#br0" timeOffset="140">19737 3039 7929,'0'-20'5,"0"4"0,0-2 604,0 1 0,1 1-167,3 3 1,3-3 476,6-1 1,5 1-386,2 3 1,5 1-117,4 0 1,-1 1-126,5 2 0,0 4-489,4 5 1,-4 1-413,0 3 1,-4 3 520,4 6 1,-7 6-276,-1 6 1,-1 1 166,-8 7 0,-5 4-565,-7 4 0,-2 10 236,-2-1 1,-10 8-227,-2 0 1,-13 2 467,0 2 0,-7-1 273,3-3 0,-5-3-388,1-5 1,3-2-251,1-3 647,-3 4 0,6-9 0,-3 2 0,3-3 0,1-5 0</inkml:trace>
  <inkml:trace contextRef="#ctx0" brushRef="#br0" timeOffset="141">18037 4973 7452,'7'-5'-362,"0"2"1210,-3-5 1,-1 4-167,5-5 0,1 1-63,3-4 0,5-1-218,-1 1 0,2-5-129,-1 1 0,0-6-170,4 1 1,3-2 144,-4-2 0,4-5-271,1-3 0,-5-2 93,1 2 1,0-4-31,3 0 0,1-1-43,0-3 0,1 1-466,3-1 0,-3 2 94,3-2 0,-1 4 151,1 4 0,-7 4 66,3 8 1,-9 9 81,1 7 1,-8 4 208,0 1 0,-1 4-118,4 0 1,-3 10 114,-1-2 0,-4 1-77,4-1 0,1-6 620,3 6 0,0-6 10,1 2 0,-1-5-312,1 1 1,3-8-43,1-5 0,1-2-22,-2-1 1,2-5-996,3 1 1,-2-2 449,-2 1 1,-2 4-384,5-4 0,-3-1 214,4 2 0,-5-1-51,5 5 1,-5-5-147,5 1 1,0-5 187,3 4 1,-3-5 335,0 2 1,-2-4-66,2 0 1,5-1 822,-5 0 1,5 4-406,-5 1 1,-4 6 391,0 1 0,-3 2 384,-2 7-503,1 0 1,-2 10-124,-3 2 1,3 3-126,-3 1 1,-1-1 61,1-2 0,2-4-56,7-5 1,-2-1-502,5-3 0,1-9 186,4-7 1,1-4-746,3-1 1,-3-5 336,3-3 1,-3 1 62,-1-1 1,0 0 623,0-4 1,-2 1-133,-2 3 0,-2 3-2,-2 5 0,-4 4-99,4 1 0,-3 4 503,-2 0 0,-4 6-179,1 2 0,-5 5 1101,4-1-1218,0 3 1,1 1-707,-1 0-1355,-5 5 0,6 2 972,-4 5 1,0 2-633,-1 3 0,-1-2 1480,5 6 0,0-1 0,5 5 0</inkml:trace>
  <inkml:trace contextRef="#ctx0" brushRef="#br0" timeOffset="142">22106 1662 8055,'-12'-4'0,"0"0"0,1-2 605,2 2 0,-2 1-129,3-5 1,-3 1 460,-1-1 1,-1 2-348,1 6 1,-1-4-96,1 0 0,-5 0 101,1 4 1,-5 5-174,5 4 0,-6 3-287,1 5 1,-1 7 53,1 9 1,2 5-160,2 3 1,4 3 108,-4 6 1,5-1-340,3 1 0,4-7 78,5-6 1,1-11-3,3-9 0,3-5-25,6-4 0,0-2 77,4-6 0,-2-2-257,6-2 1,-5-4 106,5-9 1,-2 4-403,2-4 1,1-2 242,-5-2 0,3 3-115,-3 2 1,1-2 301,-2 1 1,-2-1-64,3 2 0,-8 2 201,-1-2 0,-3 6-321,3 2 741,-5-1-294,2-3 0,-5 4 310,0-1 1,2 5 48,2-4-211,-3 5 0,5-4-33,-6 3-140,0 3 29,0-10 41,0 9-44,0-3-10,0 5 870,0 0-673,0 5-109,0-3 0,0 5 61,0-3-87,0-3 0,0 6-14,0-3 1,0-1 76,0 5 1,0 1-70,0 3 1,0-2 1,0 2 1,0-1-48,0 10 1,0-1-4,0 5 1,4 5-115,0 4 0,0 3 97,-4 4 1,0-1 39,0 6 1,0-5-25,0 4 1,0-5 30,0 2 0,0-4-45,0-1 1,-1 1 5,-4-1 0,3-4 101,-7 0 0,1-5 139,-4 1 0,3-3 220,1-1 0,0-5-128,-4 1 1,-1-6 353,1 2-407,-1-4 1,1-4 226,0-1-335,-1-5 0,1 2-190,-1-5 1,1-4-406,-1 0 1,-4-6 280,-4 2 1,2-4-675,-2-5 0,6 2 388,-2-6 1,-1 1-361,2-5 1,1-1 277,6-3 0,0 2-71,5-2 1,-1 5 146,5 3 0,2-1 165,2 5 1,3-3-100,5 3 1,5-3 29,-1 3 0,6-4-507,-1 5 0,2-2 248,2 1 0,-1-1-999,-4-2 0,2 2 1536,-5 5 0,5-4 0,-3-3 0</inkml:trace>
  <inkml:trace contextRef="#ctx0" brushRef="#br0" timeOffset="143">22441 2046 8055,'9'-1'1182,"-1"-3"1,-4 2-498,4-2 1,-4 3 572,5 1 0,-5 0 123,4 0-971,0 5 1,1 2-331,-1 6 1,-5-5 110,1 0 1,-3 1-177,-1 3 1,0-4 100,0 1 1,-4-5-375,0 4 1,-6-4 145,2 4 1,1-5-833,-1 1-8,0-2-317,-5-2-430,1 0 654,5-6 1045,1-1 0,1-5 0,-2-1 0</inkml:trace>
  <inkml:trace contextRef="#ctx0" brushRef="#br0" timeOffset="144">23012 1873 8055,'0'-13'644,"0"1"1,4-5-149,0 1 1,6-1 211,-2 5 1,0-5-200,5 1 1,-4-6-35,8 1 1,2 3-166,2 2 1,2-2-64,2 1 0,-3 1-190,3 3 0,-7 2 61,7 3 1,-7 3-111,2 5 0,-4 0 91,0 0 1,-2 0-247,-2 0 1,-3 6 57,-1 7 0,-4 1 54,4 6 1,-5-3 137,1 3 0,-2 1 84,-2 4 1,0 0 94,0 0 1,0 3-111,0 1 1,-2 6 125,-2-2 1,1 3-14,-5 1 1,4 2-119,-4 2 1,5-4-91,-1 0 1,2-1-153,2-7 0,2-1-39,2-8 0,3-3 102,5-9 1,2 2-1177,2-6 0,0 0 551,4-4 0,-3-5-1365,4-4 0,-1-6 241,5-1 1761,0-6 0,5 2 0,2-5 0</inkml:trace>
  <inkml:trace contextRef="#ctx0" brushRef="#br0" timeOffset="145">23831 1563 8521,'-13'0'1048,"5"0"15,0 0 0,0-4-428,-5-1 0,1 3 370,-1 6 1,0 0-445,-4 8 1,-2 4-95,-6 8 0,-4 7-179,0 2 0,-10 4-259,2 4 1,-7 3-89,3 6 0,16-23 0,-1 0-138,1 0 1,0-1 0,-1 2 0,0-2-1129,-24 24 0,6-6 797,3-3 1,3 1-470,5-5 1,9-7-446,7-9 206,9-6 1,4-3 160,8-8 1075,8-2 0,7-13 0,6-3 0</inkml:trace>
  <inkml:trace contextRef="#ctx0" brushRef="#br0" timeOffset="146">24042 1885 8055,'12'-7'3911,"0"3"-2890,1-3 0,-1 2 1152,1-4 0,3 3-939,1 1 1,5 4-436,-2-3 1,5 1-1470,4-1 1,-1 3 475,5-3 0,0 2-1989,4 2 1,-1 0 1363,-3 0 1,-4 4-2020,-8 0 1,-5 6 2837,-7-2 0,-9 9 0,-7 2 0</inkml:trace>
  <inkml:trace contextRef="#ctx0" brushRef="#br0" timeOffset="147">24128 2059 8055,'-8'0'284,"0"0"3061,5 5-871,-2-3-1349,5 3 1,9-5-148,4 0 1,12 0-416,-1 0 0,8 0-971,-3 0 0,10 0 303,-2 0 0,4 0-2043,0 0 1,-2 0 2147,2 0 0,4 0 0,-1 0 0</inkml:trace>
  <inkml:trace contextRef="#ctx0" brushRef="#br0" timeOffset="148">23868 1848 8055,'0'-7'3287,"0"0"-1472,0 3-1237,0 3 0,1-5-1046,3 6 0,3 6-67,6 2 1,-1-1-342,1 1 0,3 4-1742,1 5 2618,-6 0 0,0 0 0,-4 3 0</inkml:trace>
  <inkml:trace contextRef="#ctx0" brushRef="#br0" timeOffset="149">23918 2121 8055,'0'7'3046,"0"-2"-2573,0 1 1,4-4-91,0 7 1,5-5-3777,0 4 3393,2 0 0,1 10 0,1 2 0</inkml:trace>
  <inkml:trace contextRef="#ctx0" brushRef="#br0" timeOffset="150">25406 1650 8055,'-7'-6'0,"2"3"166,5-5 0,-4 4 867,0-4-149,-1-1 1,5-3-362,0-1 1,6 5 7,2 0 0,3 4-149,2-4 0,3 5 60,1-1 1,5 2-126,-2 2 0,8 3-153,1 5 1,1 3-97,-1 14 0,-4-1 124,0 9 0,-2 5-483,-6 8 1,-2-2 183,-7 1 0,-2 5-634,-6 4 1,-2 1 416,-2-2 0,-7-7-221,-5-1 0,-1-10 134,5-6 0,-1-4 560,1-5-8,5-2-14,2-11 131,5-7 0,0-11-114,0-5 1,1-2 135,3 1 1,-1-2-199,5-6 0,-1-1 94,1-3 0,2-3-50,-6-5 1,6 0 103,-2 0 1,-1-5-147,1 1 0,0 0-29,5 3 1,3 1-189,1 0 0,4 5 151,-5 3 0,2 7-715,-1 2 1,-4 6 344,4 1 0,-3 7-2319,-2 6 1268,0 0 1403,1 0 0,-1 11 0,1 2 0</inkml:trace>
  <inkml:trace contextRef="#ctx0" brushRef="#br0" timeOffset="151">26349 1860 8055,'-6'-12'166,"-2"0"0,-1-1 181,0 1 0,-2 3 1038,3 1 0,1 1 200,-1-1-1084,0-3 1,-5 10-144,1-3 0,-1 4 164,1 4 1,-5 4-135,1 8 1,-2 5-24,1 8 1,4 3-105,-4 5 0,3 4-38,2 1 1,1 3-798,3-4 0,-2 6 451,6-1 1,0-5-1303,4-4 0,5-5 699,3-7 1,9-6-852,4-2 1,6-9 770,2-4 0,6-8-609,-2-4 1415,3-3 0,6-13 0,2-2 0</inkml:trace>
  <inkml:trace contextRef="#ctx0" brushRef="#br0" timeOffset="152">26647 2009 8055,'-2'-12'1164,"-2"-1"1,-3 6-487,-5 3 0,-2 3 1014,-2 1 1,-4 12-837,-5 9 0,-3 8 123,-1 8 0,0 0-393,4 1 1,1-1-859,4 0 1,7-5 210,9-3 0,3-9-646,1-3 0,7-5 377,5-3 1,2-4 18,7-5 0,-1-10-598,5-2 1,4-9 174,0 1 0,0-4 414,-4-1 1,-5 1 72,1-1 0,-4 4 0,3 0 1,-3 6 14,3-1 0,-8 2-290,0 2 58,-2-1 232,-4 6 0,0 9 222,-6 10 0,0 2 1259,0 7 1,-4 1-35,0 7 0,-6-2-666,2 6 1,1 0 126,-1 4 0,1 5-192,-2-1 0,0 6-569,5-2 1,-5 4 115,5 0 0,-1-5-227,1-2 0,2-4 202,-2 0 1,-1 3 36,0 0 0,0-4-50,1-4 0,1-4-171,-5 4 1,0-6 105,-5-3 0,1-1 27,-1-11 0,1 3-45,-1-7 0,-3-2-73,-1-2 1,1-3-247,3-1 1,-3 0-396,-1 0 1,-3-2 357,3-7 0,-5 1-226,1-8 1,-1-5 184,2-4 0,-4-5-767,4-7 1,0-2 125,0-2 877,4-3 1,-7-6 0,4 0 0</inkml:trace>
  <inkml:trace contextRef="#ctx0" brushRef="#br0" timeOffset="153">26808 1960 8055,'12'-6'2460,"5"5"-1787,-1-3 1,7 2-206,-3 2 0,5 2 258,4 2 0,-3 8-255,3 9 1,1 4-281,-1 3 1,-1-1-351,-7 2 1,-5 2-485,-8 2 0,-3-1-890,-10 1 0,-3-1 837,-8 1 1,-9 1-564,-8-5 1,1 0 754,-1-4 0,1-2 504,-1-2 0,-3 3 0,5-5 0</inkml:trace>
  <inkml:trace contextRef="#ctx0" brushRef="#br0" timeOffset="154">25146 1153 8055,'-6'-12'1417,"5"0"885,-10-1-1665,9 1 0,-3 6 8,5 6 1,0 13-201,0 12 0,0 6 25,0 11 1,-1 4-182,-4 12 0,-2 2-454,2-26 1,-2 2 0,1 4 0,0 1 130,-1 4 0,1 1 1,0 2-1,-2 1-236,0 0 0,0 1 0,1 1 1,0 1-22,-1 0 1,0-1 0,1 3 0,1-1 135,2-4 0,0 1 0,1-2 0,0-1-487,3-5 1,0-1 0,1-2-1,0 0 243,0-3 1,2-2 0,9 35-898,9-11 0,8-5 386,4-16 1,14-7-681,7-5 1590,10-6 0,1-4 0,-30-8 0,1-1 0,-1-1 0,0-1 0</inkml:trace>
  <inkml:trace contextRef="#ctx0" brushRef="#br0" timeOffset="155">27428 1401 7692,'17'0'305,"-1"0"1,2 0-288,-1 0 1,6 6 1535,6 2 0,4 10-718,-4 7 1,6 5-451,-2 7 0,-2 6-143,3 3 1,-12 6-297,-2 2 1,-5 0 260,-2-5 0,-6 2 0,-3 3 0,-8-3-12,-5 3 0,-7-3 12,-5-2 0,-2 1 0,-2-1 0,-4 0-2810,0-4 1,0-8 1366,4-8 0,-4 2 748,0-2 1,-4-5 403,4-3 0,-4-6-69,4 2 1,-5-4 151,1 0 0,-2 1 0,0-1 0,0 0 0,1-6 0,1-5 0</inkml:trace>
  <inkml:trace contextRef="#ctx0" brushRef="#br0" timeOffset="156">28520 1699 7699,'-12'-12'674,"3"3"-359,1 1 0,1 4 118,-1-4 1,1 5-83,3-1 1,1 3 257,-5 1 0,4 1-212,-5 3 0,5 4 188,-4 9 1,0 9-159,-5 11 0,1 3-22,-1 10 0,1-2-503,0 10 0,-1 1 211,1 7 1,4-6-276,-1 2 1,8-10 190,1-2 1,3-12-1104,9-9 1,3-10 487,10-6 1,0-6-899,0-7 0,4-2 211,0-2 1273,5-8 0,-4-5 0,3 1 0,-2 5 0</inkml:trace>
  <inkml:trace contextRef="#ctx0" brushRef="#br0" timeOffset="157">28632 1984 7699,'0'-8'656,"0"0"-81,-6 0 1,5-5-166,-3 1 1,8 1 106,4 2 1,4-6-229,5 3 0,-2-3-271,6 2 1,4 1 87,4 0 1,4 1 89,-4 2 1,4 0-172,-4 4 0,0 3 86,-5 6 1,0 3-213,-4 5 0,-2 6 33,-5 3 1,-5 2 21,0 2 1,1 1 66,3 3 1,-1-3-71,-3 3 1,3 2-41,-2-3 1,6 6 56,1-6 1,-3 1-642,-5-4 1,0-1 303,5-4 1,-1 2-1499,0-5 1306,1-6 0,-1-7 561,1-8 0,-1-8 0,0-8 0</inkml:trace>
  <inkml:trace contextRef="#ctx0" brushRef="#br0" timeOffset="158">29388 1637 7699,'-20'4'732,"-1"0"0,2 6-243,-2-2 0,-2 7 6,2 2 0,-4 11-150,-4 0 0,2 7-30,-7 2 1,6 6-340,-6 2 1,1 5-152,-4 4 0,5-5-277,4 1 1,1-2-481,3-7 0,0 1 779,3-5 1,3-7-211,6-5 363,0-6 0,-1-6 0,1-1 0</inkml:trace>
  <inkml:trace contextRef="#ctx0" brushRef="#br0" timeOffset="159">29798 1575 7699,'12'6'0,"5"-4"1225,-1 7 0,6-1-544,-1 4 1,-2 6 132,2 3 0,0 2-349,3 2 1,1 5 78,0 4 1,-2-3-148,-2 2 0,1 0-414,-5 5 0,-5-3-220,-4-2 0,-5 3-228,1-3 0,-8 6-653,-4-2 1,-10 3 558,-7-7 1,-1 4-231,-7 5 0,0-4 278,-4 4 1,-1-4-6,1-1 1,-1-5 250,-4-3 0,-1 0 265,-2-4 0,1 2 0,3-6 0,-5 0 0,-2-5 0,-2-5 0</inkml:trace>
  <inkml:trace contextRef="#ctx0" brushRef="#br0" timeOffset="160">7803 4093 7699,'-6'-21'353,"-2"0"1,-3 6 109,-1-1 0,-2 3-97,-3 5 1,2 3 251,-5 5 0,-1 5-233,-4 3 1,4 10 14,1 7 1,-1 1-45,-4 7 1,6 0-128,2 5 0,4-5-163,0 0 0,2-2 37,3 3 1,2-4-276,6-5 1,6-10 190,2-3 0,3-8-117,2 0 1,5-8-145,2-4 0,4-8-147,0-5 0,0-1-100,-3 1 0,-2-1 201,-3 6 0,-2-5 72,3 4 1,1 1 48,-2 3 0,1 5 197,-5 0 1,1 5-82,-1-1 1,0 8 74,1 4 1,-5 9-69,0 4 0,-5 2 250,1 2 0,2 5 76,-2 3 0,0-1-105,-4 1 0,0 1 113,0 8 0,-1-2-73,-4 5 0,0-5 137,-3 2 0,-3-5-56,2-4 0,-2 1-4,-1-5 0,1-4-68,3-4 1,-3-10-37,2 1 0,2-8-253,-1 0 1,1-4 90,-1-4 0,-2-8-670,6-9 1,-5-2 338,0-2 1,2-1-902,-1-3 0,1 1 455,-1-5 1,-2 0-486,6-4 0,0 0 1234,4-1 0,0 1 0,0 0 0</inkml:trace>
  <inkml:trace contextRef="#ctx0" brushRef="#br0" timeOffset="161">8113 4031 6282,'0'-7'674,"0"1"1,-1 6 91,-3 0-177,2-5-3,-3 3-351,5-3 1,0 4 218,0-4-218,0 4 181,0-4-293,-6 5 38,5 0 1,-5 5-91,6 3 1,0 3 36,0 2 1,0 9-77,0 3 1,4 9 51,1 3 1,-1 6-80,-4 7 0,0 3-208,0 1 1,0 5 181,0-1 0,1 1-142,3-1 1,-2-8 64,2-9 0,1-3-135,-1-5 1,5-9-130,-5-7-602,5-9-33,-7-2-281,3-6 119,-5 0 1441,0-6-283,0-1 0,-5-11 0,-2-1 0</inkml:trace>
  <inkml:trace contextRef="#ctx0" brushRef="#br0" timeOffset="162">8088 4130 7699,'0'-19'0,"6"-3"354,2 5 1,-1 1-35,1 3 1,2 1 188,6-1 1,0 1-151,4 0 0,0 1-173,0 2 1,4 4-126,-4 5 1,2 0 81,-1 0 1,-3 1-104,-6 3 1,-5 5 128,-3 7 0,-2-1-562,-2 6 0,-7 0 225,-5 3 0,-2 1-523,-7 0 0,0 4 98,-3 0 1,3-2-60,0-6 0,2 1 226,-2-5 1,-1 3 425,6-3 0,-1-6 0,-1 0 0,-1-4 0</inkml:trace>
  <inkml:trace contextRef="#ctx0" brushRef="#br0" timeOffset="163">8647 4304 7699,'-9'0'2611,"1"0"-2098,5 0-1242,-8 0 567,10 0 1,-3 0 161,8 0 0,3 0 0,5 0 0</inkml:trace>
  <inkml:trace contextRef="#ctx0" brushRef="#br0" timeOffset="164">8957 3597 10005,'0'18'1902,"0"-2"-1279,0 9 0,1 2-74,3 11 0,-1 4-461,5 4 0,-5 4 60,1 3 1,-3 0-412,-1 4 1,-4 0 302,0 1 1,-4-9-736,4-7 0,-4-10 196,3-8-272,1-4 1,6-15 196,2-5 0,1-11 193,4-10 0,2-2 296,-3-2 1,3 0-63,1 1 0,-3-3 236,-1-2 1,0 3-178,5-3 0,-5 5 468,0 3 0,-1 2-170,1 2 1,2 7 805,-6-2-402,6 8 0,-5 4-254,3 8 0,-2 9 83,-6 3 1,0 4-88,0 1 1,0 4-370,0-1 0,-4 1 76,0-4 1,0 0-397,4 0 1,-5-5 256,1 1 0,0-6-3107,4 2 438,0-9 2745,0-2 0,11-6 0,3 0 0</inkml:trace>
  <inkml:trace contextRef="#ctx0" brushRef="#br0" timeOffset="165">9267 4080 7699,'-6'13'0,"4"1"830,-7 2 1,5-2-315,-4 2 0,5-2 525,-1-1 1,3-1-486,1 0 0,0-3-487,0-1 1,6-5-1,7 1 1,-1-4-72,5-4 1,1-5-584,-2-7 0,6 1 454,-1-6 1,-3 5-549,-2-5 1,2 2 254,-1-2 0,-1-1 37,-3 5 0,-6-3-352,-3 3 762,-3 1 0,-2 5-80,-3 2 1,-4 0 65,-9 4 0,-2 7 174,-6 6 1,-4 5 241,0 3 1,0-1-171,4 6 0,5-2-53,-1 2 1,6-2-1188,-2-2 1,3-4 492,2 4 0,5-3 492,3-2 0,-3 1 0,0-1 0</inkml:trace>
  <inkml:trace contextRef="#ctx0" brushRef="#br0" timeOffset="166">9465 3882 7699,'0'12'0,"0"1"2791,0-1-2044,-5 1 1,3 3 611,-2 1 1,3-1-643,1-3 0,0 0-628,0 4 0,0-3 10,0 2 0,0-2-849,0-2 1,0 1 85,0-1 1,1-1-235,3-3 1,-1-2-63,5-6 1,1 0 372,3 0 0,2-7 177,2-5 1,-2-5 133,3-4 1,1-6 183,-2 2 1,5-2-106,-5 2 1,1 4 346,-5 0 0,1 6-172,-1-1 1400,-5 7-734,-1 4 1,-6 6 231,0 3 1,-6 9-114,-2 8 0,-3 2-310,-2 2 0,1-5-326,0 1 1,-1-6 80,1 2 1,3-3-378,1-2 0,5 0 185,-1 1-318,3-6 0,2-3-87,3-8 0,3-3-305,6-6 0,3 1 138,1 0 0,4-5 204,-5 0 1,5 1 174,-5 4 0,1 1-44,-5 2 1,-1 2 952,-2 3-632,2 3 1,-10-3 988,3 8 1,-3 3-242,-1 5 1,0 1 65,0-1 0,-4 0-817,0 1 0,-4 1-5,4 2 0,-5-6-1094,5 2 1,-4-2 650,4 2 0,-2 1-628,2-1 1,3-4-243,-3 1 1221,2-7 0,8 4 0,1-6 0</inkml:trace>
  <inkml:trace contextRef="#ctx0" brushRef="#br0" timeOffset="167">9937 3994 7699,'-13'12'-1579,"5"0"3141,0 1 1,5-1-702,-1 1 0,2-1 455,2 0 0,0 1-660,0-1 0,2-1-390,2-3 0,3 2-45,5-6 0,5 0-263,-1-4 0,6-1-223,-1-3 0,7-7-230,1-6 0,1-3 127,-1 3 1,-3-5-486,3 1 0,-7 2 39,-1-2 1,-7 2 374,-2-2 1,-5-1 518,-7 6 0,-2-1-139,-2 5 0,-8 5 397,-9 3 0,-2 3-272,-2 1 1,-4 9 365,0 4 0,0 3-223,4 1 1,5-2-59,-1 5 0,6-3-1187,-2 4 0,5-2 177,4 2 859,-3 2 0,9-4 0,-3 6 0</inkml:trace>
  <inkml:trace contextRef="#ctx0" brushRef="#br0" timeOffset="168">10569 4242 7680,'0'-9'6736,"0"1"-6243,0 5 1,-4-4-881,0 3-1908,0 3 2295,4-5 0,-6 6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2.0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2369 1439 7918,'0'-43'0,"-5"-1"-17,4 0 0,-5 1 0,6 6 1140,0 0 1,0-2-478,0-2 1,0 8-1,0 0 399,0 5-661,0 9 374,0 1-159,0 5-405,0 6 0,1 9 1,2 10 326,1 8-303,0 9-178,-4 8 0,0 7 0,0 8 218,0 6 0,0 0-429,0 8 0,5-3 1,-1 1-671,-2 2-944,5-8 1653,-5 8 0,7-16 0,-3-2-107,1-10 1,2-4 134,8-14 0,-3-5 0,4-19 16,0-8-28,-5-3 33,11-21 0,-5-1 0,6-9-374,0-2 1,-5-2 112,1 1 0,-2-1 576,2 0-339,-3 6 1,-7 2-67,-3 4 1,3 1-1,-2 3-339,2 5 13,-5 5 475,6 18 17,-6 0 1,3 12 448,-1 2 0,-4 8 1,4 6-87,2 6 0,-3 5 211,1 8 1,-1 3-1,3 6 44,-2 0-297,0 5-100,-1 1 0,4 1 0,-3-5 55,3-5 1,2-11 212,-1-11 0,1-7 0,-1-10 746,0-4-726,1-8-266,-1-9 0,2-7 1,1-9-25,2-4 1,5-4-299,-1-5 1,-2-2 0,1-8 221,3-6-1344,-6 6 636,7-15 1,-10 15 72,2-6 1,-2 6-1,-2 1 161,1 8 1,-2 7-2331,-3 11 1412,3 6 29,-9 7 0,3 8 607,-5 8 0,0 7 0,-1 7 620,-3 1 0,-3 2 0,-6 3 0</inkml:trace>
  <inkml:trace contextRef="#ctx0" brushRef="#br0" timeOffset="1">3387 1650 7918,'4'8'-40,"0"0"1,1-5 980,0 1 0,-3-3 0,7-1 300,0 0-803,2 0-132,2-5 0,0-3 0,4-9-178,4-4 1,-2-3 40,2-5 1,-1-3-350,5-5 0,-6 1 134,-2 3 0,-3 4-24,-2 8 151,-5-2 1,-4 10-476,-11 1 0,-6 6 39,-11 11 1,0 1 0,0 8-234,1 3 505,-7 8 210,5 1 1,0 11 118,5 0 0,2 0 0,-2 6-18,5 0 0,3-5 1,5 5 320,4 0-366,2-10-142,2 3 0,10-14-163,3-6 1,9-1 0,1-10-207,5-3 1,7-6-641,3-4 1,2-4 0,8-5-200,3-4 1167,1-2 0,-2-7 0,-1-2 0</inkml:trace>
  <inkml:trace contextRef="#ctx0" brushRef="#br0" timeOffset="2">5607 1439 8079,'0'-21'299,"0"0"1,-4-3-1,0 6 256,1-2-262,2 5 538,1-3 0,0 10 635,0 0-1131,0 5 0,-4-1 0,-3 9-143,-4 8 42,1-1-205,-13 17 0,-1-7 127,-5 11 0,-5 0 1,1 4-264,-3 1 1,4-1-310,3 0 1,4-7 254,5-5 0,2-3-34,5-9-80,7 2 1,1-10-26,10 4 1,7-4 195,9-5 0,3 4 1,5 0-132,4-1 149,-2-1 87,5-2 1,-10 1 0,4 2-115,0 1 0,-7 0 172,1-4 0,-7 4 0,-2 2 215,-5 0-145,1-3 26,-10 8 1,3-4 0,-8 6-47,-4-1 1,-5 2-132,-3 2 1,-3-2 0,-6 3-971,0-4 467,0 0 358,0-1 0,1-1 1,0-3-375,3-3 0,4-4-768,4-1 0,2-1 1309,3-4 0,2-7 0,6-7 0</inkml:trace>
  <inkml:trace contextRef="#ctx0" brushRef="#br0" timeOffset="3">6054 1563 8079,'-13'0'656,"1"0"1,0 0 0,-2 1 801,-3 3 1,2 9-929,-6 7 0,1 5 0,-5 4 75,0 4 0,2-1-124,2 1-247,3-6-65,11 4 0,2-6-570,5-1 0,0-8 0,1-5 359,3-5 1,4-3-365,9-7 0,1-8 1,4-9-772,-1-2 1,-1-6 166,5 0 394,0-6 356,0 4 1,-2-3-1,-2 3 154,-5 0 1,-2 8-20,-1 6 0,-1 1 113,0 4-27,-5 2 590,-1 15 0,-6 4-293,0 7 0,-2 4 0,0 4 518,-2 1 0,-5 4-43,5 0 1,-4 1-20,4-1-580,0-3 0,4 3 82,0-8 0,0 2 1,0-3-1074,0-1 1,0-1-1246,0-6 1,1-5 704,3-3 1397,3-2 0,11-8 0,1-1 0</inkml:trace>
  <inkml:trace contextRef="#ctx0" brushRef="#br0" timeOffset="4">6401 1488 8079,'-9'21'1698,"-4"0"-731,-2-1-622,3 5 1,-1 0 0,1 1 1246,-1 3 0,5-3-777,0 3 1,5-3-1,-1-2 283,3-4-864,1-2-736,5-11 1,2-1 31,5-6 1,6-6-1,3-3 462,2-7 1,4-4-696,1-9 0,-1 1 1,3-5-187,0-1 1,-3-1-26,1 2 469,-7 3 385,3 5 0,-11 6 1,4 2 161,-3 3-164,-2 8 0,-5 3 0,-3 10 638,-3 5-232,-1 14 223,0-5 1,-1 15-1,-2-4-92,-1-1 1,-1 6-137,1 1 0,1-1 0,-4 4 276,1-2 0,-3 3 87,0 4-467,4-3 51,-6 5 0,5-4-70,-2 6 1,-1-1-1,3 1 87,-1-1 0,3-3-152,-4-1 0,5-5 1,-3 3 51,1 0 1,4-9 148,-4 3-244,-1-13 0,4 3-109,-2-10 266,-3-6-309,0-6 1,-5-5 0,-1-1-63,1-3 1,-5-4 87,1-9 0,-6 2-918,1-6 1,-2 1-189,-2-5 0,-4-5 1,0-2 354,1 0 1,2-4-1171,1 3 647,6 3 730,-4-6 1,9 10-1,-1-3-843,5 3 1405,5 1 0,1 0 0,-1 0 0,1 1 0</inkml:trace>
  <inkml:trace contextRef="#ctx0" brushRef="#br0" timeOffset="5">7840 1538 8079,'-12'5'2075,"1"2"-1120,2 6 0,4-5-487,5 0 1,11-5 134,6 1 0,10 2 0,8-2-243,5-1 1,4-3-9,5-5-912,6-7 326,2-7 1,1-6-1,-3 0-947,-4 0 1,0-1 673,-10-3 0,3 2-1547,-6-6 1,-7 6 2053,-14 3 0,-1-7 0,-9 5 0</inkml:trace>
  <inkml:trace contextRef="#ctx0" brushRef="#br0" timeOffset="6">8324 1091 8079,'-12'18'0,"-1"3"0,1 8 877,-1 4 0,1 10 568,0 6 0,-1 8-1221,1 9 0,3 3 0,5-33 1,0 1 190,-1-2 0,1 0-885,-2 33 487,-5-1 1,10-9 148,-3 0 1,2-7 0,4-6-1027,2-3 0,3-12-99,5-9 0,6-10-76,3-15 1,2-10 0,3-12 1034,3-10 0,1-5 0,4-13 0,-4-5 0</inkml:trace>
  <inkml:trace contextRef="#ctx0" brushRef="#br0" timeOffset="7">8696 769 8079,'-12'1'3300,"-1"3"-3292,1 3 168,0 6 0,3 6 669,1 6 1,0 12-1,-5 13-204,1 6 0,4 6-185,-1 4 1,7-29-1,0 1-484,-2 3 1,0 0 0,1 0 0,-1 0 0,-1-1 0,0 1 137,1-1 0,0 0 0,2-3 0,0-1-1152,-6 30 349,5-2 388,-3-19 335,6-9 1,6-25 0,2-11-502,3-7 1,3-11-93,3-7 1,-2-9 27,5-8 1,0-4 0,2 1-54,-2 1 0,-4 3 113,0 8 182,-2 8 323,4 7 1,-8 7 494,2 3 1,-4 8 0,0 11-476,-3 8 0,0 3 239,-1 11 1,0 5-1,-4 4 744,0 2 0,-4-2 43,0 3-677,-6-5 98,9-3 1,-9-2-648,6-6 1,0 0 0,4-6 261,0-2-932,0-9 0,6-8-145,2-8 0,4-8 0,5-10-1840,4-6 2251,2-3-1816,2-12 2370,0 4 0,4-6 0,0 8 0,-1 2 0</inkml:trace>
  <inkml:trace contextRef="#ctx0" brushRef="#br0" timeOffset="8">9143 1625 8079,'0'12'602,"0"1"1,-4-1-156,-1 0 1,1-3 907,4-1 0,-4 0-219,0 5-1057,0-7 214,4 0-575,0-6 384,0 0 1,0-6-428,0-2 0,1-7-52,3-2 1,-1 0 233,5 0 0,-5 3 0,3-2-402,-1 2 293,-3 1 646,3 1-356,-5 5 459,6 2 0,-9 7 174,3 7 0,-8 5-351,-1 10 1,-3 5 0,-3 2 477,-2 0-464,1 2 0,5-1 196,2-3-475,-2-3 1,10-2 0,-3-4-148,3-3 134,1-9 0,5-4-676,3-8 1,9-4-231,4-9 1,-1-3 0,2-8-34,0-1 572,4 0-377,-6 4 0,0 5 303,1-1 1,-6 7 0,2 2-254,-3 6 710,-7 5 1,-2 11-1,-5 3 268,0 5 0,-4 2-282,0 0-103,-6-2-504,9 0 1,-6-4-307,3 2 1,4-7 868,0-5 0,5-8 0,8-3 0</inkml:trace>
  <inkml:trace contextRef="#ctx0" brushRef="#br0" timeOffset="9">9763 1005 7777,'-8'12'1488,"-1"0"-934,7 6 1,-8 3 73,6 8 721,-6 3 0,9 10-282,-3 4 0,2 3 0,2 4-409,0 1 1,0 1-548,0-2 0,0 1-205,0 0 1,5-2 0,0-9-8,2 1 1,-4-8-905,1 1 1,-1-9 678,1-4 0,-3-4-3338,3-8 1737,-2-5 1,-4-1 1163,-2-6 1,-3-2 762,-5-2 0,-6-4 0,-3-9 0,-2-2 0,-2-6 0</inkml:trace>
  <inkml:trace contextRef="#ctx0" brushRef="#br0" timeOffset="10">9540 1662 7777,'-13'-19'-111,"6"1"0,2 5 941,-1 1 0,6 1-312,0 3 1,3-2 57,10 6 1,-2-6 0,11 2 86,4-3 1,0-2 28,7 1-487,0-6-398,4 4 0,1-4-126,-1 6 1,0 0 0,0-1 318,0 1 0,1-1 0,-1 1 0</inkml:trace>
  <inkml:trace contextRef="#ctx0" brushRef="#br0" timeOffset="11">9304 1761 7776,'-5'-7'393,"3"-4"0,-8 8-58,6-5 0,-4 0 35,4-4 0,-4-1 0,4 1-131,1-1 1,-3 1 92,2 0-305,0-1 0,0 1-225,0-1-853,0 6 10,4-4 416,0 10 1,0-3 624,0 8 0,-6 8 0,-1 8 0</inkml:trace>
  <inkml:trace contextRef="#ctx0" brushRef="#br0" timeOffset="12">13063 856 7776,'-25'-25'566,"0"0"0,-5 6-231,-3 2 1,1 5-1,-1 4 54,-1 4 0,3 2 284,2 2-310,-2 6-131,4 1 0,-4 16-132,2 6 0,-3 12 0,-5 9 113,0 6 0,18-26 0,2 1-307,-16 31 0,15-29 0,1 2 271,2-1 1,1 2 0,0 0 0,1 1-30,2 0 1,1 0 0,-4 32-1,7-3 144,2-2-37,1-13-304,9 2 1,2-21 124,6-3 1,3-6-365,1-10 1,5-3 0,-2-10-118,4 0 1,2-2-334,3-2 1,-3-4 180,3-9 0,-4 2 0,-3-6-1856,-1-1 1722,-6 4 0,-1-4 691,-6 6 0,-5-6 0,2 3 0</inkml:trace>
  <inkml:trace contextRef="#ctx0" brushRef="#br0" timeOffset="13">12405 1525 7776,'17'0'506,"-1"0"0,2 0 0,-1 0 429,4 0 1,3-1-431,5-3 0,3 1-614,5-5 0,2 0 154,2-5 0,-2 1 0,4-2-1639,-1-2 812,-9 2 1,7-4-645,-11 5 1109,-5 1 0,-2 0 317,-6-1 0,-10 1 0,-8-1 0</inkml:trace>
  <inkml:trace contextRef="#ctx0" brushRef="#br0" timeOffset="14">12902 1426 7776,'-13'18'292,"1"1"392,-1 6-290,1 0 18,5 0 0,0 4-121,3 0 0,3 5 0,-3-2 60,2 0 1,4-2-278,2-5 1,-2 1 72,7 3 0,-1-4 1,4 1-1149,1-4 475,5-1-145,1-2 1,6 3 670,0-6 0,5 6 0,2-2 0</inkml:trace>
  <inkml:trace contextRef="#ctx0" brushRef="#br0" timeOffset="15">15172 1451 7776,'-6'-32'541,"4"2"-682,-7 5 1,2 2 24,-1 2 0,1-1 578,3 6 0,1 3-252,-5 5 1,0 5 0,-5-1 811,1 3-517,-6 6 0,3 8 129,-6 7 1,2 5-59,-2 4-319,3 3 0,6 5-97,-1 0 0,1 0 0,0-1-180,-1-3 0,6-2-339,3-7 0,3-4 288,1-4-73,0-2 0,7-14-172,5-8 1,7-14 0,10-11-270,4-3 1,-1-2-46,1 1 354,-5 6 1,2 0 11,-5 6 0,3 8 246,-4 4 97,-2 6 1,-11 9 0,-2 3 88,-5 8 1,-3 9 103,-1 7 0,-1 4-155,-3-4 1,1 4 435,-5-4 1,4 4-376,-5-4 0,7-2 0,-3-5 36,4-1 1,1-5-1736,0 5 715,6-11 569,0 6 0,11-14-1070,-1 2 1,7-6 1306,-3-6 0,4-6 0,0-10 0</inkml:trace>
  <inkml:trace contextRef="#ctx0" brushRef="#br0" timeOffset="16">15767 1277 7776,'-12'0'461,"-1"0"0,1 0 215,0 0-279,-1 6 0,1 2 858,-1 9-596,-5 2 0,3 11-304,-5 3 1,0 9 0,-2 3-129,2 3 0,6-1-23,1-5 0,7-2-149,6-11 1,2-6-460,7-6 1,0-9 371,12-4 1,4-5 0,4-6-832,-2-6 1,5-9-54,1-3-449,-3 1 1,5-11 39,-6 6-45,5-5 1370,-8-3 0,13 1 0,-6-6 0,0 1 0,3 2 0,3 4 0</inkml:trace>
  <inkml:trace contextRef="#ctx0" brushRef="#br0" timeOffset="17">16177 831 10833,'0'26'1467,"0"3"-1172,0 8 0,-2 7 157,-2 6-95,3 11 0,-5-3-62,6 8 0,-4-4 0,0-3-14,1-1 0,-2-6-1261,1 2 1,-5-10 185,5-7 1,-4-11-1035,4-9 269,-6-9 1,9-4 793,-3-8 0,-2-3 765,2-5 0,-11-6 0,1-1 0</inkml:trace>
  <inkml:trace contextRef="#ctx0" brushRef="#br0" timeOffset="18">15866 1315 7776,'-12'0'1064,"0"0"0,3 0-32,1 0-489,5 0 1,8 0-164,7 0 0,13 0 145,0 0 1,8-2-297,0-2 1,7-3-375,1-5 0,6-1-1013,-2 1 1,4-2 0,0-2 662,1-5 0,-1-1 495,1 1 0,-6-2 0,-1 4 0</inkml:trace>
  <inkml:trace contextRef="#ctx0" brushRef="#br0" timeOffset="19">16722 1141 7776,'-5'11'1013,"-3"-3"1,-3 3-206,-2-2 0,-3-1-468,-1 4 1,-4-2 0,4 8 102,-3 0 0,1-3-174,-2 6 1,3-6 46,6 1 0,5-2-435,3-2 0,8-1 174,4-2 1,9 2-225,4-3 0,2-1 172,2 1 0,4-1-91,0 1 1,0 3 0,-6-2 24,-2 2 1,-2 0 27,-2-3 1,-8 3 129,4-3 0,-9 7-90,0 2-72,-3-1 0,-2-3-209,-3-1-41,-9 1 0,-2-2-141,-5-3 1,-1 3 0,-4-4-656,0 0 0,-4-2 521,0-5 0,-1 0 592,1 0 0,-3 0 0,-5 0 0</inkml:trace>
  <inkml:trace contextRef="#ctx0" brushRef="#br0" timeOffset="20">18434 1364 7803,'-7'0'1589,"-2"6"-655,5 2 0,-5 4-545,5 5 1,-4 2 0,4 6-71,1 0 0,2-4 43,1-1-400,0-5 1,5 2 219,4-9-165,2-2 0,6-9 169,4-5 1,4-6-328,4-11 1,-7-1-1,3-2-8,-2-1 1,-5-4 74,-1 4 0,-9 2-115,-4 6 0,-4 3 55,-4 6 0,-6 5 5,-10 3 0,-2 2 78,-12 2 1,1 0-1,-4 2-4,0 2 0,1 4-465,3 9 313,8-3 1,5 5-284,7-3 1,-1 0-1094,10 4 1035,0-5 1,11 7 547,5-5 0,12 5 0,8-3 0</inkml:trace>
  <inkml:trace contextRef="#ctx0" brushRef="#br0" timeOffset="21">18856 1153 7803,'0'9'160,"0"-1"0,-1 0 585,-3 5-356,2 5 1,-7 1 158,4 6 0,-4 1-111,1 3-78,2 2 0,-4 5-130,6-3 0,0-2 0,4-7-193,0 1 1,2-10-168,2-2 0,4-10 185,8-3 1,0-9-415,4-11 1,1-2 190,4-11 0,0 4-115,-1-4 0,1 1 73,0-1 0,-4 8 76,-1 8 1,-4 4 152,0 0 0,2 6 0,-1 3-74,-2 3 1,-2 8 239,0 5 0,-5 2-6,0 7 0,-1-1-33,2 5-140,2 0-263,-10 0 0,9 1 115,-6 3 0,4-7-329,-4 3 1,2-9 471,-2 1 0,3 2 0,5 0 0</inkml:trace>
  <inkml:trace contextRef="#ctx0" brushRef="#br0" timeOffset="22">20680 843 7803,'26'0'801,"3"0"1,1 6-269,3 2 1,7 13-1,-3 6 431,2 8 1,-2 6-327,-4 13 1,2-2-501,-6 6 0,-4-11-168,-5-2 1,0-6 86,0-6 0,2 2-776,-5-6 0,4-1-1025,-5-3 1,2-1 969,-1-4 0,-4 1-828,4-9 1602,-3-2 0,-2-15 0,0-2 0</inkml:trace>
  <inkml:trace contextRef="#ctx0" brushRef="#br0" timeOffset="23">21685 682 7803,'-20'7'500,"-3"0"-25,2-3 0,-2 3-71,-2 5 0,-5 8 1387,-3 4-1437,-9 7 1,-3 16-349,18-23 1,0 1 0,-2 6 0,0 2-1,-4-1 1,0 2 76,-2 1 0,0 1 0,-2 0 0,1-1-360,-2 0 0,1 0 0,2-3 1,1 1 10,1 0 0,0 0 0,0-2 1,1 0 161,3-2 0,0 0 0,2-4 0,2-1-943,-12 18 1,6-11-723,7-6 5,10 0 1764,8-17 0,1 9 0,-2-10 0</inkml:trace>
  <inkml:trace contextRef="#ctx0" brushRef="#br0" timeOffset="24">23558 571 7803,'-13'0'1807,"1"2"-1249,0 7 1,-1 6 781,1 14-631,-1 8-764,6 18 0,2 10 307,4-27 0,2 2 1,1 1-1,1 1 1,1 2-1,1 0-61,0 0 1,1-1-1,0-3 1,0-1 15,7 27 0,0-10-236,4-6 1,-3-8-497,2-8 1,-1-10 443,2-7 1,-3-9 0,2-4-1403,-2-2 937,-2-8 0,1-1-120,-1-5-587,-5-6 1,-1 0 403,-6-3 1,-3-1 848,-5 6 0,-6-6 0,-11 2 0</inkml:trace>
  <inkml:trace contextRef="#ctx0" brushRef="#br0" timeOffset="25">23086 1166 7803,'-19'0'1215,"1"5"0,6-3 213,-1 2-1034,6-3 1,9-1 133,10 0 0,13 0 78,12 0 1,12-4-215,8 0 1,4-6-669,1 2 0,6-7 0,-33 6 0,0 0 270,2-1 0,-1 1 0,-1 1 1,-1-1-3278,32-12 2272,-8 6-1995,-8-3 3006,-2 6 0,-21 0 0,2-1 0</inkml:trace>
  <inkml:trace contextRef="#ctx0" brushRef="#br0" timeOffset="26">23769 955 7803,'12'0'620,"1"0"1,0 0-185,4 0-55,-3 0 1,9 0 112,-2 0 1,2 5 0,2 5 204,0 5 1,-6 0-606,-2 6 0,-4 4 71,0 4 1,-6 5-56,-3-1 1,-3-1 19,-1 1 0,-9 0 0,-5 4 154,-4 1 1,-1-3-150,-2-1 0,-1-6 144,5-7-247,6-3 369,0-6-147,10-5 0,-5-7 0,8-9 51,2-6 1,7-6-816,5-8 1,6-3-157,-1-5 1,3 4-165,0 0 0,3 1 0,0-1-1036,2 4 0,0 3 360,-4 1 1506,5 6 0,2-5 0,5 5 0</inkml:trace>
  <inkml:trace contextRef="#ctx0" brushRef="#br0" timeOffset="27">24550 1054 6345,'-16'8'0,"-1"1"0,-5-1 1452,1 4 1,-2 6 1729,-2 3-2336,0 2 0,-4 6 20,0 0 268,1 6 0,8-8-682,4 6 1,3-5-1,5 0-356,4-6 1,4-6-380,4-8 0,3-2 250,5-6 0,2-2-148,3-2 1,2-8-279,6-9 1,-2-2 0,-1-2-454,-1 0 0,-6 0-886,2 1 1170,-4-1 1,3 1-43,-4 4 373,3 2 0,-9 5 407,2 1-254,3 0 1,-10 7 753,3 10 1,-2 3-443,-2 13 0,-4 3 398,0 5 1,-2 2 223,2-2 1,3-3 0,-4 3-126,4-3 0,1-3-923,0-2 0,0 1 201,0-5-835,0-1-816,0-4-312,6-5 1,-4-1 910,7-6 1,-3-7 1108,3-5 0,2-6 0,-4-7 0</inkml:trace>
  <inkml:trace contextRef="#ctx0" brushRef="#br0" timeOffset="28">24724 1129 7828,'-6'7'0,"4"-1"0,-7-1 0,7 1 0,-3 7 0,0-1 0,1 1 0,0 5 0,4-5 0,0 4 0,0-3 0,0 2 2359,0 1 0,0-1 0,0-3-1369,0-1-1049,0 0 1,1-5-666,3-3 1,3-4 83,6-4 0,4-8-303,4-9 1,1-2 420,-1-2 0,2 4 182,-2 1 0,2 0 429,2 0 0,-4 2 1,-2 7 124,-1 3 1,-1-2 661,-5 6-448,0 0 1,-5 9 319,-3 3 0,-2 8-187,-2 0-96,0 6 1,0-3-241,0 6 0,0-1 0,-2-2-415,-2-2 0,3 0-699,-3 0 778,2-2 0,4-7-1773,2-2 1,3-4 77,5-5 1806,1 0 0,5-11 0,1-3 0</inkml:trace>
  <inkml:trace contextRef="#ctx0" brushRef="#br0" timeOffset="29">25468 1067 9832,'-12'0'690,"5"0"1,-8 0 0,2 0 676,0 0-834,-1 5 1,-4 2 822,-3 5-1014,3 6 1,-5-3 99,2 6 0,2 0-417,-2 4 0,10-5 0,-1 0 154,1-2 0,5-2-425,2-4 1,5-3 86,8-1 1,0-5-171,12 1 1,-4-3-141,3-1 0,1 0 152,4 0 1,0 0 194,-1 0 0,-4 4 36,-4 1 0,-2 4 0,-2-1 202,1 3 0,-6-1 240,-3 3 1,-3-4-60,-1 8-245,0-4 0,-1-2-44,-3-2 34,-3 2 0,-6-10-2109,1 3 911,0-2 0,1-4 1,2-3-1854,5-8 3009,3-5 0,1-12 0,0-2 0</inkml:trace>
  <inkml:trace contextRef="#ctx0" brushRef="#br0" timeOffset="30">25778 1116 7828,'-5'13'0,"-1"0"1507,-2 4 0,-2-2-79,6 6 0,-5-1 322,0 5 0,-2 0-869,-1 0 1,0-2-1,0-1-297,4-1 1,-1-6-1579,4 2 409,-4 2-828,7-11-1217,-3 3-143,5-11 0,-1-2 215,-4-7 2558,4 1 0,-10-21 0,4 3 0</inkml:trace>
  <inkml:trace contextRef="#ctx0" brushRef="#br0" timeOffset="31">25791 893 6257,'0'-8'1943,"0"-1"0,4 5-710,0-4 1,2 5-540,-2-1 0,-2-1-800,7 0 1,-5 1 117,4 4 1,0 0-1974,5 0 1,-1 0 1960,1 0 0,5-5 0,1-2 0</inkml:trace>
  <inkml:trace contextRef="#ctx0" brushRef="#br0" timeOffset="32">26523 645 8478,'-13'12'430,"1"1"1,-2 2-330,-2 6 1,-4 6 300,-5 14 1,-4 10 96,1 11 0,10-28 0,1 0-369,0 3 0,1 0 0,1-2 0,0-2 277,-14 29 0,8-6-282,5-6 1,7-6-1,5-5 21,3-9 1,3-7-628,7-10 412,-1-6 1,15-2-23,-2-5 1,3 0 195,0 0-1543,7-11 1,-5-3 626,3-10 1,0-1 810,-4 0 0,4-4 0,-10 0 0,-1 2 0,0 0 0</inkml:trace>
  <inkml:trace contextRef="#ctx0" brushRef="#br0" timeOffset="33">26039 1091 7815,'-13'6'0,"7"-3"1493,1 5-952,4-5 0,4 6 384,5-5 1,7 5-514,14-5 1,8 1 0,9-2-308,2 1 0,3-1-21,3-7 1,2-4-1538,6-9 1,3 2-71,-3-6 1,-4 1 1522,-12-5 0,-9 0 0,-7 0 0</inkml:trace>
  <inkml:trace contextRef="#ctx0" brushRef="#br0" timeOffset="34">26858 1054 7783,'-13'17'0,"1"1"805,-1 1-464,1 2 0,4 3 536,-1 1 1,3 0-11,-3 0-193,-2 0 1,10-2-313,-3-2 0,2 1 0,2-4-772,0 1 0,2-5-1237,2-2 1,-1-1 1064,5-7 1,0 0-1055,5-4 1636,-7-5 0,11-13 0,-3-8 0</inkml:trace>
  <inkml:trace contextRef="#ctx0" brushRef="#br0" timeOffset="35">26858 843 7791,'0'-12'850,"5"4"-165,3-1-465,3 7 0,2-4 353,-1 6-353,6 0 0,1 0-398,6 0 1,4 0 0,0 0-1038,-1 0 1,2 0 288,-1 0 926,0 0 0,-4 0 0,0 0 0</inkml:trace>
  <inkml:trace contextRef="#ctx0" brushRef="#br0" timeOffset="36">27168 967 7791,'-13'33'108,"1"1"1,1-7 200,3 2 401,-3 3 0,9-6 0,-2 3-123,3-3 0,1-1 43,0 0 1,1-6 475,3-3 0,3-3-542,6-5 0,0-2 183,4-6 1,-2 0-266,6 0 0,-1-10-508,5-2 0,-1-9 62,-4 0 1,4-2-842,-4-2 1,8-1-1,0 0-515,-5 1 0,2-3 714,-5 8 0,3 0-2751,-3 0 3357,4 5 0,-5-3 0,6 5 0</inkml:trace>
  <inkml:trace contextRef="#ctx0" brushRef="#br0" timeOffset="37">27652 1191 7791,'0'19'383,"0"-1"0,-5-2 719,1 1 868,0-1-1386,10-9 0,6-1 0,9-8-106,2-2 0,2-4-987,0-8 1,4-4-41,0-5 0,4 1-422,-4-1 1,0 0 369,-5 0 0,-4 2 331,-4 2 1,-3-1-220,-5 6 0,-4-1 119,-8 5 1,-8 5 600,-9 3 1,-4 2 392,-4 2 1,-1 3 0,-5 4-408,2 5 0,0 9 400,-4 0 1,5 6-9,3 2-262,3 0 1,5 1 123,1 3 1,5-1 268,-2 1-449,9-5 1,2 1-158,6-9 0,6 2 5,2-5 1,10-6 0,5-7-395,5-3 0,6-2 200,0-3 1,0-4-1303,-1-9 1,3 3-697,-3-2 0,4 2 2053,5 2 0,-4-6 0,5-2 0</inkml:trace>
  <inkml:trace contextRef="#ctx0" brushRef="#br0" timeOffset="38">28383 496 7814,'9'1'1339,"-1"4"-1055,-5 7 0,2 7 617,-5 6 1,0 11-71,0 5 0,-4 8-363,0 4 1,-7 8-400,-1 5 1,-1-1 142,-3-7 1,2 0 0,0-7-94,-2-3 1,2-7 79,-3 0 1,5-9-1046,4-7 1,-2-6-784,6-6 1,1-2 818,7-3 1,9-8-287,7-8 0,9-9 508,4-4 0,3-6 588,1-2 0,1-4-3,-1 4 0,-7 6 264,-5 6 0,-6 5-32,-6 3 1,-7 5-1,-1 10-276,-4 6 1,-5 6 1290,0 7 0,-6 0-471,2-1 1,-3 3 211,-2 2 1,5-3-37,0 3-658,5-3 1,-2-3-114,5-2 1,5-3-176,3-6 0,9-5 109,4-3 0,7-2-50,6-2 1,1-4-37,3-1 0,-3 1-357,-1 4 0,-4 2 30,-5 2 1,-5 8 151,1 9 1,-11 8 109,-2 4 0,-7 3 94,-5 1 1,-3 1 0,-5 2 130,-1 2 0,0-5 206,-4-4 0,2-5-125,-6 1 1,2-3 24,-2-1 0,-2-6-28,2-3 1,2-2 71,-2-1 1,1-7-202,-5-1 0,5-4 73,4-1 0,2-10 37,2-2 0,-1-13 81,1 0-185,5-8 0,3 2 10,8-7 1,4 0-89,9-4 1,4 4-29,7-4 1,6 5-2352,7 4 0,4-3 899,9 3 0,4-1 708,-25 17 0,0 1 0,0 1 1,0 1 375,4 3 0,1 1 333,28-8 0,-25 12 0,1 1 0,-5 0 0,0-1 0,1 0 0,0 0 0,0-2 0,0 1 0</inkml:trace>
  <inkml:trace contextRef="#ctx0" brushRef="#br0" timeOffset="39">5880 3448 7814,'0'-13'0,"0"1"0,2 1-47,2 3 1,-2 2 1266,7 6 1,-1 3-678,4 5 0,-3 7 1,-1 14 267,2 4-419,-5 3 37,6 7 0,-8-3-157,5 5 0,-5-5 0,1 2-651,-3-4 1,-1-5-252,0 0 1,0-10-1684,0-3-183,0-5 2496,-5-8 0,-8-7 0,-6-7 0</inkml:trace>
  <inkml:trace contextRef="#ctx0" brushRef="#br0" timeOffset="40">5855 3373 9759,'6'-6'1633,"1"-1"-641,5 3-645,6 2-1071,7-3 0,2 0 1,8 0-961,3-2 0,1-1 1684,7-5 0,-1 1 0,5 0 0</inkml:trace>
  <inkml:trace contextRef="#ctx0" brushRef="#br0" timeOffset="41">6327 3708 7814,'5'13'0,"-3"-1"731,3 1 1,1-1-211,2 0 1,8-5 410,5-3 0,4-2-520,4-2 0,3-6-346,5-2 0,4-13 1,1-6-1177,-3-8 802,0 1 1,-2-10-875,1 2 1182,-7 4 0,-6-10 0,-7 3 0</inkml:trace>
  <inkml:trace contextRef="#ctx0" brushRef="#br0" timeOffset="42">6637 3187 7814,'-14'13'306,"-2"-1"0,6 5-181,-3-1 0,5 6 0,0-1 621,4 2 1,-2 8 412,2 2-645,0 3-244,10 6 1,-4 2 253,7 6 0,-1 1-250,4 3 0,-2 2 0,1 6 4,3 0 1,1 2-717,-3 2 1,1-1 484,-7-30 1,0 0-1,0 0 1,-1 0-19,0 2 1,-2 1-1,1-1 1,-2 0 81,-2 1 0,0-2 1,0 28-190,0-6 1,0-7-98,0-6 1,-4-6-145,0-6 0,-2-11-660,2-1 720,3-12 0,-10-3 4,2-6 0,-2 0 448,-1 0 1,-2-4-682,-2-1 1,-9-4 252,-8 1 0,0 1-658,-5-2 1,3 5 336,-11-4 0,-4 0 556,-3-5 0,-7 1 0,4-1 0</inkml:trace>
  <inkml:trace contextRef="#ctx0" brushRef="#br0" timeOffset="43">9056 3101 7778,'0'-13'-170,"0"1"-171,0-1 1010,0 1 0,0 4 599,0-1-601,0 7 1,4-2-80,0 8 1,6 9-224,-2 12 1,5 6-17,3 6 1,-1 7-1,6 5-12,1 8 1,0 4-276,-1 1 0,-10-28 0,1 1-635,-1 1 1,-1 2 674,-1 2 1,0 0-27,3 1 1,-1-1 0,-4 0-1,-1-1-74,0-4 1,0 0-1,6 31 1,-3-8 49,2-4 1,-3-20 68,0-9 0,-4-14 214,5-7 0,-5-2-51,4-2 1,-4-2 20,4-2 0,-5 1 76,1-5 392,3-6 0,0-1-668,5-6 0,-2-3-221,3-5 122,-4-6 1,10-1-1,-3-6-261,0-2 1,6-2-295,-1-3 0,-2-8-73,2-5 1,0-4 376,-9 31 0,0 0 1,1-2-1,1 1 97,0 0 1,1 1 0,-2-1 0,0-1-1,1 1 1,1 1-209,-2 1 0,0 1 175,12-22-9,-6 13 1,-1 10-95,-6 3 1,1 6-587,-1 6 146,-5 6 1,-3 11 271,-8 0 0,-4 1-403,-9 3 1,1 3 0,-8 7 854,-2 3 0,-2-4 0,4 5 0</inkml:trace>
  <inkml:trace contextRef="#ctx0" brushRef="#br0" timeOffset="44">9192 3597 7778,'-12'5'481,"0"-3"940,-1 2-613,6-3 0,3-1-346,8 0 1,5 0 182,7 0 0,5-5-377,8-4 0,2 2-248,7-1 0,4 0 1,4-5-1005,2 1 0,2 0 652,-1-1 0,2 5-1094,3 0-412,-8 5 1838,7-8 0,-14 10 0,4-5 0</inkml:trace>
  <inkml:trace contextRef="#ctx0" brushRef="#br0" timeOffset="45">11587 3646 7930,'0'-25'-57,"-6"6"1,5-6-12,-3 1 1,8-1 0,4-4 604,3 3 0,3 5-2,2 0 0,0 6-227,4-1 0,1 3 2,4 5 1,-1-2-142,1 6 1,-1 0-31,-4 4 0,2 7 1,-5 4-9,-2 4 1,-1 9 228,-2 0-172,1 1-47,-6 5 0,2 1-40,-5 2 0,5 3 27,-5 1 0,1 0 0,-2 0-121,1 1 1,5-1 15,-5 0 1,5-7-907,0-5 0,2-3-424,1-10 0,0-2 658,1-10 1,5-3-624,2-5 1272,-2-6 0,6-21 0,-5-4 0</inkml:trace>
  <inkml:trace contextRef="#ctx0" brushRef="#br0" timeOffset="46">12257 3299 7930,'-13'7'990,"1"4"-712,-1-3 1,-5 3 412,-2 2 0,-5 9 1,-3 4-97,-1 4 1,-5 5-331,1 6 1,-4 3-353,-5 6 0,2-2 416,-5-3-382,10 4 1,-5-11-434,11 4-745,0-9 1,6-3 901,2-5 1,8-2 0,6-2-989,1-5 0,2-2 1317,4-1 0,-5-1 0,-2 0 0</inkml:trace>
  <inkml:trace contextRef="#ctx0" brushRef="#br0" timeOffset="47">12319 3795 7930,'0'13'535,"0"-1"1,0 0 78,0 1 1,-2 1-171,-2 2 1,-3 3-103,-5 6 1,-1 0-1092,1 0 0,0 0 514,-1-1 1,6 0 0,3-4-1842,3-3 2076,1-3 0,0-7 0,0-2 0</inkml:trace>
  <inkml:trace contextRef="#ctx0" brushRef="#br0" timeOffset="48">12902 3497 7930,'-13'25'0,"-3"1"616,-1 3 1,-4 3 1326,5 5 1,-1 3-342,5-3 1,4 2-659,-1-10-745,7 0 1,-2-7-17,8-5 0,3-6 0,5-11-73,0 0 1,6-7-233,3-6 1,1-5-219,-1-6 1,2-5-705,-2 0 0,2-7 555,2-1 1,0 4-301,0-5 1,-5 9 259,1 0 0,-4 3 262,3 1 1,-5 8 80,2 4 269,-3 6 1,-6 14 351,0 6 0,-5 6-320,1 10 1,-2 2 357,-2 7 1,0 3-207,0 0 0,0 2 305,0-2 1,-2 4-1,-1 6 871,-1 2-1062,0 4 0,4 9-444,0 0 0,0-30 0,-1 0 186,-1-1 1,0 0 0,0 3-1,1 0-138,-3-1 1,0 0 0,2-1 0,-1 0 49,-5 26 1,5-6-163,-1-2 1,-1-4 39,1-5 0,-6-9-24,2-11 1,1-6 39,-1-6 0,-2-7 0,-5-1-122,-2-4 1,-5-2 93,1-4 0,-7-1 445,-6-7 1,-1-3-898,-3-1 0,-4-5 222,-4 1 1,-5 2-453,-7-2 0,10 6 373,-6-1 1,12-2-436,0 1 0,9 1-1431,4 3 1625,14-5 0,0 3-50,11-5 27,5-7 1,11-4 671,9-7 0,-3-4 0,0-2 0</inkml:trace>
  <inkml:trace contextRef="#ctx0" brushRef="#br0" timeOffset="49">14030 3435 7683,'6'-12'0,"-5"4"2267,4 0-1004,-10 5 1,-3-1-665,-8 8 0,-5 8-125,-8 9 0,-3 12-145,-5 4 0,-4 13 141,-1-1 0,5 9-9,4 0 1,7 3 226,1 1 0,11-6-302,10-2 0,4-4-177,4-5 0,3-8-515,6-8 0,4-10 263,4-6 0,3-6 200,0-7 0,0-2 37,-4-2 1,4-3 12,-3-5 1,-3-2 108,-2-2 1,-4 2-673,-3-3 356,-4-2 0,-5 5 0,0-4 0</inkml:trace>
  <inkml:trace contextRef="#ctx0" brushRef="#br0" timeOffset="50">13696 3870 7683,'-7'5'2456,"1"-4"0,12 5-998,2-6 0,10-1-759,7-4 1,1-1-275,7-7 1,4 1-177,4-1 1,8-5-1509,0-2 1,1-4 606,4 0 1,-3 3-660,-2 0 0,-5 0 1311,-2-3 0,-4-1 0,0 0 0</inkml:trace>
  <inkml:trace contextRef="#ctx0" brushRef="#br0" timeOffset="51">15073 3187 7719,'0'18'1794,"0"3"-1147,5 2 1,3 2-283,9 0 1,4 5-240,7 3 0,4 12 1112,5 0 1,1 6-483,-1-6 0,0 4 599,0 0 0,0 1-1116,1 0 1,-8-6-516,-5-3 1,-2-7-141,-6-1 0,3-5-666,-3 1 0,0-8 718,-5-5 0,0-3 1,1-5-121,-1-4 0,2-4-1411,2-4 0,1-9 1895,8-7 0,2-20 0,11-6 0</inkml:trace>
  <inkml:trace contextRef="#ctx0" brushRef="#br0" timeOffset="52">16028 3150 7719,'-13'0'616,"1"0"1,0 2-291,-1 2 0,-1-2 747,-2 7 1,1 0-490,-6 8 1,-1 4 219,-7 8 1,-8 4-494,-9 8 1,21-17 0,-1 2-381,-2 2 1,-2 1 0,-1 2-1,-1 0 165,-4 3 1,-2-1-1,-4 0 1,1 1-89,0 1 1,-1 0-1,-2-1 1,0-1-376,2-4 0,1-1 0,2 0 0,0 0 277,1-3 0,1-1 0,1 0 0,2-1-1157,4-2 1,2-1-1,-17 15-775,20-15 2022,5 4 0,14-12 0,1 1 0,4-6 0</inkml:trace>
  <inkml:trace contextRef="#ctx0" brushRef="#br0" timeOffset="53">17318 4068 7730,'0'-12'0,"0"-1"0,0 12 0,-6 8 0,-2 13 0,-7 5 132,-2 4 0,-5 3 62,2 5 0,-4-4-661,-1 0 1,6-1-739,3 1 1205,2 3 0,-4-10 0,-1 4 0</inkml:trace>
  <inkml:trace contextRef="#ctx0" brushRef="#br0" timeOffset="54">18993 3175 7730,'-13'0'0,"-1"0"483,-2 0 1,2 0 177,-2 0 0,2 0 1625,1 0-994,6 0-949,2 0 0,16 4 72,6 0 0,10 0-169,6-4 0,3 0-204,1 0 0,6 0-262,2 0 1,2-5 220,-1-3 0,-2-3-720,-3-2 508,-2 6 0,4-4-49,-6 3-171,-5 3 1,-2-5 91,-5 6 1,-6 0 11,-3 4 1,-3 1 275,-5 3 0,-2 3-92,-6 5 1,4 2 204,0 3 0,0-2 6,-4 6 1,1-1-20,4 5 0,-4 5-1,3 3 0,-1 5-47,1 3 1,-3 7 224,4 6 0,-4 9-188,-1-1 0,0 4 0,-1-1 259,-4 1 1,4 1 162,-3-5 0,2-11-162,2-6 0,0-12-391,0-8 82,6-6 0,-3-8-85,5-3 1,0-2-321,5-6 0,-5-1-495,0-4-275,-5-1 0,3-7-158,-6 1 694,0-1 0,-6-2-556,-2 3 1206,-3-9 0,-2 7 0,1-10 0</inkml:trace>
  <inkml:trace contextRef="#ctx0" brushRef="#br0" timeOffset="55">19079 3783 7730,'-24'5'1968,"3"-3"-1506,0 2 1,10-3 395,-1-1 0,9 0-366,3 0 1,7 0-102,10 0 1,7 0-234,9 0 0,7-1 0,3-2 54,1-1 1,0-2-830,2 2 1,1 1 419,-6-5 1,-1 5-1250,-7-1 1,-3 3 688,-5 1 1,-7 1 756,-5 3 0,-7 3 0,-6 6 0</inkml:trace>
  <inkml:trace contextRef="#ctx0" brushRef="#br0" timeOffset="56">18918 4180 7730,'-25'19'89,"5"-1"1049,-1-6 0,10-5 201,-1-3-224,7 3 0,5-6-526,9 4 0,11-8-164,5-1 1,14-7 0,2 0-70,6-4 1,4-3-366,3 1 0,2-1-3680,6-3 3233,-5-2 0,6 9 0,-3-4 456,-1 0 0,6 5 0,-31 4 0,0 0 0</inkml:trace>
  <inkml:trace contextRef="#ctx0" brushRef="#br0" timeOffset="57">20754 3683 7730,'0'-24'0,"4"-1"-696,0 0 1,1 6 695,-5 2 0,-2 3 393,-2 2 1,-4 4 1198,-9 0-1118,-2 5 0,-3-7 15,-3 6 1,3 0 83,-7 4 0,3 5-138,1 4 1,2 3 21,2 5 1,-1 2-240,5 6 1,-3 1-143,3 3 0,5-4-340,4-1 1,5-4 191,-1-8-276,8 1 0,4-7 218,9-1 0,2-5-73,6-5 0,1-6 66,3-5 1,-2-5 0,5 5-144,-2 0 0,-2 3 228,-7 0 1,1 6-31,-6 3 1,1 4 233,-5 4 1,-1 9-65,-3 7 1,2 11 51,-6 6 1,2 2-28,-2 6 0,-1 2-213,5 7 0,0 2 329,5 6 0,-1 0-377,0 0 0,1 4 429,-1 0 0,-5 2-54,-3-2 0,-2-4 132,-2 0 0,-6-5-44,-2-8 0,-3-3 0,-2-4 395,1-3 1,-5-4-173,1-11 1,-2-3-158,1 0 1,4-12-68,-4 0 0,3-7-102,2-2 0,-5-5 572,1-3-731,-6-9 1,8-2-205,-2-6 0,-4-5 1,0-3-224,-4-3 0,3 0 207,1 3 1,3-2-240,-3 6 0,4-4 161,0 4 0,2 2-310,2 6 354,5-2 1,1 9-184,6-3 1,0 4-85,0 0 0,2 1 34,2-1 0,4 1-150,9 0 314,-4-1 0,11 1 30,-4-1 1,4 1-241,1 0 1,5 3 106,3 1 1,-1 0-499,1-5 0,-4 2 357,4 3 0,0-3 514,4 3 0,6-3 0,1-2 0</inkml:trace>
  <inkml:trace contextRef="#ctx0" brushRef="#br0" timeOffset="58">21920 3324 8487,'0'-13'1523,"0"-4"1,0 3-1030,0-3 0,-1 9 118,-3 4 0,-4 5-250,-9 7 1,-4 6 55,-8 11 0,-4 9-3,-8 4 1,1 9-460,-6 2 0,6 2 193,20-22 1,-1 0 0,-16 28 49,4 0 1,8 4-1,8-3 1,9-3 150,4-1-201,3-3 1,3-9 49,7-4 1,0-12-395,12-10 1,0-3-1202,4-5 539,5-2 0,-4-8 386,3-2 1,-3-3-1252,-1-5 1,-2-5 868,-2 1 0,-4-5-413,-9 4 0,-4-3 1266,-8 3 0,3-5 0,-5 3 0</inkml:trace>
  <inkml:trace contextRef="#ctx0" brushRef="#br0" timeOffset="59">21461 3808 7730,'-12'0'187,"-5"0"-187,1 0 2262,-1 0-979,10 0 0,12 4-724,7 0 1,10 0 105,3-4 0,6 0-246,11 0 0,-2-1-712,5-4 0,1 3 250,3-7 1,1-3-499,0-5 0,3-3-1687,1 3 0,5-5 642,-1 2 1211,3-9 0,1 2 0,0-3 0</inkml:trace>
  <inkml:trace contextRef="#ctx0" brushRef="#br0" timeOffset="60">22913 3237 7768,'-13'0'624,"-5"0"1,3 0 868,-5 0 1,3 1-727,-4 4 0,-1 3 543,-7 8-969,3 9 1,-6 3 125,4 5 0,0 5 1,-2 8 416,3 2 0,1 6-413,10 0 0,-5 3 2,4-3 1,5 4-164,4-4 1,5-6-237,-1-7 0,7-8 101,1-4 0,10-5-221,-2-8 1,5-1-71,-1-10 1,5-1-286,8-4 0,1-7-31,3-6 1,2 0-1240,-6-8 0,-1 0-1918,-3-3 2798,0-1 1,-6 4 0,-3 0-1079,-7-1 0,-5-2 1869,-8-5 0,-8 2 0,-8-3 0</inkml:trace>
  <inkml:trace contextRef="#ctx0" brushRef="#br0" timeOffset="61">22541 3646 7768,'-24'11'881,"3"-2"1,1 2 0,7-3 232,6 3 532,5 1-1115,2 1 0,7-1 526,5 1 1,7-7-684,10-1 0,3-4 0,7-1-471,2 0-165,-2-6 0,3 0 0,-5-7-2615,1 1 1508,-7-6 0,2 4 729,-8-3 1,-3 5-879,-9 4 1,-2-3 1517,-3 3 0,-8 2 0,-3 0 0,-5 8-121,-2 2 0,-1 4 13,-1 9 0,0 1 1330,-1 2 1,2 4-325,3-4 172,-3 4 0,9 6-452,-2 3 1,-1-1 0,1 1 565,1 2 0,1 0-995,2 3 1,0-7-416,0-2 0,2 2-654,2-3 1,-3 1 0,4-5 879,-4-4 0,-1 4 0,0-5 0</inkml:trace>
  <inkml:trace contextRef="#ctx0" brushRef="#br0" timeOffset="62">24712 3547 7769,'5'-12'997,"-4"-1"-529,5 6-21,-6-4 0,-1 10-86,-4-3 0,-3 4 187,-8 4 1,-8 3-322,-5 5 1,-7 6 0,1 3-34,-5 2 1,-2 2-285,5 0 0,5 4 93,3 0-21,3 0 1,8-6-379,6-2 359,5 2 0,19-13-27,9 2 1,9-2-39,12 2 0,0-5 0,5-1 17,-1-1 1,-5-2 195,5 5 0,-12-1 13,-1 1 1,-9 3 115,-4-2 1,-9 2 29,2 1 1,-9 2-79,0 2 1,-4-2-17,-4 3 0,-7 1 0,-6 0 16,2 1 1,0-4-148,-2 2 1,4-8-456,-4 0 1,-1-3 237,2 3 0,-1-4-891,5-5 0,-1 0 512,1 0 0,4 0-717,-1 0 0,7-5 147,-3-4 576,4-7 545,7 2 0,6-9 0,7 3 0</inkml:trace>
  <inkml:trace contextRef="#ctx0" brushRef="#br0" timeOffset="63">25046 3671 7769,'0'-12'396,"0"-1"0,0 1 1343,0-1-1255,0 7 1,0 1-24,0 10 1,0 7-183,0 9 0,0 2 334,0 2 0,-1 5-192,-3 3 0,3-1-134,-4 1 1,4-5-564,1 1 247,0-3 0,0-7-57,0-2 0,1-4-174,4 0 1,-3-6 88,7-3 1,3-8-216,5-5 1,5-7-137,-2-5 1,4-6-574,1-2 0,1-6-32,3 2 825,-3 3 0,0 0 216,-5 5 0,-6 0-43,1 0 1,-2 7 984,-1 6-487,-7 5 0,0 14 278,-6 5 1,-1 2-95,-4 7 0,3-1-195,-7 5 0,7-1 275,-2-4 1,2 2-242,2-5 1,0 3-676,0-3 1,0 0 229,0-5 1,6 0-1237,2 1 0,3-5 151,1 0 0,-3-5 1138,-1 1 0,6-8 0,5-3 0</inkml:trace>
  <inkml:trace contextRef="#ctx0" brushRef="#br0" timeOffset="64">25716 3584 8784,'-1'-7'781,"-3"3"0,-3 3-416,-5 1 0,-2 7 493,-3 5 1,-2 10-357,-6 7 0,0 6 259,0-2 0,1 7-283,-1 1 0,6 3-211,2-7 0,9 0-940,4-12 1,4 0 506,4-12 1,3 0-545,5-9 0,6-5 441,3-7 1,8-10-493,4-7 0,2-1 180,3-7 0,-5 1-646,0-1 1,0-3-678,4 3 1904,6-8 0,-3 1 0,3-3 0,-2 2 0,-1 1 0,1-2 0</inkml:trace>
  <inkml:trace contextRef="#ctx0" brushRef="#br0" timeOffset="65">26213 2964 7769,'0'-12'4380,"0"-1"-3883,0 6 0,0 7 248,0 9 1,-5 13-298,1 7 0,-5 11 372,0 5 0,-6 9-346,-1 4 1,-2 4-502,1 4 1,10-32 0,-1 1 16,-2 2 1,-1 0 0,4 0-1,-1-1-276,0 0 0,0-1 0,-8 29-1021,0-10 0,6-6 414,-2-10-453,2-7-907,3-11 1567,7-9 0,7-18 1,7-6-240,3-6 663,-4-10 1,11-1 328,-4-3 1,3-2-1,-1 5-172,-2-2 194,-5 10 1,6-5 0,-6 10 202,0 2 0,-8 7 1650,6 3-1138,-9 4 0,1 12 197,-5 6 0,-5 6-435,-3 6 0,-3-1-13,-2 5 0,2-4-188,3 4 0,-2-6-123,6 2 1,-1-4 0,2-4-466,-1-5 0,0-2 175,4-2 0,1-5-904,3-3 0,-1-2 179,5-2-1371,0-6 0,5-1 2144,-1-5 0,1 0 0,-1-1 0</inkml:trace>
  <inkml:trace contextRef="#ctx0" brushRef="#br0" timeOffset="66">26820 3659 7721,'7'-6'0,"4"5"387,-2-3 0,7 2-324,5 2 0,8 2 1321,4 2 1,8-1-621,5 5 1,9-5-1181,7 1 0,-4-8 436,4-5 1,-3-9-802,3-6 0,-30 9 0,-1-2 213,3-3 0,-1-1 0,19-19 568,-2-6 0,-9 1 0,-4-5 0</inkml:trace>
  <inkml:trace contextRef="#ctx0" brushRef="#br0" timeOffset="67">27540 3001 7784,'-19'31'0,"-6"-2"412,0 8 0,2 4-312,-2 13 0,11-22 1,0 2-18,4 3 0,0 0 331,-4 2 0,1 0 0,6-2 0,1 1 0,-3 1 0,1 0 96,1 0 0,0 0 0,1 1 0,1 0-886,1-4 0,0-2 1,0 26 53,8-19 1,4-15 271,9-9 0,-2-9 7,6-8 1,-1-7-908,5-5 0,1-13 374,3-12 0,3-6-776,5-7 0,-4 1 1192,0-1 0,-5-1 160,1-3 0,-3-1 0,-1-5 0,0-2 0,-1-3 0</inkml:trace>
  <inkml:trace contextRef="#ctx0" brushRef="#br0" timeOffset="68">27949 2902 7784,'6'-23'0,"2"2"907,-2 3 0,-1 13-363,-5 5 0,0 7 321,0 9 0,0 9-203,0 8 0,-5 7 33,-4 1 1,-2 6 695,-1-1-1024,-1 7 0,1-2 1,0 3 12,-1-3 0,5 0-303,0 3 1,-1-5-651,-3 1 451,0-6 1,3-14-748,1-5 288,5-6 1,-1-19 289,8-8 0,0-6-428,9-10 1,-3 2 252,6-7 1,2 7 502,-1 1 0,3 7-157,-3 2 1,-1 5 59,-3 7 1,-1 5-97,1 4 1,-7 9 889,-1 6 1,-4 5-69,-1 4 1,0 3 257,0-3 1,-4 2-416,0-2 0,0-3-153,4-5 0,0-6-877,0-2 1,1-5 405,3-4 1,3-2-1026,5-6 1,6-7 581,3-5 1,-2-2-590,2-7 0,0 5-54,3-5 1201,1 6 0,0-9 0,0 5 0</inkml:trace>
  <inkml:trace contextRef="#ctx0" brushRef="#br0" timeOffset="69">28570 3572 7720,'-17'-2'0,"0"-2"0,1 3 1730,4-3 0,-5 4-796,0 4 1,-3 7 735,3 6 1,1 6-811,3 2 0,1 0-376,-1 4 1,2 1-454,3-1 0,3-6 35,5-6 1,5-3-345,3-2 1,5-5 225,3-3 1,4-4-431,5-4 0,-1-7 280,1-6 1,4-5-591,0 2 1,0-4 220,-4-1 0,-2 6 118,-2 2 1,0 4 359,-9 0 16,3 6 1,-13 3 674,2 8 1,-4 5-358,-4 7 0,-3 3 787,-6 6 0,2 0-432,3 0 1,-2-6-204,6-2 0,0-3-440,4-2 1,1-5-393,4-3 1,3-8-283,8-4 1,5-9 447,8-4 1,-1-6-1589,5-2 0,-4-6 878,4 2 0,-2 0-229,2-4 0,3 1 392,-3-9 1,2-6 469,-2-7 1,-8 4 402,-9 5 1,-6 6 81,-2 10 864,-5 13 1,-2 11-671,-5 13 0,-6 4 359,2 9 0,-3 6-180,-1 6 1,-1 6 630,1-2 0,4 4-525,-1 4 1,3-2 915,-3 2 0,2-4-199,3-4 0,3 5-813,-3-1 0,2-6-1436,2 3 0,0-3 611,0-2 0,0-3-417,0-1 1,0-8 527,0 3 0,-1-6-1909,-3-6 1,-3 2 893,-5-6 1,-1 0-51,1-4 0,-6 0 575,-3 0 0,-4-7 686,-4-5 0,3-6 0,-3-7 0,-1-1 0,1-3 0,0-4 0,4-8 0,7 4 0,6-1 0,5 8 177,7 9 0,1 3 19,4 6 1,7 1 1387,9 3 0,13 2-650,7 6 0,8 0-450,4 0 1,0 0-734,5 0 1,-5-4 282,5 0 1,2-6-1423,6 2 0,-8 1 407,0-1 981,-6 5 0,-5-5 0,-3 2 0,-6-2 0,-2 3 0,-3 2 0</inkml:trace>
  <inkml:trace contextRef="#ctx0" brushRef="#br0" timeOffset="70">20556 6015 7762,'0'-8'240,"0"0"1,-2 5 1128,-2-1-419,3-3-378,-5 5 0,6 8-154,0 10 0,0 8-107,0 5 1,0 7 13,0 5 0,0 0-97,0-3 0,2-7-139,2-2 0,-1-4 75,5-4 1,4-9-154,5-8 1,5-4 60,-1-4 1,-2-6-361,1-10 0,5-8 196,4-13 0,0 1-178,-4-6 1,-4 5-58,-1-4 0,0 5-199,0-2 0,2 9 159,-5 4 0,-5 3 63,-3 1 0,-3 10 517,3 3-205,2 8 1,-10 4 457,3 8 0,-2 10-273,-2 7 1,-2 1 438,-2 7 0,1 0-202,-5 4 0,4 4-8,-4 1 1,5 5-18,-1-2 1,2 3-330,2 2 0,0 5 117,0 3 0,0 7 10,0 1 0,0 1-240,0 0 1,0 0 210,0 3 0,2-34 1,1 0 169,1 30 0,0-1-286,-4-7 1,0-3 157,0-5 0,0-2-212,0-3 0,0-6 79,0-6 1,0-6 56,0 2 0,0-4-129,0-4 0,0-7 310,0-6 0,-2-5-299,-2 1 1,0-4 216,-8-4 0,2 1-258,-6-5 0,-4-1-85,0-3 0,-4-2-94,-1-2 1,-4 1 104,1-6 1,-3 0-542,2-4 1,2 1 268,-6-1 0,5-6-565,-1-2 1,7 0 379,1-4 1,8 7-369,0-7 0,6 2-3,7-2 1,7 4-274,6 0 1,4 1 1193,8-1 0,6-3 0,0 4 0</inkml:trace>
  <inkml:trace contextRef="#ctx0" brushRef="#br0" timeOffset="71">21201 6338 7762,'12'-7'0,"-4"-4"1108,1 2 0,3 0 11,5 1 1,6-4 359,2 4 0,0 3-985,4 1 1,-2-2-217,2 2 1,-3-4-1254,3 4 1,2-2 647,-2 2 0,-2 2-635,-6-2 1,1 3 215,-6 1 746,1 0 0,-5 11 0,1 3 0</inkml:trace>
  <inkml:trace contextRef="#ctx0" brushRef="#br0" timeOffset="72">21436 6449 7762,'-19'0'702,"3"0"0,-2 0-51,1 0 1,5 0 1196,4 0 780,5 0-1936,14 0 1,4-1-334,14-3 1,3 1-122,1-5 0,7-1-1215,1-3 1,4 4 637,-3-1 0,-1 1-605,-4-4 1,1 1 943,-1 3 0,0-9 0,0 3 0</inkml:trace>
  <inkml:trace contextRef="#ctx0" brushRef="#br0" timeOffset="73">22615 6152 7762,'0'-13'770,"-4"1"-402,0-1 0,0 1 164,4 0 1,0-1-153,0 1 0,-2-1 244,-2 1 12,3 0-255,-10-1-208,4 6 1,-6 2 24,1 5 1,-6 2 63,-3 7 0,-2 10 25,-2 14 0,-4 4-84,0 5 0,2 0-37,6 4 0,-1 2 25,5-2 1,2-1-73,7-4 1,2-1-126,6-11 1,3-5 13,5-8 1,2-7-239,11-5 1,1-6 43,7-6 0,-3-6-23,3-11 1,1-4 0,-1-1-292,-1-2 324,-2 5 1,-3-3 4,-2 5 0,1-4 117,-5 0 1,-2 5-39,-7 8-7,3 2 182,-4 2 0,0 6-65,-3 6 0,-3 7 153,-1 10 0,0 1-17,0 2 1,0 4 142,0-4 1,5 4 231,-1 1 1,0 4-76,-4-1 0,4 3 105,0-2 0,2 1-146,-2 3 1,-3 7-156,3-3 1,2 3-5,-2-3 1,0 2 25,-4 2 0,0 2-56,0 3 0,0 0 12,0-4 0,-5 3-23,-4-3 0,2-1 58,-1-4 0,0-5 0,-3-3 222,3-3 1,-3-3-208,2-2 1,0-3-84,0-6 0,-2-1-25,3-2 1,-3-2 24,-1-3 0,-1-3-289,1 3 1,-1-2 140,1-2 0,-6 0-209,-3 0 1,2 0-94,-2 0 1,5-6-221,-5-2 1,5-7-362,-5-2 1,4-6 381,-3-2 1,5-1-38,-2-7 0,5 0 103,3-5 1,4 7-99,5 2 0,0 3-46,0 1 1,1 1-31,3 4 1,3 2-64,6 5 0,3 5-279,1 0 1,3 4-479,-3-5 1,5 5 677,-1-4 0,2 4-914,2-4 1610,0-1 0,5-3 0,2-1 0</inkml:trace>
  <inkml:trace contextRef="#ctx0" brushRef="#br0" timeOffset="74">23297 6300 7762,'-8'-12'470,"0"0"1,5 3-96,-1 1 0,2 4 1406,2-4-796,0 5-503,0-3 1,6 6-122,2 0 1,3 5-154,2-1 1,-1 5 165,1 0 0,-5 0-106,0-1 1,-1 4 136,1-4 1,-1-1-69,-3 1 0,-2-4-24,2 4 0,-4-1-78,-4 1 0,-3 4-253,-6-4 1,0-1-39,-4 1 0,2-1-42,-6 1 1,6-2-81,-2-6 1,0 0 108,0 0 0,0 0-357,5 0 1,5-6 150,3-2 0,3-3-54,1-2 1,1 0 60,3-4 0,3 5 225,5-1 0,5 1-64,0 4 0,-1 2 114,-4 2 0,-3 3 120,-1 1 1,-1 1-59,1 3 0,-2 3 55,-6 5 1,4 1-26,0-1 1,0 1 310,-4-1-38,-5 0-269,-2 1 0,-6-2-11,1-3 0,4-2-133,-1-6 1,5 0-59,-4 0 0,5-2 105,-1-2 0,3-3-170,1-5 122,0-1 1,0 1-156,0 0 0,0 3-112,0 1-826,5 5 403,2-2-1172,5 5 1065,1 0 1,-2 1-1022,-3 3 1860,3 3 0,-4 6 0,6-1 0</inkml:trace>
  <inkml:trace contextRef="#ctx0" brushRef="#br0" timeOffset="75">23856 6201 7762,'-20'0'0,"-2"0"827,6 0 0,0-1-321,8-3 1,-1 1 541,4-5 1,3-1-474,6-3 0,4-2-221,9-2 0,7 0-139,10-4 1,1-5-220,3-4 1,0 0 21,4 4 0,-5 6 49,0 3 1,3-1-59,-7 5 1,0 1 57,-8 6 1,-2 5-148,-2 0 1,-3 3-44,-6 10 0,-3-2 212,-1 9 0,-5-3-57,1 3 0,1 5 317,-1 4 1,1 2 110,-5-3 1,4 4 153,0 5 0,0 1-200,-4-1 1,1-1-105,3-3 0,-2 1-353,2-5 1,3 3 80,1-7 1,3-5-708,2-11 0,-1-4 437,0-5 1,6-11-1473,3-6 0,2-5 236,2-2 0,0-7-117,0-2 0,-2-1 755,-2 1 1,1 1 829,-5 3 0,-1-3 0,-4-5 0</inkml:trace>
  <inkml:trace contextRef="#ctx0" brushRef="#br0" timeOffset="76">24736 5854 7456,'-1'-8'463,"-3"-1"0,2 5 51,-2-4 1,2 5 209,-3-1 0,-1 3-291,-7 1 0,-1 7 181,-2 5 0,1 6-203,-6 7 0,-4 5 22,-4 3 0,-5 4-95,1 5 0,-3-2-401,-1 5 0,-6 1-82,-3 3 1,2-3 186,-1-1 0,-2-4-529,20-18 0,0 0 0,-18 16 188,-1-2 0,6-6-407,3-6 0,4-1 268,0-4 0,9-2-777,0-5 0,7-1 389,1 0 1,2-3-248,1-1 1073,1-5 0,5 8 0,2-4 0</inkml:trace>
  <inkml:trace contextRef="#ctx0" brushRef="#br0" timeOffset="77">2295 7677 7762,'-21'7'378,"1"-3"1,4-1 349,0 1-594,2-3 23,7 5 1,7-5 310,9 3 0,7-2-31,5 2 0,8-3 5,4-1 1,4 0-111,4 0 0,1 0 49,7 0 0,0-1-375,8-3 1,4-3 45,-26 1 1,0-1-1,1-1 1,0 0-270,5 0 0,1-1 0,0-1 1,0 0 273,3 1 0,1 1 0,1-1 1,1 0-13,4 1 1,-1 0 0,-2 1 0,-1 1-35,1 0 1,1 0 0,0 1 0,1 2-45,0 0 0,1 2 0,1 0 0,0 0 25,1-1 1,0 0-1,-3 1 1,1 1-361,4 0 1,0 0 0,-1 0 0,0 0 210,3 0 1,0 0-1,2-1 1,1 0 72,5-1 1,0 0-1,0 1 1,1-1 20,-21 0 1,1-1 0,0 0-1,23 0 1,0-1-202,-24 2 1,1-1 0,0 0 0,1 0 0,0-1-1,1 1 224,2 2 0,0 0 1,0-1-1,-3 0 0,0-2 1,1 2-155,-1 0 1,0 1-1,0 0 1,2-1-1,-1 1 1,1 0 206,0 0 1,-1 1 0,1 1 0,2-1 0,1 0 0,1 0-26,-1 0 1,1 0 0,0 0 0,-2 0-1,1 0 1,-1 0 34,2 0 0,-1 0 0,1 0 1,0-1-1,-1 1 0,1-1-112,3 0 0,-1-1 0,1 1 0,0 0 1,1 1-1,1-2 105,4 0 1,1-1 0,-1 0 0,-3 0 0,0 1 0,0-1-168,4-1 0,-1 0 0,1-1 0,-1 1 0,1 0 0,0 0 151,2 0 0,0 0 0,1 0 0,0-1 0,0 1 0,0 0-49,-14 1 1,-1 0 0,1 0-1,0 0 1,15-1 0,-1 0 0,1-1 35,0 1 0,1 0 0,0 0 0,-16 1 0,0 0 0,-1 0 1,1 0 10,0-1 1,-1 1-1,1 0 1,0 0-1,2 0 1,0 0 0,0 0-1,1 0 5,-1 0 0,1 0 0,0-1 0,0 1 0,-1 0 0,-1 1 0,0-1 0,1 0 33,-1 1 0,1 0 1,0 0-1,0 0 1,0 0-1,-1-1 1,1 1-1,0-1-34,0 2 1,-1 0 0,1 0 0,0 0 0,1 0 0,0 0 0,-1 0 0,1 0-6,1 1 1,0 0 0,0 0 0,0 0 0,-1 0 0,0 0 0,0 0 0,1 0-77,-1 0 0,1 0 0,0 0 0,0 0 0,1 0 0,1 0 0,0 0 0,-1 0 85,1 0 0,0 0 0,0 0 1,0 0-1,2 0 0,1 0 0,0 0 1,0 0-29,-1 0 1,0 0-1,0 0 1,0 0-1,1 0 1,0 0 0,1-1-1,-1 1-34,-1-1 0,0 0 0,0 0 0,0 0 1,1 0-1,0 1 0,0-1 0,0 0-29,1-1 0,0 0 0,0 0 0,1 0 0,0 0 0,0 0 0,0 1 1,0-1 11,0 0 0,0 0 0,0 0 0,0-1 0,1 1 0,-1-1 1,1 0-1,-1 0-66,-2 1 1,0 0-1,0 0 1,0 0-1,1 0 1,0 1-1,0-1 1,0 0 90,1 0 1,0 0-1,1 0 1,-1 0 0,1 1-1,0 0 1,0 0 0,0 0 21,-1-1 1,-1 0 0,-1-1 0,2 2-1,-1 0 1,1 0 0,0 1 0,0-1 3,-3 0 0,0 0 0,-1 0 1,2 0-1,0-1 0,1 1 0,0 0 1,-1-1-28,1 1 0,0 0 0,0 0 0,1 0 0,0-1 0,1 0 0,0 0 0,0 0 101,-2 1 1,0 0-1,0 0 1,0 0-1,2-1 1,0 0-1,0-1 1,-1 1 9,-2 1 0,0 0 0,0 1 0,0-2 0,3 0 0,0 0 0,0-1 0,1 1 47,-1 0 1,0 0 0,0 0-1,0-1 1,3 1 0,1-1 0,0-1-1,0 1-34,-2-1 1,0 0 0,0-1 0,0 1 0,-11 2 0,1-1 0,-1 0-1,1 1 1,-1-1-21,11-1 1,0-1 0,0 1 0,0 0 0,-10 1-1,-1 0 1,1 1 0,0-1 0,0 0-67,0 1 1,0-1-1,0 1 1,0-1-1,1 1 1,0-1-1,1 1 1,0-1 0,0 1-1,-1 0 13,-1-1 1,0 0 0,0 1 0,0-1-1,1 1 1,0 0 0,0 1 0,1-1-1,0 0 1,-1 1-16,12-1 1,1-1 0,-1 1-1,0 1 1,-13 0 0,-1 0 0,1 1-1,0-1 1,0 1 11,1-1 1,-1 0 0,1 0 0,0 0 0,0 1 0,0-1-1,0 1 1,-1 0 0,1-1 0,-1 1-73,14 0 0,-1 0 0,0 0 0,1 0 0,-15 0 0,1 0 0,-1 0 0,1 0 0,-1 0 9,13 0 0,-1 0 0,0 0 0,0 0 0,0 0 0,0 0 0,1 0 1,-1 0-10,1 0 1,0 0-1,1 0 1,-1 0 0,1 1-1,1 0 1,-1 0 0,0 0 47,0 0 1,-1 1-1,0-1 1,0 0-1,2 0 1,-1 0 0,0 0-1,0 0 59,-1-1 1,-1 0 0,0 0 0,0 0 0,2 0 0,-1 0 0,1 1-1,0-1 44,-13 1 0,0 0 0,0 0 0,0 0 1,0-1-1,1 1 0,1-1 0,-1 0 0,1 0 1,-1 1-40,0-1 0,0 1 0,0 0 1,0 0-1,0 0 0,0 0 0,1 0 1,0 0-1,0 0 0,-1 0 5,0 0 1,-1 0-1,0 0 1,0 0-1,0-1 1,1 1-1,0 1 1,0-1-1,0 0 1,1 0-9,0 0 1,0 0 0,1 0 0,0-1-1,-1 1 1,1 0 0,0-1 0,0 0 0,0 1-1,-1 0-22,0 0 0,0 1 0,0 0 1,-1 0-1,1-1 0,0 0 1,0 0-1,0-1 0,-1 1 1,1 0 1,11 1 0,0 0 0,1 1 0,-1-2 0,-14 0 0,1 0 0,0 0 0,0 0 0,0 0-24,0 0 1,0 1 0,0-1 0,0 1 0,0 0-1,0-1 1,-1 1 0,1 0 0,-1-1 0,1 1 4,12 1 1,0 0-1,1 0 1,-1 1 0,-1-1-1,1 0 1,-1 0 0,0 0 16,-2 0 0,0 0 0,0 1 1,0-2-1,0 1 0,-1-1 0,0 0 1,0 0 50,0 0 0,0 0 0,0 0 0,0 0 1,0 0-1,0 0 0,0 0 0,-1 0-38,-2 1 1,-1 0-1,0 0 1,-1 1-1,2-1 1,-1 0-1,0 0 1,-1 0-32,-4 0 0,-1 0 1,-1 0-1,1 0 0,-1 0 1,1 1-1,0-1 1,0 0 25,-2 0 0,0 0 1,0 0-1,-1 0 1,12 1-1,-1 0 1,0 1-77,-2-1 1,0 0 0,-1 0-1,-4 0 1,-1 0 0,1-1-28,-2 0 0,0-1 1,-1 1-1,-3 1 1,0 0-1,-1-1 102,20 2 0,-2-1 0,-7-1 0,-1 0-203,-7 2 0,-1-1 1,-6-2-1,-2 0 225,-5 2 1,-1 0-1,25 0-2009,-13 5 1966,-21-1 0,-1-1 0,-13-2 0</inkml:trace>
  <inkml:trace contextRef="#ctx0" brushRef="#br0" timeOffset="78">2345 8855 7835,'-6'-7'1343,"5"2"0,1 1-603,8 0 1,9-1 121,3 5 1,9 0-291,4 0 0,10 0 95,7 0-892,-1-5 0,13-3 52,0-9 1,-5 2 33,1-6 1,-7 2-126,-6-2 1,-2-2-334,-6 2 1,-11 5-1299,-5 3 0,-10 2-614,-3 7 2509,-5 0 0,3 4 0,-6 0 0</inkml:trace>
  <inkml:trace contextRef="#ctx0" brushRef="#br0" timeOffset="79">2866 8843 7835,'-9'16'106,"1"1"0,5 5 1,-1-1 456,3 2 1,1 2-125,0 0 0,1 5 391,3 3 0,-1-1-318,5 1 1,-5-4-100,1 4 1,-2-1-739,-2 1 1,4-3 249,0-5 0,0 0-277,-4-1 1,0 4 295,0-3 1,-4 2-1240,0-6 1,-6-2 321,2 2 1,-7-2 305,-2 2 1,-5-3 666,1-6 0,-2 1 0,-2-1 0</inkml:trace>
  <inkml:trace contextRef="#ctx0" brushRef="#br0" timeOffset="80">2580 9612 7835,'-12'4'245,"0"0"1764,-1 0-1448,1 2 1,6-5-339,6 3 1,11-2-1,10-2 0,2 0-13,2 0 0,5 0 26,4 0 1,1-5-27,3 1 0,0-9 260,4 0 0,-2-3-78,5-1 0,5-2-2376,3-6 1225,-4 0 1,-7 6-269,-4 2 0,-7 4 1027,-2 0 0,-8 6 0,-3 2 0</inkml:trace>
  <inkml:trace contextRef="#ctx0" brushRef="#br0" timeOffset="81">3349 9277 7814,'7'-12'0,"0"1"0,-3 2 2033,-2 4-1147,3 5 0,-5 7 54,0 5 1,0 6-449,0 7 1,-5 5-159,-4 3 1,3 2-449,-3-2 1,7-3 140,-3-5 1,0 0-155,1-1 201,0-4-514,4-8 0,5-8 43,3-8 0,3-10-137,2-10 0,3-1 251,1-4 1,1 3 101,-2 1 0,-2 4 268,3 0 1,-3 10-69,-2-1 1,0 8 57,1 0-1,-1 4-16,1 4 1,-7 3-51,-1 5 1,0 6-254,-1 3 1,2-2 88,-2 2 1,-1-6-593,5 1 0,-5 2 314,1-1 0,3-1-1191,1-3 1623,-3-1 0,12 1 0,-3-1 0</inkml:trace>
  <inkml:trace contextRef="#ctx0" brushRef="#br0" timeOffset="82">4627 9178 7814,'-19'0'294,"-3"0"165,5 0 0,5 0-24,4 0 0,6 4 78,2 0-169,6 6 0,13-3 313,6 5 0,5-1-250,7-3 0,6-2-142,3-6 1,2 0-204,2 0 0,2-6-327,-2-2 0,2-7-471,-7-2 1,-2-5 730,-2 2-1475,-2-9 1,-7 2 204,-3-2 1275,-9 3 0,4-4 0,-5-2 0</inkml:trace>
  <inkml:trace contextRef="#ctx0" brushRef="#br0" timeOffset="83">5086 8669 7814,'-12'32'449,"-1"4"0,1 1 1,1 10-223,3 5 0,1 5 1392,3 5-1532,2 5 0,-3-2 336,5 5 1,0-10-177,0-3 0,1-1-385,3-7 1,3-2-289,6-10 0,-1-12 57,0-8 0,6-9-253,3-8 1,2-13-733,2-7 1,0-11 662,0-10 1,-2-4 690,-2-9 0,0-1 0,-9-3 0,-2 3 0</inkml:trace>
  <inkml:trace contextRef="#ctx0" brushRef="#br0" timeOffset="84">5458 8359 8001,'0'-7'982,"0"3"-572,0 8 1,0 6 206,0 11 0,-4 5-42,0 11-154,-6 6 1,9 6 0,-3 11 565,3 4-1034,-5 5 1,5-29-1,-1 0 1,-1 1 0,-1 1 61,2 0 1,-1 1 75,-2 1 0,0-1 0,2 1 0,-1 0-63,-2-2 1,0-1-1,2 0 1,1-2 141,-1 23 1,3-10 457,1-14-420,0-12 0,5-15 13,3-11 0,3-7-239,2-10 0,1-8 0,1-8-247,1-2 1,1-3-85,-5 1-1441,6-6 1,-4 1 841,2-4 1,-2 8 637,-1 5 1,-1 5-1,-1-1 479,-3 3 0,-1 8 128,-3 6-269,-2 5 1,3 9 441,-5 7 0,-1 0-328,-3 12 0,1 1 0,-4 6 241,2 1 1,0 0-21,5-5-179,0 1 1,0 0 13,0 0 1,0 0-191,0-1 0,0-4 0,0-2-766,0-1 508,6-3 0,-3 4-1507,5-5 1313,-5-1 1,8-5-252,-3-3 1,-1-3 0,1-1 694,2 0 0,1-5 0,1-8 0,1-6 0</inkml:trace>
  <inkml:trace contextRef="#ctx0" brushRef="#br0" timeOffset="85">5893 9165 7814,'6'0'1311,"1"0"-1124,-3 0 0,-2 2 849,2 2 1,-1-1-468,1 5 1,-3 0 20,3 5 1,-2 4-186,-2 4 0,0 3-475,0 0 1,0 5 89,0 0 1,1 0-892,3-4 1,-2-2 298,2-2-1219,-3-3 968,-1-11 823,0-2 0,-5-5 0,-2 0 0</inkml:trace>
  <inkml:trace contextRef="#ctx0" brushRef="#br0" timeOffset="86">5905 8967 7814,'-4'12'0,"0"1"0,-5-5 1052,5 0 0,2-4-476,6 5 0,3-7-642,5 3 1,6-4 31,3-1 1,7-1-1258,6-4 0,-1-1 77,4-7 1214,-3 1 0,15-6 0,-5-2 0</inkml:trace>
  <inkml:trace contextRef="#ctx0" brushRef="#br0" timeOffset="87">6364 8942 7814,'0'18'1198,"-6"-4"-899,-2 2 1,-7 2 54,-2-1 1,-5 6 186,2 2 1,0 0 286,0 4 0,0-3-517,0-1 0,6-2-90,6-2 0,6-3-180,2-6 1,6-1 79,6-3 0,8-2-377,4-6 0,1 0 222,4 0 0,1 0-476,-1 0 1,0 0 140,-4 0 1,-1 0 151,-4 0 1,-2 1 226,-5 3 1,-2-1-76,-3 5 1,-3 1 90,-5 3 1,-1 1-57,-3-1 0,-3 0-175,-5 1 1,-1-1 155,1 1 0,-5-1-792,1 0 0,-5 1-1266,4-1 2107,-5-5 0,3 10 0,-6-4 0</inkml:trace>
  <inkml:trace contextRef="#ctx0" brushRef="#br0" timeOffset="88">7394 9079 7814,'6'-18'0,"4"2"308,-6-4 1,0 5 77,-4-2 0,-1 5-123,-3 3 0,-9 0 359,-7 5 1,-4-1-215,0 5 1,-7 2 16,-2 2 0,-3 8-106,-1 9 0,1 3 67,3 0 1,3 7-65,5 2 1,2 3 25,2 1 1,9-1-583,7-3 0,4 1 234,1-5 0,11 1-352,6-1 1,5-7 251,2 3 0,7-12-1506,2-1 1,8-8 712,5 0 1,2-5 892,2-7 0,-1-6 0,1-11 0</inkml:trace>
  <inkml:trace contextRef="#ctx0" brushRef="#br0" timeOffset="89">7902 9041 7814,'-18'14'110,"-2"3"0,-5-2 331,-4 5 238,3 1 0,-5 8 1,7 3 1559,-1 4-1750,-6-2 1,11 9 197,-1-6 1,7-5-355,6-3 0,4-9-254,8-3 0,3-9-37,5-4 0,2-4-504,3-4 1,3-10-108,9-11 0,-1-3 237,5-6 1,-6-5-447,2 1 1,-2-2 422,-3 3 0,1 4 0,-1 1-425,-4 2 760,4 7 0,-10 1 134,2 5 0,-6 6-51,-2 7 0,-5 14 209,1 6 1,-7 7 0,-2 6 1355,-2 5-1113,4-4 1,-7 4 203,6-5 1,-4 4-357,4-4 0,0 0-163,4-4 1,0-2-393,0-2 1,0 1-523,0-5 0,5-2 286,3-7 0,-1 2-404,2-6 0,-5 0-2343,4-4 3175,0 0 0,5-11 0,-1-3 0</inkml:trace>
  <inkml:trace contextRef="#ctx0" brushRef="#br0" timeOffset="90">8684 9017 7814,'-13'0'643,"1"0"1,-2 0-206,-2 0 1,2 1 2,-3 3 1,-2-1-96,-2 5 1,-1 2 181,2 6 1,-4-1-129,3 6 1,-1-4-74,2 3 0,2 0-221,5 0 0,7-2-153,1-5 0,10-2-276,3-3 1,8-1 275,5-3 1,2-3-182,2 3 0,0-2 110,0-2 0,0 0 81,0 0 0,-2 0-52,-2 0 1,-3 4 328,-6 0 1,0 4 66,1-4 1,-6 6 57,-3-2 1,-4 7 7,-4 2 0,-5 4-70,-7-5 1,1 2-393,-6-1 1,0-4 116,-3 4 0,-1-3-888,0-2 1,1-1 456,4-3 1,2-2-446,5-6 0,5-1-176,0-4 1,5-3-1483,-1-8 2506,8-4 0,3-10 0,5-2 0</inkml:trace>
  <inkml:trace contextRef="#ctx0" brushRef="#br0" timeOffset="91">8795 9190 7814,'13'13'189,"-1"-1"0,-4-1 340,1-3 0,0 3 297,8-2 1,-3 0-334,2-1 1,4-2 221,0-6 1,4 0-277,0 0 1,3-6-298,2-2 0,2-10 42,7-7 0,-5-1-242,0-7 0,-3 2-103,-1-3 0,-1 4-70,-12 5 0,1 2-180,-5 2 0,-5 3 218,-3 6 1,-9 5-49,-8 3 0,-1 2-4,-6 2 0,0 6 352,0 2 0,-4 5-55,4 3 1,-2 8 406,1 5 0,-1 4-93,5-4 0,-3 4 39,3-4 0,1 5-142,3-1 1,2-1 19,3 1 1,-2-4 19,6 4 0,0-4 101,4 4 0,5-6-146,4 2 1,3-2-366,5-3 1,-2 1-2154,5 0 1,1 0 246,4 0 2013,5-1 0,2 1 0,5 0 0</inkml:trace>
  <inkml:trace contextRef="#ctx0" brushRef="#br0" timeOffset="92">9800 9699 17895,'0'-7'-52,"0"-4"-4041,0 2 2263,0 4 1830,0-6 0,-5 4 0,-2-5 0</inkml:trace>
  <inkml:trace contextRef="#ctx0" brushRef="#br0" timeOffset="93">9738 9699 7759,'-4'8'782,"0"0"0,-2-1-347,2 1 0,3 3-88,-3-2 0,-2 2-289,2 1 1,-4 0 108,4 1 0,-2-1-210,2 1 1,3 0-392,-3 4 1,-2-3 324,2 2 1,-4-2-631,4-2 1,-5 1 334,5-1 0,-6 1-348,2-1 0,-3 0 752,-1 1 0,-6-1 0,-1 1 0</inkml:trace>
  <inkml:trace contextRef="#ctx0" brushRef="#br0" timeOffset="94">10904 9252 7777,'0'-12'0,"0"3"362,0 1 0,2 5-70,2-1 1,-1 3 326,5 1 1,0 11-177,5 6 0,-5 10 17,0 6 1,-1 4-129,1 5 1,2-2 34,-6 5 0,2-4-136,-2 5 0,-2-12-47,7-1 1,-7-6-186,3-7 0,1-3 67,3-9 0,2-5-176,1-11 0,2-6 97,3-11 0,2-5-519,6-3 0,-5-7 269,1-2 1,-6 1-142,2 4 1,-4 1 83,0 3 1,-1 4-13,1 8 1,-5 9 149,0 8 0,0 5-7,5 7 0,-5 6 251,0 11 0,-3 5-91,3 3 0,-1 2 340,1-2 1,2-3-161,-6-5 0,5 0 1066,0 0-891,2-6 1,1-3 395,1-7 0,0-9-234,4-9 0,-3-7-225,2-5 0,3-8-229,2-4 1,0-8 72,4-5 1,-3 0-904,7 0 0,-3-2 565,-1 2 1,-5 2-1144,1-1 1,-3 10 126,-2 2 0,0 7 1247,-12 5 0,4 2 0,-7 5 0,-6 2 0,-8 2 0</inkml:trace>
  <inkml:trace contextRef="#ctx0" brushRef="#br0" timeOffset="95">11959 9426 7759,'0'12'0,"0"1"0,5-1 412,4 0 1,2 1-90,1-1 1,2-1 446,2-3 0,4 2-253,4-6 0,5-1-142,0-7 1,0-4-227,-4-9 0,4-2-82,0-6 1,0-1-28,-4-3 1,-5 1-204,1-5 0,-7 6-93,-2-2 1,-1 4 126,-7 4 1,1 3-96,-5 6 0,-6 5 64,-2 3 0,-9 3 206,-3 1 1,-4 1-4,-1 3 1,1 7 197,-1 6 0,0 3-35,0-3 0,0 5-92,0-1 0,5 3 117,-1 5 0,2-1-17,-2 5 0,7-4-107,6 4 0,5-1 47,-1 1 0,6-3-507,6-5 1,6-6 13,10-2 1,8-5-163,5-4 0,6-2-65,7-6 0,6-6-80,6-2 1,3-7 24,-28 7 1,0-1 0,-1-1 0,-1-2 620,2 2 0,0 0 0,1-4 0,-1 0 0,-2 0 0,0-1 0,1 1 0,1 1 0,0-1 0,0 1 0</inkml:trace>
  <inkml:trace contextRef="#ctx0" brushRef="#br0" timeOffset="96">13733 9165 8256,'-13'7'0,"5"-1"337,0-6 0,0 0-25,-5 0 0,6 1 1543,3 3-1249,3-2 0,8 7 14,5-5 1,7 2-198,10-2 1,4-3-138,9 4 1,2-4-224,5-1 0,-3 0-200,-1 0 0,0-6-767,0-2 0,3-3 600,-2-1 1,-4-2-1406,0-3 0,-9 2 1709,-4-5 0,-3-1 0,-1-4 0</inkml:trace>
  <inkml:trace contextRef="#ctx0" brushRef="#br0" timeOffset="97">13968 9215 8256,'0'-8'204,"0"-1"0,0 5 600,0-4-486,0 5 0,-1-6 72,-3 4 0,-3 1-138,-5 4 0,-1 0 35,1 0 0,-2 0-19,-2 0 0,-4 6-119,-5 2 0,-4 5 60,1 3 0,-1 2 0,4 3 1,5 1-260,4-6 1,2 5 74,2-5 1,3 5-149,1-4 1,7-1 65,1-3 1,5 3-62,8 1 1,5-1 103,2-3 0,5-1-80,4 0 0,-1-1 90,5-2 1,1 2-16,8-3 1,-4-3-66,3 0 0,-2 0 82,-2-1 1,1 0-84,-1-4 1,-6 2 71,-2 2 1,-7-1-23,-1 5 0,-7-4-15,-2 4 153,-5 1 1,-8 3-17,-3 0 0,-9 1-23,-7-1 0,-5 5-54,-4-1 1,1 1 20,-5-5 1,1-1-272,-1-2 1,-1-4 96,5-5 1,-1 0-484,1 0 1,4-1 240,0-3 0,3-8-485,10-4 0,2-5 152,10 5 0,3-5 718,5 5 0,11-7 0,13 4 0</inkml:trace>
  <inkml:trace contextRef="#ctx0" brushRef="#br0" timeOffset="98">14812 9203 8256,'-18'8'0,"-3"0"0,2 0 728,-2 5 1,1 5-223,-5 2 0,-4 5 675,0 4 1,0 7-503,4 5 1,-2 3 290,2-6 1,4 0-748,13-9 0,2-5 235,6-8-858,0-8 0,6-4 342,2-8 0,9-4-184,3-9 1,4-7 265,1-9 0,-2-3-1335,-2-1 1,2 2 456,-2-2 1,1 8 213,-1-4 0,1 5 529,-6 4 0,2 0-286,-1 3 708,-3 4 1,-2 15-263,-8 6 0,-3 16 761,-1 4 1,-1 9-415,-3 1 0,1 3 144,-5 4 1,1-6-44,-1 2 0,2-4 68,6 0 1,0-3-552,0-5 1,0-4-639,0-1 0,2-9-991,2 2 0,3-9 835,5 0 1,2-8-696,2-4 0,2-13 1475,3-4 0,2-13 0,-3-1 0</inkml:trace>
  <inkml:trace contextRef="#ctx0" brushRef="#br0" timeOffset="99">15097 9215 8256,'-7'12'0,"-4"6"788,3 3 0,-1 0-236,0 3 0,-2 4 646,3 9 0,-3 2-372,-1 2 1,-1-2-102,1 2 1,5-4 5,3-4 1,2-4-259,2-8 0,6-5-637,2-7 0,4-4 219,5-5 0,2-11-348,6-5 1,0-8 295,0-5 0,0-2-629,-1-7 0,1 3 149,0 2 0,0 2-55,0 6 0,-1 6-153,1 3 0,-1 3 225,-4 5 0,-2 8 474,-5 8 1,-1 9-127,0 3 0,0 9 617,-4 4 0,1 9-339,-4 3 1,-1 3 504,-4 2 0,4 4-108,0 0 0,0 1-115,-4-2 0,0 2-19,0 3 1,-5 6-252,-4-6 1,-3 4-98,-5-9 0,-2 0-38,-6-8 0,2 1-34,2-9 0,-2-10 105,2-14 0,-1-6-68,1-7 0,-2-7-69,2-6 0,-4-6-256,-4-10 1,2-2-73,-6-7 0,4 1-342,-4 0 0,7 5 153,1 3 0,1 3 174,8 1 0,1 2-821,6 2 0,4-1 750,5 6 1,1-2-811,3 1 1,7 2 458,6-6 1,6 1 787,2-5 0,6 0 0,6 0 0</inkml:trace>
  <inkml:trace contextRef="#ctx0" brushRef="#br0" timeOffset="100">16375 9413 7779,'12'-7'1124,"1"3"1,9 2-856,3-3 1,15 3-66,5-7 1,10 3-207,12-3 0,0-6-223,-32 9 1,0 0 0,27-15-294,-8 0 0,-3-6 389,-1-2 1,-3-6-475,-6 2 0,-5 2 603,-11-2 0,-6 0 0,-1-5 0</inkml:trace>
  <inkml:trace contextRef="#ctx0" brushRef="#br0" timeOffset="101">16971 8768 7779,'-25'29'697,"0"0"0,1 11-221,4 2 0,-2 14-481,5 6 0,9-25 1,0 1 189,1-1 0,1 0 1,0 3-1,0 1 165,-1-1 1,1-1-1,3 0 1,0-1-33,0-3 1,1 0 0,1 36-380,1-9 1,6-10-240,2-15 1,13-11-590,3-9 1,9-10 386,0-7 1,1-13 153,3-11 1,-3-16-519,8-10 1,-21 19-1,-1-1 866,-1-1 0,-1-1 0,3-1 0,0-1 0,-3-1 0,1-1 0,2 1 0,0 0 0</inkml:trace>
  <inkml:trace contextRef="#ctx0" brushRef="#br0" timeOffset="102">17405 8396 7779,'0'-7'0,"-2"2"596,-2 5 1,1 8-165,-5 9 1,4 9 477,-4 15 0,0 10-446,-5 11 1,7-26 0,0 1-431,-1 4 0,1 1 1,2 3-1,0 0 182,0 0 1,0 1 0,0 1 0,1 1-56,-1-3 0,0 1 0,-1-1 0,0 1-130,3-3 0,0 0 0,-1-4 0,0-2 95,1-1 0,0-2 1,1 20-555,-3-8 0,2-13 282,2-8-267,6-12 0,1-14-32,5-11 0,5-13-112,-1-12 0,5-2 24,-5-7 0,6 2 119,-1-1 1,-2-2 385,2 6 0,-4 6-35,3 10 1,-5 8 504,2 8 1,-7 6-184,-2 12 0,-5 10 516,1 14 1,-3 8 75,-1 5 1,-5 2-389,-4 2 0,3-2-109,-3-3 1,6-3-91,-1-9 0,3-3-802,1-5 0,7-11 408,5-6 1,6-8-348,7-8 1,1-7 237,3-14 1,3-4-1351,5-9 0,-1 0 473,-3-4 0,1 1 312,-5 7 1,-1 4 624,-7 9-57,-3 6 937,-6 6 0,-7 15-526,-5 10 1,-5 6 906,-7 7 0,3 0-484,1 0 1,0 1 244,-5 3 1,2-3 318,3 3 0,-3-3-604,3-1 1,1 0 196,-1-1 1,5 0-270,-1-3 0,-2 1-305,2-6-32,0 1 1,5-10-185,3-3 0,-1-3 80,5-1 1,1-5-761,3-4 0,6-9 194,3-6 0,4-7-223,3-6 0,0-2-499,5-2 1,0-3 341,4-6 0,2-1-161,2-2 0,-2-4 558,-18 27 1,-1-2-1,1-1 1,0-1 170,-2-1 1,-1-1-1,2-2 1,-2-1 131,-2 0 0,-3 0 0,0 0 0,-2 0 217,-2 4 1,-2 0 0,0 0 0,-1 0-44,2-27 0,2 5 161,-6 16 0,4 11 1348,-4 13-1197,6 9 0,-5 13 1096,4 12 0,0 6-616,-5 6 1,5 9 73,-5 7 0,0 5-359,-4 3 1,4 4 623,0 5 1,2 0-528,-2 0 0,-1 0-326,5 0 0,0 0-252,5 0 1,-1-3 66,0 3 0,1-9-806,-1 0 0,1-7 532,-1-9 0,-5-5-1827,-3-3 1434,-3-9 1,-6-7-750,-3-9 0,-9-4 581,-4-4 0,-3-5-86,-5-7 1,-3 1 670,-5-6 1,0-1-94,-1-7 1,1-3 359,0-5 1,4 1-174,0 3 0,9 3 919,0 5 1,8 2-607,4 2 1,5 7 1014,7 6 0,11 5-243,6-1 0,10 3-493,6 1 1,9-2-659,3-2 1,7 1 143,2-5 0,6-1-570,-3-8 0,4 2 574,1-6 0,3 1-1256,-30 7 1,0 1 1263,30-13 0,-28 14 0,0 1 0,30-10 0,-34 9 0,1 0 0,31-13 0,-4-1 0</inkml:trace>
  <inkml:trace contextRef="#ctx0" brushRef="#br0" timeOffset="103">20853 8595 7812,'0'-13'0,"2"1"1284,2 0-369,-3-1-178,5 6 0,-1 5-275,4 10 0,3 7 287,5 14 1,2 4-302,6 8 0,-1 5 201,1 8 0,1 2-666,3 6 1,-14-28 0,1 0 125,0 1 0,1 0 0,0-1 0,0 1-98,-2 0 1,-1 0 0,1-2-1,1 0-94,-2 3 1,1-2-1,7 26-702,2-2 1,-6-12 514,3-4 0,-4-9-1555,3-4 0,-5-10 762,2-6 1,-2-8-1167,2-9 2229,-4-9 0,11 0 0,-5-5 0</inkml:trace>
  <inkml:trace contextRef="#ctx0" brushRef="#br0" timeOffset="104">21722 8632 7812,'-17'8'1115,"1"1"0,-6 0-1167,1 8 0,-7-2 101,-1 6 0,-5 6 863,1 10 0,-8 7-650,18-17 0,0 0 1,0 1-1,1 1-378,-3 1 0,0 2 0,2 1 1,-1 0 218,-2 0 1,-2 0 0,1-2 0,-1 0-82,2-2 0,-2 0 0,0-1 0,-1 0-42,1 1 0,2 0 1,-1 1-1,0 0-169,2-3 0,0-1 0,-15 22-934,3-6 1,10-10 68,2-8-753,6 1 1807,12-17 0,7 9 0,7-10 0</inkml:trace>
  <inkml:trace contextRef="#ctx0" brushRef="#br0" timeOffset="105">22851 9079 7812,'12'-6'318,"1"5"-212,-1-4 579,0 4 1,1 12-207,-1 6 0,-5 5 237,-3 3 0,-2 3-267,-2 1 0,-2 6-326,-2-2 0,-3 1-231,-5-1 0,3-2-274,1-6 0,4-6-922,-4-3 1103,5-2 0,-7-8 201,6-6 0,-5-11 0,2-9 0</inkml:trace>
  <inkml:trace contextRef="#ctx0" brushRef="#br0" timeOffset="106">22838 8781 7812,'2'-11'2677,"2"3"-1911,-3-3 0,10 9-865,-3-2 0,9 3-23,4 1 0,2 0-57,2 0 0,5 5-1080,3 3 0,3-1 256,1 2 1003,6-7 0,7 9 0,6-4 0</inkml:trace>
  <inkml:trace contextRef="#ctx0" brushRef="#br0" timeOffset="107">23558 8992 7812,'-43'19'1844,"0"3"-1303,-2-5 0,4 5-462,7-2 0,4 2 99,5-1 0,7 5 716,6-5 0,6 4-383,11-9 0,4-1-249,12-6 0,1 2-323,11-3 0,4-3 120,5 0 1,0 0-157,0-1 1,-5 0 99,0-4 1,-1 4-98,-7 1 0,-2 4-32,-6 0 0,-4 2-271,-9 1 1,-4 0 138,-8 1 0,-8 5-8,-9 2 0,-5 0-102,-7 0 1,0-3-381,-9 4 0,8-6-480,1 1 0,1-6 157,-1-2 1071,3-5 0,5 8 0,0-4 0</inkml:trace>
  <inkml:trace contextRef="#ctx0" brushRef="#br0" timeOffset="108">25344 9103 7812,'-19'-19'420,"-5"1"-283,4 6 1,-4 1 395,0 2 1,-1 7-147,0 10 0,0 6 227,0 11 0,2 5-234,2 3 0,3 7 17,6 1 0,5 5-178,3-5 1,2-1-177,2-7 0,2-4-186,2-8 0,4-5 186,9-8 0,2-2-34,6-6 1,1-7 0,3-5 0,1-10-484,3-7 0,3-6 204,-3 2 1,-2 3-117,-2 1 1,-3 7 49,-1 1 1,-1 7 162,1 2 1,-5 7 230,-4 9 1,-2 8-121,-2 9 0,-1 8 129,-2 4 0,-3 4-92,-1 4 0,-3-6-192,7 2 1,0-5 123,8-3 1,-1-2-1709,9-10 1801,-3-1 0,20-3 0,-4-1 0</inkml:trace>
  <inkml:trace contextRef="#ctx0" brushRef="#br0" timeOffset="109">27602 8558 7812,'-19'-13'0,"-5"6"333,4 3 0,-3 3-297,3 1 1,-5 8 962,0 9 0,0 5-470,-4 15 1,-1 4-346,1 13 0,-1 4-33,15-26 0,1 2 1,1 0-1,0 1 56,-2 2 0,1 0 1,3 0-1,1-1 91,1-1 1,2 1-1,-1 0 1,2-1 108,-7 31 1,6-1-442,3-7 0,3-4 202,1-9 1,11-12-258,6-8 1,6-10-135,6-2 0,3-8-134,5-9 0,-4-4-230,0-9 0,-1-2 573,1-6 1,-4 2-1656,-9 2 0,-2-2 943,-5 2 0,-6-2-816,-3-2 1542,-3 5 0,-6-3 0,-2 4 0</inkml:trace>
  <inkml:trace contextRef="#ctx0" brushRef="#br0" timeOffset="110">27205 9203 7812,'-12'5'2377,"-1"-4"-1679,1 10 1,5-8 274,3 5 0,8-3-432,4 3 1,10-5 89,7 1 0,1 1-478,7-1 0,0 1-393,4-5 0,2-5-1202,2 1 1,-2-5 924,2 0 0,-8-2-684,-4-1 1,-2 0-152,-3-1 1352,-4 1 0,-8-6 0,-6-1 0</inkml:trace>
  <inkml:trace contextRef="#ctx0" brushRef="#br0" timeOffset="111">27552 9203 7812,'-8'20'973,"0"1"1,1-5-190,-1 5 0,-2 1-272,6 7 0,0-3-48,4 3 0,0 2-125,0-3 1,5 6 104,3-6 1,4 1-985,0-4 1,2-4 403,2 0 1,-1-6-1512,6 1 0,-2-3 888,2-5 1,1-4 758,-5-8 0,5-8 0,-3-8 0</inkml:trace>
  <inkml:trace contextRef="#ctx0" brushRef="#br0" timeOffset="112">27962 9265 7812,'-20'0'1621,"4"0"0,2 0 165,2 0-840,5 0 1,8 0-440,12 0 1,10 0-502,10 0 1,8-2 44,5-2 1,-2-3-800,2-5 0,-1-1 140,5 1 0,2-5-278,-2 1 1,-2-2 664,-7 1 1,-2-2-1,4-6 1</inkml:trace>
  <inkml:trace contextRef="#ctx0" brushRef="#br0" timeOffset="113">28954 8310 7812,'11'-13'1030,"-3"1"-522,3 5 0,-4 10-110,6 13 1,-5 12 553,0 17 1,-5 8-403,1 13 0,-4 3-621,-1-33 0,-2 2 0,0 2 0,-2 1 315,-3 3 1,-1-1 0,0 0-1,-1 1-42,-2 2 1,-1-1 0,3-4-1,-1-1-423,1-2 1,0-1-1,-10 26 163,0-9 1,1-5-459,2-3 0,9-10 318,-1-12-464,7-4 223,2-13 1,7-9 415,5-10 0,7-12-608,10-9 0,2-7 231,2-1 0,1-6 373,-5 2 0,4-3-156,-4-2 1,0 2 582,-4 2 1,-5 10-196,1 12 127,-6 10 1,2 15 168,-9 12 0,-2 10 420,-6 10 1,-4 4-175,-1 5 1,-4-4-314,0 4 1,3-4-26,-3-1 0,5-5-175,-4-3 0,5 0-725,-1-4 0,3 1 277,1-10-3053,0 1 899,-6-5 1196,5-5 1,-5-3 1171,6-8 0,6-3 0,1-5 0</inkml:trace>
  <inkml:trace contextRef="#ctx0" brushRef="#br0" timeOffset="114">29438 9079 7812,'0'8'0,"0"0"0,0 2 1024,0 6 1,0 2-438,0 3 0,-1 6 674,-4-2 1,0 3-573,-3-3 0,-2 2-252,6-2 1,0 1-123,4-9 0,1-6-287,3-7 1,3-3 56,6-1 0,4-11-683,4-5 0,3-8-51,0-5 0,1 2 407,0-6 0,-6 5-663,-2-1 1,-3 3 278,-2 1 0,-5 2 328,-3 2 1,-8 2 76,-4 2 0,-10 5 462,-7-1 1,-1 7-19,-7 6 1,1 1 182,-1 3 0,-2 7-217,6 6 0,1 5-90,3-2 0,5 0-385,4 0 0,2 0 192,2 0 0,5-2-1110,3-5 0,4-1 64,4 0 1140,3 1 0,5-6 0,0-2 0</inkml:trace>
  <inkml:trace contextRef="#ctx0" brushRef="#br0" timeOffset="115">29674 8954 7812,'12'-6'0,"-1"-1"879,-3 3 0,3 2-162,-2-2 0,-2 8 0,1 4 0,-5 5-117,1 3 0,-3 4 88,-1 5 1,-4 3-115,0 1 1,-6 2-175,2-2 1,-2-3-426,2 3 1,-2-4 105,6-5 1,-4-2-1260,4-5 201,0-1 244,4-5 0,1-9-38,3-10 1,9-6 301,7-7 0,0-1 116,0-3 0,4 3 145,0-3 0,3 3 595,-11 1 1,1 10-252,-5 3 165,1 2 1,-7 9 121,-1 5 0,-5 11 350,-5 5 1,-1 4-103,-7 1 0,1 4-227,-1 0 0,2-5-452,3-3 1,-2-6 64,6 2 359,0-3-554,4-8 1,7-3-112,5-11 0,2-2 49,7-10 0,0-1-111,3-4 0,0 0 196,-4 1 1,3 4 110,-7 4 0,5 2 367,-5 2 1,1 5-148,-5 2 1,-5 7 363,-3 6 1,-2 2-238,-2 10 0,0 1 205,0 4 1,-2-4-160,-2-1 1,3 0-49,-3 0 1,-2 2-414,2-5 0,-2-1-350,2-3 1,3-5-1253,-3 0 0,1-1 38,-1 1-3037,3-2 2667,-5-6 2006,6 0 0,6-6 0,0 0 0</inkml:trace>
  <inkml:trace contextRef="#ctx0" brushRef="#br0" timeOffset="116">30294 9103 7812,'0'9'1160,"0"-1"1,0 0-339,0 5 0,0-1 112,0 0 0,0 6 328,0 3 1,0-3-546,0-2 0,0 2-300,0-1 1,1-1-407,3-3 0,5-6 47,7-3 1,-1-4-529,6-4 1,1-5 379,7-7 0,-3-5-910,3-8 1,-3 3 419,-1-3 1,-1 3-408,-4 1 1,-3 4 576,-9 1 1,-2 5 188,-6-2 0,-7 9 306,-6 4 1,-6 2-110,-10 2 0,-3 7 243,-5 6 1,0 0-134,0 8 1,5-4-154,3 3 1,3-5-379,1 2 1,4-2-739,1 2 1,9-5 1182,-2 0 0,4 6 0,-4-4 0</inkml:trace>
  <inkml:trace contextRef="#ctx0" brushRef="#br0" timeOffset="117">30877 9128 7812,'-14'-5'917,"-2"-4"0,0 4-71,-4 1 0,-1 2-337,-4 2 1,1 11 230,-1 6 0,-6 6-221,-2 6 1,3 2-71,1 2 1,8 2-321,5-1 1,8-6-214,3-3 1,7-5-406,6-8 0,11-7 393,14-5 0,5-6-505,3-11 0,-7-2 278,4-6 0,-8-4-106,3 0 1,-5 0-62,1 4 1,-7 6 218,-2 3 1,-9 6 330,2 2 0,-9 6-106,0 2 0,-4 8 533,-4 13 1,-3 5-289,-5 12 1,-1 4 350,1 4 1,-1 2-202,1 2 1,0 3 76,-1 1 1,1 5 65,-1-1 0,1 1 10,0-1 1,-1 3-156,1-3 1,-5 7 42,1 1 0,-5-6-406,4-6 0,-3-4 82,3-5 1,-3-9-127,3-11 1,0-7 99,5-10 0,0-5-360,-1-11 1,1-6-120,-1-11 0,1-5-278,0-3 0,1-7-32,2-2 0,4-6 289,5-2 0,0-5-964,0-7 1,7 0 721,5 0 1,6-1-224,-6 30 1,1 0 924,17-31 0,-14 29 0,1 0 0,3 3 0,2 2 0,0 1 0,1 2 0,1 0 0,0 1 0</inkml:trace>
  <inkml:trace contextRef="#ctx0" brushRef="#br0" timeOffset="118">31075 9203 7812,'-4'12'1160,"0"0"0,-5 5-638,0-1 0,4 1 628,1-5 1,2 1-365,2-1 1,0 1-97,0-1 1,3-5-410,5-3 1,2-3-356,11-1 0,3-7-319,5-5 1,2-2 354,-2-6 0,-3-1-1115,3-4 1,-4 2 413,-5 2 1,-2-1-156,-5 5 0,-2-3 413,-3 3 0,-4 2 725,-8 7 0,-9-2 104,-7 6 1,-8 1 330,-1 7 0,-4 9 270,4 8 0,-4 3-412,4 5 0,0 3 34,4 5 1,6 0-207,3 1 1,3 3 40,5 0 0,-2 3-485,6-6 1,1-1-460,8-12 0,1-3 45,7-10 0,3-5-684,1-3 0,5-9-845,-1-8 0,-2-6 300,2-10 1722,5-3 0,0-5 0,4 0 0</inkml:trace>
  <inkml:trace contextRef="#ctx0" brushRef="#br0" timeOffset="119">31398 9128 7812,'7'6'2380,"-2"-4"-1700,-5 7 0,0-5-91,0 4 0,0 0-203,0 5 0,0 5 387,0 2 0,-1 4-40,-3 1 0,-3 1 203,-5 3 0,1-2-1097,2 6 1,-2-5 137,3 1 1,2-3-956,2-1 0,-1-5 382,1 1-117,0-11 1,5 1 282,3-11 0,4-11-464,9-6-1,2-5 402,6-3 0,0-5 229,0-3 0,1-1 395,3 0 0,-7 0-163,3 5 0,-7 6 1471,2 6-1062,-5 3 1,2 9 632,-9 5 0,-4 11-409,-8 10 0,1 3-18,-5 5 0,0 2-236,-5 2 0,1-3-118,0-5 0,3 0-365,1-1 1,5-4-1054,-1-4-2534,-3-8 1753,6-2-730,-5-6 2700,6-6 0,0 0 0,0-7 0</inkml:trace>
  <inkml:trace contextRef="#ctx0" brushRef="#br0" timeOffset="120">31758 9351 7683,'0'9'463,"0"-1"0,0-4-125,0 4-161,0-5 0,1 4 266,3-3 0,-1-3-120,5 4 0,1-4-156,3-1 0,5-1-283,-1-4 1,6-1 157,-1-7 0,-2-1-322,2-2 0,-5 2 195,5-2 0,-6-2-7,2 1 0,-8 1-146,0 3 137,-7 1 148,4-1 0,-13 2 160,-5 3 0,-2 4-87,-7 8 0,2 3 135,-2 5 1,-2 5 32,2-1 1,2 6-110,-2-1 1,2 3 69,-2 0 1,3 1-107,6 0 1,-1-4 34,1-1 1,1 0-78,3 0 1,2-2-95,6-5 1,2-5-47,2 0 0,3-5-287,5 1 1,0-4-621,1-4 0,3-3 463,1-5 1,4-1-599,-5 1 0,5-1 493,-5 1 0,1 4 588,-5-1 0,1 1 0,-1-4 0,0-1 0</inkml:trace>
  <inkml:trace contextRef="#ctx0" brushRef="#br0" timeOffset="121">32018 9227 7683,'7'6'-908,"-1"-5"1,-5 5 2465,3-6-942,-2 0 1,3 1 446,-5 3-528,6-2 0,-5 9-166,3-3 1,-3-1-69,-1 1 0,-4 4-94,0 5 0,-4 4-106,4-5 0,-2 5 106,2-5 1,3 2-410,-3-1-63,2-3-73,2 4 0,2-12-294,2-1 1,3-4 307,5-1 0,0-6-171,1-2 1,-1-3 171,1-1 0,-1-2 64,1-3 1,-1 4 22,0-4 1,1 2 234,-1-2 0,-4 4 62,1-4 0,-5 7 198,4 2 86,-5 0 351,8-4 71,-10 5-288,5 1-218,-6 6 0,-4 2-16,-1 2 0,-3 3 62,4 5 1,-6 0-130,2 1 1,1-1-195,-1 1 1,4-1-562,-4 0 1,5 1 351,-1-1 1,1-1-593,-1-3 0,2 3-71,-2-2 93,3 2 0,1-3 795,0 0 0,0-5 0,5 8 0,2-4 0</inkml:trace>
  <inkml:trace contextRef="#ctx0" brushRef="#br0" timeOffset="122">32118 9227 7683,'0'-7'703,"0"2"315,0 5-289,0 0-378,-6 0 1,-1 0-120,-5 0 1,-1 4 151,1 0 1,-1 7-72,1 2 1,0 0 36,-1 8 1,1-4-4,-1 3 1,2 1-49,3 4 1,3 0-342,5-1 1,0-4 118,0-4 1,7-3-186,5-5 1,6-3 120,7-5 0,-1-5-855,1-3 0,0-5 361,0-3 1,-2-2-357,-2-3 1,1-1 276,-5 6 1,-1-5 305,-3 4 1,-2 1 77,-3 3 224,-3 1 0,-5 0 323,0-1 0,-5 6-269,-3 3 0,-3-1 108,-2 0 1,-1 1-62,-2 4 0,2 2 138,-2 2 1,0-1-136,0 5 1,2 0-282,-3 5 0,4-2-149,0-3 0,2 3-428,3-3 1,-2 3-359,6 2 0,-4-1 271,4 0 793,0 1 0,-2-1 0,-1 1 0</inkml:trace>
  <inkml:trace contextRef="#ctx0" brushRef="#br0" timeOffset="123">32316 9178 7683,'0'-9'502,"0"1"1852,0 5-1705,0-2 1,0 6 17,0 3 0,0 7-249,0 6 1,-4 5-13,0-1 0,0 2-118,4 2 1,-5 0-232,1 0 1,0-1-179,4 1 1,0-1-310,0-4 0,0-2-447,0-5 1,0-5 363,0 0 0,6-5-559,2 1 1,7-8 467,2-4 1,1-8 94,-2 0 1,2-6 242,3 1 0,-2-1 265,-2 1 0,-4-2-85,4 2 0,-3 3 90,-2 2 0,-1 2 1172,-3 2-658,3 5 457,-9 1 0,2 13-375,-8 6 0,-3 0 52,-6 8 1,1-2-255,0 2 1,3 1-407,1-5 1,4 3-433,-4-3 0,5-1-1456,-1-3-126,2-1 1481,2-5 0,6-1-576,2-6 1117,3-6 0,13-6 0,2-8 0</inkml:trace>
  <inkml:trace contextRef="#ctx0" brushRef="#br0" timeOffset="124">32787 9178 6471,'0'-7'1653,"-5"1"1,2 6-813,-5 0 0,0 2-202,-5 2 1,2-1 49,3 5 0,-3 2-376,3 6 1,-2-2-157,2 2 0,2-2-24,6-1 0,0 3-154,0 1 1,6 3 17,2-3 1,3-1 170,1-3 0,5 1-341,-1 2 0,5-2 4,-4 2 0,-1-3-299,-3-5 257,-1 9 1,-5-9-27,-3 8 0,-4-2-349,-4-1 1,-4-1 241,-9 0 1,-6 1-386,-6-1 1,-6-4 248,2 1 1,-7-2-102,-1 1 1,-2 2 580,2-6 0,-3 0 0,-6-4 0</inkml:trace>
  <inkml:trace contextRef="#ctx0" brushRef="#br0" timeOffset="125">27999 10579 7742,'-6'-19'1113,"-5"5"-710,-5 6 1,-6 1-309,1-1 0,-4 2 2,-4 6 1,-2 11 526,-7 6 0,-4 6-180,-4 6 0,3 3-96,2 5 0,12-5-444,4-3 0,14-5 143,3-3 1,11 1-300,5-5 0,9-2 225,3-7 1,4 2-340,1-6 1,4 4 183,-1-4 0,1 6-39,-4-2 1,0 3 194,0 2 0,-2-1 111,-2 0 0,-3 5 184,-6 0 0,-3 0-106,-1 0 0,-5 2 61,1 6 0,-10-1-95,-6-4 0,-2 4-220,-7-4 1,2-2 123,-2-1 1,-2-8-531,2 0 0,2-7-367,-2 3 1,6-10 863,-1-3 0,2-14 0,1-4 0</inkml:trace>
  <inkml:trace contextRef="#ctx0" brushRef="#br0" timeOffset="126">28235 10716 7705,'0'12'0,"0"2"325,0 2 1,0 4-299,0 4 0,0 3 1800,0 2 0,-5 4-868,1 8 0,-1 4-1,1 9 0,2 4-758,-2 8 1,1 3 6,1-32 0,0 1 0,1-1 1,0 1-181,-3 1 0,-1 1 0,1 0 0,0 0 8,-2 1 0,0 0 0,1-1 1,1-1-628,0-3 1,0-2 0,-4 28 250,-5-8 1,2-4-986,3-5 0,-3-9 506,3-11 1,-2-6-1743,2-7 1730,2-5 0,6-8-328,0-11 1160,0-6 0,6-18 0,1-3 0</inkml:trace>
  <inkml:trace contextRef="#ctx0" brushRef="#br0" timeOffset="127">28235 10889 7703,'-5'-14'0,"1"-2"0,-4 2 1274,4-2 1,5 3-625,8 5 1,7-2 28,5 6 0,6-4-412,2 4 1,4 1-317,-4 7 0,4 3-517,-4 5 0,-1 2 355,-7 3 1,-5-2 41,-8 6 0,-5 1 55,-11 7 0,-6-2-76,-11 6 1,-5-5 34,-3 1 1,-7-3-134,-1-1 0,-4-2-47,8-2 1,0-5-874,12-7-169,-2-4 1377,18-10 0,-2-13 0,11-8 0</inkml:trace>
  <inkml:trace contextRef="#ctx0" brushRef="#br0" timeOffset="128">28805 10790 7689,'-19'8'1380,"2"1"1,0-5-619,0 4 1,-5 6 252,1 6 1,-2 5-316,-2 4 0,0 3-28,0 5 1,6-4-494,3 0 1,7-5 15,5 1 1,3-9-557,1-3 1,7-9 284,5-4 0,6-4-789,7-4 1,0-4 525,-1-9 0,3-3-517,2-9 1,-3 3 168,3-3 0,-7 2 194,-2 3 1,-3 3 571,4 0 0,-6 8-103,1 0 1,-6 6 1385,-2 7-1121,-5 0 1,3 11 843,-6 6 1,-6 9-410,-2 3 0,-2 5 104,2-1 0,-3-1-332,3 1 0,1-5-109,-2 1 1,5-3-902,-4-1 0,5-6 271,-1-2-1126,3-9 1,2-3 679,3-5 1,3-1-3108,5-3 3844,1-3 0,-1-16 0,1-4 0</inkml:trace>
  <inkml:trace contextRef="#ctx0" brushRef="#br0" timeOffset="129">29190 10889 7680,'-13'0'1150,"1"4"252,0 1 1,-1 4-121,1-1 0,-1 3-657,1 2 0,4 5 508,-1 2 1,3 4-549,-3 1 0,4-1-243,5 1 0,0-1-123,0-4 0,0 4-1033,0-4 0,1-2-88,3-1 0,-1-7-608,5-2 1,-4-5-783,5 1 0,-1-4 2292,4-4 0,6-9 0,2-6 0</inkml:trace>
  <inkml:trace contextRef="#ctx0" brushRef="#br0" timeOffset="130">29364 11001 7680,'-6'12'1898,"-2"1"0,1 0-2176,-1 4 0,1-3-35,-2 2 1,4-2 2107,5-1 1,1-1-831,3 0 1,9-1-321,7-2 1,4-4-430,1-5 1,5-3-318,3-5 0,3-2-644,1-10 0,0-1 544,1-4 1,-1 0-523,0 1 0,-7 0 299,-5 4 0,-3-2 1,-9 5 0,0-1 44,-8 2 0,-3 6 588,-6-2 0,-4 7 77,-9 1 1,-3 8 269,-9 5 1,1 7 516,-5 5 1,4 2-469,-4 2 0,4 0 507,-4 0 0,5 4-543,0 0 1,1 0 7,3-5 0,3 5-207,0 0 1,10 0-64,-1-4 0,8-6-152,-1-2 0,5-2-104,5 1 0,3-7-1035,8-1 1,0-1 653,4-3 0,2 0-2493,7-4 1,3 0 2822,5 0 0,6-5 0,1-2 0</inkml:trace>
  <inkml:trace contextRef="#ctx0" brushRef="#br0" timeOffset="131">30592 11485 7683,'7'0'9395,"-1"0"-7471,-1 0-1558,-4 0 1,6-5-510,-3 1 0,-3-1-867,3 1 1010,-2 2 0,-2-9 0,0 4 0</inkml:trace>
  <inkml:trace contextRef="#ctx0" brushRef="#br0" timeOffset="132">2010 12316 7977,'-7'0'2944,"1"0"-1741,6 0 0,7 0-555,6 0 1,6 0 231,10 0 1,3 0-366,5 0 0,5 0-99,4 0 0,6-5-278,2 1 0,4-10-30,-4 2 0,2-9-640,-6 1 0,1-4 444,-10 0 0,3 0-1450,-6 3 0,-8-1 676,-9 6 0,-10 3-3117,1 5 2280,-2 5 1699,-9 3 0,-8 7 0,-12 6 0</inkml:trace>
  <inkml:trace contextRef="#ctx0" brushRef="#br0" timeOffset="133">2320 12316 7972,'-13'12'1153,"1"0"1,4 5-563,-1-1 0,7 2-182,-2-1 0,2 4 958,2 7 1,0 0-616,0 5 1,2-3 207,2 8 0,-2-4-404,7 7 1,-7 2-340,3-2 0,0 6-813,-1-1 0,0 1 445,-4-2 0,0-2-1166,0-6 1,0 0 747,0 0 1,5-10-1502,-1-7 490,5-5 21,-2-8 0,4-7 1559,-2-8 0,2-8 0,-5-4 0</inkml:trace>
  <inkml:trace contextRef="#ctx0" brushRef="#br0" timeOffset="134">2320 12861 7972,'-7'0'5615,"3"0"-4828,8 0 0,8-4 59,9 0 0,4-6-356,4 2 0,2-3-548,7-1 1,0-2 108,4-3 1,-4 4-346,4-4 1,-5 9 258,-4 4 1,-8 2-1734,-9 2 0,-3 3-919,-5 5 1,-4 6 2686,-8 11 0,-14 0 0,-8-1 0</inkml:trace>
  <inkml:trace contextRef="#ctx0" brushRef="#br0" timeOffset="135">2394 13122 7972,'-12'7'399,"-1"2"147,1-5 1,4 2 1625,-1-2-1589,7-3 1,2 5 401,8-6 1,9 0-410,3 0 1,9 0-541,4 0 1,3-10-224,1-2 0,2-5-184,2 1 0,3 1-449,6-6 1,-5 0-3248,1-4 4067,-1 6 0,11-10 0,0 3 0</inkml:trace>
  <inkml:trace contextRef="#ctx0" brushRef="#br0" timeOffset="136">3213 12675 7972,'-14'0'0,"-2"0"0,-4 2 948,-4 2 0,-1 5-373,0 12 0,-4 2 781,0 15 0,-4 2-633,4 9 1,0 1 376,4-1 1,10-6-494,3-6 1,8-6-496,-1-11 1,10-7-382,3-9 0,4-4 288,5-4 1,3-9-194,9-7 1,-2-5 213,2-4 0,-3-3-886,-1-5 1,3 4 332,1 0 0,0 5-623,-4-1 0,-4 7 475,0 2 1,-5 5 308,5-2 0,-6 9 580,1 4 1,-6 9-241,-2 7 1,-5 6 91,1 7 1,-1 4-141,1 0 0,-2 6 654,2-2 1,-3 8-240,-1 4 1,0 0 351,0 0 0,0 5-331,0 3 1,0 8 219,0 1 0,-1 1-564,-1-27 1,0-1 0,-1 25 218,-5 2 1,1-8 102,-2 0 0,-2-14-87,3-7 1,-7-7-159,-2-5 1,-5-3 66,2-6 1,-5-5-450,-4-3 0,-3 2 144,-5-2 1,-4 0-409,-1-4 0,1-2 337,4-2 0,1-3 435,3-5 0,1-6-161,11-3 0,2-2-106,15-2 1,3-1 32,9-3 1,6 3-27,10-3 1,7-1-104,2 1 0,3 0 39,1 4 1,6-4-161,2 0 1,-1 0-890,2 4 0,-2 2 563,1 2 0,2-1-799,-5 6 0,-1-4 653,-4 8 1,-7-2 720,-5 10 0,-3-4 0,-7 4 0,1 1 0,0 2 0</inkml:trace>
  <inkml:trace contextRef="#ctx0" brushRef="#br0" timeOffset="137">1662 13754 7972,'0'-12'596,"0"-1"0,0 5 389,0 0 1,0 4-408,0-5 1,6 7 538,2-2 1,3 2-496,2 2 1,4 0 208,4 0 1,7-4-333,1 0 1,11-4 49,1 4 1,9-6-213,7 2 0,3-3-482,-26 5 1,2-1-1,2-1 1,0-2 166,3 0 1,1 0-1,3-1 1,2 1 38,2-3 0,1 1 0,-1 3 0,0 0-277,1-3 0,-1-1 0,1 2 0,0 0 172,-3-1 1,1 0 0,0-1-1,1 1-305,1-1 1,0 1 0,-5 2 0,-1 1 135,0 0 1,-1 1 0,-6 1 0,-1 0-420,0 1 0,-1 0 0,24-1-323,-5 3 1,-13 3 23,-4 1 0,-12 0-484,0 0 1,-5-2 682,1-2 1,-3 1 731,-6-5 0,6 0 0,2-5 0</inkml:trace>
  <inkml:trace contextRef="#ctx0" brushRef="#br0" timeOffset="138">4205 12762 16467,'9'0'2231,"-1"0"-2007,0 0 0,5 4-1049,-1 0 1,0 5-691,1-5 1,-2 5 1514,-3 0 0,3 7 0,-4 3 0</inkml:trace>
  <inkml:trace contextRef="#ctx0" brushRef="#br0" timeOffset="139">4230 13097 7972,'-8'0'4819,"0"0"-2647,5 0-954,-3 0-875,6 0 0,2 4-106,2 0 1,3 2 0,5-2 0,5-1 98,-1 5-336,1 0 0,-5 4 0,1 1 0</inkml:trace>
  <inkml:trace contextRef="#ctx0" brushRef="#br0" timeOffset="140">5806 12167 7873,'1'-9'15,"3"1"85,-2 0 362,3-5 0,-4 2 290,4 3 470,-4-3-410,5 10 271,-6-5-690,0 6 0,-2 2-11,-2 2 1,1 3-27,-5 5 1,4 2 54,-4 2 0,-1 5-118,-3 8 0,-1-1 61,1 5 1,0 1-293,-1 7 0,1 1 97,-1 7 0,0 1-519,-4 12 0,2 3 374,5-28 0,-1 0 0,3 1 0,1 0-436,-1 1 1,0 1 0,-1-3 0,0 0 260,0 0 1,1 0-1,0 1 1,0-1-41,1-2 0,1 0 1,-6 26-191,-1-8 0,1-4 41,0-12 0,3-3 27,1-9 0,5-6-279,-1-2-94,3-9 0,1-4 177,0-8 1,1-4-162,3-9 1,-1-7 97,5-9 1,1-5 581,3-3 0,0-3 0,1-6 0</inkml:trace>
  <inkml:trace contextRef="#ctx0" brushRef="#br0" timeOffset="141">6041 12080 7972,'0'-13'2141,"6"7"-763,-5 0 0,5 12-719,-6 2 1,0 8 174,0 5 1,-4 8-329,0 4 1,-6 8 49,2 5 0,-5 8-557,-3 4 1,-4 9 30,8-30 0,0 0 1,-1 4-1,1 0-170,0 4 1,-1 1 0,-2 2 0,0 2 14,-2 1 0,1 1 0,-2-3 0,1 0 9,0-3 0,1-1 0,0-2 1,2 1-119,1-3 0,1 0 1,0-2-1,-1-1-29,0-4 1,1-1 0,-6 16-8,6-16 0,5-7-524,7-5 478,0-9 0,0-7-597,0-10 0,1-7 273,4-9 0,0-8-658,3-4 1,3-9 484,-2-8 813,2 0 0,2-9 0,4 5 0,2 1 0</inkml:trace>
  <inkml:trace contextRef="#ctx0" brushRef="#br0" timeOffset="142">6103 12204 7972,'7'-7'1380,"4"2"1,-4 5-142,6 0 0,0 1 158,4 3 0,-2 3-870,6 5 1,-5 6-237,5 3 0,-2 4-449,2 4 1,-4-2 204,-9 6 0,1 2-629,-4 6 1,-4 3 453,-9 6 0,-6-1-361,-11 1 1,-4-2 27,0-2 1,-5-6-184,1-11 0,1-2 413,-1-10 0,4-6-23,-4-7 1,9-3 219,0-1 1,3-1-177,0-3 496,3-3-81,6 0 264,5 1-197,2 6 0,10 2 38,3 2 0,3 3 408,2 5 0,1 1-345,2-1 0,-1 5 103,6-1 0,0 6-64,3-1 1,1 2-276,0 2 0,0 0 46,0 0 0,-1-5 223,1 1 1,-1-2-132,-4 2 0,4 1-129,-4-5 1,0-2-814,0-7 1,-3 3 389,4-3 0,-6 2-1531,1-2 0,-2-2 830,-1-6 1,-1 0-2380,0 0 3357,-5 0 0,4-11 0,-4-3 0</inkml:trace>
  <inkml:trace contextRef="#ctx0" brushRef="#br0" timeOffset="143">6550 11881 7972,'1'-8'1417,"4"0"606,-4 5-1090,4-8 1,1 11 183,2 0 1,-1 7-585,1 10 0,-3 3-61,3 9 0,-5-1-397,1 5 1,-3 0 35,-1 4 0,0-1-250,0-3 1,-4 1 194,0-5 1,-2-4-1026,2-4 13,3-12 249,-5 3 0,6-19 221,0-6 0,6-5 91,2-6 0,3-7 386,1-2 0,5-1-43,0 1 1,-1 2 449,-4 6 0,5 2-251,0 2 0,-1 1 144,-3 7 1,-1 0-3,0 8 1,1 1 145,-1 4 1,-4 6-275,1 2 1,-5 4 7,4 5 1,-1-3-591,1 2 0,2 2 223,-6-1 1,2 3-1451,-2-3 0,-3 4 43,3-5 1605,-2 6 0,-2 3 0,0 7 0</inkml:trace>
  <inkml:trace contextRef="#ctx0" brushRef="#br0" timeOffset="144">7046 12824 7972,'-8'4'761,"0"0"1,4 0 27,-5-4 1,5 5 382,-4-1 0,5 1 32,-1-1 0,8-2-572,4 2 0,9-1-161,4 1 1,9-3-135,7 3 1,6-2-257,7-2 0,5-2 86,3-2 0,-2-3-1068,2-5 0,-6-1-110,2 1 0,0 0-956,-5-1 0,-3-3 1967,-13-1 0,3 1 0,-4 3 0</inkml:trace>
  <inkml:trace contextRef="#ctx0" brushRef="#br0" timeOffset="145">8386 12303 7972,'-12'-5'-1819,"-1"-1"5572,1-2-2701,5-3 0,-4 9 233,3-2 0,1 3-624,-2 1 0,1 10-442,-4 2 0,-2 13 4,-3 0 1,2 8-215,-5 0 1,-1 3-50,-4 1 1,2 3 113,2-3 1,-1 2 148,5-11 1,1 0 280,3-7-642,7-3-103,0-12 1,12-1 133,2-10 0,7-1-1423,2-7 0,5 1 609,-2-1 1,4 2 524,1 3 1,-1 1 190,1 3 1,-6 3 362,-2-3 1,1 8-170,-2 4 1,-3 4 596,-5 5 1,-5 4-311,1 8 1,-3-1 460,-1 10 0,-5-4-209,-3 7 1,1 2-22,-2-1 1,3 0-246,-3 0 1,0-5-250,5 0 0,-5-5-31,5-8 1,0 0 237,4-3-1145,0-9 1,1-7 469,3-5 0,2-5-1478,2-3 1,7-5 155,-2-3 1777,2-4 0,3-4 0,1-1 0</inkml:trace>
  <inkml:trace contextRef="#ctx0" brushRef="#br0" timeOffset="146">8771 12750 7972,'-13'19'0,"2"3"1290,3-6 1,-2 5-534,6-4 0,-4 3 1155,4-3 0,1-5-692,7-3 1,3-5-196,5 4 0,2-5-780,3 1 1,2-8-361,6-5 1,-2-3-609,-2-4 0,6-4 525,-2-5 0,1 1-655,-5-1 1,3-5 445,-4-4 0,2 0-338,-1 1 0,-4 3 136,-9 5 0,1 0 331,-4 0 0,-3 6 127,-6 2 1,-8 8 109,-9 0 0,-2 7 222,-2-2 1,-5 4-192,-4 4 0,4 7 388,1 5 0,-1 6-209,1-1 1,0 7-183,4 0 0,2 1-167,2-4 1,-1 0-272,5 0 1,1-2-1599,4-2 2049,5-3 0,-4-6 0,4 1 0</inkml:trace>
  <inkml:trace contextRef="#ctx0" brushRef="#br0" timeOffset="147">9378 12129 7972,'0'-8'1611,"0"0"2174,0 5-1962,0-8-866,6 4 1,1-4-438,5 3 1,5-2-176,-1 6 1,5-5-619,-4 0 1,3 4 254,-3 1 1,-1 2-249,-3 2 255,-1 0 1,-1 11 5,-3 6 1,-3 6 24,-10 6 1,-6 3-7,-5 5 1,-5 6 344,5 2 0,-2-1-111,1 2 1,3-6 121,-2 1 0,3-6-51,5-2 1,1-11-254,3-2-12,3-4-379,1-4 229,7-5 0,5 0-139,0-3 0,-3-1 104,-1 5 1,-4 0 41,4 5 0,-3 0 351,3 4 0,-4 2-140,4 6 1,-5 4 367,1 0 1,-1 5-134,1-1 1,-3 3-13,4 1 1,-4 1-314,-1-1 0,0-4-368,0 0 0,0-1-667,0 1 1,-4 1 551,0-5 0,-6 0-405,2-4 0,-3 2 270,-2-2 1,0 1-2718,-4-9 3303,3 0 0,-9-5 0,3 0 0</inkml:trace>
  <inkml:trace contextRef="#ctx0" brushRef="#br0" timeOffset="148">9986 13432 7613,'-4'8'1118,"0"0"0,-6 1-971,2 3 1,-3 6 40,-1 3 0,-5 2-336,1 2 1,-5 5-250,4 3 1,-3 3-544,3 1 1,-5 0 939,1 1 0,-7-1 0,-4 0 0</inkml:trace>
  <inkml:trace contextRef="#ctx0" brushRef="#br0" timeOffset="149">11525 12378 7613,'-6'-25'0,"1"-1"0,-4-3 0,-2-2 221,3-2 1,2 2-34,2 2 0,3 2 358,1-2 0,0 9-75,0 3 1,0 8 576,0 0-473,0 7 1,-4 2-225,0 8 1,0 10 120,4 7 0,0 5-110,0 7 1,4 7-28,0 6 1,4 1-99,-4 7 1,0 0-308,-4 4 1,0 8 74,0 0 0,0-32 0,-1 0-288,-1-3 0,0 0 0,-1 4 0,-1-1 4,-2 2 0,0-1 1,-2 2-1,-1-1 120,1-2 0,-1-1 1,-7 27-320,4-14 0,1-13-116,2-12 306,4-6 1,5-17 4,0-6 1,1-13 296,3-8 1,3-1-169,6-7 0,-1 0 17,0-4 1,1-5 142,-1 1 0,1 0 336,-1 3 0,0 7-228,1 2 0,-2 3-73,-3 1 1,3 6 473,-3 2-378,3 9 0,2 4 95,-1 8 0,-4 8-34,1 9 1,-5 2 57,4 2 1,-5 5-12,1 3 1,-3-1-79,-1 1 1,0-5-236,0 1 0,0 2 69,0 2 1,0-2-657,0-2 0,0-4 337,0-5 0,2-1-1906,2-2 1450,3-9 1,9 3-456,1-11 1229,-1 0 0,2-11 0,2-2 0</inkml:trace>
  <inkml:trace contextRef="#ctx0" brushRef="#br0" timeOffset="150">12132 12849 7613,'-12'-4'330,"0"0"1,-1-1 494,1 5 0,-5 0-97,1 0 0,-6 3-300,1 5 1,2 6 338,-2 11 1,0 5-302,-3 3 1,-1 9 123,0 3 1,6-2-387,2-2 0,9-3-272,4-5 0,2-7-13,2-6 1,6-10 117,2-2 1,7-8-384,2-8 1,5-6 162,-1-11 0,2-3-674,2-1 1,-2-6 185,-2 2 1,2-1 76,-2 1 0,1-1 322,-1 10 0,1-4 118,-6 7 1,1 5 388,-5 4 1,-3 5-213,-1 7 1,-5 7 130,1 5 1,-7 7-105,-1 10 0,-6-1 609,2 5 1,-2-4-271,2 4 1,1-6 170,3 2 0,3-3-440,-4-1 0,4-1-484,1-4 1,0 2-2313,0-5 2051,6 0 0,2-11-323,8-1 1,-2-10 20,3-3 927,2-14 0,-5-4 0,4-11 0</inkml:trace>
  <inkml:trace contextRef="#ctx0" brushRef="#br0" timeOffset="151">12653 12762 7613,'7'0'0,"-2"0"0,-10 0 0,-2 3 0,-5 5 0,-6 2 2508,-3 10 0,-2 5-1068,-2 4 1,0 4-889,1-4 1,3 4-532,0-4 0,12-1 94,0-8-254,7 4 1,4-12 168,7 1 1,0-7-27,12-6 1,-5 0-43,5 0 0,0 0-177,4 0 1,-5 0 43,1 0 1,-6 2 92,2 2 0,-4-1 38,0 5 1,-2 0 29,-3 5 0,-2-1-172,-6 0 0,0 1 59,0-1 1,-7 1-49,-6-1 0,0-1-130,-8-3 1,0 2-244,-4-6 0,1 4-820,-1-3 1,1-1 652,4-4 1,-8 0 710,3 0 0,-8-11 0,2-3 0</inkml:trace>
  <inkml:trace contextRef="#ctx0" brushRef="#br0" timeOffset="152">13894 12836 7798,'4'-12'0,"0"0"0,6-1 997,-2 1 0,-1 4-399,1-1 1,1 7 344,3-3 1,0 4-431,1 1 0,-1 10-233,1 2 1,-5 9-114,0-1 1,-5 5-119,1 4 1,-3-1-117,-1 5 1,-1-4 114,-3 4 0,1-4-113,-5 4 0,4-7 69,-4-1 0,1-2-708,-2-6 455,4-6 1,5-7-97,0-8 1,0-10 10,0-11 1,10-2-106,2-11 0,7 4 306,-2-7 1,5 2-45,-2 2 1,0 1 386,0 3 0,0 4-167,0 8 1,0 8 44,-4 4 1,-6 8-49,2 1 1,-8 11 320,1 10 1,-4 3-26,-1 5 0,0-1 88,0 5 1,0-5-12,0 0 1,0 3-88,0-2 0,-4 0-561,0-5 0,0 1 197,4 0 1,0 0-406,0 0 1,4-5 274,0 1 1,4-6-1128,-4 2 0,6-8 233,-2 0 0,5-7-34,3 3 0,-2-10 1096,2-3 0,4-8 0,-1-4 0</inkml:trace>
  <inkml:trace contextRef="#ctx0" brushRef="#br0" timeOffset="153">14725 12923 7798,'-5'-7'678,"-2"-4"0,-10 10 549,1-3 0,-2 2-533,1 2 1,-1 7 60,-2 6 0,-4 5-300,4 6 0,-4 8 188,-1 5 1,2 1-291,2 3 0,5-3-145,7 0 0,4-8-985,5-5 673,0 0 0,5-17-389,4 0 1,3-12 285,5-8 0,1-8-792,2-9 0,4-1 375,-4-3 1,0-3-71,0 3 0,0 3 319,0 1 0,2 4 166,-5 4 0,4 3 212,-5 6 1,1 5-69,-5 3 1,-5 10 456,-3 6 1,2 11-277,-2 10 0,0 3 745,-4 1 0,-4 1-363,0-1 0,-1 0 78,5 0 1,-4-5-568,0-3 1,0-4-1259,4-5 648,6-7 0,0-10 368,7-12 0,3-7-1337,1-17 1,5-6 31,-1-11 1538,-3 1 0,5-12 0,-4-2 0</inkml:trace>
  <inkml:trace contextRef="#ctx0" brushRef="#br0" timeOffset="154">15283 12241 7798,'0'7'2176,"0"0"-1606,0-3 1,0 4 786,0 9 0,0 9-273,0 11 0,-4 7 105,0 10 1,-5 11-1048,4-26 0,1 0 0,-1-1 0,-1 0 100,0 3 0,0 1 1,0-3-1,1-1-286,0-1 0,2 0 0,-4 32 90,2-3 0,4-15-1346,-3-9 1,3-9 856,1-8 1,0-6-979,0-2 0,-2-9 187,-2-4 1,1-4 33,-5-4 1,4-3 301,-4-6 1,4 0 350,-5-4 1,1 2 866,-4-6-320,-1 1 0,-10-11 0,-3 0 0</inkml:trace>
  <inkml:trace contextRef="#ctx0" brushRef="#br0" timeOffset="155">14973 12861 13856,'13'4'1236,"-1"0"1,6 2-850,3-2 0,2-2-410,2 2 0,4-3-438,0-1 0,4-5-498,-4-4 1,4-2-1088,-4-1 1,4-1 249,-4 1 1796,-6 5 0,-5-9 0,-5 2 0</inkml:trace>
  <inkml:trace contextRef="#ctx0" brushRef="#br0" timeOffset="156">15457 12700 7798,'7'0'2994,"-1"0"-1990,-6 0 0,4 1-431,0 4 1,1 1 110,-1 7 1,-2 5-66,2 2 1,-1 5 145,1 4 1,-1 3-293,5 5 1,-5 0-143,1 0 0,-3 1-348,-1-1 1,0-1 73,0-3 0,-1-4-202,-3-9 0,2-2 219,-2-5-274,-3-6 1,6-9-134,-3-10 1,4-6 117,4-7 1,3-5-335,5-3 0,2-7 201,2-2 1,4 0-279,5 0 1,-1 8 211,1-3 1,-4 8-649,0 0 1,-1 3 41,5 1 1,-4 6-270,-1 2 1,-4 9 1288,0 4 0,3 2 0,1 2 0</inkml:trace>
  <inkml:trace contextRef="#ctx0" brushRef="#br0" timeOffset="157">16040 12836 11627,'-8'2'1638,"0"2"1,-5-1-362,-3 5 1,-2 2-605,1 6 0,-1-1 31,-2 6 0,-4 4-565,3 4 1,4 1-26,0-1 1,3-3-520,2 3 0,5-8 327,3-5 1,4-3-67,4-5 0,3-3 58,5-5 0,6-11-1020,3-5 0,6-8 385,2-4 1,0 0-268,-4-5 0,0 5 397,0-1 1,0 0 150,-1 5 1,0-3 331,-4 11 1,-2 5-250,-5 7 925,-1 2 0,-5 8-423,-3 2 1,-4 9 266,-4 3 1,1 0 229,-5 0 0,4 0 463,-4 0 1,1 2-571,-2-5 1,0 1-20,5-2-991,-6-2 0,9 4 318,-3-6-2546,-3 1 1372,5-6-2527,-3-2 1690,5-5 2168,0 0 0,0 6 0,0 1 0</inkml:trace>
  <inkml:trace contextRef="#ctx0" brushRef="#br0" timeOffset="158">16648 12415 7751,'0'-13'907,"1"2"-172,4 3-288,-4 3 0,4 7-74,-5 7 1,0 6 336,0 14 1,-5 8-255,-3 8 0,-3 5-179,-2 4 1,1 6-419,-1 6 0,1 2 343,0-2 0,-1-2 25,1 2 0,3 0-209,1-4 1,5-4 183,-1-13 0,3-6-213,1-6 1,0-6 0,0 4 0</inkml:trace>
  <inkml:trace contextRef="#ctx0" brushRef="#br0" timeOffset="159">15792 12960 7900,'-7'0'830,"-4"0"1,8 2-392,-5 2 1,5 4-91,-1 9 1,-1-3-75,1 2 1,-1 2-122,5-1-290,0 5 1,6-10-256,2 0 1,3-5 299,2-7 0,3-5-202,1-4 0,3-7 93,-3-5 0,4-2-84,-5-2 0,1-4 46,-5 0 1,0 2 230,1 6 0,-6-1 86,-3 5 197,3 1 0,-6 10 310,3 6 0,-2 7-263,-2 10 0,-2 8 8,-2 8 1,1 2-53,-5 3 0,5-1-204,-1 0 1,3 3 119,1-3 0,0 2-1338,0-10 1,1-2 228,3-6 914,-2-3 0,9-6 0,-4 1 0</inkml:trace>
  <inkml:trace contextRef="#ctx0" brushRef="#br0" timeOffset="160">16288 13022 7751,'-4'-8'-85,"0"0"1,0 0 157,4-5 0,-2 4 167,-2-4 1,3 4 36,-3-8 1,2 3 126,2 2 0,0-5 3,0 1 0,0-1 100,0 5-144,0-1 0,-1 2 165,-3 3-241,-3 3 0,-5 7-73,-1 7 1,-1 0 77,-2 12 0,1 0-140,-6 3 0,6 5 13,-2 0 0,4 2-175,0-2 0,2-5 76,3 1 0,-2-6-405,6-6 1,1-5 162,7 0 1,3-6-532,6-2 0,5-11 367,2-10 0,4-4 7,1-4 0,-5 3 125,1-3 0,-6 4 21,2 5 0,-4 2 271,0 5 1,-5 2-91,0 3 0,-5 4 344,1 8 0,-2 9-143,-2 7 0,0 5 187,0 4 1,0-1-128,0 5 1,0 0-364,0 4 0,0-7-110,0-5 0,1-2-126,3-6 0,3-1-1037,5-3 0,1-6 80,-1-3 1301,1-3 0,-1-12 0,0-3 0</inkml:trace>
  <inkml:trace contextRef="#ctx0" brushRef="#br0" timeOffset="161">15928 12948 6581,'-6'-7'1712,"0"0"-1388,6 3-514,0 3 176,-5-10 0,3 8 158,-2-5 40,3 5 125,-5-8-169,5 10 151,-10-10 1,8 9 650,-5-2-260,5-3-408,-8 6 1,8-9-51,-5 6 1,4-2-111,-4 2-7,5 3 0,-7-6-23,6 3 1,-2 3 196,2-4-141,3 4 0,-6-3 127,3 0 1,3 0 60,-5 4-35,1 0-130,3 5 0,-5 2-9,3 5 0,3 2-16,-3 3 1,1 1 17,-1 2 1,2 5-51,-2 0 0,-1 0-21,1 4 1,-1-2-132,5 2 1,0-7-94,0 3 122,0-8 0,6-5-261,2-8 1,5-4 125,3-4 0,-1-8-451,6-9 1,-2-7 144,2-1 0,1-5-217,-5 1 0,3 1 238,-3-1 0,3 0 93,-3-4 1,0 5 240,-5 3 0,-1 9-286,-3 3 349,3 9 1,-9 5-66,2 11 1,-4 6 308,-4 11 1,-2 4-105,-2 0 0,-3 4 121,3-4 0,1 0-133,-2-5 0,7 4-76,-3-3 1,4 2-218,1-6 1,0 2 89,0 2 1,0-1-785,0-4 0,0 2 3,0-5 896,0 5 0,0-3 0,0 6 0</inkml:trace>
  <inkml:trace contextRef="#ctx0" brushRef="#br0" timeOffset="162">18124 12489 7751,'14'-30'0,"1"0"0,-11-4 0,0 4 0,-4 5 0,-1 6 0,-3 3 0,-3 3 1214,-5 5 1,-6-2-453,-3 6 0,-2 1-384,-2 7 0,-4 7 5,0 6 0,-6 9-182,2-1 1,-1 4 283,1 0 0,1 4-88,3 8 0,3 3 145,-3 6 0,8 1-361,5 3 0,-1 2 282,5 6 0,-2 4-383,10 1 1,0 1 64,4-6 1,1-4-94,3-12 1,5-6 43,7-11 1,8-11-155,5-14 0,6-8 13,3-5 1,-5-7-757,4-5 1,-3-6-205,4-2 0,-7-2-514,-2 2 1,-8 7 62,-5-2 1,-7 7 994,-5 0 0,-3 4-301,-1 0 0,-5 1 762,-4-1 0,-7 5 0,-5 0 0,1 0 0,-5-5 0,3 5 0,-7 0 0,3 4 102,1-5 1,0 7 412,0-3 1918,6-1-1713,6 4 0,9-3 544,8 5 0,6 1-634,11 3 0,1-2-169,11 2 0,0 1-128,4-1 1,0 0-446,1-4 1,-5 0-411,0 0 1,-2-1-498,3-3 0,-4 1-573,-5-5 1,-6 5-178,-2-1 918,-4-3 0,-6 4 851,-3-5 0,-4 5 0,-4-1 0,-3 1 0,-5-1 0,-1 3-210,1-3 1,0 8 578,-1 4 0,1 3 443,-1 2 1,1 5-465,0 2 1,1 5 76,2 4 0,0 1 168,5 3 0,-5 3-79,5-3 1,0-1-184,4 1 1,1-1-130,4 1 0,3-4-1,8-9 1,0-3-1328,4-9 1,1-4-87,4-8 0,1-10 1212,3-10 0,-3-12 0,4-8 0</inkml:trace>
  <inkml:trace contextRef="#ctx0" brushRef="#br0" timeOffset="163">18670 12241 7751,'0'8'767,"0"1"0,-1-1-270,-3 4 0,2 8 543,-2 4 1,1 8-318,-1 9 0,1 5-106,-5 8 0,4 6-736,-4 6 0,6-30 1,0 0 231,-2-1 1,-1 0-1,0 2 1,-2-1-56,-1 2 0,-1-1 0,-1-2 1,0 0 75,2 0 1,-1 0-1,-13 30-93,1 1 0,4-9 195,0-8 0,9-10 227,4-10 1,4-10-46,4-6 0,4-2-183,9-7 1,2 0-417,6-4 1,1-6 199,3-2 0,-2-4-130,6-5 1,-5-2-18,1-6 1,-2 0-1860,2 1 0,-8 3 874,0 0 0,-6 6 1113,-3-2 0,1-2 0,-1 0 0</inkml:trace>
  <inkml:trace contextRef="#ctx0" brushRef="#br0" timeOffset="164">18869 13060 7751,'-9'0'946,"1"0"-182,5 0 0,-2 1-50,5 3 1,1 3 72,3 5 0,2 1-296,2-1 0,2 2-150,-6 3 1,0 1-128,-4 2 1,4 4-1,0-4 1,0 2-200,-4-1 1,0-3 150,0-6-52,0 1 1,0-8-191,0-5 1,6-11-407,2-9 1,9-5-268,3-4 1,4 3 365,1-3 0,-1 4 83,1 4 1,-4 3 43,0 6 0,-6 5 370,1 3 0,-3 4-118,-5 4 1,2 4 157,-6 9 0,0 2 38,-4 6 0,-4 0 178,0-1 0,-6 1-478,2 0 0,1-1 54,-1-4 0,3 2-1534,-3-5 0,5-1 47,-1-3 1541,3-1 0,-5 1 0,-1-1 0</inkml:trace>
  <inkml:trace contextRef="#ctx0" brushRef="#br0" timeOffset="165">19762 12489 7675,'12'-32'0,"-1"2"0,-3 5 0,-2 2 639,-6 2-375,0 3 0,-6 11 405,-2 3 0,-7 3-102,-2 1 0,0 10 62,0 2 0,-2 9-17,-6-1 1,4 9-239,1 4 0,3 9-41,-4 3 1,2 9-385,-2 4 1,-1-2 155,6 2 0,-1-4 101,5 4 1,5-4-657,3 3 1,2-6-693,2-1 0,6-7 625,2-10 1,9-8-855,3-9 1,4-9 636,1-7 0,5-11-115,3-10 0,-1-8 849,1-4 0,-6-8 0,8-2 0,-6-11 0,0-5 0</inkml:trace>
  <inkml:trace contextRef="#ctx0" brushRef="#br0" timeOffset="166">20270 12340 7675,'-5'9'950,"-3"-1"0,-3 0-828,-2 5 1,1 0 1047,-1 4 0,0 4-492,-4 7 1,-1 10 121,-3 7 0,-2 5-329,2 4 1,-2 8-481,11-28 1,-1 2-1,-1 2 1,-1 0 105,0-1 0,1 0 0,1 2 0,1-1-459,2-2 0,0-2 0,-10 34 249,0-2 0,2-5-1101,5-8 0,7-15-384,1-18 579,4-10 0,2-13 161,4-13 0,3-6 383,8-16 0,4-3-417,4-13 892,7-2 0,-5-3 0,3-3 0,-3-3 0</inkml:trace>
  <inkml:trace contextRef="#ctx0" brushRef="#br0" timeOffset="167">20394 12402 7675,'0'13'0,"-5"5"845,-3 2 0,-5 7-101,-3 6 1,-4 2 163,-4 15 0,-1 8-802,12-24 0,1 2 1,-1 1-1,0 1 99,-2 1 0,1 0 0,1-3 1,1 0-166,0 1 1,-1 0 0,1-2 0,-1 0 62,3 1 0,0-1 1,-8 32-1023,1-5 0,5-11 635,4-5 0,1-17-2740,3-9 1960,2-10 1,1-17 185,5-14 1,6-13 877,-2-11 0,8-4 0,4 0 0</inkml:trace>
  <inkml:trace contextRef="#ctx0" brushRef="#br0" timeOffset="168">20444 12464 7675,'12'0'1735,"-3"-4"-1282,-1 0 1,0 0 430,5 4 0,-1 0-374,0 0 1,1 5-166,-1 4 1,-1 3-117,-2 5 1,-3 2-120,-1 6 0,-4 1-138,3 3 1,-5 4-305,-8 8 1,0-1-60,-12 6 0,-1-1-424,-7 5 1,-4-2 52,-8-2 0,1 0 409,-6-4 0,5-6 716,-5-8 1,11-7-277,-3-4 1,15-9 608,2-4-254,6-3 1,10-1 371,5 0 0,12 0-51,13 0 1,1 0-331,7 0 1,0 0 182,4 0 0,2 0-398,2 0 1,-2 0-186,2 0 1,-4 0 64,-3 0 0,0 0-284,-5 0 0,0 0 169,-4 0 0,-6 0-1564,-2 0 0,-8 0-1514,-1 0 3095,1-5 0,-2-7 0,-2-8 0</inkml:trace>
  <inkml:trace contextRef="#ctx0" brushRef="#br0" timeOffset="169">21089 12477 7708,'0'12'2105,"0"1"1,6 0-1359,2 4 1,3 2-346,1 6 0,1 5-202,-1 3 1,1 3-21,-1 1 0,-1 5-110,-3-1 1,-2 6-651,-6-2 1,-7 4 365,-6 0 0,-10 1-583,-10-1 0,-3-4 498,-1-4 0,0-3-374,-1 0 0,1-8 171,0-5 1,5-11-160,3-10 1,3-4 134,1-4 0,2-5 526,2-7 0,3-3 0,6-6 0</inkml:trace>
  <inkml:trace contextRef="#ctx0" brushRef="#br0" timeOffset="170">22007 12948 7729,'0'-29'-447,"0"0"0,4 2 1126,0 6 0,-1-1 249,-7 5-218,-3 1 0,-9 9 80,-1 3 0,-1 4-338,2 4 0,-4 8 166,-5 9 0,-3 12-247,-1 4 1,0 7-35,4-2 1,1 5-114,4-2 1,-1-2-178,9-2 1,-2-12-91,10-4 0,2-14-165,11-3 0,2-6-485,13-7 0,4-13 367,9-10 1,0-7-252,1-2 0,-1 1 202,0 3 1,-5 3 151,-3 5 0,-4 10-32,-5 2 1,1 11 558,-9 2 0,2 8-227,-10 12 0,0 7 245,-4 10 0,0 0 307,0 0 1,0-1-267,0-3 1,0-1-772,0-3 0,2-9 262,2 1 0,3-10-1238,5-3 1,2-5 666,3 1 1,2-9 716,6-8 0,-1-4 0,1-8 0</inkml:trace>
  <inkml:trace contextRef="#ctx0" brushRef="#br0" timeOffset="171">22603 12923 7729,'-2'-12'941,"-2"-1"0,-3 2-719,-5 3 0,-2 3-10,-3 5 0,2 0 1023,-5 0 1,0 11-576,0 5 0,-5 9 191,0 8 1,0 0-346,-4 8 0,9 2 75,3-1 0,5 3-483,3-4 1,4-5-433,5-7 0,5-5 16,4-8 0,9-5-225,6-11 0,3-7-178,6-5 0,-2-7 270,2-10 0,2-3-1046,-6-5 0,8-1 731,-4 1 1,6-4-2996,-6 0 3761,3-6 0,-1 7 0,-1-6 0,-3 2 0,4 4 0,3 4 0</inkml:trace>
  <inkml:trace contextRef="#ctx0" brushRef="#br0" timeOffset="172">23136 12229 7729,'0'8'1564,"0"0"1,0 2-253,0 6 1,-5 11-634,-4 10 1,-6 12 61,-1 13 1,7-26 0,1 1-749,1 4 0,2 1 0,-2 1 0,1 0 189,0 0 1,0 0 0,0 2 0,-1-1-84,1-3 1,0 0 0,0-2 0,1-2-858,-3 21 1,-2-6-722,6-10-724,-6-1 819,9-26 1,-5 0 598,6-19 0,-1-3-364,-3-5 1,1-6 1001,-5-3 0,-2-1 147,-6 2 0,-4-9 0,-4 2 0</inkml:trace>
  <inkml:trace contextRef="#ctx0" brushRef="#br0" timeOffset="173">22727 12861 7729,'-13'6'2621,"1"-5"-1887,-1 3 0,5-2 772,0-2-624,5 0-108,14 0 1,4 1-296,14 3 0,3-2-97,1 2 1,4-3-437,5-1 1,-2-4-333,5 0 0,-1-6-1290,2 2 0,2-3 957,-3-2 1,0 0 718,0-4 0,-5-2 0,3-6 0</inkml:trace>
  <inkml:trace contextRef="#ctx0" brushRef="#br0" timeOffset="174">23446 12911 7691,'0'25'1605,"0"-1"0,-5-3-461,-4 0 1,-2-1-144,-1 5 1,0-1-75,-1-4 0,6 4-436,3-4 1,-1-2-1457,0-1 743,1-9-1201,10 3 0,-3-9 900,5 2 1,-5-8 522,1-5 0,3-2 0,0-1 0</inkml:trace>
  <inkml:trace contextRef="#ctx0" brushRef="#br0" timeOffset="175">23496 12725 8279,'7'0'3837,"4"-2"-3131,-3-2 1,-1 3-799,1-3 1,0-2 139,5 2 1,-1-1-1855,1 0 0,0 4 1806,4-3 0,2-3 0,6 0 0</inkml:trace>
  <inkml:trace contextRef="#ctx0" brushRef="#br0" timeOffset="176">23669 12898 7691,'-19'29'1171,"3"0"1,2-1-645,1-7 1,7 2 409,1-2 0,4-3-362,1-2 1,1-4-138,4-3 1,1-4-364,7-5 0,3-5 4,1-4 1,5-3-768,-1-4 0,2-4 457,2-5 1,0 1-462,0-1 0,-6 0 348,-3 0 1,1 5-56,-5-1 1,2 6-86,-10-2 525,6 3 1,-10 6 651,0 0 1,-2 7-444,-6 1 1,-1 9 429,-8 8 0,3 5-269,-2-2 1,2 0-189,2 0 1,-1-4 9,1 0 0,3-1-501,1 2 1,5-8-988,-1 4-116,3-9 0,2 1 188,3-5 1,3-1 590,6-3 0,0-3 232,4-5 0,1-2 152,3-3 0,1 8 721,-6-4 1,2 5-418,-1 0 1,-4 2 2799,4 6-1855,-3 0 0,-6 10 57,0 2 0,-5 5 233,1-1 1,-2-2-703,-2 3 1,-5 1-143,1-2 0,0 1 206,4-5-875,0 0 0,2-5 201,2-3 1,8-5-664,9-7 0,2 0 323,2-9 0,1-1-106,3 2 1,-1 0-272,5 8 1,-10-1 173,2 4 0,-8 1 373,-1 4 1,-3 2-58,-5 2 0,-4 8-1004,-8 9 0,-9 2 546,-7 2 1,-11 5 665,-6 3 0,-6 3 0,-6 1 0</inkml:trace>
  <inkml:trace contextRef="#ctx0" brushRef="#br0" timeOffset="177">21188 13221 7663,'-8'-4'808,"0"0"209,5-1 0,4 1-915,12 0 0,6 0 31,10 4 0,4-4-1444,9 0 0,3 0 200,9 4 755,2 0 0,12-6 0,1-1 0</inkml:trace>
  <inkml:trace contextRef="#ctx0" brushRef="#br0" timeOffset="178">4652 15007 7663,'-12'1'1278,"-1"3"-567,1-2-378,5 3 1,3-1 375,8 1 0,10 0-234,11-1 0,5-2-101,7 2 0,0-2-138,0 3 1,1-4-398,-1 3 0,4-3-272,1-1 0,-2-1-442,-7-3 1,-3 1-166,-5-5 1,-2 5-116,-2-1 1155,-9 3 0,-12 1 0,-7 0 0</inkml:trace>
  <inkml:trace contextRef="#ctx0" brushRef="#br0" timeOffset="179">4739 15304 7663,'-7'6'2300,"1"-5"-1714,6 5 1,6-6-237,2 0 1,10-1-120,7-4 0,5 3-638,8-7 0,0 0 324,3-8 0,8 2-1510,4-6 1,5 6 399,-4-1 937,0 2 1,-10-4 0,-1-1-1</inkml:trace>
  <inkml:trace contextRef="#ctx0" brushRef="#br0" timeOffset="180">6103 14436 7663,'-12'0'0,"0"0"0,-5 0 346,1 0 0,-1 0 49,5 0 0,-2 7 24,-3 6 1,-1 5-201,-2 6 0,-4 8-14,4 5 0,-4 9-85,-1 12 1,5 1-215,9-24 0,1 0 0,0 0 1,1-1 88,-2 1 1,1 0 0,-7 33 82,9-6 0,3-17-898,5-7 590,0-21 0,5-6 24,3-11 0,2-1 77,-2-3 0,3-3 58,-2-5 0,-2 5 150,1 3 1,-5 4 236,1 4 1,1 8-145,-1 9 1,1 5-37,-5 7 0,0 6 156,0 10 0,4 2 249,0 3 0,0 0-415,-4 8 0,1-8-31,3 3-1,-2 0 102,2-3 0,-3 1-205,-1-1 1,4-9 47,1 0 0,0-5-919,-1-2 1,-1-1 445,5 0 0,-1-7-2132,1-5 2566,-2-6 0,-3-5 0,5 3 0,6 2 0</inkml:trace>
  <inkml:trace contextRef="#ctx0" brushRef="#br0" timeOffset="181">6798 15317 7663,'-5'-13'0,"2"5"257,-5 0 1,-1 1 106,-3-1 0,0 2 140,-1 6 1,1 0 74,-1 0 1,-5 6-217,-2 2 1,0 9 99,0 3 1,5 5-124,-2 4 0,0 3-191,5 5 1,-2 2 55,10 2 0,0-1-298,4 5 0,1-5 107,4 2 1,6-9-767,5-4 1,6-9-688,-1-3 0,2-9 721,2-4 1,1-5-153,3-7 1,-3-6 869,3-11 0,-2 0 0,3-5 0,2-2 0</inkml:trace>
  <inkml:trace contextRef="#ctx0" brushRef="#br0" timeOffset="182">7183 15429 7663,'-13'0'1250,"1"0"-672,-1 0 0,5 4-168,0 0 0,1 5 372,-1 0 0,-2 3-314,6 5 0,0 2-288,4 6 0,0 0-18,0-1 0,1 0-116,3-4 0,3 1-59,6-8 1,-1 0-202,0-9 1,6-1-554,3-7 1,1-7 413,-1-6 0,1-5-149,-6 2 1,1-4 149,-5 0 0,-5 0 217,-3 3 0,2 4-36,-2 4 1,-5 6 123,-8 3 0,-7 4-41,-5 4 1,-4 5 123,-4 7 0,2 3 144,-6 6 0,5-1-93,-1-4 1,4-2-434,5-5 1,-2-2 123,5-3 1,5-3-668,3-5 1,7-2 888,-2-7 0,2-4 0,2-12 0</inkml:trace>
  <inkml:trace contextRef="#ctx0" brushRef="#br0" timeOffset="183">7542 14796 7663,'7'0'0,"-1"-6"0,-6 6 0,0 0 0,0 12 0,0 8 0,0 5 0,0 4 0,0 4 0,0 8 0,0 5 0,0 8 0,0 6 264,0 6 0,0-30 0,0 0 1294,0 34 1,0-4-1673,0-4 1,-2-2 6,-2-11 1,3-2-3081,-3-10 3187,2-10 0,-3-4 0,-2-11 0</inkml:trace>
  <inkml:trace contextRef="#ctx0" brushRef="#br0" timeOffset="184">7840 15342 7674,'0'-20'103,"0"2"52,0 6 0,2 0 1114,2-1-831,3 6 0,4 3 307,-3 8 1,3 6-295,-3 11 0,-2 1 1,-2 11 0,-3 4-121,-1 4 1,-1 5-222,-3-5 1,2 1-131,-2-5 1,3-6-184,1-2 0,0-4-113,0-4 303,0-9 0,1-8-645,3-8 0,0-10 278,9-10 1,-8-3-43,8-6 0,-4 0 52,4-4 1,-2 1 295,-3 3 0,3-1 73,-3 5 1,-1 5 98,2 8 1,-5-2 595,4 1-401,-5 6 164,2 6-122,1 5-108,-5 0 1,5 1 281,-6 3-73,0 3-232,0 6-213,0-1-110,0 1 80,0-1-36,5 0 150,-3-5 11,3 4-62,-5-9 74,0 3-146,0-5-279,0 0 231,6 0-26,-5-5 1,4 2-10,-5-5 72,0 5-81,0-8 245,6 9-50,-5-9 246,5 10-81,-6-10-173,0 10-49,0-5 67,0 6-130,0 0 115,0-5-76,5 3 30,-3-3-17,3 5 114,-5 0 12,0 0-81,0 5 118,0-3-97,0 3 66,0-5-85,0 0 0,0 6-155,0-5 169,0 5-214,0-6-3932,0 0 3099,0-6 292,0 5-386,0-5 505,0 6 588,0-5 0,0 3 0,-5-9 0,-2 4 0</inkml:trace>
  <inkml:trace contextRef="#ctx0" brushRef="#br0" timeOffset="185">8088 15317 7674,'-5'-7'-406,"-2"-4"1039,0 10 1,1-6 406,6 3-101,0 2 162,0-3-702,0 10 0,2 6-42,2 6 0,-3-1-53,4-3 0,-4 5-22,-1 2 1,1 4-89,3 1 0,-2-5-153,2 1 0,-3 0-131,-1 3 1,0-4-167,0-4 1,2-2-506,2-2 0,-1-5 393,5-3 0,0-2-936,5-2 0,-1-6 568,0-2 1,1-4-492,-1-5 1227,-5 3 0,10-9 0,-4 4 0</inkml:trace>
  <inkml:trace contextRef="#ctx0" brushRef="#br0" timeOffset="186">8386 15168 8022,'-7'0'1345,"-3"1"-899,6 4 1,0 3 307,4 8 0,0 5-318,0 8 1,0 4-47,0 8 0,0 2-123,0 3 1,0-1-333,0-8 0,0-2 103,0-10 1,0-6-409,0-3 1,2-3-460,2-5 1,-2-4 490,7-8 1,-2-8-149,1-9 1,3-4 83,-3-4 1,-1 3 215,1-3 1,1-1-33,3 1 0,-4 1 274,1 8 1,-3 2 74,3 5 1,0 1 323,-4-1-229,4 7 1,-6 1 253,5 10 0,-5 3-102,1 8 0,-3 0-99,-1 4 1,0-3 77,0 3 1,-4-4-76,0 0 0,0-2-337,4-2 0,0-3-90,0-1-117,0-5 151,0 2 1,6-6-81,2-3 0,3-3 4,1-6 0,1 1 120,-1 0 0,1 3 60,-1 1 0,0 5-128,1-1 422,-1 3 0,-1 2 30,-3 3 1,2 4 174,-6 9 1,0-2-217,-4 6 1,0-2-70,0 2 1,-1 2-780,-3-2 1,2-3 139,-2-2-2818,3-2 2395,-5-1 0,5-8 855,-3-5 0,3-11 0,1-8 0</inkml:trace>
  <inkml:trace contextRef="#ctx0" brushRef="#br0" timeOffset="187">8870 15329 7674,'-4'13'235,"0"-1"1,-1 1 364,5-1 0,-1 0 108,-3 1 1,3 0 360,-4 4 0,4-3-262,1 2 0,0 2 85,0-1-1124,0-1 0,1-5 193,4-2 1,-3-4-215,7-5 1,-1-5-85,4-4 0,1-3 298,-1-5 0,0-2-72,1-6 1,1 5-393,2-1 0,-2 6 410,3-2-22,-4 4 0,0 6 393,-1 2 0,-4 4-91,1 1 0,-7 3 46,3 5 0,0 2-132,-1 10 1,0-3-144,-4 4 0,0-2-245,0 2 1,-1 1-657,-3-6 0,1 5-781,-5-5 1,5 1 1723,-1-5 0,-3 1 0,0-1 0</inkml:trace>
  <inkml:trace contextRef="#ctx0" brushRef="#br0" timeOffset="188">9937 15342 7674,'0'-13'1256,"0"6"0,0 7-1211,0 9 1,4 11 609,0 5 0,4 8-217,-4 0 0,5 3-89,-5 1 1,5-1 20,0-3 0,-2 2-109,1-6 0,0-6-22,5-6 1,-1-9-34,0-4 1,6-10-455,3-6 0,-2-11 202,2-10 1,0-9-392,3-3 0,1-3-273,0-2 0,-4 6-631,-1 2 0,-4 0-57,0 0 0,-2 1 1398,-2 4 0,-5 5 0,-1 2 0</inkml:trace>
  <inkml:trace contextRef="#ctx0" brushRef="#br0" timeOffset="189">10483 15416 7674,'-13'32'1619,"1"4"-1255,-1-3 1,5-2 352,0 2 1,5-9-258,-1 1 0,8-10 86,4-3 0,3-5-251,2-7 0,5-7-261,2-5 1,8-6-315,1-7 0,0-5 241,-4-3 0,-2-2-438,-2 2 1,1-1 300,-6 5 1,-1-3-217,-6 7 1,-4 2 87,-5 6 0,0 8 316,0-4 1,-9 9 141,-4 0 1,-9 4 282,-3 4 1,1 10-65,-5 11 0,0 1-132,4 7 1,-1-1 77,9 1 0,1 1-25,3-5 0,6 4-673,3-4 0,3 0 257,1-4 0,7-6-1071,5-2 1,2-5 261,6-4 1,0-3-46,0-10 0,4-7 378,-3-9 1,6-2 597,2-2 0,0-5 0,-4-3-188,0 2 0,-1-10 1,1 3-1</inkml:trace>
  <inkml:trace contextRef="#ctx0" brushRef="#br0" timeOffset="190">10892 15354 7674,'12'-7'-1213,"-3"2"1551,-1 5 1683,-5 0-1217,2 0 1,-5 5-364,0 3 1,-1 9-49,-3 4 0,-2 2-125,-2 2 0,-3 0 300,3 0 1,2-1-176,2 1 1,3 0-611,1 0 1,0-6-240,0-2 1,5-5-462,3-4 1,5-4-299,3-8 0,4-5 551,4-12 0,5-5-45,0-11 1,4-6 708,-4-3-297,0-2 0,-4-1 0,0-1 0</inkml:trace>
  <inkml:trace contextRef="#ctx0" brushRef="#br0" timeOffset="191">11351 14734 7674,'5'-12'1230,"-3"5"0,3 4-1065,-5 11 1,0 6 462,0 11 0,0 9 126,0 3 1,-4 9-315,0-1 0,-6 6-31,2 7 0,-2-4-210,2 8 1,-1 0-374,4 0 1,-3 3 170,4-7 0,-1-9-800,0-3 0,4-13 506,-3-8 1,2-10-207,2-7 0,0-7-82,0-1 1,0-6-248,0-11 1,0 2-100,0-6 0,-4 1 708,0-5 0,-5 4 39,0 0 1,-2 2-11,-1-2 0,-5 2 521,1 3 1,-5 0-324,5-4 1,-1 0 310,5 0 0,-1 2 236,1 5 1,4 5 2073,-1 0-1801,7 5 1,2-2-376,8 5 1,8 4-454,5 0 1,2 4 33,2-4 1,1 0-728,3-4 0,-1 0 506,5 0 0,-4-5-1198,4-3 1,-4-3 432,4-2 1,-5-3 444,1-1 1,0-3 510,-5 3 0,-2 2 0,-9 7 0,-6 2 0,-2 9 0,-5 5 0,-5 6 635,-4 11 0,-6 5-367,-1 3 0,-1 3 827,5 1 1,-1 0-341,1 1 0,5-3-256,3-2 0,3-2-119,1-6-186,0-6 0,5-7-308,3-8 0,3-4 141,2-4 1,-1-8-488,1-9 1,-1-4 229,0-4 0,-1 3-618,-2-3 0,0 3 347,-5 1 0,1 2 156,-5 2 0,0-1 257,0 6 0,-2 3-73,-2 5 1,-3 5 557,-5-1 1,-5 3-261,1 1 1,-1 5 212,5 3 0,-2 8-127,-3 0 1,8 1-630,-4-5 0,8 0-152,-3 1 1,5-5-1322,-1 0 1879,2-5 0,8 3 0,1-6 0</inkml:trace>
  <inkml:trace contextRef="#ctx0" brushRef="#br0" timeOffset="192">11711 15131 7674,'12'12'211,"0"1"0,1-1 332,-1 0 1,-1 5 93,-2 0 0,-3 5-228,-1-2 0,-4 5 216,3 4 0,-2-7-242,-2 3 0,0-3 36,0 3 0,-5 0-67,1-1 1,-1-3 117,1 0-232,2-6 0,-5 1 63,3-7 1,3-5-269,-3-8 1,6-5 75,3-7 1,4-3-435,-1-6 1,8-4 237,0 0 0,2-4-397,-1 4 1,2-4-360,6 4 0,-5-4-702,1 4 0,0 1 589,4 8 1,-5-2 955,1 5 0,0-5 0,3 3 0</inkml:trace>
  <inkml:trace contextRef="#ctx0" brushRef="#br0" timeOffset="193">12207 15032 7674,'0'12'1752,"-6"-4"-1358,-2 1 0,1-3 524,-1 3 1,-2 6-373,-6-3 1,1 9 489,-6 0 0,4 2-480,-3 2 0,6-4-415,2-1 0,5-5-100,7 2 1,1-5-190,3-3 0,4-4 66,9-5 1,2 0 117,6 0 1,-2 0-186,-2 0 1,1 0 23,-5 0 1,3 0 207,-3 0 0,-5 6-149,-3 2 1,-7 3 349,3 1 1,-4 1-84,-1-1 0,0 1-73,0-1 0,-10 2-279,-2 2 1,-3-2 124,2 3 0,-3-8-1070,-1-1 1,-3-1 514,3 2 1,-4-4-1112,5-5 1,-5 0 223,5 0 1468,-6-5 0,8-8 0,-4-6 0</inkml:trace>
  <inkml:trace contextRef="#ctx0" brushRef="#br0" timeOffset="194">12827 14635 7641,'0'-7'4174,"0"0"-3807,0 3-374,6 2 1,-4-7 891,7 5-639,-1 0 0,4 4-134,1 0 0,-1 1-91,1 3 0,-2 4 97,-3 9 1,-1 2 681,-3 6 0,-3 7-321,3 5 0,-8 1 53,-4 8 0,-3-5-178,-1 5 0,-1-5-130,1 5 0,1-11-34,2 3 1,4-9-590,5-1 1,0-1 105,0-3 1,1-3-133,3 0 0,2-1 114,2 5 1,2 0 105,-6 0 1,0 4 320,-4 0 0,0 1-107,0-1 0,-1-1-3,-3 5 1,-3-6 12,-6 2 0,0 1-379,-4-1 1,2 0-646,-6-4 1,5-1-2320,-5-4 3324,6 4 0,-9-5 0,5 6 0</inkml:trace>
  <inkml:trace contextRef="#ctx0" brushRef="#br0" timeOffset="195">12914 15838 7619,'-25'7'0,"0"-3"0,-5-3 0,-2-1 0,-5 0 0</inkml:trace>
  <inkml:trace contextRef="#ctx0" brushRef="#br0" timeOffset="196">19005 14114 7623,'0'-13'0,"-1"1"82,-3 0 1,2 3 247,-2 1 48,-3 0 106,0 1 0,-5 1-114,-1 6 1,1 0-28,0 0 1,-5 6-51,1 2 1,-1 3 28,5 2 0,-5 3-150,0 1 1,2-1-143,7-3 1,-3 3-35,3 1 1,2-1 69,2-3 0,3-5-316,1 0 0,0-4 126,0 5 0,1-7-149,3 3 0,3-4 96,6-1 1,-1-1 1,0-4 1,-1 3 114,-2-7 1,2 2 104,-3-1 0,-1-1 68,1 4 1,-5 0-49,1 1-29,3 2 0,-6-4-1,3 1-5,-2 4 1,-1-5 104,3 6-53,-2 0 22,3-5 15,-5 4-134,0-5-139,0 6-498,0 0 294,-5 0 343,3 0 30,-3 0-204,5 0 28,-6 0-271,5 0-70,-5-5 150,6 3 206,0-3 0,0 3-87,0-2 77,0 3-142,0-5 387,0 6 27,0 0 44,0-5-591,0 3 226,0-3-403,6 5 150,-5 0 348,5 0 1,-6-2-180,0-2 261,5 3 178,-3-5-177,3 6 185,-5 0-140,6-5-257,-5 4 239,5-5 0,-5 6 0,3 0 0,-3-5 0,5-2 0</inkml:trace>
  <inkml:trace contextRef="#ctx0" brushRef="#br0" timeOffset="197">19452 14213 7623,'0'-12'858,"0"-1"0,-5 5-339,1 0 1,-1 1-168,1-1 1,2 1-53,-2 3 1,-1 1-88,1-5 0,-6 3-135,2-3 1,-5 5 18,-3-1 1,1-1 84,-6 1 0,0-5-112,-4 5 0,1-5 79,-1 0 0,0 2-140,0-1 1,-5 4-7,-3-4 1,1 5-40,-1-1 0,4-2 61,-4 2 1,1 1 35,-1 8 0,3-3-106,5 7 0,4-1 78,1 4 1,2 5-78,1-1 1,2 5 82,11-4 0,0 0-68,4 0 1,0-2 45,0 6 1,7-5 125,5 5 0,6-4 1,7 3 1,1 0 93,3 0 0,-2 2-378,7-5 1,-6-1 72,6-3 1,-7-1-636,2 1 0,-3-1 364,-1 0 1,-1-3-398,-4-1 0,2-5-191,-5 1-1157,-6-3 2083,-6-1 0,-10 6 0,-2 1 0</inkml:trace>
  <inkml:trace contextRef="#ctx0" brushRef="#br0" timeOffset="198">18695 14573 7623,'-13'0'3621,"7"0"-3169,0 0 0,7 0 249,4 0 1,3 0-175,8 0 0,4 4-8,5 0 0,1 6-385,3-2 0,-2 3 67,6 1 0,0 1-388,5-1 0,-1 1 200,0-1 0,2 0-896,2 1 0,-4-5 473,0 0 1,-1-4-597,-7 5 0,0-7-78,-4 3 0,-6-3 1084,-2 2 0,-3-2 0,-2 3 0</inkml:trace>
  <inkml:trace contextRef="#ctx0" brushRef="#br0" timeOffset="199">19973 14536 7623,'18'-18'0,"-5"9"0,9-7 0,-5 9 617,-2 0 1,-1-3-180,-2 6 1,-3 6 485,-1 6 0,-1 10-360,1 7 1,-2 5-101,-6 7 0,-6 6-383,-2 2 1,-3 2 3,-2-1 1,1-4-411,-1-4 1,5-1 262,0 0 0,5-11-235,-1-5 1,4-11 137,4-6 0,3-4-720,5-4 0,2-9 316,3-8 1,-2-7 184,6-6 1,-5-1 417,5-3 0,-5 3-64,5 1 1,-6 4 277,2 5 0,-3 5-121,-2-1 166,0 11 1,-3 1-106,-1 13 1,-5 4 351,1 9 1,-3 2-181,-1 6 1,-4 1-18,0 3 1,-2-3-304,2 3 0,3-7 216,-3-1-376,-3-6 110,5 3 0,-2-11-174,8-3 1,3-4 67,6-4 1,1-5 14,2-7 0,2 2 93,3-2 1,2 6 28,-2 2 0,-3 5 366,-2-1 0,-2 4-166,-2 4 1,-5 4 352,-3 9 0,-2 3-258,-2 9 0,0-2 58,0 1 1,-2 3-50,-2-2 0,3 0-802,-3-5 1,2-3 41,2 0 0,2-7-245,2-2 1,4-1-1519,9-7 0,-2 0 321,6-4 1871,-1-11 0,11-3 0,0-10 0</inkml:trace>
  <inkml:trace contextRef="#ctx0" brushRef="#br0" timeOffset="200">20928 14833 7623,'0'-12'0,"0"-1"0,0 5 2032,0 0-1461,-6 0 1,-2 1 660,-8 3 0,0 9-570,-4 7 1,-2 6 269,-7 7 0,3 4-497,-3 0 1,2 4-255,3-4 1,4 0-351,4-4 0,7-6 189,5-2-605,3-9 1,8-3 430,5-5 1,6-6 97,7-7 0,0-5-211,0-7 0,-1 2-722,1 2 1,-4 5 529,0 8 0,-6-2 335,1 6 655,4 0 0,-8 11-124,0 5-219,-5 0 1,-7 12-1,0-4 206,0 4 1,0 1-25,0-1 1,0 0 408,0-3-1143,0 2 1,2-11-220,2 1 1,-1-6-527,5-7 0,0-2-899,4-2 1,1-4 346,-1-9 1661,1 4 0,5-16 0,1 2 0</inkml:trace>
  <inkml:trace contextRef="#ctx0" brushRef="#br0" timeOffset="201">21536 14362 7711,'-13'7'905,"2"0"199,3-3 0,-3 8 38,3 9 0,-7 9-540,-2 7 0,-5 17 94,1 12 0,10-30 0,0 0-619,1 1 1,0 0 0,-1-2 0,1-1 575,-3 32 0,0-5-261,9-7 1,-1-6-358,5-11 0,0-1-436,0-3 1,5-4-1197,-1-8 1439,5-3 377,-2-11-3221,0-2 0,-1-10 1829,-6-4 1,0-6 262,0-1 1,-2-6 909,-2 1 0,-8-8 0,-8-3 0</inkml:trace>
  <inkml:trace contextRef="#ctx0" brushRef="#br0" timeOffset="202">21188 14895 7711,'-24'-14'0,"-1"-1"981,0 11 0,6 0 163,2 4-342,9 0 1,8 4-249,8 0 0,10 0-39,7-4 0,5 0-203,7 0 0,1 0-130,-1 0 0,-4-1-782,0-3 1,-1 1 462,1-5 1,1 1-3073,-5-1 3209,0-3 0,-4 4 0,0-6 0</inkml:trace>
  <inkml:trace contextRef="#ctx0" brushRef="#br0" timeOffset="203">21623 14833 7672,'0'7'3619,"0"0"-2953,0-3 1,0-1-40,0 5 1,4 0 145,0 5 0,4 1-190,-4 2 0,5 3-221,-5 6 0,4 0-101,-4 0 0,0 0-56,-4-1 1,0 5-16,0 0 1,-1 0 3,-3-4 0,-2-6-247,-2-2-215,-3-3-6,4-7 0,0-7-928,3-9 0,9-9 580,8-6 0,3-3-261,5-6 0,7 2 361,-4-2 1,8-2-1006,-3 6 1,0 0 1526,-4 4 0,0 1 0,-1-1 0</inkml:trace>
  <inkml:trace contextRef="#ctx0" brushRef="#br0" timeOffset="204">22044 14957 7672,'-5'18'0,"2"-4"1194,-5 2 1,4 2-375,-5-1 1,5-1-140,-4-3 0,5-1-629,-1 1 1,3-5 71,1 0 69,0-5 1,0 1 24,0-8 1,4 1-219,0-5 0,6-6 0,-3-5 0</inkml:trace>
  <inkml:trace contextRef="#ctx0" brushRef="#br0" timeOffset="205">21982 14734 7672,'0'8'647,"0"1"1,4-5 2433,1 4-1567,-1 0 0,1 5-804,4-1 0,3-4-823,4 1 0,0-5 149,4 4 0,1-5-1443,4 1 0,-2-3 56,-2-1 0,1-1-614,-6-3 0,4 1 1965,-8-5 0,9-1 0,-7-3 0</inkml:trace>
  <inkml:trace contextRef="#ctx0" brushRef="#br0" timeOffset="206">22280 14771 7672,'7'8'818,"-3"1"0,2 0-253,-2 8 1,0-2-134,-4 6 1,5 4 859,4 3 1,2 7-613,1-2 0,6 3-327,3 1 1,2-1-129,2-3 1,1-3-938,3-5 1,-1-2 504,5-2 1,-6-4-1299,2-9 0,-3-4 224,-1-8 0,0-8 1281,0-9 0,0-8 0,-1-3 0</inkml:trace>
  <inkml:trace contextRef="#ctx0" brushRef="#br0" timeOffset="207">22764 14870 7672,'-37'18'0,"4"-4"1534,-1 3 1,6-2-704,-6 1 0,-4 5 92,-8 8 1,-2-1-787,-1 5 1,-5-2-118,0 2 1,-5 3 54,1-3 1,3-1-2045,1 1 0,2-5 1969,-2 1 0,-3 2 0,-5 1 0</inkml:trace>
  <inkml:trace contextRef="#ctx0" brushRef="#br0" timeOffset="208">7654 17537 8125,'-12'0'565,"5"0"0,-3-1-304,6-4 1,0 3 124,4-7 0,0 5-64,0-4 0,5-2 126,4-6 0,6 1-29,1-6 0,5 6-11,-4-2 0,5-1-292,-2 2 1,0-1 34,0 5 1,-5-1-166,2 1 0,1 4 88,-2 0 1,1 5-35,-5-1 1,-3 2 60,-1 2 0,-1 10-307,1 2 0,3 5 107,-3-1 1,-1 9 93,2 8 1,-5 0 129,4 5 1,-5-4-52,1 7 0,1 3-119,0 2 0,-1 2 69,-4 2 0,0-5-307,0 1 0,0-6 145,0 1 1,0-12-121,0-4 0,5-10-151,3-3 1,9-8-224,4-12 0,2-6-506,2-10 0,1-8 548,3-5 0,-1-1-1535,5-3 2125,-6-3 0,8 4 0,-6-5 0,-2-2 0,-1-1 0</inkml:trace>
  <inkml:trace contextRef="#ctx0" brushRef="#br0" timeOffset="209">8398 17264 7684,'-13'0'589,"-4"0"0,2 0-148,-6 0 0,5 6 217,-5 2 0,0 4-221,-3 5 0,-3 2-32,-2 6 0,-2 5-81,-6 3 1,-1 3-130,1 1 0,-4 5-428,-1-1 1,17-16 0,-1 0 258,-23 20 0,1 6-747,2-5 0,1 2 441,-5 1 1,0 0-1092,1-4 1,9 1 1370,2-9 0,7 4 0,-4-6 0,4 0 0,9-3 0,8-4 0</inkml:trace>
  <inkml:trace contextRef="#ctx0" brushRef="#br0" timeOffset="210">6823 17624 7684,'-12'-18'325,"-1"-3"0,2 2-18,3-2 1,-3 6 363,3-2 1,-3 9-84,-2 4 1,1 4-218,-1 4 1,-3 9-83,-1 7 0,-3 9-82,3 4 1,-5 9 248,1 3 0,3 3-203,2 2 1,2-5-273,2 1 0,1-6 26,2 1 0,4-9-165,5-7 0,11-12-272,5-8 1,2-4 249,3-1 0,0-7-214,3-5 1,1-1 148,0-3 1,-4-4 66,-1 0 0,-3 1 2,4-2 1,-6 4 270,1-3 0,-2 3 55,-1-4 0,-5 8 59,0 0 1,-5 1 156,1 4-227,3 2 162,-6 1 0,5 10-64,-6 3 1,0 8 4,0 0 0,0 10-5,0-1 0,0 4 125,0 0 0,0 3-212,0 5 1,0 1-125,0 4 1,0-2-129,0 5 0,0 1 74,0 3 1,0 1-329,0-1 1,-2 1 239,-2 0 1,-3 2-20,-5-2 0,0 1 75,-1-10 1,1-4 1,-1-4 1,-3-5 139,-1 1 1,1-9 198,3-3 0,1-3 237,-1-2 1,1-4-235,0 1 1,3-7 587,1 3-384,0-4 1,-5-2-325,1-4 0,0-1-18,-1-7 0,1 1-93,-1-1 1,-3-5 64,-1-2 0,5-4-144,4 0 1,-1-5-346,-3 0 0,1-6 184,3 2 0,-2-3-156,6-1 0,0 5 128,4 3 1,0-1 186,0 1 1,7 2-89,5 6 1,2-1 381,7 5 0,-1 1-127,5 3 1,4 5-18,0 0 1,4 1-264,-4-1 0,4-3 96,-4 2 1,4 4-452,-4 1 0,0-2 209,-4 2 0,-6 0-731,-2 4 0,-4 0-219,0 0-1321,-6 0 1449,-2 0 1109,-5 6 0,-11 0 0,-3 7 0</inkml:trace>
  <inkml:trace contextRef="#ctx0" brushRef="#br0" timeOffset="211">7083 17797 7684,'13'-5'-462,"-1"3"493,1-2 0,-1 3 194,0 1 1,-3 0 164,-1 0-144,0 5 0,5 2-8,-1 6 1,-5-5 12,-3 0 0,2-4 4,-2 5 1,0-5 425,-4 4-459,0-5 128,0 8-390,0-4 1,-1 4 100,-4-3 1,3-1-196,-7-3 1,5-3-67,-4 4-81,0-4 264,-5-1 1,2-6 28,3-2 0,1-3 29,3-1 0,3-1-27,-4 1 1,4 0-89,1-1 0,0 5 118,0 0-91,0 5 160,0-3-59,0 6 0,1 0 61,4 0 1,-4 2-109,3 2 0,-3-1 98,-1 5-65,0 0 0,0 0-80,0 1 137,0-7-403,0 4 16,0-6-14,-5 0 287,4 0 10,-10 0 87,9 0-178,-3 0 253,5 0 1,5 0-29,3 0 1,3 1-2,2 3 0,-1-2-91,1 2 1,-1 2-3,1-2 1,-5 4-174,0-4 124,-5 6-81,8-3 0,-11 5 98,0 0 0,-2-5-83,-6-3 0,0 2 58,-4-2 0,3 0 25,1-4 0,0 0 28,-5 0 0,5 0 112,0 0 1,4-4-98,-5 0 1,5-10 15,-4 2 1,5-8-32,-1 4 1,3-5 4,1 5 0,4-1 16,0 5 1,4-1-3,-4 1 0,6 5 48,-2 3 1,3 3 68,2 1 10,-1 0 1,-1 1-20,-3 3 0,2 3-81,-6 5 0,0 1-258,-4-1 150,0 1 0,-1-1-176,-3 0 0,1-3 76,-5-1 0,4-5-4,-5 1 0,5-3-73,-4-1-148,5 0 366,-8 0 0,10-5-59,-3-4 0,2-2 110,2-1 0,0 0-60,0-1 1,6 1 267,2-1 1,-1 5-99,1 0 0,1 5-30,3-1 0,0 3-74,1 1 0,-5 1 27,0 3 0,-5-1-85,1 5 0,-2 0-107,-2 5 1,0-1-27,0 1 1,-2-2 80,-2-3 0,1 3-313,-5-3 201,0-2 1,-5 3 109,1-5 1,4 1 13,-1-5 0,5-2 5,-4-2 1,4 1 99,-4-5 1,5 0-116,-1-5 0,2 1 183,2 0 1,0-1-85,0 1 1,2-1 248,2 1 0,3 4-103,5-1 1,1 3 70,-1-3 0,0 4 82,1 5-371,-1 0-56,1 0 1,-2 5 134,-3 4 0,-3-3-443,-5 3 0,0-5 161,0 4 1,0-4-509,0 5 0,0-5 297,0 4 1,-1-1-545,-3 1 0,2-1 73,-2-3 901,3 3 0,-5 5 0,0 1 0</inkml:trace>
  <inkml:trace contextRef="#ctx0" brushRef="#br0" timeOffset="212">9006 17624 9715,'13'0'863,"5"4"-572,2 0 1,4 4-52,1-4 0,1 5-21,3-5 1,2 0-165,7-4 1,-1 0-109,0 0 1,3 0-197,-3 0 1,6 0-192,-10 0 0,0-1-535,-8-4 0,0 4-752,0-3 1727,-6 3 0,-1-5 0,-6-1 0</inkml:trace>
  <inkml:trace contextRef="#ctx0" brushRef="#br0" timeOffset="213">9068 17946 7684,'-12'0'641,"-6"6"166,4-5 0,3 5 290,11-6 0,6 0-538,6 0 0,7 0 89,6 0 1,6 0-224,6 0 1,0 0-74,0 0 1,2 0-258,2 0 1,-1 0-167,6 0 0,-2 0-137,1 0 1,-1 1-367,-2 3 0,-4-1-798,4 5 1,-5-4 613,-4 5 1,1-5 757,-5 4 0,0 0 0,-4 5 0</inkml:trace>
  <inkml:trace contextRef="#ctx0" brushRef="#br0" timeOffset="214">10483 17475 7748,'-13'-12'225,"-1"5"57,-2 2 0,2 0-56,-3 1 0,0 0 219,0 4 1,-5 0 71,1 0 1,-4 7-114,-3 5 1,1 2-360,-2 6 1,3 2 103,1 7 1,6-2-151,3 2 1,3-5-48,5-3 0,2-3-42,6-6 0,7-5 199,6-3 1,0-2-2,8-2 1,0-2-91,4-2 0,-1-7 50,1-5 1,0-5-166,0 4 1,0-5 111,-1 2 1,-4 2-267,-4 1 1,2-1 61,-1 2 1,-1 3 152,-3 5 1,-5 5 107,0-1 1,-5 8 194,1 5 1,-2 9-189,-2 6-27,0 1 1,-5 11-1,0-3 404,-2 3 1,3 3 2,-4 2-301,-1-3 0,1 11 0,0-4-38,-2 3 1,3 2-235,-1 0 100,0 5 1,-5 0 0,2 3-186,3-5 1,-3 3-1298,3-3 1391,2 1 0,-3-6 0,4-4 44,3-6 1,-4-8-7,2-9 110,0 2 1,4-9 135,0 2 1,-6-6 11,-2-2-159,-3-5 1,-5 7 0,-2-6 616,-2-1 0,4 2-736,-5-1 63,6 0 1,-7-4 0,5-1-21,2-3 0,-3-4 64,2-9-71,-1 3 0,5-13 0,-1 0-78,1-3 0,4 1-237,-1-4 250,7 0 1,-4-3 0,6 2-132,0 1 0,0 9-38,0 0 155,0 1 0,2 4 0,2 3-358,4 2 1,3 1 1,1 1 153,1 5 0,3-2 1,2 3-414,2-1 0,0 3 746,5-4 0,0-1 0,0-3 0</inkml:trace>
  <inkml:trace contextRef="#ctx0" brushRef="#br0" timeOffset="215">10966 17425 7800,'-7'0'1555,"2"0"-387,5 0 744,0 0-1870,5 0 1,-2 0-27,5 0 0,1 0-58,3 0 1,2 0 62,2 0 1,0 0-146,4 0 1,2 0-68,7 0 0,-2 0 48,1 0 1,-1 2 226,-3 2 1,1 4-104,0 9 1,-6 3 265,-2 9 0,-5 3 39,-3 5 0,-3 6 35,-1 2 0,-4-1-142,3 2 1,-2-2-13,-2 1 0,0 2-197,0-5 0,0-1 57,0-4 1,0-5-102,0-3 1,1-8 1,3-5-64,3-2 1,5-7-234,1-3 1,-1-3-294,1-1 1,-1-7-35,0-5 1,5 0-508,-1-5 1,5-2 1202,-4-2 0,5-2 0,-3-2 0</inkml:trace>
  <inkml:trace contextRef="#ctx0" brushRef="#br0" timeOffset="216">11735 17438 7849,'-12'0'946,"0"1"-609,-1 3 0,-3-1-1,-1 5 1,-5 6 193,1 7 1,-12 8-267,-4 4 0,-4 3-63,-1 1 1,-2 5-402,-5 4 1,22-22 0,0 0 225,0 1 1,0 0-1,0-2 1,0-1-439,-22 24 0,5-6 47,2 1 0,1-5-185,4-7 0,4-2 114,12-10 0,3-1 97,6-3 1,-5-1-93,1 1 0,-1-1 69,5 0 1,1 1 104,2-1 0,-2 5 535,3-1 0,-2-3-278,2-5 0,-3 0 0,4 5 0</inkml:trace>
  <inkml:trace contextRef="#ctx0" brushRef="#br0" timeOffset="217">17392 12092 8132,'-5'-7'548,"3"-4"1,-3 9 375,5-7-333,0 7-310,0-4 0,0 7 87,0 4 1,0 1-115,0 7 1,0 5 111,0 2 1,0 5-112,0 4 0,0 0 16,0 8 0,0-2-31,0 6 0,0 3-119,0 2 1,0 3-234,0 5 0,-1-2-83,-4 6 0,4-4-2,-3 4 0,-2-6 123,2 2 1,0-4-75,4-5 0,-1 2 58,-3-6 0,2 1 106,-2-5 1,1-4 33,-1 0 1,3-5 0,-3 1 0,2-3 1,2-1 1,-1-2-28,-3-2 1,2 1 195,-2-6 1,3 6-175,1-1 0,0-2-190,0 2 1,0-5 106,0 5 0,0-6-98,0 2 0,0 1 42,0-2 0,0 1 29,0-5 0,0 1 16,0-1 0,0 0-5,0 1 1,0-1 144,0 1-132,0-1 0,0 0 113,0 1-112,0-6-140,0 4 181,5-4 0,-2-1-5,5-1 8,-5-4-49,8-1 213,-4 0-197,6 0 421,-1 0-247,0 0 1,1 0 76,-1 0 1,1 0-31,-1 0 1,0 0-42,1 0 0,5 0-99,2 0 1,4 0 52,1 0 0,1 0-60,3 0 1,1-1 53,3-4 0,3 4-192,-3-3 0,3 1 99,1-1 0,4 3-71,1-3 1,-1 2 4,-4 2 0,2 2 32,2 2 1,-2-3 81,2 3 1,-2-2-51,-2-2 0,0 0 80,1 0 0,3 0-67,0 0 1,5 0 80,-5 0 1,7 0-59,2 0 0,-5 0-57,5 0 1,-3 0 69,3 0 1,1 0 4,2 0 0,-6 4-122,3 0 1,-2 6 106,6-2 0,-2-1-24,6 1 1,-1-5-228,0 1 0,4 1 256,-3-1 0,4 1-26,4-5 1,-2 0 290,2 0 1,-8 0-148,-5 0 0,4 0-296,1 0 0,-3 0-43,-1 0 0,-2 0 77,2 0 0,-2 0 3,6 0 1,-6-2 75,2-2 0,-7-1-87,-1-4 0,-1-2-14,5 3 1,-5-3-54,1-1 1,-5-1 118,4 1 0,-5-1 16,2 1 0,-5 4 74,-4-1 0,-1 3 1484,-3-3 1,-3 2-949,3 3 0,-7 3-108,-1-3 0,-1 1-329,5-1 0,-4 2 31,-1-2 0,0 2 12,0-3 0,0 4 7,-4-3 1,-2-2 113,3 2 0,-4-4 115,0 4 1,-5-4 324,0 3 508,1-4-373,-3 2-305,6-5 1,-11 3-176,3 1 0,-3 4-297,-1-4 1,0 3 98,0-3 1,-1 4-169,-3-4 0,3 0-240,-4-5 0,4 1 225,1-1 0,0-3-638,0-1 1,0-5 297,0 2 1,0-9-514,0-4 0,6-5 332,2-3 0,-1-3-490,1-6 0,4-1 162,5-2 0,-1 0 251,-3-5 1,-1 6-149,1-2-1,-5 3 250,0 2 0,-1 0 90,1 4 1,-2 2 149,-6 6 0,0 1 99,0 3 1,0 0-57,0 8 0,0-1 205,0 9 0,0-3 2,0 3 264,0 1-80,0 3-56,0 6 0,-4 1-104,0 1-95,-1 4-269,5-4 174,0 5 102,-5 0 43,4 0 1,-6 0 15,3 0 1,1 0 62,-5 0 1,-1 0-116,-3 0 1,-2 0 68,-2 0 0,0 0-32,-4 0 0,-2 0 62,-7 0 1,-4-2-44,-9-2 0,-2 3-1,-5-4 1,-8 0-374,-5 1 1,-6-2 353,31 4 1,0 0 0,-1 1 0,0-1-89,-1-2 0,0 0 0,-2 2 0,-1 0 57,-3-2 0,-1 0 0,3 0 0,0 0-333,-2-3 1,0 1 0,1 2 0,1 0 298,-5 0 1,1 0-1,-1 0 1,-1-1-25,-3-1 0,1 0 1,2 0-1,1-1 38,-1 1 0,-1 0 0,-1 0 0,0 1-207,-2 1 1,-2 0 0,-1-1 0,-1 0 269,-2 3 1,-1 0 0,2 0 0,0 0-247,-4 1 1,0 2 0,3 1 0,1 1 404,-2 1 0,0 1 1,-1 0-1,0 1-61,-3 0 1,0 0-1,4 2 1,0 1 19,0-2 1,0 2 0,5 2 0,1 0-49,2 0 0,1-1 0,1-1 0,1 0-30,1-1 1,1 0 0,6-1-1,2-1 30,-27 2 1,8 2 332,8-6 0,5 0-424,-1-4 0,7 0 62,2 0 1,7 0 681,9 0-755,-2 0 0,10-1 852,1-4-1280,5 4-275,7-4 1,0 6 105,0 3 1,6-1-293,2 5 0,3-5 920,1 1 0,6 3 0,2 0 0</inkml:trace>
  <inkml:trace contextRef="#ctx0" brushRef="#br0" timeOffset="218">18211 11075 8132,'4'-33'0,"0"0"0,5 4 528,-5-4 0,0 4-64,-4-4 0,0 4 98,0-4 1,-7 1-66,-5-1 0,-2 7-177,-7 5 0,-1 8-20,-7 0 0,3 6-60,-3 7 0,-4 7 142,-4 6 1,-2 5-86,-6 6 0,-1 7 45,-3 2 0,-1 4-355,0 4 1,1 5 182,23-20 0,2 2 0,-20 23 69,3 2 1,2 4 15,2 1 0,5 0-1,3 4 1,10-9-15,6 5 0,13-11 14,13-6 1,6-6-147,10-2 0,3-6 238,5 2 0,0-7-40,0-1 0,-2-10-94,2 2 1,-7-9-480,8 0 0,-8-3 274,3-1 0,0-1-1319,4-3 0,-5-3 956,-3-6 0,-3-3-858,-1-1 1,-6 1 450,-2 3 1,-9 1-996,-4 0 1,-2 3 256,-2 1 1501,-11 5 0,-3-8 0,-11 4 0</inkml:trace>
  <inkml:trace contextRef="#ctx0" brushRef="#br0" timeOffset="219">17628 11472 8132,'-5'-7'687,"3"-4"-137,-3 4 0,6-4 197,3 3 1,4 3 424,9 5 0,4-2-508,8-2 0,2 3-506,6-3 0,1 2 40,-1 2 0,2 0-1365,2 0 0,-3 0 760,4 0 1,-8 0-1462,-1 0 1,-6 0 1867,-3 0 0,1 0 0,-6 0 0</inkml:trace>
  <inkml:trace contextRef="#ctx0" brushRef="#br0" timeOffset="220">18112 11423 8132,'-6'12'191,"-1"0"31,-5 1 1,0 5 381,-1 2 1,2 0 866,3 0 1,-3 1-667,3 4 1,-3 4-87,-2 0 1,1 1-270,-1-1 0,-3 1-1177,-1 3 1,2 3 498,7-3 1,-2-7-1403,6-1 0,1-4 438,7 0 1192,9-4 0,6-10 0,6-1 0</inkml:trace>
  <inkml:trace contextRef="#ctx0" brushRef="#br0" timeOffset="221">18546 11547 7968,'12'0'1609,"1"0"-1067,-1 0 0,2 0 530,3 0 1,2 1-630,6 3 0,-1 2-477,1 2 0,0 3-855,0-3 0,1 3 643,3 2 0,-7-1-518,3 0 1,-9 1 259,1-1 504,-3 1 0,-2 5 0,1 1 0</inkml:trace>
  <inkml:trace contextRef="#ctx0" brushRef="#br0" timeOffset="222">18348 11745 7968,'-9'0'1646,"1"0"1,5-1-36,-1-3 0,4 2-823,4-2 0,5 4 272,7 4 0,3-1-461,6 5 1,4 0-354,0 5 1,6-1-24,-2 1 1,4 0-874,4 4 1,-1-2-125,6 6 0,-6-5-495,1 5 1,-2-2-949,-2 2 0,-6 7 273,-2-4 1944,-8 4 0,-3-3 0,-6-1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2:32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22698 1698 1172 0,'0'0'9304'15,"0"0"-7643"-15,0 0-613 0,0 0-20 16,0 0 84-16,0 0-188 0,0 0-164 15,0 0-188-15,0 0-252 0,0 7-172 0,0-7-84 0,4 0-56 16,4 0 40-16,0 0 124 0,4 0 16 16,4 0 32-16,0 3-60 0,4-3 60 15,-1 3-72-15,5-3-96 0,1 3 32 0,3 0-84 16,0 0-8-16,7-3 8 16,-3 0-12-16,8 4 12 0,0-4-100 15,4 3 100-15,-1-3 76 16,5 0-76-16,-4 3-64 15,4 0-68 1,-1 1 84-16,1-2 44 0,5 3-4 0,3-3 0 0,2 1 4 16,-2-3-80-16,4 3 72 0,0-3 12 0,0 4 8 15,-4-4-4-15,0 0-4 0,-9 0-8 16,1 2 8-16,-4 2-4 0,0-4-44 0,-4 3 44 16,-1 1-76-16,6 1-80 0,-6-2 160 0,5 1 24 15,4 3-24-15,-1-4-8 0,1 0-84 16,1-1 88-16,-2-2 4 0,1 4-48 15,-5-2 0-15,6 3 40 0,-6-3-56 16,5 2 4-16,0-1-52 0,0 2 104 0,3 0-40 16,-3-3 36-16,8 2-52 0,-5-4-8 15,5 0 72 1,0 0 0-16,0 0 4 0,0 0 52 16,-5 0-56-16,1 0-12 0,1 0 12 0,-6 0-64 15,1 0 56-15,-4 0 16 16,0 0 0-16,-1 0-8 0,2 3-64 0,-6 0 16 15,5 0 40-15,-4 0-104 0,4 1 112 16,-1-1-12-16,1 0-52 0,0-3 56 16,4 0 8-16,3 0 0 0,-3 0 0 0,1 0 112 15,-2 0 24-15,1 0-72 16,-8-3-60-16,-1 3-4 0,2 0 0 16,-2 0-88-16,1 0 88 0,0 0 8 0,4 0 68 15,-1 0-40-15,6 0 24 0,-2 0-60 16,1 0 8-16,0 0 52 0,-8 0-56 15,3 0 116-15,-2 0-120 0,2 0 48 0,-7-3 24 0,8 3-64 0,-4 0 100 16,3 0-108-16,6 0-8 16,-6 0 8-16,5 0 0 0,0 0 4 0,0 3-4 15,-1 0 88-15,-3 0-40 0,0 3 0 0,-4 1-44 16,0-1 156-16,-4-2-60 16,-1 1 24-16,-3 2-52 0,0-4-12 15,0 0-8-15,0 1 8 16,-4-4-56-16,0 3 84 15,4-3-40-15,-1 0-40 0,1 0-4 0,0-3 80 16,4-1-8-16,0 1-72 0,0 0 4 16,0 0 4-16,0 3-12 15,-1-4 0-15,-7 4-76 0,0 0 64 0,-4 0 12 16,-8 0 60-16,0 4 208 0,-4-1-144 16,0 0-52-16,-4 0-12 0,0 1 16 0,-1-1 20 0,-2 0-36 15,3-3-60-15,-8 0 0 0,4 0-60 16,0 0 60-16,-4 0-12 0,0 0-136 0,-8 0-440 15,0 0-392-15,-8 0-1204 16,0 0-3092-16,-20 0-5325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4T04:41:22.2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2791 719 7968,'0'-12'386,"0"0"180,0-1 0,0 5 618,0 0-439,0-1-344,0 2 1,0 3-1,0 8 1,0 6-39,0 11-138,0-1 0,4 22-127,0-1 1,6 13 0,-2 8 80,3 7 1,-3-30 0,1 0-493,-1 2 1,1 1 0,0 3-1,-1 1 336,1 1 0,-1 1 1,-1-1-1,1 1-118,2 2 1,1-1-1,-3-6 1,-1 0-80,1 1 1,1-1-1,4 24-30,0-9 0,-1-8 306,1-9 1,-5-8 0,0-15-110,2-6 0,1-8 157,1 1 0,5-5 527,-1-5-425,1-1 0,1-16 427,2-3 1,4-10-554,1-2-16,-1 0 0,1-13-156,0 1 0,-3-8 0,0-8-91,0-1 0,-9 31 0,-1-1-37,-3 1 1,-1-1 0,2 0-1,0-1 98,-1 0 1,-1 0 0,0 1-1,-1 0-50,1-30 1,2 7-104,-6 13 0,0 5-128,-4 8 1,0 4-726,0 8 153,0 9 1,-1 6-1,-3 6 233,-5 0 0,-6 7 696,-1 6 0,-12 5 0,2 6 0</inkml:trace>
  <inkml:trace contextRef="#ctx0" brushRef="#br0" timeOffset="1">2915 1389 9868,'6'-8'1201,"2"0"1,9 3-830,3-3 0,9 4-154,4-4 0,3 1-913,1-1 0,1-2 519,-1 6 1,0 0-1523,0 4 0,-1 0 1698,-3 0 0,-3 0 0,-5 0 0</inkml:trace>
  <inkml:trace contextRef="#ctx0" brushRef="#br0" timeOffset="2">5471 918 7968,'7'-13'351,"-3"1"1,-3 0-68,-1-1 1,0 5 803,0 0-555,0 5 1,-1-7 405,-3 6-658,-3 0 1,-2 5 185,1 3-193,0 3 0,-3 6 33,3-1 0,-3 6-109,2 3 1,0 2 0,-1 3 3,2 3 0,0 3 21,-5 5 1,1 2-247,-1 2 1,-3 3-208,-1 6 0,-5 6-160,2 6 1,0 2 319,10-30 1,0 2 0,0 1 0,0 0 30,0 3 1,0-1 0,-2-2-1,2 0 23,1-1 1,1-1 0,-1 0 0,1 0-1,2 3 1,0 0 0,0 1 1,0 0 0,1-3 0,1-1-13,0 0 1,0 0 0,1 34 41,-1-3-20,3 0 0,1-1 52,0-3 0,0 3 8,0-8 1,1 5-80,3 5 1,-1-31 0,0 1-17,1 2 1,0 0-23,2 3 0,-1 0 0,-3 1 1,-1 1 45,3 3 1,0 1-1,0 2 1,-1-1-1,2 2 1,0-1-236,-1 0 1,0-1 0,0 0 0,2 0 94,2-3 1,0-1-1,-1-1 1,1 0-150,2 2 0,1-1 0,-1 1 1,1-1-219,1-1 1,0-1 0,1-3 0,-1 0 136,0-4 1,1-2 0,12 27-548,0 1 0,-2-20 933,-2-4 0,2-9 0,-5-7 0,-3-6 0,-4-5 0</inkml:trace>
  <inkml:trace contextRef="#ctx0" brushRef="#br0" timeOffset="3">6103 856 7968,'-6'-6'553,"-4"3"-327,6-5 0,-5 4-1,5-4 1,-1 4 1215,1-5-441,2 7-613,-3-4-220,5 6 1,0 7 6,0 5 0,0 6-126,0 7 0,0 5-803,0 4 582,0 1 0,0 4-363,0 2 0,0 2 293,0 3 1,-2 6-2165,-2-3 2086,-3 9 1,-11-1 0,-1 5 0</inkml:trace>
  <inkml:trace contextRef="#ctx0" brushRef="#br0" timeOffset="4">5793 2121 7968,'6'-24'-83,"2"4"1,3-4 82,2 4 0,0 2 689,4 1 0,2 5-130,6 3 1,-2 0-87,-2 5 0,2 0-201,-2 4 1,-3 6 118,-1 7-301,2-1 1,-7 8-60,1-4 1,-2 3-139,-7 6 1,0 0 87,-4 0-27,0 0 1,-5-5 103,-4 1 1,-3 0-1,-3 3-152,-2 1 1,-5-5-74,1-4 1,2-2 119,-2-2 0,2-3-35,-2-1 0,4-5 76,4 1 0,1-8-52,-1-5 1,2-3 49,3-5 0,-2-2-30,6-6 1,0 0-56,4 1 0,0-1 0,1 0-64,4 0 1,2 6-482,5 2 0,0 4 211,1 0 0,5 6-1189,2 3 1616,-2 3 0,0 6 0,-5 2 0</inkml:trace>
  <inkml:trace contextRef="#ctx0" brushRef="#br0" timeOffset="5">5942 2902 7968,'0'8'1755,"0"1"-1420,0-7 168,0 9-280,0-4 0,0 6 0,0-1 1,2-4 279,2 1-241,3-1 1,5 4 78,0 1 0,-3 1-1221,-1 2 1,-4 2 93,4 3 0,-5 3-376,1 1 1,-2 0 621,-2 4 1,-2 3 539,-2 1 0,-8 8 0,-8 3 0</inkml:trace>
  <inkml:trace contextRef="#ctx0" brushRef="#br0" timeOffset="6">5955 3746 7782,'-6'8'476,"-2"0"1,-2 0-154,2 5 1,-2-1-315,6 1 1,0-1-192,4 0 0,0 1-296,0-1 1,0 1-860,0-1 1337,5 6 0,-3 1 0,3 6 0</inkml:trace>
  <inkml:trace contextRef="#ctx0" brushRef="#br0" timeOffset="7">5930 4341 7734,'0'-13'933,"0"1"229,0 0 0,4-5-246,0 1 0,6 3-414,-2 5 0,7 1-444,2-1 0,3 2 4,-3 6 1,4 0-272,-5 0 0,2 7 228,-1 5 1,-4 2 38,4 7 0,-7 0 207,-2 3 0,-5-3-45,1 0 0,-3-1 328,-1 5 1,-1-4-219,-3 0 0,-3-6-341,-6 1 0,1-2 130,-1-2 0,-4-1-538,-4-2 0,2 0 304,-2-4 0,0-1-550,-4-4 0,2-6-18,2-2 0,-2-9-279,2-3 1,2-9 87,-2-4 1,7-9 366,2-3 1,0-10 227,3-7 1,4 26-1,-1-1 1,0-4-1,0 0 1</inkml:trace>
  <inkml:trace contextRef="#ctx0" brushRef="#br0" timeOffset="8">6959 695 7671,'6'20'-31,"2"1"0,-1 4 737,1 4 1,1 5 33,3-1-388,0 8 0,2 9 60,3 8 1,2 9-620,-7-30 0,1 1 0,0 2 1,0 1 279,2 4 0,-1 1 0,-1 3 0,0 1-94,2 4 0,-1 0 93,-3-2 1,-1 1 0,-3 0 0,-2 0-76,-2-1 1,-2-1 0,0-1 0,0 1 0,-2 1 0,0 0 111,0 1 1,-2-1-1,0-3 1,-1-1 44,-2 1 1,0 1 0,0-3-1,0 1 311,-1-1 1,1 1-283,3 1 0,-1 0 0,-1-3 1,-1 0-95,2 2 1,0-1-1,1-1 1,-1-1 7,0-3 0,0-1 0,0 1 0,-1 0-107,0-3 0,-2 0 0,1 2 0,0 0 0,0-4 0,1-1-291,-4 29 1,-2-3-428,3-9 1,-4 8 403,-5 1 1,2 0 0,5-28 0,-1 0-47,1-1 0,-2 1 0,0 0 0,-1 1-14,-1 2 1,-1 0 0,2 0 0,0-1 209,-1 0 1,-1-1-1,0-2 1,0 0-116,-14 25 0,2-5-50,6-7 1,-3-9 338,4-8 0,0-6 0,3-3 0,3-4 0,4 1 0</inkml:trace>
  <inkml:trace contextRef="#ctx0" brushRef="#br0" timeOffset="9">3746 2518 7653,'-8'0'208,"0"0"0,5-2 2,-1-2 0,-2 1 5,2-5 1,0 0 17,4-5-89,0 1 0,6-2 54,2-2 0,7-4 102,2-4-190,5-1 1,-7 0 47,6 0 1,-6 6-56,1 2 0,2 4 0,-1 2 69,-2 2 0,0 4-200,2 5 1,-6 0-19,5 0 0,-6 7-1,2 5 1,1 2-5,-5 7 0,3-1 73,1 5 1,-3 4-68,-1 0 0,-1 5 70,1-1 0,-2 9-213,-6 3 0,0 5 0,0 2-292,0 2 1,-6 5 230,-2-1 1,-2-4 104,2-5 1,-2-7-32,6-13-179,0-6 1,5-12-183,3-3 1,3-8 194,6-8 0,3-10 341,1-7 0,10-5 0,0-7 0</inkml:trace>
  <inkml:trace contextRef="#ctx0" brushRef="#br0" timeOffset="10">4230 2307 7653,'-12'7'164,"-1"-2"0,1 1-65,0 2 0,-1 0 621,1 5 0,-5 2-261,1 10 0,-6 9-225,1 3 1,-7 10-286,-1 3 0,-5 1-133,1 7 0,-2 2-285,2 2 1,3-2 259,5-11 1,2-1-110,2-2 0,-1 1-270,6-6 0,0-1 0,8-8 48,4-7 1,-2-2 539,2-7 0,-4 0 0,4-8 0,0-3 0</inkml:trace>
  <inkml:trace contextRef="#ctx0" brushRef="#br0" timeOffset="11">4267 2915 7653,'20'0'188,"3"0"1,-8 0 132,6 0 0,-4 1 176,3 3 0,-5-1-211,2 5 0,-5 4 25,-3 5 0,-2 1 1,-3-2-180,-3 4 0,3 5-86,-8-1 1,-3 1 0,-7 0 173,-2 0 0,1-5-180,-6 1 0,2-10 113,-2 2 1,2-5-261,2 0 0,3-2-34,-2-6 1,2-6-108,2-2 0,-1-9 0,1-3 0,4-4 136,-1-1 1,7-1-1,-3-1-468,4-2 1,1-4-47,0 4 0,0-2-201,0 2 0,1 3 827,4-3 0,7-8 0,7-1 0</inkml:trace>
  <inkml:trace contextRef="#ctx0" brushRef="#br0" timeOffset="12">4491 2505 10466,'12'-8'1410,"1"0"0,6 4-1343,6-5 1,1 5-872,7-4 0,-1 5 0,2-1 466,-1 3 0,-5 2-2054,1 3 2392,-14 3 0,1 11 0,-9 1 0</inkml:trace>
  <inkml:trace contextRef="#ctx0" brushRef="#br0" timeOffset="13">4491 2753 10415,'25'-5'1089,"1"2"-567,3-5-1269,8 0 0,13-5 543,7 1 1,4-1-524,1 1 1,6 0 0,1-1 0</inkml:trace>
  <inkml:trace contextRef="#ctx0" brushRef="#br0" timeOffset="14">9217 2009 7641,'-8'2'447,"0"2"0,5 4-64,-1 8-240,2 4 0,2 6 197,0 3 0,0 4-106,0 8 1,2 2-1,2 3-218,4-5 1,-1-4-191,1-4 0,-1-3 209,1-5 0,4-10-64,-4-2 1,3-9-138,1 0 0,2-8-164,3-4 0,-2-9-83,5-4 0,-3-2 1,2-3 49,-1-3 1,-1 3-128,-5-3 390,0 3 1,1-2 155,-1 3-92,-5-2 0,0 9 346,-3-3 0,-2 7-128,2 6 49,-3 5 0,-1 3 53,0 9 0,0 6 170,0 1 0,0 10-80,0-1 0,0 7-133,0-3 1,0 7 0,0 1-167,0 7 1,0 6-153,0 3 0,0 4-329,0 5 1,-1 0 319,-3 0 1,1-6-73,-5-2 271,-1-3 0,2-7 88,3-2 0,-1-7 45,1-6 0,-1-5 618,5-12-424,-5 1-21,4-1-384,-5-5 112,1-2 1,-2-6 0,-6-3-11,1-4 0,-1-3-282,1-2 0,0-5-17,-1-2 1,-3-4-741,-1-1 0,-1-1 414,2-3 0,2-2-677,-3-7 1,4 1 151,0 0 1013,6 0 0,-4 0 0,4-1 0</inkml:trace>
  <inkml:trace contextRef="#ctx0" brushRef="#br0" timeOffset="15">9738 2270 7641,'13'0'768,"-1"0"1,0 0 88,1 0 256,5 0 0,-3 0-497,6 0 1,-6 0-381,1 0 0,4 0-1013,0 0 0,4 0 522,1 0 0,-1 0-1613,1 0 1,-1 1 1867,-4 3 0,4 3 0,-5 5 0</inkml:trace>
  <inkml:trace contextRef="#ctx0" brushRef="#br0" timeOffset="16">9775 2555 7641,'-19'0'764,"1"5"1,6-3-288,-1 2 0,8-3 423,5-1 0,7 0 23,9 0 0,5-1-429,8-3 1,4-3-732,8-6 1,8 1 232,4 0 1,7-1 0,-2 1-1525,2-1 0,2 1-1041,0 0 2569,0 5 0,-5-4 0,-2 4 0</inkml:trace>
  <inkml:trace contextRef="#ctx0" brushRef="#br0" timeOffset="17">11450 918 7641,'-8'-11'324,"0"2"1,-1 0 66,-3 5-194,0 0 0,-2 4 0,-1 1 153,-2 3 1,-4 4 378,5 9-306,-6 8 0,2 12 172,-4 8 0,-1 15-650,12-28 1,1 2 0,0 5 0,1 2 400,0 3 0,1 3-251,0 1 1,2 3 0,1 6 0,2 2 0,-1-1-1,1-1-49,0 0 0,1 1 25,-2 1 1,1 0-1,4-2 1,1-1-32,-2 2 1,0 0 0,1 2-1,0 0 1,1-1 0,0-1-44,0-1 0,0-1 0,0-3 0,0 0 39,0 1 1,0 0-1,3-3 1,0 1-188,0 2 0,2-1 0,3-6 0,2-1-43,2 0 0,1-1 1,1-5-1,2 0-103,2-1 0,1 0 1,2-3-1,1-1 15,0-1 0,2-2 0,0-6 0,1-1 138,29 16 1,1-15-1,4-15-503,-1-9 1,3-19 395,1-12 1,-31 7-1,-3-3 251,-2-3 0,-2-2 0,1-2 0,0-2 0,-1-3 0,1 0 0,0 0 0,0-1 0</inkml:trace>
  <inkml:trace contextRef="#ctx0" brushRef="#br0" timeOffset="18">12232 806 7641,'-6'-19'0,"3"1"0,-5 6 0,4 3 1875,-4 1-674,5 5 1,-4 9-639,3 10 1,3 8-70,-4 5 0,4 6-123,1 7 1,0 7-327,0-3 1,0 4-113,0-9 1,0-1-189,0-7 1,0 0 45,0-8 1,1-5 0,4-11 139,3-5 0,3-3-571,1-1 0,5-11-43,-1-5 73,6-6 0,-2-5 174,5-1 1,3-4 224,1-5 1,-4 4-76,-4-1 282,-6 7 0,3-3-301,-6 5 936,1 0-92,-6 6 1,-3 13-303,-8 14 1,-3 9 146,-6 8 1,5 5-123,0 3 1,4 3 26,-5 1 0,3 5-142,-3-1 1,0 0-15,5-4 0,-6 3-371,2-2 0,-2 0 187,2-9 1,-3 0 0,2-4-431,-2 0 1,0-6-197,3-2 0,-3-5-1270,3-4 867,2-2 1080,-5-6 0,4-6 0,-5-1 0</inkml:trace>
  <inkml:trace contextRef="#ctx0" brushRef="#br0" timeOffset="19">12666 1277 7912,'0'9'866,"0"-1"0,0-4-483,0 4 1,0 1 59,0 3 1,0 0-120,0 1 0,-4 5-1190,0 2 0,-6 4 492,2 1 0,-3 1-1619,-2 3 1993,6 2 0,-9 7 0,2-1 0</inkml:trace>
  <inkml:trace contextRef="#ctx0" brushRef="#br0" timeOffset="20">12343 1972 7641,'7'5'-28,"-3"4"1,-2-2 27,-2 1 0,0-5 0,0 8 195,0-3 1,1 3-100,3 1 1,-2 1-1075,2-1 978,-3 1 0,-6 5 0,-2 1 0</inkml:trace>
  <inkml:trace contextRef="#ctx0" brushRef="#br0" timeOffset="21">12319 2394 7641,'0'12'-263,"0"0"0,0-3 2220,0-1-1391,0 0 1,0 5-433,0-1 1,0 0 31,0 1 0,0-1-809,0 1 0,1-1-1,3 0 0,-3 5-306,4 0 0,-4 5 950,-1-2 0,4 0 0,0 0 0,0-3 0,-4 3 0,0-4 0,0 2 0,0-6 0,0 2 0,0 2 0,0-6 353,0 2 561,0-2 1,0 2 884,0 1-952,0-6-1076,0 4 1,0-4 205,0 5 1,4 0-1279,1 1 0,-1 1 805,-4 2 0,0-1 496,0 6 0,0 0 0,0 3 0</inkml:trace>
  <inkml:trace contextRef="#ctx0" brushRef="#br0" timeOffset="22">12157 3274 7641,'0'13'0,"0"-1"1093,0 0 1,0-3 396,0-1 1,4 0-794,1 5 0,-1-1-233,-4 0 1,4 1-131,0-1 1,6 1-347,-2-1 1,0-1 73,5-3 1,-4-2-349,8-6 1,-2 0 19,1 0 0,-2-7-162,3-5 1,1-5-169,-2-4 0,1-2 239,-5 2 1,1 2 67,-1-2 1,-4 8-31,1 0 0,-5 2 278,4 7-54,-5-6 1,2 10-108,-5 0 0,4 7 70,0 10 0,1-2 88,-5 6 0,0 1 34,0 7 1,0 2 124,0 6 0,0 1-1,0-1 1,0 4 2077,0 1 0,0 3-1075,0-4 1,-5 5-664,1-5 1,-4-1-543,4-7 0,-6 2-407,2-6 0,-3-2 409,-1-6 1,-1-3-653,1-6 0,-5-5 365,1-3 0,-1-4-826,5-4 0,1-4 507,2-9 1,-2-8-723,3-8 1,3-4 697,0-4 0,5-2 716,5-2 0,2-9 0,5 3 0</inkml:trace>
  <inkml:trace contextRef="#ctx0" brushRef="#br0" timeOffset="23">12703 3361 7641,'13'0'413,"-1"0"1,0 0 394,1 0 1,-5 1 98,0 4 1,-5 7 309,1 9 1,-2 3-287,-2 5 1,0 2-464,0 2 0,0 3-401,0-3 1,0-3 35,0-1 0,0-4-383,0-5 1,1-7 246,3-9 1,3-5-288,5-8 1,2-5 232,3-10 0,-2-5-183,6 0 0,-6 0 23,1 4 0,-2 6 21,-2 2 1,-3 9 249,-1 4-73,-5 2 1,2 13 141,-5 6 1,0 5-67,0 3-236,-5 5 1,2 1 76,-5 2 1,4 1-227,-5-5 0,7 0 0,-4-4-205,0 0-129,5-12 1,-3-2-634,8-11 1,3-11 573,5-5 0,1-13 751,-1-8 0,6-6 0,1-7 0</inkml:trace>
  <inkml:trace contextRef="#ctx0" brushRef="#br0" timeOffset="24">13361 1054 7641,'19'0'0,"-3"0"0,2 4 961,-1 0 0,5 7 276,-1 2 1,2 6-654,2 10 0,0 7-178,-1 5 1,3 12-1831,2 0 1494,-3 7 0,-13-27 1,-1 3-33,-3 0 1,-2 2 0,0 2 0,0 0-82,0 3 0,-2 1 0,-1 4 0,-1 0 82,0 1 0,-2 1 0,0 4 0,0 0-27,-1 0 1,0-1 0,-4 2 0,-2 1-209,0-1 1,0 1-1,-4 0 1,0-2 131,2 1 0,0-2 1,-2-3-1,-1-1-34,3-3 1,0-1 0,-3-1 0,0 0-40,0 0 1,1-1 0,-2 2 0,0 0-1,1-2 1,-1 1-237,2-3 0,-1-1 1,0-1-1,-1-1 237,2-1 0,-1 0 0,0-1 1,-1-1-286,0 0 1,-1 0 0,0 0 0,0 0 100,-2 2 1,1 1 0,0-1-1,0 0 5,-2 0 0,-1 1 0,0-1 0,0 0 315,-3 0 0,-2 0 0,1 1 0,-2-1 0,-2 1 0,-2 1 0,-2 2 0,0 1 0,-3 2 0</inkml:trace>
  <inkml:trace contextRef="#ctx0" brushRef="#br0" timeOffset="25">14527 3721 7624,'12'4'128,"1"0"1,-5 6-1,0-3 151,2-1 1,-3 10-176,1-4 1,-5 9-241,1-1 1,-3 4-79,-1 1 1,0-1 0,0 0-571,0-4 784,6-2 0,6-11 0,7-1 0</inkml:trace>
  <inkml:trace contextRef="#ctx0" brushRef="#br0" timeOffset="26">16127 2170 7624,'-11'-24'0,"3"-1"692,2 6 1,9-4-1,5 7 251,9 1 1,5 2-699,3 5 0,5-3 96,3 3 0,4 2-147,5 2 1,2 3-285,5 1 0,5-2 0,0 0-502,-2-2 340,-1-1 120,-7 0 0,-2 3 107,-9-2 0,0 3 0,-8 1 137,-6 0 1,-4 1-163,-3 3 1,-3 9 47,-1 8 1,-5 3-1,1 7 67,-3 6 1,-1 3 378,0 9-566,0 4 1,-4 14 319,2-32 1,0 1-141,-3 0 1,0 1 0,3 2 0,-1 0 0,-2 2 0,0 0-4,1 1 1,0 1-1,2-4 1,0-1 130,-2 2 1,0-1 0,2-2-1,-1-1 104,-5 26 1,5-3-66,-1-9 1,3-13-60,1-8 0,4-9-362,0-7 1,2-5-1616,-2 0-305,-3-5 219,5 3 1,-12-6 1896,-2 0 0,-14-11 0,-4-3 0</inkml:trace>
  <inkml:trace contextRef="#ctx0" brushRef="#br0" timeOffset="27">16164 2952 7624,'-8'-2'4168,"0"-2"-4004,5 3 0,0-5-164,11 6 0,6 0 0,11 0 0,9 0 0,4 0 0,11-1 0,1-3 0,6 1 966,-2-5 1,-1 1-1,-9-1-2803,-7 4 1,-7 2-1514,-9 2 3350,-9 6 0,-17 6 0,-9 7 0</inkml:trace>
  <inkml:trace contextRef="#ctx0" brushRef="#br0" timeOffset="28">16164 3398 7624,'-12'15'3085,"-1"-2"-2419,6 2 0,2-12 0,6 4 24,3-2 0,6-1-48,11-4 1,1-4-235,11 0 1,6-10-326,6 2-56,9-9 0,-3 7-864,3-2 1,-1-2-2129,-3 1-1280,8 1 4245,-18 3 0,8 1 0,-11 0 0</inkml:trace>
  <inkml:trace contextRef="#ctx0" brushRef="#br0" timeOffset="29">18161 2828 7624,'0'-21'511,"0"0"0,0 5-128,0-5-270,0 1 1,5-5 49,-1 0 0,0 0 0,-4-1 89,0-3 0,0 7-63,0-3 0,-2 9-21,-2-1 0,-3 7 0,-6 4 76,-4 0 0,2 5 40,-6 9-95,6 6-24,-8 10 1,3 7 636,-4 2 0,0 7 0,3 1-356,5-1 1,2 0-246,2 1 0,3-7-620,1-1 0,5-7 220,-1-6 1,4-3 0,6-9-535,6-4 1,8-15-795,8-9 776,4-9 421,0-14 1,4 0 0,-5-4-24,1 2 0,-3 6 301,-8 2 0,1 1-60,-6 7 1,1 7 308,-5 10 0,-5 8 776,-3 12-675,3 6 0,-5 11-7,2-1 144,-3 7 1,-1-4-1,1 5 17,4-2 1,-3-1-152,7-4 1,-1-1-820,4-4 1,1 2-1,1-5 330,2-2 1,-1-3-1027,6-3 552,0 2 337,-2-10 325,4 5 0,-3-1 0,4 2 0</inkml:trace>
  <inkml:trace contextRef="#ctx0" brushRef="#br0" timeOffset="30">19303 2518 7624,'7'-13'198,"2"5"0,-5 0 326,-1-2 0,3 3-107,-2-1 0,1 5 131,-1-1-37,-2 8-249,9 3 1,-10 7-96,3 2 1,2 4-1,-2 6 77,-1 3 1,-2-3-212,-1 3 1,0 1 0,0-1-19,0-1 41,0-2 19,0-1 0,0-6-942,0-2 0,0-4-2185,0 0 2300,0-6 1,0-3 751,0-8 0,-5-3 0,-2-6 0</inkml:trace>
  <inkml:trace contextRef="#ctx0" brushRef="#br0" timeOffset="31">19352 2158 7624,'5'-8'1162,"-1"-1"-727,0 7 1,-4-5 380,0 3-408,5 2-363,-3-3 1,9 5 166,-3 0 0,3 0-1036,1 0 1,-3 0-529,-1 0 0,0 1 1352,5 3 0,-1 3 0,0 6 0</inkml:trace>
  <inkml:trace contextRef="#ctx0" brushRef="#br0" timeOffset="32">19514 2418 7624,'0'14'228,"0"3"1,0-2 0,0 4 315,0-1 0,0 4 766,0-1-638,0-3-379,5 5 0,-3-5-376,2 3 1,-2-3 0,1-6-484,1 1 0,2-2 390,-2-3 0,-1-3-97,5-5 1,-4-1-1,4-3-741,2-4 565,-4-9 169,5 3 0,-5-9 108,7 2 0,-2-1 1,-1 0 247,-2 1 1,-4 6-136,4-1 1,-4 3 815,5 5 340,-1-3-624,4 10-306,-5-5 0,-1 7 1,-6 4 245,0 3 1,4 3 58,0 1 0,0 1-211,-4-1 1,0 0 0,0 1-242,0-1-24,0 1 0,-1 3-1319,-3 1 1048,2-1 0,-3-3 1,5 0-1174,0 4 0,-4-3 1448,-1 2 0,-4-2 0,2-1 0</inkml:trace>
  <inkml:trace contextRef="#ctx0" brushRef="#br0" timeOffset="33">19948 2431 7624,'0'-7'753,"0"1"0,0 5 21,0-3 1,0 4 0,0 0 0,0 5-148,0 8-278,0 5-128,5 1 0,-3 2-92,2-1 1,1 1 0,0 4 85,-3 0 0,4-2-139,-2-2 0,1-3 0,0-6-27,3 1 0,-1-7 22,1-1 83,0-4-411,5-1 1,-1-11 0,0-6 135,1-5 0,1-4-684,2-3 1,-2 2-38,3-6 0,-4 5 0,0-1-159,-1 3 650,1 1 0,-5 6-392,0 2-197,-5 3 940,2 8 0,-5 0 0,0 6 0</inkml:trace>
  <inkml:trace contextRef="#ctx0" brushRef="#br0" timeOffset="34">20345 2480 7624,'5'13'0,"-3"-3"0,2 1 329,-3 2 1,-1 2 716,0-2-513,0-1-302,6 1 1,-5-1 0,5-1 153,-1-3 0,-2 2-312,5-6 0,0 0 100,5-4 0,-1-2 1,1-5-581,-1-6 65,6-7 1,-4 4-507,2-4 718,4-6 0,-8 4-85,0-3 1,-1 3 0,-6-2 85,-3 4 1,4-2 263,-2 5 0,-1 0-12,-7 5 0,-3 1 0,-6 3-107,1 4-94,-1 2 393,-4 2 0,1 3 0,-3 5 258,1 9 1,0 5-285,2 3 0,2-1-6,-3 1 0,4 6 1,0 0 35,1 1-333,5 4 156,1-10 0,6 4-296,0-5 1,2-1 0,2-5-135,4-7 1,3-1 208,2-7 0,3-1 0,2-6-1465,1-1 676,-3-5-429,7-4 0,-8-1 706,6-2 1,-2-2 590,2 1 0,2-10 0,-3 1 0</inkml:trace>
  <inkml:trace contextRef="#ctx0" brushRef="#br0" timeOffset="35">20717 2307 7624,'7'0'1022,"0"0"-282,-3 0 1,-1 0-312,5 0 0,-4 7 217,4 5 1,-5 6 314,1 7-549,-2 5-212,-2-4 1,0 10 0,-2-3 183,-2 3 0,1 1-214,-5 0 0,5-1-173,-1-3 1,3-6-250,1-7 0,0-9 262,0 2 179,5-9-869,-3-4 1,13-13 105,-3-7 1,9-8 0,0-4 145,2-3 0,2-1-543,0-10 0,4 1 75,0-5 1,1-1 0,-3-1 895,2-2 0,6-5 0,-3 2 0</inkml:trace>
  <inkml:trace contextRef="#ctx0" brushRef="#br0" timeOffset="36">21288 1699 7624,'-2'18'1804,"-2"3"-1473,-4 2 1,-3 3 43,-2 3 403,1 3 1,0 11 1803,-1 2-2081,6 9 0,-2 2-18,5 6 0,-1 0 0,5 0-236,0 0 1,0-5-422,0-3 0,0-9-1072,0-4 1,0-3 796,0-5 1,2-8-1759,2-9-18,-3-8-67,10-2 1839,-9-6 1,2-1 452,-8-4 0,-3-7 0,-6-7 0</inkml:trace>
  <inkml:trace contextRef="#ctx0" brushRef="#br0" timeOffset="37">21002 2307 7624,'-19'-4'410,"2"0"1,5-2 0,2 3 320,2-1 155,5 0 0,-1 4-246,8 0 1,5 0-192,7 0 1,5 0 0,6 0-265,2 0 0,6-1-44,-2-3 0,7 1-1348,1-6 626,1 1-911,-5-4 0,-5 4 1,-4-1 1491,-1 0 0,-3-2 0,1-2 0</inkml:trace>
  <inkml:trace contextRef="#ctx0" brushRef="#br0" timeOffset="38">21474 2294 7624,'0'13'859,"0"-1"0,-4 1-159,-1-1 1,0 0 5,1 1 1,1 3-85,-5 1 0,5 4-335,-1-5 1,-2 1 0,2-5-426,1 0 0,2 5-2301,1 0 1349,0-1 572,0-4 518,-5-5 0,-2 4 0,-6-4 0</inkml:trace>
  <inkml:trace contextRef="#ctx0" brushRef="#br0" timeOffset="39">21523 2096 7706,'0'-8'-447,"0"-1"0,2 5 232,2-4 1,1 4-271,4-4 485,2 5 0,-4-8 0,5 4 0</inkml:trace>
  <inkml:trace contextRef="#ctx0" brushRef="#br0" timeOffset="40">22044 1650 7712,'0'-13'0,"0"6"2186,0-4-1571,0 10 1,0 6 0,0 13 1543,0 8-1657,0 12 1,-7 6 505,-5 5-1104,0 6 1,-12 3 226,4 8 0,6-32 0,0 0 0,-1 1 0,0 0-462,-1-1 1,0-2 0,-12 29 206,-1-7 0,7-6 36,2-11 0,10-11-413,2-5-622,5-11 629,3-5-42,6-5 1,5-5-1,5-2 40,-1 0 0,3-4 760,-1 3 0,-1 2-241,-3 2 0,-1 3 0,0 1-191,1 0 1,-2 5 354,-3 3-76,-2 3 647,-6 2 0,0 1-483,0 2 0,-2-2 0,-2 4 484,-4 0 1,-3-4-335,-2 2 0,-3-2-237,-1-2 0,-1-1 1,3-2-726,-1-5 1,-1-3 212,5-1-2115,-1 0 1650,7-5 0,0-8-99,6-7 0,1-9 0,4-6 256,3-5 1,8-5 631,5-9 0,8-8 0,-13 27 0,0 1 0</inkml:trace>
  <inkml:trace contextRef="#ctx0" brushRef="#br0" timeOffset="41">22305 1736 7712,'7'-7'0,"4"-4"0,-10 10 1072,10-4 0,-9 10 0,2 5-316,-3 5 1,-6 8 436,-4 6-778,-2 6 0,-1 2 277,-1 8-432,-4 4 1,1 0-483,-4 1 0,3-1 0,-2 1 216,1 0 0,7-8-105,7-4 1,2-3-485,2-6 0,0-5 0,2-8 177,2-2 0,3-2-1053,5 1 711,-5-1 278,4 1 1,-4-1 192,5 0 0,1 1 1,-1 1 268,1 2 0,-5-2 218,0 3 0,0-4 19,5 0 0,3-2 0,2-2-92,2 0 0,-4-8-7,5-1-20,0 0-200,3-17 0,5 4-186,0-12 0,-1 0 0,-6 0 120,-1 0 0,-8 5-14,0-1 0,-6 5 201,-7-5 1,0 10 145,0-2 0,-6 9 0,-4 0 398,-5 3-301,-4 12-170,-6 3 1,0 10 738,1 1 1,-4 4-1,2 0 202,2-1 0,4 2-562,-1-1 0,7 0-372,6-4 0,5-6 0,2-2-1392,8-4 679,6-6 533,12-1 1,6-6-785,2 0 1,3-6-1,1-2-283,0-3 0,2-1 150,2-1 998,-2 1 0,9-1 0,-4 1 0</inkml:trace>
  <inkml:trace contextRef="#ctx0" brushRef="#br0" timeOffset="42">23384 2257 7712,'7'-5'1361,"0"-2"-1081,-3-6 0,3 7 374,5 1 1,2 4 292,3 1 1,-2 0-571,6 0 1,-2 1 0,3 2 17,-1 1 0,-6 6-652,1-2 178,-2-2 139,-7 5 0,3-4 1,-6 5-56,-2 0 1,0 1-499,-2-1 0,-6 5 158,-2-1 176,3 1-983,-6-5 634,9-5 0,-2-1 0,8-9 63,4-5 390,9-1-86,2-14 0,2 9 1,0-2 279,1 2 0,-3 3 34,2 3 1,-10 3-65,1 10-179,-8 1 0,6 14 522,-6 5 0,-4 1 0,-6 5 355,0 0 0,-3 3-470,-3-1 1,-1-7 0,2-2 401,3-5-418,3-2-111,5-5 1,5-5-747,3-3 1,9-9 0,4-8 163,2-6 295,2-5-421,0 0 1,0 0 0,-1 2-53,1 2 0,-1 6 382,-4 1 1,-2 2 0,-5 7 711,-1 1-565,-5 2 652,4 1 0,-10 6 0,5 2 228,-1 3 1,-3 5-520,2 1 0,-3 4 0,-1-5 408,0-1-550,0-1-474,0 4 0,0-4 0,0 2-65,0-2 1,0-6-2035,0 1 1749,0-1-1498,6-1 1,-4 2 1280,7-4 1,-1-3 842,4-6 0,6-8 0,2-8 0</inkml:trace>
  <inkml:trace contextRef="#ctx0" brushRef="#br0" timeOffset="43">24240 2505 7712,'7'0'13,"4"2"172,-3 2 1,3-3-79,2 3 0,-1-2 1,2-2 93,2 0 1,4 0-227,5 0 212,-1 0-16,1 0 1,4-2-1,0-2 124,-1-4 0,-2-3 55,-1-2 1,-6 1-69,-3 0 279,-7-1 0,-4 1 174,-5-1 0,-7 7-430,-5 1 1,-6 4-1,-8 2 677,-3 4-524,-3 1-60,-5 12 0,4 2 1,0 6 158,-2 3 1,1-3-172,1 3 1,7-3-1,8-1-382,4 0 0,0-2-258,10-2 1,0-7 0,7-8 50,5 0 1,6-3 0,12-9-843,3-6 1,-2-5-255,6-3 1,1-4 798,3 4 1,-4-3-1,-1 3 191,-2 3 1,-5 8 0,-6 2 310,-1 1 24,-2 2 284,-3 15 1,-6-1-1,-3 10 79,-3 2 0,-1 2 298,0 1 0,-1 0 1,-2-1-542,-1 1-292,0-6 280,4-1 0,1-11-600,3-3 0,9-11 1,9-8-3774,5-8 4239,0-10 0,14-4 0,-2-8 0</inkml:trace>
  <inkml:trace contextRef="#ctx0" brushRef="#br0" timeOffset="44">25146 1774 7712,'5'-13'-1484,"2"6"2304,0 2 1,4 5 444,-3 0 0,2 2-69,-2 7 1,-2 6-148,-6 14 0,0 8 246,0 9 1,-2 9-522,-2 7-713,-3 5 0,1-27 0,-1 0 1,-1 1-1,0-1-155,0 1 1,0 0-1,-1 0 1,1 0 74,2-3 0,0-1 0,-5 32 0,3-16-1561,3-7 874,4-12-1109,1-3 0,0-16 949,0-3 1,0-9-1060,0-3 1,-5-7 1924,-4-9 0,-13-4 0,-4-4 0</inkml:trace>
  <inkml:trace contextRef="#ctx0" brushRef="#br0" timeOffset="45">24836 2356 7712,'-20'-12'0,"-2"4"1699,6 0 1,5 3-678,7-3 0,4 5-180,4-1 1,5 1-210,12-1-30,5 3 1,11-10 0,2 3-639,2-3 1,5 2 22,8 1-476,2-6 1,1 1-1,-4-4 1,-2 5-3208,-1 3 1783,-6-2 397,4 10 1515,-20-10 0,1 10 0,-17-5 0</inkml:trace>
  <inkml:trace contextRef="#ctx0" brushRef="#br0" timeOffset="46">25592 2232 7690,'13'6'1135,"-1"-5"1,-4 6-332,1-3 1,-5-1-1,4 5 113,2 2 0,-5 5-308,-1 2 0,-2 5 0,-2-2 348,0 4-761,0 1-50,0-1 1,0 5 21,0 0 1,0 2-1,-2-4 28,-2 2 1,1-1-163,-5-8 1,5-2-277,-1-5 0,-1-5 189,1 0 37,0-5 1,4 1-292,0-8 0,0-8 0,1-9-1065,3-3 1002,8 0 0,8-7 9,5-2 1,-1-3 263,1-1 0,0 6 532,0 2 0,0 2-3243,-1 3 0,1 4 1499,0 4 0,-6 6 992,-2 2 1,-3 5 647,-2-1 0,-4 7 1,-1 2 123,-1 2 1,-2 1 182,-4 5 1,-6 3-196,-2 1 0,-3 4 878,-1-5 1,-1 5-616,1-5 1,-1 2-522,1-1 1,4-3 10,-1 2 0,7-2-629,-2-2 0,2 1-155,2-1 0,0 0-523,0 1 0,2-6-173,2-3 1,3-3 573,5-1 1,5-1 709,-1-3 0,6-9 0,-3-6 0</inkml:trace>
  <inkml:trace contextRef="#ctx0" brushRef="#br0" timeOffset="47">26064 2232 9315,'1'11'-333,"3"-2"0,-1 0 802,5-5 0,2 6-196,6-2 0,4 3-266,5 2 1,-1 3 39,1 1 0,5 1-402,4-2 0,0-3 168,-1-1 1,2-1-631,-7-7 0,1 5 109,-4-5 708,-5 0 0,3-10 0,-4-1 0</inkml:trace>
  <inkml:trace contextRef="#ctx0" brushRef="#br0" timeOffset="48">26622 2356 7672,'-6'9'1489,"-2"-1"0,1-5-1310,-1 1 0,0 1 39,-5 0 0,0 3 188,-4-4 1,-8 6-132,-8-2 1,-6 3-195,-6 1 0,-7 6-660,-15 3 1,31-10-1,-2 1 537,-3 1 0,-1-1 0,-3 1 1,-2-1-665,-2 0 0,-1 1 1,-2-1-1,0 0 370,-1 1 0,-1-1 336,4-2 0,1 0 0,-1 0 0,2-1 0,1-2 0,1 0 0,1-1 0,1 0 0,1-1 0</inkml:trace>
  <inkml:trace contextRef="#ctx0" brushRef="#br0" timeOffset="49">23533 2356 7643,'4'-8'1759,"0"0"-506,0 5-759,2-2 0,-5 6-108,3 3 1,2 3-130,-2 5 1,0 2-504,-4 3 0,0 1 212,0 2 1,0 4-340,0-4 0,-4 8 301,0 1 1,-6 1-2565,2-1 2636,-3 3 0,-12 0 0,-4-2 0</inkml:trace>
  <inkml:trace contextRef="#ctx0" brushRef="#br0" timeOffset="50">27887 1860 7643,'-14'-1'0,"-2"-3"0,1 2 902,-6-2 1,2 6-359,-2 6 1,-4 2 491,1 10 0,-1 8-488,-4 9 1,-2 7-188,2 10 0,12-23 0,-1 1-440,-1 5 0,0 1 1,3 2-1,-1 1 221,-1 4 0,-1 1 1,2 3-1,0 1-239,-2 3 0,0 2 0,3 0 0,1 1 254,0 2 1,1 0-1,3-2 1,1 1-247,1 1 1,2 0 0,2 0 0,1 1 262,2-1 1,0 0 0,1 1-1,1 0-31,-1 1 0,2 0 0,2-3 1,1-1-49,1 2 1,2 0-1,-1-4 1,2-1-472,2-3 0,1 0 1,-4-3-1,1-1-263,0 0 0,0-1 0,2-6 0,0-1-583,-1-2 0,2-1 0,13 23-659,0-9 1,7-6 1880,2-10 0,0 1 0,4-5 0,6-1 0,4-2 0</inkml:trace>
  <inkml:trace contextRef="#ctx0" brushRef="#br0" timeOffset="51">28582 1848 7626,'0'-25'881,"-4"2"-542,0 2 0,0 2 6,4 2 0,-5 8 133,1-4 142,0 9 0,4 0-204,0 8 1,0 6-19,0 10 0,0 7-12,0 10 0,-1 5 77,-3 4 0,2 2-313,-2 2 1,1-2 4,-1-3 0,3-6-472,-3-6 0,4-5 259,4 1 0,-1-13-523,5-3 0,2-11 349,6-2 1,3-7-630,6-9 0,0-3 298,0-6 0,0-1 208,-1-3 1,-3-2 217,0-2 0,-6 0-21,1 8 0,-3-1 159,-5 10 1,2-1-161,-6 5 431,0 5 1,-4 7-147,0 8 0,-1 9 161,-3 3 1,1 4 322,-5 1 1,-1 4-138,-3-1 0,-1 3-201,1-2 0,0-3-8,-1 3 0,-3-3 40,-1-1 0,1 0-94,3-1 0,-3-4-187,-1-4 1,1-2 122,3-2 0,-1 1-1965,-2-1 1,2-5-854,-2-3 421,2-2 2251,1-2 0,1-6 0,0-1 0</inkml:trace>
  <inkml:trace contextRef="#ctx0" brushRef="#br0" timeOffset="52">28979 2232 7626,'-6'7'2811,"5"0"-1933,-3-3 1,-2-1-725,2 5 1,-1 2-62,1 7 0,1-4-851,-5 4 0,5 2 468,-1 2 1,-2 2-449,2 2 1,-1 4 413,0 0 0,3 5 324,-7-1 0,1 3 0,-4 1 0</inkml:trace>
  <inkml:trace contextRef="#ctx0" brushRef="#br0" timeOffset="53">28632 3051 7626,'0'-7'2174,"5"-4"-1422,-4 10 0,5-6 127,-6 3-1016,0 2 0,1-3 143,4 5 1,-4 5-1056,3 4 1,-3 2 377,-1 1 1,0 0 50,0 1 1,0 3-305,0 1 924,0-1 0,0 2 0,0 2 0</inkml:trace>
  <inkml:trace contextRef="#ctx0" brushRef="#br0" timeOffset="54">28619 3386 7153,'0'12'-1065,"0"1"2928,0-1-1269,0 0 1,0 1 679,0-1-883,0 1 1,0-1 84,0 0 1,0 1-154,0-1 0,0-3-283,0-1 1,4 0-41,0 4 0,5-3-179,-5-1 0,1 0-829,0 5 1,-4-1 550,3 0 0,-3 5-442,-1 0 1,0 3 898,0-3 0,-5 5 0,-2-3 0</inkml:trace>
  <inkml:trace contextRef="#ctx0" brushRef="#br0" timeOffset="55">28644 4229 7626,'-6'-7'1166,"0"2"1,-7 16-724,1 5 0,4 12 272,-1 5 1,1 7-270,-4 1 1,3 6-67,1-1 1,5-4-264,-1 0 0,3-11 27,1-6 1,5-11-316,4-10 0,7-4 203,5-4 1,1-4-560,-2-9 0,4-6 274,-3-6 0,-3 0-356,-2 4 1,2-3 163,-1 4 1,-2 2-345,-7 9 217,3 1 382,-4 5 1,4 12 0,-3 12 0,-2 6-24,-6 6 0,4 4 905,0 9 1,1-4-320,0 4 1,-4 0 424,3 0 1,-3-1-299,-1-4 0,0-1-140,0-3 1,0 2-207,0-6 0,-1 4 0,-3-4 0,-2-5-143,-2-3 0,-3-4 67,3 3 1,-3-6-201,-2-2 0,1-5-162,0-7 1,-5 0-171,1 0 0,-5-5-34,4-3 1,1-9-480,3-4 1,1-3-95,0-5 0,1 2 531,2-1 1,4-3 529,5 2 0,0-5 0,0 2 0</inkml:trace>
  <inkml:trace contextRef="#ctx0" brushRef="#br0" timeOffset="56">29004 4638 7626,'0'9'973,"0"-1"1,-2 0-98,-2 5 1,3-1-275,-3 0 1,2 2 190,2 3 0,-4-2-357,0 6 1,0-5 144,4 5-1216,0-6 518,0 3-283,5-11 0,6-7 341,6-8 0,1-8-257,-2 0 0,0-2-1,4 1 1,-3 5-52,4 0 0,-6 1-37,1 6 1,2 1 261,-1 4 0,-2 2 359,-7 2 0,3 3-135,-3 5 1,-2 2 92,-2 2 1,-3 0-167,-1 4 0,0-3-207,0 3 0,0-4-206,0 0 1,0-2-1445,0-2 1849,0-5 0,0-1 0,0-6 0</inkml:trace>
  <inkml:trace contextRef="#ctx0" brushRef="#br0" timeOffset="57">30331 2096 9292,'7'6'1297,"4"2"-814,-3 8 0,5 5 6,3 8 1,-1-2-372,6 7 1,0-3-332,4 2 1,-1 2-226,1-6 1,1-2 370,3-6 0,-2-3-1376,1-6 0,-3-5 1443,-4-3 0,2 3 0,-3 0 0</inkml:trace>
  <inkml:trace contextRef="#ctx0" brushRef="#br0" timeOffset="58">30728 2195 7617,'-25'0'355,"0"0"1,1 0-114,-1 0 1,0 7 45,0 6 1,-5 4 107,-3 8 1,-3 6-95,-1 2 0,1 2-1239,3 3 0,3 0 482,5 4 0,5-4 455,4 4 0,-3-4 0,-1-1 0</inkml:trace>
  <inkml:trace contextRef="#ctx0" brushRef="#br0" timeOffset="59">30282 3783 7617,'8'0'270,"0"0"33,-5 0-250,8 0 1,-8 0-446,5 0 343,-5 0-1081,8-6 575,-10 5 555,5-10 0,-6 4 0,0-5 0</inkml:trace>
  <inkml:trace contextRef="#ctx0" brushRef="#br0" timeOffset="60">30257 3634 7617,'0'-13'-19,"0"1"1,0 0 96,0-1 0,0 5-97,0 0 578,0 5 499,5-8-383,-3 10 0,9 1-239,-3 8 0,3 3 105,1 1 1,1 6-200,-1 3 1,5 2-236,-1 2 0,6 0 36,-1 0 1,-2-2-247,2-2 1,-5 2-219,5-2 1,-4-3-344,3-2 1,-4-3-943,0-5 0,2-2 654,-1-6 0,3-3 952,-3-5 0,5-6 0,-3-11 0</inkml:trace>
  <inkml:trace contextRef="#ctx0" brushRef="#br0" timeOffset="61">30716 3597 7617,'-17'-7'1064,"1"3"1,-8 2-455,-1 2 0,1 2-363,-5 2 0,-2 7-47,2 5 1,-5 8 66,1 1 1,-3-1-80,-1 5 0,0-1-507,-1 1 0,11-3-345,2 3 1,10-3-689,2-1 0,2 4 1352,7 0 0,0 5 0,4-2 0</inkml:trace>
  <inkml:trace contextRef="#ctx0" brushRef="#br0" timeOffset="62">30282 4415 8909,'0'9'1736,"0"-1"1,0-4-1581,0 4 0,0 5 326,0 3 0,6 6-105,7-1 0,2 6-593,10 2 1,-2-1 196,10-7 0,0 2-351,5-2 0,3-3-152,0-2 0,-3-3-455,-5-5 1,-6-3 111,2-5 1,-4 0-177,-4 0 0,-5-1 1041,-8-3 0,3-3 0,-4-6 0</inkml:trace>
  <inkml:trace contextRef="#ctx0" brushRef="#br0" timeOffset="63">30803 4626 7629,'-21'1'0,"0"4"0,-4-3 0,-4 7 0,-9-1 1207,1 4 0,-9 2-538,1 3 0,-8 1-492,0 2 1,-1 2-207,4-5 1,12-1-575,4-3-1088,12-1 1,6-6 1690,8-6 0,13-17 0,9-9 0</inkml:trace>
  <inkml:trace contextRef="#ctx0" brushRef="#br0" timeOffset="64">32527 2170 7612,'32'6'401,"3"-3"-281,-1 5 0,-3 2 174,2 6 0,2 9-50,6 8 1,-1 14-104,-17-21 1,0 2-1,-3 3 1,0 2 224,0 2 1,1 1 0,-1 0 0,-2 2 44,1 1 0,0 1 0,-1 1 0,1 0-173,0 5 1,-1-1-1,-2-2 1,0 0-273,-1 2 0,-1 1 1,-1-3-1,0 0-13,0 5 1,-1 0 0,-2-1 0,-1 1 64,0 1 0,-1 1 0,-4-3 0,0 1-303,-1 0 1,-2-1 0,-3-1-1,-3-1 227,-2 3 0,-2-1 1,-3-2-1,-3 0-242,-4 1 1,-3-1-1,-2-3 1,-2 0 14,-1 0 1,-3-2-1,-5-1 1,-1-1-80,0 2 1,-2-1-1,-4-1 1,-2-2-51,3 0 1,0-1 0,-1-3 0,0-1 180,2-2 0,1 0 1,1-3-1,0 0 233,-1 1 0,0 0 0,2-1 0,2-1 0,1 0 0,0 0 0,2-1 0,1 1 0,1 0 0,1 0 0</inkml:trace>
  <inkml:trace contextRef="#ctx0" brushRef="#br0" timeOffset="65">31857 2332 7914,'7'1'1006,"-3"3"0,3 10-575,1 11 0,5 6-37,3 11 1,-1 0-119,6 4 0,-4 1-866,3-6 1,1-4 75,4-4 1,-5-12-205,1-4 1,0-9 717,4-8 0,-1-6 0,1 0 0</inkml:trace>
  <inkml:trace contextRef="#ctx0" brushRef="#br0" timeOffset="66">32254 2406 7654,'-21'-4'3,"1"0"0,-1 0 195,-4 4 1,-4 9-158,0 4 0,-11 7 917,-1 1 0,-2 7-416,-2 1 1,-1 4-800,-3-4 1,4 1-311,4-1 1,9-3-544,8 3 0,0-7 599,8-1 511,-6-6 0,8 8 0,-4-3 0</inkml:trace>
  <inkml:trace contextRef="#ctx0" brushRef="#br0" timeOffset="67">31696 3138 7663,'7'0'2131,"0"5"-1698,-3 4 0,-2 7 52,7 5 0,-1 4-320,4 4 1,1 1-10,-1 3 0,1-3-1043,-1-5 1,0-2 595,1-2 1,3-4-1854,1-9 2144,-1-3 0,-3-5 0,-1 0 0</inkml:trace>
  <inkml:trace contextRef="#ctx0" brushRef="#br0" timeOffset="68">31944 3262 7663,'-26'11'139,"-3"-3"0,-3 3 66,-5-3 0,0 5-258,-1 3 1,-3 4-141,0 4 0,-10 5-253,1 0 1,-5 9 252,5-5 0,3 5 0,10-5 0,7 3 193,5 1 0,0 6 0,6 1 0</inkml:trace>
  <inkml:trace contextRef="#ctx0" brushRef="#br0" timeOffset="69">31659 4242 7618,'-13'13'2381,"1"4"1,5-2-1730,3 6 0,2 1-1396,2 7 0,10 2 1029,2 7 0,10-3 1030,3-1 1,0 0-1813,4-5 1,1-2 207,-1-6 0,2-4-1264,-2-9 0,-2-3 150,6-5 1403,-5 0 0,8-5 0,-5-2 0</inkml:trace>
  <inkml:trace contextRef="#ctx0" brushRef="#br0" timeOffset="70">32055 4452 7618,'-37'13'3412,"-5"-1"-3077,-4 1 0,-1 3-1200,2 1 1,-5 6 217,0 2 0,-5 1 575,-7 7 0,26-16 0,-1-1 72,-1 3 0,-2-1 0,-5 1 0,0 0 0,-2-1 0,0 1 0</inkml:trace>
  <inkml:trace contextRef="#ctx0" brushRef="#br0" timeOffset="71">26647 3349 7615,'8'0'0,"0"0"1186,-5 0-495,8 0-62,-4 0 1,9-2-198,1-2 1,5 1-461,-1-5 1,8 0-1,4-5-271,3 1 1,1 0-431,0-1 0,-1 2-45,-3 3 1,-4-2 773,-8 6 0,-3 0 0,-6 4 0</inkml:trace>
  <inkml:trace contextRef="#ctx0" brushRef="#br0" timeOffset="72">26622 3646 10174,'0'-4'999,"8"0"1,6-6-726,11 2 0,-2-7-1708,10-2 978,-5-5 0,4 9-69,-3-4 0,-5-1 525,1 2 0,0-1 0,-6 5 0</inkml:trace>
  <inkml:trace contextRef="#ctx0" brushRef="#br0" timeOffset="73">26076 3324 7830,'-4'-8'0,"-2"1"1039,0 1 0,-3-2-247,-3 4 1,4 1-83,-1 7 0,1 9 4,-4 7 0,-1 4-293,1 0 0,1 1-494,3 0 0,1 0 114,3 0 0,2-5-71,-2 1 0,10-10-184,6 1 0,6-7-224,7-1 0,4-4-203,0-4 0,4-9 0,-4-8-269,-2-2 579,-1 4 1,-2-3 0,-4 4-231,-3-1 518,-3 3 24,-2-2-90,-5 12 0,-3 3 689,-8 11 1,-3 3-57,-5 14-242,-1-3 1,1 14 272,0-3 1,1 8 75,2 5 1,-2 6-188,3 2 1,1 6-319,-1 2 0,5 0 325,-1 5-455,3 1 0,1-10 0,0 0 223,0-5 0,5-11 17,3-4 1,3-4-60,2-9 1,-2-3 0,-3-10 0,-1-4-205,-3 1-23,-3-1 0,-2 0 5,-11 1 1,-2-7 329,-7 2 0,-1-2-409,-7-2 1,2 0 93,-6 0 0,2-6-104,-6-2 1,3-7 64,-8-2 1,2-6-1,0 0 15,-1-5 1,-5-1-299,5 4 0,5 2-8,7 2 1,4 3-374,5 6-211,2 5 614,11-4 1,3 9-564,8-2 1,4 3 350,9 1 0,2 0 58,6 0 1,0-1 134,0-4 1,3 4-438,1-3 0,5 3 786,-6 1 0,7 0 0,-3 0 0</inkml:trace>
  <inkml:trace contextRef="#ctx0" brushRef="#br0" timeOffset="74">26151 3423 7836,'5'-12'-151,"1"-1"0,3 1-271,-1-1 631,-5 1 1,8 0 349,-2-1 0,-3 1-227,3-1 0,-5 1-120,4 0 0,-5-1-12,1 1 0,-3-1 99,-1 1-124,0 0 0,-5 1 250,-3 2 1,-8 2-279,0 3 0,-6 3-405,1-3 0,-8 2 0,-3 2-349,1 0 0,-9 5-739,3-1 0,-10 9 1346,-3 0 0,-5 8 0,-7-2 0</inkml:trace>
  <inkml:trace contextRef="#ctx0" brushRef="#br0" timeOffset="75">6984 6003 7836,'-12'-32'0,"-5"2"386,1 5 1,-2 4 0,3 1 139,-2-2 0,-4 5 306,5 5-430,-1 5 0,5 14 425,0 5-555,-6 11 1,2 10 164,-4 9 0,5 2-192,-2 6 1,3 3-1,2 1 2,-1-2 1,7-8-318,1-6 0,5-8 138,5-9 0,1-5-403,7-8 1,-1-3-175,1-10 1,3-7 0,2-9 227,1-2 1,-3-7-338,0-3 363,-2-3 0,-2 3-225,1 0 515,-1 5 1,1-1-28,-1 8 1,-4 1-1,1 7-321,0 6 632,2 5 0,0 13-66,-3 5 0,2 8 50,-6 5 0,6 6-38,-2 7 0,3 1 1,2-3-24,-1 1 0,0 7 233,1 2 0,-1 1-1182,1 7 996,-1-6 1,-1 9 332,-3-4-773,-2 4 0,-6 0 363,0-3 0,-2-3-67,-2-6 1,-3 4-1,-6-4 118,-4-5 0,3-9-152,-2-6 1,1-7-142,-2-2 1,2-6 54,-6-1 1,1-6 465,-5-7 1,-1-6-504,-3-2 0,2-9-182,-1-3 1,5-5-1,3-4 0,3-3-154,-3-5 1,10 1-266,2 3 0,5-1 308,3 5 1,0-6 0,1 3-97,3 1 0,3 0 191,6 7 0,0-1-664,4 0 288,2-5 1,6 8-938,0-3 1177,0 8 0,0-1-1022,-1 6 1368,1-6 0,0-1 0,0-6 0</inkml:trace>
  <inkml:trace contextRef="#ctx0" brushRef="#br0" timeOffset="76">7642 6028 8474,'-7'-13'894,"0"5"-201,3 0 0,2-1-331,-2-3 1,3 0-153,1-1 0,5-5 26,4-2 1,6-9-62,1-4 0,8-3 1,-1-2 244,5 1-157,6 0-106,-2 5 1,5 3 26,0 9 0,1 3-166,-1 9 0,0 8 1,-1 11-4,-3 8 0,-4 7 45,-8 12 1,1 4 79,-6 4 0,1 2-93,-5 2 0,-4-1 1,-1 1 20,-1 0 1,-2 3-346,-4 1 1,0-7 86,0-10 114,0-5-989,5-13 679,-3-1 0,9-12 0,-4-8-877,0-9 0,8-8 236,-3-10 1,3-7 144,-2-5 882,5-6 0,-5 3 0,5-6 0</inkml:trace>
  <inkml:trace contextRef="#ctx0" brushRef="#br0" timeOffset="77">8423 5606 7836,'-12'0'577,"-1"0"681,1 0-969,0 0 0,-1 5 0,-1 4 332,-2 2 0,1 8-53,-6 6 1,0 5-1,-3 7 0,-1 6-221,0 2 1,-4 4-277,0 0 0,-5 2-420,1 3 0,1-7 84,-1 3 1,5-8-1,1 1-1001,5-4 0,-1-1-494,7-9 1184,5 0 0,5-10 576,6-2 0,0-3 0,0-2 0</inkml:trace>
  <inkml:trace contextRef="#ctx0" brushRef="#br0" timeOffset="78">8647 6189 8838,'5'7'805,"-4"4"-375,4-3 0,-3-1 0,1 1 265,1 2 1,2-1-108,-2 0-363,-3 2 1,5-4 73,-6 5 0,0 0 75,0 1-217,0 5 1,-2-3-281,-2 6 0,-4-1 0,-7 5 203,-2 0 0,-5-5-269,2 1 1,-4-6-115,-1 2 1,2-9 144,2-4 0,-1-2 20,6-2 1,0-7 0,7-6 31,1-6 0,6-6-648,2-4 0,2 2-1397,6-6 1077,0 5 663,4-8 0,-1 14 411,-2-3 0,2 3 0,-4-2 0</inkml:trace>
  <inkml:trace contextRef="#ctx0" brushRef="#br0" timeOffset="79">7319 6189 7836,'-5'-13'963,"2"5"-669,-5 0 0,5 4 1,-1-5 136,2 0 1,2 2 226,0-1 0,6 5-257,2-1 1,3-2-453,2 2 1,3 0 0,2 4 146,1 0 1,-2 0-1362,4 0 358,-6 0 0,4 0-1611,-2 0 1674,-4 0 844,0 0 0,-2 5 0,-4 2 0</inkml:trace>
  <inkml:trace contextRef="#ctx0" brushRef="#br0" timeOffset="80">7381 6276 7836,'0'-7'105,"0"-4"-57,0 9 98,0-9-149,0 10-1426,0-10 851,0 9 578,0-9 0,6 10 0,1-4 0</inkml:trace>
  <inkml:trace contextRef="#ctx0" brushRef="#br0" timeOffset="81">7394 6077 7501,'-5'-12'632,"1"-1"1,0 5 1039,4 0-1200,0 5 1,4-4-190,0 3 1,6 3 0,-2-3 40,3 2 1,2 6 203,-1 0-318,-5 6-157,4-3 1,-5 5 115,2 1 1,-3-1 0,-3 1-140,2-1 1,-3 0-320,3 1 1,-2-1 211,-2 1 1,-4-5-32,0 0 1,-5-4 0,4 3 20,-2-1 1,3-2-239,-5-4 233,1 0 134,1 0 0,-2-2-82,5-2 0,-5 2 0,4-5 312,-2 1 38,4-4-186,-2 4 206,5-7-79,0 6-98,0 2-27,0 5 6,0 0-61,0 5 1,0-2-493,0 5-415,-6-5 437,5 8-44,-10-10 355,4 5 1,-1-7-18,-1-4 67,6-1 0,-2-3-53,5 1 6,0 0 1,1-1 240,3 1 1,-1 5-1,6-2 119,0-1 1,2 5-125,2-3 0,-5 3 78,0 1 1,0 0-141,5 0 1,-5 4-1,-1 1-26,-2 2 0,0 1-190,-5 5-22,0-6 209,0 4 1,-2-4-356,-2 5 0,1-4 0,-5-1-1188,-2-1 1113,-1 3 1,-1-3-553,0 2 1,3-2-585,1-6 1506,5 0 0,-2-6 0,5-1 0</inkml:trace>
  <inkml:trace contextRef="#ctx0" brushRef="#br0" timeOffset="82">9242 5941 7836,'0'-13'962,"0"1"0,4 4-390,0-1 0,5 5-17,-5-4 0,5 1 117,0-1 0,2 2 201,1 6 0,2-1-373,2-3 1,0 2-227,4-2 0,-3 3-1287,3 1 1,-4-4 347,0 0-1637,3 0 0,-5 4 2302,3 0 0,-9 5 0,-2 2 0</inkml:trace>
  <inkml:trace contextRef="#ctx0" brushRef="#br0" timeOffset="83">9254 6214 14983,'6'-7'1127,"6"-3"-1034,9 6 0,4-7 74,4-2 0,4 1-1501,8-4 0,-1 0-674,6 0 0,-2 3 0,1 0 2008,-3 3 0,-9 2 0,-3-5 0</inkml:trace>
  <inkml:trace contextRef="#ctx0" brushRef="#br0" timeOffset="84">10607 5717 7836,'-6'-15'0,"-2"2"838,-3 2-471,4 1 1,-4 2 526,3-1 1,1 7-205,-2-3 0,7 11 43,-2 6 1,2 8-211,2 9 0,0 4 312,0 8-548,0 3 1,2 2-232,2-1 0,1-1 45,3 2 1,3-5-181,-2-8 1,2-4-200,1-8 1,5-9 0,-1-8 217,-1-2 1,5-9-627,0-6 0,4-10 280,1-10 0,-5-7-68,1-2 0,-4 3 51,3 5 1,-5 1 149,2 9 0,1-1 394,-2 12-184,1 4 0,-6 11 147,-3 7 0,-1 6-70,-3 14 0,-2 3 425,2 5 1,-3 4-9,-1 0 1,0 6 119,0-1 0,2 2-318,2 2 1,-3 5 0,3 3 1,-2-2-457,-2 2 0,0 0 392,0 4 1,0 4-92,0 0 0,-2-1 47,-2-7 1,1 1-82,-5-5 1,0 1 52,-5-10 1,1-5 44,0-15 1,-1-7 135,1-6 1,-5-5-107,1-7 0,-6-1-257,1-3 0,-3-4 33,0-9 0,-1 2 162,0-6 0,6 2-177,2-2 0,3-1-174,2 6 0,1-5 83,3 4 0,2 1-18,6 4 1,4-1 41,0 1 0,6-3 26,-2 2 0,3-2 130,2 7 0,1-3-89,2-2 0,-1-3-326,6-1 1,-4 1 111,3 3 1,2-3 44,7-1 1,-3 1-65,3 3 1,-1 1-167,1-1 1,3 5-509,5 0 0,0 0 439,0-5 0,-4 6 534,0 3 0,-5-3 0,2 0 0</inkml:trace>
  <inkml:trace contextRef="#ctx0" brushRef="#br0" timeOffset="85">17219 11323 8618,'5'-7'1140,"-3"-4"-560,2 3 1,-2-3 122,3-1 0,0-1 141,3 1 1,3-3-331,-2 2 0,2-2-111,1 7 1,5 2-194,-1 2 0,2 3-93,-1 1 1,-2 5 105,5 4 1,-4 2-268,0 1 0,-2 6 79,-2 3 0,1 2 152,-1 2 1,-5-2-122,-3-2 0,-4 2-8,-4-2 0,-7 1 19,-6-1 1,-5 1 33,2-6 0,-5-3-114,-4-5 0,3-5 143,-3 1 0,4-3-219,4-1 1,-1-7-22,6-5 0,3-6-49,5-7 0,5-5 29,-1-3 1,4 1 116,4-1 0,7 6 58,6-2 1,5 8-71,-1 5 1,2 3 100,2 5 0,0 2-83,0 6 1,-2 2 15,-2 2 0,-3 7-26,-6 5 1,-1 2-1,-3-1 1,-2-2 30,-6 6 1,0-5-2,0 5 1,-7-6-158,-6 2 1,1-8 77,-4-1 1,-2-5-400,1 1 0,-1-2 179,2-2 1,2-4-205,-3-1 1,5-4-257,4 1 0,-3-3-458,2-2 1,4 5-1716,1 0 2909,2-1 0,2-3 0,0 0 0</inkml:trace>
  <inkml:trace contextRef="#ctx0" brushRef="#br0" timeOffset="86">17268 12167 7836,'0'-9'940,"0"1"0,0 0-560,0-5 0,10 1-157,2 0 1,10-5 853,3 1 1,6-2-465,6 1 1,5 2-459,4-6 1,1 8 54,-2 0 1,1 2-388,-9 7 0,2 0 129,-10 4 0,-2 10-19,-6 2 0,-7 10 310,-6 3 1,-5 5-136,1 7 0,-3 2 164,-1 2 1,-1-1-93,-3 6 0,1 1 228,-5 6 1,1-2-183,-2 3 1,0-7-313,5-2 0,-1-5-282,5 2 0,2-9-406,2-4 0,4-14-640,9-7 0,2-8 690,6-8 1,5-13-143,3-16 0,3-6 337,1-6 0,1-7-628,-1-1 0,-1-3 1157,-3 2 0,-3-2 0,-5 2 0,-6-4 0,-2-4 0,-9 8 0,-4 0 0,-3 13 158,-1 7 1,-9 14-147,-4 11 0,-7 8 1054,-1 9 1,-2 4-448,-2 9 1,-4 2 268,0 6 1,-1 5-362,1 3 0,1 4-41,-5 5 1,0 2-40,-4 5 1,-2 1-244,-2 0 1,19-23 0,0 2-257,-3 2 1,0 0 0,-1 2 0,0 0 71,1 2 0,0 0 1,-1-1-1,0-1-512,3-4 0,0-1 0,-18 26 212,4-8 1,6-5-1079,11-8 1,7-4 595,9-8 0,4-5-136,4-7 1,4-4 897,9-5 0,2-5 0,6-2 0</inkml:trace>
  <inkml:trace contextRef="#ctx0" brushRef="#br0" timeOffset="87">18422 12539 7836,'19'5'0,"-1"1"759,-5 2 1,3 4-410,1 1 1,2-1 741,-7 5 1,4 1-480,-8-2 0,3 2-156,1-1 0,-1-4-98,-2 4 0,-3-3-106,-1-2 1,-5-4-16,0 1 0,-6 2-28,-6 1 0,-6 3-114,-3-6 1,-8 0 84,-4 0 0,-3 0-199,-1-5 1,4 0 57,0-4 1,5 0-312,-1 0 0,9-5-261,3-3 1,5-5-463,3-3 1,7-5 16,10-8 1,7 2 406,14-7 0,0 7-1676,8-2 2124,-2 3 0,7 1 0,-4 0 0</inkml:trace>
  <inkml:trace contextRef="#ctx0" brushRef="#br0" timeOffset="88">23669 8421 7836,'0'-25'606,"0"6"-424,0 3 0,0-2 415,0 1 0,6-1 77,2 2 0,3 7 167,2 1 0,5 5-320,2 3 0,0 6-162,0 2 1,-3 7-338,3 2 0,-6 5 88,-1-1 1,-2-2-201,-7 2 1,0-5 112,-4 5 0,-3-6-101,-5 1 0,0 2 2,-9-1 0,-2-5-89,-2-3 1,2-7 91,-2 2 1,2-4 88,-2-4 1,-1-4 60,6-9 0,0-2-48,8-6 1,3-1-148,5-3 1,0 3 110,0-3 1,11 3-257,5 1 1,6 2-129,3 2 1,0 9-125,0 8 1,0 2-653,-1 2 0,-4 7 535,-4 5 0,-6 2-810,-2 7 1442,-5 5 0,2 0 0,-5 5 0</inkml:trace>
  <inkml:trace contextRef="#ctx0" brushRef="#br0" timeOffset="89">24662 9314 7836,'0'-25'536,"0"2"-376,0 2 1,1 9 716,3 8 0,-2 5-331,2 7 1,-3 12 46,-1 13 0,0 9-170,0 8 0,0 1-1,0 7 1,-4-6-245,0 2 0,0-8 32,4-5 1,1-4-459,3-4 0,5-8 235,7-9 1,5-7-292,8-5 0,3-14 184,5-6 0,1-10-346,4-3 1,-9 0 184,0 4 1,-10 6 149,-2 2 1,-6 5 122,2 3 1,-8 7-99,0 10 0,-5 7 447,4 14 1,-4 8-159,4 9 0,-5 3 51,1 5 1,2 4-372,-2 8 0,0 3 186,-4-32 1,0 0 0,0 1-1,0-1-174,0 0 1,0 0-1,-3 1 1,-1 0 185,-1 1 0,-2 0 1,-2 1-1,0-1-58,-3 5 1,-1-1 0,-2-4 0,0 0-127,-1 3 1,-1-1 0,0-5 0,-1-2-19,-15 28 0,-4-7-73,0-9 0,4-9 967,-5-8 1,9-14-352,0-6 0,1-8 442,3-5 1,3-9-17,9-7 0,1-11-354,-1-6 0,7-6-403,1-6 0,4-1 27,1 1 0,6 3 14,2 1 0,4 1 56,5-2 1,-1 8-186,9 4 1,-1 3 60,9-2 0,5-2-353,8 6 0,3 2-149,5 6 1,-3 3-728,3 6 1,0 1-636,-5 2 0,-2 4 1089,-10 5 0,-5 5 304,-3 4 1,0-2 426,-4 1 0,2-1 0,-6 1 0,2-2 0</inkml:trace>
  <inkml:trace contextRef="#ctx0" brushRef="#br0" timeOffset="90">23111 8384 7709,'-4'-8'-864,"0"-1"0,-2 5 2645,2-4-117,3 5-1249,-10-8 1,4 6-175,-5-4 1,3 0-20,1 5 0,4-5-150,-4 5 1,1-1 83,-2 1 0,-2 1-168,3-5 1,-4 5 68,-5-1 0,2-2-273,-6 2 1,-1 0 69,-7 4 1,-2-4-56,-7 0 1,-4 0 72,-4 4 1,-7 1-27,-5 3 0,-2 2 171,2 2 0,-2 1-41,2-4 0,1 3 136,0-4 0,0 6-111,-1-2 1,2-1 91,2 1 1,1 0-81,-4 5 0,-1-1-9,-4 1 1,4-1-326,0 0 0,0 5 339,-4-1 0,-3 5-8,3-4 1,-3 3-8,7-3 0,2 5 94,-2-1 0,2 1-88,-2-2 1,3 4 13,5-4 1,-1 2-64,-3-1 1,-1 7-7,-3-4 1,-4 4-2,0-3 1,30-10-1,-1 0 47,-4 2 0,0-1 0,3 0 0,0 0-88,-3 0 0,0 1 0,1-1 0,0 1 149,-1 2 1,0-1 0,-1 1-1,0 0 40,-2-1 1,1 1 0,4-1 0,0 0-24,0-2 0,0 1 1,2 0-1,1 1 184,-30 16 0,31-17 0,0 1-237,0 1 1,0 0 0,0-1 0,1 1 118,-28 18 1,28-18 0,0 1-137,1 0 1,0 1-1,-2-1 1,0 0 30,-2 2 0,0 1 1,2-1-1,1 0 15,-3 1 1,0 0-1,3 1 1,-1 0-72,-2-1 1,0 0 0,1 1-1,-1 1 119,0 2 0,0 0 1,2-2-1,0 1-63,0 1 1,0 0 0,0-2 0,1-1 81,3-1 1,1 0 0,-2 1-1,0 0 21,1-1 0,1-1 0,-24 25 48,30-29-114</inkml:trace>
  <inkml:trace contextRef="#ctx0" brushRef="#br0" timeOffset="91">19079 10544 5227,'25'-10'0</inkml:trace>
  <inkml:trace contextRef="#ctx0" brushRef="#br0" timeOffset="92">20829 9451 7709,'-14'-13'0,"-3"1"0,4 5 431,-4 3 1,-1 2 331,2 2 1,-7 3-286,3 5 0,-8 8 75,-1 13 1,4-2-174,5 6 0,5-1-14,-2 1 1,5 1-121,3-5 0,4 0-357,5-4 1,5-6 147,4-2 0,7-9-123,5-4 1,2-4 18,2-4 1,0-4-28,0-9 0,0 2-246,-1-6 1,1 5 106,0-5 1,-6 6 54,-2-1 1,1 2 95,-2 1 1,1 1 265,-5 0-191,-5 5 1,3 3 311,-6 8 1,0 5-44,-4 12 0,0 1 75,0 11 0,0 6 288,0 6 0,-4 5-192,0 4 0,0 2-485,4 6 1,0 8 182,0 1 1,-3-36 0,0 0-199,-5 27 1,-5 0 130,-3 0 0,-3 3-447,-6-3 0,-6-4 81,-2-13 0,-2 2-47,-3-6 0,1-1 113,0-7 1,1-4 86,3-8 1,3-5 333,5-7 1,0-4-117,0-5 1,6-7-1,2-5 1,5-7-37,4-10 0,-2 1-165,6-5 1,0 0-256,4-4 1,5-5-68,4 1 0,2 0 151,1 4 1,6 5 112,3 3 0,2 3 96,2 1 0,5 2-129,3 2 1,3-1-80,1 5 0,6 1-104,3 3 0,2 2-233,1 3 0,-3 1 48,-1 3 454,1 3 1,-34-2 102</inkml:trace>
  <inkml:trace contextRef="#ctx0" brushRef="#br0" timeOffset="93">22702 8000 8058,'0'-13'1008,"0"5"-756,0 0 0,1 5 859,3-1 0,9 2-345,7 2 0,4 2-149,1 2 0,1 3-82,3 5 1,1 1-132,3-1 0,7 6-197,-3 2 1,-1 4 24,-3 1 1,-6 0-311,-3-1 0,0 3 130,-8 1 0,-1-1-229,-6 2 1,-4-3 12,-5-1 0,-3 1-93,-5 3 1,-3-5-94,-14 1 1,2 1 102,-10-1 1,-6 0-606,-6 4 0,-3-1 164,-2 1 0,0-3-336,1 3 1,-5 1 33,0-1 990,6-6 0,4 1 0,5-6 0,2 0 0,5-2 0,5 1 0</inkml:trace>
  <inkml:trace contextRef="#ctx0" brushRef="#br0" timeOffset="94">19253 12340 7702,'39'0'-138,"2"0"1,-1 4 163,6 1 0,5 3-408,6-4 1,7 10 442,-29-8 1,0 0 0,0 4 0,0 1-196,4-1 1,1 1 0,1 0 0,-1 1 216,2 0 0,-1 1 1,2 1-1,1 2-1,1 1 0,1-1 0,0 0 1,2 0 56,1 0 0,1 1 0,2 1 0,1 1-267,0 1 1,1 1-1,4 3 1,0-1 163,2 0 0,0 0 1,-2-1-1,0 0-265,-2 1 1,-1-1 0,1 1-1,0 0 326,-2 1 0,-1 1 0,4 3 1,-1 0-14,4 0 0,0 1 0,-4 2 0,0-1 26,4 1 1,0 0 0,-4 1-1,1-1-32,3 3 1,0-1 0,-2-1 0,0 0-4,2 3 0,0 1 0,-6-4 1,0 0 26,1 1 1,-2 1 0,-2-3 0,-1 1-17,-3-1 0,1 0 0,1 0 0,0 0-85,-2 0 1,1 0-1,-5-2 1,0-1 107,-1-1 0,-1-1 0,-2 0 0,-2-1-64,-2 0 1,0 0 0,-1 0 0,0-1 18,-3 1 1,0 0-1,-3-2 1,0 0-79,0-1 0,-2 1 1,20 17-64,-5 1 1,-4-2 388,-4-2 1,-4-5-456,-8-3 1,-2-4 714,-2-5 0,-3 2-342,2-5 360,-2-1 1,-2-5-1022,1-2 0,-5 0 647,0-5-2285,-5 1 1323,2-5 1,-5-2-442,0-2 1187,-5-3 0,-2-16 0,-5-3 0</inkml:trace>
  <inkml:trace contextRef="#ctx0" brushRef="#br0" timeOffset="95">23645 14114 8249,'16'12'162,"1"1"0,5-1 338,-2 0 1,3 6 47,-3 3 0,4 7-117,-4 1 1,0 5 56,0-1 0,0-1-95,0 1 1,-2-1 20,-5 1 0,-1 1-119,0-5 1,-5 0-372,-3-4 0,-9 0-115,-8-1 0,-4 0-269,-8-4 0,-6-2-156,-2-5 1,-8-2 335,-4-3 1,-9-2-118,-4-6 1,-3 0-263,-1 0 0,-7-7 659,32 1 0,0-1 0,0 3 0,1-1 0,-4-3 0,0-1 0,-2 0 0,0-1 0,-1-1 0,-1 0 0</inkml:trace>
  <inkml:trace contextRef="#ctx0" brushRef="#br0" timeOffset="96">23918 15007 8148,'24'0'984,"7"0"-739,2 0 1,10 0 61,6 0 0,2 11-518,7 5 0,3 6 863,1 3 0,-3 1-214,-9 3 0,-2-1-149,-3 5 0,-3 3-142,-9 1 1,-8 2-21,-9-10 0,-8 4-335,-3-4 1,-15-2 217,-7-6 1,-12 2 200,-8-2 0,-6-2-139,-6 2 0,-10 2-86,-3 2 1,29-11 0,1 0 249,-30 6 0,0 2 107,0-1 0,1 2-103,3-2 1,10 3 14,11 0 1,10-3 81,11 0 0,8-1-103,4 5 1,13-4-208,8 0 0,5-5 67,3 5 0,-1-6-72,1 1 1,4-2-520,0-1 0,-4-5-266,-4 0 1,-6-5-1352,1 1 196,-2-3 1,-7-6 1917,-3-3 0,-3-9 0,-1-2 0</inkml:trace>
  <inkml:trace contextRef="#ctx0" brushRef="#br0" timeOffset="97">23967 15602 12386,'18'6'2306,"3"2"1,9 3-1673,7 1 0,6 2-662,7 3 0,9-2-1190,3 6 0,4-1 185,-32-8 1,-2 1-1,25 12 1033,-3 0 0,-9 5 0,-8 2 0</inkml:trace>
  <inkml:trace contextRef="#ctx0" brushRef="#br0" timeOffset="98">20804 13928 7951,'8'-8'-1940,"0"-1"2546,-5 7 0,3-9-49,-6 2 1,0 2-48,0-1 0,-2 1-10,-2-1 0,-3-2-163,-5 6 1,-1-4 73,1 4 0,-6 0-99,-3 4 1,-2 9 14,-2 4 1,0 6-107,1-3 1,-1 8-16,0 1 0,1 0-95,4 3 1,3-1-167,9-3 1,-2-3-30,6 0 0,0-6 68,4 1 0,10-7-73,2-5 0,7-3 41,-2-1 0,8 0-255,-5 0 1,7-5 128,-7-4 0,4 0-141,1 1 1,-6-3 75,-3 2 1,-2 4 114,-1 1 0,-5 2 159,0 2 0,-5 2-103,1 2 1,-3 4 358,-1 9 0,-1 2-160,-3 6 1,1 5 209,-5 3 0,1 3-105,-1 1 0,-3 6 52,2 2 0,-3-2-127,-5-2 0,4-2-47,-4-2 1,-1 0-137,2 1 0,-5-8 87,4-5 1,-3-2 202,3-6 1,-5-2-122,2-7 0,2-2 208,1-6 1,-1 0-68,2 0 1,-2-6-126,1-2 0,3-3-96,-2-2 0,2-3-196,2-1 1,-1-5-73,1 2 0,5-4 134,3-1 0,2 1-626,2-1 0,0-6 290,0-2 1,2 3-393,2 1 0,4 2 242,9-2 1,2 2-243,6-2 1,1 5 24,3 3 0,3-1-923,5 5 1693,0 1 0,6-2 0,1-1 0</inkml:trace>
  <inkml:trace contextRef="#ctx0" brushRef="#br0" timeOffset="99">21312 13841 8052,'7'7'1265,"0"0"-805,-3-3 0,-2 3 510,2 5 1,-3 5-572,-1-1 1,-1 12-420,-3 1 1,1 5-1112,-5 3 0,-1 6 285,-3 3 581,-6 2 1,-1 1-1,-6 1 1</inkml:trace>
  <inkml:trace contextRef="#ctx0" brushRef="#br0" timeOffset="100">25084 14139 9298,'-7'0'929,"1"0"1,6-7-888,0-6 1,6-5 32,2-6 0,9-8 14,3-5 0,4-7 97,1-10 0,-1 2-437,1-6 0,1-6 336,-11 30 1,-1-2 0,0-1-1,0-2 20,2-2 1,1 0 0,-3 1 0,-1 1-305,2-4 0,-1-1 0,2 0 0,-1 0 251,-1-1 1,1-1 0,-1-3-1,1 0-63,-3 0 0,0-1 0,1 0 1,-1 1 22,1-3 0,-1 0 1,0-1-1,0 0 0,-2 0 0,0-1 0,1 1 1,0 0 27,-2-2 1,-1 2 0,0 7 0,0 0 60,-1 0 0,-1 1 0,0 5 0,0 0-16,0 0 1,1 1-1,-2 3 1,1 1-46,-2-1 0,0 2 1,1-26 28,-5 2 1,2 6 22,2 2 1,-3-1-340,3-2 0,-1 6 172,1-3 1,-1 5-536,5-1 0,-5-1 306,1 6 1,-2 7 45,-2 9 1,-6 11-319,-2 10 0,-9-2 448,-3 2 0,-4 4-303,-1 4 0,-4 6 340,0-2 1,0 5-461,5 3 1,6-6-161,5 2 711,6-8 0,7 2 0,0-6 0</inkml:trace>
  <inkml:trace contextRef="#ctx0" brushRef="#br0" timeOffset="101">25729 11038 7939,'8'-12'293,"0"-1"661,-5 1-469,3 5 0,-8 1-133,-2 6 0,-4 2 55,-9 2 0,-6 4-134,-6 9 1,-6-2-299,2 6 1,-3-1-142,-1 5 0,-4 4-214,0 0 1,1 0-624,7-4 0,4 0 513,8-1 1,8-4-213,9-4 1,6-8 337,6-3 1,7-10 363,14-3 0,7-8 0,5-5 0,2-1 107,-2 1 1,-2 3 192,2 6 1,-2 5 393,-2 3 1,4 9-163,1 8 0,5 6-340,-2 10 1,5 8-193,-23-15 0,0 2 0,22 23 0,-21-22 0,-1 1 0,2 1 0,-1 1 0,0 0 0,0 0 0</inkml:trace>
  <inkml:trace contextRef="#ctx0" brushRef="#br0" timeOffset="102">23992 16111 6297,'0'0'0</inkml:trace>
  <inkml:trace contextRef="#ctx0" brushRef="#br0" timeOffset="103">26659 13581 8308,'8'-13'0,"1"1"0,-7-1-44,3 1 1,0 0 263,-1-1 37,0 1 1,-2 1-243,2 2 191,-3-2-108,5 5 0,-2-3 259,0 1 334,0 5-73,-4-8-213,0 4 0,0-1 470,0 0-254,0 5-340,0-8 0,-1 10 8,-3-3 1,1 2-259,-5 2 1,-1 2 150,-3 2 0,0 3-108,-1 5 0,-3 4-28,-1 1 1,1 5-87,3-1 1,-3 6 20,-1 2 1,0 4-166,5-4 0,4 0 26,0-4 0,5-4 116,-1-1-179,2-5 1,9-2 7,6-9 0,0-4 106,8-4 1,-4-4 80,3-9 0,-3 2 5,3-6 1,-4 5 104,0-5 1,-2 6-122,-2-2 0,1 5 95,-1 4 1,-4-2-77,1 6 86,-7 0 0,4 5-60,-6 3 1,0 7 157,0 6 1,0 5-19,0-1 1,4 2-30,0 2 0,0 5 86,-4 3 0,0-1-83,0 1 1,0-4 139,0 4 1,0-4-147,0 4 0,0-5 119,0 0 0,-4 3-96,0-2 1,-1-3 31,0-1 0,4-7-64,-3 6 0,-2-6 11,2 3 0,-5-4-107,0 3 1,0-5 112,0 2 0,-2-3 0,3-2 0,-4-4-8,-5 1 0,3-7-18,-2 3 0,2-4-8,2-1 0,-2-1-8,-3-4 0,4-1 2,-4-7 1,3 1 46,2-1 0,1-3 73,3-1 0,-2-3-302,6 3 1,0-1-297,4 2 0,0 2 195,0-3 0,5 2-96,3-1 0,5 6 132,3-2 1,-2 2 52,3-3 1,1 2-100,-2 3 0,2-1-176,-1 4 0,-2-4-763,5 0 1,-3 3 492,4-3 1,-5 7-1009,5-3 0,-2-1 1663,2-3 0,2-2 0,-3-1 0</inkml:trace>
  <inkml:trace contextRef="#ctx0" brushRef="#br0" timeOffset="104">27093 13208 8308,'0'-6'280,"0"-5"1,0 8 298,0-5 636,0 5-280,0-3-483,0 6 0,0 7-141,0 6 1,-1 0-301,-3 8 0,1 0-183,-5 4 0,0-1-277,-5 1 1,6 0-358,3 0 1,-1-5 148,0 1 657,1 0 0,-1 4 0,-2-1 0</inkml:trace>
  <inkml:trace contextRef="#ctx0" brushRef="#br0" timeOffset="105">27329 13295 11529,'12'0'255,"1"0"0,1 0-1090,2 0 1,3 0 487,6 0 0,-1 0-851,-4 0 1,4 0 123,-4 0 1074,-2-5 0,6-2 0,-5-5 0</inkml:trace>
  <inkml:trace contextRef="#ctx0" brushRef="#br0" timeOffset="106">27664 13122 8308,'-11'1'435,"3"3"0,-3-1 264,2 5 1,0 2 332,0 6 1,-2 0-957,3 4 1,-3 5 1,-1 4 1,-1 1-1566,1-1 1,4-1 285,-1 5 1201,1 0 0,-4 4 0,-1 0 0</inkml:trace>
  <inkml:trace contextRef="#ctx0" brushRef="#br0" timeOffset="107">26014 13457 8308,'-4'-9'-339,"0"1"0,0 0 374,4-5 1159,-6 1-366,-1 0-484,-5 5 1,-1 3 22,1 8 0,-5 8-110,1 9 0,-2 4 184,2 3 1,-2 4-185,-3 5 1,3-4-155,6 1 1,1-7-76,2 2 1,0-3-267,4-1 0,7-10-108,6-2 0,5-9 225,3 0 0,-1-10-84,6-6 0,0-2 122,3-7 1,-4 5 256,-4-5-180,4 6 0,-7-1 119,4 7 1,-7 4-36,-2 5 1,-5 1-15,1 3 0,-2 7-170,3 6 0,-4 6 153,3 2 0,-3 5-286,-1 8 1,0-4 79,0 3 0,0-1-54,0 10 0,0-5 85,0 4 0,0-3 57,0 3 1,-1-3 14,-3 3 0,-3-9-4,-5 1 0,-1-8 133,1 0 0,-5-3 269,1-1 0,-1-6 194,5-2 1,-2-5-203,-2-4 0,2 2 92,-3-6 1,5-1-122,4-7 0,-4-3-212,4-5 0,-7-2-83,-2-3 1,1 2-388,4-6 1,-1 1 205,1-5 0,-1 0-56,1 0 1,5 0-303,3 1 0,3 0 176,1 4 1,0 0-259,0 4 1,1 2 160,3-3 0,7 8-403,6 1 1,5 1 852,-2-2 0,9-2 0,3 4 0</inkml:trace>
  <inkml:trace contextRef="#ctx0" brushRef="#br0" timeOffset="108">3362 10592 8308,'0'-13'383,"0"1"1,0-1 669,0 1-422,0 0 620,0-1-292,0 6-403,0 2 0,0 6 2,0 3 0,0 9-166,0 7 1,0 5 58,0 4 0,0 7-409,0 5 0,0 10 34,0-1 0,4 9-283,0 3 1,-2-27 0,0 2 399,-1 2 0,-2 0-550,1 6 1,0 0 0,0-4 0,0 1 323,0 3 0,0 1 0,0-1 0,0 1-167,0-3 1,0 0 0,0-3 0,0-3 32,0 26 0,0-14 0,0-12-212,0-6 1,2-12-572,2-7 253,-3-5 163,10-7 0,-8 0-555,5 0 952,-5 0 1,7-5-622,-6-4 1,4-2-714,-4-1 1471,0-6 0,-4-1 0,0-6 0</inkml:trace>
  <inkml:trace contextRef="#ctx0" brushRef="#br0" timeOffset="109">3399 10728 8308,'0'-25'501,"0"5"-228,0-1 1,0 4 4,0-3 0,1 0 108,4 0 449,-4 2 1,6 5 83,-3 1 264,-3 0-191,5 5-581,-1 1 0,1 12 0,4 2 44,-2 3 0,0 8-136,5 6 0,0 1-266,4 7 1,-3 2 130,2 6 0,2-1-111,-1 6 0,3 5-104,-3 6 0,-1 0-280,-3 1 1,-1 0-91,1 4 0,-5 4 0,-1-1-52,-2-5 298,-1-3 0,1-9-107,-1-3 1,0-6-247,-4-6 741,0-11 1,1 2 255,3-12-301,-2-5-209,9-2 0,-9-6 94,7-3 1,-5-2 317,4-2 1,-5-3-177,1 3 0,2-7 425,-2-2 1,4-5 99,-4 1 0,4-2-102,-3-2 0,0 2-1852,-1 2 0,-2-2 620,2 2 1,-2-2 486,3-2 1,-4 0 0,4 0 135,1 0 1,-3 1-12,5-1 0,-1-4-140,1 0 0,3-1 87,-3 1 1,3-6-306,2-2 162,-6-9 0,4 13-51,-3-8 182,3 2 1,2 4 164,-1 2 1,-4 2-141,0 6 0,-3 5 1,1 0-165,0 3 753,-2 6 0,-2 4 121,2 3-33,-3 2-458,5-3 1,-6 6-161,0 3 0,4-1 1,1 5-55,2 2 1,-3 2 90,4 5 0,-3 3-69,3 9-36,-5 3 0,6 5-84,-5 0 1,1 10-530,-5 3-72,5 8 1,-4-2 412,4 6 0,-4 0-11,-1 0 0,0-4 102,0 0 0,0-12-27,0-5 0,0-8 0,0-10-323,0-2-288,5-3 0,2-11-145,6-3 1,-5-3 397,0-1 1,1 0-1529,3 0 2239,0-5 0,6-8 0,2-6 0</inkml:trace>
  <inkml:trace contextRef="#ctx0" brushRef="#br0" timeOffset="110">4342 11348 8308,'-1'13'898,"-4"-1"0,4 0 249,-3 1 0,-2 3-501,2 1 1,-1 3-97,1-3 1,2 1-1,-2-3-42,3 2 0,1-1-445,0-3 1,5-2-138,3-3 1,1-3 203,3-5 0,-2-2-429,6-7 0,4-4 240,0-12-137,-2 0 1,4-4-320,-5 0 1,3-4-88,-3 4 406,-6 0 0,-1 6 48,-6 2 0,0-1 2,-4 5 1,-1 1 275,-4 4 0,-3 5 0,-7 3-146,-2 2 0,-5 4 551,2 2 1,-4 4 134,0 8 1,3 0-285,0 4 0,2 1-995,-2 4 1,3-5 351,6 1 0,4 0-1585,-1 4 1,7-5 932,-3 1 0,4-5-1097,1 5 2006,0-6 0,6 9 0,0-5 0</inkml:trace>
  <inkml:trace contextRef="#ctx0" brushRef="#br0" timeOffset="111">4640 11212 8308,'7'0'738,"4"0"0,-5 1 315,7 3 0,-6-1-203,-3 5 0,1 1 380,0 3 1,3 2-700,-4 2 1,0 4-37,-4 4-1006,0 1 1,0 5 423,0 4 1,0-4-25,0-1 1,0-4 134,0-5 1,1 2 119,4-5-128,-4-6 0,4-8-71,-5-12 1,5 0-140,-1-12 1,5 0 198,0-3 1,2-3-728,1-2 0,2 2-352,2-6 1,-2 5 564,3-1 1,1 3-1206,-2 1 1,5 1 207,-5-1 1506,1 5 0,1-3 0,1 4 0</inkml:trace>
  <inkml:trace contextRef="#ctx0" brushRef="#br0" timeOffset="112">5111 11175 8308,'0'12'530,"-4"0"179,0 1 0,0 1 1031,4 2 1,-5-1-854,1 6 1,0 4 1301,4 4-1460,0 5 0,0 3-178,0 9 0,0 7 254,0 5-975,0 9 0,0-29 0,0 2 206,0 3 0,0 1 0,0 6 1,0 0-360,0 2 1,0 0-1,0 0 1,0-1 289,0 1 1,0 0 0,-2-3-1,0 1 1,0-2 0,0-1-414,1-1 1,-1-1-1,0-7 1,-1 0-243,-1 28 0,-5-10-804,5-10 1,-4-8-136,4-5 1,-2-15 866,2-1 1,3-13-99,-3-4 0,4-12 16,4-13 842,3-11 0,5-8 0,0-6 0</inkml:trace>
  <inkml:trace contextRef="#ctx0" brushRef="#br0" timeOffset="113">5061 11621 8308,'-8'-29'0,"0"0"0,5-1 837,-1 1 0,4 0-489,4 0 0,7 1 1093,6 12 1,6-1-844,2 5 1,5 1 0,6 3-238,-3 4 1,3 2-495,-3 2 1,2 6 178,-2 2 0,-9 4-290,-7 5 0,-7 4-48,-2 7 1,-7 0-384,-1 5 1,-7 0-282,-9 4 0,-3 5 330,-6-1 0,-4 5 376,0-5 0,-4-4 22,4-4 1,-2-7 0,4-1-544,-2-7 1,1-6 42,8-3 728,-4-9 0,11-18 0,-5-8 0</inkml:trace>
  <inkml:trace contextRef="#ctx0" brushRef="#br0" timeOffset="114">5682 10926 8308,'0'-6'1693,"0"1"0,-2 10 500,-2 3 0,-3 10-1260,-5 7 0,-5 12 151,1 12 0,-2 9-764,9-23 1,1 1 0,1-1-1,1 1-409,-3 5 1,1 1 0,3-3 0,2-1-3,0 2 0,2-1 0,-1 31-53,2-4 0,6-19-322,2-10 0,9-11 340,3-9 1,1-2-1322,4-11 1,-7 0 609,6-4 1,-2 0-3308,3 0 4144,0-5 0,5-2 0,2-6 0</inkml:trace>
  <inkml:trace contextRef="#ctx0" brushRef="#br0" timeOffset="115">6339 11224 8308,'0'-12'464,"0"-1"-387,0 1 1,0 0 619,0-1 0,6 5-10,2 0 0,8 1-226,5-2 0,8 3-358,4 1 1,3 5 169,1 0 1,2 6-224,2 6 1,-4 6 187,1 3-192,-7 8 1,-7 3-94,-4 5 0,-3 4 1,-9 2-514,-4 1 0,-2-3-82,-2 5 1,-6-6-303,-2 1 1,-2-13-159,2-8 672,3-10 0,6-10-655,3-8 1085,8-9 0,2-8 0,4-6 0</inkml:trace>
  <inkml:trace contextRef="#ctx0" brushRef="#br0" timeOffset="116">6910 11088 8308,'-13'0'-336,"1"0"1,-5 5 1573,1 3 1,-2 4-526,1 0 1,-3 6 461,-9 2 1,1 8-438,-5 1 1,0 10-227,-4-2 0,4-1-1321,0-3 1,7 0 595,1 4 0,5-1-569,8-3 0,5 3 594,3-3 1,3-2 187,1 3 0,5-7 0,2 3 0</inkml:trace>
  <inkml:trace contextRef="#ctx0" brushRef="#br0" timeOffset="117">7170 11447 8308,'0'13'1011,"0"-1"239,0 1 0,0 0 657,0 4 1,-5 1-925,-3 2 0,-4 4-917,0-3 0,4 2 46,0 2 0,1-5-1653,-2 1 1,4-6 971,5 2 0,5-5-891,4-3 1,3-4 1459,5-5 0,7-11 0,8-3 0</inkml:trace>
  <inkml:trace contextRef="#ctx0" brushRef="#br0" timeOffset="118">7667 10976 8308,'0'-12'2146,"0"5"-718,0 1 0,-2 9-661,-2 5 0,1 12 962,-5 13 1,-2 8-819,-6 4 1,2 5 132,-3 4 1,5-3-555,4 3 0,2-5-1591,6-3 0,2-9 569,2-8 0,8-10 277,9-7 0,2-6-966,2-10 1,1-7 551,3-6 1,-4-5-647,0 2 1,0-4 563,-5-1 1,4 1 410,1-1 0,-2 3 39,-2 5 0,-3 2 352,-6 11 1,0 0 50,1 4 1,-2 5 47,-3 4 0,2 7 700,-6 5 1,1 6-345,0 2 0,-4 6 585,3-2 0,-3 7-372,-1 1 0,0 10 114,0-1 1,-5 2-488,-3-2 1,1 3 118,-1 1 1,-1 3-128,-3-8 1,-1 4-42,1-8 0,0-1-204,-1 2 1,5-2 98,0 1 0,1-3-412,-1-9 1,-4-9 227,4-7 0,-3-9-713,-1-4 0,-1-4 359,1-4 1,0-4-875,-1-9 1,-5-2 149,-2-6 0,0-1-486,0-3 1,-2-4-562,-7-8 1,1-3 530,-5-6 1317,5-5 0,11 24 0,-1 0 1,2-4-1,0 1 0</inkml:trace>
  <inkml:trace contextRef="#ctx0" brushRef="#br0" timeOffset="119">8225 10988 8308,'20'13'388,"1"-1"0,5 1 613,-5-1 1,7 6 245,0 3 0,1 8-588,-4 4 0,0 3-191,0 1 1,-6 1-145,-2 4 0,-8-4-347,0 4 0,-7-4 128,3-1 0,-10 2-1179,-3 2 1,-8-4-903,-5 1 1,-4-2 1073,-4-8 1,-3 1-916,-5-4 1817,0 0 0,0-6 0,0-1 0</inkml:trace>
  <inkml:trace contextRef="#ctx0" brushRef="#br0" timeOffset="120">8981 11373 7892,'-8'1'508,"0"3"0,4-2 136,-4 2 502,5 3 0,-1-4-512,8 5 1,3-5-119,5 1 1,2-3-58,2-1 1,5 0-38,8 0 0,-3 0-279,3 0 0,1-1-193,-1-3 1,6 1-643,-2-5 0,1 1 518,0-2 0,0-2-970,-5 3 1,0 1 492,-4-1 1,-2 5-1979,-2-1 2629,2 3 0,-3 1 0,4 0 0</inkml:trace>
  <inkml:trace contextRef="#ctx0" brushRef="#br0" timeOffset="121">9019 11770 7892,'-4'-8'793,"-1"-1"0,-4 7 242,1-3 456,2 4-537,0 1-684,6 0 0,7 0-55,6 0 1,5 0-270,7 0 1,1 0 91,3 0 0,2 0-737,7 0 1,-1 0-292,0 0 1,0 0 531,0 0 0,5 0 458,-1 0 0,0 0 0,-3 0 0</inkml:trace>
  <inkml:trace contextRef="#ctx0" brushRef="#br0" timeOffset="122">10172 10864 7892,'0'-31'0,"0"2"0,0-1 610,0 1 0,0 1 318,0 7 1,0 3-398,0 6 0,-1 5-239,-3 3 0,1 4-63,-5 4 1,0 9 111,-5 7 1,-3 6-113,-1 7 1,-5 2-185,1 10 1,-2 1 108,-2 3 1,2 5-560,2 0 1,-2 1-404,2-1 0,4-7 441,5 2 1,1-13 67,7-3 0,0-7 46,4-5 1,1-9-20,3-7 1,3-4 26,5-1 1,1 0 262,-1 0 1,-1 1-56,-2 3 0,2 3 242,-3 6 1,2 5 505,-2 2 1,1 4-466,-4 1 0,0 5 317,-1 3 1,2 8-243,2 5 1,-1-2-166,-3 1 0,-1 1 65,5 3 1,-5 4-490,1-4 1,1-2 199,0-10 0,3-5-1356,-4-3 0,4-4 173,-4-4 1251,6-9 0,-9-1 0,5-4 0</inkml:trace>
  <inkml:trace contextRef="#ctx0" brushRef="#br0" timeOffset="123">10917 11361 7892,'-18'-25'321,"3"0"175,-6 0 0,4 3-35,-3-3 0,5 9-186,-2-5 0,2 10 315,-2 3 0,4 6-181,-4 2 1,3 11-151,2 10 1,-1 8-98,1 4 1,0 3-135,-1 1 0,2 0-315,3 1 1,2-5 264,6 0 1,0-10-115,0 2 1,3-10 57,5-3 1,2-6-213,11-10 1,-1-3 75,5-5 1,0-6-19,0-3 0,-4 3 148,-1 2 1,0 7 22,0 5 0,2 3 157,-5 1 1,-1 7-91,-3 5 0,-1 7 209,1 10 1,-2 8-82,-3 9 0,3 2-2,-3 2 0,-2 4-102,-2-1 0,1-3 423,-1-5 1,1-1-22,-5 2 0,-2-1 60,-2-7 0,-3 0-243,-5-9 1,-1 0-2,1-4 1,0-6-376,-1-2 0,-1-9 122,-2-4 0,1-2-204,-6-2 1,0-2 138,-4-2 0,5-4-822,-1-9 1,5-3 362,-5-9 1,6-4-618,-2-9 1,9-2-181,4-6 0,2 1 784,2-1 1,2 2 541,2 3 0,8-4 0,8 5 0</inkml:trace>
  <inkml:trace contextRef="#ctx0" brushRef="#br0" timeOffset="124">11537 11125 7892,'6'-7'2400,"-5"2"-1713,-7 21 1,-7 1-47,-12 16 1,0 1 136,0 7 0,0 4-265,1 4 1,-5 6-58,0 3 0,5-3-407,8-1 1,7-7 52,5-2 0,3-9-414,1 1 0,7-13 228,5-4 0,6-10-596,7-6 1,1-4-307,3-4 1,-1-4 445,5-9 0,-6 2-1913,2-6 1617,-3 1 1,-2-5 835,-3 0 0,-1 0 0,-5 1 0,1-1 0,0 0 0</inkml:trace>
  <inkml:trace contextRef="#ctx0" brushRef="#br0" timeOffset="125">11413 11447 7892,'-18'0'430,"4"0"-172,-2 0 969,7 0 1,4 6-519,5 2 0,5-1 421,4 1 1,7-4-534,5 5 0,8-7-522,4 3 1,0-5-428,4-5 1,-2-1-593,6-7 0,-2 1-263,-2-1 0,1-5 408,4-2 799,-4-4 0,5-6 0,-6-2 0</inkml:trace>
  <inkml:trace contextRef="#ctx0" brushRef="#br0" timeOffset="126">12343 10765 7799,'-1'-12'0,"-3"-1"0,-4 2 1164,-9 3 1,3 3-587,-2 5 1,-5 8 1160,-4 8 0,0 9-600,-4 12 0,-1 2-169,1 2 1,2 9-529,6 8 1,-1 2-75,5 3 0,2 3-440,7 0 1,2-4 117,6-4 1,0-7-109,0-2 0,6-6-134,2-10 0,5-8-169,3-9 1,-2-7-690,2-5 0,2-3 473,-1-1 0,4-5-864,-5-4 1,5-6 721,-5-1 0,1-5-1037,-5 5 0,-1-7 44,-2 3 1716,-4-4 0,-5 0 0,0-1 0</inkml:trace>
  <inkml:trace contextRef="#ctx0" brushRef="#br0" timeOffset="127">12095 11299 7799,'-11'12'0,"3"0"0,2 1 0,6-1 0,2-4 0,2 1 0,3-7 2627,5 3 1,6-4-1162,3-1 0,4-7-1213,4-5 1,-3-1-608,3-3 0,-3-2-1581,-1 1 0,0-3 1082,-1 3 0,-6 1-651,-5 3 1,-2 1 378,-7-1 1125,0 6 0,-4-4 0,-6 16 388,-2-1 1,-3 7-94,-1 5 1,-1-1 64,1 6 1,4 1 1066,-1 7 0,1-3-538,-4 3 1,3 1 375,1-1 1,4 6-639,-4-2 1,5-3-500,-1-1 0,3-3 50,1-1 0,0 0-1342,0 0 0,1-5 412,3 1 0,3-6-25,5 2 0,1-5-2483,-1-3 3260,1-4 0,4-10 0,3-2 0</inkml:trace>
  <inkml:trace contextRef="#ctx0" brushRef="#br0" timeOffset="128">12815 10567 7787,'-4'8'978,"-1"0"1,-3-4 79,4 5 0,-1 0 556,0 8 0,3 6-643,-7 6 0,7 11-460,-2 2 0,-2 11-78,2 9 0,0-26 0,0 1-485,2 4 1,-1 1 0,-2 1-1,-1 1 7,0 1 1,0 1 0,0-2 0,0 0 77,-2 2 0,-1-1 0,0-1 0,0 0-440,1 0 1,0-1 0,-1-2-1,1 1 35,1-1 1,2 0 0,0-2 0,1 0-241,0 0 1,0 0-1,3-2 1,-1-1-1393,-2 30 0,3-9 1084,1-12 1,5-6 919,4-2 0,4 3 0,3-7 0,-1-3 0,1-2 0</inkml:trace>
  <inkml:trace contextRef="#ctx0" brushRef="#br0" timeOffset="129">13906 11137 7802,'6'-7'-1293,"-5"1"1034,3 1 1,-1 0 1222,1-3-54,-2-3-514,3 4 0,-5-6 110,0 1 1,0 4 227,0-1-325,-5 1 0,3-4-97,-2-1 1,-1 5 25,1 0 0,-5 4-62,5-5 0,-5 7 210,0-3-335,-2-1 1,-5 10-86,-1 0 0,-1 11 47,2 6 0,1 8 93,-6 4 1,4 8-154,-3 4 0,4 2 35,0-1 0,6-3-426,2-6 0,5-6 183,-1-2 1,4-8-80,4-4 0,3-9 22,6-4 1,3-8 121,1-4 1,3-9 11,-3-4 0,4-2 11,-5-2 1,2 0-66,-1 1 0,-5 3 59,0 0 1,1 10 30,-5-1 1,-1 4 7,1-1 141,0 4 1,3 6-102,-2 3 0,0 3 319,-4 6 0,3 3 83,-4 1 1,4 5-190,-4-2 1,5 4 88,-5 1 0,5 3-88,0 1 0,-2 6-63,1-2 0,-5 4 49,1 4 1,-3 2-216,-1 3 1,0 1-24,0-6 0,-4 2-50,0-2 1,-6-7 237,2 4 0,-3-9-38,-2-1 0,0 0 6,-4 1 0,3-7-51,-2 3 0,2-3-77,2 3 0,-2-2 111,-3-2 0,2-3-52,-6-6 1,5-5 91,-5-3 0,5-4-2,-5-4 1,6-3-191,-2-5 1,-1-6 123,2-3 0,1-2-127,6-2 0,0 0 75,5 0 1,0 6 151,4 2 0,0 2-107,0-1 1,5 2-73,3-3 1,3 4 20,2 0 1,1 1-79,2-1 1,3-3-247,6-1 0,0-1 117,0 2 1,0 1-643,-1-6 0,1 6 364,0-2 0,-2 4-610,-2 0 0,-3 1 482,-6-1 1,1 7-1163,-1 1 1754,-5 4 0,-7 7 0,-7 0 0</inkml:trace>
  <inkml:trace contextRef="#ctx0" brushRef="#br0" timeOffset="130">14353 10864 7802,'0'-6'729,"0"-5"249,0 9-576,0-3 0,1 10-138,4 3 0,0 9 106,3 4 1,5 3-40,-1 5 1,1 2-227,3 2 0,-2 3 68,-2-3 0,1 7-509,-1 1 0,-1 0 257,-3-3 1,2-7-935,-6-2 0,4-4 462,-3-4 1,4-3-513,-1-6 1,2-7 267,-2-5 795,3-5 0,-4-13 0,6-1 0</inkml:trace>
  <inkml:trace contextRef="#ctx0" brushRef="#br0" timeOffset="131">14725 10902 7802,'-7'-18'0,"-2"8"501,5-2-347,-6 8 1,3-2 631,-5 6 1,-1 6-278,1 2 0,-2 8-81,-3 5 0,2 7-159,-5 1 0,-1 5-313,-4-1 0,0 7-191,0 1 0,-3 2-245,-1-2 1,4-2-98,4 2 0,2-6 327,-2-2 0,3-10-924,6 2 0,5-8 1174,3-1 0,-3-8 0,0-2 0</inkml:trace>
  <inkml:trace contextRef="#ctx0" brushRef="#br0" timeOffset="132">14725 11038 7802,'6'-7'1893,"-1"0"-1304,3 3 0,4 3 51,-4-3 1,3-2-237,1 2 0,5-4-478,-1 4 0,6-5-353,-1 5 1,1-4-544,-1 4 1,1 0-465,-6 4 1,1 0 1433,-5 0 0,-5 0 0,-1 0 0</inkml:trace>
  <inkml:trace contextRef="#ctx0" brushRef="#br0" timeOffset="133">14787 11187 7802,'0'7'2164,"0"4"1,2-10-1572,2 3 0,8-2-187,9-2 0,4 0-156,4 0 0,0-4-625,8-1 0,-1-4-248,9 1 1,1-8-623,3 0 0,1-5 992,-1 5 0,-4-6 0,-3 2 0</inkml:trace>
  <inkml:trace contextRef="#ctx0" brushRef="#br0" timeOffset="134">15445 10802 7802,'-11'13'0,"1"-1"632,-11 1 0,6 5-437,-1 2 0,2 9 1711,1 4 0,2 7-910,3 2 0,3-1-388,5-4 1,1-5-602,3-3 0,3-4 36,5-5 0,2-3-546,3-9 0,2-2 398,6-6 0,-2-2-862,-2-2 1,2-7 471,-2-6 1,3-5-384,0 2 0,-3-4 358,0 0 1,-6-1 385,1 0 1,2 0 131,-1 0 1,-1 6-100,-3 2 1,-2 4 1160,-3 0-846,3 6 0,-8 2 691,5 5 1,-5 10-359,1 2 0,-4 13 296,-4 0 1,1 8-337,-5 0 0,4 8 123,-5 4 1,1 5-357,-4 4 0,-1-2-321,1 6 0,0 0 65,-1 4 1,1 0 80,-1 0 0,1-1-124,0-3 0,1-3 106,2-6 0,2 1-621,3-1 0,1-6 175,-5-6 1,4-12 54,-4-12 0,0-2-150,-5-7 0,1 0 159,-1-4 0,1-4-225,0 0 1,-1-7 431,1-2 0,-1-5-437,1-7 0,-1-5 163,1-3 0,0-12-813,-1-5 0,5-9 92,0-3 785,5-6 1,-2 29 0,-1-2 0,2 1-1,1-1 1</inkml:trace>
  <inkml:trace contextRef="#ctx0" brushRef="#br0" timeOffset="135">16015 10319 7745,'13'-20'1131,"-1"4"0,1-2-337,-1 1 1,4 1-316,1 4 1,1-1 123,-2 1 1,0-1-242,4 1 0,-5 5-292,2 3 0,-3 3 58,-2 1 1,1 5-97,-1 3 0,-5 5-69,-3 3 0,2 4-52,-2 4 0,-2 3 10,-6 1 0,-3 6 10,-5 7 0,-2 4 161,-2 9 0,-4-3-314,-4 3 1,3 1 628,0-1 1,6-1-133,-1-3 0,3-7-142,5-6 0,2-7-50,6-9 1,0-3-112,0-6 0,6-1-181,2-2 1,3 0 132,2-5 1,-1 2-73,0-2 1,1 2 266,-1 2 0,1 3-254,-1-3 1,-4 4 58,1 5 1,-3-3 114,3 2 1,0 2 18,-5-1 0,1 5 89,-5-2 1,4 0 13,0 0 1,0 3-144,-4 5 0,-1 0 293,-3 5 1,1 0-75,-6 4 1,1 2-93,-4 2 1,-1-1-15,1 6 1,0-1-148,-1 5 0,2 5-320,3 3 0,-3 2-128,3 2 1,1-11-2,-2-5 0,7-12 198,-2-5 1,1-8-1899,-1-4 1,-3-4 2164,-6 0 0,1-1 0,0 0 0</inkml:trace>
  <inkml:trace contextRef="#ctx0" brushRef="#br0" timeOffset="136">3573 8496 7745,'-17'-11'499,"1"2"0,-5 0-117,4 5 0,1-1 76,4 5 1,-2 2-22,-3 2 0,3 8-117,-2 9 1,2 4-239,2 4 0,-1 0 131,1 8 1,1 3-52,3 9 1,-2 2-13,6 3 1,0-1-164,4 4 0,0-3 227,0 4 0,4-7-59,0-1 1,6-2-97,-2-7 0,3 2 28,1-2 1,1-8-78,-1 0 0,0-6 90,1-7 0,5-2-74,2-5 0,4-7 56,1-1 0,4-5-242,0-5 0,6-11 45,3-9 1,0-12-122,8 0 1,-6-10-452,1-3 0,2 1 379,-2-5 0,-5 3-240,-7 1 1,-4 1 161,-5-1 0,1 2-6,-8 2 0,-5 2 191,-12 3 0,-9 2 134,-7-2 0,-5 0-82,-4 3 1,-3 4 347,-5 9 0,-4 3 404,-1 6 1,2 0-349,7 12 0,-1 2-4,5 6 1,0 4-29,4 9 0,-3-2-675,4 5 1,2 1 477,9 4 1,1 4-541,-1 0 0,2 5 326,3-1 0,-2 3 188,6 1 0,-5 6 0,2 1 0</inkml:trace>
  <inkml:trace contextRef="#ctx0" brushRef="#br0" timeOffset="137">4305 8434 7745,'7'-21'-5,"-3"0"0,1 6 683,-1-1 0,2 2-226,-2 1 0,-1 9 71,5 8 0,-5 9-134,1 12 0,-3 9-13,-1 3 0,-1 10-30,-3 3 1,-3 3-164,-6 5 1,1 6-193,0-6 1,2 5-224,-2-5 1,2 7-196,-7 1 1,4-1 300,0-8 1,2-8-184,3-12 1,-2-11-9,6-9 136,0-9 1,8-4-59,0-8 1,7-3 305,2-5 1,1-1-88,6 1 0,-3 1 245,3 2 1,0 0-147,0 5 0,4 0-21,-4 4 0,-2 0 219,-1 0 1,-5 5-106,-3 3 0,0 3 72,-5 2 0,1 1-35,-5 2 1,-2-2 138,-2 2 0,-3 2-134,-5-1 0,-6-1-40,-3-3 1,-2-1-490,-2 1 1,0-2 189,0-3 1,2-3-738,2-5 0,3 0 429,6 0 0,1-1-841,3-3 0,2-9 477,6-7 0,6-5 797,2-4 0,3-3 0,1-5 0</inkml:trace>
  <inkml:trace contextRef="#ctx0" brushRef="#br0" timeOffset="138">4664 9103 7745,'6'9'331,"2"-1"0,3-4 486,2 4 0,-2-4-177,-3 5 0,3-1-241,-3 4 1,3 1 36,2-1 1,-5 2-125,0 2 1,0 0-300,5 4 0,-2 2 80,-3 7 0,2 3-184,-6 5 0,4 6 130,-4 2 0,1 10-330,-5 7 1,-5 2 343,4-29 1,-2 0 0,-8 31-43,5-31 0,0 1 1,-1-1-1,0 0 356,-3 2 1,-1 0-1,-8 27-26,-2-6 1,-1-13 100,6-8 1,-1-6 300,5-11-1062,-1-7 1,2-11 271,3-10 1,3-6-1290,5-10 0,-5-8-971,1-5 1,0-7 1227,4-10 1,-5-3 1078,-4-5 0,0-5 0,4 32 0,2-1 0,0 0 0,0-1 0</inkml:trace>
  <inkml:trace contextRef="#ctx0" brushRef="#br0" timeOffset="139">4689 8830 7745,'20'-5'508,"-4"-3"0,-2 1-254,-2-1 1,2 1 547,3-2 1,-4 0-399,4 5 0,1-5-391,-2 5 1,5 0-1335,-4 4 1,5 0 127,-2 0 1193,4 6 0,1 0 0,-1 7 0</inkml:trace>
  <inkml:trace contextRef="#ctx0" brushRef="#br0" timeOffset="140">5582 9227 7745,'6'-7'1783,"2"-2"-1528,9 5 1,8-2 720,8 2 0,8 1-479,4-5 1,4 4-998,0-4 1,2-1-309,3-3 1,-8 5-571,-1 3 1,-6 3 1377,-6 1 0,-3 0 0,-5 0 0</inkml:trace>
  <inkml:trace contextRef="#ctx0" brushRef="#br0" timeOffset="141">5744 9525 7745,'-13'12'2363,"8"-5"-1404,5-3 1,11-2-389,9-2 1,11 0-31,6 0 1,8-10-160,13-2 1,7-9-661,-26 11 0,1-1 0,0 0 0,1-1-60,2 0 1,1-1 0,-1 1 0,-1 1-430,0 0 1,-1 1 0,-1 1 0,0 0 766,-3 3 0,0 0 0,1 0 0,-1-1 0,0 1 0,0 0 0</inkml:trace>
  <inkml:trace contextRef="#ctx0" brushRef="#br0" timeOffset="142">7319 8434 7784,'14'0'1592,"2"0"1,0 12 245,4 9 1,2 9-867,7 11 1,4 13-627,-12-24 0,0 2 0,-2 5 0,0 0-1289,2 0 1,0 1 1156,-2 3 1,0 1-1,1-2 1,0 0-1,-1 0 1,-1 1 46,-1-4 1,-2 0 0,-1-2 0,0-1-744,11 28-5,-6-5 0,4-4 1,-3-9-272,-1-6 1,0-4-1612,-2-9 1664,-3-3 0,9-11 1,-4-3-1062,1-4 1,4-5 1765,1-7 0,0-6 0,5-11 0</inkml:trace>
  <inkml:trace contextRef="#ctx0" brushRef="#br0" timeOffset="143">8498 8545 7805,'-25'13'245,"-4"5"0,0 2-16,1 4 0,-5 7 1994,-4 7-1991,-6 4 0,16-15 0,-1 0 0,0 1 0,-2-1 245,0 1 0,0 1 0,-2 0 0,0 1-1308,-1 3 0,0 0 945,-1-2 1,-1 1-1,-4 6 1,0 0-1,-1-2 1,0 0-133,-1 0 1,0 0-1,-2 1 1,0 1-420,-3 2 0,1-1 164,-1 0 1,1 0 0,0 0 0,0 0 0,2-2 0,1 1-188,3-1 1,0-1-1,2-2 1,0-1-328,3 0 0,2 0 0,1-2 0,1 0 787,3-2 0,0 0 0,0 0 0,-1-1 0,2 0 0,1 0 0,2 0 0,2 1 0,-16 29 0</inkml:trace>
  <inkml:trace contextRef="#ctx0" brushRef="#br0" timeOffset="144">9093 8012 7022,'-65'-15'0,"1"1"0,-2-1 0,-1 1 0,20 4 0,-1 0 0,0 1 175,-3 0 0,0 1 0,0 0 0,-1 1 0,-1 1 0,-1 0-669,-3 0 1,-1 1-1,0-1 1,-1 2-1,0-1 1,-1 1 450,-3-1 1,-1 1 0,1 0 0,-2 0 0,0 0 0,0 0 34,-2 0 1,-1-1-1,1 1 1,1 1-1,0 1 1,1-1-35,-3 0 1,1 1 0,-1-1-1,0 1 1,0-1 0,0 1-117,15 0 1,-1 0 0,0 0 0,0 0 0,-1-1 0,1 1 0,-1-1 0,0 1 142,-2 1 0,0 0 1,0 0-1,0 0 0,1-1 1,0 0-1,0 0 0,0 0-58,-1 0 0,0 1 0,0 1 0,0-1 0,0-1 0,-1 1 0,0 0 0,0 0 88,-1 1 0,0 0 0,0 0 0,0 0 0,-1 1 0,-1-1 1,0 0-1,0 1-25,-1 0 1,-2 0 0,1 0 0,0 0 0,2 0 0,1 1 0,0 0 0,0 0-129,-1 0 0,0 1 0,0 1 0,0-1 0,0 1 0,1 1 0,-1-1 1,0 1 152,-1 0 1,-1 0 0,-1 0 0,1 1-1,-1 0 1,0 2 0,0-1 0,0 1-8,0 0 0,0 0 1,0 0-1,-1 1 0,0 0 1,-1 0-1,0 1 1,0 0-34,2 1 1,0 1 0,0-1-1,0 1 1,-1 0 0,0-1 0,1 1-1,-1 1 21,-2 2 1,1 0 0,0 1 0,0 0 0,1 0-1,0 0 1,1 0 0,0 1-4,2 1 1,-1 0 0,2 1-1,-1 0 1,1 2 0,1-1-1,0 2 1,1-1-23,3 1 0,0-1 1,0 1-1,1 0 0,0 1 1,1 1-1,0 0 1,1 0-17,-1 0 0,1-1 1,0 1-1,2 0 0,1 1 1,1 1-1,1 0 1,0 1-10,-10 8 1,0 1-1,1 0 54,11-9 0,0 0 0,0 1 0,2 0 0,-8 11 0,2 0 0,0 1 0</inkml:trace>
  <inkml:trace contextRef="#ctx0" brushRef="#br0" timeOffset="145">285 14970 1833,'67'21'-19,"0"0"1,0-1-1,0 1 1,0 0 0,-11-3-1,0 0 1,0 0-1,0 0 1,0 0 0,-1 0-1,10 3 1,0 0-1,0 0 1,0 0 0,-1 0-1,0 0 1,1-1-1,-1 1 1,0 0 0,0 0-1</inkml:trace>
  <inkml:trace contextRef="#ctx0" brushRef="#br0" timeOffset="146">1315 13308 8100,'-21'19'479,"1"-2"0,4-4-239,0 0 0,8 5 478,4 2 0,5 9-235,7 4 0,9 9-299,16 3 1,7 9-512,-14-25 1,2 0-1,2 1 1,3 0 311,3 2 1,2-2-1,5 2 1,1 0-298,5 1 1,1 0 0,7 1 0,1-1 166,-18-9 1,2-1 0,0 1 0,3 0 0,2 0 0,0-1-296,1 0 1,0-1-1,1 0 1,3 1-1,1 1 1,0-1 358,3-1 1,0 0 0,2 0 0,3 1 0,1 0 0,1 0-109,0-2 1,0-1-1,1 1 1,-14-5-1,0 1 1,1-1 0,-1 0 68,18 4 0,-1-1 0,1 0 0,-16-5 1,1 0-1,0 0 0,0 0-197,2 1 0,1-1 0,0 1 0,0-1 0,3-1 0,0 0 0,0 0 0,0 0 241,0 1 1,-1-1-1,1 1 1,1-1-1,1 1 1,1 0-1,1-1 1,-1 1 22,-1 0 1,-1-1-1,1 1 1,1-1 0,2 0-1,0-1 1,1 1 0,1-2 52,1 1 0,1 0 0,1-1 0,0 0 0,-13-2 0,1 0 0,1 0 0,-1 0 0,0 0 0,1 1 0,-1 0 0,1 0 0,0 0 0,1 0 0,0 0 0,1 0 0,1 0 0,-1 0 0,0 0 0,0 0 0,-1-1 0,0 1 0,1 0 0,0 0 0,1 0 0,0 1 0,0-1 0,1 0 0,0 0 0,3 1 0,0 0 0,1 0 0,0-1 0,-1 1 0,-2-1 0,1 0 0,-1 1 0,0-1 0,1 0 0,1 1 0,0-1 0,0 1 0,1 0 0,0 0 0,0-1 0,0 1 0,0-1 0,1 1 0,0-1 0,0 1 0,1-1 0,0 1 0,0 0 0,0 0 0,-11-2 0,1 0 0,0 1 0,0-1 0,0 1 0,0-1 51,1 1 1,1 1-1,-1-1 1,1 0-1,-1 1 1,0-1-1,10 3 1,-1-1-1,1 1 1,-1-1-1,1 0 3,-11-1 1,1-1 0,-1 0 0,1 1 0,0-1 0,-1 0 0,1 1-1,-1-1 1,0 0 0,0 1 0,1-1 0,0 0-21,1 1 0,0-1 0,1 0 0,0 1 0,0-1 0,-1 0 0,1 1 0,0-1 0,-1 1 0,1-1 0,-1 1 0,1 0-18,1 0 1,0 0 0,1 0 0,-1 0 0,0 0 0,0 0 0,-2 0 0,0-1 0,0 1 0,-1-1 0,1 1 0,0-1-20,1 1 1,-1 0 0,1 0 0,0 0-1,-1 0 1,1 0 0,1 1 0,-1-1 0,0 0-1,1 1 1,0-1 0,0 0-16,0 0 0,1 0 1,-1 0-1,1 0 1,0 0-1,0 0 0,0 0 1,1 0-1,0 1 1,0-1-1,0 0 0,0-1 9,1 1 1,-1-1 0,1 1-1,0-1 1,0 0 0,0 0-1,-1 0 1,-1 0 0,1-1-1,-1 1 1,1 0 0,0-1-6,0 1 0,0 0 0,0-1 0,0 1 0,0 0 0,0-1 0,1 0 0,-1 0 0,1 0 0,-1 0 0,1 0 0,-1 0 5,2 0 0,-1 1 1,1 0-1,-1 0 1,1-1-1,-1 1 1,1-1-1,-1 0 1,0 0-1,0-1 1,0 1-1,1 0 3,-1 1 1,1 0-1,0-1 1,-1 1-1,1 0 1,-1-1-1,-2 0 1,0 0-1,0 0 1,0 0-1,-1 0 1,1 0 11,0 0 1,0 1 0,-1 0-1,1 0 1,0-1 0,0 1-1,-1-1 1,1 0 0,-1 0 0,0 0-1,1 0 1,-1 0 15,1 0 0,0 1 0,-1 0 1,1 0-1,0-1 0,0 1 1,0-1-1,0-1 0,0 1 1,0 0-1,1-1 0,-1 1-5,0 0 0,1 0 0,-1 0 0,1 0 1,-1 0-1,0 0 0,-1-1 0,0 1 0,0-1 1,-1 0-1,1 0 0,0 0 31,1 0 0,-1 0 0,1-1 1,0 1-1,0-1 0,-1 1 0,1 0 1,0-1-1,-1 1 0,1 0 0,0 0 1,0 0 1,0-1 0,0 0 0,1 0 1,-1-1-1,1 1 0,-1 0 1,1 0-1,0 0 0,0 0 1,0 0-1,0 0 0,1-1-21,-1 1 0,1-1 0,0 1 0,0-1 0,0 0 0,-1-1 0,-1 1 0,0-1 0,0 0 0,-1 0 1,1 0-1,0 0-10,-1-1 0,1 1 1,0-1-1,0 0 0,-1 0 1,1 0-1,-1 0 0,1 0 1,-1 0-1,0 0 1,0 0-1,0-1-4,1 0 0,-1 0 0,0 0 0,0 0 0,0-1 0,0 1 0,-1-1 0,1 0 0,0 0 1,0 0-1,0-1 0,-1 1 1,0-1 1,0 0 0,0-1 0,0 1 0,-1-1 0,0 1-1,11-1 1,-1 1 0,0-1 0,1 0 0,-1 0-1,0 0 1,0 1 0,1-1-1,-1 0 1,0-1 0,0 0 0,0 0-1,0 0 1,0-1 0,0 0-23,-11 1 0,-1-1 1,1 0-1,0 0 0,-1-1 1,1 1-1,0-1 1,-1 0-1,1 0 0,0-1 1,0 0-1,0 0 22,-1-1 0,1 0 1,0 0-1,0-1 1,-1 0-1,0 0 1,10-1-1,0 1 1,0-1-1,0-1 0,-1 0-4,1-1 1,0 0 0,0-2 0,0 1 0,-1 0 0,0-1 0,0 1 0,-1-1 0,0 0 0,1 0 7,-1-1 0,0-1 0,0-1 1,0 0-1,0 1 0,0-1 1,0 0-1,0 0 0,-1 0 1,0-1-7,0 0 1,0 0 0,0 0-1,-1-2 1,0 1 0,-3-1 0,-1 0-1,0 0 1,0-1 0,-1 0-6,0 0 0,-1-1 0,0 0 0,-1 0 1,1-1-1,-1 0 0,-1 0 0,1-1 1,-1 0-1,0 0-1,0 0 0,0 0 0,-1-1 0,1 1 0,-1-2 0,-1 0 0,-1 0 0,1-1 0,-1 0 1,0 0 1,0-1 1,-1-1 0,0 1-1,0-1 1,-1-1 0,10-4-1,0-1 1,-2 0 0,0-1-7,0-1 0,-1-1 0,0 0 0,-1-1 0,-1 0 0,1 0 0,-2-1 0,0 0-39,-1-2 1,-1 0-1,-1 0 1,0-1-1,0-1 1,0 1 0,-1-1-1,-1 0 13,-1 1 1,-1 0 0,-1 0-1,0-1 1,-1-1 0,0-1-1,0 0 1,-1 0-46,-2 1 0,0 0 0,-1-1 0,-1 0 0,1 0 0,0-2 0,-1 1 0,0-1-75,-1-1 0,0 0 0,-1-1 0,-1 0 1,0-1-1,-2 0 0,1-1 0,-2 1 57,-1 0 0,0 1 1,-1 0-1,-2-1 1,0-2-1,-1 0 1,-1 0-1,-1 0 11,-2 1 0,-1 1 0,-1-1 0,0 0 0,-1 1 1,-1-2-1,-1 1 0,0-1 75,-1 0 0,-1 0 0,-1-1 1,-1 0-1,-1 0 0,-2 0 1,-1 0-1,-1 0 28,3-17 1,-3 1-1,-2-1 1,-1 1 0,-2-1-1,-2 1-36,-1 0 0,-3 1 0,-2 0 0,-2 0 1,-3 0-1,-1 0 38,-1 0 1,-2 0 0,-1-1-1,-3-1 1,-2-1 0,-1 1-10,3 17 0,-1 0 0,-1 1 0,-1-1 0,-1 1 0,0-1 0,-1 1 0,-2 0 63,-8-14 1,-1 1 0,-2 0 0,7 16-1,-1 0 1,-1 0 0,-1 1-82,-2-2 1,0 0 0,-2 1 0,0-1 0,-1 1 0,-1-1 0,0 1 0,-2 1 11,0 0 1,0 0 0,-2 1 0,0 0 0,-3-1 0,0 0 0,-1 0 0,-1 2-79,-1 0 1,-1 2-1,-1 0 1,-1 0-1,-2 0 1,0 0 0,-1 1-1,-1 0 6,-1-1 0,-2 0 1,0 1-1,-1 0 1,10 9-1,-1-1 1,0 1-1,-1 1 1,0-1 2,-1 1 0,-1 0 0,1 1 0,-2-1 0,1 1 1,-2 0-1,-1 0 0,0 1 0,0 0 0,0 0 28,-1 1 1,1 0 0,-1 1 0,0 0 0,-1 1 0,-1-2 0,-1 1 0,1 0 0,-2 0 0,0 1-17,-2-1 0,-1 0 0,0 0 0,-1 1 0,-1 0 0,-1 0 0,0 0 0,-1 0 0,0 1 0,0 0 39,-1 0 0,0 1 0,0 0 0,-1 1 0,0-1 0,10 4 0,-1 1 0,0-1 0,-1 1 0,1 0 0,-1 0-24,0 1 0,1 0 0,-1 0 0,0 0 0,0 1 0,0-1 0,-2 0 0,1 0 0,-1 0 0,0 0 0,0 0 0,-1 0 58,-1 1 0,0 1 1,-1-1-1,0 1 0,0 0 1,0-1-1,-2 0 0,0 1 1,0-1-1,0 0 0,0 1 1,0 0-11,-1 1 0,1 0 0,0 1 0,-1-1 0,1 1 0,-1 0 0,-2 0 0,0 0 0,0 0 0,0 0 0,0 1 0,0 0 12,1 0 0,0 1 1,0 1-1,1-1 0,-1 1 1,0-1-1,-2 0 0,1 0 1,-1 1-1,1-1 0,-1 0 1,0 1-2,9 2 0,0-1 1,-1 2-1,1-1 1,0 0-1,-1 1 1,1-1-1,-2 0 0,1 1 1,-1-1-1,0 1 1,0 0-1,0 0 1,0 0-20,1 1 1,-1 0-1,1 1 1,0-1 0,-1 1-1,1 0 1,-1 0 0,-1-1-1,0 1 1,0 0 0,0 0-1,0 0 1,0 0 0,0 0-9,1 0 0,0 1 1,0-1-1,0 1 1,0 0-1,0 0 1,0 0-1,-1 0 1,0 0-1,0 1 1,0-1-1,0 1 1,0-1-1,0 1-1,-2 0 0,0-1 0,0 1 0,0 0 1,0 0-1,0 0 0,0 0 0,-2 0 0,1 1 1,-1-1-1,1 1 0,-1 0 0,0 0 1,1 0-2,-1 0 0,1 0 0,-1 1 1,0 0-1,0 0 0,1-1 1,-1 1-1,-2 0 0,1-1 0,0 1 1,-1-1-1,1 1 0,-1 0 1,1 0 3,1 0 0,-1 1 0,1-1 0,0 1 0,0 0 0,-1 0 0,1 0 0,-2 0 0,1 0 0,-1 1 1,0-1-1,0 0 0,0 0 0,-1 1 7,9-1 1,-1 1-1,0-1 1,0 0-1,0 1 1,0-1-1,-1 1 1,1 0-1,0-1 1,-1 1-1,0 0 1,0 0-1,1 0 1,-1-1-1,0 1 1,0 0-12,1 0 1,0 0 0,0 0 0,1 0-1,-1 0 1,0 0 0,-1 0 0,1 0-1,-1 0 1,0 0 0,-1 1 0,1-1-1,-1 0 1,1 0 0,-1 0 0,1 1 12,1-1 1,0 1 0,0-1 0,0 1 0,0-1 0,0 1 0,0-1-1,0 1 1,-1-1 0,1 0 0,0 1 0,-1-1 0,1 0 0,0 1 0,-1-1-1,1 1-15,-1-1 1,1 1-1,-1 0 1,1 0 0,-1 0-1,1 1 1,-1-1 0,0 0-1,1 0 1,-1 0 0,0 0-1,0 0 1,1 0 0,-1 0-1,0 0 1,1 0-2,-9 1 1,1-1 0,0 1 0,0 0 0,-1 0 0,1-1 0,0 1 0,7 0 0,1 0 0,-1 0 0,0 0 0,0 1 0,1-1 0,-1 0 0,1 0-6,-7 0 0,0 1 0,0-1 0,0 0 0,0 0 0,0 1 0,-1 0 0,9-1 0,-1 1 0,0 0 0,-1-1 0,1 1 0,0 0 1,-1 0-1,1 0-21,-1-1 0,0 1 0,0-1 0,-1 1 0,1-1 0,0 1 0,0-1 0,0 1 1,2 0-1,-1 0 0,0 0 0,1 0 0,-1 0 0,1 0 0,0 1 0,-1-1-7,-7 1 1,-1 0 0,0 0 0,0 0-1,1 1 1,-1-1 0,0 0 0,1 0-1,-1 0 1,0 0 0,1-1 0,-1 1 0,0 0-1,0 1-28,9-2 1,0 1 0,-1 0 0,1 0 0,-1 1 0,0-1-1,1 0 1,-1 1 0,1-1 0,-1 1 0,1-1 0,-1 1-1,1 0 1,-1 0 0,1 0 0,-1 0 1,0 1 1,0-1-1,0 1 1,0-1 0,0 1-1,0 0 1,0 0-1,0 0 1,-7 1 0,0-1-1,1 1 1,0 1-1,-1-1 1,1 0 0,-1 0 32,0 1 1,0-1-1,0 0 1,0 1-1,0 0 1,0 0-1,0 0 1,0 1-1,0 0 1,0 1-1,0-1 1,0 1-1,0 0 1,0 1 24,8-2 0,0 0 0,0 1 0,0 0 0,0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3:06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4812 15726 6948 0,'0'0'1140'0,"0"0"-348"0,0 0 1741 0,0 0-385 0,0 0-464 16,52-74-484-16,-52 62-428 0,0 2-204 15,0 1 100-15,0-4 352 0,0 3-200 16,0-2-112-16,0 3-196 0,-3-2-111 15,-1-1-1-15,0 2-192 0,-5 1-16 16,-2 0-36-16,3-1-152 0,-5 1 96 16,2-1-88-16,-6 4 0 0,2-1-12 0,-5 2 48 15,-5 0-48-15,-6 5-128 16,-5 0-32-16,-4 10-80 0,-8 3 56 0,-3 6 100 16,-1 6 12-16,-4 4-88 0,-4 6 100 15,4 0 60-15,1 4-60 0,3 1 52 0,4-3-149 16,4 5 81-16,1-3-56 0,11 3 72 15,-1-2-52-15,10 2 100 0,3-1-96 16,8 6 0-16,4-3 20 0,8 5-68 16,0 5 92-16,8-4 64 0,8 2 0 15,0-5 0-15,7-3 0 0,1-6 60 0,4-3-60 32,0-6 0-32,0-8 0 0,8-2-48 0,-4-2 96 15,4-2-12-15,-1-2-24 0,2-6 88 16,-1-1-100-16,-4-2-12 0,-4-4 0 15,3 0 0-15,-7-7 16 0,3 1-8 16,-6-4-64-16,-5 1-16 0,0-4-172 16,-9-4-320-16,2 2-440 0,-5-3-556 15,-4-1-656-15,-4-4-376 0,-5 7-1581 0,-10-9-843 0</inkml:trace>
  <inkml:trace contextRef="#ctx0" brushRef="#br0" timeOffset="183.284">4207 16249 8612 0,'0'0'1904'16,"0"0"-503"-16,0 0-17 15,0 0 240-15,0 0-188 0,0 0-492 0,0 0-460 16,0 0-172-16,0 0-40 0,0 0 84 0,0 0 76 16,100-28-128-16,-65 25 40 0,5 0-320 15,0 3-24-15,0 0-220 0,0 0-36 16,-1 3-100-16,-2 0-284 0,2 3-340 0,-3 0-496 16,-8 1-1756-16,-4-4-2301 0,-8 3 45 0</inkml:trace>
  <inkml:trace contextRef="#ctx0" brushRef="#br0" timeOffset="355.441">4689 16287 7904 0,'0'0'1840'0,"0"0"-627"0,0 0 303 0,0 0-48 15,0 0-368-15,0 0-420 0,0 0-368 0,-40 83 8 16,36-60 204-16,1 2 172 0,3 3-164 16,-4 5-200-16,4-6-148 0,-5 5-184 15,5-3-108-15,0 0-80 0,0-4-120 16,0-3-188-16,5-3-388 0,2-2-788 0,-3-9-1280 15,12-2-2805-15</inkml:trace>
  <inkml:trace contextRef="#ctx0" brushRef="#br0" timeOffset="741.079">6215 15561 11357 0,'0'0'1384'0,"0"0"-1320"0,0 0 256 0,0 0 584 0,0 0 776 16,0 0-500-16,0 0-596 0,0 0-164 16,0 0 236-16,-12 76 8 0,-8-41-224 15,-8 5-232-15,-3 9-84 0,-14 8-64 0,-2 6-48 16,-9 7-4-16,-12 6-8 15,-3 9-4-15,-5 8-44 0,-8 6-148 16,-4 5 88-16,1 4-112 0,3 3 60 0,-4 0 72 0,8-3 36 31,5-6 52-31,4-7 136 0,7-7-76 16,8-14 24-16,8-7-80 0,8-13 60 0,8-10-52 16,4-9-12-16,8-6-4 0,5-9-44 15,2-9-28-15,9-1 4 0,0-6-76 0,4-4-48 16,0 0-52-16,0 0-108 15,0 0-88-15,0-4-64 0,4 1-264 0,5-7 92 0,-1 2-1148 0,-1-6-432 16,1 4-2145-16,1-12-2695 0</inkml:trace>
  <inkml:trace contextRef="#ctx0" brushRef="#br0" timeOffset="4468.123">6618 17558 6656 0,'0'0'312'0,"0"0"2748"15,0 0-1219-15,0 0-545 0,0 0-240 16,0 0 40-16,0 0-252 0,0 0-180 0,0 0-116 15,0 0-400-15,0 0-108 0,3-13-40 0,5 6 0 16,1-5 108-16,2-4 140 0,5-3-12 16,-4 0-124-16,4-6-4 0,-4 2-108 15,4-2-8-15,0 2-68 0,0-2 76 16,0 3-60-16,-1 3-28 0,2 2-84 0,-9 5 12 16,3 6-76-16,2 3 48 0,-6-4-12 15,1 7 40 1,1 0 24-16,-1 0 60 0,-1 0 32 15,1 7 44-15,1 5 100 0,-2 4-52 16,5 3 164-16,-3 7-88 0,2 9-76 16,-3 0 36-16,5 6-84 0,-6 3-8 0,1 1-40 0,0-4-4 15,0-6 52-15,4 0 4 0,-8-10 60 16,3-2-64-16,-2-4-12 0,3-6-100 16,-4-4-24-16,0-3-40 0,0 1 28 15,3-4-4-15,-2-3 4 0,-1 0-4 16,4-3-28-16,-1-4-344 0,-3-6-1080 15,9-6-888-15,-9 6-2605 0</inkml:trace>
  <inkml:trace contextRef="#ctx0" brushRef="#br0" timeOffset="4774.29">7155 17240 5380 0,'0'0'3896'0,"0"0"-2472"15,0 0-355-15,0 0 275 0,0 0-200 0,0 0-384 16,0 0-284 0,-75 77-136-16,58-56-64 0,2 11 92 15,-5 0 44-15,0 0-16 0,0 2-36 0,-4 4-60 16,4-2-92-16,-3 2-72 0,-2 0-36 16,5-2-100-16,1-3-12 0,-1-1-52 15,-1 3-20-15,2-3-16 0,3-4-72 16,0 1 24-16,4-7 24 0,0 0-28 15,-1-5-20-15,6 2 24 0,-5-6-276 0,5-1 148 0,2-2 164 16,-3-4-24-16,8 0-272 16,-4-3-168-16,4-3 8 0,-4 0-64 0,4 0-528 15,0 0-1269-15,0-6-2627 0</inkml:trace>
  <inkml:trace contextRef="#ctx0" brushRef="#br0" timeOffset="6109.732">8514 16329 5472 0,'0'0'1692'0,"0"0"2233"16,0 0-2573-16,0 0 48 0,0 0 120 16,0 0-212-16,0 0-192 0,0 0-336 0,0 0-240 15,0 0-156-15,0 0-80 16,-8 0-72-16,8 0-132 0,4 0-100 16,-4 0-208-16,4 0-148 0,8 0 60 0,0 0 296 15,12 2 160 1,0 5-36-16,4-3 24 0,4-1-40 15,0 0 136-15,-1-3-108 0,9 0-88 0,0 0 76 16,4 0-112-16,3 0-12 0,5-3 0 16,0-4 12-16,8 4 0 0,0-1-8 15,4-1 8-15,-1 2-12 0,1-1 0 16,0 1 0-16,3-3 0 0,1 2 0 16,-4 2-4-16,-1-2 8 0,-3 2-8 0,0 2 0 0,-8-5-8 15,4 5 12-15,-9-2 12 16,5 2-4-16,-3 0 64 0,-2 0-72 0,1 0-4 15,-5 0-104-15,2 0 20 0,-9 0-32 16,3 0 32-16,-7 0 16 0,4 0 64 16,-8 0-52-16,0 0-40 0,-4 0 28 0,0 0 72 15,-5 0-48 1,1 0 44-16,-4 0-48 0,0 0 48 16,-4-4 0-16,0 1 4 0,-4 0 0 15,0 1 0-15,-8 2 0 0,4 0-72 0,-4-5-64 0,0 5-404 16,0 0 108-16,0 0-96 0,0-2-232 0,0 2-452 15,-4-4-404-15,0 1-500 0,0 0-937 16,0-3-1983-16</inkml:trace>
  <inkml:trace contextRef="#ctx0" brushRef="#br0" timeOffset="6526.506">10303 16033 5764 0,'0'0'192'15,"0"0"2200"1,0 0-320-16,0 0-259 0,0 0-433 15,0 0-340-15,0 0-308 0,0 0-180 16,79-3-72-16,-58 6-68 0,-2 4-112 16,5-1-88-16,0 0-40 0,-3 4-24 0,2 0-24 0,-3-1-60 15,0 1 36-15,-4 3-88 0,0-5 48 0,-1 3 16 16,-2-3-40-16,-1-1 12 16,-1 3-56-16,-2-2 16 0,-5 3-8 0,0 2 52 15,-4 3-44-15,0-1 140 0,0 7-12 16,-12 4 48-16,-1 2-60 15,-2 1-52-15,-9 3 4 0,0 0-76 0,-4 3-100 16,-8-4-120-16,0 4-496 16,-3-4-192-16,-2 2-44 0,2-5-244 15,-1-5-772-15,12-11-2209 16,0-5-1987-16</inkml:trace>
  <inkml:trace contextRef="#ctx0" brushRef="#br0" timeOffset="7249.858">9080 14868 10904 0,'0'0'2665'16,"0"0"-1393"-16,0 0-192 0,0 0 620 15,0 0-208-15,0 0-448 16,0 0-508-16,0 0-400 0,0 0-136 0,0 0-80 16,0 0 80-16,-4 86 328 0,0-29-168 0,-5 6-32 0,2 10-128 15,-5 1-60-15,0 2 0 0,4 0-124 16,-4-3-84-16,4-10 12 0,0-2-36 15,4-16 120-15,0-8-12 0,4-10 52 0,0-8-76 16,0-8 12-16,0-4-64 0,0-4-20 16,0 1-16-16,4-4-16 0,4 0 68 31,1-4 180-31,2-3 64 0,1-5 112 0,4-1 24 0,-4-2 0 16,4 2-60-16,-4-3-72 15,-1 6-4-15,-2 1-64 0,-1 6-48 16,-5 0-108-16,5 3 72 0,1 0 72 0,-1 0 28 15,-1 0 36-15,1 3-52 0,-3 0 64 16,-1 3 76-16,0 4-16 0,-1-4 4 16,1 4 20-16,-4-4 76 0,0 4 52 0,0-3 36 0,0 1 8 15,-4-2-8-15,1 5 20 16,-10-3-20-16,1 6-16 0,1-5-72 0,-2 0 24 16,-2-2-64-16,2 3-32 0,-2-8-28 15,-2 1-60-15,2 1-36 16,-1-4-136-16,-4 0-136 0,4 0-96 0,4-7-148 0,-4 0 48 15,8-1-76-15,1-2-504 0,3 1-812 32,4-1-2129-32,0-9-2747 0</inkml:trace>
  <inkml:trace contextRef="#ctx0" brushRef="#br0" timeOffset="7438.021">9370 15487 1684 0,'0'0'7528'0,"0"0"-5215"0,0 0-305 0,0 0-20 16,0 0-224-16,0 0-268 0,17 76-428 16,-17-60-408-16,0 3-256 0,0 1-64 15,0-1-120-15,0-4-220 0,-4 5-72 0,0-5-124 16,-1-2-84-16,-3 3-172 16,5-6-428-16,-1 2-572 0,-4-6-1044 0,-1 1-2457 15,-2-7-5183-15</inkml:trace>
  <inkml:trace contextRef="#ctx0" brushRef="#br0" timeOffset="7611.833">9454 15304 9912 0,'0'0'2777'15,"0"0"-1537"-15,0 0-40 0,0 0-520 0,0 0-444 16,0 0-236-16,0 0-128 0,0 0-48 0,88-14-264 15,-72 14-988-15,-4 0-1120 16,7 7-2861-16</inkml:trace>
  <inkml:trace contextRef="#ctx0" brushRef="#br0" timeOffset="7811.483">9649 15535 3300 0,'0'0'2320'16,"0"0"-772"-16,0 0 8 0,0 73 140 0,0-54-23 15,0 3-329-15,0-3-240 16,0 4-108-16,0-2-128 0,0 5 4 15,0 2-200-15,-4 2-144 0,0 1-72 16,1 4-112-16,-9 3-96 0,3-3-116 16,2 0-120-16,-5-3 52 0,3-4-64 15,2-6-64-15,-1-2-56 0,-5-5-40 0,6 2 48 16,-1-9 100-16,0 3-172 0,-4-5-332 16,4-4-188-16,0-2-116 0,1 0-208 15,-6-5-788-15,5-5-1328 0,-8-22-2289 0</inkml:trace>
  <inkml:trace contextRef="#ctx0" brushRef="#br0" timeOffset="8009.933">9681 15141 9956 0,'0'0'3009'16,"0"0"-1521"-16,0 0-180 15,0 0-476-15,0 0-220 0,0 0-376 0,76-4-232 16,-56 4-4-16,0 0 0 0,0 4-300 16,-1-1-112-16,-2 4-716 0,-2 0-1432 15,-2 1-4361-15</inkml:trace>
  <inkml:trace contextRef="#ctx0" brushRef="#br0" timeOffset="9492.568">12781 15465 5268 0,'0'0'324'0,"0"0"3492"0,0 0-2576 0,4-67 85 0,-4 52 107 15,-4 2 64-15,0 4-144 16,-3-1-280-16,-2 0-392 0,-3 4-212 16,1 0-96-16,-6-4-92 0,2 3-32 0,-2 2-64 15,2-2-36-15,-5 0-16 0,0 4-32 16,-5 0-4-16,6 3-36 0,-9 0-60 15,0 0-8-15,0 6-64 16,-4 8-12-16,-3-2 20 0,-1 10-8 16,-5 0 0-16,2 6-16 15,-1 5-20-15,-4 2 20 0,0 3-48 0,5 2 40 16,-5 6 88-16,4 1 8 0,0 2-40 0,0 3 36 0,8 6 8 16,-4 2-8-16,8 0 8 0,0 4 84 15,5-4-88-15,7-2 112 16,4-4-108-16,8-7 0 0,4-2 104 0,0-3 4 15,8-9-28-15,4 3-72 16,4-8 52-16,3 1-52 0,5-1 60 16,4-5-24-16,8 0 40 0,0-4 20 0,4-5-32 15,4-3 96-15,0-3 44 0,-4-1 16 16,-1-3-36-16,1-4 24 0,-3 0-76 16,-2 0-8-16,-3 0-92 15,-4-4-44-15,0-3-8 0,-1-1 4 0,-7 1-40 0,1-3-68 0,-6-3 4 16,-2 4-36-16,-6-7-504 0,1 4-60 15,-8-4-188-15,0-3-528 0,-8 0-704 16,-8-3-844-16,4 3-2005 0,-16-13-1987 16</inkml:trace>
  <inkml:trace contextRef="#ctx0" brushRef="#br0" timeOffset="9683.227">12147 16091 2648 0,'0'0'4392'0,"0"0"-191"0,0 0-2433 0,0 0-380 16,0 0-380-16,0 0-100 0,0 0-132 15,0 0-220-15,0 0-136 0,0 0 76 16,0 0 364-16,84 0-332 0,-52 7-200 16,4-5-96-16,0 4-96 0,0-3-136 0,0-3 0 31,-1 0-112-31,1 0-104 0,0 0 32 16,-4-3-308-16,-4 1-256 15,0-2-1132-15,-8 2-1092 0,-8-3-2445 0,0 5-1475 0</inkml:trace>
  <inkml:trace contextRef="#ctx0" brushRef="#br0" timeOffset="9847.499">12594 16131 416 0,'0'0'3132'0,"0"0"-2364"0,0 0 1744 0,0 0 356 16,0 0-1435-16,-32 71-545 15,32-52 20-15,-4 0 164 0,4 3 12 0,0 3-252 0,0 0-104 16,0 1-52-16,4 6 40 16,0-4-136-16,0 4-308 0,0 0-272 15,-4-3 0-15,8 3-100 0,-8-4-60 16,4 1-84-16,0-4-80 0,0-3-96 15,0-3-660-15,0 0-320 0,0-5-908 16,-1-9-2009-16,2-5-2643 0</inkml:trace>
  <inkml:trace contextRef="#ctx0" brushRef="#br0" timeOffset="11418.182">13239 16161 92 0,'0'0'2948'0,"0"0"-2884"0,0 0 444 0,0 0 2724 15,0 0-1016-15,0 0-688 0,0 0-547 16,0 0-173-16,0 0-108 0,0 0-48 16,0 9-196-16,0-9-240 0,0 0-116 15,4 0 4-15,-4 0 48 0,4-3 48 0,0-1 52 16,0-3 112-1,1 5-88-15,2 2-60 0,-3-3-168 16,-4 3-48-16,4 0-48 0,-4 0 32 0,4 0-96 16,4 0 24-16,-3 5 88 0,2 2 8 0,-3 3 108 0,4 0-28 15,-4-1-40-15,0 1 16 0,-4-1-56 16,4 1 44-16,-4-4 12 0,0 4 12 16,-4-4-16-16,0 0-60 0,-4 7-104 31,-4-3-160-31,0-1-52 0,0 1 132 0,-4-3 184 15,8-5 52-15,0 2 24 0,1-4 72 16,7 0 104-16,-4-4-152 0,-1-3-100 0,5-2-100 16,0-7-24-16,0-3 48 0,5 0-88 15,-1 0 52-15,7 4 112 0,-7 2 124 0,4 7 64 16,-3-1-12-16,2 4-116 0,-3 3-60 16,0 0-116-16,0 0 56 15,-4 0 60-15,4 0 0 0,0 6 60 0,-4-2 4 16,0 2-52-16,5 3 64 0,-5-3 4 0,0 1-44 15,0-1-36-15,0-2-204 0,0-1-196 16,-5 0 84-16,5-3 216 0,-4 3 100 0,0-3 0 16,0 0-12-16,0 0-64 0,0-3 0 15,4 0-112-15,-3-4-128 0,3 4-128 16,0-3-104-16,0 2-204 16,0 2-772-16,7-8-2673 0</inkml:trace>
  <inkml:trace contextRef="#ctx0" brushRef="#br0" timeOffset="11912.768">13709 16065 2480 0,'0'0'1512'0,"0"0"5408"0,0 0-5119 16,0 0-629-16,0 0-196 0,0 0 80 0,0 0-212 0,0 0-260 16,0 0-516-16,0 0-64 15,0 0 180 1,32 3 88-16,-15-12-100 0,-2-1-48 0,1 1-36 0,0-1-28 15,0-2-60-15,0-1-12 16,0 4-48-16,0-4 8 0,0 3-8 0,-1 4-64 16,-2-5 24-16,2 9-12 0,-2-4-36 0,-1 6 0 15,-5 0-52-15,6 0-8 16,-2 6 44-16,-3 7 164 0,5 3 0 0,-6 3 164 16,-3 6-4-16,0 4 0 0,0-1-36 15,1 4-48-15,-1 3-64 0,-4 0-12 16,3-3-4-16,5-4-44 0,-4 0 48 0,9-4 28 15,-6-6-28-15,5-3-88 0,0-1 0 16,-4-3-36-16,4 0 28 0,0-5-28 16,-4-3-4-16,4 1-20 0,0-4-100 0,-4 0-812 15,3-4-340-15,-2-5-900 0,-1-2-1861 16,3-7-1511-16</inkml:trace>
  <inkml:trace contextRef="#ctx0" brushRef="#br0" timeOffset="12167.116">14387 15849 7384 0,'0'0'1156'0,"0"0"796"0,0 0-1383 16,0 0 47-16,0 0 820 0,0 0 12 0,-88 55-288 16,69-40-480-16,-6 4-256 0,1 6-64 0,-4 1 64 15,-3 6-88-15,3-4-128 16,-8 7-48-16,0 0-80 0,-3 2-80 15,-2 5-12-15,-2 3-124 0,-2-4-12 0,6 1 48 16,3-5 12-16,0-4-84 0,8-5 60 16,0-3-88-16,8-9-48 15,8-2-160-15,1-6-396 0,2-4-128 16,5-2-384-16,4-2-1052 16,0 0-2409-16,0 0-1731 0</inkml:trace>
  <inkml:trace contextRef="#ctx0" brushRef="#br0" timeOffset="12806.92">14881 15970 2752 0,'0'0'6496'0,"0"0"-3659"0,0 0-1037 0,0 0-672 16,84 16 0-16,-49-6-372 0,5 2-208 0,0-2-152 16,0-1-88-16,3 1-272 0,-2-1-36 15,-1-6-72-15,-1 4 20 0,-3-7-68 16,0 0-92-16,-4 0-260 0,-4 0-892 16,-8-4-912-16,-4-2-2905 0</inkml:trace>
  <inkml:trace contextRef="#ctx0" brushRef="#br0" timeOffset="12996.162">14965 16246 2784 0,'0'0'1916'16,"0"0"4577"-16,0 0-5209 0,0 0-732 0,0 0 324 15,0 0 124-15,84 33-68 0,-53-25-288 0,5 3-220 16,8-9-308-1,0 2-116-15,-1-4-88 0,6 0-112 0,2-6-60 16,-3-5-472-16,-12 3-1264 0,20-12-3317 16</inkml:trace>
  <inkml:trace contextRef="#ctx0" brushRef="#br0" timeOffset="13438.372">16335 15379 3888 0,'0'0'704'15,"0"0"1572"-15,0 0-264 0,28-82-408 16,-24 66 237-16,0 9-249 0,-4 1-540 0,4 6-308 16,-4 0-64-16,0 0-56 0,-8 6-152 15,-8 7-100-15,0 12-372 0,-11 11-88 16,-1 5 16-16,-9 7 60 0,-2 6-40 15,3 3-20-15,-4 0 60 0,0 3 4 16,4-2-88-16,4-2-56 0,4-5-20 0,5-7 36 0,7-6-40 16,4-8 52-16,3-11 24 15,6 0 0-15,-1-10-48 0,4-2-72 16,0-5-268-16,4-2-624 0,3 0 520 0,10 0 500 16,-1 0 56-16,0-2 36 0,0-2 0 15,-1 4-92-15,-3 0 80 0,-3 0 12 16,-2 10 0-16,1 6 216 15,0 6 256-15,-3 6 44 16,-5 10-48-16,0 4 60 0,0-1-48 16,0 7-108-16,-5-1-84 0,5 0-112 0,-8 5-164 15,4-5-12-15,4-3-64 0,-4-6-96 16,4 1-164-16,0-10-12 0,0-4-72 16,0-6-396-16,4-3-436 0,-4-4-880 0,0-5-669 15,4-1-2127-15</inkml:trace>
  <inkml:trace contextRef="#ctx0" brushRef="#br0" timeOffset="14524.954">16829 16056 3676 0,'0'0'248'0,"0"0"5728"0,0 0-3979 16,0 0-525-16,0 0-216 0,0 0-300 0,0 0-376 15,-20-70-104-15,17 57-100 0,-1 7-216 16,-5 0-20-16,5 6 80 0,-3 0 16 15,-1 0-60-15,-9 9-92 0,2 10-84 0,-1 10-144 16,0 9 44-16,0 12 100 31,0 0 76-31,8 5 36 0,0-4 84 0,4-7-8 0,0-8 32 16,4-15-220-16,0-4-152 0,4-8-208 16,4-2-60-16,-1-7 100 0,10-7 144 15,3-9 76-15,3-6-88 0,1-10-248 16,-3 0 20-16,3-3-100 15,-9 7 240-15,2 6 136 16,-2 3 92-16,-2 6-80 0,-2 6-24 0,-3 7-60 0,4 0 84 0,-4 7 128 0,0 9 160 16,0 3 68-16,0 9-40 0,0 1 40 15,0 7-40-15,-4 1 140 0,-1 4 60 0,-3 7 68 16,0 0-32-16,0 6 36 16,0 0-52-16,-7 3 0 0,-9-1-76 15,4 5-72-15,-4-7 24 0,-4 0-28 0,5-4 12 16,-2-8-44-1,1-3-92-15,-4-8-60 0,4-6 16 16,5-6-28-16,-10-3 52 16,6-2 8-16,-5-6 16 0,-1-2-84 0,2-1-44 0,-1-5-16 0,-4 0 4 15,4-7-156-15,-4-5 16 0,8-2 56 16,-4-5-20-16,8 1-40 0,0-2-108 16,9-2 196-16,3 0-212 0,0-3-8 15,3-2 68-15,9 2 80 0,0-2 48 0,8 0 84 16,-4 2 0-16,8 0 0 15,4 6-12-15,-5-3 4 0,5 3-116 0,0 3-12 16,0 2-12-16,-3 2-12 0,-1 3 12 16,-9 2 36-16,5 2-72 0,-8 1-140 15,0 1-584-15,0 3-792 0,-4 0-1052 16,0 0-2289 0</inkml:trace>
  <inkml:trace contextRef="#ctx0" brushRef="#br0" timeOffset="15257.869">17259 16021 1068 0,'0'0'8804'0,"0"0"-6599"0,0 0-685 16,0 0-316-16,0 0-208 0,0 0-392 15,0 0-280-15,0 0-124 0,0 0 0 0,0 0 48 16,84-70-36-16,-56 48-64 0,0 2-36 16,4 4-112-16,-4 7 0 0,0-1-112 15,-9 8-24-15,5 2 12 0,-7 0-88 0,2 9 100 16,-3 3 48-16,0 11 64 0,0 5 12 16,-4 5 72-16,0 5 28 0,0 6 0 0,-8 1-100 15,3-1-8-15,-7 0 48 16,5-3-52-16,-1-6-44 15,-4-5-28-15,4-12-88 0,0-5 48 0,0-4-40 16,3-5-60-16,-2-4-112 0,7 0-520 0,-1-11-736 0,-2-1-1645 16,7-23-4931-16</inkml:trace>
  <inkml:trace contextRef="#ctx0" brushRef="#br0" timeOffset="15463.35">17805 15865 3412 0,'0'0'132'0,"0"0"6696"0,0 0-5411 16,0 0-469-16,-75 70 440 0,55-42-188 16,-8 1-304-16,4 3-284 0,-8 3-288 15,4-1-148-15,-4 2 8 0,4-2-72 16,-4-1 0-16,5 1-36 0,3-5-76 16,0-4-84-16,4 1-64 0,0-5-64 15,4-4-112-15,4-2-248 0,0-5-688 0,4 3-400 0,4-10-824 16,0 1-1917-16,-3-4-2270 0</inkml:trace>
  <inkml:trace contextRef="#ctx0" brushRef="#br0" timeOffset="16229.079">18379 15504 1956 0,'0'0'4276'15,"0"0"-1212"-15,0 0-807 0,0 0-757 16,0 0 76-16,0 0-228 0,0 0-220 15,0 0-284-15,0 0-240 16,0 0-200-16,0 29-84 0,0-4 112 0,0 13-16 16,-4 12-112-16,1 10-132 0,3 7 20 15,-5 3 40-15,5 6-60 0,-4 3-52 0,0 4 40 16,-4 3-160-16,1-1 0 0,-2 1-148 0,-3-3 40 16,5-6-52-16,-2-8 16 0,1-12-88 15,4-13 12-15,1-8-60 0,3-11-184 16,0-9-532-16,7-10-228 0,6-6-416 0,-2-3-532 15,1-7-1965-15,4-18-3407 0</inkml:trace>
  <inkml:trace contextRef="#ctx0" brushRef="#br0" timeOffset="17292.03">19263 16049 4576 0,'0'0'3200'16,"0"0"1621"-16,0 0-2773 16,0 0-840-16,0 0-440 0,0 0-320 0,0 0-72 15,-71-69-68-15,51 56-232 0,4 0-28 16,0 7-44-16,0 2 120 0,0 4-76 16,-3 12-48-16,-2 15-12 0,-3 11 12 15,5 9 4-15,-5 14 96 0,3-1 96 0,6 3 152 0,2-5 80 16,6-12-228-16,3-6-200 0,4-12-88 0,0-9 4 15,11-10-128-15,6-5 28 0,3-4 172 32,3-10 8-32,5-12-8 0,0-6-236 0,4-7-96 15,0-3 60-15,-8-1 60 0,-4 4 136 16,0 7 40-16,-4 5 48 0,-4 5-4 16,-5 8-8-16,2 3-76 0,-5 5 12 15,-4 2-72-15,4 0 148 0,0 9 52 16,3 7 220-16,-3 3-24 0,5 6-88 0,-1 1-48 15,-1 2-24-15,2 7-28 0,3 0 4 16,-1 7 132-16,-2 2-36 0,-1 0-48 0,-5 7 12 16,1 0-116-16,-4 3 0 15,0-1 4-15,-4-1 120 0,-3-1-116 0,-6-4 128 0,-2-3 40 16,2-2 52-16,-2-7-4 0,-2-6 136 16,2-7-64-16,-2-7-84 0,2-2-24 0,-5-7 8 15,0-3-44-15,0-3-16 0,0 0-56 16,-8-9-84-16,5-4-4 0,-5-2-72 15,0-11-52-15,0-5-72 0,0-8-8 16,4-1-128-16,3-2-108 16,6 1-144-16,3-1 44 15,8 5-116-15,4 1-72 0,0 4-532 16,12 4-300-16,4-4-360 0,8 4-1361 0,-8 2-3031 16</inkml:trace>
  <inkml:trace contextRef="#ctx0" brushRef="#br0" timeOffset="17562.013">20232 15859 4408 0,'0'0'4236'0,"0"0"941"0,0 0-3873 0,0 0-476 31,-92 47 376-31,57-18-284 0,-1 3-208 0,-1 6-96 0,-2 6-140 0,3 5 4 16,4 4-4-16,0 4-88 0,4 3-84 31,8 3-72-31,5-5-27 0,2-7-117 0,9-7-88 16,4-9-40-16,4-6-80 0,9-10 72 15,7-3-49-15,-1-6 9 0,9-7-32 16,4-3-52-16,0-13-192 0,3-7-220 0,1-8-100 16,1-3-436-16,-9-5-700 0,-5 1-964 0,-7 4-2605 15,-8 9-547-15</inkml:trace>
  <inkml:trace contextRef="#ctx0" brushRef="#br0" timeOffset="17745.898">19790 16246 3100 0,'0'0'1080'0,"0"0"5328"0,0 0-4047 0,0 0-669 15,0 0-92 1,-76 35-276-16,76-32-212 0,0 4-376 16,11 0-232-16,10-1 336 0,3 0-96 0,11 0-99 15,5-6-245-15,4 0-232 16,0-4-168-16,4-4-48 0,-5 2-60 0,-2-5-112 0,-1 3-216 15,-5-3-305-15,1 2-531 0,-8 2-1352 16,8-2-3516-16</inkml:trace>
  <inkml:trace contextRef="#ctx0" brushRef="#br0" timeOffset="18245.871">21128 15763 352 0,'0'0'7872'16,"0"0"-5504"-16,0 0-915 0,0 0-441 0,0 0-108 0,0 0-68 15,0 0-256-15,-80-25-264 16,57 38-204-16,-9 2-64 0,0 8 180 0,1 9 124 15,-6 9 172-15,1 13 48 0,0 7 148 16,1 8 20-16,3 4-16 0,8 10-100 16,0-1-272-16,8-3-156 0,4-2-100 0,4-11-24 15,8-9 40-15,0-12-64 0,4-13 60 16,12-7-108-16,0-9 4 0,8-6 4 16,0-8 56-16,8-2 32 0,0-6-84 0,-1-6 36 15,5-7-48-15,-8-7-132 0,4-2-76 0,-8-4-340 16,-4 0-160-16,0 4-52 15,-8-1-460-15,-8 0-652 0,-4 1-2228 16,0 9-517-16,-24-13-1327 16</inkml:trace>
  <inkml:trace contextRef="#ctx0" brushRef="#br0" timeOffset="18530.938">20778 16252 2844 0,'0'0'588'0,"0"0"6320"0,0 0-4491 0,0 0-469 16,0 0-628-16,0 0-416 0,0 0-208 15,0 0 492-15,0 0-148 0,0 0-208 16,99 39-200-16,-55-37-268 0,-4 3-167 15,4-5-197-15,-1-5-45 0,-2-4-75 16,-2 4-76-16,-3-9-72 16,0 1-244-16,-5 4-292 0,-6-4 92 15,-1 4-396-15,-13 3-372 0,-2 2-80 16,-5 1 16-16,-4 0 508 0,-4 0 116 16,-9 3 416-16,2 0 504 0,-6 0 256 0,6 3 812 15,-6 10 120-15,2-1-124 16,-1 7-144-16,0 4-252 0,4 5-128 15,0 3-68-15,1 5-36 0,-2 2-40 0,5 3 60 16,1-3-28-16,3-3-68 16,4 0-264-16,0-3-96 0,0-10-332 0,4 0-172 0,7-9-248 15,6-4-56-15,-2-9-232 0,9-6-904 16,-9-3-2609-16,22-23-3247 0</inkml:trace>
  <inkml:trace contextRef="#ctx0" brushRef="#br0" timeOffset="19063.872">21993 15443 3132 0,'0'0'9333'16,"0"0"-7789"-16,0 0-912 0,0 0 540 15,0 0 120-15,0 0-340 0,0 0-396 16,91-35-284-16,-59 16-184 16,4-4-88-16,0 5-64 0,0 2-60 15,-4 7-36-15,-4 2 24 0,-5 7-36 16,-6 0-12-16,-10 13 124 0,-7 12 60 0,0 4 208 16,-11 12-36-16,-9 7-12 0,-8 6-48 15,-4 3-12-15,-4 6-52 0,-3 3-48 16,-2 8-48-16,1-8 48 0,5 1 124 15,-1-3 160-15,8-10 392 0,4-10-140 0,4-6-268 16,8-9-172-16,8-4-36 0,-3-2-60 0,7-8-88 16,0-5-20-16,3-4-16 15,9-3-20-15,4 0 84 0,4-3 60 0,8 0 4 16,0-6-4-16,0 0 0 0,-4 3-184 16,0 3 48-16,-5 0 28 0,-2 9 8 15,-6 7 56 1,2 3 44-16,-6 10 124 0,-3 6 20 0,-4 6-68 15,0 3-68-15,0 1 4 0,-4-1-12 16,1 4 0-16,-1-3-4 0,-5-1 4 16,5 0-8-16,-4-2 8 0,1-2 4 15,-2-4 4-15,1-1 4 0,-3-7 0 16,-2 1 36-16,2-3-36 0,-6-5 88 0,6-5-40 16,-10 0-60-16,6-3-48 0,-9-3-260 0,0-8-120 15,1-2-308-15,-5 0-984 0,3-6-3236 16,-19-16-6453-16</inkml:trace>
  <inkml:trace contextRef="#ctx0" brushRef="#br0" timeOffset="27816.158">13490 17447 680 0,'0'0'3128'0,"0"0"3976"0,0 0-5803 0,0 0-545 15,0 0-132-15,0 0 164 0,0 0-44 16,0 0-64-16,0 0-124 0,-56-61-172 16,49 58-8-16,-5-4 56 0,3 4 152 15,-2-3-92-15,-6 6-120 0,2-3-164 16,-9 3-124-16,0 0-80 0,1 3 4 0,-5 3 60 15,0 4-68-15,-4-1-12 0,0 7 0 16,4 0-100-16,-4 3 108 0,0 0 4 16,-3 6-8-16,3 0-92 0,-1 8-32 0,1 5-4 15,0 3-24-15,4 7 24 0,-4-1 36 16,5 7 28 0,3 0 20-16,4 0 44 0,1 1-36 15,6-8 40-15,5 0-4 0,1-2 8 16,7-3 72-16,0-5 40 0,4 1-36 15,7-3-20-15,6-3-52 0,2 0-8 16,1-10-8-16,4 1 0 0,-1-8-48 16,5-2 4-16,-3-4 48 0,2-5 4 0,-2-1 4 15,-1-3 8-15,-5-3 40 0,5-4-48 0,-7-2 0 16,-2-1-4-16,1-3 0 0,-4-2-116 16,0-2-412-16,-4-2-388 0,-4 0-472 0,-4 0-952 15,0 7-1849-15,-9-7-1359 16</inkml:trace>
  <inkml:trace contextRef="#ctx0" brushRef="#br0" timeOffset="27980.137">12925 18138 5884 0,'0'0'3052'15,"0"0"-727"-15,0 0-965 0,0 0-172 16,0 0 192-16,0 0-260 0,0 0-160 16,75 10-288-16,-51-10-192 0,4 0-196 0,0-3-284 15,4-6-112-15,-4-1 64 0,0-4-112 0,-1 0-148 16,1-3-588-16,-4-2-156 0,-4 4-608 15,-4 2-864 1,-4 3-1701-16,-8 0-407 0</inkml:trace>
  <inkml:trace contextRef="#ctx0" brushRef="#br0" timeOffset="28127.221">13243 18059 5764 0,'0'0'4116'16,"0"0"-2619"-16,0 0-341 0,0 0-200 0,-11 77-92 16,11-55-92-16,0 0-80 0,4-3-88 0,-1 0-40 15,1 0-92-15,4-2-264 16,-4-5-208-16,5 1-272 0,-2-5-52 0,1-1-112 0,0-3-192 15,0-4-112-15,4 0-360 16,0-11-660-16,0 3-1461 16,4-17-3507-16</inkml:trace>
  <inkml:trace contextRef="#ctx0" brushRef="#br0" timeOffset="28426.127">13690 17687 7764 0,'0'0'4569'0,"0"0"-3637"0,0 0-308 0,0 0 404 16,0 0 88-16,0 0-360 0,0 0-72 16,87-33-92-16,-67 22-184 0,8-2-136 15,-4-3-124-15,8 1-60 0,0-4-88 16,0 3 0-16,0 0-136 0,-4 6 0 0,3 3-88 0,-6 7 104 16,2 5-44-16,-3 7 164 0,-4 10 76 15,0 10 84-15,-4 6 24 0,-5 3 16 16,-2 7-80-16,-5 3 4 0,0-4-120 0,-4 5 52 31,0-5-56-31,0-3-12 0,0-2-72 0,-4-7-64 0,0-3 0 0,-5-10-112 16,5-6-120-1,-3-4-328-15,-1-3-200 0,0-5-224 0,-4-4-564 0,0 0-364 16,0-11-225-16,-4 3-167 0,8-3-752 16</inkml:trace>
  <inkml:trace contextRef="#ctx0" brushRef="#br0" timeOffset="28638.004">14001 18021 1316 0,'0'0'4108'0,"0"0"-1704"0,0 0-508 0,0 0-183 15,0 0-621-15,0 0-312 16,0 0-156-16,0 0-4 0,0 0-40 16,0 0 0-16,15 77 0 0,-7-56-32 15,1 2 64-15,2 2-8 0,-3 0-120 16,1 4-68-16,-2-3-20 0,1-5-104 0,0-2-48 16,0-5-108-16,-4-2-132 0,4-8 56 15,4-2 4-15,0-2 108 0,7-2 288 16,6-14 100-16,-1-10-292 0,4-6-164 0,3-9-104 15,-3-3-88-15,0-2-32 0,0 6-112 16,-4 5-84-16,-4 6-36 0,0 4-332 16,-4 9-408-16,-9 3-1428 15,-2 7-3773-15</inkml:trace>
  <inkml:trace contextRef="#ctx0" brushRef="#br0" timeOffset="29726.754">14510 17662 1044 0,'0'0'964'16,"0"0"4992"-16,0 0-3908 15,0 0-411-15,0 0-397 0,0 0-16 16,0 0-200-16,0 0-280 0,0 0-4 0,40 39 84 16,-20-11-144-16,8 16-272 0,0 7-112 15,0 9-76-15,0 7-84 0,0 0-40 16,-5-1-84-16,-3-2-12 0,4-7-80 16,-8-6-56-16,0-9-36 0,0-9-12 15,-4-3 24-15,0-11-36 0,0-4-116 0,0-5-292 16,-4-7-192-16,-1-3-412 0,2 0-680 0,-1-6-853 15,-4-4-1451-15,0-2-1632 0</inkml:trace>
  <inkml:trace contextRef="#ctx0" brushRef="#br0" timeOffset="29963.898">15008 17849 1708 0,'0'0'8948'15,"0"0"-7803"-15,0 0-605 0,0 0-56 16,0 0 436-16,-51 77 68 0,35-52-28 15,-5 4-332-15,-2 3-216 0,-1 3-24 0,0-3 72 16,0 1-40-16,-4 0-248 16,1 2-12-16,-1-1-36 15,0 1-124-15,-4-3-68 0,4 0-20 16,-4 0-48-16,4-4-48 16,0 1-40-16,0-7 0 0,4 1-84 0,1-8-216 0,7 2 76 15,-1-9-48-15,9-1-184 0,5 0-240 16,-1-4-520-16,4-3-693 0,0 2-703 15,4-2-1084-15</inkml:trace>
  <inkml:trace contextRef="#ctx0" brushRef="#br0" timeOffset="35996.26">15977 18027 1368 0,'0'0'1920'16,"0"0"-1372"-16,0 0 4688 0,0 0-3055 15,0 0-589-15,0 0-344 0,0 0-300 0,0 0-304 16,0 0-244-16,0 0-144 0,0 0 204 16,36 13 384-16,-5-4-212 0,5-2-200 15,8-1-212-15,-4 0-88 0,3-2-132 0,-2-4-124 16,-2 0 28-16,1 0-76 0,-4-10 48 15,-4-3-236-15,-1-2-492 0,1-5-312 32,-8-2-916-32,-7 7-2381 0,-6-8-2475 0</inkml:trace>
  <inkml:trace contextRef="#ctx0" brushRef="#br0" timeOffset="36225.759">16355 17694 1396 0,'0'0'7228'0,"0"0"-5312"0,0 0-463 0,0 0-273 16,0 0-76-16,-28 86-144 0,24-52-168 0,0 6-324 15,-3 4-232 1,7 6 16-16,-4 1-28 0,-1 6-52 0,5-1-160 16,-4 2-12-16,4-4-172 0,0-3-40 0,0-7-36 15,4-5-80-15,1-11-152 0,-1-6-148 0,3-9-152 0,5-7-580 16,0-6-616-16,-4 0-2009 0,8-13-2811 15</inkml:trace>
  <inkml:trace contextRef="#ctx0" brushRef="#br0" timeOffset="36495.354">16622 18027 3644 0,'0'0'600'0,"0"0"4340"0,0 0-2951 15,0 0-541-15,0 0 44 0,0 0-328 0,60 77-236 16,-52-55-260-16,-4 3-260 0,3 1-184 15,-7 2-112-15,0 4-112 0,0-1-4 32,0 2-84-32,0 2 16 0,-7-4-64 0,-5-3-76 0,3-4 212 0,2-10 72 15,-1 0 52-15,4-5 28 16,0-9 20-16,-1 0 16 0,5 0-188 0,0-9-72 0,0-11-64 16,5-12 36-16,3-2 88 15,4-10-88-15,4 0-24 0,3-2-36 0,5 5-16 16,1 6-72-16,3 1-116 0,-1 1-140 15,5 5-552 1,0 2-480-16,4 4-813 0,-8 6-743 16,15 1-1544-16</inkml:trace>
  <inkml:trace contextRef="#ctx0" brushRef="#br0" timeOffset="36842.883">17227 18049 5380 0,'0'0'456'15,"0"0"4853"-15,0 0-3729 0,0 0-560 16,0 0 260-16,-63 63-112 0,43-44-228 15,-4 1-108-15,0 2-228 0,-4 4-296 0,0 2-208 16,0 4 8-16,0 0-20 0,5 3 44 16,-1 3-20-16,4-3-36 0,0-3-28 15,12-1-44-15,0-9-4 0,4-2-4 16,4-5-156-16,0-8-100 0,4-2 28 16,8-5 60-16,4 0 84 0,8-12 84 0,4-6-116 15,4-10-288-15,-4-8 208 0,4-6 4 0,-1 2-92 16,1 2 52-16,-4 2 40 15,-5 9 20-15,2 0 40 0,-5 5-4 0,-9 6 16 0,2 7 36 16,-5 2 76-16,-4 4 12 16,-4 0 112-16,3 3 176 15,-3 0 124-15,0 3 96 0,0 7-160 16,0-1-116-16,0 10-32 0,-3 0-52 16,-1 3-64-16,0-3-84 0,-4 4 0 15,3-4-172-15,5-3-172 0,-4 0-52 16,4-3-188-16,-3-7-200 0,3 0-728 0,0-6-1060 15,3 0-1797-15,1-3-1739 0</inkml:trace>
  <inkml:trace contextRef="#ctx0" brushRef="#br0" timeOffset="37189.274">17446 18066 1472 0,'0'0'7308'16,"0"0"-5340"-16,0 0-835 15,0 0 351-15,0 0-76 0,0 0-276 0,0 0-28 0,0 0-296 16,5 76-228-16,-5-45-100 0,-5 1-112 15,5 0-160-15,-4-3-208 16,4-1-132-16,0-3-56 0,0-2-20 16,0-4-12-16,0-7 8 0,4-2 40 15,1-7-160-15,7-3-376 16,-5-3 12-16,10-10 104 0,-2-6 140 0,2-3 12 16,2-6 224-16,1 2 0 0,-3 0 160 15,-2 4 56-15,1 7 48 0,-8 5-44 16,4 3 212-16,-8 4 188 0,-4 3 260 0,4 0 92 15,-4 0-96-15,4 7-140 0,-4 2-48 0,4 4-116 16,-4 3-136-16,0 1-48 0,0-3-48 16,0 5-64-16,4 0-60 0,-4 4-4 15,0-4-116-15,0 0-64 0,4 3-52 0,-4-3-84 16,0 4-324-16,0 0-248 16,0-2-264-16,0-2-956 0,0-7-2569 15,4 1-3063-15</inkml:trace>
  <inkml:trace contextRef="#ctx0" brushRef="#br0" timeOffset="37540.915">18125 18104 1668 0,'0'0'9777'16,"0"0"-8085"-16,0 0-1132 0,0 0 140 0,0 0 448 15,0 0-140-15,-97 57-212 16,78-41-476-16,-5 2-320 0,3 5-4 0,-2-1-4 16,3 0-116-16,4 3 40 0,0-6 72 15,4-2-52-15,8-4-12 0,0-7-8 0,4-3-192 0,0 0-124 0,4 0 252 16,8 1 100-16,4-4 48 0,4 3 60 16,4-3-60-16,-1 0 12 15,5 0-20-15,0 0 8 0,-4 3-48 0,1-3 36 16,-6 6 12-16,-7 0 12 0,0 7 188 15,-3-4 72-15,-6 8 176 0,-3-2 0 16,0 5-116 0,-3-1-8-16,-10-1-152 0,1 2-24 15,0-5-40-15,-3-3-108 0,2 2-224 16,1-8-332-16,1-6-436 0,2 0-336 16,1-9-708-16,5-2-1817 0,3-14-3063 0</inkml:trace>
  <inkml:trace contextRef="#ctx0" brushRef="#br0" timeOffset="37714.369">18359 18164 3132 0,'0'0'9345'15,"0"0"-7521"-15,0 0-764 0,13 79 72 16,-13-43 100-16,0-2-132 0,0 1-340 16,-5 0-504-16,1-6-256 0,4-1-148 15,0-6-124-15,0-5-84 16,0-5-544-16,0-5-464 0,0-7-1268 15,0 0-3157-15,-8-23-2590 0</inkml:trace>
  <inkml:trace contextRef="#ctx0" brushRef="#br0" timeOffset="37860.107">18411 17964 3968 0,'0'0'7285'0,"0"0"-4789"0,0 0-1584 0,0 0 360 0,0 0 316 16,0 0-448-16,0 0-612 0,0 0-356 15,0 0-172-15,0 0-312 0,75-45-660 0,-54 32-544 16,-14 8-2980-16,10-5-6201 0</inkml:trace>
  <inkml:trace contextRef="#ctx0" brushRef="#br0" timeOffset="38378.164">18877 17500 1120 0,'0'0'8352'0,"0"0"-6751"0,0 0-253 15,0 0-440-15,0 0 32 0,0 0-204 0,0 0-172 16,0 0 80-16,12 73 20 16,-12-22-216-16,0 9-64 0,-4 7-28 0,0 3 4 15,0 0-4-15,-3 3 112 0,-2 0-64 16,1 0-172-16,0-6-60 0,1-4-56 16,3-5-116-16,-1-8-48 0,1-12-76 0,4-5-24 0,0-15 4 15,0-1-4-15,4-12-112 0,1-2-8 16,-5 1-140-16,4-4 40 15,0 0-140-15,-4-4-112 0,3-9-128 0,-3 1-816 16,0-6-636-16,-3-6-917 0,-1 6 525 16,-17-8-3020-16</inkml:trace>
  <inkml:trace contextRef="#ctx0" brushRef="#br0" timeOffset="38523.596">18619 18224 416 0,'0'0'2036'16,"0"0"-1344"-16,0 0 1652 15,0 0 2048-15,0 0-2587 0,0 0-601 0,0 0-156 0,0 0-300 16,0 0 8-16,0 0 352 15,0 0-64-15,47-12-276 0,-19 12-228 16,4-4-280-16,0 1-248 0,3-7-12 0,-3 1-112 16,0-4-36-16,0-6-320 15,3 1-644-15,-2-1-616 0,-6 3-1472 0,10-6-3673 16</inkml:trace>
  <inkml:trace contextRef="#ctx0" brushRef="#br0" timeOffset="38682.494">19216 18119 7160 0,'0'0'5693'0,"0"0"-4649"0,0 0-576 0,0 0 292 0,0 0 564 16,8 70-132-16,-8-47-152 0,0-2-476 16,0 2-332-16,0 0-232 15,0-1-40-15,-4-4-156 0,4-1-36 16,-4-5-40-16,4-2-244 0,0-4-180 16,-4-3-460-16,4-3-1080 0,-8-6-2645 15,8 0-4099 1</inkml:trace>
  <inkml:trace contextRef="#ctx0" brushRef="#br0" timeOffset="38831.297">19244 17926 2720 0,'0'0'9045'16,"0"0"-7689"-16,0 0-896 16,0 0 200-16,0 0 248 0,0 0-128 0,0 0-680 0,0 0-100 15,0 0-336-15,88 47-648 0,-69-40-360 16,1-1-1145-16,-3 0-2459 0,-6 7-968 0</inkml:trace>
  <inkml:trace contextRef="#ctx0" brushRef="#br0" timeOffset="39014.187">19491 18266 6188 0,'0'0'3244'16,"0"0"-919"-16,0 76-1469 0,0-51-396 0,4 3 192 16,0-2 388-16,-1-3-60 0,6-8-284 15,-1-1-436-15,3-8-84 0,2-6 36 16,2 0 36-16,2-4 12 0,2-5 60 15,1-8-132-15,1-5-92 0,-2 0-96 16,1-3-320-16,-1-4-200 0,2 1 8 16,-1 3-60-16,-5 2-400 0,6 2-484 0,-10-2-728 0,2 6-1677 15,-2-5-863-15</inkml:trace>
  <inkml:trace contextRef="#ctx0" brushRef="#br0" timeOffset="39283.689">19845 18158 1212 0,'0'0'1684'0,"0"0"1184"0,0 0 2801 0,0 0-4105 15,5 69-864-15,-5-49-116 0,4-5 88 31,3 2 160-31,1-12-216 0,5 2-404 0,-2-4-88 0,5-3 116 16,0 0-4-16,-1-10 0 0,10-1-236 0,-5-6-76 16,-5-2-172-16,6-4-88 0,-10 8 0 15,2-4 172-15,-9 6 140 0,-4 4 24 16,0 2 160-16,-8 4-144 0,-5 0 144 16,-2 3-24-16,-2 0 264 0,2 6-200 15,-5 10 120 1,-4 3-108-16,4 9 0 0,0 7-4 0,0 7-72 15,1-2-80-15,6 2-56 0,1-7-12 16,9 1-96-16,-1-11-80 0,4-3-56 16,7-9 192-16,5-4 52 0,8-5 172 0,1-4-96 15,6-4-76-15,0-11-340 0,6-8-328 16,3-3-472-16,-13 4-1236 0,18-19-3109 0</inkml:trace>
  <inkml:trace contextRef="#ctx0" brushRef="#br0" timeOffset="39984.558">20335 17580 732 0,'0'0'8592'15,"0"0"-6707"-15,0 0-729 0,-23 69 172 0,10-27-20 16,2 12-240-16,-6 9-192 15,6 8-168-15,-9 4-124 0,4-2-4 0,0 1-116 0,0-8-96 16,0-6-184-16,4-6-184 0,0-9-120 0,8-10-188 16,4-10 52-16,0-9 44 15,4-6 4-15,8-8 0 0,4-2 96 0,8 0-84 16,8-9-188-16,0-4 236 0,3-2 60 16,1-1-60-16,1 6 48 0,-5 1 0 15,-5 5-12 1,0 4 8-16,-6 4 104 0,-5 9 8 0,-4 2 228 15,-5 4 76-15,2 4 60 16,-5-2-76-16,-4 5-76 0,0-1-96 0,0 1-112 16,4-5 136-16,0-4-96 0,0 2-16 0,7-6-36 15,2-4-128-15,2 1 128 16,5-4 88-16,5 3 20 0,-1-2 28 16,-1-1-24-16,1 4-108 0,0 0 8 0,-5-1 120 15,-2 1-120-15,-1 2 96 0,-4 1 64 16,-8 2 24-16,-1 2-36 0,-3-2 36 15,0 5-52-15,-11-1-32 0,-2-4-104 16,-2 5 40-16,-9-5 12 0,0 2 16 16,-4-5 20-16,1 1-48 15,-6-4-36-15,1 0 48 0,5-2 16 0,-1-3 68 16,0-4-28-16,8 0-116 0,4-4-124 16,8-5-80-16,4-1 104 15,4-6-192-15,4-6-52 0,16-3 76 0,4-10 0 0,8-4 96 16,4-1 36-16,3-2-60 0,6 0 48 15,2 1-368-15,1 4-612 0,-5-1-1068 0,-7 13-2033 0,9-15-2919 16</inkml:trace>
  <inkml:trace contextRef="#ctx0" brushRef="#br0" timeOffset="40397.439">21555 18170 4984 0,'0'0'1328'0,"0"0"3120"0,0 0-2983 0,0 0-685 0,0 0 568 15,75 10-60-15,-31-7-380 0,4 3-152 0,4 0-308 16,8 1-188-16,-4-1-160 15,3-2-100-15,1-2-72 0,-5 2 60 16,-3-4-72-16,0 0-4 0,-4 0-136 16,-8-6-420-16,-4 2-80 0,-8-2-312 15,-9 3-1028-15,-6-1-1977 16,-13 4-2335-16</inkml:trace>
  <inkml:trace contextRef="#ctx0" brushRef="#br0" timeOffset="40570.516">21722 18351 6432 0,'0'0'6361'16,"0"0"-5009"-16,0 0-1352 16,0 0 492-16,0 0 392 0,80 44 108 15,-41-37-68-15,6-4-392 0,2 0-248 0,1-3-164 16,3-6-120-16,-2-7-100 16,-1 1-124-16,-5-4-380 0,-3 0 92 0,-5-3-328 15,-7-1-620-15,-3 8-1000 0,-9-9-2897 0</inkml:trace>
  <inkml:trace contextRef="#ctx0" brushRef="#br0" timeOffset="40948.354">21837 17736 520 0,'0'0'5676'0,"0"0"-3028"15,0 0-900-15,0 0-103 0,0 0-353 16,-20 82-456-16,5-53-428 0,-2 5-272 16,-2 4-32-16,-1 4-52 0,-8 2-52 0,0 0-48 15,0 5 36-15,-4-2-92 16,0 3-20-16,0-2 36 0,0 0-80 16,4-3 156-16,0-8 12 0,9-5 240 0,-1-6-60 0,8-8 8 0,5-5-48 15,2-6 8-15,5-1-148 0,0-2-36 0,0-2 36 16,5 1 100-16,6 0 28 15,5 4 384-15,0-3-32 0,-1 2-168 16,6 3-152-16,3 1-48 0,0-2 76 0,4 6 36 16,-1 2 36-16,5-4-188 0,5 7 16 15,6-3-36 1,-4 3-52-16,6-2-8 0,2-2-128 16,-2 1 0-16,-2-7 64 0,-3-2-64 15,0-7-476-15,-4 0-124 0,-4-10-184 16,-4-2-816-16,-8-1-1173 0,-1-16-3559 15</inkml:trace>
  <inkml:trace contextRef="#ctx0" brushRef="#br0" timeOffset="41271.498">22408 17954 2872 0,'0'0'9817'15,"0"0"-8285"-15,0 0-824 0,0 0 336 0,0 0 8 0,0 0-60 16,47 80-312-16,-31-65-448 16,0 4-60-16,4 0-48 0,4 0 36 0,-1 4-64 15,1-4-96-15,1 0-8 0,-1 0-36 16,-5 0 40-16,1 0 4 16,-8 0-4-16,0 0 0 0,-4 3 4 0,-4 0 60 0,-4 1 28 31,0 6-80-31,-12-4 116 0,0 6-80 15,-7-1-44-15,-2 1-88 0,-7 0 84 0,-4-1-56 16,-3 1-76-16,-1-2-256 0,-3-4-296 16,-2-2-116-16,1-5-216 0,1-5-692 0,11-7-1284 0,-8-6-2897 15</inkml:trace>
  <inkml:trace contextRef="#ctx0" brushRef="#br0" timeOffset="50995.572">23375 17675 8504 0,'0'0'4273'0,"0"0"-3345"0,0 0-456 0,0 0-40 15,0 0 248-15,0 0 304 0,0 0-24 0,0 0-364 16,-7-7-300-16,7 7-48 16,0 0 24-16,0 0 8 0,0 7 16 0,4 5-76 15,3 5 100-15,1 10 8 0,-3 6-108 16,3 8-120-16,-1 3-92 0,1 8 76 16,1 1-84-16,-2 5-84 0,1-4 76 15,-4-3 4-15,4-1-64 0,0-5 64 16,0-8 4-16,0-5-72 15,4-7 72-15,-4-5 0 16,4-8 0-16,-4-2 0 0,4-7 8 0,-1-3 56 16,2 0 20-16,-1-9 12 0,4-4 40 15,3-3 48-15,-2-10-40 0,7-2-72 16,-5-4 28-16,5-6-52 0,0-3-36 16,4-3 0-16,0-1-12 0,-5-2-52 15,5-1-48-15,-3 3 4 0,-1 7-12 0,-5 4-100 16,1 5-36-16,-8 6-124 0,-3 5-24 0,-6 5-124 15,1 3-184-15,-4 7-276 0,0 3-312 16,-7 0-576-16,-6 0-640 0,1 7-2161 0,-8 2-2255 16</inkml:trace>
  <inkml:trace contextRef="#ctx0" brushRef="#br0" timeOffset="51210.626">23463 18068 6748 0,'0'0'5369'16,"0"0"-3745"-16,0 0-852 16,0 0-204-16,0 0 364 15,0 0-240-15,0 0 252 0,0 0-140 0,0 0-112 16,0 0-104-16,52 4-136 0,-25-17-124 16,1 3-252-16,0-2-76 0,0 2-148 0,4-5-96 15,0 2-48-15,-4 0-668 16,0 4-336-16,0-4-792 0,0 3-700 0,-9 4-1697 15,5-4-2671-15</inkml:trace>
  <inkml:trace contextRef="#ctx0" brushRef="#br0" timeOffset="51824.98">24212 18005 10684 0,'0'0'1965'0,"0"0"-1033"0,0 0-348 16,0 0-368 0,0 0 88-16,0 0 312 0,0 0-88 15,0 0-240-15,95-69-132 0,-70 56-156 16,-5 7-8-16,-1 1-84 0,1 5 92 15,1 5 80-15,-6 7 68 0,5 4 16 0,-8 9-16 16,1 0 116-16,-6 7 44 0,1-3-60 0,-4 2-24 16,-4 1-88-16,4-3-24 0,-4-4-52 0,0 1 4 0,0-4-64 15,0-3-8-15,5-3-140 16,-5-6-100-16,3-3-160 0,-3-7-180 16,4-5-204-16,4-7-36 0,4-7-312 0,0-6-504 15,0-7-1113-15,0 3-2811 0</inkml:trace>
  <inkml:trace contextRef="#ctx0" brushRef="#br0" timeOffset="52023.802">24691 17859 1096 0,'0'0'9364'0,"0"0"-7463"0,0 0-1273 0,0 0-56 0,0 0 92 16,0 0 16-16,-88 32-188 0,67-13-216 15,-3 2-136-15,1 6 72 0,-1 1 68 0,-4 4-44 16,0 4-136-16,0-3 52 0,-4 3-144 15,8-5 80-15,-4-2-88 0,5-4-56 0,3-6-144 16,0 1-112-16,4-8-116 16,0 4-24-16,4-7-228 0,1 1-208 15,2-3-528-15,9-2-1341 0,-4-5-1395 0,4 4-628 16,0-4 4040-16</inkml:trace>
  <inkml:trace contextRef="#ctx0" brushRef="#br0" timeOffset="52598.944">25288 17865 3356 0,'0'0'704'0,"0"0"3500"0,0 0-2676 0,0 0-496 0,0 0 9 16,0 0 35-16,0 0-296 16,0 0-108-16,0 0-192 15,0 0-240-15,-92-63-152 0,72 63 124 0,-3 10 292 16,2-1-240-16,1 7-124 0,-3 6-28 15,3 3 88-15,0 3 24 16,0 5 40-16,4 2 156 0,4 3 16 0,5 0-116 16,2 0-84-1,1-1-124-15,4-1-4 0,9-4 28 0,2-7-36 0,9-2-16 16,0-8-8-16,0-2-68 16,4-7 0-16,4-3 64 0,-5-3-72 15,5 0-44-15,-8-9-104 0,1 0-272 16,-2-8-160-16,-6 5-288 0,-6-7-320 15,1 0-704-15,-8 0-2225 0,0 3-1387 0,0-6 2416 16</inkml:trace>
  <inkml:trace contextRef="#ctx0" brushRef="#br0" timeOffset="52756.39">25041 18034 560 0,'0'0'9400'15,"0"0"-7635"-15,0 0-1109 0,0 0 44 0,0 0 600 16,0 0-240-16,0 0-140 0,91 45-284 0,-63-40-164 15,4-2-12-15,4-3-204 0,-4 0-256 16,4-3-36-16,0-2-52 0,-4-8-84 0,0 1-708 16,-4-5-224-16,-1-2-788 0,-3 6-2089 15,-4-9-3195-15</inkml:trace>
  <inkml:trace contextRef="#ctx0" brushRef="#br0" timeOffset="53018.429">25619 17523 5308 0,'0'0'5376'0,"0"0"-4219"0,0 0-709 0,0 0 268 0,0 0 748 15,0 0 36-15,35 72-324 16,-23-40-504-16,4 3-276 0,0 4-40 16,4 5 12-16,0 3 332 0,5 10-344 15,-6 0-172-15,1 4-88 0,-1-1-96 16,6 0-44-16,-5 1-76 0,0-4 8 0,-5-3-72 15,2-9-160-15,-2-11-280 0,2-8-32 16,-6-7-72-16,1-10-156 16,0-9-96-16,0 0 248 0,1-12-780 0,-2-10-444 15,-7 2-2685-15,0-17-1815 0</inkml:trace>
  <inkml:trace contextRef="#ctx0" brushRef="#br0" timeOffset="53247.802">26077 17745 6140 0,'0'0'5905'16,"0"0"-4777"-16,0 0-848 0,0 0-12 15,0 0 136-15,0 0 544 0,-88 69-68 0,68-40-348 16,-4 3-320-16,-3 5 48 16,-1 5 76-16,-4 3-24 0,0 3-164 15,-4 3-72-15,0-4 8 0,0 0-20 0,0-2-64 16,5-3-496-16,3-4 136 0,7-7 224 0,2-2-164 15,10-4-480-15,2-3-544 0,7 1-800 16,0-8-929-16,4-2-2895 0,12-4 2856 0</inkml:trace>
  <inkml:trace contextRef="#ctx0" brushRef="#br0" timeOffset="53441.11">26328 18440 6884 0,'0'0'7501'0,"0"0"-6365"0,0 0-900 0,-16 70-172 15,4-44 60-15,0-1 156 0,0 3-84 16,-4-3-196-16,4-2-216 0,0-4 4 16,-4-2 36-16,4-3-440 0,-8 0-664 0,5-2-916 15,-2-2-2745-15,-11-2-1463 0</inkml:trace>
  <inkml:trace contextRef="#ctx0" brushRef="#br0" timeOffset="54387.74">27906 17773 2872 0,'0'0'184'0,"0"0"-176"0,0 0 5232 0,44-75-3296 16,-33 56-335-16,-7-1-365 0,0 1-124 15,0 0-276-15,-4-3-300 0,0 0-296 16,-4-1 108-16,0 5-116 0,-3-6 96 16,-1 3 148-16,-5 2-60 0,-2 1-16 15,-5 1-52-15,-1 4 4 0,-2 4 216 16,-1 6 0-16,-4-1-248 0,0 8-328 0,-4 5-96 15,0 13-100-15,1 3 12 0,-5 11-12 16,8 5 64-16,0 3 56 0,4 7 16 0,4 3 60 0,0 3 0 16,8 0 96-1,4-3 76-15,4 1-12 0,0-5 48 16,4-5 0-16,0-3-24 0,8-5-76 0,5-9-32 16,-2 1-16-16,5-4 24 15,0-6-36-15,4 1-36 0,0-8-8 16,0-3-4-16,0-2-8 0,3-4 8 15,-3-3 0-15,5-3-8 0,-6-4-344 16,-3-5-28-16,0-1-232 16,-4 0-212-16,-4-5-212 0,-4 2-416 0,-4-3-604 15,0 0-780-15,-4 0-1973 0,-4-4-711 16</inkml:trace>
  <inkml:trace contextRef="#ctx0" brushRef="#br0" timeOffset="54697.87">27643 17973 2936 0,'0'0'468'0,"0"0"5344"0,0 0-3603 0,0 0-505 16,0 0-444-16,0 0-300 0,0 0-52 0,0 0 200 15,0 0-204-15,0 0-176 0,103 10-200 16,-71-10-212-16,-4 3-144 0,0-3-172 16,0 0-88-16,0-3-36 0,-1-3-48 15,-3-1-172-15,-4 1-516 0,-4 0-180 16,0-1-388 0,-8 1-564-16,0 3-256 0,-3 3-321 0,-5 0-419 15,0 0 932-15,0 0 2056 0,-9 0 196 16,1 3 1496-16,0 3-184 15,1 1 268-15,-2-1-43 0,5 3-77 0,0 1-392 16,0 6-368-16,1-1-252 0,-1 5-328 16,0 2-156-16,-1 3-108 15,1 0 788-15,0 5-328 0,0-2-52 0,4-3-204 0,-3 4-168 16,3-7-88-16,0 0-88 16,0 0-156-1,0-5-68-15,0-1-460 0,0-7 144 16,3-4-704-16,5 0-128 0,1-5-52 0,-1 0-1209 0,3-10-3047 0</inkml:trace>
  <inkml:trace contextRef="#ctx0" brushRef="#br0" timeOffset="55231.986">28519 17912 796 0,'0'0'11001'0,"0"0"-9489"15,0 0-1412-15,0 0 180 0,0 0 204 0,0 0 464 16,0 0-232-16,0 0-324 0,0 0-276 0,0 0 168 15,0 0 4-15,80 26-28 16,-76-26-136-16,0 4 16 0,-4-4-68 16,0 0 4-16,0 3 60 0,0-3 24 0,0 3 76 15,-8 3 96-15,0 4-108 0,-8-1-224 16,4 1 12 0,-4-1 48-16,5-2-52 0,-6-4 0 15,9 0 68-15,1-3 32 0,-2 0 76 0,5 0-156 16,0-6-28-16,0-1-284 0,4-5 100 15,0-1 24-15,0-3-136 0,0 3 60 16,8 1 88-16,-4 5 0 0,5 0 12 16,-5 7-76-16,-1-2 76 0,5 2 136 15,-4 0 0-15,0 2 160 0,0 3 52 0,1 1-40 0,-5-3-72 16,3 2-12 0,-3 2-40-16,0-3 76 0,0-1-76 0,0-3-48 15,0 3-196-15,0 0-400 0,-3-3-24 16,-2 3 92-16,1-3-188 0,0 0-384 15,0 0-492-15,4 0-629 0,-4 0-2667 0,4 0-136 0</inkml:trace>
  <inkml:trace contextRef="#ctx0" brushRef="#br0" timeOffset="55792.576">29121 17894 144 0,'0'0'9416'0,"0"0"-7663"0,0 0-917 0,0 0-68 0,0 0 188 16,0 0-208-16,0 0-332 15,0 0-152-15,0 0-64 0,0 0-8 16,76-70-68-16,-56 51-16 0,-1-3-108 0,1 3-88 16,4 3 40-16,-4 4-40 15,-4 2-152-15,4 7-36 16,-4 3 24-16,0 3 12 0,-4 9 188 0,-1 8 52 0,2-1 52 16,-5 6 100-16,-1 3-16 15,-3 4-48-15,1 4-24 0,-5 2 12 16,0 3-12-16,4-4 264 0,-4 5-204 0,0-4-12 15,0-1-48-15,0-1-12 0,4-8-52 16,0-5-48 0,0-4-28-16,3-7-24 0,-3-2-112 15,9-10 84-15,-6 0-112 0,10-10-1088 0,-6-8-356 16,6-5-2781-16,-6 1-3091 16</inkml:trace>
  <inkml:trace contextRef="#ctx0" brushRef="#br0" timeOffset="56006.489">29694 17745 2904 0,'0'0'9053'0,"0"0"-7993"16,0 0-840-16,0 0 416 15,0 0 428-15,0 0-172 0,-84 67-360 16,65-42-272-16,-1-3-24 0,1 6 128 0,-2 2 192 16,-3 1-208-16,0 1-52 0,-4 0-172 15,5-1-52-15,-5 5-68 0,0-5-4 0,0 1-84 16,4-1-128-16,0-5-144 0,4-4-352 0,4-3 24 15,4-5-196-15,5-6-356 0,2-2-636 16,5-6-701-16,0 0-1911 0,0 0-132 16,5-2 3756-16</inkml:trace>
  <inkml:trace contextRef="#ctx0" brushRef="#br0" timeOffset="56229.076">30009 17986 3544 0,'0'0'10349'16,"0"0"-7913"-16,0 0-1972 0,0 0-388 16,0 0 72-16,0 0 412 0,0 0 108 15,0 0-276-15,0 0-268 0,88 19-60 16,-64-19 12-16,4 0-76 0,0-6-124 0,0-1-344 15,-4 1-448-15,-5 0-508 0,-2 3-1628 32,-6-1-4097-32</inkml:trace>
  <inkml:trace contextRef="#ctx0" brushRef="#br0" timeOffset="56428.826">29966 18249 4256 0,'0'0'9489'15,"0"0"-7757"-15,0 0-1292 0,0 0-8 0,0 0 276 16,0 0 40-16,0 0-328 16,0 0-112-16,0 0 0 0,0 0 72 15,95 19-72-15,-55-31-308 0,0-4-272 16,-4 0-72-16,0 0-236 0,-8 0-632 16,-8 4-1468-16,3-1-3057 0</inkml:trace>
  <inkml:trace contextRef="#ctx0" brushRef="#br0" timeOffset="57026.393">30671 17405 364 0,'0'0'8356'16,"0"0"-6208"-16,0 0-683 0,0 0-213 16,0 0-36-16,36 79 128 0,-20-53-352 15,-4 2-296-15,3 7-216 0,-2 0-132 16,7 6-28-16,-5 1-76 0,5 5-24 0,0 7-24 16,0 3 36-16,-5 4 100 0,6 6-100 15,-1-4-84-15,-1 3-140 0,2-2-8 0,-1-3-40 0,-5-1-68 16,2-3-172-16,-2-3 36 15,1-2-40-15,4-8-244 0,-8-4-248 0,4-8 308 0,0-6-16 32,-4-10-152-32,4-7-620 15,0-6-844-15,-4-3-725 0,0-5-1883 0,-5-6-288 16,2-17 4137-16</inkml:trace>
  <inkml:trace contextRef="#ctx0" brushRef="#br0" timeOffset="57332.724">31340 17656 4208 0,'0'0'1356'16,"0"0"3832"-16,0 0-3763 0,0 0-641 0,0 0 284 15,-100 73 160-15,72-48-288 0,-4 4-324 16,0 2-268-16,1 2-60 16,-5 4-68-16,0-2 4 0,1 7-12 15,-1-1-64-15,-9 4-100 0,6-1-48 16,-5 3-100-16,4 1 4 0,-3 3-164 16,3-4-100-16,-1 0-124 0,2-1-584 0,3-4 644 15,8-5-548-15,4-2-592 0,5-7-1421 16,2-5-3035-16,6-10 2748 0,-2-7 2908 0</inkml:trace>
  <inkml:trace contextRef="#ctx0" brushRef="#br0" timeOffset="74211.625">6171 16506 1616 0,'0'0'1800'15,"0"0"-680"-15,0 0-24 0,0 0-108 16,0 0-208-16,0 0-144 0,0 0-284 16,0 0-300-16,84 4 1760 0,-73-4-1139 15,-2-4-249-15,-1 2 88 0,-4-4 348 0,-1-1 108 16,1 0 84-16,1 2-220 0,-5-9 176 16,4 5-164-16,-4-4-172 15,0 0-104-15,0 1-224 0,0-1-112 16,0 4-132-16,-4-1-16 0,4 4 52 15,-5-4 12-15,1 3-40 0,1 0 76 0,-5 2-24 16,0-1 72-16,-1-1-36 16,-2 0-64-16,-1 5 40 0,0-1 72 0,-4 3-40 15,4 0-104-15,-7 0-28 0,-2 0-72 16,1 0-8-16,-3 5 8 0,-1 6 4 0,-4-2-4 16,4 3 0-16,-1 5-96 0,-3 1-88 0,5 2 176 15,-5 5-200-15,4 4 208 16,-4 3-156-16,8-5 20 15,-3 9-48-15,3-1 40 0,-1 0 56 0,2 0 76 16,3 5-108-16,0-1 44 0,0 3-44 16,8 2 108-16,0 0-64 0,3-2 76 0,5 2 0 0,0 0 0 0,0-3 0 15,9 0 52-15,-1-8-48 0,3-1-4 16,6-7-64-16,-2-6 64 0,6 0 64 16,-1-3-60-16,-1-6 0 0,1-1 128 15,5-6-120-15,-1 0 76 0,-1-3-4 16,1 0-84-16,-8 0 4 0,4-6 52 15,0-1 16-15,-5-2-72 16,2-1 8-16,-6 1 52 16,6-7-60-16,-6 0-132 0,2-3-236 15,-2 0-296-15,-3-1-232 0,-4 1-244 0,-4 0-176 16,0 1-144-16,0-1 64 0,-8 3-116 0,-3 0 287 16,-6 0-291-16,-2 3 336 15,-5 1 364-15,0 2 632 0,0 1 184 16,4 6 872-16,0 0-248 0,5 3 1176 0,6 0-123 15,1 0-141-15,4 0-228 0,4 0-224 0,0 0-264 16,0 0-284-16,0 0-236 0,8 0-300 16,5 0 0-16,6 0 136 15,5 0 236-15,4 3 368 0,4-3-232 0,0 0-264 16,-4 0 52-16,0 0-236 0,0-3 52 16,-5-4 8-16,1 1-120 15,-4-4-80-15,4 1-8 16,-1 0-96-16,-2-2-36 0,-1-2-480 0,-5 4-304 15,-2 0-264-15,-1 2-840 0,-5 4-396 0,-3 3-401 16,-4 0 201-16,0 0 840 16,-8 7 368-16,1 2 1248 0,-6 1 248 15,5-1 912-15,-3 3 716 0,-2-1 872 0,2-3-312 16,3 3-419-16,-1 1-281 0,5-2-420 0,1 2-344 16,-1 5-156-16,0-2-64 0,4 4 36 15,-4 1-52-15,4 5-64 0,-4-4 24 0,4 5 156 16,-4 0-124-16,4 2-72 15,-5 1-140-15,2-1-48 0,3 1-36 0,-4-1-60 16,0 4-116-16,4-6 32 0,-4 2-40 16,4-6-72-16,0-2-28 0,-4-5-20 0,4-2-52 15,0-7 36-15,0 1 128 0,0-7-76 16,0 3-4-16,0-3-96 0,0 0-284 16,0 0-260-16,0 0-80 0,0-3-168 0,4-4-688 15,4-5-720-15,-4 2-1745 16,4-15-3411-16</inkml:trace>
  <inkml:trace contextRef="#ctx0" brushRef="#br0" timeOffset="75719.687">18112 4684 10468 0,'0'0'1069'15,"0"0"-673"-15,0 0-48 0,0 0 176 0,-32-74-52 16,25 58 836-16,-10-3-360 0,2 3-204 15,-6-1-60-15,-3 6 112 0,5-3-152 0,-5 8-224 16,-4 0-52-16,0 6-228 16,-4 0-140-1,-4 9-112-15,1 8-184 0,-10 8 148 16,6 3-24-16,-5 11 100 0,4 5 20 0,-4 10-8 0,-4 3 56 0,5 7 4 0,-6 8 136 16,10 5 96-16,-5 2-72 0,9 1-96 15,2-1 68-15,10-3-68 0,3 0 44 16,8-6-44-16,3-4-4 0,9-2 4 0,0-3 180 15,9-11 0-15,6-2-60 0,6-10 0 16,3 0-28-16,4-9-20 0,-5-4-28 16,9-6 4-1,-4-5-16-15,0-8-12 0,0-4 16 16,-4-2-40-16,4-6-60 0,-5-7 8 0,-3-2 4 16,4-5-12-16,-8-2-148 0,0-3-360 15,-4-4-216-15,-4 1-12 0,-4 3-88 0,-4-7-564 0,0 3-724 16,0-3-484-1,-4 10-1341-15,-8-13-847 0</inkml:trace>
  <inkml:trace contextRef="#ctx0" brushRef="#br0" timeOffset="75892.72">17470 5410 8596 0,'0'0'1824'0,"0"0"-239"0,0 0-357 0,0 0-452 0,0 0-244 16,0 0 336-16,0 0 292 15,0 0-164-15,81 19-180 0,-53-13-28 0,7 1-188 0,1-4-124 16,-4 0-172-16,7 0-156 0,-2-3-148 0,-1 0-4 15,-4-3-44-15,-1 0-124 0,-3-4-192 0,0 4-236 16,-8 0-460-16,0 0-104 0,-9 0-488 16,-2 3-832-16,-9 0-1537 0,0 0-515 15</inkml:trace>
  <inkml:trace contextRef="#ctx0" brushRef="#br0" timeOffset="76051.811">17826 5496 5216 0,'0'0'3248'0,"0"0"-1268"0,0 0-907 16,0 0-177-16,-45 82-28 0,37-50-16 15,5 0 36-15,-5 6 80 0,-1-1-128 16,1 2-120-16,1 2-12 0,-5 1-32 0,3-1-84 16,2 1-288-16,-5-8-256 15,8-5-48-15,-1-4-180 0,2-6-80 0,3-3 16 16,0-7-40-16,0-2-344 0,0-4-300 0,3 3-144 16,2-6-504-16,-1 0-804 0,0 0-1989 15,4-6-2455-15</inkml:trace>
  <inkml:trace contextRef="#ctx0" brushRef="#br0" timeOffset="76665.219">18041 6064 8808 0,'0'0'2365'0,"0"0"-1081"0,0 0-440 0,0 0 372 15,0 0-320-15,0 0-152 0,0 0-192 16,0 0-364-16,0 0-188 0,0 0 0 0,0 0 104 16,35-42 44-16,-14 24-140 15,2-5-8-15,1 1 0 0,-4 3-12 16,-1 1-88-16,-2 5 0 0,-6 2-60 15,2 9-64-15,-1-2-40 0,-5 4 36 0,2 0 40 16,-1 6 160-16,-1 5 28 0,6 4 164 16,-5 1 92-16,-1 3 4 0,1 0-20 15,-4 3-4-15,1 0 12 0,-1 1-48 0,0 2 48 16,-4 3 12-16,0 8 0 0,3-1 132 16,-3 6 296-16,0-3-256 0,0 6-128 15,-3-5-84-15,3-1-36 0,0-3-112 16,0-7 52-16,0-1-116 15,0-13-8-15,0-1 0 0,0-7-124 0,0-2 52 16,3-4-24-16,1 0 8 0,0-4 84 0,4-4-4 16,4-6-252-16,0-2-316 15,0-3-196-15,0 1-168 0,0-5-304 16,0-2-624-16,0 3-524 0,4-3-485 16,-4 6-1139-16,-1-17-1112 0</inkml:trace>
  <inkml:trace contextRef="#ctx0" brushRef="#br0" timeOffset="76954.785">18559 5959 6564 0,'0'0'2440'0,"0"0"-848"0,0 0-407 0,0 0-97 16,0 0-16-16,0 0 4 0,0 0-248 0,0 0-248 15,0 0-156-15,0 0 12 16,-80 29 0-16,59-17-76 0,2 4-64 0,-1 0-76 16,-4 3-72-16,1 7-48 0,-10 2-28 15,1 3 28-15,-4 5 8 0,-3 2 52 16,-1 4 76-1,-4-2 128-15,0 4-92 0,0 1-76 16,-3 0-112-16,2-1-84 0,6 1-52 0,-5-4 4 16,9 0-16-16,-2-6 16 15,10-3-48-15,3-4-16 0,4-9 16 16,8-2-4-16,3-4-20 0,5-7-16 16,4-6-12-16,0 0-96 0,0 0-248 0,4 0-164 15,9-4-112-15,-2-3 20 0,14-5-612 0,-5-3-784 16,-5-2-2245-16,9-5-2675 0</inkml:trace>
  <inkml:trace contextRef="#ctx0" brushRef="#br0" timeOffset="77905.495">19132 5378 9592 0,'0'0'2153'16,"0"0"-1241"-16,0 0-196 0,0 0 120 15,0 0 52-15,0 0-108 0,0 0-264 16,0 0-156-16,0 0 188 0,0 0 236 15,99 7-168-15,-67-7-160 16,5 0-224-16,-1 0-160 0,-5 0-72 0,1 0-84 16,4-4-16-16,-4 1-120 0,-4 0-148 15,0 0-248-15,-4 3-416 0,-9 0-688 16,2 0-2100-16,-17 9-2865 0</inkml:trace>
  <inkml:trace contextRef="#ctx0" brushRef="#br0" timeOffset="78102.384">19136 5651 6928 0,'0'0'3960'0,"0"0"-2855"16,0 0-745-16,0 0 368 0,0 0 252 0,0 0 136 0,0 0-188 16,88-12-248-16,-57 8-184 0,1 1-172 0,9 3-248 15,-2-3-76-15,1 3-64 0,-1 0-208 16,2 0-88-16,2 3-496 0,-3 0-272 31,1 4-752-31,-10-4-909 0,9 3-1295 0</inkml:trace>
  <inkml:trace contextRef="#ctx0" brushRef="#br0" timeOffset="78587.709">20599 4892 11429 0,'0'0'1896'16,"0"0"-1488"-16,31-76-4 0,-15 48 192 16,-7-1 248-16,2 6 388 15,-3 4-412-15,-4 7-372 0,-4 5-152 0,4 5-64 16,-4 2-32-16,0 0-68 0,-4 0-56 15,-4 2-76-15,-7 11-132 0,-6 10-152 16,-7 9 12-16,-4 5 136 0,-3 8 52 16,-1 5-36-16,-5 8 116 0,2 2-40 0,-1 3-8 15,5-2 48-15,3-4 0 0,4-9-4 0,8-9-52 16,4-12-40-16,7-10-48 0,6-5 48 16,3-9-100-16,0-3-148 15,3 0-52-15,6 0 264 0,3 0-4 0,3-3 48 16,-2-1-8-16,2 4 0 0,-2 0-36 15,-6 11 136-15,1 3 40 0,1 6 124 0,-5 9 12 16,0 6 28-16,-4 4 20 0,0-2 28 16,0 3-92-16,0 2-24 0,0 0-12 15,-4-1-48-15,-5-3-76 16,5 4-36-16,-4-4-64 0,5 0-36 16,-1-7-16-16,-4 1-20 15,3-6 44-15,5-7-68 0,0-1-248 0,-4-5-1004 16,4 0-808-16,0-10-2129 15,4-3-2575-15</inkml:trace>
  <inkml:trace contextRef="#ctx0" brushRef="#br0" timeOffset="79440.669">20945 5550 9520 0,'0'0'1625'16,"0"0"-1213"-16,0 0-12 0,0 0-68 15,0 0 28-15,0 0 292 0,0 0 160 0,0 0-228 0,0 0-44 16,0 0 52-16,-47-61-148 0,42 75-168 16,1 7 48-16,-8 14-16 15,5 6-60-15,-6 7-48 0,2-4-52 0,-2-2-148 16,5-8-12-16,4-8-160 16,4-10-100-16,0-6-152 0,8-8-52 15,1-2 244-15,10-6 232 0,1-10 0 16,8-6-124-16,0-3-216 0,0-6 88 0,-5 1 152 15,2 2 100-15,-9 6 4 0,-4 6 60 0,-5 3-64 16,2 7-12-16,-9 6-76 0,0 0-104 16,0 3 68-16,0 7 124 0,0 5 308 15,0 7-56-15,0 5-100 0,0 0-40 32,0 5-60-32,0 3 12 0,0 3-56 0,4 7 128 15,-4 5 80-15,0 5 208 0,-4 1-136 0,-5 6-88 16,-2 1-100-16,-1-3 60 0,-4-3 52 0,0-4-4 0,4-1 4 0,-4-8-40 15,0-3-12-15,1-6 0 0,-2-2 40 16,-3-5 56-16,8-9 64 0,-3-3 144 16,2-7-60-16,-2 1-124 0,2-7-60 15,-2-3-72-15,-2 0-28 0,-2-3-32 0,-1-10-52 16,0-3-36-16,4-6-100 16,0-3 16-16,-4-7 12 0,8 0-52 0,0-3 76 15,5 3 0-15,2 4-12 0,5 2-100 0,0 5-36 31,9-3-12-31,2 6-36 0,1-5-12 0,4-2 60 16,4 6 108-16,0-3-20 0,0 0 32 16,4 3 28-16,-1 3 40 0,1-1 0 15,0 3-68-15,1 0 4 0,3 5-16 16,0-1-120-16,-5 1 0 0,5 2-88 16,0 1-388-16,0 0-276 0,0-1-512 15,3 1-648-15,-6-1-2017 0,10-8-2515 0</inkml:trace>
  <inkml:trace contextRef="#ctx0" brushRef="#br0" timeOffset="79734.004">22064 5334 12209 0,'0'0'1788'0,"0"0"-1180"0,0 0 20 0,0 0-72 31,0 0 24-31,-87-3 132 0,63 8-280 16,0 6-220-16,-4 3-124 0,0 6 36 16,0 9-76-16,-4 3-40 0,4 10 128 0,5 2 60 15,-1 6 40-15,4 1 60 0,1 6-28 0,6-7 4 16,5 2-64-16,1-11-36 0,7-3-24 16,0-9-28-16,3-8-32 0,9-4-80 15,1-4-4-15,2-7-4 0,9-6-160 16,0-3-12-16,8-13-232 0,4-7-420 15,-4-4-216-15,3-3-484 0,-11 2-900 0,-4 6-2197 16,-8-4-1875-16</inkml:trace>
  <inkml:trace contextRef="#ctx0" brushRef="#br0" timeOffset="79920.565">21671 5629 272 0,'0'0'12089'0,"0"0"-10149"0,0 0-1056 0,0 0 212 16,0 0-76-16,0 0 72 15,0 0-12-15,0 0-508 0,0 0-568 16,0 0 336-16,0 0 148 0,71 13-4 16,-35-10-240-16,3-3-160 0,6 0-84 15,-2-3-108-15,1-4-136 0,4-2-436 16,0-4-480-16,-5 3-468 0,-7 1-1452 16,5 0-3905-16</inkml:trace>
  <inkml:trace contextRef="#ctx0" brushRef="#br0" timeOffset="80304.966">23065 4940 14073 0,'0'0'1992'15,"0"0"-1628"-15,0 0-212 0,0 0 148 16,0 0 284-16,0 0 468 0,0 0-512 16,0 0-320-16,-88-51-132 0,52 65 36 15,-3 7-120-15,-6 11 4 0,-6 13 92 16,-1 8 72-16,4 7 12 0,-3 11 120 16,2 5 52-16,6 3 216 0,-1 4-220 0,8-1-120 15,4-2-27-15,8-8 27 0,5-12-172 16,10-9 12-16,5-12-12 0,8-7-48 15,9-7 0-15,6-3-8 0,9-3 0 0,4-2 44 16,8-8 12-16,0-6-60 0,-1-3-32 16,6-3 28-1,-2-6 4-15,-7-8-280 0,3-2-157 0,-11 0-63 16,0 0 24-16,-11 0-120 0,-2 0-324 0,-6 0-260 0,-9 3-752 16,0-3-960-16,0 3-2189 0,-20-7-1451 15</inkml:trace>
  <inkml:trace contextRef="#ctx0" brushRef="#br0" timeOffset="80452.308">22698 5657 11117 0,'0'0'2916'16,"0"0"-1048"-16,0 0-804 0,0 0-552 15,0 0 280-15,0 0 708 0,0 0-316 0,0 0-428 0,103-12-379 16,-71-4-257-16,5-3-120 0,-1-3-232 16,-1-5-253-16,1 6-331 0,-4-2-272 0,-4 4-276 15,-4 7-628-15,-9 3-968 0,-6 2-1757 16,-5 7-399-16</inkml:trace>
  <inkml:trace contextRef="#ctx0" brushRef="#br0" timeOffset="80596.779">22989 5581 8264 0,'0'0'2648'15,"0"0"-987"-15,0 0-389 0,-36 86-332 0,28-55-72 16,-3 2 52-16,7-1-88 0,-1-4-284 16,5 3-168-16,0-5-304 0,0-1-76 15,9-2-332-15,-2-4-240 0,1-3-36 16,5-4-160-16,2-2-336 0,1-10-696 0,-4 0-1169 15,12-6-3079-15</inkml:trace>
  <inkml:trace contextRef="#ctx0" brushRef="#br0" timeOffset="80882.628">23746 4654 14737 0,'0'0'1900'16,"0"0"-1788"0,0 0 128-16,0 0 168 0,0 0 756 0,0 0 356 15,-24 74-628-15,12-36-380 0,0 6-63 0,0 10 59 16,1 6-132-16,-2 10-192 0,1 9-52 0,1 9-48 16,-2 8-72-16,-2 3-12 0,2 6 0 15,2-5 76-15,3 3 72 0,-1-8-100 16,5-6 0-16,1-6-48 0,3-7-4 15,0-6-92-15,0-11-256 16,7-1-132-16,-3-7-48 0,1-7-405 0,3-5-283 0,3-4-600 0,-2-10-440 16,-1-3-664-16,-1-6-2061 15,-3-3-2519-15</inkml:trace>
  <inkml:trace contextRef="#ctx0" brushRef="#br0" timeOffset="82178.661">24603 5492 1252 0,'0'0'6292'15,"0"0"-5148"-15,0 0-344 0,0 0-140 16,0 0-64-16,0 0 1189 0,0 0-369 16,-76-57-808-16,68 54-64 0,0 3 220 0,0 0-84 0,0 3-92 0,-4 13-192 15,-4 10-184-15,0 6 108 0,-4 9 40 32,5 3 244-32,-2-3-200 0,2-3-284 0,2-6-120 0,5-6-88 0,5-10-8 0,-1-7-76 31,4-2-112-31,7-7-72 15,5 0 156-15,8-10 140 0,4-7-272 0,4-4 8 0,0-5-12 16,0-2 88-16,0-1 60 0,-8 7 16 0,0 6 96 16,-9 3-12-16,2 10-84 15,-5 3 4-15,-1 0 104 0,-3 13 64 0,5 6 220 16,-5 3-8-16,0 7 24 0,0 2-224 16,-1 8 36-16,-3-2-48 0,4 5-12 15,-4 2-88-15,4 7 100 0,-4 7 84 0,0-5 16 16,0 8-88-16,0-2 40 15,-4-4 60-15,-7-1-12 0,3-7 108 0,-1-3-60 16,-2-5 4-16,3-10 84 0,-1-4 36 16,2-9-28-16,-1-7-44 0,4-4 8 15,0-3 36-15,-1-2 76 0,-2 0 0 0,-5 0-212 16,0-7-108-16,-4-5-40 16,0-1-56-16,0-6-64 0,-4-3-60 15,1-3 96-15,2-4 0 16,2-7 4-16,-2 2-56 0,6-1 32 15,2-3-32-15,5 3 68 0,4 3 100 16,0 0-68-16,4 7 28 0,9 3-100 16,-2-3 12-16,6 5-28 0,6 1-84 0,1 1-72 15,0-2-128-15,4 5-144 0,4-2-264 0,0 2-316 0,0-1-512 16,-1 0-981-16,-6 6-1319 0,14-9-1492 16</inkml:trace>
  <inkml:trace contextRef="#ctx0" brushRef="#br0" timeOffset="82520.561">25080 5588 11085 0,'0'0'1796'15,"0"0"-1244"-15,0 0 4 0,0 0 256 16,0 0-68-16,0 0-380 0,0 0-364 0,0 0-176 16,0 0 112-16,0 0 52 15,0 0-48-15,52-54-28 0,-44 63 88 16,-4 4 12-16,-4 3 264 0,0 3-76 0,-4 0-24 15,-7 0-96-15,3 0-72 0,-1-6 4 16,1-4-12-16,5-2-112 16,-1-4-28-16,4-3-184 0,0 0-232 0,0 0-252 15,0 0-108-15,0-7-464 0,0 1-1689 0,4-7-3491 16</inkml:trace>
  <inkml:trace contextRef="#ctx0" brushRef="#br0" timeOffset="82931.14">25602 5448 12625 0,'0'0'1836'0,"0"0"-1232"0,0 0-604 0,0 0 0 15,0 0 252-15,0 0 176 0,0 0-240 16,64-80-188-16,-36 59-76 0,4 2 8 16,-4 5 64-16,0 9-68 0,0 5-28 15,-8 0 36-15,3 8 64 0,-6 6 60 0,3 5 28 31,-9 3 188-31,1 3-64 0,4 4 68 0,-8 2-68 0,5 1-152 16,-6 3 40-16,1-3-24 0,0 3-28 0,-3 0-32 16,-1 0-16-16,-1-4-16 15,1 1 12-15,0-6-4 0,0-1-4 16,0-6 4-16,0-3-52 0,1-4-92 0,-5-2-8 16,3-3-128-16,1-4-596 0,0-3-532 15,4 0-920 1,8-16-2345-16</inkml:trace>
  <inkml:trace contextRef="#ctx0" brushRef="#br0" timeOffset="83141.036">26288 5403 11145 0,'0'0'1476'0,"0"0"-1320"0,0 0 352 16,0 0 128-16,-108 51 568 0,69-26 80 15,-2 5-212-15,2 1-392 0,-1 4-148 16,1-3-64-16,2 3-112 0,1-4-160 15,4-1-108-15,1 1-88 0,3-6-172 16,0 1-172-16,1-1-60 0,-1 4-152 0,0-7-208 16,-4 3-396-16,11-6-580 0,-3-2-420 15,13-8-753-15,-2-9-1711 0</inkml:trace>
  <inkml:trace contextRef="#ctx0" brushRef="#br0" timeOffset="83331.106">26440 5607 11821 0,'0'0'1636'15,"0"0"-888"-15,0 0 704 0,91-4-220 0,-63 1-252 16,0 1-92-16,0-5-176 16,-4-3-476-16,4 4-236 0,0-3-52 0,0 2-292 15,-5 1-156-15,1 3-404 0,-8 0-288 0,-8 3-1124 16,-4 0-2681-16,-8 9-3415 0</inkml:trace>
  <inkml:trace contextRef="#ctx0" brushRef="#br0" timeOffset="83482.5">26388 5829 12285 0,'0'0'2380'16,"0"0"-1636"-16,0 0-744 0,0 0 380 0,0 0 836 16,0 0 332-16,91 0-576 15,-55-7-608-15,8 1-248 16,0-3-116-16,3-4-304 0,1 4-188 15,5-1-568-15,-6-2-344 16,1-4-1188-16,-16 5-2553 0,11-3-3499 0</inkml:trace>
  <inkml:trace contextRef="#ctx0" brushRef="#br0" timeOffset="83847.445">27033 5616 15145 0,'0'0'2728'0,"0"0"-2000"0,0 0-456 0,0 0-52 16,0 0 200-16,0 0 180 0,0 0-112 0,100-55-440 15,-65 37-48-15,5-4 8 0,0 4-8 16,0-1-112-16,-4 2 16 0,-4 7 96 16,-4 4 4-16,-8 0 56 0,-5 6 16 15,2 0-20-15,-10 3-56 0,1 6-60 16,5 1 60-16,-10 7 64 0,5 4-16 15,-4 2 12-15,0 5-12 0,1 4 4 0,-1 3-40 16,-4-4 36 0,3 4 24-16,1-2-24 0,0-2 28 15,0-6-36-15,4 1-40 0,-3-8-12 0,2-1-76 16,-3-2-8-16,0-5 0 0,0-4-124 16,0 1-232-16,0-7-320 0,4 0-152 15,0 0-112-15,7-7-328 0,6-6-500 16,3-9-664-16,-4 3-1789 0,12-16-1627 15</inkml:trace>
  <inkml:trace contextRef="#ctx0" brushRef="#br0" timeOffset="83998.561">27810 5498 2480 0,'0'0'8685'0,"0"0"-6801"0,0 0-1004 0,0 0-312 16,0 0-60-16,-96-6 220 0,68 19 328 16,-3 6-336-16,-5 7-236 15,0 5-76-15,0 8 48 0,-4 2 72 16,0 1 60-16,1 2-232 0,-2-6-200 15,6 3-156-15,-1-3-136 0,4-4-232 16,4-1-120-16,8-5-264 0,4-9-544 16,4-6-772-16,4-4-1120 0,4-12-3489 0</inkml:trace>
  <inkml:trace contextRef="#ctx0" brushRef="#br0" timeOffset="84795.262">27926 5254 8268 0,'0'0'1852'0,"0"0"-1092"0,0 0 385 0,0 0 263 16,0 0-228-16,0 0-172 0,0 0-188 15,83-44-272 1,-59 22-212-16,0 2-164 0,4-1-84 0,-4 2-80 15,-1 2 0-15,-6 4-4 16,-1 4-4-16,-4 4-64 0,-9 5 56 16,5 0-88-16,-8 2-20 0,4 10 116 0,-4 7 308 15,0 7 200-15,-8 12-164 16,-3 1-120-16,-6 5-100 0,-2-3-40 16,3 1-84-16,0-1 4 0,-4 0-4 15,8 0 48-15,0-2 124 0,4-8 148 16,4-5-100-16,0-4-208 0,4-10-12 0,0-2-88 15,4-4-20-15,0 1-52 16,4-4-12-16,0-3 12 0,0 0 48 0,4 0 68 16,-1 0 44-16,2 0 0 0,-1 0-40 0,0 0-24 0,0 0-108 0,-1 0 36 31,2 9-60-31,-2 7 96 0,6 0 100 0,-6 9 0 0,-3 5 8 16,5 1-8-16,-6 4-4 0,1 3-84 15,-4 0 28-15,1 3-16 0,-1 1 72 16,-4-4 0-16,0-1 4 15,-4 2 4-15,-5-2 60 0,1 1 8 16,1 1 4-16,-10-1-32 0,6-3-44 0,-6-3-4 16,2-1-80-16,-2-6 20 0,2-2-144 15,-1-4-164-15,-4-3-164 0,0-3-392 16,0-3-800-16,0-5-916 0,0-1-1749 16,-12-4-1963-16</inkml:trace>
  <inkml:trace contextRef="#ctx0" brushRef="#br0" timeOffset="99757.324">28671 16938 10844 0,'0'0'3037'0,"0"0"-1745"0,0 0-752 15,0 0 164-15,0 0 428 16,0 0-276-16,0 0-288 0,0 0-80 0,-21-95-20 0,21 57 80 15,9-9-96-15,3-11-88 0,-5-5-144 0,6-11-76 16,-5-8-80-16,3-3-64 0,-7-7-88 16,5-7-32-16,-2 0 120 0,-7-5 0 15,4 2-12-15,-4 0-96 0,0 2 108 16,0 4-292-16,0 3 192 0,8 8-84 16,1 2 4-16,2 4 172 0,5 6-312 15,0 3 164-15,-4 13-40 0,4 3 36 16,-4 12-144-16,0 8-164 0,-4 11-100 0,-4 11-284 15,0 5-156-15,0 7-564 0,-4 0-768 0,3 3 155 16,-3 11-223 0,0-5-504-16,0 16-1760 0</inkml:trace>
  <inkml:trace contextRef="#ctx0" brushRef="#br0" timeOffset="100058.396">29077 16506 4984 0,'0'0'2800'0,"0"0"-2076"16,-8 83-528 0,8-61 48-16,-4 1 780 0,0-8 61 0,4-5-121 0,-3-4-96 0,3-3 128 15,-5-3 220-15,5-6-160 0,0-7-368 0,0-9-64 0,0-9-228 16,0-14-136-1,8-8-64-15,0-18-104 0,4-8-92 16,0-13 0-16,0-10 152 0,-1-6-148 0,2-9-8 16,-1-7-244-16,0-2 152 15,0 1-164 1,-1 8 184-16,6 9-184 0,-6 9 160 0,6 16-48 0,-6 10-100 16,6 13-100-16,-6 12-232 0,1 7-488 0,-7 6-720 15,-2 13-492-15,-3-3-2909 0</inkml:trace>
  <inkml:trace contextRef="#ctx0" brushRef="#br0" timeOffset="100278.188">29065 14649 4984 0,'0'0'5380'0,"0"0"-4491"15,-104 16-825-15,53 3-64 0,-9 11 0 0,-12 3 224 0,-7 9-220 0,-1 6-4 16,-3-1 108-16,-5 1-100 0,8-1 136 16,4-2 164-16,13-10-132 0,11-4-176 15,16-9-216-15,20-9 100 0,12-6-320 16,8-7-621-16,12-10-587 0,27-22-2316 0</inkml:trace>
  <inkml:trace contextRef="#ctx0" brushRef="#br0" timeOffset="100419.877">28858 14758 3252 0,'0'0'1800'16,"0"0"292"-16,0 0-676 0,0 0-456 0,95 66 1629 15,-71-44-1537-15,-3 4-252 0,-2-1-76 0,1 3-648 0,-4 1-76 0,0 6-248 16,-4 3-488-16,-8 0-680 0,-4-3-617 16,-8 23-2659-16</inkml:trace>
  <inkml:trace contextRef="#ctx0" brushRef="#br0" timeOffset="100760.531">28284 16138 9004 0,'0'0'932'0,"-36"77"-568"0,32-36 140 0,-4 13 125 0,8 6 515 0,0 7-264 15,0 0-408-15,16 2-120 16,0-5-112-16,5-3 104 15,2-5-16-15,1-2 136 0,0-6-48 16,4-4-316-16,-4-2 128 0,-1-8-220 0,-3-2 116 16,5-10-12-16,-10-3-12 0,5-6-36 15,1-3 24-15,-6-3-40 0,5-7 104 0,3 0 404 16,2-11-96-16,6-1 56 0,10-7-184 16,2-10-120-16,6-6-104 0,6-7-32 15,4-8 72-15,5-4-148 0,8-3-60 0,-4-7 60 16,3 1-196-16,2-4 60 15,-2-3-12-15,1 1 4 0,-5-5-240 0,2 9-332 0,-6-3-552 32,-3 11-852-32,-20 19-868 15,7-10-2017-15</inkml:trace>
  <inkml:trace contextRef="#ctx0" brushRef="#br0" timeOffset="101951.613">29305 11474 5276 0,'0'0'2236'16,"0"0"824"-16,31-96-1991 0,-23 62-325 15,4-7 596-15,-5 0-112 0,-2 2-20 0,-1 5-220 16,-4-2-328-16,0 8-156 16,-4 3 16-16,-4 3-140 15,-4 6 24-15,-4 2-392 0,-4 9-12 16,-8 1-120-16,-7 8-52 0,-10 11-40 0,2 10 28 0,-13 11 24 0,0 9 44 0,-4 9 112 0,0 6-44 16,0 12 48-16,1 8 0 31,0 5 64-31,3 4-60 0,4 7 104 0,12-7 40 0,8-7 48 0,12-12-36 15,16-14 12 1,4-10 208-16,16-15-48 0,8-8-124 0,8-11-64 16,8-9 236-16,3-3-76 15,6-9-84-15,2-10-64 0,1-3-32 0,4-7-88 16,-9-3-36-16,-2 0-148 0,-6-3-56 0,-7 7-260 16,-4-4-132-16,-4 7 8 0,-8 6-344 0,-4 3-332 0,-8-1-724 15,-4 9-72-15,-9-3-416 0,-10 2-513 16,-1 0-327-16</inkml:trace>
  <inkml:trace contextRef="#ctx0" brushRef="#br0" timeOffset="102120.859">28925 11715 1120 0,'0'0'1084'0,"0"0"-508"0,0 0 5072 0,0 0-3580 15,0 0-203-15,0 0-193 0,0 0-120 16,0 0-232-16,0 0 44 16,0 0-220-16,84-15-224 0,-52 18 16 0,0 0-207 0,4 0-205 15,-1 0-320-15,2-3-204 16,3 0-72-16,-5-6-60 0,5 0-148 15,-4-1-281-15,0-2-155 0,0-1-408 0,-4 4-856 16,-8-4-1872-16,-9 3-1457 0,-3 2-3231 16</inkml:trace>
  <inkml:trace contextRef="#ctx0" brushRef="#br0" timeOffset="102261.005">29328 11744 1056 0,'0'0'1384'0,"0"0"100"0,0 0 1228 0,-44 79-1324 0,32-53 76 16,-4-1 409-16,9 4-449 0,-6 0-444 15,1 3-460 1,5-1-520-16,3-3-88 0,4 1-368 16,0-7-512-16,4-6-328 0,7-6-821 15,1-7-1963-15</inkml:trace>
  <inkml:trace contextRef="#ctx0" brushRef="#br0" timeOffset="102545.606">30376 11319 5016 0,'0'0'5436'0,"0"0"-4699"0,0 0-661 0,0 0 852 15,0 0 488-15,-88 31-300 0,52-3-384 16,-7 12-244-16,-2 4-92 0,-10 6 200 0,-1 10 64 16,-7 7-140-16,-5 6-272 0,-8 7 84 0,-3 6-172 15,-13 5-148-15,-4 8-12 0,-4 5 12 16,-3 2 24-16,4 2-24 15,-2-4 24-15,10-5-20 0,11-4-16 16,8-10-100-16,13-11-36 0,11-11 64 0,8-9-224 16,16-16 24-16,8-9-64 0,12-13-160 15,4-4-188-15,4-12-360 16,8 0-144-16,8-3-148 0,-4-9-845 0,-4 2-835 16,4-16-3260-16</inkml:trace>
  <inkml:trace contextRef="#ctx0" brushRef="#br0" timeOffset="103308.208">29878 12547 3652 0,'0'0'300'16,"0"0"5224"-16,0 0-4039 0,24-76-225 15,-24 61 96-15,0-2 100 0,0 5-220 16,0 1-340 0,-4 3-200-16,0 2-92 0,-5 1-12 0,-2 3-100 0,-1-2-188 0,-4 4-96 15,-4 0-116-15,0 11-92 0,-8 3-88 0,0 16-8 0,0 2-16 16,-3 12 112-16,3 6 56 0,-4 11-12 16,8-1-44-16,-4 4-76 0,8 0-44 15,0-1-4-15,5-3 16 16,6-6-4-16,1-6 0 0,4-7 112 0,4-6 120 15,0-6 52-15,8-11-48 16,5-1-4-16,-2-5-44 16,6-6 44-16,2 1-112 0,1-7 92 0,-1 0 20 15,6-7-120-15,3-6 0 0,-4-2-144 16,4-8-212-16,-4-2-160 16,-1 0-160-16,-7 0-288 0,0-1-700 0,-8 7-2232 15,-8-6-2537-15</inkml:trace>
  <inkml:trace contextRef="#ctx0" brushRef="#br0" timeOffset="103463.653">29635 12900 4120 0,'0'0'652'0,"0"0"4368"0,0 0-3239 0,0 0-337 0,0 0 360 16,0 0-316-16,87 6-464 0,-63-6-308 16,1 0-244-16,3 0-264 15,-1-6-208-15,1-1-136 0,0 1-208 0,0-3-412 16,-4-1-428-16,0 4-456 15,-9-4-1036-15,-6 4-2301 0,-5 3-907 0</inkml:trace>
  <inkml:trace contextRef="#ctx0" brushRef="#br0" timeOffset="103590.041">29917 12925 1280 0,'0'0'952'0,"0"0"64"0,0 0 3040 0,-27 79-2832 16,19-53-424-16,0 2 108 0,0 1 253 15,4 3-57-15,-4-4-352 0,4 4-548 0,0 0-204 16,0-3-280-16,4-4-476 15,0-6-837-15,4-6-1591 0,4-4-2700 0</inkml:trace>
  <inkml:trace contextRef="#ctx0" brushRef="#br0" timeOffset="104017.779">30105 13366 2888 0,'0'0'12'0,"0"0"7044"0,0 0-5163 0,0 0-1021 15,0 0 160-15,0 0 8 0,0 0-32 16,0 0-304-16,0 0-368 0,0 0-336 15,0 0-8-15,24-32-48 0,-12 20 52 16,0-4 8-16,-1 3 92 16,2 4 4-16,-2 0-4 0,-3 5-44 0,1 1 20 15,-1 3-72-15,-1 0 0 0,6 0-12 16,-2 7 28-16,1 2 20 16,4 4 52-16,-4 2-76 0,4 5 72 0,-4 1 28 15,4 5 88-15,-4 3 132 0,0-1 16 16,-4 1-88-16,0-1-28 0,-4 1-48 0,0-4-96 0,-1-2-88 15,2-4-124-15,-1-3-36 16,0-7-48-16,4-2-260 0,-4-5-204 16,3-2-336-16,6-2-476 0,2-11-484 15,-6 0-949-15,6-18-2291 0</inkml:trace>
  <inkml:trace contextRef="#ctx0" brushRef="#br0" timeOffset="104211.83">30583 13216 2520 0,'0'0'992'15,"0"0"3896"-15,0 0-2828 0,0 0-939 0,0 0 7 16,0 0-388-16,-80 11-40 0,61 2-184 0,-5 5-124 16,-1 8 36-16,1 2 36 15,-3 4 192-15,-1 3-68 0,0 2-56 0,0 2-76 16,-7-1-84-16,-1 3-152 0,-1-3-168 0,2 4-52 16,-1-4-136-16,0-6-48 0,8-4-176 15,4-1-408-15,5-8-380 0,6-7-616 0,5-5-1184 16,-3-7-2845-16</inkml:trace>
  <inkml:trace contextRef="#ctx0" brushRef="#br0" timeOffset="104963.641">30894 12256 196 0,'0'0'9068'15,"0"0"-7428"-15,0 0-787 16,0 0 363-16,0 0 244 0,0 0-148 16,0 0-432-16,0 0-208 0,0 0 48 0,0 0-76 15,0 0-104-15,-60-7-48 0,56 7-128 16,4 0-44-16,0-3-100 0,0 3-40 16,0 0-56-16,0 0 8 0,0 0-44 15,0 0-88-15,4 0-112 0,8-3-84 0,4 3 196 16,12 0 160-16,8 0 48 0,8 0-40 15,-1-4 4-15,13 2 60 0,0-2-3 16,8-2 63-16,0 0-36 0,3-4-160 16,1 1-96-16,-5 2 0 0,5 1-4 15,-3 0-56-15,-2-1 60 0,-3 0-72 16,-5 4-28-16,1 1-32 0,-12-5 24 16,0 3 48-16,-12 1-88 0,-4 0 39 0,-4 3-75 15,-9-3-108-15,-7 3-204 0,1 0-200 16,-5 0-384-16,-4-3-512 15,0 1-576-15,-4-5-1784 0,-13-6-1733 0</inkml:trace>
  <inkml:trace contextRef="#ctx0" brushRef="#br0" timeOffset="105249.084">31786 11944 1436 0,'0'0'3168'0,"0"0"1308"0,0 0-3080 0,0 0-351 16,0 0 375-16,92 25-184 0,-68-16-264 15,-4 2-256-15,3-5-184 0,2 7-72 16,-5-5 4-16,-1 2-132 0,-2 3-180 31,-6 0-148-31,-2 3 0 0,-9 3 52 0,0 3 20 0,-5 1 44 16,-10 2-108-16,-6 3-12 15,-7 3-64-15,0-1-36 0,1 2-72 0,-6-4-276 16,6-2-260-16,3-5-324 0,4-5-256 16,8-6-1096-16,-4-10-3009 0</inkml:trace>
  <inkml:trace contextRef="#ctx0" brushRef="#br0" timeOffset="105964.072">30998 11797 1148 0,'0'0'352'16,"0"0"4452"-16,0 0-2752 15,0 0-860-15,0 0-16 0,0 0-119 0,0 0 83 16,0 0-272-16,47-78-148 0,-27 55-112 16,4 5-4-16,-4-5-12 0,4 5-28 15,-4-5-56-15,3 4-172 0,2 2-200 16,3-1-80-1,0 2-56-15,-4 0 0 0,4 3-72 0,-9 7-28 0,-3 0-12 16,0 6-48-16,-4 0 160 0,0 3 52 0,-4 10 0 0,0 5-40 16,0 5 88-16,-4 2-40 0,0 4 16 15,0-4-28-15,3 4 16 0,-2-7-64 16,7-3-48-16,-1-6 48 0,10-3 0 16,3-5 0-16,4-1-8 0,0-4 4 15,7-4-120-15,1-5-136 0,0-4-560 16,3-2-516-1,-2-4-536-15,-1 0-1129 0,-8 6-2271 16,3-6 944-16</inkml:trace>
  <inkml:trace contextRef="#ctx0" brushRef="#br0" timeOffset="106373.659">32527 11319 704 0,'0'0'9396'16,"0"0"-7987"-16,0 0-321 0,0 0 340 15,32 73-128-15,-24-42 72 0,4 4-388 0,0 7-392 16,0 2-136-16,4 7 84 16,0 5-120-16,0 2-128 0,-4 5-84 0,4 8-36 15,-9-2-172-15,6 8 0 0,-5-1-64 16,-4 0-80-16,-1-3 68 0,-3 0-32 16,0-3-64-16,4-4 64 0,1-11-16 0,3-5-60 15,0-12 36-15,3-2-108 16,2-15-240-16,2-1-132 15,2-11 8-15,-2-3-304 0,1-6-740 16,5-9-564-16,-10-1-1925 0,9-21-2747 0</inkml:trace>
  <inkml:trace contextRef="#ctx0" brushRef="#br0" timeOffset="106620.334">33217 11696 184 0,'0'0'10288'0,"0"0"-9167"0,0 0-505 0,0 0 672 15,-88 29 424-15,60-13-252 0,-3 3-616 16,-1 10-436-16,-4 2-48 0,-5 7 108 16,-2 4 60-16,-13 8-136 0,0 4-196 15,-11 7-184-15,-5-1-12 0,-8 4-72 16,1 3-100-16,-5-1-172 0,-4 1-280 15,-3 0-588-15,7-1-440 0,-4-5-308 0,13-5-416 16,15-17-2081-16,-4 8-1611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5:29.1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5187 1539 4260 0,'0'0'92'0,"0"0"-92"0,0 0-628 0,0 0 540 15,0 0 88 1,0 0 192-16,0 0 280 0,0 0 192 0,0 0 248 15,0 0 388-15,0 0-104 16,0 0-356-16,8-69-256 0,-4 60 100 16,-4-4 1193-16,0 3-941 0,0-2-456 15,0-5-124-15,0 2-12 0,0-2 276 0,-4-2 120 0,-4 0-48 16,0 4-116-16,0-4-168 16,-3 0-24-16,-6 6 88 0,6-3-16 0,-2 7 48 15,2-1-76-15,-6 4-36 0,2 2 20 0,-2 2-92 16,-2 2-188-16,-1 0-84 0,-4 0 40 15,-4 6 8-15,-4 3-88 0,0 4-4 16,-4 6-4-16,1 3-60 0,-1 3-24 16,0 4-28-16,-1 3 4 0,2 6-76 0,3 6-24 0,4 4 12 15,5 3 76-15,-1 8 8 0,3 5 40 16,10 3 64-16,2 2 0 0,5-1-40 31,4-1 48-31,4-7 72 0,5-3 40 0,6-9-76 0,2-4-36 16,7-6-36-16,-5-6 36 0,9-7 60 15,-4-3 0-15,4-2 52 0,0-8-52 16,0 1 24-16,-1-10-8 0,-3 0 80 16,4-3-20-16,0 0-16 0,-7-9-8 15,3-1-64-15,-9-2-48 0,5-4-88 16,-8 0-484-16,-4-3-148 0,-5 0-176 16,-3 3-252-16,0-4-336 0,-7-2-444 0,-9 0-216 15,-4 0-121-15,0-3 333 0,-8 0 268 16,1 2 440-16,-5 1 544 0,4 0 680 15,0 5 740-15,8 5 1032 0,4 2 72 16,4 5-88-16,4-1 33 0,4 6-421 0,4 0-352 16,0-5-172-16,0 5-40 0,0 0-204 15,8 0-264-15,3 0-188 16,6 0 176-16,3 5 120 0,3 1 248 0,5-1-164 0,0-2-172 16,4 1-148-16,-4-1-184 0,0 1-24 15,4-1-172 1,-4-3-108-16,0 0-224 0,4-7-336 15,-4-3-760-15,0 1-884 0,0-7-1573 16,-13 4-1139-16</inkml:trace>
  <inkml:trace contextRef="#ctx0" brushRef="#br0" timeOffset="154.714">5151 1885 4256 0,'0'0'5700'0,"0"0"-4475"0,0 0-825 16,0 0 420-16,-43 78 328 0,30-50-144 15,1-3-324-15,1 3-240 0,2 1-100 0,1-4-48 16,5 1-128-16,-1-4-140 0,0-3-24 15,4 0-164-15,0-3-76 16,0-3-60-16,0-5-508 16,8-1-176-16,-1-3-100 0,10-4-328 15,-10-6-989-15,18-17-2775 0</inkml:trace>
  <inkml:trace contextRef="#ctx0" brushRef="#br0" timeOffset="517.063">6243 1244 6432 0,'0'0'5493'16,"0"0"-5005"-16,0 0-488 0,0 0 768 0,0 0 604 0,0 0-176 16,0 0-240-16,-60 76-320 0,36-47-180 15,-4 3-72-15,-4 6-160 16,-7 6-52-16,-6 10-96 0,-6 6 20 0,-5 11-48 15,-11 5-48-15,-6 9-60 0,-6 4 48 0,-5 7-148 16,0 2 72-16,-3 4-20 0,-5-1-140 16,5 0 0-16,3 1 100 0,8-4-12 0,5-5 160 15,11-11 48-15,9-8 76 0,6-8-24 16,10-12 0-16,3-9-92 0,8-10 52 0,8-7 0 31,4-9-12-31,4-9-48 0,4-7-76 16,4 0-20-16,0-3-128 0,0 0-124 15,0-3-124-15,4 0-284 0,0-7-120 0,3 0-632 16,2-5-536-16,-5-1-1833 16,4-9-3958-16</inkml:trace>
  <inkml:trace contextRef="#ctx0" brushRef="#br0" timeOffset="1234.979">6195 2041 7928 0,'0'0'2256'16,"0"0"-723"-1,0 0-241-15,0 0 296 0,0 0-140 0,0 0-244 0,0 0-264 16,0 0-320-16,0 0-216 0,0 0 24 16,0 92 148-1,4-51-88-15,0 6-220 0,0 5-96 0,-4 2-40 16,0 0-56-16,0 0-76 0,0 3-72 16,0 0-36-16,0 1-52 0,0-8-72 15,-4-3-304-15,4-7 96 0,0-9-100 16,0-10-332-16,0-4-580 0,0-9-1012 15,0-3-2489-15,4-5-2543 0</inkml:trace>
  <inkml:trace contextRef="#ctx0" brushRef="#br0" timeOffset="1436.234">6199 2421 8776 0,'0'0'1516'0,"0"0"-691"0,0 0 907 0,0 0 112 0,0 0-512 16,95 5-80-16,-63-3-124 15,5 2-256-15,-1-4-368 0,7 0-212 16,1-11-168-16,0 3-124 0,-1-5 0 0,2-6-160 16,-2 1-12-16,1-1-12 0,-4-4-48 15,-1 0-480-15,-7 4-612 0,0 0-728 0,-12 7-1960 16,-3-4-3821-16</inkml:trace>
  <inkml:trace contextRef="#ctx0" brushRef="#br0" timeOffset="1687.83">6761 1974 8352 0,'0'0'4681'0,"0"0"-3853"0,0 0-448 0,0 0 452 0,0 0 516 16,0 0-216-16,0 0-312 15,0 0-328-15,0 89-88 0,8-57 172 16,-4 6-24-16,0 10-236 0,0 6-232 15,-4 3-84-15,0 3-96 0,0 4-24 0,0-1-40 16,0-3-12-16,-4 1-48 0,0-7-208 0,0-4-12 16,4-5-152-16,-4-3-148 15,4-7-380-15,-4-7-376 0,4-6-340 16,0-9-977 0,4-4-2531-16</inkml:trace>
  <inkml:trace contextRef="#ctx0" brushRef="#br0" timeOffset="3799.883">8889 1963 8140 0,'0'0'1776'0,"0"0"-487"0,0 0-529 0,0 0 188 16,0 0 8-16,0 0-388 16,0 0-176-16,0 0-212 0,0 0-44 0,0 0 28 15,4 58 228-15,-4-28 108 0,4 1 28 0,-4 4-204 16,0 0 88-16,0-3-80 0,0-3-20 15,0-1-40-15,0-2-76 0,0-1-84 16,-4-6-112-16,0 0 0 0,-1-5-112 16,1-2-24-16,4-3-84 0,0-5-264 0,-4-2-560 15,4-2-440-15,0-2-968 0,0-21-2665 0</inkml:trace>
  <inkml:trace contextRef="#ctx0" brushRef="#br0" timeOffset="3962.195">8844 1581 8944 0,'0'0'3085'0,"0"0"-1005"0,0 0-840 0,0 0 252 0,0 0-384 32,0 0-936-32,0 0-172 0,0 0-296 0,0 0 20 0,88-19-96 15,-56 19-164-15,0 9-1376 0,-4-3-2973 0,4 17-4863 16</inkml:trace>
  <inkml:trace contextRef="#ctx0" brushRef="#br0" timeOffset="4293.368">9482 1809 10136 0,'0'0'2433'15,"0"0"-577"-15,0 0-268 0,0 0-88 16,-95 86-400-16,71-60-484 0,3-3-296 15,6-4-160-15,2-5-76 0,9 3-84 16,1-9 0-16,3 3-184 0,0-5-48 0,12 3 108 16,4 1 116-16,8 3 8 0,4-4-4 0,4 1-68 15,-1-4 72-15,5 0-4 0,0-3-44 16,0 4 48-16,-9-4-96 0,1 4 32 16,-3-1-56-16,-10 0 20 0,-2 4 100 0,-2-1 60 15,-7 4 100-15,0-1-36 16,-4 1-24-16,0 0-92 0,0 3 52 15,0 0-12-15,-8 0 112 0,0 0-24 16,-3-1-24-16,-2 1 8 0,-2-3-120 16,-2-3-176-16,-2 2-300 0,-1-2-116 0,-4-1-160 15,-4-3-268-15,0-6-1120 0,0 5-2113 0,-12-5-3043 0</inkml:trace>
  <inkml:trace contextRef="#ctx0" brushRef="#br0" timeOffset="5110.476">12362 1939 484 0,'0'0'8520'0,"0"0"-7148"0,0 0-507 0,-23-72 483 0,11 53-8 15,0 6-192-15,-4-1 0 16,0 6-272-16,4 4-220 0,-4 2-76 0,-4 2 64 0,5 2-276 15,-2 10-160-15,-2 5-60 16,-1 12-40-16,3 6-8 16,2 7 68-16,7 2 52 0,-1 0-72 0,6-3-124 15,3-3-24-15,0-10-184 0,3-4-12 16,6-13 40-16,3-4 8 0,4-4 72 16,3-3 68-16,9-13-60 0,4-6-76 0,4-9-92 15,4-11-132-15,0 2-112 0,-4-2 196 16,-1 1 160-16,-7 11 36 0,-7 0 16 15,-6 12-52-15,-2 5 36 0,-6 7-60 16,1 3-64-16,-4 3 212 0,0 7 124 16,1 9 396-16,-2-1-24 0,1 12-140 15,0-3-84-15,4-2-28 0,-4 5-100 16,4-5-144-16,0-6-12 0,4 0-112 16,0-6-60-16,4-1-72 0,4-5 168 0,8-1 4 15,0-6-76-15,4 0-40 16,3-6-268-16,1-3-652 0,0-4-588 0,3 0-936 15,-7 0-1713-15,16-5-1799 16</inkml:trace>
  <inkml:trace contextRef="#ctx0" brushRef="#br0" timeOffset="10773.523">15598 1283 8036 0,'0'0'4237'16,"0"0"-3201"-16,0 0-348 0,0 0 120 0,0 0 324 0,0 0-340 16,-83-62-256-16,66 57 36 0,-2-2 32 0,-5 0-100 15,0 5-96-15,-8-2 80 16,4 4-144-16,-4 0-52 0,4 4-12 16,-8 3-24-16,1 5 24 0,-10 4-232 0,-2 3-48 15,-1 6-4-15,-3 7-56 16,-2 6-24-16,5 3 12 15,-3 10-4-15,3 6-32 0,4 14 60 16,0 1 48-16,8 7-100 0,5 1 96 0,10 0 4 0,6-4-8 16,11-11 4-16,4-4-8 15,19-10-60-15,5-7 48 0,8-8 24 0,4-8 60 16,8-6-52-16,4-3-8 16,0-9 196-16,4-7 0 0,-1-3 72 0,1-9-136 15,0-7-132-15,-4-3-84 0,-4-6-28 0,-4-5 100 16,-5-1 4-16,-3 3-148 15,-8-1-188-15,-8 3-216 0,-8 4-160 16,-4 0-388-16,-4 0-704 0,-8 2-936 0,-4 5-1841 16,-20-3-1235-16</inkml:trace>
  <inkml:trace contextRef="#ctx0" brushRef="#br0" timeOffset="10923.053">14965 1883 640 0,'0'0'10012'0,"0"0"-7687"0,0 0-1245 0,0 0-508 16,0 0 296-16,0 0 440 0,0 0-264 0,99 28-68 15,-67-25-300-15,4-3-260 16,4 0-268-16,0-3-148 0,-5-6-60 0,1-1-160 16,-4 1-392-16,0-1-16 15,-4 0-376-15,-8 1-432 0,0 3-1024 0,-12 2-2949 16,0-2-2523-16</inkml:trace>
  <inkml:trace contextRef="#ctx0" brushRef="#br0" timeOffset="11095.276">15343 1876 5612 0,'0'0'5232'0,"0"0"-3715"0,0 0-865 0,0 0-228 16,-4 89 452-16,4-54 120 0,0 0-180 0,4 3 64 0,0 3 272 16,0-3-324-16,4 6-276 0,0-5-236 15,-4-1-316-15,4-3-96 0,0-6-100 16,4-8-36-16,-4-5-88 0,4-2 0 16,4-8-100-16,-4-4-284 0,7-2-984 15,-6-5-1160-15,10-21-3073 0</inkml:trace>
  <inkml:trace contextRef="#ctx0" brushRef="#br0" timeOffset="11309.314">16093 1816 7312 0,'0'0'5721'15,"0"0"-3969"-15,0 0-1060 0,0 0 240 0,0 0 476 16,0 0-384-16,79 25-44 0,-51-22-172 31,4-3-344-31,3 4-88 0,1-4-196 16,1 0-116-16,-2 0-64 0,1-4-88 0,0 1-204 15,-1 0-36-15,-7-3 12 0,0 2-404 16,-7-3-780-16,-6 7-2424 0,-2-5-5101 16</inkml:trace>
  <inkml:trace contextRef="#ctx0" brushRef="#br0" timeOffset="11683.876">17506 1514 11009 0,'0'0'7112'0,"0"0"-5944"0,0 0-552 16,0 0-188-16,-95 13-196 0,55-3-40 0,0 5 52 15,-4 2-184-15,1 5 16 0,-2 3 8 16,2 0-24-16,11 1-60 0,4-4-24 0,13 0-132 15,-2 0 8-15,13-3-24 0,4 0-44 16,0 1 32-16,8-2 24 16,5 1 136-16,6 1-36 0,1-5-40 15,4 5-72-15,-1-8 48 0,2 4 124 0,-5 0 0 16,-5 1 48-16,2-3 12 0,-10 2-52 0,-3 1 68 16,-4-1-4-16,0 3 76 0,-15-1 60 15,-5 5-40-15,-5 2 28 16,-3-3-96-1,-3 1-52-15,-5-2-44 0,4-2-4 0,0-2 4 0,4-4-4 0,4-7-152 16,5-3 68-16,6-3-244 16,2 0-104-16,7-3-56 0,4-7-224 0,0-9-340 15,11-2-896-15,14-9-676 0,-5 5-1733 16,19-20-1459-16</inkml:trace>
  <inkml:trace contextRef="#ctx0" brushRef="#br0" timeOffset="11996.644">17491 1905 2692 0,'0'0'7492'0,"0"0"-4731"0,0 0-1145 0,0 0-268 16,0 0-84-16,0 0-184 0,80 25-72 16,-65-25-16-16,5-3-368 0,4-10-296 0,7-3-292 15,2-2-36-15,7-8-132 0,-4 4-76 16,-1-1-96 0,-7 2-28-16,-4 4-32 0,-8 4 68 15,-8 1-48-15,-4 3 124 0,-4-1 84 16,-12 3 124-16,-8-2-124 0,0 0 12 15,-12 2 124-15,4 7 160 0,-7 0-48 16,-1 10-24-16,0 5-84 0,-4 11 92 0,4 5 4 16,-3 8-4-16,7 5 128 0,-4 1-40 15,8 2 120-15,4 3-72 0,4-1 60 0,4-2-24 0,8-6 112 16,8-6 44-16,4-6-83 0,16-11-133 0,4-4-100 16,8-11 72-16,12-3-116 0,3-6-16 15,9-17-96-15,4-5-40 0,4-4-56 16,-1-9-293-16,1 0-575 0,0-5-136 31,-4-1-736-31,-21 12-1284 0,25-28-3357 0</inkml:trace>
  <inkml:trace contextRef="#ctx0" brushRef="#br0" timeOffset="12255.455">18518 1137 9860 0,'0'0'1189'0,"0"0"-329"15,0 0 508-15,9 79 272 0,-9-38 96 0,0 4-172 16,-5 5-628-16,-3 11 68 0,1 5-128 0,-5 7-208 16,-4 10-323-16,-5-1-81 0,6 3-144 0,-1-4 32 15,0-8-152-15,8-10-72 0,8-12-16 0,0-13-68 16,12-7 96-16,3-7-48 0,6-13-16 16,-5-4-45-16,7-7 165 15,-2 0-228-15,3-12-48 0,0-11-292 0,-5 1-208 16,1-7-300-16,-4-3-604 0,-4 1-360 15,-8-5-804-15,-4-2-1793 16,-8 1-879-16</inkml:trace>
  <inkml:trace contextRef="#ctx0" brushRef="#br0" timeOffset="12412.598">18188 1648 2904 0,'0'0'8933'0,"0"0"-7473"0,0 0-432 0,0 0-408 15,0 0-128-15,0 0 20 16,0 0 668-16,0 0 96 0,0 0-108 0,132 47-300 15,-65-50-220-15,13-4-212 0,-5-2-316 16,5 0-120-16,-8-1-132 0,-8 4-308 16,-8-4-252-16,0 4-864 0,-25 3-2748 0,13-8-6545 15</inkml:trace>
  <inkml:trace contextRef="#ctx0" brushRef="#br0" timeOffset="13277.143">20750 1911 8400 0,'0'0'3101'16,"0"0"-1817"-16,0 0-136 0,0 0-276 15,28-70 248-15,-28 70-428 0,0 0 32 16,0 13 56-16,-4 6 476 0,-5 10 76 0,2 6-700 0,-5 2 89 0,0 5-385 31,0 2-200-31,-1-2-136 0,6-5-80 16,-1-5-80-16,8-9-8 0,0-10-40 16,0-7-37-16,8-6 41 0,8 0 132 15,7-10 64-15,5-9 8 0,4-7-88 16,0-5 40-16,-4-4-148 0,-4 6 16 15,-4 4 8-15,-4 6 88 0,-4 7-40 0,-4 7-8 0,0 3-16 16,-4 2-144-16,4 9 108 0,0 3 184 16,-4 11 144-16,4 3-80 15,0 2-52-15,0 4-8 0,0 1 44 0,-1-5-40 16,6-3 64-16,-5-3 16 0,3-6-88 16,-2-3 136-16,3-7 92 0,-1-6 40 15,-2 0-60-15,2-3 108 0,6-10-12 16,2-6-11-16,1-6-73 0,0-7-136 0,4-3-36 0,4-3-48 31,0 0-112-31,4 0-84 0,-1 0-169 16,1 2-171-16,0 5-268 0,0 2-508 0,0 11-1400 15,-8 1-1544-15,12 5-1193 0</inkml:trace>
  <inkml:trace contextRef="#ctx0" brushRef="#br0" timeOffset="13454.037">21750 1971 1212 0,'0'0'10745'0,"0"0"-8653"0,0 0-1244 0,0 0-204 0,-25 77 672 16,18-58-24-16,3 3-96 16,0-3-452-16,4 0-548 0,0 0-196 15,0-2-184-15,0-3 4 0,0 3-52 16,8-4-64-16,-8-1-48 0,4-10-420 16,-1 3-424-16,2-5-1000 0,-1-5-1849 15,-4-13-2707-15</inkml:trace>
  <inkml:trace contextRef="#ctx0" brushRef="#br0" timeOffset="13615.512">21778 1660 8944 0,'0'0'5953'0,"0"0"-4401"0,0 0-856 0,0 0-112 0,0 0 232 0,0 0-164 15,0 0-652-15,80-47-100 0,-52 41-208 0,4-1 28 0,7 3-240 16,1 2-936-16,-12-1-2828 15,16 3-4401-15</inkml:trace>
  <inkml:trace contextRef="#ctx0" brushRef="#br0" timeOffset="13791.419">22216 2002 5836 0,'0'0'10249'16,"0"0"-8353"-16,0 0-1488 0,0 0 184 0,0 0 680 15,0 0-428-15,0 0-384 0,91 30-276 0,-50-30-112 16,10-11 17-16,5-1-89 0,4-6-221 0,0-2-251 16,-1-2-528-16,-3 0-252 0,-4 0-836 15,-12 6-2224-15,0-10-2965 0</inkml:trace>
  <inkml:trace contextRef="#ctx0" brushRef="#br0" timeOffset="14015.614">22659 1552 4972 0,'0'0'6641'15,"-41"83"-5525"-15,26-33-312 0,-2 14 552 0,-2 8 292 0,-1 2-192 0,4 0-444 16,0-5-448-16,4-2-280 0,3-9-284 16,9-12-232-16,5-7-160 0,11-14-24 15,8-12 168-15,8-10 40 0,7-10-352 0,1-15-144 16,4-12-376-16,0-8-824 15,-4-9-1256-15,-12 13-1557 32,8-25-351-32</inkml:trace>
  <inkml:trace contextRef="#ctx0" brushRef="#br0" timeOffset="14348.029">23244 990 8704 0,'0'0'4165'0,"0"0"-3105"0,0 0-620 0,0 0 232 0,8 102 396 0,-12-50 260 15,-8 6 16-15,-4 10-276 0,-4 6-152 0,-8 8-112 0,1 6-255 16,-10 7-273-16,1 4-188 16,1-7-88-16,3-3-124 0,4-15-32 15,8-16-76-15,8-9-97 0,4-17 61 16,8-13 4-16,4-10 32 0,4-6 36 0,12-3 112 16,4-12-76-16,8-11-72 0,4-8-60 15,3-8 108-15,1-1 120 0,1-9 16 0,-2 5 48 0,-3 3-196 16,-4 8-24-16,-4 8 84 0,-4 13 88 31,-9 9-124-31,-2 3 172 0,-2 7 220 0,-3 12 148 16,1 2 12-16,-5 8-84 0,-1 6-16 0,-3 0-36 15,0 1-124-15,4-5-56 16,0-4-64-16,4-4-108 0,4-4-136 0,4 0 0 16,4-6 24-16,4-3 12 0,0-4-528 15,8-6-1416-15,-9 0-2276 0,14-3-3417 0</inkml:trace>
  <inkml:trace contextRef="#ctx0" brushRef="#br0" timeOffset="15080.238">24949 2016 8476 0,'0'0'4345'16,"0"0"-3017"-16,0 0-320 0,0 0 12 16,0 0 144-16,0 0-260 0,0 0-240 0,-103-3-220 0,71 18-4 15,-4 8-84-15,0 6-100 16,0 5-36-16,4 4-52 0,8 1-8 15,5-4-104-15,6-7-56 0,5-9-168 0,8-6-128 16,0-4-20-16,4-6 132 0,13-3 184 16,2 0 124-16,9-9-16 0,4-10-8 15,5-6-100-15,-2-4-132 0,-3-3-64 0,-4 6-12 0,-5 5 76 16,-6 5-40-16,-6 6-24 16,-2 4-64-16,-5 3-24 0,-4 3 112 0,0 0 160 15,0 3 12-15,0 3 4 0,0 7 232 16,0 0 8-16,0 6 4 0,-4-4-40 15,4 5 0-15,0-4 12 0,0-4-72 16,0 1-136 0,0-4-12-16,0-2-244 15,0-4 20-15,8 0 44 0,-5 0 56 0,9-3 36 0,4 0 88 16,0-6-120-16,12 0-496 0,0-7-548 16,8 2-1232-16,-9 3-2965 0,18-5-3767 15</inkml:trace>
  <inkml:trace contextRef="#ctx0" brushRef="#br0" timeOffset="15299.767">25643 1984 3040 0,'0'0'10897'0,"0"0"-9533"0,0 0-912 0,-88-10 652 16,56 10 264-16,4 0-224 0,4 7-288 16,4 0-244-16,4 1-260 0,0 9-196 15,8-2-68-15,-3 8-84 0,7 2 68 16,-1 1 24-16,1-1-56 0,4 0-40 0,4-6-180 15,1-2 32-15,6-9 40 0,1 3-52 32,8-5 52-32,4-6-52 0,4 0 40 0,4-13-468 0,4-6-244 15,7-6-612-15,2-7-1156 0,-13 6-2697 0,19-18-2399 16</inkml:trace>
  <inkml:trace contextRef="#ctx0" brushRef="#br0" timeOffset="15517.617">26252 1358 768 0,'0'0'12185'0,"0"0"-10101"0,0 0-1856 0,0 0-140 0,0 0 364 16,0 0 964-16,-23 103-8 15,14-56-412-15,-3 10-420 0,8 6-64 0,4 4 0 16,0 0-160-16,0-3-240 0,0 2-112 16,0-2-108-16,4-7-12 0,-4 0-160 15,4-10-208-15,-4-6 36 0,0-5-196 0,4-11-112 16,-4-6-68-16,4-9-276 15,-4-7-984-15,0-3-688 0,-8-10-1825 16,0 1-2715 0,-12-14 7197-16</inkml:trace>
  <inkml:trace contextRef="#ctx0" brushRef="#br0" timeOffset="15665.365">25821 1898 588 0,'0'0'12725'15,"0"0"-10421"-15,0 0-1136 0,0 0-536 0,0 0-296 16,0 0 332-16,0 0 536 15,92-9-164-15,-36 9-396 0,8-4-156 0,12 2-123 0,-1-5-209 16,5-2-156-16,4-1-72 16,-5-3-160-16,1 4-277 0,0-5-635 0,-8 6-748 0,-21-3-2904 15,9 3-5273-15</inkml:trace>
  <inkml:trace contextRef="#ctx0" brushRef="#br0" timeOffset="15824.453">26966 1921 7200 0,'0'0'6261'0,"0"0"-5041"0,0 0-228 0,-9 75 500 0,1-50-4 16,1 5-224-16,-1-5-532 15,-1 4-372 1,1-4-360-16,1 3-120 0,-1-5-112 16,-1 3-48-16,2-7-332 0,-1-4-568 0,-1-5-980 0,2-4-2924 0,-9-6-4677 15</inkml:trace>
  <inkml:trace contextRef="#ctx0" brushRef="#br0" timeOffset="15969.013">26874 1714 12509 0,'0'0'2740'16,"0"0"-2688"0,0 0 124-16,0 0-24 0,99-3-152 15,-71 6-392-15,4 7 80 0,0 3-120 0,4-1-660 16,0 4-1060-16,-9-7-2289 0,9 11-1963 15</inkml:trace>
  <inkml:trace contextRef="#ctx0" brushRef="#br0" timeOffset="16498.46">27260 2067 5044 0,'0'0'5408'0,"0"0"-3387"0,-40 89-949 0,24-57-156 0,4-1 232 0,5-5 44 16,3-8-284-16,4-5-588 16,0-7-160-16,8-2 76 0,7-4 60 0,9 0-76 15,8-13-220-15,8-9-12 0,0-3-728 16,4-7-360-16,0 1 72 0,-5-2-4 0,-7 1 224 15,-4 7-108-15,-8 3-148 0,-8-1 52 16,-8 2 507-16,-4 5 505 16,0 2 789-16,-4 6 619 0,-4 4 396 15,-4 4-332-15,0 4-272 0,-8 4-332 16,5 9-264 0,-13-2-52-16,3 8 84 0,5-4 48 0,1 0-256 15,3-4-428-15,4-2-84 0,4 0-260 16,3-7-20-16,5-2-64 0,5-1 0 0,7-3 20 15,12-3-392-15,8-10-352 0,3-3-992 0,5-3-1052 16,0 3-1321-16,-4-3 1565 0,4 2 1256 16,-4 9 848-16,-9 2 848 0,1 1 12 15,-7 5 2572-15,-6 0 472 0,-3 0 16 16,-4 5-479-16,-4 4-589 0,0-4-596 16,-4 9-200-16,0-1 112 0,0 2-144 0,0 2-68 15,0 1-231-15,-4-2-381 16,0 0-376-16,4-2-120 0,0-6-120 0,0 3 48 15,4-5 24-15,8-1 36 0,4-5 12 16,8 0 0-16,3 0-120 0,10-5-100 0,3-6-24 16,-1-1-109-16,1-4-59 0,0 3-16 0,0-2 88 15,-1 2-52-15,-2 0 4 0,-5 4 128 16,-5 2 64-16,-3 4 48 0,-4 3 24 0,-8 0 28 16,0 10 8-16,-8-1 88 0,0 4 320 15,0 3 36-15,-4 3-96 0,0-4-104 16,-4 9-156-16,-4-6-204 0,0-3-800 31,-12 10-3924-31</inkml:trace>
  <inkml:trace contextRef="#ctx0" brushRef="#br0" timeOffset="16623.29">28631 2381 8308 0,'0'0'6849'0,"0"0"-6849"0,0 0-1440 15,0 0-1200-15,-100-29-5317 0</inkml:trace>
  <inkml:trace contextRef="#ctx0" brushRef="#br0" timeOffset="18100.168">8184 4591 2872 0,'0'0'6636'16,"0"0"-3751"-16,0 0-1037 0,0 0-560 16,0-67 128-16,-4 54-100 0,-5 4-244 15,1-1-264-15,1 4-296 0,-1 4-184 16,-5-3-60-16,2 5 120 0,-2 0-119 0,-2 7-269 15,-2 9-93-15,6 13-43 0,-6 6 16 16,10 12 120-16,-1 7 60 16,8 0-60-16,0 0-12 0,0-6-84 15,8-10-64-15,-5-10-132 0,6-8 12 16,-1-12-48-16,0-4 0 0,3-4 92 16,6-10 176-16,3-5 48 0,-1-14-184 0,1-3-48 15,-4-6-88-15,0 0-136 0,-4 3 12 16,-3 7 108-16,-6 5 100 0,5 7 88 15,-8 4 60-15,4 9 52 0,-4-1 36 0,0 4-128 0,4 0-72 16,0 0-100-16,4 7 312 16,4 2 40-16,-4 7 120 0,8 3 116 0,-1 6 24 15,2 8 20-15,-6 1 16 0,6 8-28 16,-6 8 0-16,2 5-148 0,-5-2-48 16,-4 11-16-16,-1-4-8 15,-3 1-16-15,0-4 64 0,0-3-12 0,-7-3 60 0,-1-4-24 16,-5-2 48-16,2-4-52 0,-6 1 28 15,-2-9 12-15,-1-1 36 0,0 0 36 0,-3-6-48 16,-5-4-28-16,-4 0 28 16,-5-6-48-16,1 1-3 0,1-9 27 0,-5-2-148 15,4-1-44-15,0-5 0 0,4-7-4 16,0-5 0 0,4-5-72-16,5-2-76 0,3 0 15 15,4-3 61-15,7 3 12 0,2 0 56 0,3-1 4 16,4 2-48-16,0 2-60 15,8-7 60-15,-1 4 40 16,6-3 8-16,2 0 56 0,6 0-12 0,-1-3-44 0,3 2-4 16,1 1-4-16,4 0-100 15,0-1-4-15,0 4 28 0,4 0-48 0,-4 3 84 0,0-3-64 0,-4 7-120 16,-9 6 76-16,2-1-4 0,-9 4 0 16,-5 3-60-16,5 0-72 15,-4 0-64-15,5 6-528 0,-5 1-1040 0,3-1-2812 16,1 3-3585-16</inkml:trace>
  <inkml:trace contextRef="#ctx0" brushRef="#br0" timeOffset="18504.372">8944 4854 4272 0,'0'0'5580'0,"0"0"-4187"0,0 0-173 0,0 0-20 15,0 0-224-15,0 0-180 0,0 0-196 16,0 0-120-16,0 0-92 0,0 0-52 0,24-25-40 15,-11 16-108-15,-2 2-188 0,1 1 0 0,-4 2-112 0,-4 4 12 0,0 0 52 16,0 0-8-16,-4 0 56 16,4 7 112-16,-4 3 36 0,0-4-24 15,0 3 64-15,0 1-76 0,0-4 36 16,0 0 84-16,-4-2 16 16,0-1-4-16,0-3 40 0,0 3-12 15,1-3-116-15,-2 0-20 0,1 0-136 0,-4-3 0 16,4-4-64-16,-3 4-60 0,2-3-48 15,5 3-108-15,-4 0-212 16,4-1-236-16,0 1-104 0,4-3-612 0,4 3-3056 0,4-7-5509 16</inkml:trace>
  <inkml:trace contextRef="#ctx0" brushRef="#br0" timeOffset="24423.937">9793 4629 2584 0,'0'0'36'0,"0"0"212"0,0 0-248 0,0 0 3908 16,0 0-2440-16,0 0-236 15,0 0-432-15,0 0 29 0,0 0 31 16,0 0-192-16,0 0-184 0,28-51-216 16,-24 45-140-16,0 0-16 0,-1-1 28 15,1 1-12-15,1 2 12 0,-1 2-12 0,0-3-28 16,4 3-24-16,-5-2 24 0,1 2-100 15,5 2 0-15,-5-3-152 16,4 3 16-16,-5 0 32 0,5 0 16 0,1 0-40 16,-5 0-12-16,3 0 76 0,1 3 56 15,-4-1 8-15,1 2 0 0,3-2-8 16,-5 5 8-16,1 0 12 0,0-2-8 0,0 2 88 16,0 3-80-16,-4 0 88 15,5 3-100-15,-5-4-36 0,0 4-92 0,0 2-140 16,0-2-36-16,0 0-44 0,0 2 44 15,0-2-32-15,0 0-8 0,0-1 100 16,0 5-68-16,0-4-125 0,0-4-131 0,-5 3-40 16,5-2-24-16,0-4-240 0,0 1-388 15,0-4-888-15,0-3-628 0,5 0 873 16</inkml:trace>
  <inkml:trace contextRef="#ctx0" brushRef="#br0" timeOffset="24788.592">10367 5147 2360 0,'0'0'444'0,"0"0"-432"0,0 0 92 0,0 0-12 0,0 0 1188 16,0 0-1280-16,0 0-1268 0,0 0-1692 15</inkml:trace>
  <inkml:trace contextRef="#ctx0" brushRef="#br0" timeOffset="25799.745">9944 4540 364 0,'0'0'5444'15,"0"0"-3480"-15,0 0-860 16,0 0-184-16,0 0 20 0,0 0 145 16,0 0 3-16,0 0-300 0,0 0-216 0,0 0-168 0,-84-54-72 15,77 52-44-15,3 2 128 0,0 0-140 16,0 0-88-16,-5 0-136 0,6 0-52 15,-5 5 0-15,0 8-4 16,0 2-60-16,0 8 48 0,0 5 16 16,0 1 0-16,0 6 144 0,4 0-132 15,-4 0 40-15,4 3-52 0,0 0-52 16,1-3 48-16,3 0 0 0,-5-4 0 16,5-1-48-16,0-5-24 0,5-3 12 15,-2-6 60-15,5-3-72 0,-4-4-36 0,4-6 24 16,0 1 28-16,0-4 60 0,8-4 200 15,0-12-24-15,4-4 68 0,3-7-20 0,1-9-112 16,1-1-100-16,-1-1-12 0,-1-4-56 16,-3 8 4-16,-8 1 40 0,4 5-52 15,-8 6 56-15,0 0-60 0,0 6 68 16,-4 3 8-16,0 3 104 16,-4 8-24-16,0-2-88 0,0 4 0 15,0 0-4-15,0 0-96 0,0 4-24 16,0 5 12-16,0 4 112 0,0 2 116 15,0 11-56-15,-4 2 40 0,4 1-88 16,0 3-4-16,0 3 4 0,0-3 4 0,0 5 56 0,0 2-8 16,0-1-56-16,0 3 40 0,0 0 16 0,0 4-52 15,0-1-4-15,0 1 80 16,0-1 24-16,0-3 88 0,0 3 20 16,0-6 44-16,0 1 68 0,0-7-24 0,0 0-124 15,0-7 4-15,0 0-28 0,-4-3-16 16,4 3-20-16,-4-6 0 15,0 1-40-15,-4-1 28 0,4-6 48 0,-4 2 48 16,1-2 72-16,-2-3 24 0,-3-1-36 16,-4-2-36-16,0-1-96 0,0 0-40 0,-7-3-92 15,-1-3-4 1,0 0-52-16,-4-3-84 0,0-6-120 16,4-1-60-16,0-2 12 0,4-1 24 15,0 1 84-15,4-1 24 0,9-4 24 0,-2 5-24 16,1-4 72-16,4 4-44 0,4-5 8 15,0 2-36-15,0-4-76 0,8-4 52 16,5 1-28-16,2 0-36 0,2-3-76 0,2 1-224 16,1-1-316-16,4 3-20 15,-1 4-252-15,5-1-344 0,-4-1-529 0,4 8-779 0,-7-1-1620 16</inkml:trace>
  <inkml:trace contextRef="#ctx0" brushRef="#br0" timeOffset="26217.384">10390 5385 3552 0,'0'0'1420'0,"0"0"2984"0,0 0-2775 0,0 0-665 0,0 0-92 31,0 0 20-31,0 0-196 0,0 0-140 0,0 0-128 16,0 0-164-16,13-13-100 0,-6 7-36 15,10 1-44-15,-2 0-76 0,-3 2 40 16,4 3-40-16,1 0 0 0,-6 3 44 0,1 2 28 0,-8 2 56 16,4 0 0-16,-4 3 152 0,0 2 48 15,-4 1 24-15,0 0-48 0,-4-1-104 0,0 4-60 16,-8-3 0-16,4 0-36 15,-3-1 24-15,-2-3 12 0,-2-2 36 16,2-3 36-16,5-4-32 16,-3 0-60-16,2 0-128 0,-3-6-60 0,5-5-64 0,-1-2-72 0,3-2 24 15,-3-4-220-15,5 0 80 0,-1 0 28 16,4 3-48-16,0-3-68 0,0 0-60 16,7 2-168-16,1-2-528 0,1 5-724 15,-1 0-1997 1,3-5-2359-16</inkml:trace>
  <inkml:trace contextRef="#ctx0" brushRef="#br0" timeOffset="27216.686">10654 3884 3788 0,'0'0'1888'16,"0"0"2924"-16,0 0-3535 0,0 0-573 0,0 0 0 0,0 0 248 16,0 0 60-16,0 0-132 0,0 0-376 15,0 0-228-15,0 21-100 0,0 8 256 16,3 8 360-16,1 11-172 0,-4 10-252 15,4 2-76-15,-4 4-68 0,0-1-28 0,0 7-192 16,0-1-4-16,0-2-16 0,-4-1-44 16,-3-1-60-16,3-6-64 0,-4-2 12 0,-1-6 72 15,5-3-36-15,-3-13-120 0,7-7-76 0,-4-9 24 16,4-6-28-16,0-10-60 0,0-3-276 16,8-3-1024-16,-1-10-540 15,2 1-2729-15,3-23-2950 0</inkml:trace>
  <inkml:trace contextRef="#ctx0" brushRef="#br0" timeOffset="27415.962">10741 4429 4468 0,'0'0'7189'0,"0"0"-5489"0,0 0-872 16,0 0-32-16,0 0 360 0,0 0-164 0,0 0 112 0,0 0-156 15,92 9-336-15,-56-9-280 16,7 0-124-16,2-9-4 15,-2 3-92-15,5-7 0 0,-4 4-112 0,0-4-132 16,-1 0-28-16,-3-1-36 0,-4 2-220 16,0 3-588-16,-4 0-528 0,-12-1-2440 15,0 0-3197-15</inkml:trace>
  <inkml:trace contextRef="#ctx0" brushRef="#br0" timeOffset="27653.165">11303 4003 3392 0,'0'0'7440'0,"0"0"-5179"0,0 0-1269 0,0 0-512 15,0 0 24-15,0 0 376 0,0 0 88 16,0 0-196-16,-12 92-292 16,12-53-84-16,4 5-100 15,4 4 0-15,-4 5-152 0,0 8-80 16,0 0-64-16,0 2-104 0,-4-3 20 0,0 0-88 0,0-2-64 15,0-4-20-15,0-3-92 0,0-10-24 16,-4-6-60-16,4-4-40 0,0-8-140 0,0-8-524 16,8-4-652-16,-4-9-1277 0,4 2-2571 0,0-8 1076 15</inkml:trace>
  <inkml:trace contextRef="#ctx0" brushRef="#br0" timeOffset="29287.874">12220 4511 1056 0,'0'0'548'16,"0"0"5712"-16,0 0-4716 0,0 0-188 0,0 0-187 16,0 0 99-16,0 0-84 15,0 0-100-15,0 0-112 0,79-6-200 16,-51 6-80-16,4 0-60 0,8 0-116 0,3-3-232 15,1-3-88-15,4-1-184 0,0-3 0 16,0 1-12-16,-4-1-100 0,3-2-180 0,-7 2-64 0,0 1-360 16,-4-1-288-16,-4 4-424 0,-8 3-1052 15,-8 3-2825-15</inkml:trace>
  <inkml:trace contextRef="#ctx0" brushRef="#br0" timeOffset="29504.428">12426 4759 364 0,'0'0'10468'0,"0"0"-8707"0,0 0-1277 0,0 0 140 16,0 0 304-16,0 0 68 0,0 0-240 0,0 0-220 0,0 0 112 16,0 0 104-16,76 7-160 15,-40-7-224-15,0 2-368 16,4-2-48-16,0 0-136 0,-1 0 12 0,1 0 12 15,0 0-76-15,4-2-120 0,-5 2-448 16,6-5-488-16,-13 5-1260 16,7 0-3101-16</inkml:trace>
  <inkml:trace contextRef="#ctx0" brushRef="#br0" timeOffset="30786.799">11980 4470 3024 0,'0'0'4012'0,"0"0"-2840"0,0 0-992 0,0 0-176 16,0 0 36-16,12 66-40 16,0-53-116-16,-4-3-236 0,0-1-520 0,-4-2-1116 0,4 0-2880 15</inkml:trace>
  <inkml:trace contextRef="#ctx0" brushRef="#br0" timeOffset="30957.72">11892 4742 1828 0,'0'0'1316'0,"0"0"4208"0,0 0-3672 0,0 0-643 0,0 0-41 15,0 0-228-15,0 0-368 0,0 0-256 16,0 0-176-16,0 0-132 0,13 71-8 0,-1-64-64 16,3-4-136-16,-2 3-44 0,6-3-148 15,1 0-896-15,-3-3-1385 0,6 0-2935 16</inkml:trace>
  <inkml:trace contextRef="#ctx0" brushRef="#br0" timeOffset="32076.354">14339 4561 260 0,'0'0'7860'16,"0"0"-6708"-16,0 0-596 16,0 0-244-16,-16-69 460 0,8 50 593 15,1 3-405-15,-6 4-288 0,5-1 152 0,-3 7 20 0,-2-1-112 0,5 4-32 31,-4 3-204-31,4 0-296 0,-7 7-28 16,2 8-172-16,-2 7 0 0,2 14-148 0,-2 4 92 16,3 8 56-16,4 6 212 0,4 0-88 15,0-4-100-15,4-4-24 16,0-11-184-16,4-10-40 0,3-9-136 0,6-10 0 16,6-6 124-16,5 0 124 0,4-13 36 0,4-9-100 15,0-3-240-15,-4-7 12 0,-4 1 52 16,-5 1 24-16,-2 2 64 0,-6 6-68 15,-2 6 144-15,-5 0 188 0,-4 10 228 0,0 0 112 16,4 6 16-16,-4 0-104 0,0 0-216 16,0 0-36-16,0 3-164 0,0 3 140 15,0 7 24-15,0 6 392 0,0 6 20 0,4 3 120 0,-4 4-144 16,0 3 20-16,0 1-20 16,4 5-4-16,-4 1-128 0,0 4-44 0,0 2-124 15,0 3-40-15,0 4-48 16,0-5-68-16,0 4 24 0,0 3 44 15,0-4 0-15,-4-2 0 0,-4 4 0 0,0-8 72 16,-4 0-24 0,0-5 40-16,3-3-4 0,-2-5 4 15,-1-5 20-15,0-4-20 0,0-2 8 16,1-4 28-16,-2-7 0 0,1 1-28 0,-4-7 24 16,4-2-120-16,-4-4-72 0,-3-4-4 15,2-5 4-15,2-7 72 0,-5-3-148 0,-1-4-24 16,-2-5 84-16,3-1-32 0,0 1 108 15,0-4-136-15,0 0 12 0,9 4-24 0,-2-1 156 16,9 7-120 0,0-4 24-16,4 8-48 0,0-1 0 15,4 3-12-15,4-1-40 0,1 2 40 16,2 2-4-16,-3 1 52 0,8-2-48 0,-4 5-40 16,0-4-164-16,4 5-264 0,4-3-520 15,-1 2-684-15,-2 2-1001 16,15-5-2651-16</inkml:trace>
  <inkml:trace contextRef="#ctx0" brushRef="#br0" timeOffset="32640.645">15255 4505 1684 0,'0'0'7892'0,"0"0"-6948"0,0 0-363 0,-15-67 407 16,7 52 24-16,-5-5-32 0,2 8 92 0,-6-1-64 16,2 3-168-1,2 3-184-15,-6 7-84 0,3 0-44 0,-4 0-12 0,-4 14-60 0,0 7-272 16,-4 12-136-16,0 5 24 16,0 6 16-16,5 1-88 0,-1 0-64 15,8-4-68-15,8-10-116 0,0-8-32 0,4-8 20 16,4-5 16-16,0-7 0 15,4 1 44-15,8-4 84 0,-1-7 116 16,10-5 88-16,-1-5 24 16,4-8-64-16,-5 3 0 0,1-4-48 15,1 4-120-15,-2 3 32 0,1 7-72 16,-4 2 12-16,0 7 24 0,0 3-24 16,0 3 80-16,-1 9 68 0,2 4 8 0,-2 7 92 15,2 2 60-15,-2 7-72 0,-2 2-80 16,-2 8-4-16,2-1 108 0,-6 10 12 15,-3 3-28-15,-4 7 52 0,0 2-12 16,0 6-48-16,-7-1-4 0,-2-2-20 16,-3 0 32-16,-3-5-48 0,2-4 4 0,-2-3 8 15,2-7 64-15,-2-9 36 0,2-6 60 16,-2-2-24-16,2-8-52 0,-2-3 16 16,-1-7-12-16,0-2 72 0,-4-4 120 15,-3-3-96-15,2-3-184 16,1 0 12-16,-4-9-72 0,1-4-96 15,3-6-136-15,-1-7-24 0,2-5-144 0,7-5-28 16,0-4-40-16,8 1-232 0,4 2-348 16,12-2-436-16,4 5-688 0,0 4-1093 15,15-8-2747-15</inkml:trace>
  <inkml:trace contextRef="#ctx0" brushRef="#br0" timeOffset="32913.314">15657 5051 6064 0,'0'0'2184'16,"0"0"-164"-16,0 0-627 0,0 0-277 16,0 0-124-16,0 0-304 0,0 0-160 15,0 0-160-15,64 70-92 0,-64-57-40 0,0-4 4 0,-4 4 28 0,-7 3-44 16,-1 0 12-16,-4-3 16 0,-5-1-4 16,6-2 12-16,-5-1 88 0,4-6 84 15,4 0-88-15,-4-3-184 0,4 0-88 16,4-3-72-16,0-3-120 0,4-3-164 0,4-1-88 15,0-3-48-15,4 4 0 0,8-4 72 16,0-1-40 0,0 6-116-16,4-2-452 0,-4 3-640 0,-4 5-1033 15,4-8-3167-15</inkml:trace>
  <inkml:trace contextRef="#ctx0" brushRef="#br0" timeOffset="33721.782">14052 3864 2508 0,'0'0'0'16,"0"0"144"-16,0 0-144 0,0 0 2504 0,0 0-828 15,0 0-544 1,-96 28 36-16,77-8-84 15,-5 2-127-15,4 7-85 0,-4 2-28 16,0 1-168-16,4 2-28 0,-4 1-128 0,4 4-128 16,0 2-128-16,0 0-136 15,5 3-92-15,-2 5-36 0,6 1 0 16,3 1 0-16,-1 6 100 0,6-3-100 0,3 0-164 16,0 0-24-16,12-4 124 0,0 5-252 15,-1-1 304-15,9-7-244 0,1 2-212 0,2-9-396 16,5-3-184-16,8-7-665 15,-12-11-639-15,24-3-2264 0</inkml:trace>
  <inkml:trace contextRef="#ctx0" brushRef="#br0" timeOffset="34470.681">16076 4194 4956 0,'0'0'5800'0,"0"0"-5631"0,0 0 139 0,0 0-76 16,0 0 484-16,0 0 104 0,96 85-156 15,-72-55-80-15,0 3-140 0,-1 7-116 0,-3-3-128 16,1 4-88-16,-10 1 4 0,-3-2-108 16,-3 2 68-16,-5-3 24 15,0 2 0-15,-9-3-48 0,-3 0-4 0,-4-3-48 16,-3-3 4-16,-5-4-4 0,3-2-100 16,-3-3-164-16,1-9-304 0,-1-3-88 0,4-6-196 15,-3-5-388-15,2 0-809 0,5-3-2479 16</inkml:trace>
  <inkml:trace contextRef="#ctx0" brushRef="#br0" timeOffset="34980.804">16662 3835 6988 0,'0'0'2740'16,"0"0"-1243"-16,0 0-177 0,0 0-108 0,0 0 32 16,0 0-176-16,0 0-192 15,0 0-328-15,0 0-360 0,0 0-140 0,0 0 0 0,-12 95 200 16,12-41 48-16,8 7 100 15,0 6 132-15,-4 3-184 0,4 2-88 0,-4 5-12 0,-4 2-8 0,0 3-32 16,0 4-136 0,-4-4-68-16,-1-2-88 0,-2 0-32 15,7-4-16-15,-4-11-60 16,4-3-24-16,0-12-84 0,4-9 8 0,3-12-12 16,2-11 12-16,-1-4 12 15,3-11-332-15,2-3-304 0,-1-17-424 0,4-4-1052 16,-4-14-3141-16,-1 7-1935 0,-6-26 7409 15</inkml:trace>
  <inkml:trace contextRef="#ctx0" brushRef="#br0" timeOffset="35181.304">16678 4542 1084 0,'0'0'10685'0,"0"0"-9329"0,0 0-1152 0,0 0 192 16,0 0 72-16,0 0 380 0,0 0 308 15,92-37-252-15,-53 28-172 0,5-1-128 16,4 3-160-16,3 1-272 0,1 3-40 0,-3 0-132 16,2 3-160-16,-3 0 84 0,-1-3-20 15,2 3-40-15,-10-4 0 16,2 1-344-16,-6-3-688 0,-3 0-676 0,-13-1-2224 16,2-5-3169-16</inkml:trace>
  <inkml:trace contextRef="#ctx0" brushRef="#br0" timeOffset="35499.471">17347 3984 10993 0,'0'0'1848'0,"0"0"-1084"0,0 0-156 0,0 0 116 0,0 0 192 16,0 0-60-16,0 0-208 0,-4 70-64 15,4-38 44-15,0 6-76 16,0 4-168-16,4 2-104 0,0 0-144 0,-4 7-72 16,5 0-64-16,-2 0-112 15,-3 2 16-15,4 1 12 0,0 4-100 0,-4-4 12 16,4 4-64-16,-4-6 140 0,4 3-28 16,0-4-36-16,0-4 36 0,-4 0-72 15,0-5-64-15,4-4-100 0,0-6-220 16,-4-3-244-16,8-10-296 0,-4-4-860 0,0-2-2041 15,3-6-2247-15</inkml:trace>
  <inkml:trace contextRef="#ctx0" brushRef="#br0" timeOffset="41321.157">4279 2946 6308 0,'0'0'2768'0,"0"0"-1308"0,0 0-1035 0,0 0-269 16,0 0 216-16,0 0 104 16,0 0-52-16,0 0 152 0,0 0 36 15,-80 70-156-15,72-51-164 0,-4 3-128 0,4 3-24 16,-8 7 36-16,5 0 40 0,-6 6 112 15,-3 4 48-15,5-1-100 16,-6 1-60-16,2 1-116 0,-1-1-88 0,-4 2-8 16,3-6-4-16,2-2-52 0,3-6-104 15,4-7-20-15,4-4-24 0,0-7-124 16,8-5-308-16,0-7-584 0,0 0-704 0,8-7-1013 0,0-1-1527 16,12-17 808-16</inkml:trace>
  <inkml:trace contextRef="#ctx0" brushRef="#br0" timeOffset="41512.953">4410 3248 5988 0,'0'0'5817'16,"0"0"-4893"-16,0 0-616 0,-64 92 404 15,40-61 328-15,1 5-272 0,-5-5-180 0,4 4-68 16,0 1-84-16,0-5-200 15,-4 6-236-15,4 2-136 0,0-1-4 0,-4 3-32 16,0 1-92-16,0-2-84 0,4 2-320 16,-4-1-496-16,9-12-1396 0,-17 10-3593 0</inkml:trace>
  <inkml:trace contextRef="#ctx0" brushRef="#br0" timeOffset="42583.552">1526 4454 2996 0,'0'0'1356'16,"0"0"1612"-16,0 0-1748 0,0 0-444 15,0 0 336-15,-37-76 189 0,33 59-185 16,1 5-160-16,-5 3-68 0,8-3-132 16,-4 1-204-16,0 5-108 0,-1-3-120 15,1 5-40-15,4 1-8 0,0 0-16 0,-3 3-100 16,-1 0-88-16,4 0-72 0,-4 3-88 0,-4 4 24 0,4 8-172 16,-8 8-208-16,0 12 32 15,4 13 188-15,-4 8 96 0,0 7 36 0,5 11 92 16,-2 2 0-1,5 0-76-15,-4-2-24 16,4-7 100-16,1-8 0 0,3-14 128 0,-5-10 76 16,5-13-92-16,0-6-112 0,0-10-44 15,0-2-84-15,0-4-36 0,0 0-100 16,0 0-64-16,5-4-4 0,2-4 332 0,1-3 228 16,0-1-228-16,0 2-48 0,0 4 44 15,-4 3-84-15,-4 3-112 0,4 3-4 16,0 6 204-16,4 7 28 0,0 10 212 15,4 2-28-15,0 4-36 0,-4 3 24 0,4 3-76 16,-5-3-120-16,6 6-8 0,-5-3-80 0,3 0 76 16,-2-3 0-1,-1-3-4-15,-1-3-204 0,2-10-24 0,-5-6-60 0,0-5-4 16,0-1-432-16,-1-3-948 16,-3-1-169-16,4-3-23 0,-4 0-284 15,4-3-836-15,-4-1-144 0,0-15 3124 0</inkml:trace>
  <inkml:trace contextRef="#ctx0" brushRef="#br0" timeOffset="44998.689">1844 4898 2908 0,'0'0'484'0,"0"0"1000"15,0 0 1172-15,0 0-944 0,0 0-640 0,0 0 141 16,0 0 95-16,0 0-188 0,0 0-172 0,0 0-228 15,0 0-168-15,-28 13 24 16,28-15-28-16,0 2-76 0,0-4-348 0,0 2-124 16,0-5-68-16,0-3-32 0,0 1-12 15,4-7-48-15,4-3-28 0,1 0-24 0,-2 3 28 16,5 0 32 0,0 0 4-16,0 7-40 15,-4-1-40-15,4 3-24 0,-4 5 0 0,4 2 100 16,0 0-8-16,-4 0 144 0,7 2 16 15,-6 8 192-15,3-1 32 0,0 4-124 16,-4 7-12-16,3-1 112 0,-3 3-96 0,1 6-88 16,-1 0 108-16,-5 8-76 15,5 2-36-15,-4 3-12 0,1 0 52 0,-1 1-52 16,0-4 0-16,-1-6-8 0,1-7 4 16,0-9 4-16,-4-10-124 0,0-3-120 0,0-3 56 15,4 0 64-15,-4 0 72 0,5-3-36 16,2-7 88-16,1-5 0 0,4-12-1020 15,0-3-848-15,-4 2-1313 0,4-18-2843 16</inkml:trace>
  <inkml:trace contextRef="#ctx0" brushRef="#br0" timeOffset="45229.558">2167 4753 6552 0,'0'0'2220'0,"0"0"81"0,0 0-1593 0,0 0-80 15,0 0 140-15,-92 60-4 0,77-44-272 16,-2 3-136-16,6 3-128 0,-6 0-16 0,2 7-148 16,-2 3-64-16,-2 3-64 0,3 6 0 0,-4-3 16 15,4 0-16-15,0-3-36 16,0 0-76-16,4-7 12 0,4-5-180 16,0-4 116-16,4-3-140 0,0-4-128 0,0-1-772 15,4-6-509-15,0-5-879 0,0 0-1648 0,0 0 1360 16,0-12 2717-16</inkml:trace>
  <inkml:trace contextRef="#ctx0" brushRef="#br0" timeOffset="45563.706">2303 4346 744 0,'0'0'7688'0,"0"0"-6472"16,0 0-868-16,0 0 220 0,0 0 553 16,0 0 199-16,0 0-404 0,0 0-548 15,0 0-368-15,0 0 228 0,24 32 104 0,-13-9 68 0,1 2 44 16,-3 6-56-16,2 4 4 0,-3 7-120 16,0 6 28-16,-4 2-176 0,0 7-24 0,0 3 24 15,0 7-72-15,-4 1-52 0,0-3-8 16,0-1-116-16,0-13 36 0,0-10 80 15,-4-12 0-15,4-13 8 0,0-7-8 0,0-7 0 32,0-2-68-32,0 0-100 0,0 0-336 15,0-5-304-15,0-8-724 0,8-6 724 16,0-9-516-16,-5-4-573 0,2-3-1103 0,-1 3-1948 16</inkml:trace>
  <inkml:trace contextRef="#ctx0" brushRef="#br0" timeOffset="45816.228">2442 4867 1788 0,'0'0'780'16,"0"0"-428"-16,0 0 5616 15,0 0-3823-15,0 0-973 0,0 0-340 16,0 0 120-16,0 0-52 0,0 0-68 0,0 0-212 16,0 0-296-16,0-3-164 0,0 3-36 15,0 0 0-15,0 0-124 0,0 0 0 0,3 0-160 16,2 0-64-16,-1 0-12 16,8 0 236-16,-1 3 148 0,2-3-24 15,2 3 12-15,-2-3-60 0,2 0-12 0,2 0-4 16,-2 0-52-1,2 0 56-15,-2 0 36 0,5 0-100 16,0 0-40-16,-4-3 40 0,4 0-12 16,-1 3-100-16,2-3-24 0,-5-1-76 15,3 4 88-15,-6-3-304 0,2 0-388 16,-2 0-80-16,-1 0-44 0,-5 3-160 0,1-3-208 16,1-1-605-16,-9 1-839 0,0 0-1960 15</inkml:trace>
  <inkml:trace contextRef="#ctx0" brushRef="#br0" timeOffset="46159.729">2804 4375 860 0,'0'0'4076'0,"0"0"-116"0,0 0-2924 0,0 0-312 0,0 0 229 15,0 0 151-15,0 0-124 0,0 0 36 0,0 0-8 16,0 0-584 0,4-4-268-16,-4 17-4 15,4 10 84-15,0 5 88 0,1 7-112 16,-1 6-40-16,0 4-96 0,-1 2-76 0,1 1 0 16,4 6-8-16,-4 2-92 0,1 6 92 15,-5-6-56-15,3 1-108 0,-3-5 48 16,0-5 32-16,0-9 84 0,0-6-36 0,0-6-56 15,0-10-48-15,0-4 48 0,0-3-124 16,4-5-120-16,4-1-424 16,-4-3-12-16,8-3-544 0,0-10-833 0,-4 4-271 15,0-20-3436-15</inkml:trace>
  <inkml:trace contextRef="#ctx0" brushRef="#br0" timeOffset="46569.704">3370 4121 432 0,'0'0'10845'0,"0"0"-9437"0,0 0-1408 0,0 0-384 15,0 0 384-15,0 0 924 0,0 0 140 0,0 0-240 16,0 98-284-16,5-53-112 0,-5 5-60 16,3 4-132-16,1 7 24 0,0 2 140 15,0 4-4-15,0 3-196 0,-4 3-92 16,4 0-60-16,0 3-48 0,-4 1-12 15,0-4-88-15,4-1-60 0,-4-9 8 16,0-2-44 0,0-10 144-16,0-10-96 0,0-6 36 15,0-9 52-15,4-8-92 0,-4-5-72 0,0-6-328 0,0-4-152 16,4-3-152-16,-4 0-696 0,4-10-1405 16,0 4-1327-16,-4-16-652 0</inkml:trace>
  <inkml:trace contextRef="#ctx0" brushRef="#br0" timeOffset="47213.03">3796 4838 3816 0,'0'0'1824'0,"0"0"484"0,0 0-2232 0,0 0 4 0,0 0-80 16,45-79 168-16,-34 60 12 15,6 7 196-15,-2-2 52 0,1 5 24 0,0 6-88 16,0 3 8-16,4 0-100 0,-4 7 65 15,3 8 395-15,-2 3-168 0,-6 6-180 0,2 4-140 0,-2 4 36 16,-3 3 52-16,1 0 36 0,-1 0 0 16,-5 2-164-16,5-4-68 0,-4-2-44 15,1-6-92-15,-1-3 0 0,0-5 12 16,-1-8-12-16,1-3-4 0,0-3-188 16,5-3-88-16,-1 0-24 0,-1-5-128 0,5-15-588 15,0 4-1257 1,0-22-3923-16</inkml:trace>
  <inkml:trace contextRef="#ctx0" brushRef="#br0" timeOffset="47418.954">4202 4626 11129 0,'0'0'1604'15,"0"0"-916"-15,0 0 444 0,0 0-48 16,-99 85-276-16,75-60-136 0,5 5-64 0,-2-2-224 15,2 4-200-15,-1-1-172 16,0 4-12-16,0 1-12 0,0 2 0 0,4-3-76 16,4-4-96-16,0 1-76 0,0 0-12 15,4-4-100-15,4-5-76 0,4-2-496 0,0 2-368 0,4-11-700 0,0 1-1197 16,12-6-2727-16</inkml:trace>
  <inkml:trace contextRef="#ctx0" brushRef="#br0" timeOffset="47684.74">4653 4521 432 0,'0'0'10845'0,"0"0"-8861"0,0 0-1196 0,0 0 72 0,-47 82 84 16,27-47-176-16,-5 6-68 0,10-3-80 15,-1 6-200-15,0-2-152 16,7 3-108-16,2-4-36 0,7 1-76 0,0-5-48 15,0-4-8-15,0-8-52 0,7-6-148 0,6-3-16 16,-1-7 52-16,4-2 60 16,-1 0-36-16,6-7 136 0,-2 0-372 15,-3-7-260-15,5-6-120 0,-6-3-444 0,-7 0-1248 16,0-9-3545-16</inkml:trace>
  <inkml:trace contextRef="#ctx0" brushRef="#br0" timeOffset="47845.928">4462 4917 6156 0,'0'0'6817'16,"0"0"-5293"-16,0 0-1220 15,0 0 48-15,0 0 492 0,0 0 60 16,0 0-580-16,0 0-164 0,0 0 212 0,84 23 100 16,-44-20-228-16,-5-3-244 0,5-3-196 0,4-6-868 15,-4-11-204-15,-5 7-1308 0,14-21-4069 16</inkml:trace>
  <inkml:trace contextRef="#ctx0" brushRef="#br0" timeOffset="48129.2">5323 4391 2872 0,'0'0'11689'16,"0"0"-9997"-16,0 0-1144 0,0 0 148 15,0 0 292-15,-92 22-372 0,68-6-136 31,4 3-160-31,-3 3-176 0,2 10-144 0,1 6 4 0,1 4-4 0,2 5 76 16,6 3 20-16,-2-1 4 16,5 1-4-16,5 1-56 0,-1-1-40 15,4-1-8-15,0-9-64 0,4-1 12 16,-1-8-16-16,5-5-44 0,5-4-16 16,-6-5-96-16,10-6 12 0,-6-4-4 15,10-4 52-15,-6-3-12 0,5 0-148 0,-4-13 48 16,4 0 28-16,-5-6-280 0,-2-3-456 0,-1-3-660 15,-5 6-1532-15,-7-6-3305 0</inkml:trace>
  <inkml:trace contextRef="#ctx0" brushRef="#br0" timeOffset="48278.317">5191 4845 1760 0,'0'0'11389'0,"0"0"-9913"0,0 0-1136 0,0 0 316 16,0 0 448-16,0 0-160 0,0 0-336 15,0 0-116-15,87 16-136 0,-66-23-268 0,-1-5-88 16,-1-4-504-16,-2-3-472 0,-2 0-596 16,-2-1-1208-16,-6 5-2241 15,-3 2-2847-15</inkml:trace>
  <inkml:trace contextRef="#ctx0" brushRef="#br0" timeOffset="48404.946">5362 4905 1540 0,'0'0'8272'15,"0"0"-7304"-15,0 76-735 0,0-41 707 0,0 0 556 16,0 0-76-16,0-4-364 0,0-1-536 0,4-9-520 16,0-1-140-16,1-5-228 15,-1-8-812-15,3-7-740 0,-3 0-2441 0,4-22-3619 16</inkml:trace>
  <inkml:trace contextRef="#ctx0" brushRef="#br0" timeOffset="48868.437">5701 4146 7960 0,'0'0'7745'15,"0"0"-6465"-15,0 0-1268 0,0 0-12 16,0 0 296-16,0 0-60 0,0 0 52 15,92-18-56-15,-64 7-108 0,0-1-124 0,-4-1-112 0,4 5-96 0,-9 3-152 16,-3 5-112-16,0 5 172 0,-8 13 300 16,0 8 136-16,-8 12 116 0,0 6-16 0,-8 10-124 15,-4 3 24-15,-7 4-128 16,2-5-8-16,1 2 12 0,0-12 0 0,0-4 160 16,8-7 164-16,1-6-88 0,3-10-248 15,4-2-136 1,0-3-124-16,0-1 48 0,4 0 28 15,3 3 96-15,1 0-36 0,5 3-24 16,2 0 84-16,1 0 64 0,5 0 0 0,-6 0 8 16,1 0-4-16,0 3 196 0,-5-3-52 15,-2 1 28-15,3 2 72 0,-5 0-88 16,2 0-156-16,-5 1 8 0,0 2-12 16,0 0-124-16,0 3-448 0,-4 5-212 0,0 2-220 15,-4 2-296-15,0-2 16 0,-9 4 236 0,6-2 108 16,-9-4-105-16,4-5-899 15,-8-6-436-15,8-6 244 0,-11-9-1044 0</inkml:trace>
  <inkml:trace contextRef="#ctx0" brushRef="#br0" timeOffset="48967.347">5869 5464 15721 0,'0'0'0'0,"0"0"-5957"0</inkml:trace>
  <inkml:trace contextRef="#ctx0" brushRef="#br0" timeOffset="50179.559">9000 8191 7432 0,'0'0'5705'15,"0"0"-4853"1,0 0-572-16,0 0 316 0,12-76 108 0,-12 57 168 0,0-1-28 16,-3 1 48-16,-10 0-212 0,-2 0-348 0,-6 1-12 15,-3 2-124-15,-4 0-76 16,0 7-8-1,-4 2-52-15,4 7 52 0,0 0-112 16,-3 7-52-16,-5 15-44 0,4 6-76 16,-8 11-60-16,1 8 96 0,-2 10 88 0,6 9 48 0,-1 8 72 15,0 5 16-15,4 6-4 0,8 5-24 0,0 6-60 16,9 2-116 0,2-3 56-16,9 7 60 0,4-8 0 15,9-1 132-15,6-14 28 0,10-7 48 0,3-10 0 16,3-18-84-16,9-9-76 0,-1-13-40 15,6-10 136-15,-2-8-20 16,-2-4 72-16,-2-6 48 0,1-11-88 16,-8-2-36-16,0-6-120 0,-4-6-56 0,-4-8-320 0,-5-3-588 15,-6 2-312-15,-2-4-956 0,-7 9-2928 0,-4-6-3157 16</inkml:trace>
  <inkml:trace contextRef="#ctx0" brushRef="#br0" timeOffset="50322.331">8642 8960 4608 0,'0'0'9757'16,"0"0"-8017"-16,0 0-1372 0,0 0 44 0,0 0 96 16,0 0 420-16,0 0-40 0,0 0-300 15,75 12-184-15,-47-12-196 16,8 0-208-16,-1 0-52 0,1-9-144 0,5-1-232 0,-2-2-864 16,-3-1-856-16,-8 0-2776 0,8-3-2373 0</inkml:trace>
  <inkml:trace contextRef="#ctx0" brushRef="#br0" timeOffset="50479.768">9104 9038 6308 0,'0'0'6605'16,"0"0"-5309"-16,-20 74-1068 0,16-42 228 0,0 3 252 15,-5-4 408-15,5 4-8 0,1-4-232 16,3-1-288-16,0-5-280 16,0-3-308-16,0 0-96 0,0-3-176 0,7-3-84 15,6-6-176-15,-5-6-296 0,8-4-796 0,-4-7-564 16,12-22-2733-16</inkml:trace>
  <inkml:trace contextRef="#ctx0" brushRef="#br0" timeOffset="50787.895">10315 8118 9036 0,'0'0'4637'15,"0"0"-4089"1,-36 67-132-16,16-33 128 0,-8 11 296 16,0 3 128-16,-4 6-136 0,-7 6-228 0,-1 7-160 0,-4 6-124 15,-7 6-88-15,-5 14-184 0,-12 5-48 16,-8 10-160-16,-12 10 28 0,-4 8-28 16,-7 11 12-16,-4 2 48 0,-2 1 100 15,6 0-8 1,-4-3 12-16,7-7-4 0,9-7 8 0,6-8 68 0,10-14 8 15,11-12-84-15,12-19 0 0,12-20-8 16,12-15-76-16,13-11-40 0,7-16-160 0,4-8-260 16,7-2-572-16,10-11 260 15,6-13-88-15,5-12-920 0,4-6-1377 16,-8 3-4727-16</inkml:trace>
  <inkml:trace contextRef="#ctx0" brushRef="#br0" timeOffset="56303.274">10327 9528 4956 0,'0'0'1548'16,"0"0"-444"-1,0 0-532-15,0 0 2221 16,0 0-1173-16,0 0-296 0,0 0-272 0,35-79-220 0,-35 59-40 15,0 1-108-15,0-3-88 16,-8 0-140-16,5 0-148 0,-1-1-72 0,-4 1-28 16,-1-1-12-16,-2 9 76 0,3-5-124 15,-8 5-4-15,4 2 40 0,1-1-84 0,-6 3-28 16,1 4 52-16,0 3-28 0,-4 3 12 16,-8 0-108-16,0 0-40 0,-4 9-116 15,-3 10-128-15,-1 6 64 0,-4 8 0 16,1 11 84-16,-2 10-168 0,2 6 216 15,-1 7 4-15,3 3-4 16,6 7 80-16,4-5-40 0,2 1 48 0,9 1-4 16,4-8 4-16,5-2-76 0,7-7 76 0,4 0 12 15,15-6-12-15,1-7 8 16,8 1 96-16,4-8-104 0,0-5 0 0,0-3 0 16,-1-10 100-16,1-6-88 15,-4-4 0-15,0-6 72 0,0-3 40 0,-8 0 84 16,4-12-120-16,0-1-16 0,-4-6 64 15,-1-3-136-15,-2-7-64 0,-2 0-316 16,2-6-332-16,-6 0-240 0,-2 0-256 16,-5 1-216-16,-4 2-400 0,0 1-669 15,-9 1-183-15,-10 5-188 0,2 3-160 0</inkml:trace>
  <inkml:trace contextRef="#ctx0" brushRef="#br0" timeOffset="56567.982">9992 9912 1812 0,'0'0'3196'0,"0"0"-220"0,0 0-552 0,0 0-891 15,0 0-473-15,0 0-128 0,0 0-248 16,0 0-144-16,0 0-60 0,0 0 124 0,0 0 72 15,44 60-128-15,-20-50-352 16,-1 0-132-16,1-3-16 0,4-2-40 0,-3-2-8 16,-1-3-72-16,-5 0 20 0,1 0-144 15,-4-3-288-15,0 0-548 0,-4 1-12 16,0-5-184 0,-8 0-280-16,0 4-385 0,-4 0 69 0,0-4 252 15,0 7 896-15,-4 0 676 0,0 0 704 16,0 7 360-16,1 2-52 0,-2 7-16 15,1 4 205-15,4 2-121 0,0 6-172 16,-4 1-132-16,4 2-208 0,0 1 0 16,0 1 12-16,0-3-92 0,0-1-108 15,0-4-240-15,0 1-140 0,0-4-140 0,4-3-148 16,0-3-228-16,4-3-504 0,0-4-532 16,0-3-1401-16,0-6-2883 0</inkml:trace>
  <inkml:trace contextRef="#ctx0" brushRef="#br0" timeOffset="57084.895">10622 10483 3512 0,'0'0'7004'0,"0"0"-5615"0,0 0-773 0,0 0 288 16,0 0 164-16,0 0-8 0,0 0 60 16,0 0-240-16,0 0-220 0,0 0-132 0,-24 23-208 15,24-26-320-15,3-4-36 0,5-6 28 16,1-2 8-16,2-4 8 0,2-6-8 15,6 0-124-15,-2-2-132 0,-2 2 80 0,2 3 80 16,2 3-92-16,-3 6 40 16,0 1-12-16,0 2 48 0,-4 3 40 15,0 1-68-15,0 3 44 0,-4 3-4 0,0 0 48 16,0 0-32 0,0 3 84-16,-1 7 0 0,-2 3 196 15,3 6 68-15,-4 3 20 0,3 9-112 0,-3 4 64 16,0 3-116-16,1 4-32 15,-1 2-40-15,0 1 200 0,3-1-40 16,-3 1-60-16,0-1 12 0,5-6 12 0,-5-2-100 0,0-8 4 16,-4-9-16-16,7-4-12 0,-7-2 0 0,4-6-48 15,-4-7-92-15,4 3-104 16,-4-3-24-16,5 0 48 0,-1-6 72 16,0-7 52-16,7-6-680 0,-3-7-136 0,4-6-232 15,4-6-392-15,-4-3-904 0,0 10-1973 16,4-18-1123-16</inkml:trace>
  <inkml:trace contextRef="#ctx0" brushRef="#br0" timeOffset="57304.604">11148 10300 6128 0,'0'0'2220'0,"0"0"-872"0,0 0-136 0,0 0-27 0,0 0 43 16,0 0-200-16,0 0-192 0,0 0-184 16,-92 59-20-16,72-33 40 0,0 2-64 0,0 8-112 15,-4 2-104-15,1 3-32 16,-5 0-28-1,0-3-64-15,4 4-96 0,-4-4-96 16,0 0-76-16,0-4-72 0,0-1-64 16,5-5-24-16,-1-2-108 0,3-4-112 15,6-3-116-15,-2-6-208 0,6-1-240 0,2-6-628 0,5-6-968 16,4 0-2297-16,0-6-2735 0</inkml:trace>
  <inkml:trace contextRef="#ctx0" brushRef="#br0" timeOffset="58054.24">13024 9160 8200 0,'0'0'1364'15,"0"0"-396"-15,0 0 293 0,0 0-197 0,0 0-312 16,-84 19 48-16,77-13 20 0,3-3-140 16,0 1-112-16,4-4-108 15,0 0-48-15,0 0-52 0,0 0-88 0,0 0-76 16,0 0-196-16,8 0-164 0,3 2 164 0,9 5 0 16,12-1 184-16,4 0 112 15,12 1 148-15,8-3-100 0,3-4 0 16,17-4-36-16,3-6-28 0,18-3 12 0,6-2-192 15,9-4-28-15,3-3-60 0,8-1-12 0,1 1-8 16,-4 2-272-16,-5 1 72 0,-11 0-100 0,-9 7-44 16,-11-1-56-16,-8 4-68 0,-8-1-156 15,-12 1-248-15,-13-1-272 16,-7 4-476-16,-16-3-536 0,-8 5-957 0,-12-5-3119 16</inkml:trace>
  <inkml:trace contextRef="#ctx0" brushRef="#br0" timeOffset="58365.79">14355 8734 8764 0,'0'0'2789'0,"0"0"-2209"0,0 0-172 16,0 0-396-16,0 0 528 15,99 13-8-15,-62-4 220 0,10 4-84 0,1-3-128 16,7 5-124-16,-2-2-252 0,2 6-164 15,-2-2-116-15,-6 4 56 0,-8 2-152 16,-2 2 108-16,-5 4 16 0,-13 5 16 16,-2 1-44-16,-10 6 108 0,-7 4-168 0,-4 0 140 15,-16 6 36-15,-3-5 48 0,-10 3 156 16,-2-2 72-16,-5-2 36 16,0 0-32-16,-8-1-116 0,-8-3-116 0,5 0-48 0,-5-3-160 15,0-2-84-15,9-5-384 0,6-10-392 16,10-7-484-16,11-5-1453 0,12-12-4155 15</inkml:trace>
  <inkml:trace contextRef="#ctx0" brushRef="#br0" timeOffset="58699.725">17614 8617 4932 0,'0'0'0'0,"-4"-67"-2828"0</inkml:trace>
  <inkml:trace contextRef="#ctx0" brushRef="#br0" timeOffset="59023.841">17579 8382 496 0,'0'0'2752'0,"0"0"192"0,0 0-592 0,-32-74-516 0,15 56-303 16,6-1-417-16,-2 3-188 0,-2-1 60 16,-2 3-272-16,2 0-8 15,-2-2 64-15,-2 7-348 0,3-1-192 16,-4 7-128-16,-4 0-104 0,4 3-60 0,1 0-40 0,-5 6 24 16,0 10-36-16,-1 3 40 0,-3 9 8 15,4 10 64-15,-3 8 0 0,-1 1 152 0,0 10-4 16,0 0-12-16,0 7-12 0,4 2 0 0,0 8-76 15,5 2-36-15,-1 4 76 0,8 2-88 16,3 0-24-16,5-2 24 0,4-1 4 16,4-7 68-16,9-1 4 0,2-5-72 15,6-9 168-15,-1-2 60 0,8-14-8 0,-1-6 56 16,6-10-32 0,-2-6-104-16,5-9-56 0,0-3 84 15,3-7-172-15,-3-4 108 0,5-9 16 16,-6-6-112-16,-3-3-4 0,-4-4-8 0,0-8-36 15,0-1-284-15,-9-4-416 16,2 1-28-16,-10 1-52 0,-7 1-252 0,-4 2-696 16,0 11-2053-16,-15-12-2167 0</inkml:trace>
  <inkml:trace contextRef="#ctx0" brushRef="#br0" timeOffset="59368.338">17184 9099 10981 0,'0'0'1552'0,"0"0"-468"0,0 0-764 0,0 0 20 0,0 0 256 15,0 0 700-15,0 0-144 16,0 0-188-16,84 22-212 16,-52-18-76-16,-4-4-236 0,7 0-160 15,1 0-244-15,0-9-36 0,-1-4-132 0,1 0-76 16,1-1-196-16,-1 0-396 0,-9-5-124 0,5 2-132 16,-9 1-236-16,-2 3-184 0,-5 4-28 15,-8 0 184-15,-4 5 275 0,-4 4 281 16,-4 0-36-16,-8 4 772 0,0 5 28 15,0 4 908-15,-4 3 240 0,0 3 49 0,4 0-121 16,0 6-84-16,1 4-268 0,2 3-308 16,1-1-92-16,8 7 16 0,-4-3 104 0,4 3 4 15,0 4-172-15,0-1 48 16,0 0-4-16,0-3-32 0,0 0-68 0,4-3-36 16,-4-3-144-16,4-7-40 0,4-6-224 15,0-3-132-15,4-9-180 0,4-4-424 0,0-3-136 16,4-13-600-16,-1 5-2189 0,9-25-2851 0</inkml:trace>
  <inkml:trace contextRef="#ctx0" brushRef="#br0" timeOffset="59802.895">18323 8925 8764 0,'0'0'4833'16,"0"0"-4833"-16,0 0-104 0,0 0-16 16,0 0 120-16,0 0 532 0,0 0 268 15,0 0-360-15,0 0-324 0,0 0-108 16,0 0 40-16,-24 16 104 0,28-13 76 15,0-3-4-15,1 3-24 0,-1-3 4 0,-4 3-88 16,4 0-68-16,-1 0-40 16,-3 4 4-16,0 2 112 15,0 4 28-15,-7 3-52 0,-2 0-28 0,-3-1-20 16,1 2-4-16,-6-4-40 0,6-4 68 16,-2-4 48-16,6-5 12 0,-1 0 12 15,0 0-96-15,-1-5 8 0,6-9-60 16,-1 2-12-16,4-4-196 0,0 0-4 15,4 0-12-15,3 1 112 0,2 2 0 0,3 4 0 16,0 2 24-16,0 4 80 0,-1 0 4 0,2 3-60 16,-2 0 56-16,-3 0-68 0,-4 0 16 0,5 0-28 15,-5 0-28-15,-4 0-176 16,0 3-296-16,0-3-704 0,0 0-1392 16,0 3-4297-16</inkml:trace>
  <inkml:trace contextRef="#ctx0" brushRef="#br0" timeOffset="60240.901">19244 8887 12865 0,'0'0'1324'16,"0"0"-1132"-16,0 0-68 0,0 0-124 16,0 0 344-16,19-74 336 0,-6 58-80 0,2 1-268 15,9-4-108-15,0 3 12 16,1-3-60-16,2 3-16 0,-3 3 40 15,4 1 8-15,-8 5 16 0,4 1-88 0,-5 6-48 16,5 0-84 0,-3 0 0-16,3 9 40 0,-1 7 44 0,-3 3 48 15,4 10 72-15,0 6 88 16,0 7 136-16,-4 5-116 0,4 3-120 0,-9 4-96 16,6-3 8-16,-6-1 0 15,2-1-108-15,3-11-100 0,-5-7-72 0,9-5-8 16,1-10 32-16,2-7 12 0,0-5 0 15,6-8-132-15,3-12-288 0,0-9-396 0,-1-10-384 16,-7 10-1112-16,12-23-3353 0</inkml:trace>
  <inkml:trace contextRef="#ctx0" brushRef="#br0" timeOffset="60464.448">20232 8556 364 0,'0'0'12685'0,"0"0"-11349"16,0 0-856-16,0 0 36 0,-84 26 164 0,52-7 520 0,0 6 76 15,-3 4-476-15,-1 6-372 0,-4 3-172 16,-4 3-84 0,1 7-48-16,-6-1 44 0,2 7 100 15,-9 3-108-15,0 0-160 0,-4 1-184 16,0 2-156-16,4 0-124 0,5 1-272 0,3-4-708 16,9-10-808-16,11-12-1816 0,-4 4-2193 0</inkml:trace>
  <inkml:trace contextRef="#ctx0" brushRef="#br0" timeOffset="66405.333">5813 9518 1448 0,'0'0'6912'16,"0"0"-6092"-16,0 0-588 0,0 0 64 15,0 0 1589-15,0 0-657 0,0 0-308 16,0 0-324-16,0 0-104 0,32 10 176 16,-21-4 36-16,13 0-76 0,1 1-228 0,-1-4 72 15,3 0-76-15,1-3-164 16,3 0 4-16,1 0-148 0,0-3-88 15,5-3-76-15,-5-4-36 0,0-2 64 16,-1-4-136-16,5-3-300 0,-4 0-360 16,0 0-728-16,-8 2-924 0,-1-2-2897 15</inkml:trace>
  <inkml:trace contextRef="#ctx0" brushRef="#br0" timeOffset="66867.801">6283 8918 8220 0,'0'0'2356'15,"0"0"-1763"1,0 0-17-16,0 0 348 0,0 0-68 0,0 0 20 16,-88-12 72-16,73 12-272 0,2 0-320 15,1 6-180-15,0 7-76 0,-4 6-92 16,5 3-4-16,-2 9 56 0,-2 4-56 15,6 9 184-15,-2 5-88 0,-1 1-52 16,3 4 64-16,-2 0-48 0,3 7-52 16,-1-6 76-16,2 1-16 0,3-2 52 0,4-3-72 15,0 2-4-15,0-2-40 0,0 0-8 0,4 3 12 0,3 1 40 16,2-3-40-16,-1 6-12 0,-1-4 8 16,6 1 116-16,-1 1-112 0,-5-5 52 0,2-2 56 31,-5-2 16-31,0-3-24 0,0-3 112 15,-4-3 120-15,0 0 48 0,0-6-144 16,0-3-116-16,-8-4-44 0,-1-3-40 16,1-3 112-16,-3 0-76 0,-2-6 64 0,-2-1-16 15,2-2-32-15,-2 1-52 0,3-9-48 0,-4-2-96 16,0 0-76-16,0 0-172 16,-4-9 88-16,1-5-16 0,-6-5-280 0,1-3-176 15,9-6-128-15,-2 0-132 0,6-7-396 0,11 0-444 16,-4 9-2141-16,8-15-1539 15</inkml:trace>
  <inkml:trace contextRef="#ctx0" brushRef="#br0" timeOffset="67068.691">6816 9601 10876 0,'0'0'1581'0,"0"0"-1069"0,0 0 60 0,0 0 280 16,0 0 308-16,0 0-252 0,0 0-796 16,0 0-112-16,41 70-164 0,-41-60 40 15,4-1-168 1,0 4-640-16,-4-4-892 16,3 1-2441-16,-3 2-2691 0</inkml:trace>
  <inkml:trace contextRef="#ctx0" brushRef="#br0" timeOffset="67233.105">6761 9969 6200 0,'0'0'5501'0,"0"0"-4437"0,0 0-416 0,0 0 444 15,0 0 332-15,0 0-120 0,0 0-424 16,0 0-500-16,-8 70-244 0,16-63-136 0,0-2-140 16,0 6-20-16,8-5-24 0,0-3-124 15,8 2-612-15,-9 2-1092 0,9-3-2489 16</inkml:trace>
  <inkml:trace contextRef="#ctx0" brushRef="#br0" timeOffset="68454.035">6590 13958 4484 0,'0'0'2932'0,"0"0"-1868"0,0 0-572 16,0 0 1408-16,0 0-655 0,0 0-361 0,0 0-132 15,0 0-92-15,0 0-80 0,0 0-164 16,0 0-112-16,7 2-296 0,6 2 156 0,10 2 176 15,5 3 88-15,4-2-156 0,3 2-36 0,2-2-148 16,3-4-12-16,-8 0-72 0,3 0 8 0,1-3 48 16,-4 0-60-16,0-3-48 15,-4-7-4-15,3 3-44 0,-3-5-144 16,0-3-308-16,0-2-684 0,-3 2-580 0,-10-1-973 16,1-3-2423-16</inkml:trace>
  <inkml:trace contextRef="#ctx0" brushRef="#br0" timeOffset="69088.503">7044 13509 3616 0,'0'0'3036'0,"0"0"-1412"0,0 0-564 15,0 0 352-15,0 0 13 0,0 0-185 0,0 0-348 0,0 0-388 16,0 0-176-16,0 0 112 0,0 0 12 16,-60-3-120-16,56 6-120 15,-4 0-40-15,0 7-60 0,0 0-60 16,1 5-44-16,-2 4 4 0,1 4 64 16,0 4 24-16,5 3-40 0,-6 1 52 0,5 1-104 15,-4 0 92-15,4-1-100 16,1 5 4-16,3-4 8 0,-4 2 100 0,4 1-100 15,0 3 64-15,0 4 36 16,0-1-40-16,7 3 16 0,-3 1-12 0,4 0-4 16,1-1-8-16,-2 3 56 0,5-5-60 0,1 0-60 0,-6-2 0 15,5-1 56-15,-3-2-32 16,2-2-8-16,-3 0-16 0,-1-2 48 16,-2-2 12-16,7-6 28 0,-8 1-28 0,0-1 16 15,3 0-4-15,-7 1 52 0,0-1-52 16,0-2 164-16,0 2 108 0,0 0-52 0,-4-2-60 15,-3-1-120-15,3-2-40 0,-8 1-64 16,4-2 40 0,0 0 28-16,-4-3 20 0,0 0-8 0,0-3-16 31,0 0 0-31,-4-4 12 0,0 0-32 0,0-2 56 0,0-4-60 16,1-3-48-16,-6 0 0 0,2 0-4 0,-1-6-92 15,-1-1 36-15,2-2-136 16,-1-2 24-16,3-1-84 0,6-1 84 0,-1 5 12 15,4-6 28-15,0 5 44 0,4-1-68 0,-4 1 56 16,5 0 0-16,-1-1 28 0,4 0 24 16,-5 2-76-16,5-3 0 0,0-2 16 15,0 1-64-15,0-1 12 0,0 1-4 16,0-1-20-16,0-1-36 0,5 6-140 16,-5-3-352-16,4 3-28 0,-1 2-200 0,1 2-404 0,4 1-636 15,-4-1-613-15,0 1-1455 0,4 3-700 16</inkml:trace>
  <inkml:trace contextRef="#ctx0" brushRef="#br0" timeOffset="69738.67">7718 13881 5368 0,'0'0'1976'15,"0"0"-508"-15,0 0 8 0,0 0 121 0,0 0-141 16,0 0-184-16,0 0-200 0,0 0-280 15,0 0 28-15,0 0-64 0,-60 6-160 0,51 1-264 16,1 2-124-16,1 4-136 16,-1 10-60-16,-1 2 76 0,1 6-28 15,5 7 52 1,-1 3-104-16,4 1 36 0,0 0-44 0,0-2-8 0,0-2-40 0,4 0-76 16,3-3-36-16,1-3 76 15,1-1-116-15,2-5-56 0,6 0-40 0,-2-1-76 16,5-6-444-16,5-3-364 15,-2-3-848-15,-3-3-992 0,8-10-2385 16</inkml:trace>
  <inkml:trace contextRef="#ctx0" brushRef="#br0" timeOffset="70459.261">8343 13995 7564 0,'0'0'2424'0,"0"0"-939"0,0 0-177 0,0 0-8 16,0 0 12-16,-84-9-204 0,68 9-148 0,0 0-256 15,1 3-208-15,-2 6-116 0,2 7-220 16,2 6-124-16,2 7-36 0,-2 3 0 16,9-1 60-16,0 1-60 0,0-3-88 15,4-4-120-15,0-9-16 0,4-3 28 16,0-7-12-16,0-3-40 0,5-3 24 0,-2 0 188 0,5-9 36 15,1-4 0 1,2-9-148-16,1 0-152 0,0-4 16 16,0-2-16-16,0 5 28 0,-4 1 144 0,4 6 56 15,-9 0-84-15,6 7 60 0,-5 6 92 16,-1 0-68-16,2-1 24 0,-1 4 36 16,-4 0 12-16,3 7 60 0,-3-1 308 0,5 4-4 0,-5 5 20 15,0 5 0-15,-1 2 52 0,1 3-152 16,-4 4-36-16,4 3-64 0,-4 2 60 0,4 1-84 15,-4 3 0-15,0 0-72 0,5 1-16 32,-1-1-72-32,-4 3 112 0,4 1-120 0,-1-2 16 0,-3-1 56 15,4 2-52-15,-4-3 48 16,4 4-48-16,-4-5 72 0,0-2-80 16,-4 0-4-16,0 0 4 0,-3-3 8 0,-2 0 60 15,1-4 40-15,-3 1-16 16,-2-3 52-16,2-4 0 15,-1 0 32-15,-4-3 100 0,4-4-36 0,-4 1-72 16,-4-2-28-16,4-6-56 0,-4 2 56 0,0 0-8 16,-4-7-136-16,4-1 0 0,-8-2-52 0,5 0-68 0,-1 0-100 15,0-5 112-15,3-2-36 0,2-2 8 16,3-3-48-16,4-2 124 16,1 3-100-16,2-6 28 0,5 1 20 0,0 0-20 15,4 0 128-15,0 0-4 0,0 1-4 0,0-2-52 16,0 2 16-16,4-1-48 15,0 0 88 1,5-3 4-16,2-2 0 0,1-3-4 0,4 2-44 16,-1-3-56-16,6 3 20 0,-1 0 80 15,-5 5-112-15,2 2-52 0,-2 1 60 0,-2 5 4 0,-5 7-64 16,-1-5-28-16,1 7-56 0,1 0-80 16,-2 0-208-16,1 0-864 0,0 4-928 15,1-1-1933-15,2 4-2819 0</inkml:trace>
  <inkml:trace contextRef="#ctx0" brushRef="#br0" timeOffset="71040.738">8865 14179 980 0,'0'0'5136'16,"0"0"-3756"-16,0 0-224 0,0 0 240 0,0 0-195 15,0 0-149-15,0 0 100 0,0 0-100 0,0 0-156 16,0 0-128-16,0 0-140 0,4 0-180 16,-4 4-76-16,0-1-36 0,-4 0-28 15,0 6 24-15,0 1-120 0,-5 0-56 16,2 2 16-16,-1-6 40 0,0 1 32 15,3-4 0 1,1 0-24-16,1-3-24 0,-1 0-48 0,4 0-148 16,0 0 0-16,-4-6-208 15,4-1-72-15,0-2-124 0,0 0-88 16,8-4 96-16,-5 3 176 0,6 1 48 0,-5 2 8 16,4 0 4-16,-4 7-48 0,-1-2 20 15,-3 2 28-15,0 0 24 0,0 0-4 16,0 0 56-16,0 2 8 0,0 3 76 0,0-3 0 0,0 5 0 15,0-4-100-15,0 3-424 16,0 1-296-16,0-4-140 0,0 0-336 16,0 0-816-16,0 0-2061 15,4-3-1571-15,-8-44 4564 0</inkml:trace>
  <inkml:trace contextRef="#ctx0" brushRef="#br0" timeOffset="73595.47">9621 13958 6384 0,'0'0'1780'16,"0"0"-756"-16,0 0 152 0,0 0 73 15,0 0-249-15,0 0-244 0,-55-71-288 16,43 61 40-16,0-2 100 0,0 5-16 0,4 1-16 15,0 6-32-15,-3 0 264 16,2 0-52-16,1 10-388 0,-3 2-332 16,-2 11-36-16,-2-1-120 0,2 10 56 15,5 0 16-15,4-4-16 0,1 1-20 16,3-7-88-16,0-7 24 0,0-2-88 16,0-9-64-16,0-4 40 0,3 0 68 0,5-4 192 15,5-2 76-15,-2-4-12 0,1-2-64 16,0-1-192-16,4 0 184 0,-4 4-108 0,0 3-72 15,4-1 64-15,-4 7 12 0,3 0-44 16,2 4 60-16,-6 5 96 0,6 4 48 16,-2 6-36-16,-2-1 164 0,2 11-60 0,2-3-108 15,-6 8 128-15,6-2-88 0,-6 6 80 16,-3 0-68-16,1 4 16 0,-6 2 96 16,1 4-8-16,-4 3 60 15,0 2-64-15,0 1 0 0,-7 4-8 16,-2-5 68-16,-3-1-96 0,1-9 84 0,-6-4 16 0,2-4 8 15,-5-7-48-15,3-2 16 0,2-7-28 16,-2-3-112-16,2-7 148 0,2-2 36 16,2-7-152-16,-1 0-92 0,-4-4-156 0,0-5-88 15,0-4-112-15,1-5-76 0,-2-10-72 16,2-5-224-16,6-5-80 0,1-6-72 16,8-2-304-1,0 5-400-15,12-3-560 0,0 13-765 16,9-7-2315-16</inkml:trace>
  <inkml:trace contextRef="#ctx0" brushRef="#br0" timeOffset="73882.419">9948 14347 6520 0,'0'0'1236'16,"0"0"-612"-16,0 0 384 0,0 0 533 0,49 67 39 15,-42-54-496-15,-3 3-336 0,4-4-228 0,-4 4-132 16,4-3-84-16,-4 0-76 15,0-3-104-15,0-1-36 0,-4-3 88 0,0 0-24 16,0-2 36-16,0-1 112 0,-4 1 148 16,-4-2-100-1,0 1-272-15,-4 0-76 0,1-3-104 0,-2 0 52 16,1 0-184-16,0-8-124 0,4 1-76 16,-3-3 96-16,7 0 152 0,0 5 12 15,4-5-164-15,0 0-28 0,4 0 56 16,3 1 84-16,1-4-64 0,5 1-536 0,-6-4-564 15,9 3-9-15,0 1-75 16,-8 1-468-16,8-3-700 0</inkml:trace>
  <inkml:trace contextRef="#ctx0" brushRef="#br0" timeOffset="74666.081">10040 13351 5824 0,'0'0'2000'15,"0"0"-560"-15,0 0-96 0,0 0-3 16,0 0-317-16,0 0-132 16,0 0-108-16,0 0-152 0,0 0 44 0,0 0 228 15,0 0-80-15,32 35-144 0,-28-13-104 16,3 6-36-16,-2 11 12 0,-1 5-12 0,-4 7-176 16,0 6-72-16,0 3-232 0,0 0-60 15,0 4-60-15,0-7-124 16,4-3 28-16,-4-4-76 0,4-8-84 0,0-10 96 0,-1-7-124 15,1-12-72-15,5-3-444 0,-5-7 292 0,4-3-352 16,-1 0-172-16,1-13-952 16,-3 0-748-16,3-6-145 0,-5 3-1419 15</inkml:trace>
  <inkml:trace contextRef="#ctx0" brushRef="#br0" timeOffset="74823.298">10171 13862 4180 0,'0'0'2448'15,"0"0"-616"-15,0 0-212 0,0 0-139 16,0 0-209-16,0 0-304 0,0 0-184 15,0 0 76-15,0 0-68 0,80-13 96 16,-59 19-156-16,2-3-188 0,1 4-284 16,0-7-184-16,0 0-76 15,-1 0-148-15,5 0-48 0,-4-7-88 16,0-2-312-16,1-4-300 0,-2 0-688 0,-3 1-576 16,-4-1-2733-16,-4-2-3086 15</inkml:trace>
  <inkml:trace contextRef="#ctx0" brushRef="#br0" timeOffset="75026.184">10554 13589 9924 0,'0'0'1973'0,"0"0"-937"0,0 0-156 0,0 0 96 0,0 0-168 0,0 0 108 0,-20 85-92 16,20-53-316-16,-4 3-136 0,4-4-88 15,0 8-100-15,0-4-184 16,4 3-12-16,0 3-64 0,0 4-72 0,4-4-172 0,-4 0-176 15,0-6-500-15,0-3 4 32,0-7-432-32,4-9-684 0,-5-6-1793 0,6-10-2255 0</inkml:trace>
  <inkml:trace contextRef="#ctx0" brushRef="#br0" timeOffset="75383.088">11068 13414 9792 0,'0'0'1213'16,"0"0"-1213"-16,0 0 0 0,0 0 284 0,0 0 384 15,0 0 12-15,0 0-80 0,0 0-192 0,95 41-40 16,-75-28-76-16,1 0 12 0,-2 6-116 15,1-3-12-15,0 7-60 0,-4-2-56 0,0 5 4 16,-4 2-12-16,0 1 84 16,-4 5-72-16,-4 5-12 15,0-2-52-15,-4 5 112 0,4 3-112 0,-4-4-24 16,0 3-64-16,0-3 80 0,-4-2 8 16,0 2 72-16,-4-3-68 15,0-3-4-15,4-3 0 0,-8 0-8 0,4-7 8 0,-4 0 0 16,0-3-12-16,0-3-152 0,-4-3-224 0,-4 1-260 15,1-6-340-15,-2-1-960 0,-10 1-2177 16</inkml:trace>
  <inkml:trace contextRef="#ctx0" brushRef="#br0" timeOffset="76000.997">12498 13728 6732 0,'0'0'2972'0,"0"0"-855"0,0 0-1145 0,0 0-208 31,0 0-164-31,0 0 724 0,0 0-328 0,0 0-312 0,0 0-124 16,100 30-4-16,-72-28-52 0,4 2-220 15,-1-2-212-15,1-2-72 0,0 4-108 16,0-4 100-16,0 0-104 15,0-6-120-15,-4 0-128 0,-4-1-284 16,0-3-248-16,-5 4-604 0,-6-1-1324 0,-6 4-4185 16</inkml:trace>
  <inkml:trace contextRef="#ctx0" brushRef="#br0" timeOffset="76233.434">12566 14125 10016 0,'0'0'2241'0,"0"0"-1029"0,0 0-476 0,0 0-116 0,0 0 48 15,0 0 516-15,0 0-340 0,0 0-408 16,80 0-228-16,-52 0-196 0,4-3-12 0,0 0 0 0,0-4-136 16,3 1-172-16,1 0-188 15,7-4-720-15,-2 4-752 0,-5-1-2461 31,7 1-2751-31</inkml:trace>
  <inkml:trace contextRef="#ctx0" brushRef="#br0" timeOffset="77733.93">14036 13503 7300 0,'0'0'2168'0,"0"0"-748"0,0 0-251 0,0 0-181 16,0 0-148-16,-20-76-80 0,16 57-104 0,0 2-128 15,-3 5-48-15,2 2 108 0,1 7 196 16,0 1-216-16,0 2-188 0,-3 0-20 16,-1 0-92-16,-1 0-32 0,-2 2-236 15,-6 4-88-15,2 8-144 16,2 2 20-16,-6 3 68 0,6 6-28 0,2 4 36 16,-1 2 0-16,4 4 36 0,4 3 64 15,0-3-16-15,4-6 40 0,0-4-60 16,0-9-52-16,8-6-100 0,0-5-112 15,-4-1 176-15,8-4 48 0,-5 0 108 16,10-4-120-16,-6-5-12 0,6-7-252 0,-2-3 48 0,2-6-152 16,-2 0 92-16,-2-1 44 0,-2 0 156 15,-3 7 108-15,4 4 92 0,-8 2 88 16,0 7 12-16,0 3-24 0,-4 3 24 16,4 0 28-16,-4 0-16 0,5 6 40 0,-1 3 312 15,3 7 28-15,1 7-16 16,5 5-40-16,-6 4-212 15,5 0-16-15,-4 2 56 0,4 5 92 16,-4-2-12-16,0 5-96 0,0-1 24 16,0 4-100-16,-4-1 0 0,4 1 0 15,-8-1-164-15,0-3 32 0,0 4-36 0,0-4-4 16,0-3 12-16,-8 4 48 16,0-8 52-16,-1 1-52 0,-2 0-48 0,-1-7 108 15,0 2-8-15,-4-2 36 0,-4-3-40 0,1-2 16 16,-2-1-4-16,1-3 4 0,1-3 56 15,-5-4 16-15,4-1 24 0,-1-3-16 16,2-4-44-16,-1-2-112 0,4-2 25 0,-4-2-73 16,5-8-129-16,-2-3-79 0,-3 1-60 15,8-7-12-15,1-1 60 16,2-2 40-16,5 0-124 16,4 3-4-16,0-6 52 0,0 2 24 0,4-2 24 15,5-4-40-15,6-2-304 16,-3-4-216-16,4 0 24 0,1-4-460 15,2-1-740-15,1 11-952 0,4-15-2445 0</inkml:trace>
  <inkml:trace contextRef="#ctx0" brushRef="#br0" timeOffset="78120.052">14857 13636 10196 0,'0'0'2329'16,"0"0"-2317"-16,0 0 284 0,0 0-248 0,0 0 516 15,0 0 300-15,0 0 132 16,0 0-428-16,0 0-256 0,0 0 80 16,0 0 92-16,24 4-60 0,-24-1-64 0,-4 3 12 15,-4 7 96-15,0-1-112 0,-8 4-232 16,4 3 8-16,-4-6-8 15,1-3 48-15,-2-1-12 0,2-3-88 0,2-6-72 16,2 4-72-16,3-4-28 16,-1 0-20-16,2-4-116 0,-1-4-68 15,4-3-56-15,4 2-8 0,0-1-4 0,0 4 24 16,0-3 88-16,0 5 48 0,0 1 16 16,0 0 32-16,4 3 64 0,0-3 24 15,-4 3 76-15,4-4 12 0,-1 1-4 0,1 0-8 0,5 0-28 16,-1-3-172-16,-1 2-504 0,1-2-1360 15,-4 3-1817-15,8 0-1427 0</inkml:trace>
  <inkml:trace contextRef="#ctx0" brushRef="#br0" timeOffset="78672.347">15474 13706 4852 0,'0'0'2356'0,"0"0"-424"0,0 0-704 16,0 0 137-16,0 0-121 15,0 0-288-15,0 0 80 0,0 0 32 16,84 0-152-16,-40 0-144 0,4-3-240 15,0-1-112-15,3-1-140 0,1-5-132 16,0-3-96-16,-1-3-52 0,-2-6-76 16,-1-3-60-16,-5 0-60 0,1-5-36 0,-4 2-288 0,-4-4-472 0,0 7-476 15,-12-3-1028-15,-9 9-2333 0,-6-4-3183 16</inkml:trace>
  <inkml:trace contextRef="#ctx0" brushRef="#br0" timeOffset="79052.443">15904 13179 9260 0,'0'0'1989'0,"0"0"-641"0,0 0-100 0,0 0 44 0,0 0-300 0,0 0-176 16,0 0-332-16,0 0-396 0,0 0-80 0,-31 76 252 16,35-41 100-16,8 7 12 15,-4 5-104-15,4 4-20 0,4 6-100 16,-5 0 60-16,6 7-96 15,-6-1-28-15,6 1 52 0,-6 3-40 0,6-7 4 16,-6 0-16-16,6-3 48 0,-6-3-128 0,1-3 188 0,0-7-48 16,-4 0-140-16,0-5 252 15,-3-4-172-15,-2-4-20 0,1 1 92 16,-4-2-20-16,0-5-64 0,0 0-60 0,-4-3-8 16,-4 0 80-16,-4 0 16 0,-4-3-28 15,0-3-24-15,-4 3-40 0,1-3 64 16,-5 0-72-16,0-4-120 15,-1-1-40-15,-3-5-8 16,1-4-40-16,-1 3-180 0,0-5-128 16,0-7 16-16,1-3-100 0,-5-9-28 0,8-4-204 15,-1-2-276-15,6-6-416 0,7-4-676 16,4 10-1665-16,8-17-1627 0</inkml:trace>
  <inkml:trace contextRef="#ctx0" brushRef="#br0" timeOffset="79578.281">17356 13405 6308 0,'0'0'2104'0,"0"0"-704"0,0 0-275 0,0 0-73 0,0 0 12 16,0 0-136-16,-77-14-92 0,57 18-228 15,1 6-44-15,-1-1 128 16,-5 7 40-16,6 3-172 15,-1 7-152-15,4 8-52 0,0 8-72 0,1 2-16 16,2 10-32-16,9-4-16 0,0 4-36 16,4-5-76-16,0-2-104 0,8-6-4 0,8-6-172 15,0 0-48-15,4-6-24 0,4-7-40 16,3-6-180-16,1-7-404 0,4-9 64 16,5-3-428-16,-2-12-852 0,-7 2-1981 15,16-20-2487-15</inkml:trace>
  <inkml:trace contextRef="#ctx0" brushRef="#br0" timeOffset="80089.569">17941 13471 10876 0,'0'0'1313'16,"0"0"-841"-16,0 0 408 15,-88 45 516-15,57-22-100 0,-1 2-12 0,0 6-380 0,4 1-324 16,4 3-76-16,4 2-16 15,4 3-108-15,4-7-112 0,4-3-104 0,8-5-164 16,0-9-180-16,4-4-112 0,3-5 8 16,6-7 52-16,2 0-12 0,6-13 172 15,3-9-212-15,4-10 40 0,0-3-52 0,0-3-52 16,-1-3-44-16,1 0 104 0,0 3 64 16,-4 6-84-16,-8 3 72 0,4 10-28 15,-8 3 176-15,-4 7 84 0,-4 5 0 0,0 4-8 16,-1 0 12-16,1 10 52 0,0 3 220 15,1 5 16-15,3 12-28 0,-4 1 88 0,-1 4-64 32,1 6-24-32,0 4 48 0,1 3 48 15,-5 2-60-15,0 7-52 0,0 0-108 0,0 1-12 16,0 2-56-16,-5-3-68 0,-3 0 0 16,1 1 68-16,-6-5 20 15,2 1-16-15,-1-7 40 0,-4 2 44 0,-4-5 52 16,4-2 196-16,-8-2-64 0,0-4-120 15,0-5-76-15,-3-2-32 0,-1-7-4 0,-4-3-59 16,4-3 23-16,-4-7-32 0,8-4-40 0,-4-5-60 16,8-10-133-16,-4-10-187 15,4-2 64-15,1-10-184 16,2-7 36-16,6-1 88 0,2-4 68 0,9-1-108 16,4 4-140-16,9-1-296 0,7 2-600 0,-1 4-1072 15,-3 7-2217-15,16-9-2447 0</inkml:trace>
  <inkml:trace contextRef="#ctx0" brushRef="#br0" timeOffset="80389.808">18327 14094 9068 0,'0'0'2617'0,"0"0"-1757"0,0 0-324 0,0 0 0 0,0 0 380 15,0 0 180-15,0 0-228 16,0 0-468-16,0 0-116 0,64 70 52 0,-56-62-36 31,-8 9-80-31,4-1-96 0,-4 0 24 16,0-1-96-16,-4 1 56 0,0 3-32 0,-8-6 24 15,1 3-16-15,2-4-32 0,-6-2-52 0,2 0-48 0,1-3 40 0,1-5-52 16,2-2-212-16,1 0-124 16,5-2-64-16,-1-9-12 0,0 1 176 15,4-1 56-15,0-6 4 0,0 4-92 0,4-2 52 16,3-1-16-16,5-3 80 15,1 3-168-15,2 0-188 0,-2-2-452 16,-2 1-476-16,2 4-1113 16,-2-2-2123-16</inkml:trace>
  <inkml:trace contextRef="#ctx0" brushRef="#br0" timeOffset="80917.615">18984 12909 1148 0,'0'0'10189'15,"0"0"-8641"-15,0 0-780 0,0 0 44 0,0 0-44 0,0 0 216 16,0 0 224-16,0 0-352 0,0 0-632 0,0 0-176 0,-7 16 284 16,14 25 332-16,2 7 68 15,-1 13-304-15,-4 3-64 0,3 1-84 16,-7 2-24-16,0 3-124 0,4-3-132 0,-4 0-232 15,0-1 36-15,5-9-84 0,-1-6-132 16,0-10-336 0,0-9-72-16,3-15-388 15,6-12-212-15,-5-5-1180 0,-1-5-461 0,-3-22-4139 16</inkml:trace>
  <inkml:trace contextRef="#ctx0" brushRef="#br0" timeOffset="81078.449">19068 13379 928 0,'0'0'12449'0,"0"0"-10589"0,0 0-1180 0,0 0 648 16,0 0-212-16,100 4 40 0,-72 2 64 0,7-6-428 16,2 2-415-16,3-2-169 15,3-5-208-15,1-9-100 0,4 2-177 0,-4-7-103 16,3-3-532-16,-2-4-348 0,-10 1-880 16,-7 3-3088-16,-4-10-4833 0</inkml:trace>
  <inkml:trace contextRef="#ctx0" brushRef="#br0" timeOffset="81239.121">19558 13014 11657 0,'0'0'1612'0,"0"0"-1228"0,0 0 136 0,-7 95 200 16,7-53 668-16,0-2 116 0,0 2-440 0,0 3-424 0,0 2-288 15,0-3-80-15,4 3-212 16,-1 2-60-16,-3-5-172 0,4-2-148 0,4-4-512 15,-3-6-168-15,6-10-544 0,-7-10-1032 16,13-9-3165-16</inkml:trace>
  <inkml:trace contextRef="#ctx0" brushRef="#br0" timeOffset="81538.668">20320 12808 10949 0,'0'0'1376'16,"0"0"-828"-16,0 0 512 16,0 0-124-16,0 0-92 0,0 0 472 15,88 25-272-15,-69-12-380 0,1 3-36 0,0 6-76 16,3 3 80-16,-2 7-156 0,-1-1-48 16,-1 5-188-16,-2 5-67 0,-6 0-53 15,-3 3-72-15,1 5-48 0,-5-2 8 16,-4 7-16-16,0 3-60 0,-8 4 56 15,-9 2-48-15,2 0-37 0,-9 4-111 0,-4 0-48 0,-4-4-96 16,-4-2-60-16,5-11-16 0,-6-2-24 16,1-10-104-16,0-2-244 15,-3-5-760-15,7-12-1556 0,-20 3-4129 0</inkml:trace>
  <inkml:trace contextRef="#ctx0" brushRef="#br0" timeOffset="82852.123">8697 15491 8096 0,'0'0'1248'0,"0"0"-524"0,0 0-324 0,0 0-40 15,0 0 1437-15,0 0-597 0,0 0-540 16,0 0-4 0,0 0-52-16,16 70-8 0,-12-40-88 15,0 3-184-15,4 8-200 0,-3-2-68 0,2-2-56 0,1 5-52 0,-4-4-44 0,4-3-28 16,0-4-88-16,0-2-40 0,0-10 64 16,-1-6-116-16,2-7-132 0,-5-6-472 31,4 0-756-31,-1-10-1253 0,2-15-2295 15</inkml:trace>
  <inkml:trace contextRef="#ctx0" brushRef="#br0" timeOffset="83026.081">8992 15516 8008 0,'0'0'2212'15,"0"0"-1099"-15,0 0-525 0,0 0 104 0,0 75 304 16,0-42-96-16,-4-1-292 15,4 3-308-15,0 0-148 0,0 2-24 0,4-2-128 0,0 4-228 0,4 3-148 16,0-5-512-16,0 1-716 0,0-12-2489 16,0 5-3623-16</inkml:trace>
  <inkml:trace contextRef="#ctx0" brushRef="#br0" timeOffset="85163.865">10060 11176 1016 0,'0'0'5596'0,"0"0"-3388"0,0 0-564 0,0 0-115 0,0 0-337 15,0 0-164-15,0 0-116 16,0 0-332-16,-88 13-168 0,68 5-180 0,1 1-20 15,-1 10-128-15,3 3-84 0,6 3-4 0,-1 0-132 16,3-3 0-16,2-7 8 16,7-2-64-16,0-12-108 0,0-1 76 15,0-3-4 1,7-4 12-16,-3-3 156 0,5 0 60 0,-1 0-8 16,3-6-144-16,-2-5-316 0,-1-1-4 0,3-4 472 0,-2 1 0 15,-1-1-60-15,-1 0 60 0,-3 0 0 16,4 6 76-16,-8 1-28 0,5 2-44 15,-1 4-4-15,-1 0-112 0,1 3-4 16,0 0 108-16,4 3 8 0,1 7 0 16,2 6 204-16,1 3 48 15,0 6 16-15,4 7-4 0,-4 0 52 0,-4 6-76 16,0 3 24-16,-1 0-64 0,-2 0 16 16,-1 1-92-16,0-1-24 0,-4-3-20 15,0 0 56-15,-4 0 76 16,0-3-88-16,-4-3 52 0,0-3 88 0,-4-1-44 15,4-3-44-15,-4-2-28 0,0-4 12 0,-4-3 0 0,1 0 28 16,-2-4-40-16,2-2-36 0,-2-4-16 16,2 1 52-16,-2-7 36 0,1 0-36 15,4 0-12-15,-3-3-136 0,-1-7 0 0,0-6-148 32,0 1 24-32,4-6-184 0,-4 0 28 0,12-2 56 0,0 4 0 15,0-2-48 1,4-2 0-16,4 1 60 0,4 3 64 0,0 0 36 15,4 3-12-15,0-1-52 0,4 2-24 16,-1-1-56-16,2 0-232 0,-2 4-508 16,6-4-424-16,-1 0-852 0,-5 3-1625 0,9 1-1271 15</inkml:trace>
  <inkml:trace contextRef="#ctx0" brushRef="#br0" timeOffset="85460.597">10435 11851 4468 0,'0'0'1796'0,"0"0"-300"0,0 0 72 0,0 0-132 0,0 0-279 15,0 0-273 1,0 0-412-16,0 0-140 0,0 0-76 16,0 0 8-16,52 68-84 0,-52-59 84 15,0 0-36-15,0 1 12 0,-5 3-40 0,-3-1-96 16,0-1-32-16,1-3-60 0,-6-2 48 15,5 1-60-15,1-3 8 0,-6-4-8 0,5 0 0 16,1 0 4-16,-1-4 48 16,-5-3-52-16,6-5-44 0,-1-1-148 0,3-6-48 15,-3 0 4-15,8 0-96 0,0 4-60 16,0-4-40-16,13 6-192 0,-5 0-388 16,-1 4-661-16,6 0-811 0,-1-2-1724 0</inkml:trace>
  <inkml:trace contextRef="#ctx0" brushRef="#br0" timeOffset="85735.28">10953 11189 8400 0,'0'0'1736'0,"0"0"-783"0,0 0 191 0,0 0 200 0,4 76 0 16,-4-38-140-16,0 6-188 0,3 4-296 0,1 5-188 15,0-1-52-15,-4-2-172 0,4 1-112 16,0-3-196-16,-4-1-124 16,0-9-120-16,5-3-28 0,-5-9-160 0,4-7-184 15,-1-10-80-15,1-6-436 0,-4-3-860 31,4 0-1841-31,0-12-1559 0</inkml:trace>
  <inkml:trace contextRef="#ctx0" brushRef="#br0" timeOffset="85898.864">11016 11550 6796 0,'0'0'2180'0,"0"0"-964"0,0 0 253 0,0 0 131 0,0 0-128 15,0 0-12-15,88 10-160 16,-69-10-396-16,6 4-264 0,-1-4-212 0,4 0-232 15,-5-11-196-15,5 2-104 0,0-7-288 16,-4-3-496-16,0-3-240 0,-5-3-440 16,-2 6-1272-16,-6-10-3265 0</inkml:trace>
  <inkml:trace contextRef="#ctx0" brushRef="#br0" timeOffset="86077.336">11383 11265 9036 0,'0'0'2185'16,"0"0"-1249"-16,0 0-576 0,0 0-132 15,0 0 728 1,0 0 440-16,0 0-304 0,8 88-464 0,-8-59-32 16,4 3-12-16,-4 0-28 0,0 6-136 15,0 3-212-15,0 1-196 0,-4 5-12 16,0 4-196-16,-5-4-148 0,2 1-224 16,3 0-452-16,0-7-508 0,0-12-1288 0,4 2-2609 15</inkml:trace>
  <inkml:trace contextRef="#ctx0" brushRef="#br0" timeOffset="86687.858">13833 10918 10136 0,'0'0'2685'0,"0"0"-1613"0,0 0-324 0,16 71 536 0,-12-30-416 15,0 10-220-15,4 2-152 0,-4 5-188 16,-1-2-124-16,-3-1-180 0,5-1-4 16,-1-3-68-16,0-8-80 0,-4 2 12 15,4-7-76-15,-4-5-220 0,8-8-452 16,-8-6-376-16,7-7-1024 0,-2-5-2225 0,-1-7-1371 16</inkml:trace>
  <inkml:trace contextRef="#ctx0" brushRef="#br0" timeOffset="86895.699">13941 11389 5824 0,'0'0'4016'16,"0"0"-2327"-16,0 0-753 0,0 0 328 15,0 0-60-15,0 0-112 0,0 0-236 0,107-29-88 16,-71 29 72-16,12-3-100 0,4-1-300 0,12 1-156 16,3-3 8-16,12-1-156 15,2-2 8-15,6 0-56 0,1-1-88 16,0 1-160-16,-1-4 52 0,-3 0-76 0,-8 1-48 15,-12-2-64-15,-5-2-36 0,-11 7-208 0,-13-3-460 16,-7 2-772-16,-11 4-2184 16,-9 0-3013-16</inkml:trace>
  <inkml:trace contextRef="#ctx0" brushRef="#br0" timeOffset="87140.446">15000 11014 9068 0,'0'0'1536'0,"0"0"-815"16,0 0 399-16,0 0-164 0,0 0-232 16,92 0 176-16,-68 6-60 0,4 4-144 15,0-1-36-15,0 7-4 0,4-3-148 0,-5 6-164 16,-3-3-96-16,4 6-104 0,-8 0-100 16,0 0-44-16,-8 4-52 0,-4 2 52 0,-4 4 4 15,-4 3 72-15,-4 0-28 0,-8 4 52 16,-4-2-40-16,-3 1-56 0,-6 1 0 15,1-5 56-15,-4-2-8 0,0-4-52 0,4-5-272 16,-4-4-440-16,1-3-168 0,3-3-364 16,8-7-988-16,-12-4-4513 15</inkml:trace>
  <inkml:trace contextRef="#ctx0" brushRef="#br0" timeOffset="87963.676">18348 10978 3588 0,'0'0'2240'0,"0"0"88"16,0 0-748-16,0 0-71 0,-81-21-161 0,70 21-240 0,-2 2-104 16,2 8-260-16,-1 10-128 15,3 11 48-15,2 11-4 0,-5 8-88 0,3 4-116 0,2 3-112 16,-1 1-96-16,4-11-76 0,0-11-172 15,4-11-60-15,0-10-160 0,4-5-36 0,4-10 80 16,3-3 176-16,10-13 0 16,-1-13-152-16,4-6-92 0,-1-9-16 15,1-4-28-15,1-2 92 0,-1 2 72 0,-1 3-52 16,1 7 16-16,-4 10 32 16,4 9 28-16,-4 3-12 0,0 13 28 0,-5 3 84 0,2 3 60 0,3 13 116 31,-8 3 12-31,3 6-28 15,-2 7 76-15,-2 0 12 0,2 6-112 16,-6 0 12-16,-3 6 16 0,0 4-28 0,0 2 24 16,-4 5 0-16,0 1-60 0,-8 2 96 15,1 3-60-15,-1-5 72 0,-5 2-60 16,2-7 60-16,2-7 24 0,-6-4 76 0,3-7 96 16,-4-4-148-16,0-7-100 0,4-7-20 0,-9-2-16 15,2-4-116-15,-1-2 20 0,-4-4-24 16,-3-3-132-16,3-6 36 0,-1-3-64 15,1-11-60-15,0-5-96 0,5-7 44 16,-1-3 40-16,4 0 112 0,7 0 68 0,6 0-8 16,3 4-40-16,3-2 28 0,14 5 24 15,-2-3-52-15,9-1 4 0,-3-3-52 16,7 3 0-16,-5 1-40 0,10 2-108 0,-6 0-320 16,4 3-556-16,6 5-1084 0,-14 8-2509 15,14 3-2703-15</inkml:trace>
  <inkml:trace contextRef="#ctx0" brushRef="#br0" timeOffset="88233.943">19008 11506 11669 0,'0'0'1880'0,"0"0"-1016"0,0 0 96 15,0 0 96-15,0 0-220 0,0 0 68 16,0 0-324-16,0 0-248 0,0 0-124 0,0 0 4 0,0 0-44 15,21 51-56-15,-21-36-16 0,-4 5 4 16,-5-1-88 0,1 0 48-16,-3-6 4 0,-2 2 20 0,6-5-72 0,-5-7-8 15,-1 4-4-15,2-7-184 0,-1 0-144 16,0-10-80-16,4 0-8 16,0-5 84-16,0-2-124 0,8-1 48 0,0-1-104 15,0-1-196-15,4 1-160 0,8 3-132 0,3 1-320 16,2 2-768-16,-6 0-2293 15,10-2-2422-15</inkml:trace>
  <inkml:trace contextRef="#ctx0" brushRef="#br0" timeOffset="89155.241">19216 10995 520 0,'0'0'7556'16,"0"0"-5172"-16,0 0-943 0,0 0 219 15,0 0-124-15,0 0-164 0,0 0-328 0,0 0-436 16,0 0-300-16,0 0-100 16,0 0-48-16,0 0-60 0,0 0-52 15,0 0-44-15,0 0-4 0,0 4 0 0,0-2 4 16,-4 1-8-16,0 7 0 0,-5-4 4 0,6-2 8 16,3 2 4-16,-4-4 64 0,4-2-16 0,0 0 4 15,0 0-4-15,0 0-60 0,0 0-124 16,0-2-96-16,0-4-112 15,0-4-52-15,4-3 64 0,4 4 60 16,-4-1 84-16,4 4-8 0,-4 6-80 16,0 0-72-16,-1 0 100 0,1 6 236 15,-4 4 36-15,5 2 76 0,-5 4-24 0,0 1-76 16,0-6 64-16,0 3-72 0,0-5 0 16,0-2-4-16,0-4 0 0,0-3 0 15,0 0 60-15,0 0 76 0,0 0 0 0,0 0 16 16,0 0-40-16,0 0-40 0,0 0-20 0,0 0-52 31,0-7-124-31,-5 1-140 16,5-4-232-16,0 0-300 0,0 1-336 0,5 0-1364 15,3-3-3777-15,-16 75 413 0</inkml:trace>
  <inkml:trace contextRef="#ctx0" brushRef="#br0" timeOffset="89610.279">19770 11030 8868 0,'0'0'4757'16,"0"0"-3437"-16,0 0-704 0,0 0 80 16,0 0-384-16,0 0 224 15,0 0 172-15,0-64-448 0,11 35-212 0,6 1 36 16,2 0-8-16,1-2-64 16,1 9-12-16,-2-2 0 0,5 8-4 15,-4 5 4-15,-1 0 0 0,2 7 0 0,-1 0 0 16,-5 3-60-16,6 0-88 15,-1 6 140-15,-1 4 0 0,-2 0 8 16,7 5 52-16,-5 2 8 0,1 5 40 16,0 3-40-16,0 4-60 0,-4 5-44 15,0 4 36-15,-4 8 8 0,0-6-48 16,-4 5 48-16,-1-4-52 0,6-7-84 0,-5-1 28 0,-1-12-56 16,2-2 16-16,3-5 12 0,-5-8-12 0,6-3-28 15,-5-3-184-15,3-3-608 0,2-10-36 16,2-8-864-1,-7 4-1401-15,8-14-3239 0</inkml:trace>
  <inkml:trace contextRef="#ctx0" brushRef="#br0" timeOffset="89803.632">20527 10776 4892 0,'0'0'6509'0,"0"0"-5485"0,0 0-344 15,0 0 120-15,0 0-64 0,0 0 296 16,0 0-112-16,-96 31-472 0,76-14-188 0,-8 5-24 15,0 3-36-15,-7 7-88 16,-1 6 0-16,-12 6-104 0,-1 1-8 16,-2 6-112-16,-5 2-112 0,-3 2-124 0,-1 2-472 15,-4 0-164-15,8-3-480 0,17-14-888 16,-21 14-2285-16</inkml:trace>
  <inkml:trace contextRef="#ctx0" brushRef="#br0" timeOffset="92760.984">7606 17011 5916 0,'0'0'1128'16,"0"0"-868"-16,0 0 52 0,0 0-52 16,0 0 2344-16,0 0-955 15,0 0-549-15,0 0-288 0,0 0 36 16,0 0 184-16,0 0 24 0,-81-31-324 0,78 37-412 16,-1 7-320-16,-4 6-12 0,4 6-100 15,0 4 40-15,4 5 68 0,0-2 0 0,0 0-108 16,0-3-64-16,4-7-20 15,0-6 8-15,0-4 16 0,0-9-68 16,0 1 16-16,-1-4 52 0,6 0 28 16,-1-7 32-16,0 1 112 0,4-7 0 0,-4 0 8 15,3-5-8-15,-3-1-60 0,1 0 12 0,-5-4-28 0,3 8 12 16,-3 2 4-16,0 1 60 0,0 5-4 16,-4 3-4-16,5 4-132 0,-1 0-100 15,0 0 52-15,3 4 176 0,6 3 12 0,-5 5 176 16,7 4-24-16,-2 3-40 15,2 3 12-15,-2 3 204 0,-6 4-216 16,5 2-20 0,-3 1 20-16,-6 3 12 0,5 0-12 15,-8 3-24-15,4 4 12 0,-4-4 24 16,0 0-12-16,0 0-36 16,-4-3 36-16,0 0 36 0,-3 1-84 0,-2-6 20 0,-3-2 80 15,0 2-28-15,-4-5 0 0,5 0-48 16,-6-5-28-16,2-2 52 15,-2-1 24-15,6-8 48 0,-2 0 36 0,2-2 28 0,-2-4-88 16,2 1 108-16,-1-4-60 0,-1 0-108 16,2 0-4-16,-2-7-32 15,2-6-64-15,-1 1-76 0,0-5-44 16,4-1-64-16,0-5 48 0,1 1 0 0,2-3 52 0,5 0-76 16,0-1 0-16,0 3-24 0,0-2 60 15,5 3-60-15,2 3 72 0,1 0-72 0,0 0-4 16,0 3-20-16,0-1-28 0,4 3 24 0,0-3-260 15,0 4-536-15,-1-2-680 0,6 2-932 16,-10 3-1901-16,10-2-2123 0</inkml:trace>
  <inkml:trace contextRef="#ctx0" brushRef="#br0" timeOffset="96127.799">8171 16856 4304 0,'0'0'2540'0,"0"0"-1916"0,0 0-420 0,0 0 2608 16,0 0-959-16,0 0-553 15,0 0-272 1,0 0-180-16,0 0-172 0,0 0-84 0,-36-4-196 15,25 11-396-15,-2 2-48 16,-2 4-64-16,2 10-76 0,2 4-12 0,7 9 68 0,0 5 132 0,4 7 88 0,4 0-88 16,3-1-8-16,6-9-68 15,-1-6-36-15,-1-10-52 0,-2-9-104 16,2-7-56-16,1-6 136 0,1 0 88 16,-2-3-104-16,6-7 92 0,-6-9 60 15,6 0 40-15,-6-9-88 0,-3-1-40 16,1-6 28-16,-6 3 36 0,1 4 60 0,0 3 16 15,-4 6 48-15,0 6 68 0,0 4 48 16,0 5 88-16,0 4-52 16,0 0-36-16,0 0-164 0,0 6-304 0,4 1-48 15,0 9 188-15,4 6 164 0,4 3 240 0,3 8-64 16,2 0 64-16,-2 6 12 0,6 2-40 16,-5 0-136-16,3 7 176 0,-2-3-72 15,2 2-80-15,-6 1 48 0,2-4 28 16,-2 1 72-16,-6-1-36 0,1-3-36 15,0 4-16-15,-3-3-24 16,-2-1 52-16,-3 0-40 16,0 0-12-16,0-3 0 0,-8-2-12 0,0-3 24 0,-4-3 36 15,-4 1 24-15,1-5 12 16,-6-4 52-16,1-3-16 0,-3 1-36 0,3-12-72 16,3 3-24-16,-2-11-124 0,2 0-88 15,-2-4-252-15,-1-9-224 16,0-6 44-16,0-6-8 0,13-4-228 0,-2-6 56 15,9-2-392-15,0-1-832 0,9 8-1189 0,2-11-2295 16</inkml:trace>
  <inkml:trace contextRef="#ctx0" brushRef="#br0" timeOffset="96402.307">8725 17417 5004 0,'0'0'2004'15,"0"0"-420"-15,0 0 84 0,0 0-275 16,0 0-165-16,0 0-360 16,0 0-296-16,0 0-220 0,0 0-8 0,0 0-44 15,0 0-20-15,52 42-56 0,-52-39-60 16,0 0 88-16,0 4 88 0,-4 0 44 16,0-2-48-16,-4 5-208 0,0 0-128 0,0-4-160 15,4-4 12-15,-3 3-28 0,2-5-96 0,-3 0-52 16,4-5-72-16,-4-1 32 0,5 0-48 15,-1-3-208-15,-1-3-16 0,5-5-204 16,0 4-400-16,0 1-473 0,5-4-75 16,-1 3-824-16,7-6-1848 0</inkml:trace>
  <inkml:trace contextRef="#ctx0" brushRef="#br0" timeOffset="96859.086">8953 16504 6612 0,'0'0'964'0,"0"0"1612"0,0 0-1299 0,0 0-417 16,0 0 316-16,0 0 284 16,0 0-444-16,0 0-508 0,0 0-160 0,0 0 64 15,15 92 168-15,-2-48 28 16,2 7-140-16,-2 0-200 0,-2 3-212 0,1-4-56 16,-4-3-12-16,0 5-100 0,0-8-12 0,-1-3-144 15,-3-6-80-15,5-9-156 0,-5-7-204 0,-4-10-420 16,4-5-968-16,0-4-2025 0,-4 0-1215 15</inkml:trace>
  <inkml:trace contextRef="#ctx0" brushRef="#br0" timeOffset="97018.693">9067 16926 5744 0,'0'0'1600'16,"0"0"-16"-16,0 0 96 0,0 0-275 15,0 0-205-15,0 0-180 0,77 9-100 0,-57-6-264 16,-5-3-304-16,2 0-188 15,2 0-100-15,-3-3-64 0,4-3-48 0,-4-6-184 32,0-5-560-32,0 1-1044 0,-1-12-2937 0</inkml:trace>
  <inkml:trace contextRef="#ctx0" brushRef="#br0" timeOffset="97203.451">9338 16684 8836 0,'0'0'1772'0,"0"0"-843"0,0 0-93 0,0 0 336 16,-7 89 136-16,7-60-128 0,0 3-276 15,0 2-404 1,0 2-104-16,4-2-12 0,-1 4-252 0,1 4-132 0,5-1-132 16,-5 4-56-16,0-4-32 0,0 0-216 0,-1 0-484 0,1-6-692 15,0-4-908 1,1-12-1485-16,-5 0-1583 0</inkml:trace>
  <inkml:trace contextRef="#ctx0" brushRef="#br0" timeOffset="97859.201">6060 17252 6644 0,'0'0'780'0,"0"0"-56"0,0 0 1580 16,0 0-1079-16,0 0-389 0,88 16-148 16,-56-12-100-16,3-4-68 0,1 0-156 0,-4-4-224 15,3-5-140-15,1-3-8 16,-4-8-80-16,5 1-52 0,-10-6-276 15,1 0-908-15,-4 2-1121 0,0-12-2811 0</inkml:trace>
  <inkml:trace contextRef="#ctx0" brushRef="#br0" timeOffset="98248.911">6414 16767 6460 0,'0'0'4236'0,"0"0"-2847"15,0 0-405-15,0 0 428 0,0 0-88 0,0 0-296 0,0 0-432 16,0 0-472-16,0 0-124 0,0 0 0 16,-19 82 188-1,19-47 24-15,7 4-40 0,-3 5-48 16,4 0-64-16,5 7 28 0,-6 4 48 16,5-2-84-16,0 1-52 0,0 3-72 0,-4-3 8 15,4-3 16-15,0-3 36 16,-5-3-40-16,2-5 52 0,-5 2 0 0,4-8 88 15,-8 1 48-15,0-3 0 0,0-3-12 0,0-3-4 16,0-5-32-16,0-1 36 0,0 2-52 16,-4-7 0-16,0 4 28 15,0-3-16-15,-5 1 16 0,2-5-16 0,-1-3 28 16,0 2 24-16,0-3-40 0,-4-1-24 16,1 0-72-16,-6-4-220 0,6-1 52 15,-6-2 32-15,-2 0-136 0,-1-2-156 16,-1-8-116-16,-3-3-112 0,5-6-40 0,-5-3-132 0,7-4-556 31,10 1-548-31,-1 6-833 0,8-9-2659 0</inkml:trace>
  <inkml:trace contextRef="#ctx0" brushRef="#br0" timeOffset="98557.701">7179 16843 3068 0,'0'0'2176'15,"0"0"3653"-15,0 0-4853 0,0 0-500 16,0 0 660-16,0 0 28 0,0 0-192 0,0 0-292 16,0 0-244-16,-79 6 12 0,59 10-40 0,-1 6-172 15,-3 8-112-15,1 11-36 0,-1 6-16 0,4 7 16 31,-4 6 72-31,4 7 0 0,8-4 0 16,0 7 12-16,5-3 24 0,7 1-84 16,0-5-104-16,11-3-8 15,6-3-100-15,11-7-184 0,0-3 52 0,7-8-136 0,5-7-240 0,-1-7 36 16,6-12-136-16,2-10-172 0,-3-3-916 0,-8 0-2401 16,16-16-3195-16</inkml:trace>
  <inkml:trace contextRef="#ctx0" brushRef="#br0" timeOffset="99155.679">10247 16652 2916 0,'0'0'6920'15,"0"0"-5555"-15,0 0-413 16,0 0-312-16,0 0 252 0,0 0 224 0,0 0-20 16,0 0-244-16,100 83-400 15,-80-51-156-15,3 6-36 0,-6 3-24 16,3 0 108-16,-9 1-84 0,1 2-36 16,-3 1-28-16,-5-1-88 0,-4 4 40 15,0-4-72-15,-4 1-4 0,-5-1-72 16,-6-3-56-16,-2-2-44 0,2-4 4 0,-9-4-76 15,3-3-188-15,-2-5-268 0,-1-1-252 16,4-9-260-16,1-4-108 0,6-6-260 16,-2-3-584-16,6 0-765 0,5-22-2547 0</inkml:trace>
  <inkml:trace contextRef="#ctx0" brushRef="#br0" timeOffset="99323.038">10809 16910 7584 0,'0'0'4149'0,"0"0"-3009"0,0 0-56 0,88-10-48 15,-60 3-644-15,-4 1-264 0,-1 0-128 0,-3 0-192 16,1-4-224-16,-6 4-788 16,-3-1-916-16,-4 4-3777 0</inkml:trace>
  <inkml:trace contextRef="#ctx0" brushRef="#br0" timeOffset="99496.367">10789 17215 7160 0,'0'0'4497'0,"0"0"-3125"0,0 0-520 0,0 0 312 0,0 0-260 16,0 0-196-16,0 0 24 0,0 0 236 16,0 0-368-16,91-16-344 0,-59 3-256 0,5-6-160 15,-1 3-136-15,3 0-96 16,-3 0-564-16,-4 7-1288 0,12-1-3477 15</inkml:trace>
  <inkml:trace contextRef="#ctx0" brushRef="#br0" timeOffset="100126.76">12263 16891 9096 0,'0'0'2389'16,"0"0"-1721"-16,0 0-320 0,0 0 148 15,-88-57 168-15,69 50-80 16,-1 4 440-16,4 3-384 0,-4 0-72 0,4 3 204 0,0 7-16 16,0 5-336-16,4 12-300 0,-4 0-116 15,8 12-4-15,4-1 84 0,4 3-4 0,0-3-80 0,8-9-172 16,1-3 0-16,2-12-152 0,1-3 28 15,0-8 24-15,4-3 72 0,0-3 152 0,3-10 40 16,2-10 8-16,-1-4 0 16,-1-5-88-16,1 0 0 0,-3 3 76 0,-2 4-76 15,-3 9 0-15,4 9-36 0,-4 7-24 16,4 0 148-16,0 16 52 0,4 6 212 31,-4 7-28-31,0 6 0 0,4 4-12 0,-8 1 12 16,4-1 12-16,-4 2-64 15,-1 0 36-15,-2 0 28 0,-5 4-16 0,0-1 28 16,-4 7 48-16,0-4 72 0,0 4-76 0,-8 3-120 16,-5-6-100-16,2-1-72 15,-2-3 88-15,-2-5-16 0,-2-7-36 0,2-7 0 16,-1-6 40-16,4-6 32 0,-3-6-8 16,2-7-112-16,-2 0-128 0,-2-17-288 15,-3-5-204-15,4-9 104 0,-4-8-172 0,1-8-112 16,2-1-596-16,2-3-544 0,6 4-364 15,6 2-41-15,3 13-519 0,7-12-2684 16</inkml:trace>
  <inkml:trace contextRef="#ctx0" brushRef="#br0" timeOffset="100566.811">12996 16904 156 0,'0'0'11313'0,"0"0"-9917"0,0 0-872 0,0 0 188 16,-75 2 500-16,51 4-292 15,0 8-220-15,0 2-276 0,0 3-164 16,4 9-24-16,0 7 36 0,8 3-36 0,0 0 8 16,4-3 28-16,4-3-272 15,4-10-72-15,0-6-128 0,0-6-72 0,4-4-24 16,4-6 48-16,4-4 152 0,4-8 96 15,0-7 0-15,4-9-236 0,0-4-64 16,0-3 52-16,-1 3 24 0,-2 3 0 16,-2 7 72-16,-2 9 24 0,2 4-36 15,-6 6 12-15,6 3 152 0,-3 10 72 16,0 5 104-16,0 4 28 0,1 10 84 0,-2-1-124 0,1 5-40 16,0 1 24-16,-4 1-24 0,0 3-60 15,0 3 132-15,-4 4 80 0,-4 3 68 31,0-1 76-31,0 2-88 0,-4-3 16 16,-8 2 32-16,0-7-100 0,0-3-72 0,-4 0-84 0,-4-9-64 16,1 0-12-16,-2-7-12 0,1-6-36 15,-3-7-316-15,3 1-360 0,0-10-24 16,4 0-288-16,-4-10-612 16,4-9-1056-16,4 4-1833 0,4-17-1859 0</inkml:trace>
  <inkml:trace contextRef="#ctx0" brushRef="#br0" timeOffset="100809.677">13307 17415 5004 0,'0'0'5740'16,"0"0"-3891"-16,0 0-1069 0,0 0-108 0,0 0 304 0,0 0-220 16,64 72-152-16,-60-59-292 0,-1-1-300 15,2 2 152-15,-5-2-16 0,0 4 0 0,-5 0-48 16,-2-3 12-1,-1-1 0-15,-5-5 24 16,2-1-48-16,-1 0-4 0,-4-6 56 0,4 0-140 16,-4-9-160-16,4-4-172 0,1-2-128 0,6-8-76 15,5-2-184-15,0-4 104 0,12 1-92 16,0-1-332-16,8 7-932 16,-8 3-2229-16,8-3-2395 0</inkml:trace>
  <inkml:trace contextRef="#ctx0" brushRef="#br0" timeOffset="102112.538">13598 16852 612 0,'0'0'5596'15,"0"0"-3776"-15,0 0-484 0,0 0 84 16,0 0-339 0,0 0-133-16,0 0-104 15,68 67-260-15,-60-57-216 0,-1-1-128 16,2 1 48-16,-5 0 128 0,0-4-16 0,0 0-56 0,-4 0-32 15,0 1-24-15,0-4-16 0,0 0 4 16,-4-3-4-16,0 4-24 16,-5-4-52-16,5 0-24 0,-3 0-60 0,-1-4-108 15,-1-2 36-15,-2-1-40 0,-1-2-184 0,0 0 24 16,-4-4 60-16,8 3 52 0,0 4-100 0,4 0 48 16,0 2 0-16,0 2 0 0,4 2-84 15,0 0-40-15,0-5-164 0,0 5-60 16,4 0-220-16,8 0 276 0,0 0-616 0,-4 0-1148 15,12 5-3005-15</inkml:trace>
  <inkml:trace contextRef="#ctx0" brushRef="#br0" timeOffset="102498.993">14088 16884 10124 0,'0'0'3197'0,"0"0"-2157"0,0 0-696 16,0 0 72-16,0 0 224 0,0 0 304 0,0 0-296 16,0 0-188-16,0 0-152 0,0 0-60 15,64-88-224-15,-44 59-24 16,0 0-148-16,-1 1 48 0,1 5-124 0,1 1-8 15,-2 6 44-15,1 7-48 0,0 3 0 16,0 2 48-16,-4 4 40 0,3 4 72 0,-2 5 36 16,3 4 40-16,-1 3 112 15,-2 5-52-15,2 3 52 0,5 4-24 16,-4 7-36-16,1 0 96 16,-2 6-24-16,1 1-60 0,-4 2 20 15,0 0 16-15,-4-6-100 0,0-3-108 16,-4-10 12-16,4-5-104 0,0-7-64 15,0-11-20-15,-1-2-28 16,2-15-924-16,-2-2-1028 0,6-23-3597 0</inkml:trace>
  <inkml:trace contextRef="#ctx0" brushRef="#br0" timeOffset="102669.435">14729 16627 1384 0,'0'0'10721'0,"0"0"-9049"0,0 0-896 0,-75 90 120 15,47-56 36-15,0 4-172 0,0 3-240 16,-4 4-232-16,0-1-288 0,-3 7-116 0,-5 3-20 16,0 1-112-16,-4 1-188 0,0 1-264 0,0 0-244 15,5-2-868-15,7-14-2101 0,-12 13-1743 16</inkml:trace>
  <inkml:trace contextRef="#ctx0" brushRef="#br0" timeOffset="105586">21132 13319 3664 0,'0'0'144'0,"0"0"-144"0,0 0 4148 16,0 0-2140-16,0 0-279 0,0 0-285 0,0 0-32 15,0 0-76-15,0 0-196 0,0 0-220 16,0 0-156-16,-11 0-188 0,11 0-184 15,3 0-392-15,9 3 28 0,4 0-28 16,9 4 120-16,6 0 16 0,1-5-4 16,8 1-128-16,-1 0 108 0,2-3-28 15,-5 0-84-15,3-6-44 0,-7-1-16 0,4 1-40 16,-8 0-68-16,0 0-116 0,-8-1-364 16,-5 4-304-16,-2 0-264 0,-9 0-1060 0,0 3-2869 15,-4 0-3743-15</inkml:trace>
  <inkml:trace contextRef="#ctx0" brushRef="#br0" timeOffset="105772.439">21108 13605 7432 0,'0'0'1956'0,"0"0"-315"16,0 0-905-16,0 0-160 0,0 0 892 0,92-16-88 15,-56 6-320-15,4-3-500 0,3-2-436 0,2-2-124 16,2-1-188-16,-3 2-172 0,4-3-348 0,-4 0-360 16,-1 0-484-16,-7 6-1585 0,9-6-3887 0</inkml:trace>
  <inkml:trace contextRef="#ctx0" brushRef="#br0" timeOffset="106903.166">22769 13230 1188 0,'0'0'652'0,"0"0"2100"0,0 0 1724 15,0 0-3028-15,0 0-71 0,0 0 15 0,0 0-108 16,-91-66-224-16,75 55-180 0,0 2-220 15,-3-3-40-15,6 2-36 0,-2 4-104 0,7-1-100 16,-5 1-12-16,6 6 108 16,3 0-36-16,0 0-208 0,-5 13-232 15,2 10-132-15,-1 10 20 0,0 9 68 0,-1 9 44 16,2 3 96-16,3-7-96 0,4-2-96 0,0-13-136 16,0-10-24-16,4-6-12 0,3-10-4 15,2-6 40-15,7 0 24 0,0-10-76 16,3-5 148-16,2-11-148 0,-1-2-88 0,-5-4 76 15,2 3 184-15,-6 4 64 16,1 9 40-16,-3 3-68 16,-2 7-24-16,-3 6-24 15,0 0 112-15,0 10 12 0,0 2 272 0,4 7-60 0,0 6-64 0,-4 5 40 0,4 1 8 16,-4 1 40-16,4 3-4 16,-4 3 4-16,0 3-16 0,-4 4 52 15,0 2-52-15,0 4-24 0,0 4-24 0,-8 1-88 0,-4 1-72 31,0 4 36-31,-4-7 40 0,0 0-40 0,0-7-40 16,0-6-8-16,0-5 112 0,1-5 32 0,2-5-8 16,-2-7-40-16,3-4 52 0,-4-2 8 15,-1-7 4-15,6 1-16 16,-5-7-44-16,0 0-88 0,4-4-12 0,-4-5-100 16,4-7-20-16,-4-9-40 0,4-4 16 15,0-9-40-15,4 0-48 0,4 0 24 0,4 0 160 16,0 0-172-16,4 7 12 15,4 1 0-15,4 5 100 0,0 0-92 0,4-1-68 16,3 1-176-16,6 0-224 0,-1-5-312 0,4 5-816 16,-8 6-1256-16,12-6-2461 0</inkml:trace>
  <inkml:trace contextRef="#ctx0" brushRef="#br0" timeOffset="107260.682">23359 13541 4092 0,'0'0'6500'0,"0"0"-5407"0,0 0-425 0,0 0 380 16,0 0 220-16,0 0-96 0,0 0-216 16,0 0-384-16,65 67-260 0,-61-54-128 15,-4-4 12-15,0 4-32 0,0-4-28 16,-4 4 12-16,-5-4-52 0,-3-2-8 0,1-1-76 15,-2 1 60-15,-2-4-72 0,-2-1-8 32,6-2 4-32,-6-2-56 0,6-8-40 15,3 0-60-15,-4-2-124 0,4-1 24 0,4-3 24 16,0 7 112-16,4-2-172 0,0 9-64 16,0-1 72-16,4 3 112 0,0 0 104 15,4 0-64-15,-5 5 136 0,1 2 76 16,1 3 76-16,-1-3-104 0,0-1-44 15,-4-3-4-15,4 0-60 0,0 0-112 0,-1-3-284 0,5 0-1136 16,-3 0-2293-16,3-6-2815 0</inkml:trace>
  <inkml:trace contextRef="#ctx0" brushRef="#br0" timeOffset="108259.703">24225 13164 2316 0,'0'0'236'16,"0"0"3572"-16,0 0-1120 15,0 0-1008-15,0 0-339 0,0 0-77 0,0 0-120 16,0 0-148 0,0 0-164-16,0 0-184 0,0 0-52 0,-41-32-124 0,33 39-212 15,-3 1-76-15,-2 9-36 0,2 5 52 16,-6 6-16-16,2 10 24 0,2 3 12 16,2 7 36-16,-1 0-20 0,3-1-56 15,2 1-112-15,7 0-68 0,0-4-184 16,0-4 24-16,3-1-120 0,10-7-16 15,2-3-48-15,10-10-136 0,3-7-560 16,3-8-700-16,1-4-2176 0,16-16-3393 16</inkml:trace>
  <inkml:trace contextRef="#ctx0" brushRef="#br0" timeOffset="108792.003">24842 13195 1788 0,'0'0'8856'0,"0"0"-7595"0,0 0-493 0,-100 9 468 16,68 8 296-16,-4 5-164 0,0 10-372 16,8 2-280-16,0 8-236 0,4 5-52 0,13-2-48 15,-1-1-136-15,8-6-244 0,4-5-12 16,0-8-220-16,8-10-36 16,4-5 8-16,0-4 16 0,7-6 136 0,2-6 108 15,3-11 0-15,-1-2-308 0,5-9-36 16,-4-4 36-16,4 1 24 0,-8-1 132 15,0-1 92-15,0 6-28 0,-5 4 40 16,2 1 36-16,-10 10 12 0,1-1 8 16,-3 6-8-16,-1 4 0 0,0 3-124 0,0 0 72 15,3 3 52-15,-3 10 200 0,5 3 48 16,-1 7 88-16,-1 4-28 0,-3 12-24 0,5 6 84 16,-1 2-184-16,-5 3-96 0,1 8 20 31,0-1-104-31,0 3 0 0,-4 1-4 15,0-1-24-15,0 0 24 0,-4-2 8 0,-4 2-4 0,1-6-4 0,-2-3 0 16,-3-4 52-16,1-5 56 16,-2-5 112-16,2-2 12 0,-2-6 76 15,-2-4-52-15,-2-2-72 0,2-4-40 16,-5-3 4-16,0-4-52 0,0-2 76 16,-8-4-28-16,4-3-132 0,-4-3-12 15,1-3-8-15,-6-13-76 0,6-6-112 0,-1-3 64 16,0-13-88-16,0-6 12 15,4-1-180-15,4-3 56 0,8 4 40 0,1 6-68 0,11 3 92 16,0 3-52-16,4 3 60 0,11 4-172 16,5 0-600-16,4-1-124 0,8 1-460 15,0 2-516-15,-4 8-1745 0,15-11-951 0</inkml:trace>
  <inkml:trace contextRef="#ctx0" brushRef="#br0" timeOffset="109142.81">25391 13925 5428 0,'0'0'248'0,"0"0"2404"0,0 0-1396 0,0 0-172 0,0 0 77 15,0 0-189-15,0 0-348 16,0 0-188-1,0 0-108-15,88 61-152 0,-76-49-8 16,0 1-16-16,-4-1 112 0,0 1 88 16,-4 0 52-16,0 0-140 0,-4 2 28 15,-4 2 8-15,-3-2-40 0,-6 1 52 0,1 0-64 16,-4-4-148-16,-3 1 60 0,2-2-108 16,6-5 60-16,-6-3-28 15,6-3-84-15,-6-3-100 0,6-8 100 0,3-1-160 16,-5-7 100-16,6-6-276 0,3-7-64 15,4 3 188-15,0-3-160 16,4 4 64-16,3 3-244 0,6-1-228 0,2 4-136 16,-3 3-848-16,1 6-2577 0,2-9-3246 0</inkml:trace>
  <inkml:trace contextRef="#ctx0" brushRef="#br0" timeOffset="109577.729">25766 13316 7068 0,'0'0'1572'16,"0"0"340"-16,0 0-1203 0,0 0-565 15,0 0 600-15,0 0 636 0,0 0-288 16,0 0-424-16,0 0-340 0,0 0-40 16,0 0 128-16,8-10 36 0,-8 13-80 0,0 4-100 15,0-1 4-15,0 4-92 0,-4-1-180 0,-3 1-4 0,-2-1-48 16,-3 0-28-16,5-2-24 15,-6 0-36-15,9-4 112 0,-4-3 24 16,5 0 148-16,3 0-148 0,-4-3-48 0,-1-4 44 16,5-3 4-1,0-3-112-15,0 1-36 0,9-4-128 16,2 3 128-16,1-2-40 0,0 2-112 16,0 4 164-16,4-1-268 0,-4 7-768 15,0-1-928-15,4 4-2797 0</inkml:trace>
  <inkml:trace contextRef="#ctx0" brushRef="#br0" timeOffset="110061.163">26268 13246 8696 0,'0'0'1900'0,"0"0"-587"0,0 0 131 0,0 0 4 16,0 0-756-16,0 0-212 0,0 0-140 15,44-63-28-15,-24 38 12 0,12 1-184 0,-4 2-140 16,3 7-16-16,1 2 12 0,0 4-68 16,0 5 60-16,-4 4-128 0,0 0-72 0,-4 13 212 15,4 3 0-15,-9 3 212 16,5 6-72-16,-7 3 56 0,2 2-96 0,-2 4 12 15,-2-2-60-15,-2 3-52 0,-2 1-60 16,-3-3 52-16,4 0-40 0,-4-2-28 16,0-5-36-16,0-4-148 0,0-6-92 0,0-4 140 31,0-8 96-31,-1-4-648 0,2-4-488 0,-1-2-648 16,7-19-2741-16</inkml:trace>
  <inkml:trace contextRef="#ctx0" brushRef="#br0" timeOffset="110259.795">26981 13049 2540 0,'0'0'9285'15,"0"0"-7917"-15,0 0-768 0,-84 63 248 16,52-34 260-16,-3 2 84 16,-5 5-196-16,4 5-332 0,-4 0-280 15,0 3-176-15,1 1-100 0,3-1-64 0,-1-2-44 16,10-4-124-16,-1-2-148 0,8-9-144 0,5-2-648 15,-2-5-144-15,13-8-712 0,1-8-1901 0,3-4-3199 0,7-19 4032 16</inkml:trace>
  <inkml:trace contextRef="#ctx0" brushRef="#br0" timeOffset="110509.712">27475 12900 6384 0,'0'0'5405'0,"0"0"-4417"0,0 0-300 0,0 0 352 0,88 51 60 16,-64-30-108-16,-5 5-108 16,6 6-240-16,3 0-360 0,-4 6-100 31,0 3-96-31,-9 1-32 0,2 2-56 0,-6 0-48 16,-7 4 36-16,-4-1-100 0,0 3-124 0,-15 2-332 0,-6 2-28 15,-7-4-100-15,-3-1-24 0,-5-2 144 16,-9-3 56-16,-2-3-60 0,-9 1-260 15,-4-1-388-15,-11 0-721 0,-5-2-915 0,12-11-2972 16,-35 14 5512-16</inkml:trace>
  <inkml:trace contextRef="#ctx0" brushRef="#br0" timeOffset="116959.514">16403 16780 8096 0,'0'0'4221'0,"0"0"-3021"0,0 0-464 0,0 0-216 16,0 0 108-16,0 0 100 15,0 0-248-15,0 0-156 0,-24 3-12 16,32-6 96-16,0-1-48 0,4 1-124 15,4-3 8-15,0 0-108 0,-1-1-24 0,10-2-48 16,-1-1-64-16,4-2-60 0,7-5-88 16,5 4 136-16,4-5 0 0,4-1 8 15,4 0 0-15,0 0-44 0,8-3-76 16,-2 2 124-16,2 0 84 0,9 2-8 0,-2-1-76 0,5-2-8 16,-1 2-4-16,5 2 0 0,3-2 4 15,-2 3-44-15,3 0 40 0,-5-2-88 16,5-2 52-16,-1 1-100 0,1 0 0 0,-1 0 36 15,2 1 12-15,-1-1-44 16,3-4 144-16,1 7 12 0,-1 0 0 16,0 0 52-16,1 4-56 15,0-4-8-15,0 3 76 0,3 0-64 16,-3 1 12-16,4-4-24 0,4-1-88 16,-5-5-72-16,9 0 12 0,-4-3 0 0,7-7 8 0,0 4-56 15,6-8 96-15,-2 1 40 0,5 0 60 16,-1-2 52-16,5 2-4 0,-1-1-40 15,1 1 80-15,0 2-88 0,-1 0-8 16,-3-2 8-16,3 7-8 0,-3-4-44 16,-1-1 4-16,5 5 44 0,-5-2-84 15,1-6 80-15,-5 1 8 0,5 0 4 16,-5-1 100-16,6-1-104 0,-6-1 0 16,0 3 40-16,-4-1 24 0,2 6-4 15,-2 1-8-15,-3 4-48 0,-1 2 108 0,-7 1-52 16,-4 6-60-1,-5 0 64-15,-3 0-16 0,-8 4-72 16,-5 1 24-16,-7-1 0 0,-3-1 24 16,-2 1-24-16,-11 2-8 0,0-2-4 15,-12 2-88-15,0 1-36 0,-13 3 24 0,-2 3-36 16,-6 3 148-16,-7 0 4 0,0 0-4 16,-12 3-52-16,-7-1-8 15,-6 8-128-15,-6-4-368 0,-5 7-664 0,4-4-1516 0,-32 10-3261 0</inkml:trace>
  <inkml:trace contextRef="#ctx0" brushRef="#br0" timeOffset="118461.929">16750 16923 1344 0,'0'0'1500'0,"0"0"3392"0,0 0-3572 0,0 0-476 0,0 0-8 15,84 41-87-15,-65-32-69 0,5-2-64 16,0-1-68-16,4-3-116 16,0 1-124-16,4-4 20 0,0 0 24 15,4 0-8-15,3-4-144 0,5-2-76 16,4-1-116-16,0-2 80 0,3 3-88 16,5 3 8-16,8-1-8 0,-4 1-8 0,7 0-56 15,2 3 64-15,-6 0 76 0,5 0-76 16,-1 0-8-16,1 0 8 15,-1 0 112-15,-3-3-48 0,5-4-60 16,-2-2 84-16,1-1-64 0,-1-3 24 0,1-2-20 0,0 3-28 0,0-5-76 16,-4 4 12-16,-1 4 64 0,1 3 104 15,0-1-40-15,-1 1 12 16,5 3-64-16,-5 3 68 0,2-3-80 0,-1 3-140 16,-4 0 52-1,3-7 28-15,-3 4 48 0,4-3-40 0,-4-4-24 16,-1-3 76-16,0 0-4 15,6 1-32-15,-10-4 36 0,5 4 76 16,-4 1-72-16,0 3 4 0,-4-3 56 0,-1 5 0 16,1 0 24-16,-4 4-24 15,0-5-60-15,-4 3 132 0,-1-2-132 0,1 0 0 16,-4-1 4-16,4 1-8 0,-5-3-52 16,2-1 44-16,-2 1 4 0,1-1-96 15,-4 1 84-15,4-1-48 0,-4-3 64 0,3 7 0 0,1-7 0 16,-3 7-88-16,6-4 76 0,-3 1-48 15,0-1 60-15,0 3 12 0,3-1 0 16,2-3-8-16,-2-1 4 0,5 3 8 0,-1-7-4 16,2 3-8-16,3-6-4 15,-1 3 0-15,5-3-88 0,-4 0 24 16,4-3 64-16,-1 3 44 16,1 0-40-16,0 2 8 15,0 5-8-15,-5-1 0 0,5 1-4 0,-4 5 0 16,0 1 4-16,-5 0-4 0,2-1 8 15,2 1 4-15,-3 0 52 0,4-1 16 0,3-2-72 16,-3-4-4-16,0 4 56 0,4-1-48 16,-1-4 0-16,-3 3 36 0,4 1 16 0,-3 1-4 15,-2-1-56-15,-3 3 56 0,4 2 4 16,-5-1-16-16,-2-1-44 16,-2 3 12-16,0-2-16 0,-2-1-16 0,-1 1 16 0,-1-3 0 15,2-1-12-15,-2 1-48 16,1-4-44-16,-1 1 28 0,2-5 64 15,-5 2-40-15,-1-1 44 0,1 3 8 0,-4-3 0 16,0 7 52-16,-4-1 8 0,0 0 32 0,0 5 84 16,-4-6 0-16,-5 5-4 0,1 0 128 0,-3 4 360 15,-2-5-352-15,-3 0-136 0,0 1-48 16,0-1 48-16,-3 1-48 0,-2 0-12 16,-3-1-12-1,0 1 8-15,-4 0 4 0,4 0 12 16,-4-4-40-16,4 1 16 0,-4-1-4 15,0 1-8-15,4-2-4 0,-4-1 16 0,0-1-16 16,4 3-72-16,-4-2-4 0,4 2 0 0,-4-1 0 16,4 0-8-16,-4 3-68 0,0 1 8 0,0 0-4 15,0 1-8-15,0-1-28 0,-4 4-32 16,0 3-92-16,-4-3-292 16,-4 3-300-16,-4 0-376 0,0 3-1648 15,-28 13-4585-15</inkml:trace>
  <inkml:trace contextRef="#ctx0" brushRef="#br1" timeOffset="132197.742">4756 8328 5368 0,'0'0'7025'0,"0"0"-5901"0,0 0-732 0,0 0-72 16,0 0 20-16,0 0-12 16,0 0-100-16,0 0-40 0,0 0-12 0,0 0-60 15,0 0 72-15,0 0 48 0,5 63 108 16,-5-34 128-16,0 8 40 0,0 5-216 15,4 2-144-15,-4 4-68 0,0 4-80 0,0 1-4 16,4 4-8-16,-4 7-40 16,0-1 48-16,4 7 96 0,-4 6 24 0,4 7 28 15,-4 2-24-15,0 11-48 0,3-1 132 0,1 7-8 16,0-1-104-16,1 1-36 0,-1 2-60 16,0-2-120-16,-4 3-212 0,0-3-88 15,0 2-112-15,-8-5 232 0,-1-1 132 0,-2-9 168 16,-1-6 112-16,0-10 24 15,0-10 24 1,4-9-12-16,3-6-72 0,2-11-64 0,-1-5-8 16,4-6-4-16,0-4-56 0,0-3-44 15,0-3-48-15,0-4-4 0,4-1 28 16,-4-5-36-16,3 0 8 0,-3-6 4 16,0 0-16-16,5 0-32 0,-1 0 68 0,4 0 116 15,0-6 12-15,4 0 0 16,4-5 116-16,0-1-16 0,-1 3 40 0,2-4-136 0,-2 0 8 15,6 0 48-15,-6 4 28 0,1 0-24 16,0 2 24-16,0 1-52 0,4 2-36 16,0 2-64-16,0-3-60 0,8 5 0 0,0 0 48 15,4 0 72-15,0 0-8 0,3 5-64 16,1-3 4-16,7 5 60 0,-2-7 8 16,2 3 4-1,-3-3 12-15,4 0 36 0,0 0 40 0,-4 0 0 16,4 3-40-16,-5-3 28 15,2 4-28-15,-2-1-32 0,1 3 56 16,-1-3 4-16,2 7 0 0,-1-4-76 0,-1 0 0 16,6 4-56-16,-2-4 56 0,5 3-36 15,-1-2 36-15,6-4 8 0,-1 0-8 0,-5 1-68 16,9-4 68-16,-4 0 64 0,4 0-64 16,-1 0-8-16,1-7 8 0,4 4 120 15,-4-4-80-15,4 5-32 0,-1-5 36 0,1 4-40 16,4 0-4-16,0 0-48 0,-1-1 0 15,5 4 44-15,-1-3-96 0,6 3 100 16,-6 0 0-16,8 0 8 0,-2 0 4 16,-2 0-12-16,4 3 0 0,-2 1 0 0,-2 2-4 15,1-3-4-15,0 4 0 0,-1 0 8 0,1-5 0 16,0 4 48-16,0 0 64 0,-1 5 40 16,1-5-16-16,4 3-128 15,0-2 40-15,-1 2-40 0,5 1-8 0,-1-1 4 31,1-2 48-31,-4 2-44 0,4 1-8 0,0-4-72 16,-5 1 68-16,0-2 0 0,5 2-8 0,-4-4 8 16,0 4-4-16,4-4 4 0,-9 0 8 15,5 0 4-15,4 0-4 16,-5 0 52-16,1 1-48 0,3-4-4 0,-2 3-4 16,2-3 0-16,-3 0 0 0,3 0-76 15,-3 0 4-15,0-3 64 0,0-4 8 16,-1 4-4-16,1 0-40 0,-4 0 40 0,4 0 4 0,-5 3 48 15,5-4 28-15,0 4-28 0,-1 0-48 16,1 0 12-16,-1 0 48 0,2 0 28 16,-2 4-88-16,5-4 0 0,-5 0-124 15,-3 0 116-15,4 0 4 0,4-4-4 16,-5 1-56-16,1-7 60 0,4 5 0 16,0-5-4-16,-1 0-56 15,1 3-32-15,-1 4 96 16,1-2 8-16,4 5-4 0,-5 0 0 0,5 0 68 15,0 0-72-15,-1 0 0 0,1 0-8 16,0 0-48-16,4 0 52 0,0 0-44 16,3 0 36-16,-4-6 4 0,5 1 0 0,3-1 8 0,2 0 12 15,-2 0-8-15,5-1 4 0,-5 4 44 16,5-2 32-16,-5 1-84 0,5 1-4 16,0 0-60-16,3-1 60 0,1 1 4 15,3-1-12-15,1 2 0 0,3-8-112 16,5 3 12-16,-4-2 12 0,3 3 100 0,1-7-12 15,-1 4-36-15,-4-1 44 0,5 1 4 16,-4-1 0-16,4 0 64 16,3 3 8-16,0 2 52 0,5-1 28 0,-1-1 20 0,1 4-36 31,-5-1-136-31,5-1-44 0,-4 2-20 0,-1-1-44 16,5-3-4-16,-5 1 48 15,1 4-24-15,0-4 16 16,-2-1 72-16,-2 0 12 0,4 2 48 15,-4 0-8-15,-6 0-52 0,2 1 0 0,0-3 0 0,-5 5 12 16,5 2 100-16,-5 0 0 0,5-4-12 0,-5 4-16 16,2 0-76-16,-2 0-8 0,-3 0-4 0,-1-3-120 15,-4 0 24-15,2 3 88 0,-6-7-72 16,5 5 72-16,-9-5 4 0,5 1 8 16,-4 3 12-16,-1-4-4 0,-3 4 76 15,0 0-32-15,-5 0 84 0,-3 3-48 16,-5 0 108-16,1 0-60 0,0 3-84 0,-4 0 132 0,-1 0-180 15,6 0-4-15,-6-3-124 16,-3 0-12-16,-1 0-24 16,-3 0-28-16,-1 0 116 0,-3 0 8 0,-4 0 64 15,-4-3 48-15,-1 3-36 0,-2-3 84 0,-1 3-32 16,-5 0 36-16,6 0-16 0,-2 0 40 0,1 0 0 16,-1 0-116-1,2-3-4-15,2 0-4 16,1-7-48-1,0 1-76-15,-5-4 76 0,2 1-4 0,-6-4-44 16,-2 0-4-16,-2-1 100 0,-3 3 0 0,-4-5 72 0,3 2 16 16,-3-2-76-16,-4 0 76 0,-4 3-28 0,0 0 16 15,1 4 12-15,-6-5 20 0,1 5-96 16,-5-1 52-16,6-2-64 0,-5 1 0 16,0-2-4-16,0-3-4 0,-4 1-4 0,4-5-100 15,-8 1-12-15,3 0 112 0,2-4-100 16,-5 1 104-16,-1-1-176 0,-3-2 84 15,0-4 92-15,-4 0 8 0,0-5 40 16,0-2-4-16,-4-8-36 0,-4-1 0 16,1-9-8-16,-6-4-4 0,2-8-188 0,3-4-48 0,4-10-160 15,4-6 56-15,0-3-152 0,0 0-288 32,4-6 200-32,0 3 224 0,3-1 100 15,-3 7 156-15,0-3 104 0,0 6 8 0,-4 4 220 16,0 5 108-16,5 5 104 15,-5 5-80-15,0 4 12 0,0 6-112 16,4-4-252-16,0 4-100 0,-1 3-316 0,1-3 288 0,4 3-212 16,-4 1-64-16,5 1 48 0,-2 8-560 15,1 3 496-15,-4 6 392 0,-4 9 28 16,0 7 244-16,0 6 304 0,-4 7 128 16,-4 0-172-16,-3 2-276 0,-2-2-176 0,5 6-12 15,-3-3-40-15,2 3-12 0,1 0-124 16,1 0 72-16,-1 0-52 0,-1 0-8 0,5 0 124 15,4 0 0-15,-3 0 76 0,-1 0 12 0,4 0 36 16,-4 0-32-16,0 0 32 16,-1-3 52-16,1 3-124 0,-3-3 36 15,-1 3 12-15,0-4 48 0,-1 4-148 0,-2 0-4 16,-1 0-136-16,-4 0-24 0,1 0 0 16,-6 0 12-1,1 0 16-15,1 4 84 0,-5-4-36 16,-4 0 32-16,3 0 52 0,-3 0 8 0,0 0 44 15,-3-4-48-15,-1 1 76 16,0-3-12-16,0 0-64 0,-7-4 112 0,3 4-112 16,-5-5-8-16,-2 3 8 0,-5-2-8 15,0 0-56-15,-4 1-24 0,-4-1-40 16,-4 1 52-16,-7 0 0 0,-1 2-12 0,-7 0-40 16,-1-1-24-16,-12 2 104 0,0-1-48 0,-3 0 96 31,-5 2 52-31,-7 0-40 0,0-1 100 0,-2 3-108 0,-2-3 92 15,-5-1-96-15,-3 1 64 0,0-3-12 0,-5 5-52 16,-3-5-108-16,-5 6 104 0,5-3-108 16,-6-1 96-16,-2 1-72 15,8 2 12-15,-5-3 64 0,1 5-80 16,0-1 92-16,-1-4 0 0,0 1-76 16,-3-1-80-16,3-1-8 0,1-6-16 15,0 5 168-15,3-4-40 0,-3 0-8 0,3 1 52 16,-4-1 8-16,1 3 0 0,-5 4 8 15,-3 0 156-15,3-1-160 16,1 1 132-16,0 3-132 0,3 0-8 0,1-3-56 0,-1-1 60 16,4 1 0-16,-3 0-12 0,-1-1-40 15,1-2-60-15,4 3 112 0,-1-4-12 16,1 3 12-16,-1-2 52 0,4 0 52 16,1-1-28-16,-1 0 36 0,5-2 16 15,-1 2-24-15,-3 0-4 0,3 1-24 0,-4-1-76 16,9 4-12-16,-4-4-88 0,3 4-28 0,5-3 76 15,-1-1-24-15,0 4 0 0,0-7-12 0,1 4-52 16,-1-1-4-16,1 1 144 0,-1-4 0 16,1 3 80-16,4-3-4 15,-1 5-68-15,0-3-4 0,0 3 8 16,1-2 0-16,3 3 104 0,1 1-116 0,-5 4-8 16,4-3-132-1,1 3 64-15,0-1-80 0,-2 3 56 16,2-4-40-16,3 4 0 0,-3 0 140 15,4 0 36-15,-1-3 52 0,4 3-36 0,1 0 88 16,-6 0-36-16,6 0 76 16,0 0-172-16,-1 0 44 0,1 0 8 0,7-4 68 15,-4 4-116-15,0 0-12 0,0 0 28 16,5 0-36-16,-5 0 8 0,4 0-88 0,1 0 84 0,3 0 4 16,-4 0 0-16,4 0 92 15,1 0-80-15,-1 0 76 0,1 4-80 16,-1-1-4-16,0-3-4 15,5 4-12-15,-5-1 12 0,0-1 0 16,4 3 0-16,-3 0 116 0,-1-2 72 16,5 4 4-16,-2-4-184 0,2 6 4 15,4-3-8-15,-5 1-4 0,0 3-12 16,4-2-76-16,-3 3 0 0,-2-3 76 0,-2 6-60 16,7-5 72-16,-7 4 4 0,3-3 0 15,-3-1 72-15,2 0-12 0,2-2 24 16,-1 3 24-16,-3-1-48 0,2-3-52 0,6 4 48 15,-4-3-60-15,-1-2-8 0,0 2-92 16,4-1 24-16,-7 1 0 0,6-1 76 16,-2 0-100-16,0 0 96 0,3 1-104 0,0 0 108 15,1-2 48-15,-2 1 4 0,6 1-48 16,-4 0-8-16,2-2-208 0,1 2 200 0,5 0 12 16,-5-1 116-16,1-3-52 15,3 1 12-15,-4 2 24 0,4 0 180 0,-4-3-80 16,5 1 116-16,3 2-152 0,4 0 0 0,1 4-24 15,3-4-140-15,0 8-264 0,0-6 36 32,4 5 24-32,-4-4-212 0,5 8 8 15,-1-6 92-15,-4 6 176 0,4-5 128 16,-4 8 12-16,9-4 64 0,-6 0 36 16,2-1 128-16,3-2-136 0,4 3 48 15,1-4-92-15,-6 1 4 0,10 0-40 0,-1-1 216 16,4 2-128-16,0-2-88 0,4-2 64 15,4 0 60-15,1-2-84 0,7-1 100 0,-1 3 48 16,2-7 40-16,3 2-52 0,3 0 28 16,6-3 8-16,-1-2 4 0,0 4 0 0,0-4-228 0,4 0-112 15,0 0-268-15,0 0-124 0,4 0-12 16,4 0 24-16,4-4-628 0,0 2-1445 16,-1-8-3219-16</inkml:trace>
  <inkml:trace contextRef="#ctx0" brushRef="#br1" timeOffset="134819.237">22184 8972 1788 0,'0'0'2556'0,"0"0"-772"0,0 0-640 0,0 0-144 16,0 0-68 0,0 0-208-16,0 0 232 0,0 0 189 0,48 3-441 15,-20-3-80-15,4 0 608 0,4 0-576 0,3 0-76 16,2 0-148-16,6-6-8 15,1 6 0-15,3-3-52 0,1 0-36 16,1 3-164-16,3 0-100 0,-2 0-72 0,2 0 0 16,4 0-160-16,0 0 24 0,0-7-36 15,0-2-76-15,0 0-52 0,-4-1-84 0,-1-3-136 16,-3 4-144-16,-8-1-104 0,-4 1-324 16,-9-2-172-16,-3 6-409 0,-12 2-575 15,-4-3-1636-15</inkml:trace>
  <inkml:trace contextRef="#ctx0" brushRef="#br1" timeOffset="135151.101">23268 8699 10136 0,'0'0'877'0,"0"0"-877"0,0 0-709 0,0 0 709 0,0 0 220 16,0 0 193-1,0 0 23-15,0 0-76 0,96 4-76 16,-77 5-68-16,1 4 28 0,1-4-64 16,-2 4 12-16,5 0-52 0,-4 2 24 15,-4-2 92-15,4-4-64 0,-8 4 0 16,4-3-192-16,-4 2-8 0,-5 1 0 16,2-1 4-16,-5 2-60 0,0 2 60 15,-4 3-4-15,0-4-40 0,0 8-4 0,-13-4-52 16,-2 6 96-16,-2-3 8 0,-6 4 92 0,-5-5-4 15,0 2 40-15,0-4-28 0,4-2-100 16,0-5-216-16,1-2-244 0,6-7-228 16,2 0-288-16,6-3-621 0,2-3-1283 15,3-10-2896-15</inkml:trace>
  <inkml:trace contextRef="#ctx0" brushRef="#br1" timeOffset="136132.888">24635 8674 5156 0,'0'0'1208'0,"0"0"-376"0,0 0 132 0,0 0 240 16,0 0 100-16,-88-3-207 0,68 3-21 0,-4 0-352 31,4 3-124-31,0 3-96 15,4 7-72-15,0 0-120 0,1 6-48 0,2 6-12 16,1 4 24-16,1 5 92 0,2 4 180 16,5 4-116-16,0-7-96 0,4 0-100 15,0-10-64-15,0 0-60 0,4-9-108 16,0-2-4-16,0-8-48 0,5-4-40 0,-2 2 88 16,1-4 72-16,5-6 52 15,6-11-124-15,1-8-12 0,8-7-296 0,-4-9-64 16,4 0-36-16,-4-1 72 0,-4 8 48 15,0 2 52-15,-8 10-52 0,-1 6 72 0,-2 3 80 16,-1 10 32-16,-1 0-32 0,1 3 136 16,-3 6 348-16,6 7 68 0,-3 0-168 15,0 6-8-15,1-1-104 0,-2 5 12 16,1 0-96-16,-4-2 20 0,5 2-8 16,-2-1 24-16,1-3-88 0,0 0-4 15,0-3-108-15,4 0-52 0,0-7-48 0,0 0 64 0,0-2-40 0,4-1-24 31,-1-3-204-31,2 1-352 16,2-4-496-16,5 0-472 0,-7-4-893 0,11-5-1523 16</inkml:trace>
  <inkml:trace contextRef="#ctx0" brushRef="#br1" timeOffset="136693.143">26970 8287 8596 0,'0'0'2016'0,"0"0"-931"0,0 0-277 0,0 0-44 16,-105-58 40-16,77 53 28 16,1-2-12-16,-4 7-264 0,-6 0-84 0,5 9-60 0,-4 8-136 15,-3 8-152-15,-1 8-16 0,-8 13 44 16,5 8 32-16,-6 7-36 16,-3 5-36-16,9 7 72 0,3 0 188 0,4 0 252 15,12-3-244-15,8-4-112 0,8-8-32 16,8-5-4-16,0-4-88 0,12-12-8 15,8-5-136-15,4-10-60 0,4-6 60 32,8-6 76-32,3-10-68 0,1 0 0 0,1-10-8 0,-2-6-80 0,1-6-188 0,-5-3-304 31,-3-5-372-31,-4 2-140 0,-4 3-596 0,-11 0-912 16,-5 6-2209-16,-8-7-2187 0</inkml:trace>
  <inkml:trace contextRef="#ctx0" brushRef="#br1" timeOffset="136858.133">26479 8849 12537 0,'0'0'2164'0,"0"0"-1700"0,0 0 68 0,0 0 696 0,0 0 64 15,60 69-184-15,-40-59-424 0,8-4-376 16,0 1-140-16,3-7-96 0,5 0-72 0,-4-7-292 16,0 1-268-16,-4-7-180 0,-4 1-256 15,-4-1-408-15,-4 3-1208 16,-8 1-2593-16,-8 0-3047 0</inkml:trace>
  <inkml:trace contextRef="#ctx0" brushRef="#br1" timeOffset="137023.02">26706 8893 11569 0,'0'0'1968'16,"0"0"-1472"-16,0 0-28 0,-4 76 252 0,8-51 416 15,4 7 20-15,-3-3-216 0,2-1-212 0,1 1-188 16,0-3-164-1,1-4-236-15,-2 0-140 0,1-3-136 0,5-3-144 16,-6-4-208-16,1 2-152 0,4-6-288 0,-4-2-452 16,8-6-1032-16,-9 0-2281 0,18-19-1799 0</inkml:trace>
  <inkml:trace contextRef="#ctx0" brushRef="#br1" timeOffset="137204.289">27312 8829 4316 0,'0'0'10389'0,"0"0"-8725"0,0 0-1328 0,0 0 136 0,0 0 780 16,0 0 28-16,0 0-388 0,12 70-576 15,-5-66-144-15,10-1-4 0,3 0-32 0,3-3-136 16,9 0-368-16,0-6-264 16,8-7-408-16,0-3-416 0,-4 4-904 15,-4-1-2733-15,-1-4-3415 0</inkml:trace>
  <inkml:trace contextRef="#ctx0" brushRef="#br1" timeOffset="137555.116">28137 8575 14829 0,'0'0'2364'0,"0"0"-1932"0,0 0-232 0,-92 10-4 16,56-1 152-16,-4 4 108 15,-7 6 48-15,3 0-248 0,0 4-48 16,4 2-48-16,8 0-148 0,0 1-12 16,9-1 4-16,6-6-4 0,6-3-12 0,7-3-148 15,4-1-12-15,4 2 12 0,7 0 52 16,10 0 56-16,-2-5 4 0,13 1 0 0,0-1-112 16,0-2 88-16,4 2-116 0,-4-3-44 15,-9 7 48-15,-3-3-4 0,-3 2 104 16,-10 1 84-16,-3 3 44 0,-4 3 180 15,0 1 20-15,-11 1 16 0,-6 5-64 0,-3-1 36 16,1 0-60-16,-1-2-60 0,0-4-100 0,0-7-12 16,8-2-8-16,4-3 0 15,-4-7-200-15,8 0-372 0,0-4-132 0,4-15-408 16,0-3-764-16,4 0-2252 0,16-27-2757 16</inkml:trace>
  <inkml:trace contextRef="#ctx0" brushRef="#br1" timeOffset="137891.898">28205 8893 12853 0,'0'0'1728'16,"0"0"-1248"-16,0 0 52 15,0 0 224-15,0 0 448 0,0 0 20 0,0 0-388 16,95 41-384-16,-71-47-144 0,8-10-152 16,4-6-156-16,3-4-120 0,-3 0-212 15,1 1-120-15,-5 0-64 0,-5 3 148 0,-11 3-12 16,-1 3 56-16,-6 0 64 0,-9 4 24 15,0-1 64-15,-9 3 160 16,-10 4-200-16,-1 3 96 0,1 3 116 0,-6 3 52 0,-3 16-40 16,0 3 60-16,1 7 128 15,-1 2 96-15,0 7 88 0,3 0 76 0,2 1 20 16,3-1 48-16,0 3-16 16,4-6 28-16,5-7-32 0,2-3-164 15,9-6-224-15,4-2-60 0,8-4-60 16,4-3-4-16,4-5-228 0,4-5-32 0,8 0-56 15,4-12-44-15,0-7-112 16,3-3-176-16,5-8-256 0,4-1-320 16,-4-1-640-16,0-5-824 0,-9 8-1705 0,13-18-1463 15</inkml:trace>
  <inkml:trace contextRef="#ctx0" brushRef="#br1" timeOffset="138143.277">29105 8271 10124 0,'0'0'2393'0,"0"0"-1601"0,0 0-348 0,0 0 180 16,0 0 748-16,0 0 132 0,-16 92-268 16,8-51-396-16,0 12-264 15,-4 8-4-15,0 6-60 0,-4 5-148 16,0 5-120-16,4-1 25 0,0 1-101 0,4-8-80 16,4-1-76-16,0-16-12 15,4-3-84-15,4-17 68 0,4-7-80 0,5-10-13 0,-2-5-51 16,9-7-144-16,0-3-60 0,0-13-160 0,0-5-356 31,0-8-484-31,-4-9-512 0,-8 0-868 16,-4 7-1545-16,-4-17-683 0</inkml:trace>
  <inkml:trace contextRef="#ctx0" brushRef="#br1" timeOffset="138302.55">28727 8617 10904 0,'0'0'2005'16,"0"0"-1293"-16,0 0-304 0,0 0-168 15,0 0 432-15,0 0 800 16,0 0-128-16,0 0-320 0,103 47-284 0,-55-40-252 16,7-4-232-16,1-3-252 0,4 0-4 15,0-3-208-15,-8-6-380 0,0 4-468 0,-5-1-768 0,-15 4-2104 0,4-2-3653 16</inkml:trace>
  <inkml:trace contextRef="#ctx0" brushRef="#br1" timeOffset="139109.43">26766 10194 9864 0,'0'0'1537'0,"0"0"-665"0,0 0-360 0,0 0 88 15,0 0 516-15,0 0-56 0,0 0-276 0,0 0-388 16,0 0-232-16,0 0-152 0,0 0-12 16,-8 26 0-16,4 3 92 0,1 9 120 15,-6 6-52-15,1 7-92 0,-3-4-68 16,2-5-136-16,5-7 48 0,0-13-88 0,4-6-12 16,0-7-72-16,0-3-28 0,0 1-140 31,0-4-128-31,4 0-188 0,0-3-348 0,5 0-684 15,-6 0-1001-15,5-9-1123 0</inkml:trace>
  <inkml:trace contextRef="#ctx0" brushRef="#br1" timeOffset="139630.95">26726 9992 9020 0,'0'0'1356'15,"0"0"-287"-15,0 0-193 16,0 0-20-16,0 0 440 0,0 0-100 0,0 0-388 16,0 0-460-16,0 0-348 0,0 0-140 15,0 0 40-15,16-7 100 16,0 7 0-16,5 0-68 0,-2 0-232 15,5 0-520-15,0 0-352 0,4 0-728 16,-9 0-2001-16,5 0-2255 0</inkml:trace>
  <inkml:trace contextRef="#ctx0" brushRef="#br1" timeOffset="139979.102">27288 10106 11489 0,'0'0'1564'0,"0"0"-800"0,-80 47-220 0,48-21 192 0,-4-1 408 16,5 0-180-16,3-3-272 0,4-5-332 0,8-4-176 15,4-4-92-15,9-6-92 0,3 0-188 0,0 1-32 0,0-1-64 16,7 3-4-16,9 3 288 0,4 4 76 16,0 0-16-16,7 2-60 0,1-2-88 15,0 0 76-15,-4 1-40 0,0-2 52 16,1 1 48-16,-6-1-48 0,-3 1-44 0,-8-4 44 15,0 7 164-15,-4-3 96 0,-4 6-40 16,0-3-32 0,-12 3-40-16,0-1-52 0,-4 5 28 15,-3-4-60-15,-2 0-56 0,-3 0-8 16,-4-3 0-16,4-3-136 0,1 0-88 16,-1-4-156-16,8-3-20 0,-4-6-132 15,8 0-80-15,4-3-128 0,8-9-396 0,0-4-976 16,8 0-1121-16,12-20-2531 0</inkml:trace>
  <inkml:trace contextRef="#ctx0" brushRef="#br1" timeOffset="140305.62">27611 10353 8716 0,'0'0'2905'16,"0"0"-1841"-16,0 0-284 15,-33 96 184-15,14-64 536 0,3 2-48 0,-4-5-176 16,4-4-652-16,8-6-452 0,4-6-172 15,4-1-104-15,0-5-8 0,8-1 52 16,9-3 56-16,2-3 4 0,5-3 0 16,8-12-40-16,0-4-92 0,3-7 20 0,1 1-60 0,-4-7 48 15,5 4-48-15,-10-2-24 0,1 3-300 16,-4 2-64-16,-4-2-48 16,-5 2 40-16,-6 3 204 0,-9 3 24 0,0 3 340 0,-9 2 40 15,-2 2 36-15,-6 3 28 16,-6 3-44-16,3 0 4 0,-4 6-64 0,-4 3-64 15,0 13-112-15,-4 3-52 0,0 9 116 16,0 4 64-16,-3 3 44 0,3 0-8 16,4-3-60-16,4-4-120 0,8-3-48 15,5-9-560 1,2-3-1052-16,9-4-1249 0,0-9-1831 0</inkml:trace>
  <inkml:trace contextRef="#ctx0" brushRef="#br1" timeOffset="140799.997">28009 10159 11837 0,'0'0'1724'0,"0"0"-1620"0,0 0 392 0,0 0 464 0,0 0 524 16,28 73-44-16,-28-41-304 0,0 0-500 0,-4 3-292 16,-4 3-88-16,0 0-72 0,5-2-184 15,-10-3 0-15,9 0-56 0,-4-1-64 16,5-7-124-16,-1-3-76 0,-1-6 40 15,5-7-76-15,0-4-148 0,9-5-112 16,2-7 332-16,6-5 84 0,6-11 64 16,1-6-52-16,4-3-8 0,0-2-44 15,-4 2 68-15,4 7 160 0,-9 2 12 0,1 7 96 16,-4 3-88-16,-4 7 204 0,-4 6 112 16,0 0-40-16,-3 0 24 15,-1 3-84-15,-4 7 12 16,0 3 60-16,0-1-64 0,0 4-60 15,0-4-72-15,0 2-16 0,-4-9-84 0,4 2-4 16,0-3-4-16,0-4 8 0,0 0 12 16,0 0 76-16,0 0 4 0,4-7-92 15,3-2-12-15,5-5-48 0,4 0-64 16,0 0-48-16,0 4-100 0,0 4-36 0,0 6 100 16,-4 0 112-16,4 0 96 0,-4 6 76 15,0 4 48-15,0 4 120 0,-5 0 88 0,-3 5-36 16,0-2-36-16,1 2-64 0,-1-3-28 15,-4-1 4-15,0 1-108 0,0-3-64 16,0-3-88 0,4-4-108-16,-4-3-172 0,3 0-480 0,1-3-188 0,4 0-272 15,8-3-712 1,-4-4-1925-16,8-8-2043 0</inkml:trace>
  <inkml:trace contextRef="#ctx0" brushRef="#br1" timeOffset="141084.497">28786 10369 11581 0,'0'0'2324'0,"0"0"-1612"0,0 0-260 0,-8 80 392 16,4-53 708-16,-4 0-44 0,0-5-528 0,5-6-504 0,3 0-256 15,0-7-220-15,0-3-84 0,3-2-52 0,9-4 88 16,4 0 36-16,8-7-112 16,4-5-72-16,3-11-36 0,-3 4-36 15,0-3-88-15,-3 3 60 0,-5 0 112 0,-9 0 60 16,-3 3-24-16,-8 0-112 15,0 0 88-15,-4 0 60 0,-11-3-60 0,-5 3 76 0,-8 1 92 16,-4 2-80-16,0 7 0 0,-4 6 76 0,8 0-80 16,-4 12 88-16,4 7 0 15,4 4-56-15,0-1-4 0,9 0 52 0,-2-3-128 32,13-7-116-32,1-1-624 0,3-11-636 15,3 0-668-15,6 0-1017 0,14-19-1231 16</inkml:trace>
  <inkml:trace contextRef="#ctx0" brushRef="#br1" timeOffset="141314.727">29121 10204 11581 0,'0'0'2148'0,"0"0"-1400"0,0 0-268 0,0 0 12 16,51 89 236-16,-47-67 324 0,5 4-344 16,-5-1-264-16,-4 3-200 0,4-2-132 0,-4 0-56 15,0-1-56-15,0-3-8 0,-4 0 4 16,4-3 4-16,-8-3-40 0,8-3 40 0,-5-7 88 15,5-3 60-15,0-3 60 0,0-3 12 16,0-9 320-16,13-11-248 0,-2-5-180 16,6-13-112-16,6 0-84 0,1-1-72 15,4 1-52 1,0 9-76-16,0 4-220 0,4 5-320 16,-4 8-488-16,-4-2-824 0,-5 9-2149 0,9-3-1575 0</inkml:trace>
  <inkml:trace contextRef="#ctx0" brushRef="#br1" timeOffset="141615.955">29599 10243 12625 0,'0'0'2176'16,"0"0"-2060"-16,0 0-4 15,0 0-88-15,0 0 592 0,0 0 368 0,0 0-264 16,0 0-372-16,8 75-124 0,-8-46 20 15,0 6-96-15,0 7 28 0,-8 2 104 0,-8 6 252 0,0 4-80 32,-8 0-120-32,5 3-76 15,-9 1-48-15,7-5-124 0,-3 2-36 0,9-4-44 0,2-10-4 16,2-4-92-16,7-1-32 0,-4-11 40 0,8 1-28 16,-5-8-8-16,5-1-148 15,0-8 20-15,0-3-144 0,5-2-260 0,-1-1-360 0,0-3-172 16,4-3 128-16,-1-10-172 15,2-3-224-15,3-9-885 0,-5 3-631 0,2-26-2292 0</inkml:trace>
  <inkml:trace contextRef="#ctx0" brushRef="#br1" timeOffset="141970.46">29515 10328 3220 0,'0'0'3012'16,"0"0"-1520"-16,0 0-308 0,0 0 4 15,0 0 169-15,0 0-369 16,80-57-148-16,-60 48-328 0,-4-2-96 16,4 6-96-16,-5 2-56 0,6-4-136 0,-10 7-28 15,6-4 36-15,-6 4-32 16,2 0-100-16,-2 4-4 0,1-1-88 0,-3 4 72 15,-2 2-32-15,-3-2-20 0,4 5 68 16,-8-3 96-16,0 8-92 0,0-5 44 16,-4 7 16-16,-8 0-52 0,-4 3 0 0,1 0 0 15,-9 4-12-15,-1-3-88 0,-3-1-88 0,0 0-104 16,0-3-160-16,1-7-32 0,3-2-12 16,8-10-76-16,0 0-272 0,9-13-869 15,2 1-1291-15,5-26-2784 0</inkml:trace>
  <inkml:trace contextRef="#ctx0" brushRef="#br1" timeOffset="142133.851">30324 9499 5112 0,'0'0'0'0,"0"0"-2332"16,0 0 480-16,0 0 1276 0,0 0 576 0,0 0 588 16,0 0-588-16,0 0-939 0</inkml:trace>
  <inkml:trace contextRef="#ctx0" brushRef="#br1" timeOffset="143061.849">30113 9604 4232 0,'0'0'2032'16,"0"0"-588"-16,0 0 20 0,0 0 128 16,0 0-215-16,0 0-165 15,0 0-56-15,0 0-184 0,0 0-176 0,0 0-172 16,0 0-76-16,8 45 416 0,-8-7-240 0,0 9-220 16,-12 13-196-16,0 10 108 0,-4 6 120 15,0 4-36-15,-3-1-148 0,-2 1-87 16,5-1-213-16,0-9-52 0,9-6-76 0,-2-10 28 15,5-13-36-15,4-10-37 0,4-8-63 16,5-11-24-16,-2-6-32 16,9-2 8-16,0-8 36 0,5-8 100 0,2-10-40 0,5-7-24 15,4-9 28-15,-4 0-200 16,0-3-12-16,-4 6 172 0,-4 3-48 0,-5 7-24 16,-3 9 132-16,-3 3 104 0,-6 6 8 15,1 5-8-15,-4-1 8 0,0 3 0 16,4 0 48-16,-4 5 64 0,0 6 12 0,0 3 340 31,0 10-32-31,0 1-200 0,-4 3-36 0,-3 1-52 16,-2-7-144-16,5-2 0 0,0-5-144 15,0-5 8-15,4-8-120 0,0 2-136 16,4-4-332-16,9-6-648 0,6-11-4 16,5-4-668-16,-4 2-2253 0,12-20-2215 15</inkml:trace>
  <inkml:trace contextRef="#ctx0" brushRef="#br1" timeOffset="143199.68">30587 10192 10997 0,'0'0'2408'0,"0"0"-1240"0,0 66-548 16,0-31-28-16,-4 3 648 0,-4 0 84 15,4 0-116-15,1-2-388 0,-6-8-356 0,5-3-404 16,4-6-60-16,0-3-464 16,0-6-232-16,0-4-252 0,0-6-560 0,4-3-748 0,0-4-1792 15,4-18-2453-15</inkml:trace>
  <inkml:trace contextRef="#ctx0" brushRef="#br1" timeOffset="143353.22">30575 10051 12985 0,'0'0'2180'0,"0"0"-2064"0,0 0-52 0,0 0-52 0,0 0 140 16,107-22-152-1,-66 13-164-15,2-4-960 0,-7 5-1200 16,24-6-3657-16</inkml:trace>
  <inkml:trace contextRef="#ctx0" brushRef="#br1" timeOffset="143616.631">31264 10057 9232 0,'0'0'4957'15,"0"0"-4097"-15,-84 58-368 0,49-33 600 0,-9 7 596 16,-4 0-200-16,8-4-340 16,5 2-564-1,11-9-376-15,3-1-168 0,14-1-40 16,3-4-124-16,4-2-56 0,7 3-16 0,14-3-8 15,3-4-4-15,8-3 60 0,-1 1-8 16,1-4-88-16,4 0-16 0,-8 1 16 0,-4-2 84 16,-8 9 40-16,0 1 120 0,-8 1 48 15,-4 6 112-15,-4 0 132 16,-8 3 52-16,-5 0-88 0,-2 0-112 0,-2 1-32 16,2-7-76-16,2-4-36 0,6-3-148 15,3-4-156-15,4-5-356 0,0-5-212 16,8-9-164-16,4-9-256 0,7-9-268 0,6-6-404 15,-5 6-1941-15,8-16-267 0</inkml:trace>
  <inkml:trace contextRef="#ctx0" brushRef="#br1" timeOffset="144048.57">31404 10192 3952 0,'0'0'4672'0,"0"0"-2536"0,0 0-339 0,0 0-217 16,0 0-364-16,0 0-184 0,0 0-112 0,56 72 84 16,-56-46-216-16,-5-1-112 0,-2 1-52 15,-1-1-284 1,0-6-228-16,3-3-112 0,5-6-100 15,0-3-56-15,0-5-200 0,13-2 40 16,2 0 132-16,6-9-88 0,7-8-144 0,3-1-88 16,-3-1-76-16,4-4 84 0,-4 4 208 15,-4 7 52-15,-1-1 52 16,-2 6 184-16,-10 5 60 0,2 2 276 0,-9 0 124 0,0 2-40 16,-1 2 12-16,-3 2-24 0,0-3 36 15,0 4-64-15,0-4-100 0,0 3-108 16,0-6-112-16,0 3-60 0,0-3-124 0,0 3-20 15,4-3-76-15,0 0-136 0,5 0 120 16,-1 0-8-16,3-6-16 0,2 3-60 16,2 0 88-16,-2 3 44 0,-2-3 4 0,-3 3 48 15,1 3 84-15,-2 3 52 0,1 4 176 0,0 2-28 16,-4 4-36-16,0 0-104 0,4 0 88 16,-4 3 16-16,4-2-104 15,-4-3-8 1,-1 3 52-16,6-4-40 0,-1-1 60 0,-4-3 100 15,3 1-36-15,2 0-136 16,-1-4-136-16,3-3-232 0,2 0-188 0,2 0-216 16,2-3-232-16,2 0 148 0,5-6-160 15,4 0-628-15,0-7-1217 0,-4 3-255 16,12-5-1172-16</inkml:trace>
  <inkml:trace contextRef="#ctx0" brushRef="#br1" timeOffset="144142.36">32308 10455 4880 0,'0'0'4580'0,"0"0"-2707"0,0 0-745 0,0 0-284 0,0 0-44 15,0 0-460-15,0 0-340 16,0 0-48-16,0 0-996 16,-88 35-3145-16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08:11.41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19734 5467 4332 0,'0'0'484'0,"0"0"-80"0,0 0 1988 0,0 0-652 0,0 0-228 16,0 0-227-16,0 0-97 0,0 0-120 15,0 0-132-15,24-54-96 0,-24 54-76 16,4 0-204-16,-4 0-136 0,0 0 80 16,0 7 112-16,-4-1-76 0,-1 10 72 15,-2 3-136-15,-1 9-48 0,-5 11-88 0,2 5 281 16,-5 10-321-16,0 6-80 0,-4 10-220 15,4 3-152 1,-4 3 56-16,1 7 92 16,-2-1 4-16,5 1-48 0,-3-1-108 0,-2-2-40 0,6-7 51 15,2-13-63-15,6-9 28 0,-1-16 92 16,4-3 16-16,-1-10-36 0,5-6-28 0,0-3-96 16,0-8-144-16,5-1-924 15,3-4-68-15,3 0-356 0,2-13-144 16,6-9-568-16,-2 3-2217 0,2-25-1607 0</inkml:trace>
  <inkml:trace contextRef="#ctx0" brushRef="#br0" timeOffset="310.917">20065 5423 4000 0,'0'0'6292'0,"0"0"-5379"0,0 0-485 0,0 0 160 16,0 0 460-16,0 0 184 0,0 0-220 0,0 0-180 16,-5 75-212-16,1-39-144 0,-3 2-56 0,-5 10 12 15,-4 2-60-15,0 8-128 16,0 8-84-16,-8 4-60 0,-1 2-88 0,-2 12-4 16,0-1-8-16,-1-1-88 15,0 0 76-15,3-2-48 0,-3-8-28 0,4-5-32 0,5-6 56 16,-1-11-44-1,4-5-28-15,4-14-12 0,8-8-88 0,0-10 12 0,4-7-60 16,0-4-224-16,0-2-292 0,4-2-436 16,4-10-768-16,0-2-717 0,8-27-2459 0</inkml:trace>
  <inkml:trace contextRef="#ctx0" brushRef="#br0" timeOffset="833.653">20024 5515 10468 0,'0'0'1453'0,"0"0"-569"0,0 0-196 0,0 0 176 0,0 0 60 31,0 0 72-31,0 0-148 0,88-61-216 16,-56 55-172-16,0 0-140 0,7 2-76 15,2 4-32-15,-1 0-80 0,-1 10 16 16,-3-1-148-16,-3 4 0 0,-6 6 12 0,-7 3 0 0,-4 3 52 0,-4 7-52 15,-12 7 48-15,0 8-48 0,-17 2-12 16,-2 4-4-16,-5 1-40 0,-8 0 44 16,0-3 60-16,1-3 16 0,-5-1-28 15,0-6-48-15,4-3 0 16,-1-3-4-16,2-6-68 0,-1-4-52 16,5-6 12-16,-5-3 52 15,8-7-76-15,0-2-96 0,3-4-52 0,6-3 100 16,-1 0-64-16,4-3-60 0,-1-4-92 15,2 1 128-15,3 0-28 0,4 0 16 0,0-1 192 16,4 7 92-16,0-3 160 0,0 3 16 16,0 0-40-16,0 0 4 15,0 0-44-15,8 3-92 0,4 7 260 0,0-1-4 16,0 1 24-16,8 3-48 0,-1 5-28 0,2-2-12 16,3 3 16-16,0 0 8 0,-1 4-132 15,5 2 68-15,-4 4-32 0,0 2-76 16,-1 2-48-16,2 4 16 0,-1-2-16 0,0 0-4 15,-5-3-108-15,1-6 52 0,1-1-4 16,-6-8 52-16,2-3-84 0,-6-3 32 16,2-3-8-1,-6-1-40-15,1-3-60 0,0-2-272 0,1-2-436 16,-6 0-420-16,5-2-540 0,0-9-892 16,-4 3-2181-16,-4-12-943 0</inkml:trace>
  <inkml:trace contextRef="#ctx0" brushRef="#br0" timeOffset="1297.166">20610 5245 7692 0,'0'0'556'16,"0"0"1696"-16,0 0-963 0,0 0-225 15,0 0 236-15,0 0-216 0,0 0-164 16,0 0-44-16,0 0-132 0,80 12-88 0,-68 4-76 16,-8 3-200-16,-1 6-160 15,-3 5-84-15,0 4-52 0,-3 8-84 0,-9-4-116 16,4-1-68-16,-4-1-100 0,8-11-120 15,0-9 84-15,0-6 48 0,4-4-12 16,0-6 0-16,4 0 8 0,0 0 4 16,4-6-64-16,0-7 136 0,0 0 124 15,4-3 76-15,0 1 64 0,0-2 12 0,-1 4-64 16,2 4 0-16,-2-1 88 0,2 8 60 0,-5-2 4 16,-1 1 8-16,6 3 52 0,-5 0-48 15,-1 3-4-15,1 3-36 0,1 1-12 0,-1 3-12 16,-5-1-36-16,1 3-76 15,0 7-136-15,-4 4-48 0,0 6-140 16,-4-1-256-16,-3 7-388 0,3-2-656 0,0-8-1580 16,4 2-3517-1</inkml:trace>
  <inkml:trace contextRef="#ctx0" brushRef="#br0" timeOffset="1848.063">20913 6147 5236 0,'0'0'1368'16,"0"0"2716"-16,0 0-2147 0,0 0-381 0,0 0-228 15,0 0-48-15,0 0-360 0,0 0-240 0,92-7-188 16,-64 7-112-16,4 3-84 16,3 1-40-16,1-1-144 15,0 0-100-15,4 0 52 0,-4 0-64 16,0 1-60-16,3-1-28 0,-7-3 16 0,5 3-88 16,-9-3-160-16,-1 0-588 0,1 0-616 15,-8-3-1084-15,0 0-3845 0</inkml:trace>
  <inkml:trace contextRef="#ctx0" brushRef="#br0" timeOffset="2537.045">22212 5743 3360 0,'0'0'1592'15,"0"0"3616"-15,0 0-3815 0,0 0 19 16,0 0-280-16,0 0 196 0,0 0 16 16,0 0-16-1,0 0-368-15,0 0-296 0,0 0-456 0,-24-9-208 16,-3 34-196-16,-5 10 12 16,-1 6 12-16,-7 8 24 0,9 1 64 15,-1 4-64-15,4-7-36 0,9-5 72 0,6-10 48 16,5-10 16-16,4-6-52 0,4-7-48 15,0-2 0-15,8-4-12 0,0 0 100 16,8 3 48-16,-4-3 12 0,8 7 8 0,-5-1 0 0,6 7 64 16,-5 3 4-16,0 3 48 15,-5 8 136-15,-2-3 168 0,-1 9-72 0,-8-5-48 0,3 4-40 16,-3 0-48-16,0 1-60 16,-3-3-100-16,-5 0-60 0,4-5-4 15,-1-2-80-15,5-8-100 0,0-5-60 0,0-3-60 16,5-7-80-16,3-3-316 0,7 0-80 31,2-13-76-31,7-5-692 0,-5-2-1696 0,13-14-2037 16</inkml:trace>
  <inkml:trace contextRef="#ctx0" brushRef="#br0" timeOffset="2835.962">22543 6147 3220 0,'0'0'8361'16,"0"0"-6849"-16,0 0-840 0,0 0 484 15,-17 85 404-15,10-53 68 0,-1 0-336 16,0-4-424-16,4 1-428 0,-1-7-280 0,5-6-160 16,0-3-44-16,5-4-8 0,3-5 52 15,4-2 4-15,4-2-4 16,7-6-48-16,1-7-84 0,4-6-76 0,0-3-12 0,0-3 0 0,0-4-52 16,0 4 128-16,-8-1-16 0,0 1 60 15,-4 6 100-15,-12 0 24 0,0 3 100 16,-4 0 0-16,-8 4-16 0,-8-4 28 0,-4 0-100 15,4 4-36-15,-4 1 0 32,1 5 124-32,2 4-64 0,-3 2-60 0,4 2-108 0,0 4-100 15,-3 7-148-15,2-1 12 0,2-1-100 0,2 1-508 16,2 1-724-16,3-3-1336 16,-1-1-3733-16</inkml:trace>
  <inkml:trace contextRef="#ctx0" brushRef="#br0" timeOffset="3221.057">23072 5722 12089 0,'0'0'1916'16,"0"0"-1488"-16,0 0 456 0,0 0 324 0,0 0-260 16,0 0-132-16,0 0-236 0,0 0-336 15,0 0-156-15,0 0-88 0,84 9-88 16,-68 0 76-1,0 1-36-15,-4-1-72 0,0 0 120 16,-4 4 12-16,-4 3 40 0,0 3 56 16,-4 7 16-16,-4 2 108 0,-8 5 148 0,-4 4-148 0,1 1-144 0,-2 0-80 15,2 0-8-15,2-3-160 0,5-2-48 0,5-8 24 16,3 0-24-16,0-3 136 0,0-3-128 16,7-3 104-1,1 0-4-15,5 0 100 0,-2 0 0 0,2-1 76 16,-2 2 32-16,1 2-108 0,0 0 60 15,-4 3-56-15,0 0 0 0,-4 0 104 16,-4 4-56-16,4-4-52 0,-4 3-52 0,0 0-8 16,0 5-12-16,-4-2-188 0,-4-3-232 15,0 7-4 1,1-4-160-16,-6 4-484 0,1 4-660 0,-4-5-344 0,-3 4-341 0,6-6-1423 16,-11 8-1128-16</inkml:trace>
  <inkml:trace contextRef="#ctx0" brushRef="#br0" timeOffset="4506.857">12789 6000 5896 0,'0'0'4136'0,"0"0"-3492"0,0 0-231 16,0 0 2227-16,0 0-1072 0,0 0-548 0,0 0-108 15,0 0-132-15,0 0-176 0,88 20-124 16,-60-11-48-16,7-3-128 0,1 1 16 16,8-4-124-16,4 3-52 15,4-6 28-15,8 3-100 0,-1-3 0 0,5 0-68 16,0-6 108-16,7 3-100 0,-2-3-12 15,2-1-28-15,4 4 28 0,-2 3 4 16,-2 0-4-16,1 0-68 0,0 0 64 0,-1 3-108 16,1 0 28-16,0 4 36 0,3-1-64 15,-3 0 100 1,4 1 0-16,3-4-108 0,1 0 112 0,4 0-4 0,4-3-52 0,4 0 52 31,-1 0 0-31,1-3-36 0,0 3 36 16,-9 0 4-16,-3 0-68 0,-5 0-156 0,-3 3 60 15,0 0 76-15,-5 4 36 16,1-3 8-16,4-2-56 0,-4-2-40 0,-1 0 76 16,9 0 56-16,-4-2-56 0,3-5 64 15,1-6 16-15,-4 3-4 0,-5 1 0 0,2-1 4 0,-10 4 0 16,0 3-8-16,-3-1-72 16,-7 4-64-16,2 0 124 0,-7 0-108 15,0 7 120-15,0-4 8 0,-4 4 4 0,-1-4-4 16,2 0 80-16,-2 0-40 0,5-3 112 15,-4 0-48-15,0 0-16 0,-1-3-8 16,1 0-76-16,0-4 0 0,-4 4 36 0,0 0-48 0,-1 0-8 16,1-1-52-16,-4 4 48 15,1 0-52-15,-6 4-80 0,1-1 144 16,-4 3-12-16,-8 1 12 0,4-4-8 0,-4 3 4 16,-4-3-48-16,0 0 48 0,-4-3 0 15,-4 4-56-15,0-4-136 0,-1 0-276 0,-3-4-144 16,0 1-404-1,-3-3-1184-15,-18-7-3653 16</inkml:trace>
  <inkml:trace contextRef="#ctx0" brushRef="#br0" timeOffset="4790.819">17248 5703 11549 0,'0'0'1412'0,"0"0"-752"0,0 0 52 0,0 0-144 16,87 40 112-16,-63-27 364 0,0 3-148 0,4 3-252 16,3 0-148-16,1 0-192 15,5 3-80-15,-5-3-40 0,0 3-100 0,-4-3-84 16,-1 1-116-16,-7-1 52 0,-9-3-84 16,-2-1 140-16,-5 4 8 0,-4-3 0 15,-4 3 4-15,-12 3 144 0,-8 5-24 16,-3-6-64-16,-10 5-60 0,-3-1-160 15,-7 0-36-15,-9 1-148 0,-8-1-196 32,1 0-552-32,-6 2-476 0,9-6-876 0,13-4-653 15,-5 1-1083-15</inkml:trace>
  <inkml:trace contextRef="#ctx0" brushRef="#br0" timeOffset="5873.802">8315 5626 5168 0,'0'0'156'0,"0"0"2872"0,0 0-840 0,20-83-503 15,-16 57-421-15,0 1-68 0,-4 3-88 16,4-3-116-16,-4 3-12 0,0-4 72 16,0 7-220-16,-8 0-172 0,-1 0-120 15,1 3-188-15,-3-3-144 0,-6 3-64 16,-2 0-140-16,3 4-4 0,-3-1 24 15,-6 3-24-15,9 4-96 16,-8 0 48-16,5 3-28 0,-6 3-68 16,1 0-28-16,0 6-144 0,1 7 36 15,-5 6 48-15,0 9-12 0,0 7 24 16,-4 9 24-16,4 11 96 0,0 1-8 16,8 8-28-16,-3 3 124 0,3 3-36 0,8 0 44 0,-1 2 0 15,13 2-48-15,0 2 52 0,4 0 4 0,13 0 120 16,3-6-52-16,-1 0 140 15,5-12 20 1,1-5 0-16,-1-11-48 0,-1-11 48 0,1-6-36 0,4-6-64 16,-4-6 4-16,0-7 20 0,-1-2-8 15,1-4-4-15,4-4 16 0,0-8-76 16,-3-3-16-16,-1-8-68 0,-1-3-388 16,-3-2-88-16,0-4-156 0,-4 4-180 15,-9-4-296-15,2 3-516 0,-5 0-860 0,-4 4-1453 16,-4 9-119-16,-16-9-384 0</inkml:trace>
  <inkml:trace contextRef="#ctx0" brushRef="#br0" timeOffset="6040.387">8072 6092 3816 0,'0'0'4268'0,"0"0"-2092"0,0 0-347 15,0 0-285-15,0 0-300 0,0 0-364 0,0 0 128 16,0 0 380-16,0 0-232 0,0 0-176 16,0 0-100-16,95 44-260 0,-67-37-279 15,-4-3-161-15,4-1-180 0,0-3-36 16,-5 0-108-16,5 0-124 0,0-3-329 15,0-4-291-15,0-2-128 16,-4 0-576-16,4-2-1124 0,-12 5-2537 16,0-7-2759-16</inkml:trace>
  <inkml:trace contextRef="#ctx0" brushRef="#br0" timeOffset="6173.758">8427 6169 3464 0,'0'0'5692'0,"0"0"-4500"0,-21 70-395 0,14-39 439 0,3 8 140 0,-1-1 104 16,1-4-96-16,4-2-164 0,0 0-380 15,0-7-372-15,9-3-468 0,-1 1-172 16,3-7-148-16,2-6-224 0,6-4-460 0,1-6-276 16,1-16-688-16,-2 0-1005 0,13-26-3435 15</inkml:trace>
  <inkml:trace contextRef="#ctx0" brushRef="#br0" timeOffset="6529.269">8865 5347 13477 0,'0'0'1976'0,"0"0"-1688"0,0 0 220 0,0 0 28 16,0 0 456-16,0 0 20 0,4 82-324 16,-4-44-284-16,3 10-144 0,1 5-52 15,-4 11-136-15,0 9-72 0,0 7-12 0,-7 8-88 16,-5 5-132-16,-1 2 52 15,2 0-4-15,-2-9-24 0,6-6 96 0,3-11 64 16,0-8 48-16,4-14 0 0,0-3 40 0,8-9 292 16,-1-6-100-16,2-7-112 0,3-3 40 15,-1-6-12-15,2-7 60 0,6-3-28 16,5 0 64-16,4-3 120 0,8-3 64 0,1-3-183 16,-2 1-125-16,1-2-120 15,-4 0-44-15,-4 1-80 0,0 2 112 0,-9 1-181 16,1 0 45-1,-4 3-56-15,-4 0-224 0,4 0-376 0,-8 0-300 16,4 0-1036-16,-4-3-2644 16,-8-4-3885-16</inkml:trace>
  <inkml:trace contextRef="#ctx0" brushRef="#br0" timeOffset="6899.995">9287 6317 9608 0,'0'0'3917'15,"0"0"-2661"-15,0 0-804 0,0 0 140 16,23 68 700-16,-23-43-16 0,4 7-156 16,-4-1-484-16,0 5-236 0,0-4-240 0,0-1-160 15,0-3-12-15,5-2-96 0,-1-7-64 16,0-5-60-16,0-9 60 0,0-2 64 15,-1-3 104-15,5 0 4 0,5-6 60 0,2-7 36 16,2-6 4-16,7-6-48 16,-1-4-52-16,1 1-112 0,8-4-20 15,-4 9-28-15,0 1-36 0,0 6-12 0,-4 7 24 0,0 6 36 16,-9 3-44-16,6 3 192 0,-6 6 272 16,-2 4 108-16,2 4-196 0,-7 4 0 15,-3 2-124-15,-1-1 24 0,-1 0-32 16,-3 3-52-16,0-3-208 0,0-2-168 15,0-5-400-15,0 1-508 0,0-6-960 0,0-4-2781 16,0-6-4371-16</inkml:trace>
  <inkml:trace contextRef="#ctx0" brushRef="#br0" timeOffset="7292.104">10080 5388 6564 0,'0'0'3152'16,"0"0"-703"-16,0 0-333 0,0 0-388 15,-83 35-400-15,58-20-316 0,5 11-260 16,1 2-200-16,-1 4-60 0,3 5-28 0,-2 5-88 16,2 3-84-16,6 5-72 0,-2 2-40 15,2 8-44-15,7 0-15 0,-4 4-9 16,3 6 68-16,5-7-36 0,0 1 76 16,5-4 44-16,3-6-80 15,7-7-76-15,2-3-60 0,3-5-36 16,-1-10-12-16,2-4-108 0,3-6-84 15,-1-6-4-15,5-4-44 0,0-9-184 0,4 0-233 0,3-6-187 16,-3-10-316-16,5-6-816 16,-14 3-2080-16,5-13-3813 0</inkml:trace>
  <inkml:trace contextRef="#ctx0" brushRef="#br0" timeOffset="7689.761">10382 5397 8620 0,'0'0'2741'16,"0"0"-1229"-16,0 0-160 0,0 0 60 0,0 0-220 16,-20 99-36-16,16-55-316 15,0 10-216-15,4 9 0 0,-3 4-12 0,3 3-64 0,0 6-124 0,-4 4-215 0,4-1-141 16,-4 1-68-16,0-4-72 15,0-9-113-15,-4-14-167 0,8-11 12 16,0-14 36-16,3-15-48 0,6-10-212 0,3-3-344 16,8-13-252-16,-1-9 28 15,-6 0-1012-15,15-28-2733 0</inkml:trace>
  <inkml:trace contextRef="#ctx0" brushRef="#br0" timeOffset="7901.286">10646 5473 11789 0,'0'0'1472'15,"0"0"-1116"-15,0 0 240 0,-4 77 292 0,-1-33 296 0,-3 7 160 16,5 9-304-16,-5 3-304 0,4 8-112 16,-5 1-100-16,-2 5-180 0,3 2-236 15,-1 1-108-15,-2-5-388 0,7-5-164 16,-4-12-208-16,8-11-248 0,-4-15 68 0,4-16 32 15,4-13-188-15,0-3-1084 0,4-9-713 16,0-17-2407 0</inkml:trace>
  <inkml:trace contextRef="#ctx0" brushRef="#br0" timeOffset="8249.413">10614 5568 12793 0,'0'0'1984'15,"0"0"-1668"-15,0 0 260 0,0 0 308 0,83-51-28 16,-55 39-100-16,4 3 72 0,0 2-216 0,0 2-256 16,4 5-160-16,-9 0-196 15,-3 0-96-15,-3 8 48 0,-1 5 40 0,-12 6 4 16,-1 10-44-16,-7 6-52 0,-4 6-120 16,-12 10-24-16,-3-3-172 0,-5 2-40 15,-4-6-28-15,4-2 76 0,-1-8 208 0,6-8 196 0,-5-3 4 16,9-7 52-16,2-4-48 15,1-2-4-15,5-1 0 0,7 1-80 0,0 2 80 16,4 4 0-16,3 0 136 0,5 0 112 0,4 4 0 16,0-1 24-16,0-5 0 15,3 3 36-15,-2-1 0 0,3-3-28 32,-1-1-108-32,-2-6 0 0,2 1-160 0,-3-7 12 0,1 0-24 15,-2 0-132-15,-3-10-104 0,4-5-340 0,0-5-300 16,-4-1-500-16,0 2-1504 0,-4-14-4481 15</inkml:trace>
  <inkml:trace contextRef="#ctx0" brushRef="#br0" timeOffset="8545.245">11116 5309 9700 0,'0'0'1985'16,"0"0"-1201"-16,0 0 772 0,0 0-392 16,0 0-92-16,0 0 24 0,95-4-120 15,-67 20-224-15,0-1-176 0,0 8-148 16,0 6-84-16,0 3-172 0,-5 2-160 16,-2 4 48-16,-5 1 24 0,-8 2-80 15,-4 3 84-15,-4 1-76 0,-4-1-4 0,-4 4-8 16,-8-4-136-16,-1 4-120 0,-2-4-160 0,-5 1-220 15,0-4-200-15,4-6-216 0,0-3-460 0,0-10-632 16,1-6-336-16,6-7-221 16,1-9-1943-16</inkml:trace>
  <inkml:trace contextRef="#ctx0" brushRef="#br0" timeOffset="16343.5">24212 2616 4440 0,'0'0'2472'0,"0"0"-112"0,0 0-900 0,0 0-311 0,0 0 319 16,44-70-300-16,-28 48-360 15,0 0-240-15,0-1-152 0,0 1 72 0,-1 3 108 16,-2 0-60-16,-1 3-92 0,-5 1-112 0,6-4-112 0,-2 2-120 15,-3 2-28 1,5-1-68-16,-2 3-4 0,1 0-12 0,0 4-124 16,0-1 64-16,-4 7-112 0,4 0 12 15,0 3-4-15,0 0 16 0,0 6-8 16,-4 7 168-16,0 2 236 0,0 5 160 16,-4 2-384-16,4 3 148 15,-4 4-28-15,-1 6 4 0,-3 3-60 16,5 10-20-16,-1 0-56 0,-4 4-8 0,4 6-80 15,-4 2-4-15,4 4 88 16,0-4-28-16,-1-2 32 0,5-4 48 16,-3-10-36-16,-1-9 36 0,4-7-48 0,-1-8 0 15,-3-5 0-15,5-5-60 0,-5-4 0 16,3 1-52-16,-3-7-48 0,0 0-48 0,5 0-116 0,2-10 16 16,-3-9-412-16,5-6-1260 0,-2 6-2717 15,1-29-3279-15</inkml:trace>
  <inkml:trace contextRef="#ctx0" brushRef="#br0" timeOffset="16645.018">24925 2327 1916 0,'0'0'7196'0,"0"0"-4895"0,0 0-853 0,0 0-440 16,0 0-148-16,0 0-16 0,-79 57-112 15,55-34-244-15,0 2-252 0,-4 6-112 0,0 8 40 16,-4-2 8-16,0 8-84 0,0-1 24 16,-4 7-52-16,1-3 64 0,-1 2-60 15,-3 5 20-15,2-1-32 0,1-3-44 16,-3 0-8-16,3-4-8 0,4-3-68 0,0-6 64 16,8-6-112-16,4-4 36 0,4-9-84 15,4-5-164-15,8-5-76 0,0-5-84 16,4-1-260-16,4-3-964 0,4 0-748 0,4-3-221 15,4-17-4007-15</inkml:trace>
  <inkml:trace contextRef="#ctx0" brushRef="#br0" timeOffset="16867.904">25104 2702 4224 0,'0'0'4116'0,"0"0"337"0,0 0-2965 0,0 0-464 16,0 0 236-16,0 0-4 0,0 0-196 0,0 0-164 15,84 25-236-15,-56-25-232 16,0 0-88-16,0 0-120 0,8 0-76 0,-4-3-144 16,0-4-60-16,3-2-148 0,-7-1-132 0,-3 4-304 15,-6 3-744-15,-7 0-1264 0,-8 3-3977 0</inkml:trace>
  <inkml:trace contextRef="#ctx0" brushRef="#br0" timeOffset="17045.76">24997 3038 7096 0,'0'0'4589'0,"0"0"-2441"0,0 0-844 0,0 0-460 0,0 0-304 16,0 0 48-16,0 0 32 15,0 0 36-15,96 13-324 0,-60-13-204 0,3 0-128 16,2 0-184-16,2 0-140 0,4 0-316 16,-14 0-1536-16,18 0-4185 0</inkml:trace>
  <inkml:trace contextRef="#ctx0" brushRef="#br0" timeOffset="18073.295">26779 1130 640 0,'0'0'1956'31,"0"0"-576"-31,0 0 2752 0,0 0-2656 16,0 0-416-16,0 0 21 0,0 0-41 0,0 0-212 16,-84 25-244-16,67-6-104 15,6 1-100-15,3 2-192 0,-5 3 88 0,6 4-60 0,-1 3-16 0,-5 3 52 16,6 2 40-16,-5 8-32 0,0 3 16 15,0 5 48-15,-4 1-4 16,-4 4 128-16,4 2 20 0,-3 4-148 0,-2 1-76 16,-3 3 52-16,0 1-12 15,1 1 20-15,3-3-96 0,-1 1-160 16,2-5 28-16,3 0-68 0,0 0-8 0,4-2 48 0,0 2-40 16,4-2 136-16,4 2 40 0,-4-3-48 15,0 1 8-15,4-1-20 16,0-3 8-16,-4 3-24 0,4 0-8 0,0-2-4 15,4-1 64-15,-4-3 45 0,4 3-45 16,-4 0-152 0,4-3 4-16,0 3 48 0,0 1 72 0,4-4-48 15,0-1-20-15,4 1-16 0,-3 1-40 16,2-2 4-16,1 5 120 0,4-4-72 16,-4 0-56-16,0-1 8 0,4 2 60 15,0-5 64-15,0 1-64 0,0-3-12 16,4-1-52-16,-5 0-8 0,6 2 0 0,-2-5 0 15,1 3 68-15,1-1-68 0,-2-2-60 16,-3-3-12-16,4 1-88 0,-4-9-152 0,4 3 32 0,-4-4-48 31,0-7-85-31,0-3-343 0,-4-2-268 0,4-5-256 16,-4-5-456-16,4-3-440 0,-9-5-528 16,6-2-1913-16,-5-6-2195 0</inkml:trace>
  <inkml:trace contextRef="#ctx0" brushRef="#br0" timeOffset="19437.17">27324 1120 2608 0,'0'0'640'0,"0"0"3732"0,0 0-2012 0,0 0-631 16,0 0-385-16,0 0 40 0,0 0-96 0,0 0-132 0,0 0-240 0,0 0-260 16,-24 4-260-16,24 2-152 0,-4 1-96 15,4 5 12-15,-4 4-12 0,0 3 0 16,4 6 8-16,-4 4-104 0,0 3-52 0,0 0-48 31,1-1 44-31,-6 5-4 0,5-3-164 16,-4 3-84-16,1 2-124 0,3 0-284 15,-1-3-600-15,5 4-1112 0,0-14-2661 0,0 6-4131 16</inkml:trace>
  <inkml:trace contextRef="#ctx0" brushRef="#br0" timeOffset="20748.035">27164 2273 6368 0,'0'0'1900'16,"0"0"2001"-16,0 0-2737 0,0 0-640 15,0 0-44-15,0 0 140 0,0 0 8 16,0 0-176-16,0 0-96 0,84-66-108 0,-56 62-60 0,0 4-180 16,-1 0-4-16,-2 4 4 0,-5 2 92 15,-5 2-12-15,-2 6-12 0,-2-1 96 16,-3 2 16-16,1 1-28 0,-5 3-36 16,-4 0 24-16,0-3-60 0,0 3 36 0,-4 0-64 15,-9-2-52-15,5-2 56 16,-3 1-4-1,-5-7 16 1,4 1-20-16,-4-3-56 0,4-1 0 0,-4-6 64 16,4 0 108-16,-4 0-52 0,4 0 4 0,-3-3 12 0,-2-7-28 15,6 0-108-15,-6-2-88 0,6-1-60 0,2 1 28 16,5-2-28-16,4 2-88 0,0-1-96 16,0-2-104-16,9-1 64 15,2 3 124-15,-3-3 0 0,8 3-76 0,-4 4-168 0,1 2-768 16,-2 1-1276-16,5 6-2653 15</inkml:trace>
  <inkml:trace contextRef="#ctx0" brushRef="#br0" timeOffset="22290.277">27236 4403 4632 0,'0'0'352'0,"0"0"4572"0,0 0-4344 0,0 0-528 0,0 0 505 16,0 0 135-16,0 0-88 0,0 0-156 15,0 0-308-15,0 0-64 0,92-54-76 16,-72 54-40-16,-4 0 40 0,0 4 168 0,-5 2-116 16,-2 3 316-16,-1 1 164 0,-5 3 116 15,-3-1-308-15,0 4-12 0,0 0-76 16,0 0-76-16,-3 0-16 0,-5-4-32 16,4 1 12-16,-5-7 0 0,6 5 32 0,-5-6 4 15,0-2-28-15,-4 1-60 16,4-4-88-16,-4 0-124 0,4 0-152 0,-4-7-228 15,4-5-136-15,-4-4-356 0,0-3 464 0,1-3-268 16,2 0-852-16,5-5-869 0,0 6-1635 0</inkml:trace>
  <inkml:trace contextRef="#ctx0" brushRef="#br0" timeOffset="22967.948">28233 1232 3596 0,'0'0'232'16,"0"0"2752"-16,0 0-556 15,0 0-1072-15,28 88-43 0,-17-56-33 0,9 4-200 16,0 4-156-16,0 5-160 0,4 2-132 0,-1 4-84 15,1 4 24-15,1 2-188 0,-1 4-52 0,4-3-172 16,-4 7-72-16,-5 1 48 0,9 3-136 0,-8 9 4 16,3-2 44-16,-2 3-48 0,-5 7-48 15,-4 3-40-15,-5-1 80 16,2 8-200 0,-1 2 72-16,-4 6 48 0,-4-2-120 0,0 3 192 15,0 0-168-15,-4 3 72 16,-9-3-112-16,2 0 140 0,-5-1-140 0,0-2 112 15,-4 0-24-15,-4-1 60 0,0-6-12 16,-4-2 76-16,0-7 12 0,-4-7 68 16,5-10 104-1,-5-2-80-15,0-9-92 0,0-2-100 16,4-5-160-16,-4-4-204 0,4-5-268 0,0-4-464 16,4-9-804-16,5-7-745 0,2-10-1983 0,2-12-187 0</inkml:trace>
  <inkml:trace contextRef="#ctx0" brushRef="#br0" timeOffset="29415.491">27455 2816 10132 0,'0'0'1469'0,"0"0"-1021"0,0 0 80 0,0 0 200 31,0 0 312-31,0 0-380 15,0 0-660-15,0 0-40 0,0 0-136 0,0 82 164 16,-4-63-228-16,4 4-432 0,-4 0-348 16,0-2-997-16,-3-2-1195 0,3-3-1648 0</inkml:trace>
  <inkml:trace contextRef="#ctx0" brushRef="#br0" timeOffset="29544.306">27348 3382 3392 0,'0'0'1652'0,"0"0"2764"0,0 0-2827 0,0 0-729 0,0 0-504 16,0 0-356-16,0 0-668 0,-12 69-1461 15,4-56-2967-15</inkml:trace>
  <inkml:trace contextRef="#ctx0" brushRef="#br0" timeOffset="29719.128">27312 3905 3496 0,'0'0'2084'16,"0"0"2400"-1,0 0-2439-15,0 0-945 0,0 0-664 0,0 0-436 16,0 0-232-16,0 0-1044 0,0 0-3217 16,0 0-2487-16,0 0 6317 0</inkml:trace>
  <inkml:trace contextRef="#ctx0" brushRef="#br0" timeOffset="31223.306">29013 2228 2796 0,'0'0'0'0,"0"0"0"0,0 0 4472 0,0 0-2904 16,0 0-284-16,0 0-203 0,0 0-129 16,0 0-224-16,0 0-216 0,0 0-168 15,0 0-92-15,36-19-72 0,-24 13-56 16,4 3 16-16,-4-1 0 0,0 2-132 0,0-1 56 0,0 3-64 0,-4 0-76 16,3 0 12-16,-2-3-48 0,-1 3-40 0,-4 0-12 15,0 0-16-15,-1 3-24 0,-3 2-64 31,0 6-88-31,0 1 272 0,0 4 84 16,-3 6 72-16,-1 7-68 16,-4 2 44-16,-1 8 80 0,-6-1-52 0,3 9-76 15,-8 1-100-15,0 2-28 0,0 2-124 0,0-2-208 0,4-2 60 0,0-7 312 16,9-8 88-16,3-8 244 16,4-6 344-16,0-10-104 0,4 1-332 0,-1-4 4 15,9-6 44-15,1 0 80 0,2 0-280 16,1-13-40-1,8 1 32-15,4-11-132 0,-4 2-332 16,4-3-76-16,-4 2-28 0,-5 0-80 0,1 6-25 0,-3 0-83 0,-10 10 132 16,1 0 76-16,-4 6 76 0,-4 0-184 15,0 0-348-15,0 0 284 16,0 6 728-16,0-3 220 0,0 4 196 0,-4-1 236 16,0 0 124-16,4 4-296 0,-4-1-204 15,1 4 72-15,-1 0-12 0,-5 2-36 0,1 9 112 16,1-6 156-1,-1 4 269-15,-1 3-81 16,2 4-64-16,-1 0 44 0,0 2 304 16,3 1-20-16,1 3 108 0,4 0-540 15,0 3-588-15,0-3 0 0,0 0 236 0,4 1-44 16,1-3-188-16,3 6 92 0,0-1 16 0,-1 0 24 16,-3 3-24-16,5 1-104 0,-2 2-4 15,-3 0 68-15,4 1-24 0,-4-1 12 16,1 1-60-16,-5-4-4 0,4 0 0 0,-4-2 4 15,3-5-12-15,-3-2 8 0,4-3 4 16,-4-4 4-16,4-3 4 0,-4 1 0 16,0-1 64-16,0-4 4 0,0 3-16 15,0-6-48-15,0 3 76 0,0-1-28 16,-8-1-12 0,5 3-36-16,-1-3 64 0,-5-1-28 15,5-2-40-15,-4-3 4 0,5 0 76 0,-5-1-4 16,-1-6 4-16,5 3-32 0,-3-2-56 15,-5-1-12-15,0 2-36 0,0-1 40 0,-4-1 0 16,0 4-68-16,0-7 68 0,-4 3-76 16,-4 0 20-16,0 1 4 15,-4-2-16-15,4-2-44 0,5 0-52 0,-1 0-52 0,3-9-8 0,2-1-312 32,3-5-164-32,0-10-544 0,8-5-1216 0,0-4-1793 15,0-10-1503-15,4 8 4316 0,0-17-491 16</inkml:trace>
  <inkml:trace contextRef="#ctx0" brushRef="#br0" timeOffset="31867.851">29651 2651 4176 0,'0'0'524'0,"0"0"5136"0,0 0-3871 16,0 0-665-16,0 0-16 0,0 0-124 15,0 0-268-15,0 0-136 0,0 0-172 0,8 76-108 16,-4-45-64-16,-1 5-76 0,-3-2 76 15,0 1-88-15,0 0-84 0,0-6-64 16,0 0-16-16,0-3-104 0,0-8-4 16,0-5-12-16,0-3-112 0,0-5-212 15,0-1-76-15,4-4-44 0,1 0-112 0,7-6 212 0,-1-4 368 16,2-3-104-16,2-6 152 0,2 0 64 16,2 0 88-16,-7 0 16 0,0 3 36 15,-4 3 100-15,0 1 112 0,-4 2 160 0,0 4-56 16,0-1-104-16,0 7-16 0,-4-3-112 15,0 3-112-15,0 0-112 16,4 0-76-16,-4 3 64 0,4 4 12 0,4 2 0 16,-4 4 336-16,4 3-16 0,0-1-48 0,-5 6-36 15,2 0 12-15,-5-2-100 16,4 0-148-16,-4 1-212 0,0-5-220 0,0-2-76 16,0 0-88-16,0-4-176 0,0-3-716 15,0 1-916-15,4-7-2041 0,0 0-1803 16</inkml:trace>
  <inkml:trace contextRef="#ctx0" brushRef="#br0" timeOffset="32082.822">30117 2927 3044 0,'0'0'288'15,"0"0"5360"-15,0 0-3155 0,0 0-1057 0,0 0 88 16,0 0-488-16,0 0-252 0,84 42-288 16,-65-36-232-16,2-4-224 0,3 5-40 15,4-7-148-15,0 4-300 0,-1-4-584 0,-3 0-1048 32,8-11-3137-32</inkml:trace>
  <inkml:trace contextRef="#ctx0" brushRef="#br0" timeOffset="32299.327">30658 2769 28 0,'0'0'1068'0,"0"0"6612"0,0 0-6760 0,0 0-224 0,0 0 877 15,-4 88 279-15,4-59-460 0,0-1-576 0,0 4-372 16,0 4-172-1,4-2-60-15,1 1 0 0,-5 3-212 16,0-4-48-16,0-1-328 0,0-1-764 0,0-4-760 0,0-3-2869 16,-5-6-3135-16,1 3 6877 0</inkml:trace>
  <inkml:trace contextRef="#ctx0" brushRef="#br0" timeOffset="49646.975">12371 5064 6576 0,'0'0'1316'0,"0"0"-356"0,0 0-56 0,0 0-40 15,0 0-179-15,0 0-197 0,0 0-104 0,0 0 1188 16,-9-3-812-16,6 9-264 15,-5 0-120-15,4 0-48 0,-4 4-80 16,-4-1 20-16,4 2 96 0,-4 1-28 16,0 1-148-16,0 3-64 0,-4 0-36 15,4 3-28-15,-8-1 4 0,5 5-16 0,-6 2-48 16,1 1-4-16,1 0-44 16,-5 5 40-16,-4 3-104 0,0 8 60 15,-4-1 52-15,0 4 4 0,-4 2-4 0,-3 4-56 0,3-3 44 16,-4 2 12-16,0-2-104 0,0 0 96 15,-4 3 4-15,1-4-48 0,-2 3 4 0,2-1 8 16,-1 1 40-16,-4-1 64 16,5-2-52-16,-2 0-12 0,6 1 0 0,-1-1 84 31,-4 2-84-31,4-5 0 0,1 0 0 16,-2 0-4-16,2 1-40 0,-1-1-16 0,0 1 56 0,0-1 0 15,4 1 4-15,1-5-4 16,-1 2-48-16,-1-1 52 0,5-3 0 15,-3 4-8-15,-1-5 8 0,4 5 68 0,0-4-60 16,-3 0 32-16,3-2-36 16,0 2 60-16,0 0-64 0,0-3 76 0,4-4-16 15,0 1 16-15,0-3-16 0,0-4-52 0,4 0 92 16,1 1-96-16,3-4 44 0,-1 0 4 16,2 1-4-16,-1-4-48 0,4-1 4 0,0-1-4 15,0-2 48-15,4 2-48 16,-4-2-12-16,4 1-52 0,1 0 8 0,-2 3 56 15,-2-3 4 1,7 0-4-16,-5 0 0 0,2-1 48 0,-2 2 40 16,5-2-28-16,-3 1-56 0,2 0 8 15,-2-1 52-15,3-1-4 16,0-3 40-16,0 0-24 16,0 2-28-16,0-4 12 0,4 0-8 15,-4 1-40-15,4-1 48 0,-4 1 4 0,4 2 32 0,-4-2-8 16,0-1-76-16,4 2 0 0,0-3 64 15,-4 6-16-15,4-5-52 0,1 0 4 0,-2 1 64 16,1-3-4-16,4-2-60 0,0-1-4 0,0-1-8 0,0-3-4 16,0 4-8-16,0-4-36 15,0 3 36-15,0-3-40 0,0 0 48 16,0 0-8-16,0 0-36 0,0 0 0 0,0 0-28 16,0 0-20-16,0 0-16 15,0-3 12-15,4-1-36 0,1 1-12 0,2-1 12 0,1-1-88 31,4-5-220-31,4-6-168 0,4 0-356 16,0-5-508-16,-4 4-1336 0,8-18-3241 16</inkml:trace>
  <inkml:trace contextRef="#ctx0" brushRef="#br0" timeOffset="52125.885">11885 6804 2736 0,'0'0'5104'0,"0"0"-4224"0,0 0-232 0,0 0-28 16,0 0 80-16,0 0 1621 0,-8-68-1289 15,4 60-220-15,-4-5-144 0,4 3 48 16,-4 1-140-16,-5-1-40 0,6 1-40 16,-5-1-88-16,0 2-160 0,-4 1 8 15,5-3-108 1,-6 3-12-16,2 4 148 0,-2 3 20 0,1 0-228 16,-3 0-76-16,2 3-56 0,-6 7 52 0,-1 4-44 0,0-3-24 15,0 8-28 1,0 1 100-16,0 2 0 0,0-3-48 15,0 3 96-15,4-3-32 0,1 0-16 16,-2 0-92-16,2 4 92 0,3-5 4 16,-1 1 4-16,2 1-8 0,3 2-12 15,-4 0-40-15,4 0-56 0,0-3 108 16,0 4 4-16,8-5 68 0,-3 6-64 0,2-6 56 16,1 1 32-16,4-4 16 0,0 5-108 0,4-4 8 15,1-4 48-15,6 1-60 0,-3 3-104 16,8-7 104-16,-4 4 12 0,4 1-12 15,-4-3 0-15,8 3 8 0,-5-2 4 0,6-2 0 16,-6 2 72-16,5 1 4 0,1-3 32 16,-2-1-112-16,1 0 4 15,1 1 76-15,2-3-84 16,1 2-4-16,0-3-40 0,0 1 40 16,-1-1 12-16,1 0-4 0,-3 1-16 15,-2-1 8-15,1 3-12 0,-3-2-40 0,-2 2 52 16,-2 2 0-16,-2-3 0 0,-3 5 0 15,-4-4 0-15,0 8 64 0,-4-6-16 16,0 3 48-16,0 1-84 0,0 2 100 16,-8-2-104-16,4 5-8 0,-4-5 4 15,1-2 56-15,-6 3-48 16,1-4 52-16,0 1 20 0,0 0 12 0,-4-4 16 16,0-2-4-16,0 3-20 0,-3-7 32 0,-5 1-72 15,3-2 12-15,-7-2 4 16,5 0 44-16,-5 0-48 0,0 0-60 0,0-6 0 15,0 3-52-15,4-4 52 0,1 0 0 0,3 2-48 0,3-2 40 16,6 0-76-16,3 1 32 0,-1 3 44 0,6-2-52 16,3 0 48-16,-4 3-84 0,4-2-16 15,0 1-32-15,-4-3-4 0,4 6-36 32,0-3-12-32,0-1-108 0,0 1-136 0,0 0-212 15,0 0-176-15,0 3-340 0,8 0-1008 16,-5 0-760-16,6 0-3737 0</inkml:trace>
  <inkml:trace contextRef="#ctx0" brushRef="#br0" timeOffset="65813.034">4932 10636 1828 0,'0'0'1720'16,"0"0"-836"-16,0 0-360 0,0 0 2076 0,0 0-20 16,0 0-1035-16,0 0-609 15,0 0 48-15,0 0 20 0,-32-35-224 0,24 22 216 16,-4 1-136-16,-4-5-264 0,-4-1 20 16,5-1-72-16,-9 0-264 0,3-3-156 15,-2 3-52 1,-1 0 40-16,4 0 60 0,-4 2-172 0,0 4 48 15,-3 4 100-15,2 3-100 0,1 3 124 16,5-1 24-16,-5 4 0 16,0 4-64-16,-4 5-124 0,-4 7 44 0,-4 7-52 15,4 2-60-15,-3 7-36 0,3 2 32 16,0 4 4-16,4 1 12 0,0-2 44 0,4 2-4 0,0-1-40 16,8 0-52-16,-4-4-56 15,12 2 80-15,-4-7 4 0,8-1-4 16,0-9-32-16,4 0 96 0,4-6-112 0,5-1 112 15,6 1 12-15,9-1 96 0,4 1-92 0,8 0 76 16,3-3 8-16,1 2 40 16,8 1-124-16,-4-1 88 0,4 2-92 0,-5 5-12 15,-2-1-4-15,-2 5-56 0,-7 2-16 16,0 4 88-16,-4 0 96 0,-4 0-88 0,-5 1 68 16,2 0 32-16,-10-5 28 0,2 0-132 15,-5-3 92-15,-1-3-24 0,2 1-20 16,-5-5 128-16,0 1-56 0,-4 1 8 0,0-6 52 15,0 9 24-15,-8-1 156 0,-5 0-71 16,-6 0-5 0,3 3-104-16,-8-2-28 15,-4-2-24-15,-4-2-32 0,0 1-40 0,-4-5 0 16,1-3 72-16,-5-2-32 0,4-2-100 16,0-5-156-16,0 4 72 0,0-4-208 15,8 0 124-15,4 0-64 0,9 0 136 16,2 0-24-16,5-4-40 0,1 2 15 0,3-1-63 15,0 0-8-15,4-1-64 0,-4 2-100 0,4-5-108 16,0 3-112-16,0 1-232 0,4-6-368 16,0-1-400-16,7-2-380 0,2-2-640 0,-1 3-1849 15,12-9-1507-15</inkml:trace>
  <inkml:trace contextRef="#ctx0" brushRef="#br0" timeOffset="67617.447">5446 11004 692 0,'0'0'6100'0,"0"0"-4620"0,0 0-508 0,0 0-328 16,0 0 340-16,0 0-19 0,0 0-145 15,0 0-156-15,0 0-116 0,0 0 224 16,0 0-240-16,64 10-92 0,-40-4-40 0,8 0-44 15,0 0-132-15,0-1 176 0,-1-3 48 16,1-2-140-16,4 0-184 0,-4 0 0 16,0 0-40-16,-4-2-80 0,3-3-8 15,-6-1-112-15,-1 4 64 16,-1-4-44-16,1 2-40 16,-4-3-240-16,-4 7-332 15,0-3-196-15,-4 3-524 16,0 0-844-16,-8 0-901 0,-4 3-2231 0</inkml:trace>
  <inkml:trace contextRef="#ctx0" brushRef="#br0" timeOffset="67867.737">5577 11265 10937 0,'0'0'1476'16,"0"0"-1004"-16,0 0-420 0,0 0 308 0,0 0 212 15,0 0 12-15,0 0-44 0,0 0 104 0,0 0 76 16,0 0-136-16,56 0-148 0,-28 0-276 0,0-3-8 16,4 3-28-16,0-4 12 0,0 1-132 15,-4-1 44-15,4-1-48 0,-4 2-88 16,4-3-20-16,-4-1-4 0,-1 0-112 16,5 2-64-16,-5-2-384 0,1 3-536 0,-4-2-1036 15,4 2-2645 1</inkml:trace>
  <inkml:trace contextRef="#ctx0" brushRef="#br0" timeOffset="69506.083">5243 10931 808 0,'0'0'9368'16,"0"0"-6911"-16,0 0-1069 15,0 0-212-15,0 0-28 0,0 0-400 16,0 0-376-16,0 0-372 0,0 0-192 0,0 0-92 16,0 0-16-16,-8 3-88 0,12 4 84 0,3 2 104 15,2 0-28-15,3 8-136 0,-5-1-788 0,2 3-952 16,-1-4-2621-16,-4 5-2087 0</inkml:trace>
  <inkml:trace contextRef="#ctx0" brushRef="#br0" timeOffset="69687.557">5291 11290 7492 0,'0'0'2244'0,"0"0"-631"0,0 0-165 0,0 0-352 31,0 0-336-31,0 0-216 0,0 0-544 0,0 0-152 16,0 0-212-16,0 0 84 0,32 13 268 0,-17-10-280 16,5 0-88-16,5 0-592 0,-1 0-812 0,-9-3-2373 15</inkml:trace>
  <inkml:trace contextRef="#ctx0" brushRef="#br0" timeOffset="71217.698">7574 10036 8884 0,'0'0'1348'16,"0"0"-784"-16,0 0 249 0,0 0 87 16,-45-77 96-16,34 58-84 0,-5 1-180 0,4-1-228 15,-4-1-164-15,4 5 0 0,0-2-76 16,-4 2-216-16,4 5 52 15,1-3-96-15,-2 4 136 0,5 4-128 0,-3 0 48 16,2 3 28 0,1-2 76-16,1 4-16 15,-6 0-60-15,5 0-88 0,1 0-4 0,-1 6-108 16,-5 1-64-16,6 3-36 0,-5 5-24 0,3 5 0 16,2 2 48-16,3 3-56 0,-4 7 44 0,8 6 196 0,-4 3 4 15,4 6-4-15,0 8 12 0,0 2-8 16,0 6 212-16,0 7-196 0,0 3 172 0,-5 4-184 15,5-1 4-15,-3-4 80 0,-1-8 60 16,0-7-84-16,0-6 24 0,0-13-16 0,0-6 20 16,1-10-92-16,3-6-124 15,-5-7-52-15,5-2 88 0,0-7 28 0,0 0 52 16,0 0-56-16,0 0-64 0,0-7-24 16,0 0 52-16,0-4-52 0,5-3-84 0,-5-1 136 15,3-1-24-15,-3-3 124 0,4 3 100 0,0 3 76 16,0 5-112-16,-4-3 0 0,4 5 12 15,0 3 24-15,-4 3 24 0,0 0-112 16,3 0-12-16,-3 0-100 0,0 0 24 0,5 6 76 16,-5 3 52-16,4 8 72 0,-4-1 196 31,0 10-60-31,4 5-184 0,0 3-76 0,0 11 0 16,3 3 80-16,2 2-76 0,3 5 8 15,-5 5 36-15,6 0-48 16,-1 1-148-16,-1-1 136 0,2-4 4 0,-6-4 4 15,5-8 4-15,-3-6 8 0,-2-9-8 16,1-6 0-16,0-11-4 0,1 1-84 16,2-7 88-16,6 3 0 0,-2-2 0 0,1-4 0 0,4 1-76 31,4-2-12-31,0-2-100 0,8 0 36 0,0-9-452 0,3-5-964 0,-7 6-988 16,16-14-2905-16</inkml:trace>
  <inkml:trace contextRef="#ctx0" brushRef="#br0" timeOffset="72042.648">8382 10503 7748 0,'0'0'2268'15,"0"0"-1199"-15,0 0-221 0,0 0 344 0,-91-27-84 0,67 27-148 16,0 0-220-16,0 0 4 16,4 0-60-16,-4 5-176 0,8 4-176 15,0 1-196-15,4 8-136 0,1 5 0 0,2 5 0 16,5 7 28-16,4 4 192 0,0-6-172 15,4 6-48-15,5-4-60 0,-1-9-40 16,-1-3 4-16,6-11 32 0,-5-5 52 16,-1-1 20-16,5-6-8 0,0 0 112 0,4-6 96 15,-4-5-8-15,4-2 44 0,0-5-60 0,0-1-96 16,-4-1-88-16,0 5-12 0,-5-1-88 16,6 3-12-16,-5 3-8 15,3 3-76-15,-2 2-52 0,3 5 52 0,-5 0 60 16,10 0 136-16,-6 3 48 0,6 6 40 0,-2 4 84 15,2 3-36 1,2 3-28-16,1 7-20 16,0 2 24-16,4 11 60 0,-8 2 0 0,4 6-88 0,-8 7-84 0,-1 4 4 15,-2-1-4-15,-1 3 4 16,-8 0 64-16,0 1 32 0,0-4-4 0,-4 0-32 16,-4-7 44-16,-1 2 88 0,-2-8-36 0,-2-2-24 15,-2-5-4 1,3-8 16-16,-4-1 72 0,1-8 96 0,-6-2-100 15,1 1-44-15,-8-6-88 0,5 0-76 0,-1-4 80 16,-4-6-88 0,4-3 0-16,-1 0-208 0,2-3-12 15,-1-10-36-15,4 1 64 0,1-7 32 16,-2 0-60-16,5-3-24 0,1 0 108 16,7-3-44-16,-1 2-16 0,5 0 60 15,4 4 0-15,0-3 28 0,0 0-40 16,8-3 48-16,1-4 40 0,2 0 12 0,6-2-52 15,2-4-24-15,9 0-24 0,-4 0 0 16,4 0-24-16,4 3-88 0,-4 1-48 0,0 5-724 16,0 4-152-16,-1 6-532 0,1 0-768 15,-8 10-2277-15</inkml:trace>
  <inkml:trace contextRef="#ctx0" brushRef="#br0" timeOffset="72375.222">9426 10344 12177 0,'0'0'2268'16,"0"0"-1344"-16,0 0-436 0,0 0 132 15,0 0 116-15,-95 15-216 0,67 8-24 16,0 2-188-16,0 11-52 0,0 2-144 0,5 6-24 15,6 7-76 1,2 2 0-16,6 5 48 0,5-1-60 16,0-7-64-16,4-5 52 0,4-8-64 0,9-7 72 15,-5-5 4-15,3-9-4 0,6 1-56 16,-6-9-16-16,6-2 72 0,-2-2-8 16,1-4-136-16,0-6-308 0,4-4-164 15,-5-6-324-15,-2 0-580 0,-1 0-952 16,-9 4-2645-16,-3-4-1587 0</inkml:trace>
  <inkml:trace contextRef="#ctx0" brushRef="#br0" timeOffset="72523.429">9108 10818 11309 0,'0'0'2228'16,"0"0"-1528"-16,0 0 32 16,0 0 48-16,0 0 0 0,0 0-132 0,0 0 12 15,0 0-20-15,0 0 28 0,95 2-156 16,-63-2-264-16,4 0-248 15,0 0-52-15,3-2-240 0,2-2-384 0,2-3-820 16,-11 4-1036-16,16 0-3633 0</inkml:trace>
  <inkml:trace contextRef="#ctx0" brushRef="#br0" timeOffset="73154.365">10454 10076 9292 0,'0'0'1032'16,"0"0"-748"-16,0 0 157 15,5-75 559-15,-10 56 204 0,1 0-36 0,-4 3-108 0,1 0-304 16,-6 3-132-16,5 4-12 0,-3 3-32 0,-2-1-60 16,2 7 8-16,-6 0 124 15,2 0-324-15,-9 7-328 0,0 8-128 16,0 7-128-16,0 7-4 15,-4 13 76-15,8 11 100 0,1 8 84 0,-2 8 0 16,10 13-12-16,2 1-40 0,1 7 4 16,8-5-64-16,0-8 104 15,4-12-124-15,9-7 60 0,2-14 72 0,2-4 76 0,2-12 144 16,5-6-60-16,0-7 0 0,4-5-12 16,0-3 84-16,4-7 0 0,-4 0-12 0,-5 0-112 15,5-10 40-15,-4-4-136 0,-3 0-12 16,-2-5-180-16,1-4-284 0,-8-5-224 15,4 0-356-15,-8-2-1040 0,-4 8-2544 16,-4-7-2657-16</inkml:trace>
  <inkml:trace contextRef="#ctx0" brushRef="#br0" timeOffset="73308.549">10339 10646 12045 0,'0'0'1788'0,"0"0"-964"0,0 0-116 0,0 0 132 0,0 0 236 0,0 0 300 31,0 0-248-31,0 0-420 0,96-3-292 0,-68-4-196 16,3 0-208-16,-3-2-12 0,0 0-208 0,-1-3-144 16,1 1-360-16,4 5-232 0,-4 2-340 15,0 2-804-15,-4 2-1996 0,-7 0-1205 0</inkml:trace>
  <inkml:trace contextRef="#ctx0" brushRef="#br0" timeOffset="73440.664">10706 10718 7716 0,'0'0'3985'15,"0"0"-3537"-15,0 0-384 0,-9 83 320 16,5-52 572-16,4 2 376 0,0 2-124 0,0-7-380 16,0 3-256-16,0-5-300 0,0 0-272 15,8 0-336-15,4-5-184 0,0-5-372 16,4-3-632-16,0-4-1128 0,4-9-3441 0</inkml:trace>
  <inkml:trace contextRef="#ctx0" brushRef="#br0" timeOffset="73826.552">11092 9864 11129 0,'0'0'4664'16,"0"0"-4628"-16,0 0 188 15,0 0-136-15,16 70 568 0,-12-35 240 0,0 3 216 16,0 6-512-16,3 11-356 0,-3-2-84 0,1 14-152 16,-5 7-8-16,0 5-108 15,0 7-40-15,0-1-12 16,-5 1 24-16,-3-7 16 0,5-9-4 0,-1-4 124 16,4-11 4-16,0-11 48 0,0-2-52 15,0-10-72-15,4-8 8 0,7-4 64 16,-2-7 40-16,6-1 8 0,2-2-36 0,2-4 48 15,9-3 64-15,0-3 36 16,4 0-36-16,0 0-28 0,3 0-60 0,-3-3-36 0,-4 0-84 16,-4 3 24-16,-3-3-88 0,-2 3-12 15,1-3-76-15,0-1-464 16,-4-2-428-16,4-1-628 0,-12 2-1280 0,4-8-3989 0</inkml:trace>
  <inkml:trace contextRef="#ctx0" brushRef="#br0" timeOffset="74184.818">11698 10766 15529 0,'0'0'2656'0,"0"0"-2656"0,0 0-136 0,0 0 136 15,0 73 520-15,0-47 268 0,-4 2-28 16,4-3-396-16,-4 4-228 15,4 0-76-15,0-4-60 0,0-2-56 0,0-1-80 16,4-6 4-16,0-4-64 0,-1-5 12 16,5-7-12-16,0 0-60 0,1 0-200 0,6-3 236 15,5-4 108-15,-4-2 64 0,8-2 36 16,-4 3-100-16,-1-3-24 0,2 5 60 0,-1 0-8 16,-5 4-16-16,2 2 48 0,-6 0 52 15,2 0 72-15,-2 2 88 0,-3 4-48 0,0 0 12 16,1 1 12-16,-6 2-88 15,1 5 4-15,-4-2-52 0,4 7-236 0,-4 0-184 16,0 3-136-16,0 1-528 0,0-2-1096 31,0-2-2457-31,0 4-3131 0</inkml:trace>
  <inkml:trace contextRef="#ctx0" brushRef="#br0" timeOffset="74795.682">13088 9871 5852 0,'0'0'2380'15,"0"0"-256"-15,0 0-299 0,0 0-317 0,0 0-316 16,0 0-160-16,0 0-64 0,-75-35-124 16,58 31-40-16,6 4 32 15,-6 0-104-15,2 4-340 16,2 3-76-16,-2 7-60 0,-1 5-24 0,-5 14 0 16,2 11 24-16,3 7-51 0,0 13-57 15,8 5-4-15,-4 7-120 0,12 1-24 0,0-1-156 16,4-3-149-16,8-6 109 0,4-7-108 15,0-15-48-15,7-10-268 0,1-16-92 0,0-10-12 16,8-9-608-16,0-12-292 0,8-14-868 16,-12 1-1813-16,7-23-2119 0</inkml:trace>
  <inkml:trace contextRef="#ctx0" brushRef="#br0" timeOffset="75008.4">13431 9893 3572 0,'0'0'8865'0,"0"0"-7529"0,0 0-724 0,0 0 384 0,-28 79 148 16,16-44 124-16,-1 7-56 16,2 2-440-16,-6 3-296 0,6 7-96 15,-1 3-28-15,0 4-156 0,4 6-128 0,-4 3-68 16,4-4-84-16,0 1-208 0,0-6-136 16,1-11-12-1,3-9-72-15,-1-11-164 0,5-16-336 16,0-7-508-16,12-10-576 0,0-20 184 0,4 5-2293 15,4-33-2011-15</inkml:trace>
  <inkml:trace contextRef="#ctx0" brushRef="#br0" timeOffset="75205.489">13570 9957 9564 0,'0'0'1857'16,"0"0"-613"-16,0 0 4 0,0 0-220 15,0 0 128-15,0 0 72 0,-16 98-228 0,4-47-372 16,0 9-148-16,0 6 96 0,1 8 0 15,-2 2-248-15,2 4-292 0,-2-8-36 16,5 1-172-16,-3-9-144 0,2-7-232 16,5-9-16-16,0-17 8 0,1-8 76 15,3-10-288-15,0-10-732 0,0-3-1000 16,0-10-1413-16,0-19-1091 16</inkml:trace>
  <inkml:trace contextRef="#ctx0" brushRef="#br0" timeOffset="75532.484">13590 10137 8944 0,'0'0'2121'0,"0"0"-953"0,0 0 136 0,0 0-84 16,80-38-88-1,-65 38-16-15,5 0-224 0,1 0-164 0,-2 7-148 0,-3-1-200 16,4 7-112-16,-4-1-108 16,-4 10-160-16,-4 4-60 0,0 7-40 0,-8 4-44 15,0 8-248-15,-4-1 120 0,-12 4 40 0,0-4 96 0,-4-6 136 31,-8-3 0-31,4-7 4 0,-3-6 0 0,3-3-4 16,0-3 0-16,4-3 0 0,0-2-8 16,8-5 4-16,0-1-8 0,8-2-136 0,4 1-176 15,0-1-96-15,8 4-12 0,8 2 432 16,0 1 28-16,8 1-20 0,4 3 60 16,0-1 40-16,0-4 104 0,-1 4 60 15,1-4-12-15,-4 1-100 0,-4-4-112 0,4 3-48 16,-8-4-76-16,0 0 28 0,0-5-52 0,-5 0-72 15,-2 0-620-15,3-5-8 16,-5-9-748-16,-2 5-1188 0,-1-17-3077 0</inkml:trace>
  <inkml:trace contextRef="#ctx0" brushRef="#br0" timeOffset="75810.034">14172 9931 11549 0,'0'0'1616'16,"0"0"-956"-16,0 0 164 0,0 0-28 15,0 0-28-15,0 0 220 0,91 51-284 16,-71-32-356-16,0 4-116 0,0 4-32 16,0 5-120-16,0 3-80 0,-4 4-72 15,-1 3-76-15,-2 2 36 0,-9 6-148 16,0-2-172-16,-4 5 196 0,-8 2 88 15,-5-4 4-15,-2-1 144 0,-9 1 48 0,-4-3 16 16,-4-1-64-16,0 1 0 0,-11-7-200 16,2 0-100-16,-6-5-380 0,3-5-436 0,0-9-1016 15,12-9-1977-15,-7-10-3347 0</inkml:trace>
  <inkml:trace contextRef="#ctx0" brushRef="#br0" timeOffset="76598.727">15232 9306 6156 0,'0'0'2392'0,"0"0"-156"0,0 0-359 0,0 0-273 0,0 0-116 0,0 0-72 16,-5 76-252-16,5-38-324 15,0 6-240-15,0 10-172 0,5 3-112 0,-1 11 40 16,-4 1-52-16,4 7-96 0,-4 10-4 16,0 3 40-16,0 10-111 15,0-2-57-15,0 12-76 0,-4-1-16 0,4-1-116 16,-4 4 59-16,-1-5 61 0,1-7-72 15,0-5-52 1,1-5 16-16,-1-3-100 0,0-7-24 0,0-6 36 16,4-3 16-16,0-10-4 0,0-6-36 15,0-3-296-15,4-10 112 0,4-9-12 16,3-7-536-16,6-9-328 0,-2-9-648 16,5-7-124-16,-3-7-2057 15,2-25-2611-15</inkml:trace>
  <inkml:trace contextRef="#ctx0" brushRef="#br0" timeOffset="80653.011">16116 10363 7384 0,'0'0'300'16,"0"0"1072"-16,0 0-232 0,0 0-19 0,0 0 123 16,0-73 84-16,0 57-164 0,0 4-156 0,-8-1-108 15,0-4-264-15,1 5-264 0,-2 3-76 0,-3-3-24 0,-4 1 60 16,0 5 84-16,0 3-120 0,1 3-64 0,-2 0-24 16,2 9-208-16,-2 7-64 0,2 6-96 15,-1 10 36-15,4 6 64 16,-1 7 52-16,6 2 4 0,3-3-68 0,0-2-52 15,4-10-12-15,0-7 28 0,0-9 20 16,4-6 40 0,4-8-64-16,0-2 100 0,0 0-36 15,4-6 12-15,4-6 36 0,-1-4 0 0,6-6-28 16,-6 0-104-16,-2 3 56 0,2 0 4 16,-2 2 20-16,-6 9-20 15,5 1-76-15,0 3 36 16,-4 4 12-16,4 0 100 0,-4 6 48 0,4 5 72 0,0-3-68 15,-4 9 32-15,4 2-32 0,-1 0 8 0,2 6 40 0,-5 4-16 16,-1 2-20-16,-3 4 20 16,-4 7-20-16,0-1 56 0,0 3-44 15,0 0-64-15,-7 2 100 0,-5 1-16 0,4-6 4 16,-4 0 8-16,0 1 4 0,0-7 84 16,0-3 36-16,-3-1-36 0,2-5 12 15,-2 2-36-15,-2-6-28 16,6-2-20-16,-6-2-16 15,6-5-60-15,-6-1 40 0,6-5 8 0,-1-3 24 16,0-4-60-16,0 0-60 0,-4-11-68 16,0-1-52-16,0-11-100 0,0-5 36 15,4-4-8-15,0 1-16 0,4-1 36 0,5 4 60 16,3 6 28-16,0 2 72 16,3 5-60-16,5-2-16 0,0-2 28 0,0 3 0 15,4 1-64-15,4-4 12 0,0-1-44 0,-1-1-56 16,6 2-20-16,-5-4-324 15,3 4-336-15,2 3-644 0,-2 0-904 0,-3 4-1961 16,0-1-1931-16</inkml:trace>
  <inkml:trace contextRef="#ctx0" brushRef="#br0" timeOffset="81207.361">16658 10468 6644 0,'0'0'1416'16,"0"0"-560"-16,0 0-328 0,0 0 276 15,0 0 85-15,0 0-41 0,0 0 140 16,0 0-212-16,0 0-180 0,0 0-76 15,0 0-4-15,12 13-128 0,-16-1-136 16,0-2-20-16,-4-1 16 0,-1 1-12 0,6-1-48 16,-9 1-100-16,4-1-76 0,0 0 0 15,-4-2 52-15,4-4-4 0,1 0 28 16,-2 1 60-16,5-4 0 0,-4 0-8 16,4-4-56-16,1-2 152 0,-6-7-100 0,5 1-76 15,4-7-60-15,0 3-60 0,0-3-64 0,9 6 0 16,-5 1 0-16,3 1 40 0,1 3 72 15,5 1-12-15,-6 3 24 0,-3 1 0 16,4 3-64-16,-4 0-60 0,4 0-88 0,-4 0 112 16,0 0 0-16,0 3 12 15,0 8-24-15,0-5-324 0,0 3-268 0,-1 1-420 16,-3-2-592-16,5 3-1177 0,-5-5-2031 0</inkml:trace>
  <inkml:trace contextRef="#ctx0" brushRef="#br0" timeOffset="82209.8">17100 10199 12657 0,'0'0'1376'16,"0"0"-516"-16,0 0-392 0,0 0 208 0,0 0-72 15,0 0 180-15,0 0 96 16,0 0-572-16,0 0-184 15,32-84-48-15,-12 52-76 0,4 0-40 0,-1 5-44 16,5-3-4-16,-4 2 4 0,4 6-16 16,-3 3-12-16,-5 0-48 0,-1 6 24 15,-3 3 24-15,0 8-36 0,-4 2-88 0,4 0 0 16,-5 6 116-16,2 6 120 16,-1 4 200-16,4 6-64 0,-4 4-76 0,0 3 28 0,0 5-24 15,-1 2-52-15,-2 5 36 16,-1 0-44-16,-1 3 96 15,1 0 12-15,5 5 0 0,-9-2-52 0,3-3 40 0,-3-3-40 0,5-5-24 16,-1-9-36-16,-1 0-84 0,1-8-28 16,1-4-12-16,-2-2 64 0,5-6-64 15,0-1-12 1,-4-6-164-16,4 0-432 0,0 0-364 16,0-13-824-16,-4 4-756 0,4-14-2609 15</inkml:trace>
  <inkml:trace contextRef="#ctx0" brushRef="#br0" timeOffset="82433.241">17850 10011 9564 0,'0'0'1857'0,"0"0"-1125"0,0 0-232 0,0 0 36 0,0 0 124 16,-80 53 444-16,48-24-100 0,0 6-196 15,-8 6-152-15,0 8-160 0,-7 1-136 0,-6 7-88 16,1-3-76-16,-3 6-24 0,-1-3-72 15,0-3-92-15,8-5-8 0,9-5-112 0,3-11-96 16,12-9-324-16,8-6-148 0,12-11-180 0,4-4-420 16,0-3-1056-16,8-6-1537 15,16-16-1103-15</inkml:trace>
  <inkml:trace contextRef="#ctx0" brushRef="#br0" timeOffset="82633.661">18104 10218 612 0,'0'0'13953'0,"0"0"-12469"0,0 0-728 16,0 0-160-16,0 0-260 0,76 6-76 16,-60-6 184-16,-1 2-72 0,2-2-276 0,3 0-96 15,-1 0-224-15,6 0-124 16,-1 0-652-16,-9 0-828 0,-2 0-2304 0,-6 10-4713 15</inkml:trace>
  <inkml:trace contextRef="#ctx0" brushRef="#br0" timeOffset="82792.815">18056 10541 14437 0,'0'0'1628'0,"0"0"-1076"0,0 0-400 0,0 0-152 0,0 0 160 0,0 0 312 15,0 0 236-15,0 0-352 16,100-16-216-16,-73 6-140 0,5-2-184 16,5 2-236-16,-5-2-736 0,0 5-564 0,-13 1-2196 15,5 3-5449-15</inkml:trace>
  <inkml:trace contextRef="#ctx0" brushRef="#br0" timeOffset="83410.343">19140 10363 7068 0,'0'0'1416'0,"0"0"-264"16,0 0-144-16,0 0 265 0,44-67-45 0,-29 47-284 31,-2 2-312-31,2-4-192 0,2-1-148 0,-2 4-80 0,2 1 4 0,-2 1-44 16,5 5-4-16,-3 2 32 0,2 4-24 15,1 6 24-15,1 0 12 0,-2 3-24 16,1 10 72-16,-1 6 88 0,2 3 60 0,-5 8-28 16,0 1-184-16,0 3-24 0,-4 5-100 0,-1-2-68 15,2 3-8-15,-6-3 4 16,1-2-100-16,1-6 16 0,-1-4-76 15,-1-6-12-15,-3-6-40 0,5-7-96 0,-1-3-276 0,-1-3-384 32,5-13-736-32,0-6-840 0,0 0-2921 15,0-20-1239-15</inkml:trace>
  <inkml:trace contextRef="#ctx0" brushRef="#br0" timeOffset="83625.739">19734 10153 10496 0,'0'0'1853'0,"0"0"-729"0,0 0-84 0,-56 67-16 16,36-38 80-16,-3-2 92 0,-5 9-308 0,4 2-312 16,-4 0-120-16,0 3-176 15,0 1-108-15,0 2-24 0,-4 0-76 0,0 1-72 0,4 0 0 16,-4-4-196-16,4-6-196 16,5-1-60-16,3-4-28 0,-1-8-148 0,10-7-400 0,-2-2-488 15,6-6-660-15,3-4-1057 16,0-3-2511-16</inkml:trace>
  <inkml:trace contextRef="#ctx0" brushRef="#br0" timeOffset="84527.071">20367 9668 9684 0,'0'0'1885'0,"0"0"-1129"0,0 0-244 16,0 0 176-16,0 0-156 16,0 0 280-16,0 0-232 0,68-74-428 15,-44 40-52-15,4-1-52 0,0-3 40 16,0 2-76-16,0 5-8 0,0-1-4 16,0 7 0-16,-4 2-60 0,-5 4 8 0,-7 10 4 0,0 0-52 15,0 5-16-15,-9 4-48 0,6 7 100 0,-5 5 64 0,0 8 180 16,0 8 56-16,-4 7-8 15,-4 9-68-15,-4 7-84 0,-4 3-12 16,0 6-64-16,-4 1-8 0,-4-1-132 16,0 3 28-16,5-6 64 0,-6-5 48 15,5-8 100-15,4-9 316 16,5-10 108-16,3-6-188 16,0-6-136-16,4-6-100 0,0-7-100 0,0 0 0 0,0 0-88 15,0-3-88-15,8-4 176 16,3-5 140-16,6-5-56 0,-6-2-84 0,6 3-8 15,-2 1-40-15,-7 5 40 0,4 7-156 16,-4 3-8-16,0 0 148 16,0 13 24-16,0 2 112 0,0 7-16 0,3 8 16 0,-2 1-36 15,3 1 8-15,-5-1-84 0,10 1-4 0,-6 3-8 16,2 0 12-16,-1 3 48 16,-5 4 64-16,6 2 24 0,-9 6 24 15,0 5-12-15,-1 2-48 0,-3 0 60 0,0 0-36 16,0-1-12-16,0-1-64 15,0-4 36-15,0-1 16 16,0-6 12-16,0 2 60 0,0-4 12 16,-3-7 108-16,3-4-44 0,0 1-104 15,-4-7-56-15,4-3-28 0,-4 0 12 0,0-3-8 16,-1-3 8-16,-3 0-24 16,1-3 12-16,-5-1-12 15,-4 1 28-15,-5-3-16 0,6 3-12 0,-13-8-48 0,4-2-80 16,-4 1-44-16,-4-4-216 0,-4-4-52 0,1-4-148 0,-1-3-36 15,-5-1-56-15,2-1-344 16,3 1-404-16,1-1-480 0,7 7-992 0,-12-4-2037 16</inkml:trace>
  <inkml:trace contextRef="#ctx0" brushRef="#br0" timeOffset="85738.965">5800 13160 8972 0,'0'0'1680'0,"0"0"617"0,0 0-517 0,0 0-396 16,0 0-704-16,0 0-444 0,0 0-184 15,0 0 84-15,0 0 336 0,0 0 72 32,88-2-236-32,-52 2 48 0,0 0-184 0,-4 0-96 0,4-5-76 0,-4 5 0 15,0-2-52 1,-4-2 40 0,0 1-60-16,-9 3-124 0,1-3-300 0,0 3-256 15,0 0-508-15,0 0-456 0,-5 6-908 0,2 0-2161 0,-6 10-1175 16</inkml:trace>
  <inkml:trace contextRef="#ctx0" brushRef="#br0" timeOffset="85969.386">6019 13551 3816 0,'0'0'4360'0,"0"0"-2224"15,0 0-359-15,0 0-281 0,0 0-292 16,0 0-436-16,0 0-392 0,0 0-200 0,0 0-60 15,0 0-104-15,-27 2-8 0,43-2 184 16,0 0 136-16,7 0 88 0,5 5-88 16,0-3-112-16,4-2-100 0,-4 4-112 0,8-4-88 0,-4 2-60 15,8-2 24-15,0 0-100 0,3 0-64 16,5 0-588-16,5 0-584 0,1 0-988 0,-9 0-1893 16,15 6-719-16</inkml:trace>
  <inkml:trace contextRef="#ctx0" brushRef="#br0" timeOffset="87330.776">8622 12741 5988 0,'0'0'1028'16,"0"0"-536"-16,0 0 1932 0,0-76-1003 16,0 50-317-16,0-2-452 0,-8 3-68 15,-1-1-36-15,-2-2 48 0,-1 5-20 16,-1-2-136-16,6 6-136 0,-5 0 0 15,3 3-20 1,2 2-8-16,-1 6-100 0,4 2-52 0,-4-1 12 16,4 3 48-16,0 4 88 0,0 0 88 15,0 0-40-15,-4 0-220 16,0 4-100-16,0 3-224 0,-4 2-20 0,-4 7-16 0,4 3 84 16,0 3 28-16,0 10 36 15,1 7 112-15,2 5 80 0,1 9 56 16,1 8-124-16,-1 6 0 0,-1 5 64 15,1 4 12-15,1 7-80 0,-1 0 0 16,-5-1-8-16,2-2-8 0,-2-1 4 16,-2-3-60-16,-1-9 64 0,4-4 8 0,-3-9 140 0,2-10 12 0,1-9-132 15,9-6-28-15,-1-13-16 16,-1-7-80-16,5-5-40 0,0-4-112 0,0 0-260 16,0-10 60-1,0-2 184-15,9-8 76 0,-6-5 8 16,9-3 168-16,-4-2 8 0,4 9-84 15,0 2 0-15,-4 9-72 0,4 3 160 16,0 7 24-16,-5 0 312 0,6 5 72 0,-2 3 88 16,-3 9-24-16,5 2-12 0,-6 0-104 15,6 6-44-15,-5 3-80 16,-1 1-24-16,-3 6-48 0,4-1 12 0,-3 11-12 0,-5 3 24 16,0 3-48-16,0 5-40 0,0 5-92 15,-5 2 68-15,1-1-64 0,0 1-4 16,0 0-4-16,1 0-8 0,3-2-64 0,0 2-64 15,0-3-8-15,0 0 56 0,3-2-32 16,1-1 44-16,9 0-8 0,-5-5-64 16,3-2-48-16,2 1-88 0,-6-7-160 0,5 1-64 15,-3-4-36-15,-5 0-560 0,7-2-192 0,-3-14-1132 16,8 6-2805-16</inkml:trace>
  <inkml:trace contextRef="#ctx0" brushRef="#br0" timeOffset="156005.794">10275 12372 4404 0,'0'0'64'16,"0"0"5316"-16,0 0-4219 0,8-79 215 0,-8 60 244 16,0 3-460-16,0 7-48 0,0-1-140 0,0 8-168 15,0-2-124-15,0 1-104 16,-4 3-24-16,4 0-12 0,-4 0 32 15,1 0-12-15,-2 0-47 0,1 0-65 0,-4 7-268 16,0-5-108-16,0 8-72 0,0 3-48 16,-4 6 0-16,0 6 0 0,-4 10-60 0,0 3 20 15,4 10 80-15,-4 3 8 0,-3 5 4 16,2 5 60-16,2 0-60 16,-5 2-4-16,4 4 12 0,-4-4 60 15,4 7 48-15,0-3-112 0,0-1 4 0,4 1-12 16,1-3 0-16,2-4 0 15,1 0 0-15,8-3-116 0,0-3 112 16,0 0 0-16,0 3 0 0,8 4 4 16,-3 2 0-16,2 7 0 0,-3 0 0 15,0 6 44-15,0 0 4 0,4 1-48 16,-3 2 8-16,-2 1-8 0,5-5 0 0,-4-2 0 16,4-7-8-16,0-2 8 0,4-7 4 15,0-3-4-15,0-6-108 0,4-3 36 0,0-4-52 16,-1 0 16-16,2 1 108 0,2 2-48 15,1 1 48-15,1 2 0 0,-2 0-64 16,5 5 56-16,-4-5-156 0,1 0 164 16,-2 2-8-16,1-5-153 15,4 0 157-15,-5-6-156 0,2 1 40 16,3-4-40-16,-1-5 28 0,-3 0-272 0,8-2 52 16,-4-5-76-16,1-4-244 15,-2-1-188-15,1-1-368 0,4-2-476 16,-4 2-792-16,-5-9-1953 0,13 5-2535 0</inkml:trace>
  <inkml:trace contextRef="#ctx0" brushRef="#br0" timeOffset="156747.721">10311 12941 4484 0,'0'0'5216'15,"0"0"-3139"-15,0 0-1141 0,0 0-452 16,0 0 180-16,0 0 120 0,0 0-40 16,79 0-380-16,-59 0-336 0,5 0-28 0,-1 0-104 15,-1 3-72-15,5 0-352 0,-4 3-1044 16,8 1-2769-16</inkml:trace>
  <inkml:trace contextRef="#ctx0" brushRef="#br0" timeOffset="156942.335">11402 13027 3664 0,'0'0'6776'15,"0"0"-5423"-15,0 0-249 0,0 0 332 0,96-41-236 16,-68 27-560-16,0 2-640 0,0-1-64 0,4 5-276 16,-1 1-528-1,1 0-488-15,-11 4-1361 0,18 3-3083 0</inkml:trace>
  <inkml:trace contextRef="#ctx0" brushRef="#br0" timeOffset="157175.827">12435 12932 3676 0,'0'0'2036'0,"0"0"56"0,0 0 176 0,91 2-351 16,-59-2-433-16,0 0-392 0,0-6 16 0,0 3-252 0,0-6-344 16,-1 2-164-16,1 1-236 0,0 3-112 0,-4-4-4 15,4 4-96-15,0-3-60 16,0 6 12-16,-1-3-16 15,1 3-408-15,4 0-184 0,-4 0-104 0,4 0-292 0,0 0-344 16,-4 0-49-16,4-6 253 0,-1-1-200 16,1 1-368-16,4-7 388 0,-4 3 664 0,0 1 548 15,-8 2-784-15,8-2-440 0</inkml:trace>
  <inkml:trace contextRef="#ctx0" brushRef="#br0" timeOffset="157357.156">13786 12839 4620 0,'0'0'2616'0,"0"0"-1008"16,0 0-68-16,83 0-287 0,-55-3-177 0,-8 0-400 0,4-3-468 16,-1 2-200-16,1 2 72 0,-4 2 112 15,5 0-140-15,-2 0-48 0,1 2 72 0,4 2 112 16,-4 5 52-16,0-2 52 0,-1-1-176 16,-2 1-40-16,-1-7-76 0,-1 0-304 15,5 0-916-15,-7-4-1629 0,6-9-4791 0</inkml:trace>
  <inkml:trace contextRef="#ctx0" brushRef="#br0" timeOffset="157487.828">14662 12823 12165 0,'0'0'3848'16,"0"0"-2880"-16,0 0 108 0,0 0-668 15,0 0-408-15,0 0-8 0,0 0-388 0,0 0-780 0,0 0-860 0,0 0-3677 16</inkml:trace>
  <inkml:trace contextRef="#ctx0" brushRef="#br0" timeOffset="158242.724">11104 12115 4364 0,'0'0'7789'16,"0"0"-5785"-16,0 0-616 0,0 0-420 15,0 0-368-15,0 0-292 0,0 0-20 16,0 0 352-16,0 0-108 0,16 68-260 16,-13-35-212-16,1 7-60 0,0 4-88 15,-4 3-316-15,5 10-536 0,-5 4-732 16,0-14-2472-16,0 30-3237 0</inkml:trace>
  <inkml:trace contextRef="#ctx0" brushRef="#br0" timeOffset="158740.788">11163 13208 9440 0,'0'0'2617'0,"0"0"-1081"16,0 0 32-16,-23 79-244 0,19-54-216 0,-5-3-192 0,5 2-352 15,1-3-564-15,-1-2-136 16,4 4-208-16,0 2-124 0,0 0-128 0,4-3-324 15,-1 7-364-15,1-4-524 0,0 0-472 16,5 1-61-16,-5 3 565 0,3-4 748 16,-3 0 1028-16,0 4 40 0,5-3 804 0,-5 2 80 15,0-2-356-15,3-1-560 0,-3 0 68 32,5 4 68-32,-5-4 128 15,3-3 140-15,-3 5 68 0,0-6 64 0,0 2-44 0,0-4-139 16,1 2-65-16,-1 2-144 15,-1-4-152-15,1 3-400 0,0 3-517 0,0 4-219 16,0 2-252-16,0 2 272 0,1-5 348 16,-2 4 768-16,1-3 456 0,4-5 556 15,-4 2-168-15,0 0-312 0,1-5-180 0,-2 2-200 16,1-1-152-16,4 1-88 0,-4-1-160 0,0 4-112 16,4-5-264-16,-4 4 184 0,4 5 232 0,-4-5 208 15,-4 3 184-15,4 1 376 0,-4-1 464 16,4-3 8-16,-4 1 145 15,0-4-125-15,0 1-184 0,0-4-284 0,0 0-188 16,3 0-180-16,-3 3-104 0,5 0-112 16,-5 1-116-1,4-1-12-15,-4 4 40 0,0-4-16 16,0 3 92-16,0-3-88 0,0 3 24 16,0-1 64-16,0 1-40 0,0-4 52 0,0 1-4 15,0-3-156-15,4 1-440 16,-4 2-464-16,4-3-697 0,-4-3-2355 0</inkml:trace>
  <inkml:trace contextRef="#ctx0" brushRef="#br0" timeOffset="158962.877">11374 15598 6352 0,'0'0'2092'0,"0"0"-1172"0,0 0-504 0,0 0-276 15,0 0-64-15,13 81 32 0,-9-60-108 16,0 5-232-16,3-1 52 0,-7 3 0 15,4 1 48-15,1 0 132 0,-1-1 132 16,-4-2 100-16,4-1 144 0,-4-3 164 16,0-4 313-16,0 3 19 0,0-2-172 15,0-4-200-15,0 1-452 0,4-3-48 16,-4-1-216-16,0 1-24 0,3-4-120 0,-3 1-328 16,4-3-496-16,-4-7-873 0,0 0-2707 15</inkml:trace>
  <inkml:trace contextRef="#ctx0" brushRef="#br0" timeOffset="160228.284">10609 12043 5224 0,'0'0'600'16,"0"0"4400"-16,0 0-3175 0,0 0-641 15,0 0 72-15,0 0-112 0,0 0 28 0,0 0-204 16,0 0-144-16,0 0-100 0,0 3-200 15,0 3-84-15,0 0-40 0,0 4-12 16,0 3-59-16,0-1-61 0,0 4 36 16,-4 0-124-16,4 0 4 0,-4 0-100 0,1-1 12 15,3 4-36-15,-4-2-48 0,0 5-8 16,0-6-4-16,0 3-48 0,4 0 36 16,-5 0-48-16,2 0 12 0,3 3-12 0,-4-2 0 15,4 2 8-15,0-6 44 0,0 3 8 16,0-1-8-16,-4-1 0 0,4-5 4 15,0 1-44-15,0-4-24 0,0-2 12 16,0-1-24-16,0-3-88 0,0 0-68 0,0 0-64 31,0-3-49-31,0 3-47 0,0-3-140 0,0 4-216 16,0-1-288-16,4 0-168 0,0 4-108 16,4 0-140-16,-4-2-424 15,4 1-545-15,-4 1-1731 0</inkml:trace>
  <inkml:trace contextRef="#ctx0" brushRef="#br0" timeOffset="163819.262">10654 14493 4212 0,'0'0'1004'16,"0"0"2772"-16,0 0-1811 15,0 0-653-15,0 0-352 0,0 0-8 0,0 0-56 16,0 0-176-16,0 0-116 0,0 0 108 16,0 0-168-16,-21-38-120 0,21 32-20 0,0 6-96 15,-4-3-72-15,4 3-88 0,0-3-76 0,0 3-72 0,0 0-4 16,0 0-4-16,0-3 0 0,0 3-4 15,0 0-60-15,0 0 60 0,0 0 12 16,0 0 48-16,0 0 24 0,0 0-8 0,0 0 8 16,0 0-12-16,0-4-48 0,0 4 76 15,0 0-28-15,0 0-48 0,-3 0 48 16,3 0-44 0,0-3 36-16,0 3-44 0,0 0-8 15,0-3 4-15,0 3-4 0,0 0 0 16,0 0-12-16,0-3-36 0,0 3 36 15,0 0-64-15,0 0 68 0,0-3-4 16,0 3-36-16,0 0 40 0,0-3 8 0,0 3 72 16,0-3 0-16,0-1 4 0,0 1 8 15,0 0 124-15,0-3 308 0,0 2-264 0,0 1-152 16,0-3-92-16,0-4-8 0,0 1 12 0,0-1 72 16,0-3-84-16,0 1 4 15,0-5-4-15,0 6 0 0,0-6-12 0,3 4-32 16,1-2 44-16,0 2 0 0,1-3 4 15,-1 4-4-15,4-1 8 16,-5 3-8-16,5 1-4 16,1 3-56-16,-1 0 60 0,3 1 4 15,-3-1 8-15,4 4-12 0,0-2-48 0,1 4 36 16,-2 0 12-16,1 0 0 0,4 0 0 16,-4 6-8-16,4 5 8 0,0 1 92 15,0 1-80-15,4 3 72 0,-4 2-12 16,0 1-72-16,-1 3 0 0,-3 1 0 15,4 2 0-15,-4 3 0 0,1 2 4 0,-2 1 68 0,-3 1-72 16,1-1 0-16,-2 4-12 0,-3 0-72 16,0 1-16-16,0 2-8 15,-4-4 36-15,4 4 8 0,-4 1-8 0,0-5 60 16,0 2 0-16,0-5 0 0,-4 1 12 16,0-7 0-16,0 1 60 0,-4-7 52 15,1 0-100-15,-2-1-8 0,-3 1-4 0,1-2-76 16,-2-1 4-16,2 0-24 0,-6-4-4 0,2 1 40 15,-2 1 0-15,2-3 0 0,-1-4-40 16,-5 3-36-16,6-5-8 0,-1-1 120 16,4-1 24-16,0-3 8 0,0 0-8 15,4 0-4-15,0-7-4 0,-4-1-32 16,4-6-20-16,-7-2 12 16,2-3-52-16,2-3 40 15,-2 0 60-15,5-3-4 0,-3 0 4 0,3-4-8 16,-1-3-4-16,5 4-36 0,-3-1-52 15,7 4 52-15,-4-2 48 0,0 2 0 16,4 3 72-16,0-4-72 0,0 5-12 0,-5-4 4 16,5-1-36-16,0 1 44 15,-4 2 136-15,4-3-132 0,0 5-4 0,0-2 0 0,0 2 0 16,0-2-8-16,0 4-36 0,0-3-28 16,0 0 72-16,4 3 0 0,1-4-76 15,-5 8-84-15,4-2 84 0,0 2-44 16,-4 1 68-1,4 3-8-15,-1 1-88 0,-3 3-12 16,4 1-24-16,0 3-52 0,-4-1-160 16,0 4-224-16,5-3-104 0,-5 3-96 0,0 0-264 15,4 0-352-15,-4 0-540 0,4-3-1025 16,-4 3-2151-16</inkml:trace>
  <inkml:trace contextRef="#ctx0" brushRef="#br0" timeOffset="165208.62">12805 11785 4152 0,'0'0'2004'0,"0"0"2853"0,0 0-3341 0,0 0-572 16,0 0-284-16,0 0 36 16,0 0 24-16,0 0 0 0,0 0 176 0,0 0-212 15,76 83-264-15,-48-58 72 16,-4 1-96-16,4 2 68 0,-4 3-196 15,-1 2-44-15,-3-1-216 0,0-1 28 0,-4-2-36 16,-4-4-4-16,0-3-120 0,0-3-24 16,0-5-44-16,-4-2-152 15,0 1-64-15,0-7-184 0,0 1-148 0,4-5-180 0,-5-2-440 16,2 0-868-16,-1 0-897 0,3-9-3351 16</inkml:trace>
  <inkml:trace contextRef="#ctx0" brushRef="#br0" timeOffset="165474.976">13251 11623 3968 0,'0'0'6232'0,"0"0"-4467"15,0 0-601-15,0 0 8 0,0 0-200 0,-56 86-68 16,45-54-88-16,-1 3-220 0,3 5-152 0,-2 6 76 0,-1 1-236 15,0 4-100-15,-4 3-112 0,0 0-72 16,4 3-48-16,-4-3 0 16,0-6-4-16,0-4-44 0,4-9-52 15,1-9 0-15,2-5 12 0,-3-5-124 0,5-6-320 0,-6 0-244 0,2-2-80 16,-6-1-380-16,2 0-432 0,-5-4-301 16,8-3-1179-16,-12 0-1516 15</inkml:trace>
  <inkml:trace contextRef="#ctx0" brushRef="#br0" timeOffset="165778.52">12641 12122 5988 0,'0'0'1208'0,"0"0"3381"0,0 0-2913 16,0 0-408-16,0 0-172 0,0 0-628 15,0 0-144-15,84-19 64 0,-56 16 120 0,0 0-48 16,8-1-128-16,0 1-84 0,-1-3-40 16,6-4-24-16,-2 4-24 0,1-4-12 15,4-2-100-15,-4 3-48 0,-1-2-4 16,2-1-8-16,-2 2-96 0,1 1 32 31,-4 3-32-31,0 0 20 0,-4-1 4 0,0 3-16 0,-4-2 28 0,-5 6-76 0,1-2 12 16,0 2 12-16,-8 0-124 0,0 0-260 15,-4 0-100-15,-3 0-524 0,-2 2-736 32,-3 1-820-32,0 6-2333 0</inkml:trace>
  <inkml:trace contextRef="#ctx0" brushRef="#br0" timeOffset="170158.27">12881 13939 3664 0,'0'0'392'16,"0"0"76"-16,0 0 2476 16,0 0-924-16,0 0-315 0,0 0-329 15,0 0-448-15,0 0-176 0,0 0 20 16,0 0-44-16,0 0-120 0,-4-4-12 0,4 4 76 16,0 0-76-16,0 0-92 0,0 0-84 0,0-3-104 15,0 3-68-15,0 0-80 0,0 0-32 0,0 0-24 16,0 0-4-16,0 0-60 0,0 0 4 15,0 0-44-15,0 0 0 0,0 0 0 16,0 0 0-16,0 0 4 0,0 0 0 16,0 0 60-16,0 0-24 0,0 0-36 0,0 0 0 15,0 0 64 1,0 0-28-16,0 0 0 16,0 0-36-16,0 0-4 0,0 0 40 0,0 0-36 15,0 0 0-15,0 0 40 0,0 0-48 16,0 0-4-16,0 0 12 0,0 0 0 15,0 0 48-15,0 0-52 0,0 0 0 16,0 0-4-16,0 0-4 0,0 0-8 16,0 0-52-16,0 0-16 0,0 0-32 0,0 0-40 15,0 0-68-15,0 0 68 0,0 0 76 0,0 0 8 16,0 0 56-16,0 0-4 0,0 0 8 16,0 0-4-16,0 0 4 0,0 0 0 15,0 0-4-15,0 0 4 0,0 0-4 16,0 0-40-16,0 0-16 0,0 0-8 15,0 0 0 1,0 0-4-16,0 0 4 0,0 0 12 0,0 0 48 16,0 0 0-16,0 0-40 0,0 0 44 0,0 0-64 15,0 0 60-15,0 0-76 0,0 0 40 16,0 0 36-16,0 0-48 0,0 0 48 16,0 0-40-16,0 0 40 0,0 0-36 15,0 0 36-15,0 0-64 0,0 0 16 16,0 0-40-16,0 0-20 0,0 0-68 0,0 3 28 15,0 3-24-15,0 4 184 16,4 5 8-16,-1 8 4 0,1 2 52 0,1 7-60 16,-1 6-4-16,0 0-8 0,0 6-36 0,-4 8 36 15,4-2-32-15,-1 4-24 0,-3 1 16 16,0-2 40-16,4-2-104 0,-4 0 52 16,0-4 60-16,0-5 0 0,0-8 0 0,0-8 108 0,0-10 28 15,0-4-136-15,0-7-56 16,0-3-80-16,0-2-76 0,5 0-108 15,-5 0-280-15,4-7-428 0,-4-5-360 0,4-8 156 16,0-5-1041-16,-1 3-1855 0,-3-19-936 16</inkml:trace>
  <inkml:trace contextRef="#ctx0" brushRef="#br0" timeOffset="170755.107">12897 13964 4376 0,'0'0'3188'0,"0"0"-984"0,0 0-795 0,0 0-213 0,0 0 40 16,43-67-196-16,-26 54-256 16,2-3-196-16,1 0-168 0,4 4-124 15,-4 2-72-15,4 1-72 0,-4-1-52 0,-1 7-52 16,2-3-48-16,-5 6-8 0,-4 0-52 16,-1 3-52-16,-2 6-88 0,-5 7 104 15,4 6 92-15,-8 10 4 0,0 3-52 16,0 6-48-16,-4 1 44 0,-4-4 56 15,-5-1 112 1,2-5-36-16,-1-2 60 0,0-3 24 0,0-4-36 16,0 2-12-16,4-6-112 0,0 0-8 15,4-3 4-15,0-3-4 16,4-4-140-16,0-2-64 0,4-1 24 0,4 0 64 16,7 1 124-16,2-1 56 0,7 0 40 15,-5 1-84-15,5-3 200 0,0 1-100 16,-3-2-52-16,2 3-56 0,1 1 132 0,-4 3 412 0,4-1 228 15,-4 3-592-15,0 2-168 0,0 2 44 16,-4 3 52-16,0 0 32 0,0 3-32 16,-5 4 36-16,2-5-12 0,-6 9-16 15,-3-5-32-15,0 0-4 0,-4 0 4 16,0-3 8-16,0 4 64 0,0 0-64 0,-8-4 4 16,-3 0 8-16,-2-3 40 0,-2 0-16 15,-2-3 52-15,-2 0-24 0,-1-4-16 0,-4-2-72 0,4-1-24 16,-8-2 64-16,4-1-64 15,-4-3-4-15,0-3-44 0,0 0-48 16,0 0-48-16,5 0-40 0,-5-3-32 0,4 0 8 16,4 0-60-16,4-4 48 15,4 7 4 1,4-3-88-16,0 0-88 0,5 3-12 0,-1 0-84 16,4-3 20-16,-5 3-72 0,5 0-140 15,-4 0-216-15,4 0-272 0,0 0-280 16,0 0-272-16,0 0-193 0,0 0-583 0,0 0-852 15,9 3-1495-15</inkml:trace>
  <inkml:trace contextRef="#ctx0" brushRef="#br0" timeOffset="171762.109">14841 12157 6504 0,'0'0'1676'16,"0"0"2557"-16,0 0-2881 0,0 0 144 15,72 73-164-15,-56-54-100 0,3 0-196 16,2 0-92-16,3 0-172 0,-5 3-212 0,5 3-196 0,0 5-172 15,4 1-80 1,-4 7-51-16,4 0-1 0,-5 6-52 16,2 8 0-16,-1 1 4 0,-4 8-12 0,-1 3 8 15,-2 5 4-15,-6 4-12 0,-3 4-60 16,1 2-13-16,-9 0 73 0,3-4-48 16,-3 2 0-16,0-4 36 0,0-3-76 15,0 3 16-15,0-3 0 0,0-3 0 0,-3 3 8 16,-1-3-32-16,-5-1 84 0,1-3 0 15,-3 4-36-15,-2 0 36 16,-6-1-84-16,-1-1 8 0,-1 1-32 16,-7 0-124-16,0 2-24 0,1-2 72 0,-1 0 120 15,0-5-20-15,0-4 36 0,8-3-88 16,1-6-36-16,-1-7 12 0,3-3 76 0,2-6 32 16,2-7 16-16,-2 0-12 0,7-6-112 0,-1-3-64 15,2-6-196-15,-1-1 24 0,4-2-148 16,0 0 8-16,-4-4-220 0,4-1-452 15,-4 1-620-15,4-3-925 0,-7 0-2595 0</inkml:trace>
  <inkml:trace contextRef="#ctx0" brushRef="#br0" timeOffset="172721.008">16363 11978 168 0,'0'0'3316'15,"0"0"-1740"-15,0 0-236 0,0 0 12 16,0 0-692-16,0 0 40 0,12 71 1833 16,-12-49-1433-16,4 4-372 0,-4-1-68 15,0 0-36-15,4 4-8 0,-4 3 24 16,0-3-60-16,4 2-92 0,0 1-104 15,-4 2-12-15,0 4-52 0,4 4-60 0,-4 6-76 16,3 9-24-16,6 7-24 0,-5 9 0 16,4 10-40-16,-4 8-20 15,4 11-76-15,-4 2 0 0,4 11-4 0,-4-1-4 0,3-3-92 0,2 0 52 16,-1-3-24-16,0-6-28 16,-5-8 88-16,5-4-76 0,1-7-60 0,-1-7 64 15,-5-7-4-15,5-1 88 0,1-5 0 16,-1-3-12-16,-1 0 12 15,1-6-84-15,1 0-104 0,-2-4 16 0,5-2-260 16,-3-6 168-16,-2-4 56 0,1-7-32 16,4-4 92-16,-8-9 36 0,4-1-456 15,-4-5 292-15,0-5 176 0,0-5 0 0,-4-2 88 16,0 0-52-16,0 0-200 0,0-2-404 16,0-9-552-16,0-1-584 0,0-1-533 0,0-16-3187 15</inkml:trace>
  <inkml:trace contextRef="#ctx0" brushRef="#br0" timeOffset="173277.337">17661 13046 7052 0,'0'0'4993'15,"0"0"-2961"-15,5 79-380 0,-5-38-284 0,4 9-156 16,0 9-188-16,4 0-216 0,-4 2-152 16,-1 2-300-16,6 1-260 0,-5-3-96 15,0-4-84-15,0-7-148 0,0-5-148 0,-1-14-132 16,-3-8 0-16,4-10-80 0,-4-10-220 15,0-3-704-15,0-3-1436 0,0-22-2821 0</inkml:trace>
  <inkml:trace contextRef="#ctx0" brushRef="#br0" timeOffset="173723.284">17710 12916 5916 0,'0'0'4856'0,"0"0"-3055"0,0 0-389 0,0 0 256 15,0 0-376-15,95-45-248 0,-67 45-192 16,0 0-240-16,0 0-220 0,4 4-172 16,0 5-120-16,-8-3-88 0,-1 7 36 0,-3 3-44 15,-3 6 0-15,-9 1 8 16,-5 8 76-16,-3 7 56 0,0 7-72 16,-11-1-68-16,-6 3 108 0,-7 0-64 0,1 2 24 31,3-8-20-31,-4-3-4 0,8-6 36 15,4-6-84-15,4-5-36 16,4-8-88-16,4 0-56 16,4 0-28-16,8-4 60 0,12 4 76 0,0-4 72 0,8-2 76 0,0-1-72 15,-1-3 8-15,1 0-4 0,0 1 8 16,-4-4 32-16,-4 3 0 0,-5 3-48 16,-2-3 84-16,-2 8-8 0,-2-3 140 0,-2 5 80 15,-2 3-56-15,-1 3-140 0,-8 7-52 0,0-1 24 16,0 3-72-16,0-3 84 0,-8 1 4 15,-4 0 20-15,0-5 1 0,-4 2 39 16,-4 3-40-16,-8-4 24 0,0 0-12 0,-4 0-44 16,-3 0 8-16,-6-3-84 0,2 0-68 15,-1-6-92-15,0-1-20 0,0-5-136 16,1-3-121-16,3-4-199 0,-1 0-168 16,5-11-460-16,5-1-1028 15,3 3-2556-15,-4-14-2873 0</inkml:trace>
  <inkml:trace contextRef="#ctx0" brushRef="#br0" timeOffset="180823.721">19240 13122 7416 0,'0'0'2060'0,"0"0"-1116"0,0 0-323 15,0 0 1111-15,0 0-168 0,0 0-388 16,0 0-500-16,0 0 88 0,-32-64-28 0,20 55-180 16,0 6 36-16,-4-3-100 0,4 2-188 15,-4 4-96-15,-4-3-12 0,4 3-60 0,-3 0-52 16,-2 3-84-16,1 4-8 15,1-1-76-15,-5 7-88 0,0 3 0 0,-1 6 24 16,-3 3-20-16,5 3 44 0,-1 8-36 0,-4 2 48 16,8 3 40-16,-3 3-16 15,3-3 84-15,-1 4-44 16,6-3 44-16,2-5 4 0,6-2 0 0,3-3-4 16,4-4-56-16,0 2-24 0,11-5 84 15,2-3 12-15,6 0 0 16,-2 1 52-16,3-8-64 0,3 1 60 15,-3 0 0-15,1-6 4 0,-2-3-16 0,-3-1-40 16,3-4 80-16,2-2-28 16,-9 0-60-16,8 0-12 0,-8-2-88 0,4-9-120 15,-5 2-12-15,2-3-80 0,-6-4-316 16,1-1-232-16,1-1-480 0,-9-1-788 16,0 3-2785-16,0-9-847 0</inkml:trace>
  <inkml:trace contextRef="#ctx0" brushRef="#br0" timeOffset="181052.803">18789 13446 8292 0,'0'0'2112'15,"0"0"-531"-15,0 0-353 16,0 0 68-16,0 0-296 0,0 0 16 0,0 0 68 0,0 0-380 16,0 0-296-16,84 29-64 0,-60-27-72 0,0 2-76 15,4-4-88-15,0 0-104 0,0 0-4 0,3-4-4 16,1-2-140-16,0 0-56 15,0-1-192-15,0 1-420 32,0 0-320-32,3 0-524 0,-11 2-1252 0,17 1-3069 15</inkml:trace>
  <inkml:trace contextRef="#ctx0" brushRef="#br0" timeOffset="181467.398">20260 12849 8672 0,'0'0'2172'16,"0"0"-899"-16,0 0-81 15,0 0 356-15,0 0-12 16,0 0-364-16,0-70-396 0,-8 60-344 0,-4 7-76 15,-4-3-36-15,-4 6-176 0,-4 0-140 16,0 4-8-16,-8 8-76 16,0 7-56-16,-4 2 24 0,-3 12-8 0,3 2 68 15,-5 6 16-15,6 6 36 0,3 8 8 16,-4 5-8-16,4 4-68 0,4 6 16 16,4 2 52-16,5 4 44 0,6-2-32 0,6-5 148 0,7-2 60 0,4-10 184 15,8-9 48-15,7-7-96 16,2-6 144-16,7-6-136 0,0-4-96 0,0-9-27 15,4-3 3-15,-1-4-28 0,5-6-92 16,-4-3-124 0,4-6 0-16,-8-3-12 0,0-8-172 15,-8 2-156-15,-1-4-169 0,-6 0-99 16,-2-4-200-16,-3-2-440 0,-8 2-972 16,0-2-1764-16,-4 9-1017 15,-16-9-987-15</inkml:trace>
  <inkml:trace contextRef="#ctx0" brushRef="#br0" timeOffset="181633.755">19865 13509 1684 0,'0'0'8300'0,"0"0"-6431"0,0 0-869 0,0 0-184 16,0 0 464-16,0 0 380 0,0 0-72 0,0 0-428 15,80 44-340-15,-48-39-260 0,0-5-156 16,4 0-76-16,-4-7-136 16,-1-3-184-16,-3-6-8 0,0 3-240 0,0-2-372 15,-8-1-132-15,-4 0-236 0,-1 0-400 16,-6 3-924-16,-5 7-1844 0,-4 3-1341 15</inkml:trace>
  <inkml:trace contextRef="#ctx0" brushRef="#br0" timeOffset="181774.747">20144 13544 8552 0,'0'0'2200'16,"0"0"-671"-16,0 0-569 0,-11 83-120 0,11-52 208 16,0 1 148-16,0 0-208 0,0-1-248 0,0 2-120 0,3-5-80 15,5 1-48-15,-4-4-200 0,0-3-232 0,5-3-60 16,-6-3-196-16,9-6-512 0,-4-6-280 15,8-4-316 1,4-17-692-16,-4 4-2317 0,8-19-4167 0</inkml:trace>
  <inkml:trace contextRef="#ctx0" brushRef="#br0" timeOffset="182170.657">20694 12739 13845 0,'0'0'4592'16,"0"0"-4420"-16,0 0-48 0,0 0-124 15,0 0 148-15,0 0 392 0,0 0 316 0,20 69-304 16,-8-31-324-16,-4 9-8 0,-1 11-24 16,2 5-16-16,-9 7-8 0,0 6-87 15,0 4-13-15,-4-1-68 0,-8-3-4 16,4 0 4-16,-4-3-4 0,0-9 4 15,4-1 0-15,0-9 48 16,0-2-40-16,4-13 48 0,4-3-60 16,0-7 8-16,0-7-8 0,4-3-124 15,8-2 4-15,0-5 11 0,8 1 101 16,4-5 8-16,-1 3 0 0,9-3 60 16,0-1 25-16,5 3-25 0,-2-4 16 15,5-2-28-15,-4 1 12 16,-5 2-4-16,1-4-56 0,-4 0-60 0,-4 1-64 0,1-1-56 15,-6-3-89-15,1 0-315 0,-3 0-304 0,-6 0-488 16,1-3-1172-16,-9-4-2664 0,2-3-3901 16</inkml:trace>
  <inkml:trace contextRef="#ctx0" brushRef="#br0" timeOffset="183015.096">21594 13823 7656 0,'0'0'2152'16,"0"0"-399"-16,0 0-241 15,0 0-12-15,0 0-240 0,0 0-132 16,0 0 128-16,0 0-336 0,0 0-108 0,0 0-92 15,32 76-148-15,-32-31-124 0,0 6-119 16,0 3-121-16,-8 0-100 16,1-4-104-16,-2 2-4 0,5-11-84 0,0-3 36 0,0-6-36 15,4-7-64-15,0-13-69 16,0-1 33-16,0-11 4 0,0 0-64 0,0-4-48 0,8-5-64 16,1-7 260-16,-1-7 84 0,3-8-36 15,2-1-16-15,-6 1-32 0,5-1 36 16,-3 6 8-16,2 1 40 0,1 6-60 0,0 6-40 15,-4 0 28 1,4 7 0-16,-4 3-16 0,4 3 76 16,-4 0 24-16,-1 3 160 0,2 7 72 0,-1 2 84 15,-1 7-108-15,2 3-48 0,-1 1-16 16,-4 5 28-16,-4 4 24 0,0 0-28 0,0 3-8 16,0 0-88-16,-4-1-72 0,0-2-12 0,0-6-132 15,-1-4-112-15,1-9-148 0,4-1-108 16,0-9-52-16,0 0-208 0,0-3-352 0,0 0-612 31,0-6-828-31,9-3-1817 0,-1-10-1659 0</inkml:trace>
  <inkml:trace contextRef="#ctx0" brushRef="#br0" timeOffset="183223.995">22004 14112 9836 0,'0'0'2113'0,"0"0"-721"0,0 0 308 0,0 0 296 16,0 0-276-16,0 0-284 0,77 20-388 0,-49-20-488 16,0 0-207-16,3 0-185 15,1 0-164-15,4-10-4 0,-4 0-120 0,3 1-329 16,-3-4-271-16,-4 0-192 16,-4 4-452-1,-8 3-1296 1,0-1-3457-16</inkml:trace>
  <inkml:trace contextRef="#ctx0" brushRef="#br0" timeOffset="183405.492">22435 13986 11117 0,'0'0'2444'0,"0"0"-1428"0,0 0-348 0,0 0 224 0,0 0 324 0,0 0-104 16,0 73-396-1,5-42-312-15,-5-2-112 0,3 3-56 0,1 3-116 16,-4 0-120-16,4-1-8 0,-4 1-128 0,0 0-304 15,0-2-392-15,0-8-356 0,4-3-848 0,-4-9-2801 0,0-1-4067 16</inkml:trace>
  <inkml:trace contextRef="#ctx0" brushRef="#br0" timeOffset="183968.22">22829 12944 3332 0,'0'0'5976'0,"0"0"-4015"0,0 0-241 0,0 0-676 16,0 0-108-16,-87 14 44 0,67-6-100 15,0 5-220-15,1 3-140 0,2 3 0 0,-3 7-52 16,8 5 36-16,1 4-52 0,6 6-48 15,1 3-4-15,4 8-68 16,4-2-56-16,5 8-8 16,2-4-72-16,1-4-111 0,0 1-85 0,0-4-40 0,1-9-45 0,-2-2-51 15,6-8-104-15,-2-9-444 0,5-6-12 0,-1-6 120 16,9-7-320-16,0 0-316 0,0-17-744 31,-3 5-1000-31,10-23-3525 0</inkml:trace>
  <inkml:trace contextRef="#ctx0" brushRef="#br0" timeOffset="184224.822">23323 12821 9820 0,'0'0'2205'15,"0"0"-925"-15,0 0 268 0,0 0 112 16,-32 88-256-16,29-56-380 0,-1 3-372 0,4 5-236 0,0 2-36 15,0 6 44-15,4 4-104 16,-4 1-128 0,0 7-104-16,0 3-88 0,0 1-48 0,-8 3-48 0,0-7-184 15,-4-2-48-15,4-11-12 0,0-6-128 0,4-13-20 0,0-11 44 16,4-14-272-16,0-3-548 0,4-10-884 16,0 0-988-1,4-27-3021-15</inkml:trace>
  <inkml:trace contextRef="#ctx0" brushRef="#br0" timeOffset="184442.423">23527 12906 10044 0,'0'0'2573'16,"0"0"-1385"-16,0 0-212 15,0 0 672-15,4 70-104 0,-4-32-200 0,0 6-524 16,0 4-408-16,-4 4-68 0,0 4-28 0,-4-2-12 0,0 3-108 0,0 4-136 15,-4-1-60 1,0-3-80-16,-4 0-172 0,4-9-128 0,-4-4-44 16,9-9-152-16,-2-13-72 0,1-12 84 0,8-10 68 0,-4-3-568 15,1-14-1144-15,-1-1-2561 0,4-20-1231 32</inkml:trace>
  <inkml:trace contextRef="#ctx0" brushRef="#br0" timeOffset="184773.145">23547 12871 10244 0,'0'0'1853'16,"0"0"-753"-16,0 0 688 0,0 0-28 15,0 0-368-15,92-6-248 0,-73 9-336 16,5 4-220-16,0 2-124 0,-4 0-124 16,0 1-196-16,0 6-132 0,-8-1-12 0,-1 4 0 15,-6 7-60-15,-5 3 48 16,-5 9-304-16,-10 3-36 0,-5 6-40 0,-12 2 88 0,0 1-16 0,-8-2 88 15,1-4 100-15,-2-3 132 0,2-5 96 16,3-5-8-16,4-6-4 16,8-2-36-16,9-11 40 0,2-2-76 0,13-4 12 15,0 1 36-15,8-1-120 0,8 0 120 16,8 5 0-16,4-6 172 0,4 2-48 16,4-5-24-1,0 3 12-15,-1-5-16 0,1 0-72 16,-4 0-84-16,0 0-12 0,-4 0-84 15,3-7-88-15,-3 0-448 0,-3-3-324 0,3-2-512 16,-8-4-1112-16,-1 0-2961 0,-6-9-4054 16</inkml:trace>
  <inkml:trace contextRef="#ctx0" brushRef="#br0" timeOffset="185047.516">23965 12875 11145 0,'0'0'2640'16,"0"0"-2196"-16,0 0-116 0,0 0 808 0,0 0 280 16,84 57-4-16,-60-38-416 15,-1 2-448-15,1 5-304 16,0 3 0-16,-3 2-84 0,-2 1-48 16,-6 3-108-16,-6 0 8 15,-3 3-12-15,-4 4-76 0,0 2-56 16,-11 4-160-16,-6-1-76 0,-2 1-12 0,-1 0 0 15,-5-7 24-15,1-6-64 0,1-7-36 0,3-5-228 16,-8-9-324-16,4-3-668 16,8-5-1168-16,-8-6-3613 0</inkml:trace>
  <inkml:trace contextRef="#ctx0" brushRef="#br0" timeOffset="186043.142">24558 11997 2644 0,'0'0'6544'0,"0"0"-4567"0,0 0-1029 0,0 0-180 31,0 0 392-31,0 0-8 0,0 0-212 16,0 0-284-16,80-72-320 0,-59 56-124 0,-2 0 24 16,1 4-28-16,1-1 52 15,-6-4-12-15,1 9-36 0,0-2-40 16,0 0-52-16,-8 3-8 0,0 5-24 0,-1 2-80 15,-7 0-8 1,5 0-12-16,-5 6 12 0,0 13 144 0,0 10 200 0,0 12-72 0,-5 16-188 0,-6 7 16 16,-1 9-40-16,-4 7-60 0,0 8 136 15,-4 1-88-15,0 7 36 0,-3-5 124 16,2-2 60-16,1-10 112 0,5-11 493 16,2-12-313-16,5-11-308 0,5-13-128 15,-1-7-112-15,4-6-12 0,0-10-4 0,4-2-192 16,3-4-44-16,6-3 68 0,-2 0-8 15,10-13 32-15,-2-2-33 0,5-8-51 0,0-2 28 16,0 0 56-16,-4 5 40 0,-4 1 8 16,0 10 40-16,-8 0-36 15,4 4-64-15,-5 5 76 16,1 0-40-16,1 5 68 0,-1 4 56 0,3 0 96 16,-2 8 52-16,2-2-40 15,1 7-8-15,1 1-52 0,-2 5 0 16,-3 4 12-16,4 3 88 0,-4 6 60 0,-4 4-136 15,0 5-60-15,1 5 84 0,-1 1-36 16,-4 5 4-16,0-1-16 0,0 4-40 16,0-1 4-16,0 1 0 0,0-1 0 0,0-2 0 15,0-2-8-15,0-1 4 0,0-4 4 16,0 0-12-16,0-3-40 0,0-3 40 0,0-1-8 16,3-3-4-16,1-2 4 0,0-2-4 15,4-1 8-15,-8-1 4 0,4-3 4 16,-4 1 4-16,0-3 40 15,0 3 13-15,0-4 59 0,0-1 4 0,0-5-4 16,-4-1-48-16,-4-3 24 0,4-2 4 16,-3-5-92-16,-2-3 0 15,1-1 0-15,0-2 0 0,1-6 40 16,-2 4-40-16,-3-4-8 0,1 0-8 16,-6 0-40-16,-3 0 36 0,1-3-48 0,-5 0-4 15,-4 0-32-15,0 0-36 16,0 0-28-16,-4-3 16 0,0-3 23 15,-4-4-63-15,1 1-96 0,3-1-36 0,0-6-12 16,-4-3-88-16,8-2-160 0,0-6-576 0,4-1-1328 16,9 6-1936-16,-9-13-1357 0</inkml:trace>
  <inkml:trace contextRef="#ctx0" brushRef="#br0" timeOffset="195617.711">27312 12208 7080 0,'0'0'1832'16,"0"0"-940"-16,0 0-364 0,0 0 52 16,0 0 657-16,0 0 791 0,0 0-564 0,0 0-572 15,19-17-380-15,-19 17-64 0,0 0 48 16,0 0 96-16,-3 4-64 16,-1-2-172-16,-8 5-184 0,0 5-96 0,-8 2-16 15,-8 2 12-15,-4 3 64 0,-3 6 0 16,-6 4-52-16,-6 5 0 15,-9 2-80-15,-8 5-4 0,-7 7 0 0,-5-1-48 16,-3 7 48-16,-9 3 8 0,-4 0 0 16,4 1 0-16,0-7-8 0,5-4 0 15,3-9-48-15,4-3 40 0,13-4-52 16,3-5-52-16,12-7-20 0,8-6-28 0,8-3-160 16,9-8-12-16,10-2-108 15,6-7-292-15,3-7-772 0,4-12-600 0,4-6-2341 16,3 4 21-16</inkml:trace>
  <inkml:trace contextRef="#ctx0" brushRef="#br0" timeOffset="195945.628">26332 12404 11985 0,'0'0'1700'0,"0"0"-1052"0,0 0-648 0,0 0 176 15,0 0 732-15,0 0 424 0,0 0-484 16,0 0-380-16,0 0-292 0,-80 58-68 15,57-36-20-15,-2 9-40 0,-6 4 28 0,-5 6-68 16,-1 4 0-16,2 6-8 0,-9 3-72 16,5-4-4-16,-2 2 16 0,1-2 8 15,9-2-96-15,-1-6 148 0,8-9 64 16,8-3-60-16,4-8 56 0,4-6-48 16,8-3 76-16,0-1 36 0,4-2-40 0,8-1-76 15,0 2 4-15,12-3 64 0,4 3 36 0,4-3 8 16,7-2 28-16,1 1 0 0,4-3 0 15,8-4 36-15,-4 0-88 0,8 0-52 16,0 0-44-16,-5-4-136 16,9 1-60-16,-4-4-112 15,0 2-432-15,0-1-412 0,-9-8-676 0,-8 9-2657 16,10-12-4367-16</inkml:trace>
  <inkml:trace contextRef="#ctx0" brushRef="#br0" timeOffset="199618.55">27858 11785 1488 0,'0'0'952'16,"0"0"-664"-16,0 0-276 0,0 0 64 16,0 0 240-16,0 0 36 15,0 0-40-15,0 0 0 0,0 0 28 0,0 0-4 16,0 0-128-16,-5-7-164 0,5 5-44 0,0 2-12 16,5-4-52-1,-5 1-68-15,0 3-168 0,4-2-492 0,-4 2-228 16,0 0 44-16,0 0-132 0,-4 18 476 0</inkml:trace>
  <inkml:trace contextRef="#ctx0" brushRef="#br0" timeOffset="199834.343">27858 11785 468 0,'16'-25'1892'0,"-16"25"-404"0,0 0-184 0,0 0-212 0,0 0-232 0,0 0-680 16,0 0-12-16,0 0 172 0,0 0 996 0,0 0-432 16,0 0-360-16,0 0-248 0,0 0 1 15,0 0 127-15,7 0 256 0,6 0 164 16,10 0-44-16,1 0 40 0,12 0-136 15,1 4-116-15,2-4-156 0,-3 0-196 0,3 0-100 16,-2 0-60 0,-1-4-76-16,-1-3 0 0,-3 1-100 15,0-4-24-15,0-2-164 0,-8-1-340 16,4 1-468-16,-5-4-444 16,-6 3-1297-16,-2-12-2675 0</inkml:trace>
  <inkml:trace contextRef="#ctx0" brushRef="#br0" timeOffset="200099.748">28156 11278 6552 0,'0'0'2532'16,"0"0"-1240"-16,0 0-723 0,0 0 75 0,0 0 520 15,0 0-16-15,0 98-160 0,4-54-256 16,-4 10-180-16,5 6-72 0,-5 10-108 15,0 7-84-15,-9 2-68 0,2 0-120 16,-1 1-100-16,-1-8-48 0,2-5-88 16,-1-10-52-16,4-12 52 0,4-10-40 15,0-14-72-15,12-7-188 16,-5-11-220-16,10-3 228 0,3-10 176 16,3-11-244-16,1-9-532 0,4-8-1292 15,-4 7-1865-15,8-33-711 0</inkml:trace>
  <inkml:trace contextRef="#ctx0" brushRef="#br0" timeOffset="200537.476">28622 10928 5488 0,'0'0'2328'16,"0"0"-824"-16,0 0-172 0,0 0 353 15,0 0-117-15,0 0-464 0,13 76-48 16,-13-32-240-16,0 8-208 0,0 12-64 15,-4 4-124-15,-8 12-160 0,-4 3-140 0,0 6-120 0,-4-1-76 16,0-5 4-16,4-4 64 0,-4-9 0 16,8-9-56-16,0-14 64 0,8-12 4 15,1-10 44-15,3-8-48 0,0-5-4 0,0-9-108 16,3-3 48-16,9 0 40 0,1-7-36 31,6-7 8-31,5-5-20 0,0-8 8 16,0-4-168-16,-4 3 44 0,0 1 40 0,-5 9 76 0,-2 5-116 15,-5 9-12-15,-1 4-12 16,-3 0 212-16,9 10 460 0,-6 7-36 0,1 2-68 16,1 3-132-16,-2 3 0 0,-3 3-40 15,0-1 36-15,4-2-60 16,-3 0 0-16,-1-9-12 0,-1 0-40 0,1-4-108 16,0-5 0-16,0-4-84 0,0 0-64 0,0-3 0 0,4 0-108 15,0-3-140-15,4-3-220 16,4-7-176-16,-4-6-500 0,4 0-424 0,0-1-812 15,0 1-597 1,-1 4-791-16,-2 2 1244 0</inkml:trace>
  <inkml:trace contextRef="#ctx0" brushRef="#br0" timeOffset="200801.245">28985 11928 992 0,'0'0'3012'0,"0"0"-316"0,0 0-516 16,0 0-188-16,0 0-247 0,0 0-125 0,0 0-244 16,0 0-348-16,80 48-340 0,-64-48-180 15,4-4-152-15,4-8 40 0,-1-7-188 0,5-3-84 16,-4-4-124-16,0 1-40 0,1-4-108 15,-6 6 12-15,-3 2-36 16,-4 4-36-16,-3 6 72 0,-6-3 72 0,-3 8 60 16,0 3-4-16,-8 0-40 0,-4 3 48 0,-4 0 72 15,0 3 64-15,-4 6-12 0,-3 10-116 16,-1 6 80-16,0 8 96 0,-4 2 88 16,4 6-28-16,-4 3 88 15,4 1-124-15,4-1-72 0,9-5-136 0,2-5 0 16,5-7 0-16,4-6 96 15,8-5-88-15,8-1 0 0,8-4-8 0,8-5 4 0,8-3-4 0,8-3-60 16,-1-7-196-16,9-6-248 0,0-2-308 31,0-1-404-31,-12 3-1044 0,15-9-4301 16</inkml:trace>
  <inkml:trace contextRef="#ctx0" brushRef="#br0" timeOffset="209279.755">28005 13303 4440 0,'0'0'9125'16,"0"0"-7289"-16,0 0-416 0,0 0-152 0,0 0 48 0,0 0 40 0,0 0-456 15,44 92-219-15,-36-44-149 16,-4 2-84-16,0 10-120 0,-4 1-52 0,0-1-116 31,-8 1-104-31,0-10-56 0,4-7-4 0,4-12-80 16,0-10-52-16,0-9-224 0,0-7-4 0,4-6-12 0,4 0-48 16,4-9-36-16,4-8 255 15,-1-5-135-15,10-10-28 16,-9-2 16-16,8-8 96 0,-5-6 160 0,2 1-4 15,-2 0 88-15,1 6-136 0,-3 5 40 16,-2 11-4-16,1 9 112 16,-4 4 112-16,-4 8 72 0,0 4 120 0,-4 0 88 0,4 10-40 15,-4 2 0 1,-4 7-120-16,0 8-99 0,0 0 75 0,-8 5-112 0,0-3-52 0,0-1-44 16,4-9-96-16,0-6-136 0,4-6-133 15,0-7 1-15,8 0 200 0,4-10 164 0,4-3 136 16,4-6-80-16,-1-6-56 0,9-4-4 15,0-3-116-15,0 0-28 16,0 4 0-16,0 6 28 0,-4 9-28 0,0 0 40 16,-8 13 108-1,0 0 196-15,0 4 60 0,-9 9 12 16,6 2-52-16,-5 7-68 0,-1 0 32 16,-3 8-19-16,1 1 19 0,-5 4 40 15,0 3 48-15,0 0-40 0,-5 0-96 16,-2 1-56-16,-1-6-76 0,-4-3-12 0,4-8-172 15,4-6-312-15,0-3-149 0,4-13 25 16,0 0-36-16,0-3-668 0,0-7-2412 0,11-16-2677 0</inkml:trace>
  <inkml:trace contextRef="#ctx0" brushRef="#br0" timeOffset="209467.311">28957 13589 12657 0,'0'0'2324'0,"0"0"-1140"0,0 0 600 0,-15 82 184 16,6-50-128-16,-2 0-567 0,3-3-717 0,0-4-400 16,-1 0-156-16,9-9-48 0,-3-3-216 15,3-4-280-15,0-3-88 0,0-6-157 16,0-3-479-16,0-6-1044 0,3-4-2400 0,1-18-4489 16</inkml:trace>
  <inkml:trace contextRef="#ctx0" brushRef="#br0" timeOffset="209611.493">28906 13109 7900 0,'0'0'4537'0,"0"0"-3237"0,0 0-48 0,0 0 496 0,0 0-344 0,0 0-836 0,99-9-568 16,-79 9-192-16,8 0-512 0,-4 6-816 15,-4-3-2344-15,4 7-4101 0</inkml:trace>
  <inkml:trace contextRef="#ctx0" brushRef="#br0" timeOffset="209906.604">29264 13236 8612 0,'0'0'4361'0,"0"0"-2761"0,0 0-428 0,24 76-92 16,-12-44 64-16,-4 10-148 0,4-1-296 15,0 3-368-15,-4 4-160 0,-4 3-64 0,-4 0-100 16,0 2 56-16,-12 1-60 0,-4 1 56 0,-4-5-48 16,1-6-4-16,2-9 40 15,6-12-44-15,7-7 0 0,-1-9 44 16,5-7 64-16,0 0 56 0,9-14-8 0,2-5 72 16,9-12-112-16,5-11-60 15,2-8-60-15,1-11-196 0,7-3-72 0,2 3-172 16,-1 5-132-1,3 5-164-15,-3 7-288 16,0 6-984-16,-12 13-2824 0,8-8-3649 0</inkml:trace>
  <inkml:trace contextRef="#ctx0" brushRef="#br0" timeOffset="210403.7">30057 13677 4560 0,'0'0'6076'15,"0"0"-3547"-15,0 0-741 0,0 0-152 0,-88 0-8 16,64 10-264-16,5 0-132 16,-5 2-280-16,0 7-127 0,-4 6-101 15,4 5-192-15,-3 1-132 0,2 4-112 0,1 0-72 16,4-3-56-16,9-4-100 16,3-6-60-16,-1-5 0 0,9-5-84 0,0-5-12 15,13-4-64-15,-2-3-44 0,9 0-48 16,8-10-16-16,8-8 28 0,0-8-100 15,3-6-92-15,6-6-56 0,-6 0-44 16,-3 0 7-16,0 3 53 0,-3 4 56 0,-6 4 100 0,-7 2 96 16,-4 9 24-16,-4 3 96 0,-4 7 100 0,-5 6 44 15,-3 0 216-15,0 10 180 0,0 5 84 16,-3 7-172-16,-1 11-36 16,-8 1-96-16,3 2 109 0,-2 5 35 15,3-7-80-15,4-5-284 0,4-3-168 0,0-7-256 31,12-10-281-31,-1-3-111 0,10-6-152 16,-5 0-1820-16,16-15-3881 0</inkml:trace>
  <inkml:trace contextRef="#ctx0" brushRef="#br0" timeOffset="211096.794">30810 12972 3892 0,'0'0'7629'16,"0"0"-6145"-16,0 0-604 0,0 0 120 15,0 0 364-15,0 0 228 0,20 68-472 16,-12-24-332-16,0 16-324 0,-8 7-84 16,0 6-64-16,-4 9-12 0,-12 1 24 15,-4 2-23-15,-3 2-161 0,-10-5-144 16,6-6-44-16,3-12-173 0,4-10 69 15,4-12 76-15,7-17-76 16,9-10 28-16,0-8-208 0,4-7-256 16,9 0 80-16,-2-9 296 0,10-8 124 0,3-4 80 15,-1-6-8-15,1 2 4 0,0-4 4 16,0 7-132-16,0 2 36 0,0 6-48 16,-4 3 16-16,0 9 52 0,-4-1 80 15,-4 3 208-15,-4 5 188 0,0 9-80 0,-5-3-120 16,-3 6-108-16,0-1 80 0,0 3-20 0,-7 3 24 15,-5 0-16-15,0 1 64 0,-8-5-48 16,4 1-4-16,-4 0-68 0,0-5-16 16,0-1 0-16,0-8-84 0,-3 2-52 15,2-1-156-15,1-6-60 0,5 0-108 16,-2-3-224-16,10-7-280 0,-1-5-404 0,8-4-700 0,0 0-1940 31,4-10-2181-31</inkml:trace>
  <inkml:trace contextRef="#ctx0" brushRef="#br0" timeOffset="211386.843">31165 13840 10224 0,'0'0'3073'15,"0"0"-1137"-15,4 66-52 0,-4-37-68 16,0 2-124-16,0-2-343 16,0-3-513-16,-4-11-508 0,4-2-292 0,0-7-36 0,8-2-132 15,-1-1-148-15,14-3-108 0,-1-10 12 16,4-2-13-16,3-5-95 15,1-4-64-15,-4 2-52 0,-4 0-48 0,-8 2 32 16,-8 9 12-16,-4-3 96 16,0 5 124-16,-8-4 120 0,-7 1 264 0,-2 0 448 15,-3-1 60-15,1 3-124 0,-2 1-76 0,-3 3-160 16,5 3 36-16,3 6-24 0,-5 4-96 16,6 3-60-16,3-1-4 0,4 1-136 0,0-3-124 15,8-3-576-15,0-5-484 0,0-2-1288 31,0 0-2177-31,11-9-2259 0</inkml:trace>
  <inkml:trace contextRef="#ctx0" brushRef="#br0" timeOffset="211750.802">31779 13021 8444 0,'0'0'4973'0,"0"0"-2845"0,0 0-436 16,-49 88-232-16,38-46-244 0,7 5-316 0,-4 7-312 16,8 3-236-16,-5 6-159 0,5 1-69 15,-4 3-112-15,-3 2-12 0,-1-1-60 0,-1-5-24 0,-2-6-269 0,3-6-303 32,0-7-40-32,3-12 72 0,5-7 108 0,0-9 76 15,0-9-116-15,13-7-476 0,-1-3-1000 16,8-10-460-16,8-7-377 0,0-5 129 15,0-3 384-15,0 3 664 0,-1 2 1692 16,-7 8 232-16,-4 4 2116 0,-4 11-60 0,-8 5 16 0,0 7 157 16,-4 7-173-16,0 6-600 15,-8 4-408-15,0 3-316 0,-4-1-140 16,0 4-104-16,-4-4-60 0,4-1-136 0,1-5-196 16,2-6-231-16,1-7-97 0,4-5-181 15,4-7-331-15,0 0-280 0,0-13-52 16,0-6-1068-16,4 3-2316 0,4-18-4185 15</inkml:trace>
  <inkml:trace contextRef="#ctx0" brushRef="#br0" timeOffset="211913.252">31902 13512 11009 0,'0'0'2944'16,"0"0"-1416"-16,0 0 536 0,0 0-312 15,96 16-624-15,-68-12-556 0,3-2-348 16,1-2-224-1,4 0-220-15,0 0-536 0,-1-2-704 16,-7-2-1424-16,13 4-5277 0</inkml:trace>
  <inkml:trace contextRef="#ctx0" brushRef="#br0" timeOffset="212114.281">32527 13694 5412 0,'0'0'7573'16,"0"0"-5745"-16,0 0-52 0,-95 53 428 0,63-28-388 15,0 1-648-15,-4 3-415 16,8 2-245-16,0 5-108 0,0 2-100 0,4-4-132 16,9 5-132-16,-2-4-32 0,14-4-4 15,3-2 0-15,0-4-12 16,16 1-108-16,-1-5-60 0,13-4-24 0,8-1-112 16,5-7-216-16,6-2-88 0,1-7-157 15,3 0-199-15,1-3-1248 16,-16-4-3620-16,12-2-5517 0</inkml:trace>
  <inkml:trace contextRef="#ctx0" brushRef="#br0" timeOffset="212808.812">28686 14674 3768 0,'0'0'6848'15,"0"0"-4879"-15,0 0-849 0,0 0 84 0,0 0 184 16,0 0-304-16,0 0-316 16,0 0-572-16,0 0-180 0,0 0 144 15,-79 40 96-15,51-22 64 0,0 8 12 0,0-1 0 16,-4 3 84-16,4 1-40 0,0-4-144 15,9 3-120-15,3-5-104 0,8-4 76 16,0-3-84-16,8-1-96 0,0 2-28 16,8-4-44-16,7 2 32 0,9 1 64 0,0 0 60 0,8-4 4 15,-4 1-80-15,0-2 88 0,-4-3-60 16,-4 2-24-16,-4 0 84 0,-4-1 44 16,-5 0 104-16,-2 1 84 0,-5-1-28 15,4 5-44-15,-4-6-28 0,0 5-32 16,-4-3-4-16,-4 3-36 0,0-4-12 15,-4-2-48-15,0 2 0 0,-8-3-132 0,4-2-160 16,-4-1-196-16,-3-3-112 0,2 0-208 0,1-10-92 16,1-6-252-16,-1-2-556 0,8 5-996 15,3-19-2997-15</inkml:trace>
  <inkml:trace contextRef="#ctx0" brushRef="#br0" timeOffset="213184.265">29049 14837 11569 0,'0'0'2792'0,"0"0"-1052"0,0 63-28 0,-8-28-124 0,4 2-184 15,-3 9-147-15,-2-9-397 0,1 1-316 16,8-2-220-16,-4-11-196 0,4-2-128 16,0-11-120-16,4 1-24 0,4-7-12 15,1-3-100-15,2-3-92 0,1 0-104 16,0-6 28-16,4-8-85 0,0-5-39 15,0 1 24-15,4-7-12 0,-5-4-300 0,6 1-124 16,-1-4-232-16,-5-3 36 0,2 2 240 16,-6 2 232-16,2 6 276 0,-6 6 396 15,1 6 12-15,-4 8 456 0,0 0 292 16,-4 5 396 0,0 10-104-16,0 6 24 0,0 6-272 15,-4 7-228-15,0 3-64 0,0 6 244 16,0 0-36-16,1-4-159 0,3-2-153 0,0-3-344 15,0-4-52-15,0-8-232 16,7-8-329-16,1-6-119 0,5-3 0 0,-2-6-56 16,6-13-356-16,2-6-1156 0,-7-1-2856 15,8-19-2973-15</inkml:trace>
  <inkml:trace contextRef="#ctx0" brushRef="#br0" timeOffset="213518.01">29559 14465 9520 0,'0'0'3053'0,"0"0"-1169"16,0 0-56-16,-4 76-284 0,1-40-52 0,-6 8-260 0,1 0-340 0,0 9-259 16,-4 1-17-16,0 4-72 15,-4-4-264-15,0 3-124 0,0-2-156 0,1-8-36 16,3-6-180-16,3-13-88 0,6-8 88 16,3-8 92-16,0-9-68 0,3 1-100 15,14-4-36-15,-2 3 220 0,13-3 96 0,0 0-49 31,8 4-11-31,-8-4-52 0,4 3-8 0,0-3 32 0,-4 5 4 16,-4 1 48-16,-4 1 48 16,-5 3 8-1,2-3 124-15,-10 2 76 0,1 0 12 0,0 1-63 0,-3-4 15 16,-1 1-52-16,-4-4 24 0,0 0 52 0,0-3-28 0,-4 3 52 16,-5 0-100-16,-3-3-120 0,-8 3-48 15,1 0-48-15,-5-3-88 0,0 0-32 16,-4-6-208-16,-4-6-29 0,4-1-335 15,0-6-312-15,0 0-760 0,9 3-1320 0,2 0-3201 16</inkml:trace>
  <inkml:trace contextRef="#ctx0" brushRef="#br0" timeOffset="214413.49">30188 15087 9700 0,'0'0'2565'0,"0"0"-1085"0,0 0-124 0,0 0 40 0,0 0-64 0,0 0-592 0,0 0-260 0,0 0-208 15,-83-6-116 1,63 34 104-16,0 10 8 0,-4 11 36 0,4 7 320 0,0 4-52 15,5-2-183-15,2-7-133 16,6-13-168-16,3-13-88 0,4-9-120 16,0-7-161-16,11-9-95 0,6 0 48 0,7-12 144 0,3-4-144 15,1-6-64-15,0-7-24 0,0-5-60 16,-4 1 92-16,-4 2 28 0,-4 6 48 0,-5 5 72 16,2 7 144-16,-9 7 88 0,-1 6-68 15,-3 0 72-15,4 4 232 0,0 8 200 16,5 8 0-16,-1 2-164 0,-1 6-60 0,6 7 40 15,-6 3 44-15,-3 3 0 32,-4 3 64-32,0 7-4 0,-4 1-24 0,-8 5-36 15,-3 2 13-15,-10 6-73 0,1-2 56 16,-4 1 16-16,1-7-12 0,-1-4-64 0,0-5-44 16,4-10-124-16,0-6-56 0,5-10 68 15,2-6-64-15,6-7-8 0,-2-5 0 16,2-4-280-16,-6-6-92 0,2-10-100 0,-2-8-112 15,2-9-61-15,2-11-243 16,2-8-264-16,3-12-924 0,4 1-1944 0,4 12-1325 16,8-19-1675-16</inkml:trace>
  <inkml:trace contextRef="#ctx0" brushRef="#br0" timeOffset="214656.683">30619 15179 9036 0,'0'0'2465'0,"0"0"-633"0,4 64 184 0,-4-28-64 16,-4 8-220-16,0 10-460 0,4 2-320 16,0 11-123-16,0 3 67 0,0 9-400 31,0 3-292-31,0 8-120 0,0-2-84 0,0 5-52 16,-8-2-80-16,0-1-88 0,0-11-56 0,0-6 20 15,0-12-92-15,8-14 80 0,0-11-60 16,0-17 59-16,0-11-71 0,4-8-428 15,0-8-296-15,0-11-412 0,4-11-432 0,0-11-176 16,-4 6-1169-16,4-28-3427 0</inkml:trace>
  <inkml:trace contextRef="#ctx0" brushRef="#br0" timeOffset="-214589.688">30603 15252 5732 0,'0'0'4028'15,"0"0"-2683"-15,0 0-73 0,0 0 144 16,96-44-176 0,-60 32-484-16,-1-5-304 15,10 1-176-15,-2 4-76 0,-3 2-112 0,-5 4-88 0,-3 6-24 16,-8 6-64-16,-3 7 88 0,-10 5 4 0,-7 8 60 16,-4 3 184-16,-12 3 76 0,-3 2-176 0,-9 5-96 15,-4-1-44-15,-4-3-8 0,0 0 0 16,0-7-4-16,0-3-4 0,4-2-116 15,4-10-348-15,0-5-408 0,5-4-780 16,3-4-1392-16,-9 0-2941 0</inkml:trace>
  <inkml:trace contextRef="#ctx0" brushRef="#br0" timeOffset="-214033.276">31698 15329 7612 0,'0'0'2864'15,"0"0"-1331"-15,0 0-269 0,-43 67 412 16,30-36-28-16,2 7-120 0,-1 4-236 0,0 2-360 16,0 1-68-16,4-8-87 0,5-2-229 15,3-10-260-15,0-6-116 16,3-8-172-16,9-8-24 0,4-3-112 0,8-7 28 16,4-8-108-16,7-10-64 0,2-11-133 15,-1-2-87-15,-1-4 52 0,-7 5 68 16,-4 4 4-16,-4 8 8 0,-8 3 12 0,-4 3 60 15,-4 3-60-15,-4 3 260 0,-8 4 96 0,-8-1 316 16,0 1 56-16,-4 2-56 0,0 7 28 16,0 0-196-16,-4 0-148 0,8 7-44 15,-3 6-76-15,2 0-40 0,2-1-48 16,7 4-148-16,-1-3-664 0,6-4-1816 0,3 4-4341 16</inkml:trace>
  <inkml:trace contextRef="#ctx0" brushRef="#br0" timeOffset="-213907.73">32046 15479 9232 0,'0'0'2693'0,"0"0"-1041"0,83-5 104 15,-43-4 16-15,4-7-708 0,-1-3-580 16,2-6-448-16,-2-3-36 16,1-8-632-16,-4-1-1336 0,-12 7-3501 0,0-11-5047 15</inkml:trace>
  <inkml:trace contextRef="#ctx0" brushRef="#br0" timeOffset="-213662.584">32237 15158 236 0,'0'0'8948'15,"0"0"-6703"-15,0 0-1001 0,0 0 120 0,-41 75-48 16,37-46-48-16,4 2 0 0,0 8-232 16,0 6-164-16,0 2-128 0,0 8-192 15,0 1-212 1,-3 5-112-16,-5 5-56 0,4 1-99 0,-9 2-73 0,6 1-48 15,3-7 40-15,-4-2-1 0,-1-7-63 16,6-7 12-16,-1-5-76 16,0 0 40-16,-4-8-112 0,-4-2-48 15,0-3-48-15,0-3-84 0,-4-8-4 0,1-5-64 16,-6-4-244-16,1-2-360 0,-8-4-904 16,5-3-2100-16,-25 0-2437 0</inkml:trace>
  <inkml:trace contextRef="#ctx0" brushRef="#br0" timeOffset="-213055.353">28615 16710 3588 0,'0'0'8457'15,"0"0"-6961"-15,0 0-900 0,0 0 128 0,0 0 356 16,0 0-260-16,-104-10-548 16,69 22-272-16,-6 7 0 0,2 11 76 15,-5 8 12-15,-4 9 36 0,5 11 196 0,2 5 300 16,1 7 292-16,9-1-216 16,7 8-156-16,4-1-64 0,8-4-148 15,12-1-72-15,0-11-40 0,16-10 17 0,7-8 143 16,18-10-132-16,2-10-136 0,17-3 24 15,8-6 28-15,0-6-112 0,3-7-40 0,-3 0-8 16,-8-7-8-16,-8-6-116 0,-9-2-212 16,-11-2-417-16,-12 2-123 0,-8-4-260 15,-8 0-724-15,-4 3-2376 0,-12-10-3613 0</inkml:trace>
  <inkml:trace contextRef="#ctx0" brushRef="#br0" timeOffset="-212883.592">28360 17281 10392 0,'0'0'2509'0,"0"0"-1173"0,0 0 404 0,0 0-140 16,0 0-452-16,116 36-116 0,-69-27-264 0,5-6-244 15,0-1-292-15,-1-2-232 16,-6-2-180-16,-2-8-200 0,-3-5-180 16,-5-2-260-16,-2 2-264 0,-10-1-544 0,-2 0-916 15,-6 3-1545-15,-6 3-879 16,-5 4 160-16</inkml:trace>
  <inkml:trace contextRef="#ctx0" brushRef="#br0" timeOffset="-212726.795">28922 17211 328 0,'0'0'4016'0,"0"0"-1544"0,0 0-84 0,0 0-423 0,0 0-553 16,-21 89-112-16,21-58-172 0,0 8-324 0,0 3 76 15,5 5 88-15,-5 6-100 0,4-1-216 16,-4-2-152-16,0-2-192 0,0-6-76 0,0-10-172 16,0-7-60-16,4-13-132 15,4-2-284-15,-1-10-260 0,10-3 60 16,-2-10 36-16,5-9-340 0,1-11-372 15,-2-4-1060-15,-3 2-2233 0,8-25-3119 0</inkml:trace>
  <inkml:trace contextRef="#ctx0" brushRef="#br0" timeOffset="-212466.208">29447 16596 7140 0,'0'0'4889'16,"0"0"-3037"-16,0 0-776 0,0 0-108 15,-3 83 88-15,-1-45-188 0,4 8-228 16,-4 9-144-16,-4 8-44 0,3 4 52 0,1 3 20 16,-3 5-120-16,3 5-88 0,-9-1-48 0,6 4-76 15,-1-3-44-15,-4-1-27 0,7-9-49 0,2-7 16 16,3-9 20-16,0-6 0 16,8-13-36-16,4-7-72 0,-1-6-48 15,6-2-96-15,3-11-76 16,-1 2-85-16,2-9 1 0,3-2-96 15,-1 0-220-15,-3-7-324 0,0-5-412 16,0-4-776-16,-8 3-2364 0,4-6-2953 0</inkml:trace>
  <inkml:trace contextRef="#ctx0" brushRef="#br0" timeOffset="-212143.36">29774 17504 8596 0,'0'0'2637'0,"0"0"-601"0,0 0-548 0,0 0-80 15,0 0-8-15,44 85-216 0,-36-53-420 16,-4 3-312-16,-4 0-24 0,0-3-76 16,0-1-84-16,0-5-156 0,0-11-108 0,0-2 44 15,0-7-44-15,0-2-4 0,0-4-48 16,8-10-220-16,0-6-100 0,3-3 236 0,6-9 32 31,-1 0-44-31,4-5-92 0,0 5-56 16,-1 6 84-16,1 2 72 0,-3 8 64 15,-2 5 72-15,-2 4 0 0,-6 3 280 16,1 3 124-16,4 4 100 0,-4 5-140 16,-4 4-120-16,4 3-24 0,-4 7-52 0,0-3-32 0,1 5-64 15,-5 0-72-15,3 1-44 0,-3-4-140 16,4-3-352-16,0-3-244 0,-4-3-128 16,4-2-348-16,4-14-944 0,-4 0-2557 15,4-14-2451-15</inkml:trace>
  <inkml:trace contextRef="#ctx0" brushRef="#br0" timeOffset="-211859.236">30654 16976 11969 0,'0'0'2880'0,"0"0"-1800"15,0 0 24-15,0 0-24 0,0 0-328 16,0 0-248-16,-67 80-148 0,51-45-88 16,-4 3 48-16,5 6 148 0,-2 4 244 15,1 3-187-15,4 3-109 0,5 0-72 0,3-7-132 16,0-2-204-16,4-11-4 0,4-4-100 16,7-8-128-16,6-7-304 0,-2-8-137 15,9-7-3-15,4-3 28 0,8-13-216 0,0-9-568 16,-4-11-1488-16,-4 8-2617 0,7-27-3079 15</inkml:trace>
  <inkml:trace contextRef="#ctx0" brushRef="#br0" timeOffset="-211650.278">31025 16917 10244 0,'0'0'3093'0,"0"0"-1609"0,0 0-20 0,0 0 16 0,0 0-356 15,-4 94-228-15,0-49-128 16,0 5-36-16,-3 8 49 15,-1 5-141-15,-1 3-216 0,-2 8-72 0,-2-4-112 16,2-3-192-16,-1-4-48 0,-1-12-276 16,6-10-40-16,3-13-60 0,4-11-12 0,0-15-180 15,4-2-273-15,7-15-171 0,6-14-192 16,3-9-1064-16,-5-9-356 16,2 6-1857-16,6-23-1587 0</inkml:trace>
  <inkml:trace contextRef="#ctx0" brushRef="#br0" timeOffset="-211473.168">31133 17052 4060 0,'0'0'7325'0,"0"0"-5033"0,0 0-924 0,0 0 280 0,0 0-196 16,0 0-416-16,0 90-364 15,0-49-268-15,0 6-136 0,0 2 64 0,-4 3 92 16,0 3 40-16,-4-1-87 16,-4 0-101-16,0-3-56 0,0-1-148 15,-4-2-72-15,4-7-88 0,-4-6-156 0,0-9-180 16,8-7-269-16,1-13-87 0,3-6 72 15,4-16-436-15,0-12-852 0,8-14-1200 16,-5 5-2021-16,14-33-995 0</inkml:trace>
  <inkml:trace contextRef="#ctx0" brushRef="#br0" timeOffset="-211142.043">31221 16964 1800 0,'0'0'9657'0,"0"0"-7293"0,0 0-784 0,0 0 176 15,0 0-308-15,83-16-476 0,-63 16-360 0,0 3-160 16,4 4-88-16,0 5 16 0,-8 1-80 15,-1 3-91-15,2 6-89 0,-13 0-112 0,0 10 56 16,-4-1-60-16,-8 5-4 16,-9 2-100-16,2 3 16 0,-9 0-61 15,-4 3-39-15,0-5-36 0,0-1-20 0,0-9 92 0,5-4 76 16,3-8 12-16,-1-6-4 0,14-4-20 16,-1-4 12-16,4-3 72 0,4 0-4 15,0 0 4-15,0 0-76 0,0 0-4 31,0 4 80-31,4-4 12 0,4 5 100 16,-1 2 80-16,14 2 4 0,-1 3-24 16,3-1 56-16,5 2-32 0,4-4-76 0,4 0-56 0,0 1-60 15,4-4-4-15,-5 1 8 16,1-4-8-16,-4 0-64 0,-8 0-288 0,-4-3-352 16,0 0-264-16,-4-6-12 0,-1-7-928 15,-2 4-3032-15,-5-11-3737 0</inkml:trace>
  <inkml:trace contextRef="#ctx0" brushRef="#br0" timeOffset="-210891.392">31854 16910 7264 0,'0'0'5333'31,"0"0"-4045"-31,0 0-312 0,0 0 484 0,95 54 84 16,-63-38-288-16,0 6-664 15,1 0-336-15,-1 6-72 0,-5 4 48 0,1 7-88 16,-8-1-76-16,-4 6-68 0,-8 3-8 0,-4 1-68 16,-4 0 28-16,-4 6-24 0,-9-2-100 15,-6 0-24-15,-5 3 12 16,0-8-144-16,-8 1-128 0,-4 0-36 0,1-7-88 16,-5-3-140-16,-4-3-252 0,-4-6-1160 0,12-8-2269 15,-24 2-3427-15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23:31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11809 6492 2560 0,'0'0'0'0,"0"0"-624"0,0 0-292 16,0 0 916-16,0 0 836 0,0 0-92 0,0 0 180 15,0 0-256-15,0 0 72 0,0 0-88 16,-76 11-652-16,65-11 40 0,-2 0-104 0,-2-4-304 15,2 4-948-15,-10 0-964 0</inkml:trace>
  <inkml:trace contextRef="#ctx0" brushRef="#br0" timeOffset="459.034">11176 6435 5136 0,'0'0'2628'0,"0"0"-1072"15,0 0 1321-15,0 0-621 0,0 0-556 0,0 0-412 16,0 0-28-16,79 29-304 0,-67-20-160 15,0 2-176-15,-3 1-180 0,-2 1-51 16,1 6 71-16,0 3 24 0,0 0-108 0,0 6-36 16,0 1-88-16,0 1-8 0,0 0-28 0,-4 3 0 0,4 1 36 15,0 1-20-15,-1 6-76 16,2 0-60-16,-1 10 0 0,3 3 12 16,2 6-12-16,-2 13-12 0,2 7 0 0,2 6-72 15,-3 6-4-15,0 6-8 0,0-2-12 16,4-2-120-16,0-1 24 0,4-7 12 15,-4-14-12 1,4-5 36-16,0-13 0 0,-1-9-12 0,-2-11 12 16,3-8-12-16,-8-10-88 0,3-6-20 15,-2-4-72-15,-2-3-16 0,2-3-20 16,-2-6-40-16,-3-7-20 0,1-6-176 16,-2-11-265-16,-3-3-415 0,0-11-684 15,-4-8-528-15,0 8-2036 0,-8-32-2421 16</inkml:trace>
  <inkml:trace contextRef="#ctx0" brushRef="#br0" timeOffset="896.501">12212 6591 6384 0,'0'0'1780'15,"0"0"3613"-15,0 0-3933 0,0 0-224 0,0 0 480 16,0 0-176-16,0 0-284 0,0 0-648 15,0 0-292-15,0 0-155 0,-92 79-65 16,59-44-96-16,-6 3-52 0,-5 7 4 0,0-1-49 16,-3 8 33-16,-5-2 64 0,0 1-4 15,-3 2-52-15,2-2 56 16,1 1 48-16,5-8 64 0,11-3-108 0,5-6 81 16,6-7-85-16,9-2-12 0,8-5 8 15,8-4 4-15,0-1 0 0,8-3 4 16,5-1 276-16,6-2-64 0,5-1-44 0,0-3 56 0,4 1 400 15,4-1-8-15,4 4 88 16,-1 0-128-16,1 5-268 0,5 0-84 0,-2 9-56 16,1-2-16-16,4 3-24 0,3 0-60 15,-2 4-12-15,2 0 0 16,1-1-48-16,-4-3-4 0,4 1-8 0,-5-5-4 0,-7-4-4 16,-4-1-64-16,-4-7 0 15,0-2-144 1,-8-4-76-16,-1-3-80 0,-6 0-48 0,-2-3-148 15,-3-7-132-15,-4-5-448 0,-4-4-601 16,-4-7-667-16,-11-6-1480 0,2 10-1069 16,-22-22-4355-16</inkml:trace>
  <inkml:trace contextRef="#ctx0" brushRef="#br0" timeOffset="1281.509">11275 6563 9512 0,'0'0'2437'16,"0"0"-853"-16,0 0-304 0,0 0 28 15,48 85-8-15,-40-49-220 0,4 2-308 0,0 3-144 16,-4 6-152-16,3 7 232 0,-2 6-248 16,3 7-119-16,-1 6-37 15,2 10-12-15,-2 2-112 0,-3 11-96 0,5-5-36 16,-6 1-48-16,5-2-68 0,0-8 56 0,0-12 8 16,1-4-8-16,2-11 0 0,-2-7-48 15,2-7-12-15,1-7 12 16,0-5-4-16,0-6-92 0,0-8 24 0,-5-5-40 15,2-8-789-15,-2 2-51 0,2-4 388 16,-2-9 280-16,-3-8-336 0,1-8-644 16,-1-7-912-16,-5 4-1805 0,1-26-1851 0</inkml:trace>
  <inkml:trace contextRef="#ctx0" brushRef="#br0" timeOffset="1698.363">11992 6559 3404 0,'0'0'5372'16,"0"0"-2863"-16,0 0-997 0,0 0-544 0,0 0-220 15,0 0-28-15,-32 83-40 16,17-55-12-16,-6 7-256 0,-3 1-240 0,1 8-112 0,-5 0-60 15,-8 7 0-15,0 3 0 0,-4 0 12 16,1 3 200-16,-1-6-76 0,3 0 12 16,-2-10 24-16,7-5-124 0,4-6-44 0,4-7-4 15,5-4 0-15,6-9-52 0,9-1-60 16,0-7-84-16,4 3-40 16,0-3 0-16,12 2 236 15,4-1 248-15,8 0 136 0,1 4-100 16,6-1-36-16,1 3-88 0,0-2-24 15,0 2 48-15,4 4 124 0,-1-1 12 16,1 8 84-16,4 1-84 0,0 2-200 16,0 5-120-16,-1 1 0 0,2 3-4 0,2-4-80 0,-3 1-52 15,4 0 40-15,-8-1-112 0,3-3-160 16,-3-3-444-16,-8 1-364 0,4-1-1132 16,-12-6-2601-16,4 0-3315 0</inkml:trace>
  <inkml:trace contextRef="#ctx0" brushRef="#br0" timeOffset="5955.972">4199 10207 3240 0,'0'0'2164'16,"0"0"800"-16,0 0-1724 0,31-70-244 15,-22 51 113-15,-5 7 131 0,4 5 136 16,-8 1-112-16,4 6-172 0,-4 0-96 0,0 0-168 15,0 0-104-15,0 0 36 0,3 3-160 16,-3 7-272-16,9 2 12 0,-1 10 196 16,0 4 45-16,3 9-193 0,-2 7-96 0,2 2-112 15,-3 10 40-15,5 4-40 0,-6 8-24 0,5 10-72 16,-3 7 12-16,2 8-96 0,6 12-4 16,-6 4-80-16,1 7 84 15,0 4 8-15,-4-1 4 0,4-2 76 0,-4-4 8 16,-4-10 132-16,4-9 36 0,-4-13-132 15,0-8-8-15,-1-11-112 0,2-10-12 16,-1-6-76-16,-4-11-56 0,8-11 24 0,-4-6-84 0,0-6-72 16,-4-7-124-16,3-3 0 0,1 0-168 15,1-13-585-15,-1-9-15 16,4-10 116-16,-8-13-796 0,0 8-1948 16,0-40-1577-16</inkml:trace>
  <inkml:trace contextRef="#ctx0" brushRef="#br0" timeOffset="6357.4">4996 10407 768 0,'0'0'13997'16,"0"0"-11577"-16,0 0-1476 0,0 0-216 15,0 0 644-15,0 0-212 0,0 0-335 0,0 0-281 16,-80 67-240-16,53-35-100 0,-5 3-72 15,-9 6-132-15,2 6-4 0,-9 7-44 0,-4 7-60 16,0 2-12-16,-4 4-48 0,1 0-100 16,3-4-72-16,8-9 208 0,4-9 132 0,12-11 84 15,9-11-12-15,2-5-24 0,10-7-48 16,3-5 8 0,0 0 32-16,4-3-40 0,8 0-136 15,-1 8 52-15,14 1 84 0,7 1 180 16,4 2 28-16,7 5 60 0,9-2 20 0,0-2 316 15,8 3-108-15,-4 3-220 16,6-3-168-16,-2 4 28 0,0 2-128 16,0 1-8-16,-4 2-8 0,-4 1-116 0,-9-4 64 15,-2-3-12-15,-1 0 12 0,-8-2 12 0,-5-4-12 16,-7-1-12-16,1-5-132 0,-10 0-88 0,1-7-92 16,-8 0-124-16,0-3-112 0,0-3-241 15,0-6-299-15,-11-8-432 0,-10-8-692 16,10 2-1648-16,-26-24-2285 0</inkml:trace>
  <inkml:trace contextRef="#ctx0" brushRef="#br0" timeOffset="6757.605">4331 10226 756 0,'0'0'7144'16,"0"0"-4880"-16,0 0-331 0,0 0-17 0,0 0-164 15,0 0-372-15,71 77-288 16,-55-46-220-16,4 7-48 0,-4 8-92 0,0 1-196 16,0 6-76-16,0 7-155 0,-4 5-97 15,0 4-16-15,-1 8-36 0,2 5-152 16,-2 4 0-16,-3 3 56 0,1 6 0 15,-1-4-48-15,-5 2 84 0,1 0 0 0,0-8-36 16,-4 1-60-16,4-10-52 0,1-4 52 16,-1-12 52-16,0-6 8 0,-1-12-16 0,5-7-44 15,-4-6-72-15,0-10-52 0,1-6-32 32,-1-1-48-32,-1-9-136 0,1 1 23 0,-4-4-11 0,4 0-12 15,-4 0-148-15,4 0-356 16,-4-11 144-16,4-1 184 0,-4-7-64 15,0-10-336-15,-4-5-1056 0,-4-7-916 0,1 5-1073 16,3-18-1219-16</inkml:trace>
  <inkml:trace contextRef="#ctx0" brushRef="#br0" timeOffset="7227.048">5008 10392 10696 0,'0'0'1733'16,"0"0"-1297"-16,0 0 36 0,0 0 304 16,0 0 348-16,-92 9-320 0,72-3 0 0,-4 7-192 15,0-1-252-15,-3 7-4 16,-1 6-196-16,-4 8 76 0,0 2 12 0,-4 9-104 15,-8 11-144-15,5 2-4 0,-10 2-116 0,2 8 44 16,-1-3 28-16,4-1-12 0,4-5-52 16,4-7-36-16,12-10 24 0,5-10 36 0,2-5-20 15,10-8-16-15,-1-7 24 0,8-3 0 16,0-4-12-16,0-4-24 0,0 3 136 16,8-3 64-16,7 3 96 0,2 1 24 0,7 3-36 15,4-2 28-15,4 4-4 0,-1 5 88 16,1 5-28-16,8-1 148 0,-5 5 220 0,6 5 112 15,2 4-300-15,1-1-120 16,0 5-156-16,3-1-128 0,-2 0-8 16,-2-4-8-16,2-5-40 15,-10-1-40-15,1-6 76 0,-4 0-144 0,-4-5-188 0,-4-2-20 16,-5-3-64 0,-6-5-100-16,-2-1-136 0,-3-3-248 15,1-3-732-15,-9-8-680 0,0-1-1597 0,-9-7-1883 16</inkml:trace>
  <inkml:trace contextRef="#ctx0" brushRef="#br0" timeOffset="7643.303">4262 10318 9024 0,'0'0'2645'0,"0"0"-817"0,0 0-332 0,37 70 92 16,-29-40-232-16,-1 1-320 0,1 10-240 16,1 3-196-16,-1 7-224 0,-1 10-60 15,-3 2-48-15,9 10-60 0,-6 7-24 16,-3 8-100-16,8 8-35 0,-3 5-41 15,-2 7-4-15,1 1 56 0,0-2 36 0,0-2-84 16,0-7 100-16,0-5-52 0,-1-11-8 16,2-9-52-16,-1-12-48 15,0-11 36-15,0-9-24 0,-4-9 24 16,4-6-36-16,0-8-52 0,-5-4-20 0,1-6-49 16,1-1-199-16,-5-3 4 0,4-4 36 15,0 0 0-15,-4 0-372 0,4 0-24 0,0-4-128 0,-1-6 220 16,-3-2 88-16,0-11-32 0,4-2-544 15,-4-10-540-15,0-2-348 0,-4 4-501 16,-3-18-1431-16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12:20.66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5016 1788 9944 0,'0'0'1741'16,"0"0"-305"-16,0 0 252 0,0 0-316 0,0 0-220 16,0 0-164-16,0 0-112 0,0 0-192 31,0 0-72-31,0 0-76 0,0 0 220 0,0 92-127 15,4-48-265-15,0 9 0 16,-4 14 12-16,3 13-148 0,1 5-156 0,1 10-60 16,-1 11-12-16,0 1-8 0,0 4-100 15,0 5 108-15,-4-6-12 0,3-1-60 0,-3-12 68 0,0-11 0 0,0-13-140 32,0-13 20-32,0-16-20 0,4-11-84 0,-4-18-100 0,0-4-120 15,4-11-89-15,-4 0-167 0,5-11-444 16,-1-8-464-16,-4-10-616 15,4-8-620-15,-4 2-2597 0,-4-28-1411 0</inkml:trace>
  <inkml:trace contextRef="#ctx0" brushRef="#br0" timeOffset="312.165">5283 1791 2520 0,'0'0'4044'16,"0"0"-1228"0,0 0-1163-16,0 0-85 0,0 0 0 15,0 0-28-15,0 0-312 0,12 92-396 0,-8-54-176 16,-1 10 44-16,1 4-120 16,0 12-252-16,-4 14-168 0,5 7-88 15,-5 11-20-15,4 5-28 0,-4 10-24 0,0 0-4 16,0 3-72-16,0-6 76 0,0-3-12 15,0-7-60-15,0-13-40 0,-4-8-72 0,4-14 40 16,0-15-64-16,0-13-200 0,0-12-144 16,0-14-152-1,4-9-416-15,0-6-752 0,0-4-1328 16,-4-31-1557-16</inkml:trace>
  <inkml:trace contextRef="#ctx0" brushRef="#br0" timeOffset="857.278">5183 1880 5468 0,'0'0'324'0,"0"0"4468"0,0 0-3595 0,0 0-249 15,88-67 200-15,-60 54 168 0,7 1-208 16,-3 5-184-16,9 0-232 0,-6 2-220 15,5 5-68-15,-1 0-132 0,6 0-88 16,-6 2-96-16,1 4-40 0,-4 8-48 0,0 4-12 16,-4 5 8-16,-4 8-44 15,-5 8 32-15,-6 8-140 0,-6 0 68 0,-7 5-96 16,-4-2 48-16,0-2 132 0,-11 0-4 0,-6-4-40 31,-2 0-64-31,-5 1-60 0,-8-7-28 0,-4 4-44 0,1-4-28 16,-6-1-52-16,-2 2-60 0,3-8-28 15,-1-2 348-15,10-7 64 0,-1-6 64 0,4-3-64 16,1-4 8 0,3-5 116-16,3-1 12 0,1-3 52 0,9 0 148 15,3 0-64-15,4 0-100 0,4 0-48 16,0 0-36-16,0 0-88 16,0 0-48-16,0 0-28 0,0 0 76 0,4 9 132 15,7 4 116-15,2 6 72 0,6 6 36 0,5 5-96 16,1 3 72-16,6 6-64 15,-3 2-108-15,8 0-52 0,0 1 28 0,7 2 36 0,5-2-16 16,1-1 40-16,6-3-24 0,-3 1-100 16,0-8-64-16,-5-3 40 0,-2-2-40 15,-10-4 4-15,-7-3-12 0,0-3-4 16,-9-4-68-16,-2-1-24 0,-6-3-160 0,2-2-320 16,-5-2-220-16,-4-1-424 0,-1-3-1024 31,-3 0-3945-31</inkml:trace>
  <inkml:trace contextRef="#ctx0" brushRef="#br0" timeOffset="1305.241">6534 1679 1604 0,'0'0'9341'16,"0"0"-4849"-16,0 0-3512 0,0 0-256 16,-4 73 452-16,4-48 164 0,-8 5-240 0,4 1-296 15,-1 4-219-15,1 0-125 0,1 6-60 16,-1 4-136-16,4 5-68 16,0 11-124-16,-4 8 48 0,4 8-72 0,0 9-40 15,-4 9 0-15,0 3-8 0,4 7-72 16,0 4-48-16,0-2 108 0,0-6-96 15,0-8 44-15,0-8-20 0,8-8-24 0,0-17 12 16,4-6-72-16,0-16-100 0,-5-13-60 16,6-6-133-16,-5-12-379 0,3-4-220 15,-2-6-204-15,3-13-796 0,-5-9-120 0,1 2-2093 16,-3-28-2579-16</inkml:trace>
  <inkml:trace contextRef="#ctx0" brushRef="#br0" timeOffset="2259.572">6677 1769 4620 0,'0'0'416'16,"0"0"-36"-16,0 0 2700 0,0 0-1088 15,0 0-795-15,0 0-325 0,0 0 48 16,0 0 8-16,0 0-68 0,0 0-184 16,0 0-168-16,4-7-184 0,-4 7-324 15,0 0-76 1,0 0-36-16,0 0 48 0,0 3 56 0,0-3-40 16,0 0 48-16,0 0 0 0,0 0 88 0,0 0 12 15,0 0 12-15,0 0-16 16,0 0-8-16,0 0-24 0,0 0-56 15,0 0 0-15,0 0-8 0,0 0-8 0,0 0-56 16,0 0 64-16,0-3 60 16,0 3 116-16,0 0 44 0,0 0 56 0,0 0 20 0,0 0-12 15,0-4-12-15,0 4-40 0,0 0 4 0,0-2-28 16,0 2-24-16,0 0-24 0,0 0-24 16,0 0 8-16,0 0-20 0,4 0-28 15,-4 0-8-15,0 0-76 0,0 0 36 16,0 0-44-16,0 0 0 0,0 0 44 15,0 0 16-15,0 0 20 0,0 0 0 0,0 0 28 0,0 0-4 16,0 0 40-16,0 0 156 16,0 0 120-16,0 0-192 0,0 0-87 15,0 0-33-15,0 0-16 0,0 0-48 0,0 0-48 16,0 0 0-16,0 0-12 0,0 0-48 16,0 0 52-16,0 0-4 0,0 0 12 15,0 0 8 1,0 0 52-16,0 0 12 0,0 0-12 0,0 0 12 15,0 0-8-15,0 0-56 0,0 0 0 16,0 0-8-16,0 0 4 0,0 0 0 16,0 0 4-16,0 0-4 0,0 0 8 15,0 0 48-15,0 0-12 0,0 0 12 16,0 0 0-16,0 0 0 0,0 0-12 16,0 0 16-16,0 0 8 0,0 0-12 0,0 0-12 15,0 0 0-15,0 0-44 0,0 0-4 0,0 0 0 16,0 0-48-16,0 0 0 0,0 0 0 15,0 0 40-15,0 0-4 0,0 0 0 16,0 0 0-16,0 0 0 0,0 0 0 16,0 0 0-16,0 0 0 0,0 0-40 15,0 0 40 1,0 0 12-16,0 0 4 0,0 0 4 0,0 2-8 16,0 2 0-16,0 3-12 0,0 1-72 15,-4 9-36-15,4 10 48 16,0 9 72-16,0 12 8 0,0 10 64 0,0 11-24 15,4 10-40-15,0 13-8 0,0 9-4 0,0 5-56 0,1 5-48 16,2-4 24-16,-7 2-16 16,8-5 100-16,-4-12 12 0,0-6 36 0,-1-13 64 15,2-7-16-15,3-11-96 0,0-8-8 16,-1-9-136-16,2-9-88 0,-1-7-72 16,0-8 35-16,-5-6-83 0,1-4-120 15,1-4-116-15,3-4-328 0,-4-4-256 16,-4-11 220-16,4-8-404 0,-4-8-828 0,0 7-2181 15,-12-30-1843-15</inkml:trace>
  <inkml:trace contextRef="#ctx0" brushRef="#br0" timeOffset="2653.006">6597 1702 5976 0,'0'0'1012'0,"0"0"16"0,0 0 1640 0,0 0-1023 16,0 0-433-16,73-64-84 15,-50 52 56-15,1 2-304 0,0 1-132 0,0 2-32 16,4 1-12 0,-5 0-140-16,5-1-132 0,0 3-56 0,0 1-32 15,0-2-4-15,0 1-48 0,0 4-36 16,-4-3-24-16,-1 3-51 15,2 0-33-15,-5 9-4 0,8 1 208 0,-5 5-136 16,1 8-132-16,-4 9-80 0,1 6 108 0,-2 10-64 16,-6 6 0-16,-6 3-48 0,-3 0-48 15,-4 1 48 1,-4-5 68-16,-3-2 4 0,-6-7-64 16,-2 1 112-16,-6-7-72 0,-3 0 12 0,-4-3-44 15,-4-4 32-15,-3-2-48 0,-1 0-48 16,-4-8-208-16,0-2-120 0,0-2-132 0,5-9-101 15,3-3-23-15,0-5-268 16,0 0-352-16,0-13-180 0,4-4-536 16,4 5-732-16,-8-14-3469 0</inkml:trace>
  <inkml:trace contextRef="#ctx0" brushRef="#br0" timeOffset="3400.008">7306 1221 7372 0,'0'0'4137'15,"0"0"-2205"-15,0 0-536 0,0 0 0 0,0 0-12 16,96 7-248-16,-80 6-116 0,5 3-252 16,-6 6-84-16,5 7-172 0,-4 7-135 0,-4 1-89 15,0 10-140-15,-8 4-40 0,0 0-104 0,-4-4-4 16,0-5-120-16,0-10 8 16,3-10-8-16,-3-6-36 0,0-10-185 0,0-3-135 0,4-3-60 15,-4 0 36-15,9-3 0 16,-5-7-272-16,7-2 352 0,2-10 236 15,-1-1 124-15,-1-5-52 0,2-3 104 0,2-1-104 16,-2 3 112-16,-2 4 4 0,2 5 108 16,-2 5 108-16,-3 8 116 0,-4 4-8 0,0 0-8 31,-4 3 0-31,5 0-4 0,-1 3 40 16,-1 7 144-16,1 5-124 0,4 5-108 15,-4 5 25-15,-4 4-61 0,4 5-88 16,-4 2-104-16,0 1-40 0,0-2-156 0,-4-6-285 15,4 0-287-15,0-8-88 0,0-5-324 0,0-2-764 0,0-8-1940 16,0-4-2085-16</inkml:trace>
  <inkml:trace contextRef="#ctx0" brushRef="#br0" timeOffset="3592.68">7912 1524 10424 0,'0'0'3901'15,"0"0"-2437"-15,0 0 188 0,0 0-84 16,0 0-184-16,0 0-288 0,81 25-355 16,-58-19-401-16,5-3-272 0,0 1-68 15,3-4-108-15,5 0-316 16,0-7-357-16,1-2-119 0,2-7-792 0,-11 3-3056 16,12-9-5049-16</inkml:trace>
  <inkml:trace contextRef="#ctx0" brushRef="#br0" timeOffset="3777.03">8459 1289 13253 0,'0'0'2756'16,"0"0"-1592"-16,0 0-120 0,0 0 664 0,0 0-428 16,0 0-391-16,0 0-381 15,0 0-328-15,0 0 88 0,19 82-64 16,-10-46-84-16,2 8-116 0,-7 3-4 0,0 4-84 15,0 7-168-15,-4 2-392 0,0 0-229 0,0 1 9 0,-4-5-360 16,4-5-700-16,0-16-1892 0,-4 4-3213 0</inkml:trace>
  <inkml:trace contextRef="#ctx0" brushRef="#br0" timeOffset="4281.815">8897 2365 8884 0,'0'0'4177'16,"0"0"-2501"-16,0 0-304 0,79 23-220 16,-43-11 72-16,8 1-176 0,-1-5-304 15,-2 6-208-15,2-4-216 0,-3-4-200 0,0-3-120 16,-4-3-8-1,0 0-100-15,-1 0-148 16,-3-9-280-16,-4-4-360 0,-4 0-544 16,-3 4-1512-16,-10-5-4801 0</inkml:trace>
  <inkml:trace contextRef="#ctx0" brushRef="#br0" timeOffset="4463.674">9020 2739 8172 0,'0'0'5277'0,"0"0"-3405"0,0 0-552 0,0 0 284 0,0 0-680 16,0 0-56-16,0 0 280 0,79 24-299 16,-42-18-265-16,2 0-208 0,1-6-172 15,1 0-204-15,2-4-12 0,0-4-412 16,2-6-240-16,-2 2-165 0,2-1-71 16,2-3-484-16,-8 6-1320 0,13 1-3697 0</inkml:trace>
  <inkml:trace contextRef="#ctx0" brushRef="#br0" timeOffset="11454.578">11267 1358 6596 0,'0'0'532'16,"0"0"4117"-16,0 0-3345 0,0 0-260 0,0 0 332 16,0 0 96-16,0 0-344 0,0 0-340 0,8-6-76 0,-8 12-224 15,0 1-240-15,0 12-32 0,0 6 80 16,0 17 116-16,-4 9 24 0,-4 12-239 16,-4 10-77-16,0 9-108 0,-4 7 64 15,-3 7-16-15,-2 6-60 0,1 2-8 0,1 4-100 16,-2 0-88-16,6-3 111 15,-1-7-15 1,4-7-20-16,8-14-52 0,-1-12-56 0,5-18-52 16,0-16 12-16,0-12-88 0,5-9-132 15,-5-7-236-15,4-3-40 0,4-10-476 16,0-5-292-16,4-17 44 0,-4 7-1072 16,7-36-2393-16</inkml:trace>
  <inkml:trace contextRef="#ctx0" brushRef="#br0" timeOffset="11726.12">11546 1432 5396 0,'0'0'6381'0,"0"0"-5061"0,0 0-456 0,0 0 12 16,0 0-72-1,-8 66 116-15,0-31 0 0,0 9-104 16,0 7-136-16,1 6-104 0,-6 10-52 15,1 7-48-15,-4 8-72 0,4 6-196 16,-4 8-196-16,1 6-12 0,-2 2-84 0,2 1-4 16,-2 0 28-16,2 0-24 0,2-7 80 15,2-9-156-15,3-13 28 0,0-12-28 16,0-13-132-16,4-19-40 0,4-10-84 0,0-10-284 0,0-12-192 16,0-6-816-16,8-17-1240 0,-4 5-945 15,4-43-2207-15</inkml:trace>
  <inkml:trace contextRef="#ctx0" brushRef="#br0" timeOffset="12254.705">11383 1498 9792 0,'0'0'2345'0,"0"0"-1245"0,0 0 80 16,0 0-4-16,0 0-248 0,0 0-228 0,71-66-80 0,-46 55-88 15,10-1-140-15,1 3-84 16,4-1 12-16,4 8 48 0,-1-2 72 16,6 4-136-16,-10 0-180 0,1 10-52 0,-5 5 8 15,-2 8-76-15,-6 8 80 16,-3 8-76-16,-7 5 88 0,-6 10-12 16,-7 0 16-16,-4 6-40 0,0-5 48 0,-11-3-108 15,-2 0 64-15,-6-4 32 0,2-6-48 0,-6-5-36 16,-1-2 48-16,0-3-60 0,-4-4-48 0,0 1-60 15,-4-7-52-15,0 1-96 0,0-4-48 16,1-4-60-16,3-2 20 16,0-3 40-16,0-4-52 0,5-3 132 0,2 0 68 15,1-3 156-15,8 0 48 0,5 0-36 16,-2 0 112-16,5 0-16 0,4 0 4 16,0 0-16-1,0 0-96-15,0 0-92 0,0 0-56 16,0 0 24-16,4 3 112 0,5 7 12 0,6 2 296 15,2 4 24-15,2 7-28 16,5 2 40-16,4 6-76 0,0 2-76 0,0 2-104 16,8 2 32-16,-1 4 28 0,1 4 56 0,8 0-32 15,-4-1-112-15,3-3 8 16,-2 1-56-16,-2 0-68 0,-3-9 68 0,-4-1 108 16,0-3-36-16,-8-4-20 0,0-3-52 0,-5 1-56 15,-2-6-40-15,-6-3-24 0,2-1-40 16,-2-2-412-16,-3-5-76 0,-4 0-148 0,5-4-324 15,-5-2-948-15,-1 0-2048 0,1-21-2369 16</inkml:trace>
  <inkml:trace contextRef="#ctx0" brushRef="#br0" timeOffset="12876.549">12136 790 10796 0,'0'0'2885'0,"0"0"-1317"0,0 0-812 0,0 0 336 15,0 0 428-15,0 0-476 0,0 0-212 0,28 96-88 16,-25-65-196 0,-3 4-135-16,0 1-197 0,0 1-56 15,0 1-160-15,0 1-36 0,0-2-88 16,0-2-92-16,0-7-88 0,0-9 35 0,0-5 13 16,0-8-8-16,0-6-4 0,0 0-196 0,8-3 48 15,-4-3 172-15,9-10 144 0,-2 0 100 16,2-7 0-16,-2 1 12 0,-3-3-12 15,8 0 0-15,-8 3 4 0,4 2 4 0,4 5-4 16,-4 2 0-16,0-1 4 0,4 6 224 16,-4 2 16-16,0-1-64 0,-4 3-28 31,0 4-32-31,0 0 20 0,0 0 16 0,-4 11 8 16,3 3 28-16,-2 9 36 0,-5 6-28 15,4 9-80-15,-4 6-55 0,0 3-69 16,0 2-133-16,0-8-135 0,0-3-488 0,4-10-292 0,0-5-428 0,3-8-1712 15,-3 5-4973-15</inkml:trace>
  <inkml:trace contextRef="#ctx0" brushRef="#br0" timeOffset="15166.58">12618 2263 11461 0,'0'0'2248'0,"0"0"-952"0,0 0-468 0,0 0 152 16,0 0-36 0,0 0-324-16,0 0-228 0,0 0-180 0,0 0-164 15,32 0 148-15,-13 4 88 0,5-1-40 16,0 0 0-16,4-3-132 0,0 0-108 0,-3 0-4 15,2 0-40-15,4 0-56 16,1-10-100-16,1 4-60 0,-1-6-324 16,4-1-444-16,-1-6-452 0,-7 6-1408 0,8-6-3553 15</inkml:trace>
  <inkml:trace contextRef="#ctx0" brushRef="#br0" timeOffset="15643.354">13698 1626 12329 0,'0'0'1468'0,"0"0"-1152"0,0 0 12 0,0 0 432 16,0 0 312-16,-36-64-248 0,31 57-304 0,1 4-88 15,-3 0 12-15,3 3 12 16,-4 3-456-16,-4 10-208 0,-4 3-64 0,4 5 52 15,-4 12 72-15,-4 2 148 16,8 6 52-16,-4 4 36 0,4-1-88 16,5-3-4-16,-2-2-8 0,1-5 12 0,4-9 120 15,4-6-32-15,0-3-88 0,0-6-48 16,0-3-100 0,0-2 0-16,8-1 104 0,-4-2 44 0,8 5 76 0,-4-3 36 0,0-1-16 15,1 2-84-15,-2 2 176 16,1 3-40-1,0 0 48-15,-3 5 36 0,2 4 64 0,-7 10 0 16,4-1-28-16,-4 4-96 16,0 6-76-16,0-2 4 0,0 1-52 15,0 2 0-15,0-2-48 0,0 1-44 16,0-2-16-16,0-8 44 0,0-2-92 0,4-4 48 16,-4-3-28-16,4-2 4 0,0-3-4 0,0-1-80 15,0-3-164-15,0 0-112 0,0-5-108 0,4 2-264 16,-4-3-636-16,3-1-552 0,2-3-924 15,-5 0-2093-15,8-7-1091 16</inkml:trace>
  <inkml:trace contextRef="#ctx0" brushRef="#br0" timeOffset="15980.845">14033 1991 10937 0,'0'0'2880'16,"0"0"-1752"-16,0 0-512 0,0 0 552 15,3 79 460-15,-3-41-252 0,0 3-340 16,0 6-340-16,0-2-223 0,0 0-193 0,0-4-176 31,4-10-104-31,4-5-120 0,0-10 12 0,4-6-16 16,0-7-93-16,8-3-51 0,-1-10 24 16,2-9 100-16,-1-7-88 0,4-8-48 15,-1-4-88-15,-3-3-36 0,-4 3 72 0,0 0 64 16,-4 2 256-16,-7 8-64 15,-1 5 76-15,-4 4 100 0,-9 4 108 16,-7 2-12-16,-4 4 100 0,1 2-112 16,-5 4-52-16,0 3-72 0,0 0 64 15,-1 5-20-15,-2 12-104 0,3 2-132 0,4 0-88 16,1 3 48-16,2-3-132 16,6-3-176-16,2 0-468 0,5-7-1272 0,4 2-2432 0,0-11-3741 15</inkml:trace>
  <inkml:trace contextRef="#ctx0" brushRef="#br0" timeOffset="16343.943">14618 1495 14113 0,'0'0'2508'0,"0"0"-1796"0,0 0 288 0,0 0 220 16,0 0 124-16,0 0-263 15,0 0-401-15,0 0-400 0,0 0-28 16,0 0-108-16,0 0-44 0,48 70-96 0,-45-41 0 15,-3 3 8-15,0 5-12 16,0-2-52-16,-7 0-56 0,-1-3-36 0,0-3-12 16,0-4-40-16,0 0-44 0,8-6-16 15,-4 1 28-15,4-5-65 0,4 1 1 16,7 0 24-16,-2-2 96 0,7-2 52 0,-4 1 48 16,4-1-16-16,0 1 16 0,-1-5 68 0,2 6-8 15,-2 2 12-15,-7 0 0 16,4-1 96-16,-8 4 40 0,0 7-128 15,0 3 136-15,-4 5-20 0,0 8 32 0,-4-1-92 16,-4 7-16-16,1 2 0 0,-6 1 24 16,5 3 12-1,1 3-32-15,-2-6-44 0,1-3-8 16,5-10-52-16,-1-7-104 0,0-9-368 16,0-9-464-16,4-6-696 0,0-4-2364 0,-5-6-3057 15</inkml:trace>
  <inkml:trace contextRef="#ctx0" brushRef="#br0" timeOffset="17313.114">16754 689 7636 0,'0'0'2396'15,"0"0"-911"-15,0 0-77 0,0 0-184 0,0 0-112 16,0 0-68 0,0 0-196-16,0 0-188 15,0 0-32-15,-8 35 88 0,-1-17-80 0,1 11-84 16,-7 2-64-16,-1 9-4 0,-9 1-44 0,2 3-75 0,-9 6-53 16,1 5-116-16,-6 5-40 0,-3 3-72 15,-3 8 4-15,-5 5-28 0,-8 6-48 0,-4 7-12 16,-8 9-64-16,-3 14-60 0,-5 7-20 0,-11 12-36 15,-1 9 104-15,-4 3 4 0,1 4-72 0,-1-2 144 16,0 1 60-16,5 0-12 0,3-6 12 16,8-4 88-16,0-2-12 0,5-4-136 0,7-6-96 15,0 3 24-15,9-4-4 16,-1-5-128-16,4-4 204 0,8-9 132 16,4-7 40-16,9-12-108 0,3-10-64 0,4-12 0 31,3-7 48-31,6-10-40 0,3-9-8 15,0-2-60-15,4-7-24 16,0-10 8-16,4-4 28 0,4-5-60 0,0-7-60 0,0 0-88 16,0-3-73-16,0 0-207 15,0-3-380-15,4-10-668 0,4-6-928 0,0 0-1504 16,-1-35-3941-16</inkml:trace>
  <inkml:trace contextRef="#ctx0" brushRef="#br0" timeOffset="27012.071">16638 2407 1472 0,'0'0'4580'16,"0"0"-3692"-16,0 0-876 0,0 0 160 0,0 0 2176 15,0 0-851-15,0 0-429 16,0 0-208-16,0 0-84 0,0 0-140 0,-8 9-132 15,8-9 28-15,0 0 32 0,0 0-20 16,0 0-60-16,0 0-60 0,0 0-64 16,0 0-100-16,0 0-76 0,0 0-48 15,0 0-60-15,0 0-4 0,0 0-60 16,0 0 52-16,0 0-64 0,0 0 4 16,0 0-4-16,0 0 0 0,0 0-4 0,0 0-4 15,0 0-4-15,0 0 0 0,0 0 0 16,0 0-36-16,0 0 40 0,0 0 8 0,0 0 0 15,0 0 76-15,0 0-4 0,0 0 28 16,0 0-52-16,0 0 24 0,0 0-56 16,0 0 44-16,0 0 0 0,0 0-8 15,0 0 20-15,0 0-12 16,0 0 16-16,0 0-28 16,0 0 0-16,0 0-40 0,0 0 44 0,0 0-48 15,0 0-4-15,4-3-8 0,0 3-92 16,0 0 88-16,8-3 8 0,0 0-4 15,0-1 8-15,8-3 0 0,0 5 12 0,4-1-12 16,-1 0 4-16,1-4-8 0,4 3 8 16,0 1-4-16,0 0 12 0,4 1 88 0,4-2-4 15,-1-3 212-15,1 5-112 0,5-5-88 16,-6 2-96-16,1-2-12 0,-4 3 4 16,0-2 8-16,-8 6 52 0,0-3-56 15,-5 3 4-15,2 0-4 0,-10 0 40 16,2 0-40-1,-6 0 0-15,-3 0 0 0,4 3-8 0,-3-3-8 0,-5 3-40 0,4-3-12 0,-4 0 8 16,0 0 40-16,0 0-36 0,0 0 48 16,0 0 4-16,0 3 4 0,0-3-4 0,0 0-4 31,0 0-72-31,0 6-16 16,-4 1-8-16,-5 5 40 0,-2 4 52 0,-2 4 4 15,1 2-64-15,-8 3 52 0,5-3-60 16,-6 4-16-16,-3 2 40 0,1 1 44 0,-5 0 4 15,0 6 8-15,-4 0-8 0,1-1 0 16,-1 8-4-16,-4-5-4 16,-1 5 4-16,5-4-8 0,-3 3 4 15,3-3-4-15,-4 1-60 0,8-1 8 16,0-6 16-16,4-1 4 0,1-2 44 16,3-7 4-16,4-3 0 0,4 0-4 0,-4-7 60 0,8 1 28 15,-4-2 8-15,8-2 4 0,-4-4-4 0,8-1 16 16,-4-1-16-16,4 1-24 0,0-4-20 0,0 3-40 15,0-3 60-15,0 0 0 16,0 0-56-16,0 0 32 0,0 0-48 16,0 0-8-16,0 0-4 0,4 0-28 0,4 3 40 31,4 0 76-31,4 4 144 0,3 2 36 0,6-3-136 16,-1 1 40-16,4-1 0 0,0 0-40 15,3 1-36-15,5-4 16 0,0-3 8 0,3 3-56 16,2-3-44-16,2 0-4 0,2 0 4 15,-6 0 88-15,5 0-8 0,-9 0-40 16,2-3-40-16,-1 0 77 0,-4-1-73 0,-8 4 36 16,-1-3-36-16,-3 0-4 0,-8 3-4 15,0 0 8-15,-8-3-12 0,0 3-4 16,0 0-4-16,0 0-4 0,-4 0 8 0,0 0-44 16,0 0-49-16,0 0-75 0,0 0-20 15,0 0-76-15,0 0-60 0,0 0-100 16,0 0-108-16,0 0-228 0,0 0-184 15,0 0-452 1,-4 3-968-16,4 0-1965 0,-4 0-3207 16,12-12 4992-16</inkml:trace>
  <inkml:trace contextRef="#ctx0" brushRef="#br0" timeOffset="29499.032">6303 5807 12377 0,'0'0'2264'0,"0"0"-1144"0,0 0-968 16,0 0-100-16,0 0 300 0,0 0 136 16,0 0-40-16,0 0-100 0,0 0 108 0,0 0 188 15,99-13-16-15,-46 7-276 16,1-1-92-16,6 1-140 0,0-1-8 0,0-2 0 16,-4 3-112-1,-4 0-8-15,-5-1-52 0,-2 7 12 0,-6-4-28 16,-3 4 28-16,-12 0-96 0,-4 7-64 0,-4 0-4 15,-9 6 188-15,-3 2 24 0,1 7 96 16,-5 7-96-16,-9 3-100 0,-2 5-48 16,-9 8-96-16,-8 3 84 0,-4 3 0 15,-8-1 64-15,1 8 8 0,-10-1 88 16,-2 3 0-16,-1 1 124 0,-8-4 72 16,4 3-84-16,0-6 48 0,0-3-16 0,13-7-56 15,4-3 8-15,7-9-32 0,4-7-4 16,11-6-52-16,10-2 52 0,-1-11-52 15,8-4-8-15,0 3-60 0,0-3-112 16,11 5 160-16,6-1 12 0,6 4 244 16,10-1-36-16,3 1 16 0,3-1 8 0,4-3-76 15,2 1-20-15,-2-4-4 0,6 4-20 0,-6-7 8 16,5 0-8-16,-4 0-104 0,4 0-4 16,-5-4-4-16,6-2-52 0,-2-1-32 0,-3-2 12 15,0 0-124-15,-9-4-244 0,1 3-132 16,-4-6-152-16,-4 4-312 15,-4-8-836 1,-8 8-2052-16,0-10-3317 0</inkml:trace>
  <inkml:trace contextRef="#ctx0" brushRef="#br0" timeOffset="29772.729">7494 6098 14189 0,'0'0'1940'15,"0"0"-1436"-15,0 0-492 0,0 0 524 16,0 0 320-16,80 0-140 0,-60 5-272 16,-1-3-124-16,-2 2-148 0,2-2-76 15,1-2-96-15,-3 4-48 0,2-2-64 16,-3 3-60-16,0-5-208 0,0 2-372 15,-4-2-164-15,0 4-168 0,-4-1-452 16,-4 2-676-16,0-1-829 0,-4 9-2599 16</inkml:trace>
  <inkml:trace contextRef="#ctx0" brushRef="#br0" timeOffset="30419.711">7383 6347 9368 0,'0'0'3145'0,"0"0"-1653"0,0 0-948 0,0 0 188 0,0 0 640 15,0 0-292-15,0 0-228 0,0 0-284 16,0 0-240-16,0 0-328 0,0 0 64 16,28 6-64-16,0 0 148 0,-1-2 32 15,4-1-20-15,1 3-84 0,1-3-72 16,-6 0 8-16,1 0 28 0,-4 1-40 0,0-1-88 15,1-3-20-15,-2 3-40 0,-3-3-36 16,4 3-148-16,0-3-504 16,-5 0-436-16,6 3-900 0,-9-3-1864 0,-4 0-2113 0</inkml:trace>
  <inkml:trace contextRef="#ctx0" brushRef="#br0" timeOffset="31196.526">9331 5197 3056 0,'0'0'6160'0,"0"0"-3643"0,0 0-941 0,0 0-676 16,0 0-52-16,0 0 248 16,0 0-72-16,0 0-428 0,0 0-284 0,-88-38-80 31,68 51-72-31,0 9-108 16,-4 13-48-16,0 9 8 0,-4 17 80 0,0 8-92 15,1 7 0-15,-1 11 52 0,0-2 52 0,0-2-104 16,4-4 0-16,4-8 56 0,4-12-56 15,5-8 0-15,2-13-8 0,5-9-116 16,4-6-112-16,0-9-72 0,0-3-172 0,8-5-292 16,1 1 224-16,6-1 280 0,2 0 192 15,-2 0 76-15,9 4 76 0,-4 3 68 0,0 2-44 16,0 7 136-16,0 10 112 0,-1 3 124 16,-2 7 36-16,-6 2-76 0,2 10-72 15,-5 0-88-15,-4 2-116 0,-1 5-104 16,-3 3-52-16,0 3-88 0,0-7 4 0,0 0-88 15,0-9-12-15,0-7-28 0,0-5 64 16,0-8-12-16,4-6-24 0,4-6-152 16,1-5-236-16,-2-2-112 0,1-5-516 15,5-4-752-15,-6-3-1001 0,9-10-2883 16</inkml:trace>
  <inkml:trace contextRef="#ctx0" brushRef="#br0" timeOffset="31881.343">10642 4848 6624 0,'0'0'1004'16,"0"0"1016"-16,0 0 341 0,0 0-841 0,0 0-380 15,0 0-80-15,0 0-92 0,-76 29-220 16,56-14-168-16,4 7-48 16,-4 4-112-16,-3 9-40 0,2 6-24 0,1 4 32 15,-4 5-80-15,5 7-64 0,-2 4-88 16,6 6 4-16,2 3-100 15,-2 2-60-15,6 7 0 0,2 11-76 0,3 1 72 16,0 11-8-16,4 3 12 0,0 6 48 0,0 1-48 0,8 2 4 16,-1-3 40-16,6-5-44 0,-2-9-48 15,2-5 36-15,2-9-72 0,6-4 36 16,-2-9-40-16,1-7 76 0,4-6-84 16,1-5-40-16,-6-8-44 0,9-6-68 15,-4-6-204-15,8-10-196 0,-4-3-452 16,7-9-1084-16,-7-8-1960 0,12-11-2329 0</inkml:trace>
  <inkml:trace contextRef="#ctx0" brushRef="#br0" timeOffset="32692.376">11239 4861 6756 0,'0'0'544'16,"0"0"-24"-16,0 0 2392 0,0 0-1035 15,0 0-613-15,0 0-200 0,0 0-260 16,0 0-112-16,0 0-80 0,0 0-140 15,0 0-112-15,-80-23-148 0,69 23-116 16,-6 4 16-16,-2 5-36 0,3 4-64 0,0 2-12 16,0 2 0-16,0 4-12 0,4 5-28 15,0-1 40-15,4 8 76 16,0 1-16-16,4 4 40 0,0 3-12 0,4 1-40 16,0-1-48-16,0-3-60 0,4-9-76 15,0-4 136-15,8-9-112 0,-4-4 12 0,0-5-48 0,4 0-12 16,0-7 72-16,4 0 16 0,0-10-4 15,4-6-12-15,4-5-60 16,-1-9 12-16,1-4-48 0,4-5 8 0,-7 1 28 16,-2 0 144-16,1 6 4 0,-8 1 112 15,0 9-40-15,-4 3-8 0,0 6 108 16,-8 6 104-16,4 1 32 0,-4 6-48 16,0 0-52-16,0 0-32 0,0 0 104 15,0 6-204-15,-4 7-76 0,0 3-196 16,-4 12 108-16,4 4 88 0,0 9 100 0,1 4 24 0,3 2-120 15,0-2-4-15,0-1-148 0,3-5 24 16,5-4-36 0,0-7 12-16,0 1-88 0,4-7-72 0,4 0-264 15,0-3-344-15,3 0-580 0,-2-3-1500 16,7-1-4021-16</inkml:trace>
  <inkml:trace contextRef="#ctx0" brushRef="#br0" timeOffset="33112.96">11937 5750 132 0,'0'0'10528'16,"0"0"-8703"-16,0 0-1337 0,0 0-68 0,0 0 572 0,0 0 644 16,0 0-308-16,0 0-264 0,43 70-312 15,-26-42-200-15,2 1-200 0,-3-1-204 16,4 1-136-16,-4 0-12 0,0-4-108 0,0-3-88 16,-1 0-124-16,2-3-452 15,-2 0-452-15,2 0-676 0,-2-5-1308 16,5 0-2965-16</inkml:trace>
  <inkml:trace contextRef="#ctx0" brushRef="#br0" timeOffset="33304.522">12355 6340 11501 0,'0'0'1104'16,"0"0"-1104"-16,0 0-116 0,0 0 116 0,0 0 268 16,0 0 360-16,35 67 8 0,-22-52 160 15,-2 2 136-15,6-2 88 16,-2 4-264-16,2 0-224 0,2-2-272 0,-3-2-88 15,0 2 40-15,-4-5-84 0,0 1-128 16,1-4-124-16,-2 4-72 0,1-7-88 16,0 4-236-16,0 3-200 0,-1-4-400 15,2 4-620-15,-5 0-1497 0,3 5-2999 0</inkml:trace>
  <inkml:trace contextRef="#ctx0" brushRef="#br0" timeOffset="33773.472">13223 6832 7524 0,'0'0'2216'15,"0"0"-2012"-15,0 0-136 0,-92-50 588 0,64 40 197 16,1 10 607-16,-1 0 280 0,4 10-176 16,4 5-344-16,1 7-488 0,-2 7-288 15,10 7-52-15,-6-3 148 0,6 9 268 16,2-4-164-16,2 0-60 0,7-2-167 0,-4-8-225 16,4-10-72-16,0-4-8 15,0-4-112-15,0-10-68 0,4 0-136 0,3-5-100 16,6-7 71-16,2-6 149 0,2-11-132 0,2-3-248 15,5-9-184-15,0 0 24 0,0 2 72 0,4 7-24 16,-5 4 180-16,2 12 172 0,-5 3 112 16,0 10 0-16,-4 3 112 31,0 0 200-31,-5 13 368 0,1 6 172 0,1 3-16 16,-2 9-224-16,-3 2-184 0,4 2-108 15,-4-3-64-15,0 0-32 0,1-7-104 0,2-10-8 0,1-1-60 0,4-8-28 16,3-6-144-16,2-10-120 0,3-9-112 15,4-9-344-15,0-11-524 0,-9 8-2848 16,13-23-4441-16</inkml:trace>
  <inkml:trace contextRef="#ctx0" brushRef="#br0" timeOffset="34145.931">13567 5328 14733 0,'0'0'1964'0,"0"0"-1900"0,0 0-28 0,0 0 188 15,0 0 260-15,95-23 112 0,-76 23 280 16,5 12 360-16,4 5-224 0,0 5-283 15,4 10-257-15,0 3-96 0,0 6-156 16,0 6-76-16,0 1-36 0,-4 6-36 0,0 3-72 16,-4 4 0-16,4 2-4 0,-9 10 0 15,1 3-92-15,-12 3 24 0,4 2 24 0,-12 1-24 16,0-3-24 0,0 0 48-16,-12-5-40 0,-3-5-80 15,-6 1-24-15,-3-9-40 0,0-1-108 16,1-6-145-16,-5-10-39 0,4-6-64 15,4-6-48-15,-5-13-432 0,6-3-980 16,3-10-1096-16,-7-6-3573 0</inkml:trace>
  <inkml:trace contextRef="#ctx0" brushRef="#br0" timeOffset="34769.111">15363 4877 5532 0,'0'0'2704'16,"0"0"-440"-16,0 0-639 15,0 0-121-15,0 0-272 0,0 0-200 0,0 0-104 16,0 0-256-16,0 0-52 15,-4 98 96-15,12-47-4 0,0 9-152 16,-4 7-156-16,4 6-100 0,0 6-48 16,0 10-96-16,-1 6-40 0,-2 7 4 0,-1 10-64 0,4 5 36 15,-4 6-8-15,3 7 45 0,2 7-25 16,3 0-104-16,-1-4-4 0,2-6-12 0,2-3-48 0,2-10-13 31,-6-12-51-31,9-7 4 0,-4-15 36 0,0-14 36 16,0-12-52-16,0-13-44 0,0-13-100 15,0-5-232-15,-1-14-860 0,2-5-204 0,-2-4-436 16,-2-11-892-16,-2-14-2797 0</inkml:trace>
  <inkml:trace contextRef="#ctx0" brushRef="#br0" timeOffset="35407.849">16754 5820 7052 0,'0'0'1840'15,"0"0"-1024"-15,0 0-672 0,0 0 696 0,0 0 741 16,-44-77-61-16,32 68-180 15,-4 3-396-15,4 0-40 0,0 1 88 0,-4 3-276 16,4 2-188-16,0 2-12 0,-4 15-124 16,4 5-136-16,-4 13-112 15,4 16-20-15,-4 12 60 0,8 7-76 0,1 3-12 0,-2-6 64 0,5-10-64 0,4-10-88 16,0-18-8-16,0-10-60 16,4-9 56-16,9-7-104 0,-2-3-112 15,9-10 136-15,4-8 72 0,8-12-144 16,-4-11-160-16,0-6-28 0,-1-1-12 15,-3-3 24-15,1 7 112 16,-5 3 60-16,-5 6 64 0,2 4 20 0,-6 1-32 16,1 8 8-16,-4 6-72 0,-4 7 24 15,-4 6 148-15,4 3 148 0,-4 0 184 0,4 12-12 16,4 7-24-16,4 7-4 0,0 5 16 0,0 8-100 0,4 2 108 16,0 3-36-1,0 1-36-15,-5-8-60 0,6 1-184 0,-2-8-88 16,5-8-80-16,5-6-100 0,-1-10-112 0,4 0-36 15,0-6-184-15,3-3-212 16,1-10-676-16,-9 1-2548 0,9-13-3845 0</inkml:trace>
  <inkml:trace contextRef="#ctx0" brushRef="#br0" timeOffset="35608.17">17395 5870 16349 0,'0'0'2404'0,"0"0"-1776"0,0 0 300 0,0 0-132 31,79 0-312-31,-47-3 173 0,9-10-53 16,-2 1-360-16,5-10-244 0,0-1-36 0,-1 1-148 16,-2 0-32-16,-5 3-172 0,-4 0-353 15,-13 7-219-15,-3 1-596 0,-4 8-1364 16,-12 3-3301-16,-8 9-3331 0</inkml:trace>
  <inkml:trace contextRef="#ctx0" brushRef="#br0" timeOffset="35771.204">17423 6136 11205 0,'0'0'2372'0,"0"0"-1104"0,0 0-212 0,0 0 136 0,0 0 232 16,0 0 60-16,64 64-192 0,-32-64-463 15,7-6-321-15,6-10-192 0,-2-9-316 0,0-11 0 16,2-1-388-16,-6-4-184 15,-3-4-169-15,0-2-183 0,-4-2-696 0,-8 12-2300 16,-4-11-2993-16</inkml:trace>
  <inkml:trace contextRef="#ctx0" brushRef="#br0" timeOffset="35965.026">17661 5350 7460 0,'0'0'5617'0,"0"0"-4369"0,-3 63-564 0,3-25 232 16,3 9 264-16,6 8 244 0,-1 2-232 0,0 10-264 16,-5 3-260-16,6 3-276 0,-5 3-187 15,0 0-205-15,-4 0-245 0,4-7-399 16,0-8-160-16,-1-13-100 0,10-10-328 16,-1-16-904-16,-1-10-1996 0,13-12-2933 15</inkml:trace>
  <inkml:trace contextRef="#ctx0" brushRef="#br0" timeOffset="36258.77">18312 6115 14605 0,'0'0'2388'16,"0"0"-1284"-16,-9 85 236 0,5-63-32 0,4-2-55 16,0-10-293-16,13-8-564 0,-2-2-396 15,14-12-80-15,6-14 8 16,5-9-108-16,4-10-256 0,0-5-136 15,-4-1 27-15,0-3 9 0,-5 4 12 16,-7 5 60-16,-4 4 108 0,-12 6 88 16,-4 0 216-16,-8 10 52 0,-8-1 148 15,-7 5 148-15,-9 4 92 0,4 11 116 0,-4-1-92 16,0 7-120-16,0 4-96 16,-4 5-64-16,4 8-132 0,-4 2-48 0,4 2-24 15,-4 4-48-15,4 4-4 0,0-4-132 0,5 4-292 0,3 0-576 16,-4 0-1064-16,8-4-2260 0,-12 9-2889 15</inkml:trace>
  <inkml:trace contextRef="#ctx0" brushRef="#br0" timeOffset="36973.472">19120 5089 2996 0,'0'0'2604'31,"0"0"3473"-31,0 0-4349 0,0 0-712 16,0 0-372-16,0 0 100 0,96-54-100 15,-68 26-184-15,4-4-148 0,0-3-200 0,-1 0 0 16,-3 0-28-16,0 7-32 0,-8 6-52 16,0 5-4-16,-9 8-172 15,2 9 32-15,-5 0 144 0,-1 13 224 0,-3 15 432 16,-4 10 156-16,0 17-468 16,-7 8-160-16,-5 7-96 0,-1 5 8 15,-2 2-88-15,-1-1 68 0,0 1-64 0,0-5 48 0,4-5 52 0,5-6 280 16,-2-14 312-16,5-12-324 0,4-10-188 15,0-9-128-15,0-7-64 0,4-2-60 0,1-3-36 16,2-2-88-16,1-2 76 0,5 0 104 16,6 0 0-16,-3-2 4 0,4 2-96 15,0 0-40-15,4 0 28 0,-5 6 8 16,2 7 28 0,3 9-12-16,0 6 44 0,-5 7 40 15,5 3 8-15,-3 9 52 0,-2 5 0 16,1-2-60-16,0 4-48 0,-4 1 44 0,-5 2-8 15,2-7-48-15,-5 4 48 0,-5-2-48 16,1-5 56-16,-4 1 8 0,0-1 4 0,-4-2 80 16,-3-1 20-16,-5-3 112 0,0-6-48 15,0-3-16-15,-4-4-156 0,4-6-152 0,-8-2-384 16,1-10-176-16,-6-1-108 16,-6-9-712-16,10 0-2360 0,-22-7-3849 15</inkml:trace>
  <inkml:trace contextRef="#ctx0" brushRef="#br0" timeOffset="41484.008">18372 2130 8412 0,'0'0'1464'0,"0"0"1533"0,0 0-1341 0,0 0-424 0,0 0-140 15,0 0-184-15,0 0-116 0,0 0-116 0,0 0-248 16,11 0-108-16,9 3 60 0,4 1-52 16,7-2 24-16,6-2 28 15,-1 0-212-15,3 0-60 0,1-6-92 0,4-3-16 16,-4-1-100-16,-1-2-68 0,2-1-52 16,-5 0-84-16,-4 0-244 0,-4 4-456 0,-5 3-672 15,-7 2-932 1,-4 1-2029-16,-4 3-2291 0</inkml:trace>
  <inkml:trace contextRef="#ctx0" brushRef="#br0" timeOffset="41711.307">18375 2384 9548 0,'0'0'2605'0,"0"0"-741"0,0 0-640 16,0 0-164-16,0 0-324 0,0 0-228 0,0 0-120 0,0 0-156 15,0 0-196-15,0 0-20 16,0 0 32-16,-8 51 200 16,40-38 132-16,-1-1-148 0,6 1-224 0,3-4-8 0,-1 1-48 15,2-4-12-15,2 0-64 16,1-2-108-16,4-4-324 0,4 0-288 0,-1 0-584 16,-10-6-1316-16,17-4-3889 0</inkml:trace>
  <inkml:trace contextRef="#ctx0" brushRef="#br0" timeOffset="42277.034">20339 1344 9336 0,'0'0'1436'0,"0"0"-855"0,0 0-261 0,9-83 516 16,-9 60-8-16,0 1-28 15,0 2-228-15,-4 1-256 0,-1 7 48 0,1-1-124 0,-4 5 224 16,5 1 16-16,-1 0 4 15,0 7 64-15,0 0-128 0,-1 0-100 16,-3 0-184-16,-3 9-136 0,-2 7-196 0,-2 10 48 16,-5 9 108-16,-8 12 40 0,3 14 160 15,-6 5 24 1,-1 7 64-16,-4 3 8 0,0 6 52 16,1 2 136-16,-1-8-68 0,8-3-220 0,0-10-156 15,4-9-60-15,9-12-52 16,2-11-72-16,5-12-24 15,4-6-60-15,4-7-148 0,0-3-188 0,8-3-116 16,5 0 360-16,-2 0 64 0,5-3 72 0,0 3 124 0,-1 0 88 16,2 3-76-16,-6 4 76 0,2 6 12 15,-5-1 80-15,-1 10 232 0,2 2 64 0,-5 7-56 16,0 3-108-16,-4 8-124 16,4 2-28-16,-4 7 0 0,0 3-56 0,0 3-4 15,0 6 48-15,-4 1-48 0,-4 6 12 16,3 1 76-16,-2-5-88 0,3 0-56 15,0-5-40-15,0-7-92 0,0-10-716 0,4-6-968 32,-4-6-760-32,4-10-1389 0,0 0-1719 0</inkml:trace>
  <inkml:trace contextRef="#ctx0" brushRef="#br0" timeOffset="44942.715">20722 1720 5792 0,'0'0'3016'15,"0"0"-2044"-15,0 0-404 16,0 0 989-16,0 0-113 0,0 0-312 0,0 0-376 0,92 17-112 0,-60-15 8 15,-4 3-176-15,3-3-216 0,1-2-48 16,0 0-112-16,0 0-28 0,-4-2-72 0,0-3-48 16,-5-4-40-16,1 3-96 15,-4-4-128-15,1 1-436 0,-14 2-764 0,5-2-1076 16,-12 3-3145-16</inkml:trace>
  <inkml:trace contextRef="#ctx0" brushRef="#br0" timeOffset="45367.166">20825 1749 4912 0,'0'0'2640'16,"0"0"-1340"-16,0 0-448 0,0 0 16 15,0 0 161-15,0 0-69 0,0 0-204 16,0 0-236-16,0 0-136 0,0 0-56 0,0 0-12 15,21 53-76 1,-18-46-28-16,-3 0 104 0,4 3-52 16,0 2-64-16,0 1-8 0,-4 6-40 0,5 3-92 0,-5 3 16 15,0 2-68-15,0 0 0 0,4 2-8 0,-4 3 0 32,0-1-8-32,0 4-68 0,0-3 64 0,0 3 8 0,-9 0-8 15,5 0 4-15,0-3-56 0,-3-1 64 0,7 1-12 16,-4-4 12-16,0-5 12 15,4 3 40-15,0-7-44 0,0-4 104 16,0 1 60-16,4-3 16 0,0-1 0 16,-1 1 48-16,5-6 100 15,1 2-88-15,-5-3-76 0,3 1-12 0,5-4-84 16,-3 0 8-16,2 0 4 0,1-3 84 0,-3 4-36 16,6-4-16-16,-4 0-44 0,6 0-76 15,-1 0 0-15,4-4-76 16,-4-2-84-16,3 0-344 0,-2-1-760 0,2-3-820 0,-3 4-2709 15,1-3-4695-15</inkml:trace>
  <inkml:trace contextRef="#ctx0" brushRef="#br0" timeOffset="46268.435">21542 1981 8552 0,'0'0'2316'15,"0"0"-1007"-15,0 0-297 16,0 0 156-16,0 0 84 0,0 0-24 0,0 0-256 0,0 0-332 16,0 0-256-16,0 0-252 15,17-16-56-15,-10 0-64 0,10 0-12 16,2-9-4-16,-3 0-144 0,5-1-72 0,2 4 8 0,-3 0 16 16,-3 5 36-16,2 5-24 0,-3 2-40 15,-4 5 24-15,4 5 52 0,-8 0 0 16,0 0-4-16,4 5 92 0,-4 5 20 15,0 6 40-15,-1 0 128 0,2 6 80 16,-1 3-32-16,-4 4 8 0,3 6-32 0,-3 3-56 16,5 4 4-1,-5 2 12-15,0 0 24 0,-1 0 24 16,1-2-100-16,0-4-8 0,0-6 32 0,1-4-20 16,3-9-64-16,-5-3-4 15,5-3-48-15,-4-7-8 0,5-2-52 0,-5-2 28 16,3-2-16-16,1 0 24 0,0 0 64 15,0-9-360-15,4-4-260 0,-4-6-380 16,4-6-856-16,-8 3-2153 0,8-13-1935 0</inkml:trace>
  <inkml:trace contextRef="#ctx0" brushRef="#br0" timeOffset="46484.909">22073 1724 5472 0,'0'0'4272'0,"0"0"-2955"0,0 0-405 0,0 0 344 15,0 0 52-15,0 0-628 0,0 0-188 0,0 0-180 16,-73 70-96-16,54-43 36 0,-5 9 24 16,-4 5-4-16,0 0-24 0,-8 4-48 15,5-1-88-15,-1 4-104 0,0 0-8 0,0-1-52 16,4 1-44-16,0-7-40 16,4-3-40-1,5 1-148-15,2-7-392 0,6-7-112 16,7-6-324-16,-1-4-1108 0,5-5-2465 0,5-7-2387 15</inkml:trace>
  <inkml:trace contextRef="#ctx0" brushRef="#br0" timeOffset="46720.849">22180 2257 6340 0,'0'0'4973'0,"0"0"-3537"0,0 0-568 0,-19 70 248 0,14-45 32 16,1 4-256-16,0 0-284 15,0-1-360-15,4 4-212 0,0 0-36 0,0-4-148 16,0 0-76-16,4-2-248 0,4-3-568 16,-3-9-324-16,2 0-624 0,-3-8-2121 15,4-2-2839-15</inkml:trace>
  <inkml:trace contextRef="#ctx0" brushRef="#br0" timeOffset="47000.126">22451 2032 3220 0,'0'0'6692'0,"0"0"-4655"16,0 0-617-16,0 0-40 15,0 0-344-15,0 0-220 0,0 0-416 0,0 0-400 16,0 0-88-16,0 0-124 0,0 0-392 0,56 35-680 15,-52-29-840-15,0-3-2693 16,-4 6-2447-16</inkml:trace>
  <inkml:trace contextRef="#ctx0" brushRef="#br0" timeOffset="47164.119">22443 2295 1800 0,'0'0'7396'16,"0"0"-5111"-16,0 0-593 0,0 0-68 15,0 0-340-15,0 0-392 0,0 0-360 16,0 0-356-16,0 0-176 0,92 44-76 16,-73-46-520-16,5-8-860 0,-7 0-1192 15,11-12-4869-15</inkml:trace>
  <inkml:trace contextRef="#ctx0" brushRef="#br0" timeOffset="47500.7">22861 1977 13789 0,'0'0'2424'16,"0"0"-1712"-16,0 0-64 0,0 0 264 16,0 0-124-16,0 0-580 0,0 0-208 0,0 0-256 15,0 0-4-15,88-82 40 16,-64 63-64-16,0 6 12 0,-1 4 88 0,-2 6 36 15,-1 3-64-15,-1 0 200 0,1 6-12 0,1 10 24 16,-6 0 112-16,2 3 220 16,-6 3 236-16,6 0-236 0,-6 3-132 0,6 0-44 15,-6 5-32-15,1 1-12 0,0 1 20 16,-4 0 16-16,0-1 24 0,4 2-92 16,-8-5-80-1,4 1-72-15,-1-7 12 0,2-6-124 0,-5-4 36 16,4-6-256-16,-1-2-296 0,1-4-292 0,1-4-384 15,-1-5-1540-15,3-13-4157 16</inkml:trace>
  <inkml:trace contextRef="#ctx0" brushRef="#br0" timeOffset="47689.924">23415 1809 13073 0,'0'0'2132'16,"0"0"-1568"-16,0 0-172 0,0 0 448 15,-79 64 388-15,55-39-132 0,0 7-436 0,4 1-280 16,-4 0-172-16,4 6-88 0,0-1-120 16,-3 3-64-16,2-3-192 0,1 1-172 15,-3-4-136-15,3-1-236 0,3-2-412 16,-2-7-628-16,11-3-940 0,-4-3-2581 0</inkml:trace>
  <inkml:trace contextRef="#ctx0" brushRef="#br0" timeOffset="47948.615">23559 2098 10272 0,'0'0'2405'0,"0"0"-1613"0,0 0 20 0,0 0 664 16,0 0-72-16,0 0-484 0,0 0-528 16,0 0-232-16,11 76-144 0,-11-54-16 0,0 1-88 15,-7 3-48-15,3 2-48 16,4-6-16-16,-4 0 76 0,4-6 52 0,0 0 64 15,0-2-4-15,4-8-36 0,3 2 48 16,1-4 88-16,5 3-12 0,2-7 8 0,2 0 4 16,3 0-88-16,3-7 0 0,1 0-284 15,0-2-424-15,0-4-320 32,0 0-624-32,-4 7-1140 0,0-6-2829 0</inkml:trace>
  <inkml:trace contextRef="#ctx0" brushRef="#br0" timeOffset="48218.795">24096 1898 9760 0,'0'0'2629'15,"0"0"-1061"-15,0 0-116 0,0 0-292 0,0 0-588 0,0 0-412 16,0 0-160-16,0 0-76 0,80 51-312 16,-72-44-752-16,1-5-1000 15,-9 3-3481-15</inkml:trace>
  <inkml:trace contextRef="#ctx0" brushRef="#br0" timeOffset="48375.327">24180 2108 7628 0,'0'0'3969'0,"0"0"-1973"0,0 0-224 0,0 0-464 0,0 0-500 16,0 0-188-16,0 0-324 15,0 0-296-15,0 0-24 0,0 0-384 16,72 63-624-1,-60-57-576-15,0-2-1120 0,0-4-3061 16</inkml:trace>
  <inkml:trace contextRef="#ctx0" brushRef="#br0" timeOffset="48506.455">24399 2257 5508 0,'0'0'0'0</inkml:trace>
  <inkml:trace contextRef="#ctx0" brushRef="#br0" timeOffset="49335.932">24997 2139 7748 0,'0'0'2680'15,"0"0"-547"-15,0 0-589 16,0 0-168-16,0 0-168 0,0 0-228 0,0 0-236 0,0 0-300 16,0 0-248-16,0 0-136 0,28 5 52 15,-8-5-112-15,0 0-88 0,4 0-56 16,4-5-400-16,-1 3-944 0,-3-2-952 0,4-2-3761 16</inkml:trace>
  <inkml:trace contextRef="#ctx0" brushRef="#br0" timeOffset="49487.975">25567 2137 10332 0,'0'0'2113'16,"0"0"-941"-16,0 0-384 0,0 0 524 0,0 0 40 16,0 0-456-16,0 0-688 0,0 0-208 15,0 0-136-15,0 0-360 0,87-7-864 0,-59-6-732 16,-3 4-2265-16,10-14-2591 0</inkml:trace>
  <inkml:trace contextRef="#ctx0" brushRef="#br0" timeOffset="49623.369">26068 2016 10256 0,'0'0'1893'16,"0"0"-1421"-16,0 0 192 0,0 0 960 0,0 0 200 0,0 0-384 16,0 0-624-16,0 0-572 0,0 0-244 0,0 0-208 15,28 41-100-15,-19-41-656 16,3 6-456-16,-5-6-1384 0,6 4-4517 0</inkml:trace>
  <inkml:trace contextRef="#ctx0" brushRef="#br0" timeOffset="51392.834">26562 1880 9108 0,'0'0'2081'16,"0"0"-1513"-16,0 0-404 0,0 0 272 0,0 0 332 16,0 0 72-16,0 0-268 0,88-73-244 15,-64 54-216-15,0 2 4 0,-3 2-104 16,-2 3 48-16,-3 5 92 0,0 0 24 15,-4 7-36-15,4 0 48 0,-4 0 152 16,0 9 164-16,0 4 116 0,0 4-172 0,0 8 60 16,-5 0-164-16,6 4-60 0,-5 3-16 0,-1-1-68 15,2 2-16-15,-5-6-52 16,4 4-44-16,-1-5-88 0,-3-3-8 0,0-4-4 16,5 0-64-16,-5-10 16 0,-1 4 48 15,1-7-72 1,0-2-140-16,0-1-228 0,0-3-288 15,5 0-228-15,-2-7-376 0,5-5-1288 16,-3-1-2165-16,6-12-2283 0</inkml:trace>
  <inkml:trace contextRef="#ctx0" brushRef="#br0" timeOffset="51608.166">27140 1698 5136 0,'0'0'6053'0,"0"0"-4869"0,0 0-636 0,0 0 180 0,0 0 664 16,0 0-180-16,0 0-328 15,0 0-424-15,-79 41-276 0,59-18-8 16,0-1 20-16,-3 7 52 0,-2-1-40 0,1 4 4 31,-4 3-28-31,0 1-88 0,-3 1-8 16,-1 3-80-16,-4 2-8 0,0 0-64 16,-3 2-80-16,2-2 32 0,1-5-36 0,8-5-184 15,0 0-124-15,9-10 56 0,7-3-208 16,0-6-168-16,8-3-332 0,0-8-844 15,4 3-1301-15,0-5-3015 0</inkml:trace>
  <inkml:trace contextRef="#ctx0" brushRef="#br0" timeOffset="52339.825">27245 2139 9308 0,'0'0'1641'16,"0"0"-765"-16,0 0-276 0,0 0 524 0,0 0 348 16,0 0-136-16,0 0-304 0,0 0-324 15,0 0-92-15,83 38 48 0,-75-24-40 0,0 2-208 16,-4-2-76-16,0 10-36 15,-4-6-120-15,0 5-48 0,0-1-64 0,-4-3-24 16,0 3-44-16,-4-6-4 0,8-7-60 16,-5 1-28-16,5-3-56 0,0-7-196 15,0 0-124-15,0 0-124 0,5-3 72 0,3-4 324 0,4-5 192 16,0-5 12-16,4 2 0 0,4-5-12 16,-5 1-8-16,2 3-40 15,-2 4 36-15,-2 2-60 0,-2 4 20 0,2 3 52 16,-9 3 64-16,3 0 108 0,-3 0 24 15,0 6 124-15,4 4 44 0,-3 2-104 16,-2 4-104 0,1 3-56-16,0 0-16 0,-4 4-24 15,4-5 24-15,-4 4-32 0,0-2-52 0,0-1-76 16,0-3-168-16,0 0-352 0,0-4-228 16,0-2-172-16,0-1-644 0,0-5-832 15,0-4-1949-15,0-4-2587 0</inkml:trace>
  <inkml:trace contextRef="#ctx0" brushRef="#br0" timeOffset="53163.109">27790 1698 9292 0,'0'0'2949'0,"0"0"-1493"0,0 0-920 0,0 0 208 16,0 0 744-16,0 0-308 0,0 0-488 15,0 0-544-15,0 0-148 0,0 0-8 0,0 0 8 16,0 26 0-16,8-26-84 15,4 0-128-15,0-7 64 0,4 1-24 16,-1 0-40 0,2-4-36-16,-6 0 40 0,6 4 44 0,-6 0 40 15,2 0 72-15,-2 2 4 16,-3 1 44-16,-4 0 4 0,5 3 4 16,-9 0-4-16,4 0-72 0,-1 0 24 0,-3 0 48 15,4 3 0-15,-4 4 188 0,4 2 208 16,-4 4 0-16,4 0-220 0,-4 5-16 15,0-1-148-15,0 2 172 0,0-1-60 0,0 4 64 0,0 1-4 16,0-1-24-16,0 4 12 16,0-1-12-16,0 4 0 0,0-1 0 0,0 0-52 15,0 4 4-15,0-3 32 0,0 3-56 16,0 0-28-16,-4 3 0 16,4-1-52-16,0 4-4 0,-4-2 4 0,4 1 4 0,0-2 0 15,-4-3 0-15,4 0 0 0,0-3 48 16,0-1-56-16,0-6 8 0,4 0-12 0,0-2-4 15,0-1 0-15,0-7-4 0,1 4 0 16,-1-2-4-16,-1-6-32 0,-3 2 44 16,4 0 4-16,0-1-4 0,-4-2-4 15,0-1 4-15,4-3-4 0,-4 2-4 0,0-5-4 16,0 5-52 0,0-5 16-16,0 0-76 0,0 0-108 15,-4 0 12-15,0 0-76 0,-7 0-20 16,-10 0-128-16,1 0-100 0,-8-5 8 15,-4-3-60-15,1-2-84 0,-1 1-248 0,-4-4-224 16,4 1-328-16,-4 1-645 0,8 5-1795 16</inkml:trace>
  <inkml:trace contextRef="#ctx0" brushRef="#br0" timeOffset="55664.875">28587 1102 1396 0,'0'0'2844'0,"0"0"-1008"0,0 0-484 16,0 0 140-16,0 0 32 0,0 0-131 0,0 0-177 16,0 0-248-16,0 0-108 0,0 3-80 0,0-3-136 0,0 3-108 15,0-3-60-15,0 0-56 0,4 0-72 16,-1 0 44-16,6 0 64 15,-1 0-72-15,3 0-140 0,10-6-96 0,-5-1-100 16,7-5-44-16,1-1-4 16,0-6-88-16,-3 3-68 0,-2 0-40 0,1 4 24 15,-8 1 0-15,0 5-16 0,0 4 44 0,-4-3-56 0,-1 5-8 16,-2 0 72-16,-1 0 24 0,-4 7 8 16,8-1 104-16,-8 7 8 0,4 6 92 15,-4 4-12-15,0 2-88 0,-4 4-40 16,-4 5 32-16,-1 4-44 0,-2 1 48 15,-1 8 4-15,-4-2-12 0,0 2-40 0,-4 5 48 16,5-2-4 0,-6 1-40-16,5-1-16 0,1-1 16 0,-2-8 36 15,10-4-36-15,-1-8 40 0,4-4-52 0,0-6-52 16,4-6-12-16,0-3 12 0,0 0-48 16,4-7 20-16,0-1-32 0,0 2 48 15,0-4 84-15,-1 0 40 0,5 0 100 0,-3 0-12 16,3 0-76-16,-5-4-12 15,1 2 76-15,4-1 24 16,-3 3-96-16,3-3-4 0,-5 3-88 0,5 0 84 16,0 0 4-16,4 3 92 0,-4 2 68 15,4 1-8-15,-4 8 44 0,0 2 28 16,4 0-24-16,-4 6-28 0,0 3 12 0,4 1 52 16,-5-1-4-16,-2 3-84 15,3 5 48 1,0-2-36-16,-4 4-60 0,-1 6 24 0,-3 1-52 15,0-2-12-15,5 5-52 16,-5 0-8-16,0-1 4 0,0 0-8 0,4-2 4 16,-4-1-40-16,0 0 40 0,4-6 8 15,-4 1-8-15,4-2 8 0,-4-2 4 0,0 0 36 16,0-4 28-16,4 1-64 16,-4-1 48-16,0-3 0 0,0 1-48 0,0-1-4 0,0-2-8 15,0-1-8-15,0-3 4 16,-4 0-8-16,0-3 4 0,0 1-40 0,0-9-72 15,-4 3-212-15,4-5-148 0,-4 0-12 16,-5-6-4-16,6 0 12 0,-9 0-176 0,-4-4-596 16,5-9-832-16,-2 4-993 0,-11-17-2703 15</inkml:trace>
  <inkml:trace contextRef="#ctx0" brushRef="#br1" timeOffset="64722.864">22833 4498 7868 0,'0'0'1972'0,"0"0"-1108"0,0 0-247 0,0 0 1639 0,0 0-800 15,0 0-84-15,0 0-128 0,80 11-364 16,-48-6-120 0,4 2-132-16,-4 0-176 0,3-4-124 15,-3-3-192-15,0 0-48 0,1 0-88 16,-6-3-48-16,1-1-76 0,0-3-132 0,-8-1-184 16,4-3-356-16,-8 5-484 0,-4 0-880 0,-4 4-2520 15,-8 2-2817-15</inkml:trace>
  <inkml:trace contextRef="#ctx0" brushRef="#br1" timeOffset="64995.056">23076 4556 7928 0,'0'0'2460'16,"0"0"-491"-16,0 0-617 0,0 0-272 0,0 0-224 15,-43 73-236-15,35-45-296 0,-4 7-188 16,4 1 0-16,0 2-8 0,0 3 20 0,0 0 12 15,4 3-8-15,0-2 20 16,4-4-36-16,0 3 12 0,0-3-36 0,0 0-100 0,12-3 100 16,-4-6-24-16,4-4 8 15,3-2 28-15,2-8-112 0,3 1-12 0,-1-6 52 16,2-1 52-16,3-6-100 0,0 0 72 16,-1-3-72-16,1 0-8 0,0-6-56 15,0-7-148-15,4-2-396 0,-5-11-304 0,2-3-396 16,-5 8-1332-16,3-17-4805 0</inkml:trace>
  <inkml:trace contextRef="#ctx0" brushRef="#br1" timeOffset="65295.536">23630 4747 11925 0,'0'0'2968'0,"0"0"-1416"0,0 0-112 16,0 0-144-16,0 0-380 0,0 0-316 0,0 0-172 15,0 0-272-15,0 0-44 0,84-55-112 16,-60 40-124-16,-4-2 40 0,4 5-12 16,-4-1-64-16,-1 4-84 0,1 2 48 15,-3 7-12-15,2 0 24 0,-2 10 20 16,-2 6 164-16,1 6 8 0,0 7 88 16,0 6-36-16,0 2 124 0,-4 5-72 15,0-1-64-15,-4 0 12 0,0 1-48 0,-4-8-12 16,0-1 0-16,0-11-120 0,0-3-4 15,-4-7 40-15,0-2-28 0,0-10-96 16,0 0-232 0,0 0-320-16,4-7-492 0,-1-8-900 15,2-7-824-15,-1-1-2301 0,0-21-579 16</inkml:trace>
  <inkml:trace contextRef="#ctx0" brushRef="#br1" timeOffset="65479.08">24064 4514 9712 0,'0'0'2641'0,"0"0"-1529"0,0 0-44 16,0 0 380-16,0 0-124 0,-67 80-196 0,51-51-304 16,-4 5-248-16,0 1-136 0,4 4-160 15,-4 2-84-15,1 0-196 0,-1 0-12 16,3 1-132-16,-2-4-16 0,2 0-36 0,2-3-196 16,2-7-368-16,6 1-140 0,-1-9-400 15,4-6-636-15,4-7-1184 0,0-1-2397 0</inkml:trace>
  <inkml:trace contextRef="#ctx0" brushRef="#br1" timeOffset="65678.811">24228 4921 220 0,'0'0'11001'0,"0"0"-8633"0,0 0-936 0,0 0 164 0,-3 89-292 0,-6-61-204 0,5 1-292 16,-4 0-392-16,4-1-404 0,1 4-12 15,-1-7-60-15,4 4-124 16,0-10-96-16,0 0-348 0,0-6-332 0,0-4-256 16,7-2-680-16,1-7-736 0,-4 0-1917 15,9-13-1011-15</inkml:trace>
  <inkml:trace contextRef="#ctx0" brushRef="#br1" timeOffset="66238.041">24603 4698 7400 0,'0'0'4345'16,"0"0"-2477"-16,0 0-700 0,0 0 432 0,0 0-84 15,0 0-124-15,0 0-388 0,0 0-528 16,0 0-364-16,0 0-100 0,0 0-12 0,0 0-88 16,35-6-252-16,-31 6-332 0,4 4-444 31,1-4-732-31,-5 2-2224 0,-4 9-2865 15,-60-22 1117-15</inkml:trace>
  <inkml:trace contextRef="#ctx0" brushRef="#br1" timeOffset="66395.675">24642 4896 9672 0,'0'0'2357'0,"0"0"-1245"0,0 0 312 0,0 0 292 16,0 0-12-16,0 0-300 15,0 0-620-15,0 0-504 0,0 0-244 0,0 0-36 16,0 0-132-16,28 60-100 15,-20-55-420-15,5-5-156 0,-2 0-132 0,1 0-860 16,0-5-2576-16,4-11-3633 0</inkml:trace>
  <inkml:trace contextRef="#ctx0" brushRef="#br1" timeOffset="66727.573">24945 4623 12897 0,'0'0'2860'0,"0"0"-1604"0,0 0-624 0,0 0-60 16,0 0 4-16,0 0 100 0,0 0-148 15,0 0-260-15,0 0-108 0,0 0-148 16,84-39-12-16,-64 27-108 0,0 1-40 16,0 6-60-16,-1-2 24 0,2 7-24 0,-6 0 36 15,5 4-60-15,-3 4 180 0,-2 9 16 16,-2 6 36-16,-2 2 196 0,1 3 40 15,-3 4-104-15,-2 3-8 0,-3 0-16 16,0 0-44-16,0 3 36 0,-4-3-100 16,4-1 0-16,-4-1 8 0,0-5-8 0,0-6 0 0,0-6-48 15,4-3-24-15,-4-7-76 0,0-2-196 16,4-4-356-16,0-4-324 0,4-11-296 16,4-11-1092-16,-4 7-1537 15,8-26-1535-15</inkml:trace>
  <inkml:trace contextRef="#ctx0" brushRef="#br1" timeOffset="66897.44">25400 4559 7384 0,'0'0'5141'0,"0"0"-3969"16,0 0-424-16,0 0 428 0,-73 73 16 16,50-45-72-16,-5 4-208 0,0 7-508 15,0-2-184-15,0 8-220 0,-4-4-76 0,8 3-84 16,-4-2 24-16,5-7-108 15,3-3-384-15,4-4-192 0,4-6-364 16,8-6-732-16,-4-5-768 0,8-3-2377 0</inkml:trace>
  <inkml:trace contextRef="#ctx0" brushRef="#br1" timeOffset="67180.923">25559 4797 11249 0,'0'0'2332'16,"0"0"-1292"-16,0 0 144 0,0 0 80 16,0 0-160-16,0 0 4 0,0 0-592 0,0 0-344 15,0 0-168-15,0 0 4 0,60 70-8 16,-56-53-56-16,-1 4 4 0,-3 2 0 16,0 5 44-16,-3-3 8 0,-1 4 0 15,-4-7 4-15,8 0 8 0,-5-6 36 0,5-2 64 0,0-6 48 16,0 3-88-16,5-5-12 0,-1-1-8 15,7 2-4-15,-3-4 24 16,5 4-12-16,2-7-48 0,-2 0-12 0,6 0-68 0,-3-3-224 16,4-8-148-16,-4-1-112 15,4-4-260-15,4 0-280 0,-4 0-1040 16,-4 1-2625-16,4-4-3615 0</inkml:trace>
  <inkml:trace contextRef="#ctx0" brushRef="#br1" timeOffset="67456.531">26156 4664 10348 0,'0'0'5781'0,"0"0"-4789"0,0 0-980 0,0 0-8 0,0 0 156 16,0 0 364-1,0 0 240-15,0 0-468 0,0 0-296 0,0 0-96 16,0 0-532-16,48 9-524 0,-44-5-960 16,0-2-3013-16,-4 5-4639 0</inkml:trace>
  <inkml:trace contextRef="#ctx0" brushRef="#br1" timeOffset="67682.503">26248 4857 7324 0,'0'0'4573'16,"0"0"-3397"-16,0 0-232 15,0 0 696-15,0 0-160 0,0 0-524 0,0 0-428 16,0 0-316-16,0 0-212 0,0 0-64 16,0 0-168-16,44 20-240 0,-32-20-392 0,-1 0-480 15,-2 0-1376-15,-1 0-3697 0</inkml:trace>
  <inkml:trace contextRef="#ctx0" brushRef="#br1" timeOffset="67800.559">26427 4966 11837 0,'0'0'2324'0,"0"0"-2324"0,0 0-676 0,0 0-432 15,0 0-1017-15,0 0-2903 0</inkml:trace>
  <inkml:trace contextRef="#ctx0" brushRef="#br1" timeOffset="68531.663">26993 4759 496 0,'0'0'9200'0,"0"0"-6227"0,0 0-1217 0,0 0-368 15,0 0-372-15,0 0-344 0,0 0-164 16,0 0-336-1,0 0-172-15,0 0-40 0,0 0-48 16,68 13-60-16,-40-13-620 16,-1 3-700-16,-3-3-2404 0,4 0-5517 0</inkml:trace>
  <inkml:trace contextRef="#ctx0" brushRef="#br1" timeOffset="68682.564">27690 4867 12745 0,'0'0'2324'0,"0"0"-1292"0,0 0-576 16,0 0-456-16,0 0-16 0,0 0-220 0,0 0-532 15,0 0-584-15,80-66-1316 0,-56 43-3929 16</inkml:trace>
  <inkml:trace contextRef="#ctx0" brushRef="#br1" timeOffset="68817.678">28089 4794 12149 0,'0'0'1696'15,"0"0"-1312"-15,0 0-4 0,0 0 440 16,0 0 284 0,0 0-120-16,0 0-464 0,0 0-332 0,84 60-104 0,-69-60-84 15,2-6-260-15,2-7-444 0,5-6-636 16,-8 4-1100-16,9-14-4225 0</inkml:trace>
  <inkml:trace contextRef="#ctx0" brushRef="#br1" timeOffset="69130.025">28452 4547 10092 0,'0'0'6265'16,"0"0"-4389"-16,0 0-1324 0,0 0-392 16,0 0-24-16,0 0 112 0,0 0 44 0,0 0-108 15,0 0-184-15,99-36-8 16,-63 23-152-16,-1 1-132 0,2-1 20 15,-1 7 64-15,-4 3 36 0,-1 3 72 0,-3 6 0 16,0 3 100-16,-4 10 128 0,-4-3 144 16,0 6 24-16,-4 8-64 0,-4-5-72 15,4 7 24-15,-9-1-64 0,6 4 40 0,-5 4-24 16,-5-1-52-16,5-1-8 16,-3 2-36-16,-1-8-40 0,0-1-48 0,-1-5-40 15,1-10 28-15,0-2-124 0,0-8-232 0,5 0-284 0,-2-5-128 16,1-7-212-16,4-9-984 15,0 1-2133-15,9-21-3255 0</inkml:trace>
  <inkml:trace contextRef="#ctx0" brushRef="#br1" timeOffset="69312.055">29113 4464 12645 0,'0'0'2640'0,"0"0"-1580"0,0 0-424 0,-83 60 44 31,55-31 384-31,-4 2-68 0,0 8-264 0,-5-2-392 16,5 1-204-16,1 0-64 0,-1-2-72 16,9-1-92-16,-5-4-300 0,7-2-180 0,1 0-264 15,1-4-396-15,2-6-1128 0,10-3-2641 16,-5-4-4271-16</inkml:trace>
  <inkml:trace contextRef="#ctx0" brushRef="#br1" timeOffset="69746.818">29312 4781 1332 0,'0'0'7880'0,"0"0"-5695"16,0 0-749-16,0 0 164 0,0 0-36 16,0 0-100-16,0 0-144 0,0 0-424 15,0 0-332-15,-7 67-76 0,2-45-48 16,1 0-40-16,-4 7-47 0,4-3-73 16,0 2-112-16,1-6-108 0,-2 1-60 15,5-5-12-15,0-5-60 0,0-7-24 0,0 1-184 0,0-7-317 16,8 0-11-16,0-3 72 0,4-7 156 15,4-3 172-15,4-5 48 0,0-5-60 0,0 1-76 16,-1-4 4-16,2 8 168 0,-5 1 112 16,-1 6 12-16,-7 4 56 0,1 3 104 15,-2 4 64-15,-3 0 192 16,0 4 136-16,-4 3 84 16,4 1-188-16,-4 5-144 0,0 3-60 15,0 5-24-15,0-1-63 0,0 0-121 0,0-1-36 16,-4-1-96-16,0-5-413 0,-3 3-383 15,-1 1-220-15,-5-5-716 0,2-3-2460 16,-13 3-3281-16</inkml:trace>
  <inkml:trace contextRef="#ctx0" brushRef="#br1" timeOffset="70032.057">28332 4832 11177 0,'0'0'2688'0,"0"0"-1828"0,0 0-152 0,0 0 524 0,0 0-288 31,0 0-376-31,0 0-364 0,0 0-204 16,0 0-124-16,0 0-248 0,47 13-620 16,-38-7-528-16,-5 0-1160 0,-4 7-3669 0</inkml:trace>
  <inkml:trace contextRef="#ctx0" brushRef="#br1" timeOffset="70197.112">28272 5114 6520 0,'0'0'7493'0,"0"0"-5713"0,0 0-1040 0,0 0 656 16,0 0 240-16,0 0-304 16,0 0-371-16,0 0-405 0,0 0-276 0,0 0-268 15,72 67-12-15,-41-67-328 0,1 0-204 16,5-6-285-16,2-8-475 16,-7 3-1412-16,16-15-4965 0</inkml:trace>
  <inkml:trace contextRef="#ctx0" brushRef="#br1" timeOffset="70684.527">29687 4514 14221 0,'0'0'2140'16,"0"0"-2140"-16,0 0-860 0,0 0 860 16,0 0 316-16,0 0 216 0,0 0-136 15,87-47-256-15,-67 37-132 0,4 1-8 16,0-1 0 0,4 1-52-16,0 3 4 0,-4 2 48 15,-1 4 76-15,-2 0 120 0,-5 0 4 16,-1 4 112-16,-3 2 60 0,-3 3-4 15,2-2-84-15,-3 5-36 0,1 1-64 0,-6 3-12 16,5 0-24-16,-4 6-52 0,0 3-32 16,0 4-16-16,-4 3 12 0,5 3 0 0,-5-1-44 15,3 8-8-15,-3 3 0 16,0 2-4-16,4 1 4 0,-4 0 40 0,0-4-40 0,0 0-4 16,0-3 68-16,4-2-20 0,-4-5 92 15,4 2-8-15,-4-8-40 0,0 0-84 16,0-2 88-16,0-4-56 0,0 0-40 0,-4-3 0 15,-4-2 0-15,0 2-4 0,-4-4-96 16,-4 1-124 0,-4-3-124-16,-4 0-48 0,-4-1-64 0,-11-2-108 15,-6-1-216-15,-10-2-732 0,7-4-2812 0,-40 3-3777 16</inkml:trace>
  <inkml:trace contextRef="#ctx0" brushRef="#br1" timeOffset="71393.386">23076 6334 9036 0,'0'0'2993'0,"0"0"-737"0,0 0-576 15,0 0-232-15,0 0-420 0,0 0-252 0,0 0-104 16,0 0 184-16,0 0-112 16,92 29-259-16,-51-20-229 0,2-3-112 0,0 1-144 15,-2-4-108-15,-2 0 0 0,-3-3-28 16,0 0-81-16,-4 0-159 0,-4 0-184 15,-4-3-260 1,0 0-576-16,-9-1-1344 0,2 4-3425 0</inkml:trace>
  <inkml:trace contextRef="#ctx0" brushRef="#br1" timeOffset="71549.147">23383 6689 9972 0,'0'0'3849'0,"0"0"-2493"0,0 0-124 0,0 0-348 16,0 0-140-16,0 0-124 0,88 16-56 0,-56-16-404 16,7 0-160-16,-2-2-420 0,-1-5-316 15,-4-3-168-15,3-3-636 0,-7 4-2376 0,8-3-4529 16</inkml:trace>
  <inkml:trace contextRef="#ctx0" brushRef="#br1" timeOffset="71766.185">24272 6235 10528 0,'0'0'2285'16,"0"0"-489"-16,0 0-72 0,0 0-56 15,91 17-472-15,-66-17-584 0,-1 0-404 16,-1-7-208-16,1-6-136 0,4 0-560 15,-8-2-292-15,0-1-612 0,-4 6-1368 16,-8-2-3437-16</inkml:trace>
  <inkml:trace contextRef="#ctx0" brushRef="#br1" timeOffset="71986.512">24395 6324 10548 0,'0'0'2441'0,"0"0"-1421"16,0 0 80-16,-43 98 248 0,26-59-132 0,2 3-188 0,-1-2-412 0,4 2-212 15,3-1-28-15,-2 0-44 0,3-3-16 16,0 4-36 0,4-4 12-16,-4 0-12 0,8-2-60 15,-4-6-87-15,4-2-61 0,0-2-60 0,4-3-12 0,4-7-48 16,0-1-72-16,4-2 11 0,4-6 9 0,7 2 88 16,1-6-36-16,8-3-48 0,4 0-304 15,1-10-188-15,6-2-132 16,-3-7-520-1,-8 3-1276-15,8-9-4157 0</inkml:trace>
  <inkml:trace contextRef="#ctx0" brushRef="#br1" timeOffset="79559.03">25052 6670 7372 0,'0'0'1516'0,"0"0"1557"0,0 0-1601 0,0 0-460 0,0 0 200 15,0 0 144-15,0 0 56 0,0 0-328 16,5-6-240-16,-5 6-188 15,0-3-48-15,0 1-119 0,-8-5-213 0,0 0-56 16,0 1-148-16,0-1 0 0,-8 1-60 16,4 2 36-16,-8 1-48 0,0 3-40 15,1 0-104 1,-2 10-64-16,-3 6-56 0,1 6 8 16,3 7 35-16,-1 3 125 0,6 3 0 0,6 2 92 15,2-2-88-15,-1-6 88 0,8-4-44 16,0-8 0-16,0-6 0 0,0-4-12 15,0-3-40-15,4-4 8 0,7 0 92 16,2-11 172-16,6-3-172 0,5-12-232 16,4-3-36-16,-4-2 12 0,4-4 72 0,-7 6-12 15,2 4 88-15,-7 6 20 0,-4 9-32 0,-4 7-64 16,0 3 0-16,-4 0 144 0,0 9 40 16,0 8 408-16,0 2 92 0,-4 9-108 15,0 0-160-15,0 1-52 0,4 4-44 0,-4-3-4 16,3 3-72-16,2-2-56 15,-1-2-4-15,0-1-4 0,4-3-104 0,4-6-64 0,-4-2-204 16,7-8 60-16,-2 0-76 0,2-6-392 16,2-3-460-16,-2 0-1068 0,-2-3-2401 15,-2-12-2803-15</inkml:trace>
  <inkml:trace contextRef="#ctx0" brushRef="#br1" timeOffset="79878.915">25368 6689 1396 0,'0'0'11469'16,"0"0"-9361"-16,0 0-1652 0,0 0-232 16,0 0 396-16,0 0 316 0,0 0-84 0,0 0-580 15,0 0-272-15,0 0 4 16,0 0 28-16,95-70-32 0,-75 61-112 0,-4 6-12 0,1 3 12 15,-2 0 68-15,-3 10 44 0,0 2 148 16,0 4 112-16,0 9 0 0,-4 1-76 16,3 6-64-16,-3-1-8 0,5 4-104 31,-6 0 52-31,1 0-52 0,1 0-8 0,-5-3-44 16,3-4-52-16,1-5-88 0,-4-5-52 15,5-5-48-15,-2-7-184 0,-3-6-152 0,4 0-168 16,1-9-456-16,-2-13-800 0,1 6-2661 0,0-25-2407 15</inkml:trace>
  <inkml:trace contextRef="#ctx0" brushRef="#br1" timeOffset="80055.891">25810 6541 5716 0,'0'0'6721'16,"0"0"-5713"-16,0 0-464 0,0 0 496 15,-80 66 356-15,57-44-100 0,-2 8-272 16,1 0-372-16,0 3-308 15,1 1-100-15,-1 1-184 16,0 3-60-16,4-3-184 0,-4 0-96 16,4-3-124-16,0 0-236 0,8-7-52 0,1-3-304 15,2-3-660-15,5-3-832 0,0-7-1925 16,4-2-2411-16</inkml:trace>
  <inkml:trace contextRef="#ctx0" brushRef="#br1" timeOffset="80235.38">25937 6889 6884 0,'0'0'5609'15,"0"0"-4649"-15,0 0-568 0,0 0 180 16,-4 89 364-16,-3-60-4 16,3-1-456-16,-5 1-476 0,5-1-236 0,0 4-52 0,0-3-340 15,1 0-596-15,-1-4-880 0,0-6-2145 0,0-3-3275 16</inkml:trace>
  <inkml:trace contextRef="#ctx0" brushRef="#br1" timeOffset="81186.721">26229 6670 3604 0,'0'0'7349'0,"0"0"-5553"0,0 0-380 0,0 0-204 15,0 0 8-15,0 0-288 0,0 0-312 16,0 0-620-16,0 0-60 0,0 0 8 16,35 19-32-16,-27-5-164 0,4-6-176 0,0 9-716 15,-4-4-1372-15,-4 5-4517 0</inkml:trace>
  <inkml:trace contextRef="#ctx0" brushRef="#br1" timeOffset="81344.725">26264 7013 8036 0,'0'0'2060'0,"0"0"-411"0,0 0 91 0,0 0-496 0,0 0-372 15,0 0-448-15,0 0-372 16,0 0-52-16,0 0-152 16,0 0-148-16,88 25-684 0,-65-28-680 0,-3-3-2561 15,8-6-4526-15</inkml:trace>
  <inkml:trace contextRef="#ctx0" brushRef="#br1" timeOffset="81723.226">27009 6534 12613 0,'0'0'2164'15,"0"0"-1320"-15,0 0-100 0,0 0 684 0,0 0-68 0,-80-31-236 16,65 31-344-16,-2 6-388 0,6 7-176 15,-10 8-44-15,6 8-27 16,2 6 15-16,-2 6 44 0,3 0-56 16,4 1-40-16,4-7-108 0,0-4-12 15,4-9-136-15,0-9-68 0,0 0-64 0,4-10 11 16,8-3 41-16,0 0 152 16,8-3-212-16,0-13 92 0,0-3-96 0,4-3-28 15,-5-3 16-15,1-2-4 0,-4 2 88 16,-4 6 60-16,0 7 12 0,1 2 28 0,-6 4 8 15,-3 3 0-15,0 3 16 16,4 3 96-16,0 6 112 0,-4 4 316 0,0 4 0 16,4 4-48-16,-4 2-108 0,4-1-80 15,-4 0-32-15,0 0-16 0,0-3-144 16,0-3-152-16,4-3-140 0,-5-1-100 16,6-5-96-16,-5-1-388 0,8-6-620 0,-5 0-916 0,-2-6-2641 0,3-10-3647 15</inkml:trace>
  <inkml:trace contextRef="#ctx0" brushRef="#br1" timeOffset="81943.93">27344 6578 12237 0,'0'0'2052'0,"0"0"-1596"0,0 0 580 15,0 0 488-15,0 0-148 0,0 0-468 0,0 0-492 16,0 0-232-16,0 0 12 0,79 57 120 15,-59-40-132-15,4-2-172 0,-3 7-12 16,-2 4-4-16,-3 2-56 0,0 4-52 0,-8 3 4 16,0 0-88-16,-4-7-160 0,0-2-376 0,0-8-120 15,4-7-112-15,4-8-372 0,0-6-832 16,-5-8-1801-16,10-14-3267 0</inkml:trace>
  <inkml:trace contextRef="#ctx0" brushRef="#br1" timeOffset="82122.709">27730 6486 7796 0,'0'0'4669'16,"0"0"-3293"-16,0 0-880 0,0 0 72 15,0 0 528-15,0 0 232 0,-96 83-180 16,73-48-348-16,-5 6-260 0,-4 3-124 0,1 1-160 16,-1 3-96-16,-1-1-64 0,6-6-96 15,3 0-292-15,4-5-220 0,4-8-284 16,4-3-340-16,8-6-748 0,0-6-1292 15,4-13-3213-15</inkml:trace>
  <inkml:trace contextRef="#ctx0" brushRef="#br1" timeOffset="82397.925">27989 6667 12225 0,'0'0'2292'0,"0"0"-1736"0,0 0 488 0,0 0 196 0,0 0-360 0,0 0-288 15,0 0-508-15,0 0-84 0,0 0 0 16,0 0 48-16,0 0 40 0,0 57-84 16,-7-31-4-16,-2 2-60 0,-3-2-16 15,5 2 4-15,-2-6-28 16,5-3 100-16,0-3 0 0,0-6 8 16,4-3-8-16,0-2-36 0,0-1-64 15,0-2 100-15,4 3 4 0,4-3 120 16,1 2 12-16,2-1 48 0,1-3-172 0,0 3-12 15,0-3-132-15,-4 2-88 0,0-2-236 16,0 5-300-16,0-5-388 0,1 2-1000 16,-6 2-2997-16,1-4-3759 0</inkml:trace>
  <inkml:trace contextRef="#ctx0" brushRef="#br1" timeOffset="83431.845">27870 6731 1228 0,'0'0'3140'0,"0"0"-1212"0,0 0-1056 0,0 0-340 31,0 0 376-31,0 0 1985 0,0 0-1405 0,0 0-584 16,0 0-80-16,0 0-28 0,-24-22-92 15,24 22-80-15,0-4-136 0,0 4-144 16,0-6 4-16,4 3-88 0,-1-4-36 16,6 2 44-16,3-2-68 0,-5 3-92 15,2-2-20-15,-1 3-80 0,0 3-8 0,-1-3-4 16,6 3-48-16,-6 0-56 0,1 0 20 16,5 0-48-16,-6 0 40 0,1 0 48 0,0 0-40 15,1 3-48-15,-2 0 0 0,1 0-12 16,0 4-36-16,0 0-28 0,-4 1 40 15,-4 3-92-15,0 1 104 0,0 4-52 0,0 3-148 16,-7 3 96-16,-2 0 24 16,1 1-252-16,0-2-200 0,1 0-524 0,-2-7-920 0,5-3-1897 15,0 1-1851-15</inkml:trace>
  <inkml:trace contextRef="#ctx0" brushRef="#br1" timeOffset="83834.964">28622 6432 9020 0,'0'0'3017'0,"0"0"-1469"0,0 0-1080 16,0 0-112-16,0 0 224 0,0 0 176 31,0 0-288-31,0 0-468 0,0 0-104 0,0 0-196 0,0 0-316 0,80 60-1604 16,-76-43-4673-16</inkml:trace>
  <inkml:trace contextRef="#ctx0" brushRef="#br1" timeOffset="84016.307">28663 6722 7312 0,'0'0'4793'0,"0"0"-2981"0,0 0-68 0,0 0 36 0,0 0-680 16,0 0-536-16,0 0-488 0,0 0-76 15,0 0-100-15,0 0-120 0,51 21-76 0,-31-14-692 16,4-4-728-16,-8 0-2780 15,8-3-5189-15</inkml:trace>
  <inkml:trace contextRef="#ctx0" brushRef="#br1" timeOffset="84207.485">29264 6591 13313 0,'0'0'2292'0,"0"0"-2228"0,0 0-56 0,0 0 336 0,0 0 100 15,0 0-444-15,0 0-100 0,0 0-244 16,0 0-776-16,0 0-388 0,80 3-2981 0,-61-3-3899 31</inkml:trace>
  <inkml:trace contextRef="#ctx0" brushRef="#br1" timeOffset="84369.487">29623 6648 6900 0,'0'0'2800'0,"0"0"-711"0,0 0-45 0,0 0-272 0,0 0-356 0,0 0-756 15,0 0-564-15,0 0-96 0,0 0-320 16,0 0-688-16,84 19-936 0,-76-22-2929 0,3 0-4347 15</inkml:trace>
  <inkml:trace contextRef="#ctx0" brushRef="#br1" timeOffset="84996.624">30802 6470 1160 0,'0'0'5400'15,"0"0"-67"-15,0 0-3801 0,0 0-768 16,0 0 8-16,0 0 8 0,0 0-328 16,0 0-360-16,0 0-92 0,0 0-104 0,0 0-184 15,44 26-88-15,-32-19-472 0,-8 1-996 16,0-2-2077-16,0 5-1879 0</inkml:trace>
  <inkml:trace contextRef="#ctx0" brushRef="#br1" timeOffset="85149.555">30794 6705 6156 0,'0'0'2664'0,"0"0"-1164"0,0 0-135 0,0 0 199 15,0 0-28-15,0 0-180 0,24 70-340 16,-16-60-456-16,0-1-240 0,0 1-240 0,4-4-80 0,0 1-112 15,4-1-24-15,3-6-76 0,2 0-332 0,3 0-860 16,-9-4-1064-16,22-8-4041 0</inkml:trace>
  <inkml:trace contextRef="#ctx0" brushRef="#br1" timeOffset="85803.27">31543 6454 4272 0,'0'0'8909'0,"0"0"-7425"0,0 0-700 0,-79-41 696 0,55 35-16 16,0-1-284-16,3 7-532 0,-2 0-268 15,3 7-164-15,0 5-44 16,0 11-48-16,0 5-76 0,5 11 24 16,-5 2 88-16,8 3 8 0,-1-3-60 0,6 1-48 15,3-10-60-15,4-7-88 16,0-9-20-16,0-7 24 0,4-2-64 0,7-4 88 15,6-3-12-15,2-3-52 0,5-10-68 16,8-6-64-16,0-6-100 0,0-7-72 0,-4 0 72 16,3 0 24-1,-3 4 136-15,-7 2-72 0,-2 1 80 16,-3 6-56-16,-4 3-4 16,-3 3 236-16,-6 4 12 0,-3 2 160 0,4 1 60 15,-4 6-8-15,0 0-140 0,0 0-72 0,0 0-244 16,0 0 132-16,0 0 0 0,0 0-12 15,0 0 116-15,0 0-140 0,0 0 60 0,-4 0 40 16,4 0 4-16,0 0 44 0,0 0 0 16,0 0-4-16,0 0 4 0,0 0-12 15,0 0-112-15,0 0 12 0,0 0-52 16,0 0-20-16,0 0 44 0,0 0 28 16,0 0 28-16,0 0-16 0,0 0 88 0,0 3-64 15,0-3 4-15,-3 0 68 16,3 0 8-16,-5 0 92 0,5 0 80 0,0 3-76 0,0-3-88 15,0 0 48-15,0 0-32 0,0 0-28 0,0 0-88 16,0 0-52-16,0 0 28 16,0 0-36-16,0 3 148 0,5 4 64 15,-5-3 36-15,3 1-16 0,1 2 92 0,0 0-28 16,0-1 16-16,-4 2 8 0,4 6-120 31,0 2 44-31,1 0-32 0,-2 6 96 0,1 3-12 0,0 4-12 0,0 2-60 16,0-2-72-16,4 3 48 0,0-7-52 15,0 4 0-15,0-10 48 0,-4 0-48 16,4-4-8-16,0-5-92 0,-4 1 24 0,4-9-120 16,-1 1-200-16,2-3-688 15,-1 0-1252-15,-1-3-2233 0,6-6-2763 16</inkml:trace>
  <inkml:trace contextRef="#ctx0" brushRef="#br1" timeOffset="86219.457">31826 6336 7052 0,'0'0'1608'0,"0"0"3125"16,0 0-3161-16,0 0-768 0,0 0-96 16,0 0 40-16,0 0-180 0,0 0-196 0,0 0-364 15,0 0-8-15,0 0-96 0,91-63-28 16,-63 51-12-16,-3-4 24 0,-5 6-12 16,-1 1-12-16,1 2-28 0,-3 4 64 15,-2 3-12-15,-3 0 0 0,0 0-48 16,0 6 48-16,0 7 100 0,0 6 12 0,0 4 0 0,-4 3 24 15,4 5 52-15,-4 4-4 0,0 6 40 16,-4 1 0-16,0 2 40 0,0-4 20 16,0 2-48-1,0-7-124-15,3-3-12 0,-2-7-148 16,3-9-64-16,0 1-12 0,3-9 48 0,2-4-188 16,2-4-808-16,2-6-1064 15,-2-4-2765-15,9-19-2799 0</inkml:trace>
  <inkml:trace contextRef="#ctx0" brushRef="#br1" timeOffset="86404.212">32388 6303 4576 0,'0'0'548'0,"0"0"3804"0,0 0-3048 0,0 0-95 16,0 0 327-16,0 0-68 0,-91 72-360 16,67-40-292-16,-1 6-232 0,5 3-164 15,-7 1-36-15,3 5-112 0,-4 0-272 16,0 1-60-16,4-3-200 0,0 3-248 0,5-7-160 15,-2 0-388-15,6-6-836 0,2-9-1188 16,6 2-2657-16</inkml:trace>
  <inkml:trace contextRef="#ctx0" brushRef="#br1" timeOffset="86692.718">32495 6661 5928 0,'0'0'180'0,"0"0"2316"0,0 0 449 16,0 0-389-16,0 0-172 0,0 0-708 16,0 0-900-16,-11 70-608 0,11-60-168 0,0-4-84 15,0-3-4-15,0 0-44 0,4 0 44 16,3-3-72-16,1 0-64 16,5-3-48-16,2-3 124 0,5-5 76 0,1-1-64 15,-2-1-52-15,1 5 16 0,-4 1 24 16,4 3-76-16,-9 4 84 0,2 0 52 0,-1 0 4 15,-5 7 84-15,-2 3 64 0,-1 3 188 0,0-1 32 32,0 1-72-32,-4 3-140 0,0 3 28 0,0-4-44 15,-4 1-56-15,0-3-224 0,4-4-360 0,0 1-1048 16,0-7-1484-16,0-3-3153 0</inkml:trace>
  <inkml:trace contextRef="#ctx0" brushRef="#br1" timeOffset="87204.527">32954 6254 3392 0,'0'0'10193'16,"0"0"-6361"-16,0 0-3124 0,0 0-424 0,0 0 256 15,0 0 540-15,0 0-432 0,0 0-528 16,0 0-120-16,0 0-156 0,48-19 8 16,-33 13-36-16,2 3-8 0,-2-1 68 15,-2 4 52-15,2 0-16 0,-3 0-32 16,-4 0 120-16,0 4 8 0,0 2 100 0,-4 1 52 16,4 2 96-16,-4 0 64 0,4 1-104 15,-4 3-104-15,0-1 4 0,3 5-116 16,-2 2 0-16,-1-4 52 0,4 5-52 15,-8 2 8-15,4 3 68 0,0 0-4 16,-4 4 36-16,0-1-8 0,0 4-28 0,0 0-72 0,0 0 8 16,-4-3 32-16,4 2-40 0,0 1 0 15,0-1 12-15,0-1-4 0,0-2-4 16,0 0-4 0,4-2 0-16,-1-4 0 0,2-3 0 0,-1 1 0 0,-4-5 8 15,4 1 0-15,-4-3 4 16,0 0 36-16,0-4-44 0,0 0 48 0,0 1-52 0,-4-4-48 0,0 4-24 15,-4-1 12-15,0 1 0 0,0-1-52 16,-1 2-20-16,-2-3 48 0,-1 5-160 16,0-6-72-16,0 0-100 0,-8 1-48 0,1-1-116 31,-5-1-368-31,-4 3-740 16,-4-2-1080-16,4 0-2121 0,-21 1-1475 0</inkml:trace>
  <inkml:trace contextRef="#ctx0" brushRef="#br1" timeOffset="92089.019">24897 8382 2812 0,'0'0'8141'0,"0"0"-6753"0,0 0-340 0,0 0 172 31,0 0 188-31,0 0 128 0,0 0-496 16,0 0-376-16,-92-13-220 0,69 13-28 15,-1 0-16-15,0 6 124 0,4 7-132 16,0 9-164-16,0 4-80 0,5 9-39 0,6 6-49 15,1 3-48-15,8 1 64 0,0-8-76 16,4-1-64-16,5-11-8 0,2-3-49 16,1-9 25-16,4-3 8 0,0-4-80 0,0-3 120 15,5-3-52-15,-2-6 96 16,9-7-164-16,0-6-16 0,0-6-268 0,0-3-60 0,0-5 12 16,-5-2-4-16,1 7 120 0,0 0 64 15,-7 5 36-15,-6 7 124 0,-3 4 156 16,-4 5 4-16,0 3 112 0,-4 4 24 0,0 0-88 0,0 4-48 31,0 6 0-31,0 6 260 16,0 3 96-16,0 3-24 0,0 3-48 0,0 0-64 0,4 2-72 0,0-6-148 0,4-2-64 15,0-3-192-15,4-3-88 0,4-3 112 16,4-5-64-16,4-1-396 0,-1-4-828 16,5-4-1336-16,-8-1-2481 0,12-15-2794 0</inkml:trace>
  <inkml:trace contextRef="#ctx0" brushRef="#br1" timeOffset="92372.583">25690 8353 5776 0,'0'0'4780'15,"0"0"-3491"-15,0 0-789 0,-79 22-116 16,59-15 240-16,3-1 380 0,2 0 120 15,7-3-80-15,4 1-296 0,0-4-52 0,4 3-32 16,0-3-132-16,0 0-140 0,0 0-100 16,4 0-96-16,8 0-108 0,3 0 156 0,9 0 352 15,4 0 0-15,0-3-328 0,4-1-219 16,4-2-41-16,-4 0-8 0,0 0-53 16,3-4-95-1,2 4-104-15,-5-4-140 0,-4 0-288 16,-1 8-412-16,-11-1-584 0,-4 3-1020 15,-3 0-2397-15,-13 5-1855 0</inkml:trace>
  <inkml:trace contextRef="#ctx0" brushRef="#br1" timeOffset="92558.522">25559 8645 4476 0,'0'0'600'0,"0"0"4484"0,0 0-3163 0,0 0-389 0,0 0-76 15,0 0-436-15,0 0 428 0,0 0-320 16,0 0-220-16,84 23-384 0,-56-27-276 15,4-5-152-15,0-3-96 0,-4-2-68 0,-1 2-68 32,1-8-156-32,-4 5-504 0,0-1-364 15,-4-3-760-15,-8 3-2496 0,-1-3-4277 16</inkml:trace>
  <inkml:trace contextRef="#ctx0" brushRef="#br1" timeOffset="92815.406">25703 8122 3860 0,'0'0'6936'0,"0"0"-5595"0,0 0-269 0,0 0 540 0,0 0-84 16,0 0-372-16,0 0-476 16,0 0-504-16,0 0-168 0,0 0 372 0,7 72 200 15,1-30 116-15,-4 5-256 0,0 11-268 16,-4 2-100-16,0 3-72 15,0 4-4-15,0-1-104 0,0-1-124 0,0-6-64 0,4-1 28 16,8-13-112-16,-4-7-24 16,8-7-176-16,0-12-148 0,0-3-380 15,0-10-640-15,0-2-928 0,-4-4-1621 0,4-10-2831 16</inkml:trace>
  <inkml:trace contextRef="#ctx0" brushRef="#br1" timeOffset="93266.303">26448 8401 9048 0,'0'0'3849'0,"0"0"-3097"0,0 0-704 0,0 0-48 16,0 0 508-16,0 0 252 0,87-26 132 15,-71 30-336-15,4 5-280 0,-1 7-4 0,2 0-84 16,-10 2-52-16,-2 6 52 0,-5 1-52 15,-4-4 76-15,0 5-76 16,-8 0-76-16,-1-4-52 0,-2-3-8 16,-1 0-4-16,-4-7-80 0,-1 1-40 15,2-3 12-15,-1-3 36 0,4-1 28 0,-3-6 44 16,2 0-96-16,5 0 100 0,1-11 16 16,-6 5-8-16,9-9-8 0,-4-1 0 15,5-7-184-15,-5 1-116 0,8-3-36 16,0 3-344-16,0 0-164 0,0 3-64 0,4 6-264 0,3 3-916 15,5 1-2345-15,-3 3-2107 16</inkml:trace>
  <inkml:trace contextRef="#ctx0" brushRef="#br1" timeOffset="94447.385">23821 8369 3496 0,'0'0'8265'15,"0"0"-6897"-15,0 0-388 0,0 0 156 0,0 0 248 16,-79-22-4-16,75 22-260 0,0 0-332 0,4 0-400 15,0 0-388-15,4 0-12 0,8 0 12 16,12 0 28-16,8-4 164 0,3 4-64 16,10 0-128-16,-2 0-60 0,-3 4 52 15,4 2-92-15,-8 4-32 0,0 2-4 0,-5 4 52 16,-3 3-16-16,-11 0 40 0,-2 7 12 16,-7 2 48-1,-8 1 96-15,0 6-12 16,-12 3-68-16,-8 3 92 0,-4-3-48 0,-3 1 16 15,-5-1-76-15,-4-7 0 0,0-2 12 0,0-1 84 16,4-8-96-16,-3-5-184 0,3-3-244 0,4-5 48 16,-4-7-48-16,8 0-152 0,-4-7-336 15,4-1-684-15,1-9-684 0,2-5-857 16,-3-3-1915-16,9 3-407 0</inkml:trace>
  <inkml:trace contextRef="#ctx0" brushRef="#br1" timeOffset="94593.687">23484 8636 3300 0,'0'0'7244'0,"0"0"-6251"0,0 0 19 0,0 0 824 0,0 0-212 31,79 13-308-31,-51-13-304 0,3 0-384 16,5 0-320-16,4-6-296 0,4-1-12 0,-4-5-220 16,-1-2-196-16,2 1-648 15,-6 1-624-15,-7 2-1532 0,-7 1-3933 0</inkml:trace>
  <inkml:trace contextRef="#ctx0" brushRef="#br1" timeOffset="94951.084">22945 7969 6248 0,'0'0'5245'0,"0"0"-4333"0,0 0-644 0,0 0 968 16,0 0 344-16,0 0-172 0,0 82-280 15,-8-40-376-15,-4 1-260 0,0 12-100 16,-4 5-108-16,-3 7-88 0,-2 6-28 0,-3 0-124 15,1 6-44-15,-1-2-100 0,0-1-108 16,4-9-12-16,4-6 48 0,0-11-108 16,4-9-52-16,8-12-112 0,0-7 0 0,4-9-212 15,0-10-304-15,8-3-512 0,0-7-736 16,4-2-1897-16,8-29-2107 0</inkml:trace>
  <inkml:trace contextRef="#ctx0" brushRef="#br1" timeOffset="95184.699">23204 8134 6688 0,'0'0'3200'0,"0"0"-1315"0,0 0-1193 0,0 0-28 16,-51 73 532-16,30-37 116 0,1 8-56 0,1 0-436 16,-2 7-300-16,2 3-176 15,-1 3-48-15,0 6-100 0,-4 1-196 16,0 3-12-16,4-4-112 0,-4 4 64 0,5-4-76 15,-5-5-48-15,7-4-88 0,2-10-212 16,-2-9 28-16,10-10-104 0,-1-5-44 0,8-11-240 16,-4-9-556-16,4 0-696 15,0-9-861-15,4-4-2323 0</inkml:trace>
  <inkml:trace contextRef="#ctx0" brushRef="#br1" timeOffset="95515.721">23080 8213 848 0,'0'0'8460'16,"0"0"-6767"-16,0 0-241 0,0 0-36 15,0 0-188-15,84-22-300 0,-67 22-296 0,6 3-60 16,-3 7-112-16,4 3-152 0,0-1-112 16,-5 10-32-16,-2 1-160 0,-2 4 36 15,-6 6-40-15,-9 5-4 0,0 0 0 16,-9 3 0-16,-6 1-120 0,-5-1 12 15,-8-3-48-15,0-3-224 0,0 1 12 0,-4-5 172 16,0-2 152-16,4-4 36 0,1-3-4 16,3-3 16-16,4-6 100 0,4-1-12 0,4-5 36 15,0-1-24-15,8-3-100 0,0 0 0 16,4 1-12-16,0 3 4 0,0 5 8 16,8 3 0-16,4 5 104 0,4 5 32 0,3 0-12 31,5 7 48-31,1-3 0 0,-1-1-120 0,4 0-52 15,-5 2-72-15,1-8-36 0,0 0-68 0,4-6-96 16,-4 0-364-16,4-7-692 0,-12-5-1232 16,8 2-3861-16</inkml:trace>
  <inkml:trace contextRef="#ctx0" brushRef="#br0" timeOffset="105802.536">6470 10896 4940 0,'0'0'1068'0,"0"0"3520"0,0 0-2915 0,0 0-309 15,0 0-156-15,0 0-192 0,0 0-84 0,4 0-124 16,-4 0-176-16,0 4-212 0,4 8 8 16,-1 7-84-16,2 9-12 0,-5 8-124 15,0 12 0-15,0 9-124 0,0 9 28 16,-8 7-112-16,0 10 0 0,-4 6-44 16,-4 6-56-16,4 3-36 0,0-9 44 15,-4-6 88-15,9-10 4 0,-6-10-148 16,9-9 16-16,0-12-52 0,1-7-52 15,3-10-68-15,0-6-56 16,0-6-304-16,0-10-504 0,7-3 76 0,1-3-676 16,5-16-612-16,-6 6-745 0,5-25-2055 15</inkml:trace>
  <inkml:trace contextRef="#ctx0" brushRef="#br0" timeOffset="106104.783">6816 10731 8944 0,'0'0'1384'16,"0"0"-804"-16,0 0 181 0,0 0 163 16,0 0-132-16,0 0 84 15,-23 83 60-15,23-48-156 0,0 6-176 16,0 6-20-16,0 11-112 0,0 9 0 0,0 8-76 15,-5 8-152-15,1 6-180 0,1 3-64 0,-9 3-8 16,4 1-104-16,-4-4 48 16,4-7 4-16,-5-11 48 0,6-11-52 15,-5-12-32-15,5-13 84 0,2-10-64 16,1-8-48-16,0-7-232 0,4-11-252 0,-4-2-328 0,4-9-212 16,-4-14-932-16,4 5-2037 0,-4-30-999 0</inkml:trace>
  <inkml:trace contextRef="#ctx0" brushRef="#br0" timeOffset="106482.635">6805 10846 7112 0,'0'0'2452'0,"0"0"-1264"16,0 0 125-16,80-47 179 0,-48 40-184 16,-5 4-316-16,6 3-324 0,-2 5-144 15,-4 5-64-15,5 10-52 0,-4-1-136 16,0 9-12-16,-4 7-60 0,-7 3-28 0,-2 3-12 15,-7 4-16 1,-3-4-20-16,-5 3-36 0,0-2 20 0,-9-4-44 16,-6-1-64-16,-2 2 0 15,-7-4-4-15,1 0-48 0,-5 0-144 16,-8-7-148-16,4 5 100 0,-4-8 32 16,0 0-60-16,0-3 0 0,4 0 24 0,1-6 100 15,3-3 36-15,3-6 112 0,10 2-4 0,7-7-36 0,3 3-136 16,5 1-160-16,5 2 312 15,11 6 24-15,4 1 360 0,8 8 40 16,4 2 20-16,7 1-36 0,5 2-100 16,4 4-40-16,4-3 4 0,-5 2-176 0,2 0-72 15,-2 2-4-15,-3-5-96 0,-4-3-84 16,-1-2-24-16,-7-5-12 0,0-1-224 16,-4-8-340-1,-4-5-236-15,0-4-520 0,-8 0-968 16,0-19-2757-16</inkml:trace>
  <inkml:trace contextRef="#ctx0" brushRef="#br0" timeOffset="106841.589">7594 10547 928 0,'0'0'12489'15,"0"0"-10865"-15,0 0-1248 0,0 0-24 0,0 0-112 16,0 0 192-16,0 0 252 16,0 0 12-16,40 77-192 0,-33-43-168 0,-3 8-116 0,0 2-220 0,1-3-72 0,-5-2-164 15,0-12 100-15,0-10 128 0,4-9-4 16,-4-3 0-16,0-5 12 0,4 0-4 0,-4-5-40 16,7-6-32-16,1-5 76 15,5-7 32-15,-2-2-32 0,6 0-84 16,2 2-4-16,-3 4-60 0,0 3 48 0,0 7-12 31,-4 3-72-31,4 6 172 0,-4 0 12 0,-1 3 100 16,2 3-40-16,-6 7 140 0,5 3 8 15,-3 7-48-15,-2 2 0 0,1 4-64 16,-4 4-96-16,1 3-112 0,-1 2-96 16,-4 1-436-16,4-2-388 0,-4 1-616 0,0-9-1528 15,0 3-3797-15</inkml:trace>
  <inkml:trace contextRef="#ctx0" brushRef="#br0" timeOffset="107104.382">8135 11448 13549 0,'0'0'1848'0,"0"0"-1836"0,0 0 544 0,0 0 360 16,0 0 212-16,0 0-80 16,100-30-348-16,-68 20-284 0,4 3-64 0,4-2-160 15,-1-1-192-15,1 4-120 0,4-1 8 16,0 2-96-16,0-2-72 0,-4 0-272 16,-1 1-284-16,-2 3-276 0,-1-4-788 0,-13 4-2184 15,9-3-2773-15</inkml:trace>
  <inkml:trace contextRef="#ctx0" brushRef="#br0" timeOffset="107585.245">9478 10900 14969 0,'0'0'1860'0,"0"0"-1772"0,0 0 88 0,0 0 8 16,0 0 4-16,0 0 184 0,0 0 84 0,0 0-172 15,0 0-284-15,-76 50-52 0,57-18-60 16,-1 6-60-16,-5 7 84 15,6 9 88-15,-9-1 132 0,8 1 4 0,-4-2-36 0,8-8 36 16,8-13 36-16,0-8 72 16,4-14-80-16,4-5-164 0,0-4-184 15,4 0-136-15,9 0-124 0,2-7 436 0,5 1 8 16,4-4-60-16,-1 1-64 0,2 2-36 16,-1 4-4-1,-9 3-72-15,5 3 152 0,-8 7 84 0,4 6 144 16,-8 5 192-16,0 5 56 0,-3 9-68 15,-1-3 20-15,-4 3-40 16,0 0 4-16,0 0-52 0,0-4-8 0,0-2-140 16,0-3-104-16,0-7-4 0,0-7-96 15,0-5-164-15,0-7-488 16,0 0-88-16,7-7-104 0,1-9-540 0,1-9 20 0,-2 3-872 16,9-23-2817-16</inkml:trace>
  <inkml:trace contextRef="#ctx0" brushRef="#br0" timeOffset="107862.373">9821 11207 1696 0,'0'0'11373'16,"0"0"-9861"-16,0 0-816 15,24 83 324-15,-20-51 324 0,0-1 296 16,-4-2-112-16,4-7-540 0,-4-3-419 0,3-5-277 16,5-12-292-16,1 2 0 0,-1-4-156 15,12-6 20-15,-1-8 40 16,5-8-120-16,0-3-5 0,1-7-167 0,-2 0-64 15,-3-2-72-15,-4 2 48 0,-4 6 72 16,-4 3 108-16,-4 4 212 0,-4 5-40 0,-8 0 124 16,-8 5 72-16,-4 2 12 0,-4 4 124 0,0 3 172 15,-4 3-36-15,1 7-16 0,3-1-36 16,-4 7-248-16,4-3-44 0,8 2-136 0,-4-5-72 16,7 1-24-16,2-9-256 0,7 1-396 15,0-3-872-15,0-3-2176 16,4-22-4537-16</inkml:trace>
  <inkml:trace contextRef="#ctx0" brushRef="#br0" timeOffset="108203.076">10311 10585 13149 0,'0'0'1448'0,"0"0"-716"0,0 0 776 15,0 0-624-15,0 0-120 0,0 0 380 16,0 0-484-16,0 0-184 0,0 0-120 0,0 0-52 15,64 44-88-15,-60-18-92 0,-1-5-124 16,-3 6-12-16,0-2-220 0,4-3 36 16,-4 0 28-16,4-2 20 0,1-5-20 0,3 2-28 0,3 2 36 15,2 0 4-15,2 0 56 16,2 0 88-16,-6 3-60 0,6 0-4 0,-6 0 64 16,1 1-48-16,-3 2 16 0,-2 0 44 15,1 1 4-15,0 2 140 0,-4-2-80 0,0 2-16 16,-4 3 0-16,0 5 16 15,0-2-16-15,-4 1-40 0,-4 4 4 16,4-1-4-16,-8-3 40 0,4 0-36 0,-4-3 60 16,1-4 4-1,2-3-68-15,-3-6-8 0,1-6-368 16,2-3-208-16,-3-7-196 0,-4-3-612 0,8-3-1576 16,-11-17-4485-16</inkml:trace>
  <inkml:trace contextRef="#ctx0" brushRef="#br0" timeOffset="108886.86">12167 11364 9760 0,'0'0'2729'0,"0"0"-917"0,0 0-352 15,0 0-128-15,0 0-144 0,0 0-240 0,0 0-384 16,0 0-320-16,0 0 64 0,0 0 164 15,116 0 272-15,-60 0-331 16,12-4-181-16,7-3-64 0,9 4-20 0,4-6 8 0,3 2-108 0,5-2 112 16,3-4 164-16,6 1-56 15,-2-5-112-15,4 2-108 0,1-2-48 0,-9 3-60 16,1-3-36 0,-9 1 36-16,-11 1-148 15,-12 2-116-15,-8 3-76 0,-8 4-220 0,-12-1-85 16,-5 1-331-16,-7 0-832 0,-8 2-1152 15,-8 1-2681-15,-12-3-2787 0</inkml:trace>
  <inkml:trace contextRef="#ctx0" brushRef="#br0" timeOffset="109155.701">13786 10950 9592 0,'0'0'4981'0,"0"0"-4185"0,0 0-720 0,0 0 288 16,0 0 116-16,0 0 292 0,86 39 260 15,-54-27-356-15,5 1-148 0,2 3-72 16,1 0-76-16,1 3-196 0,-2-1-124 0,-3 2-60 16,0-1-8-16,-5 3 0 0,-3-2-68 15,-4 1 68-15,-3 1-76 0,-6 1 36 16,-7 2-28-16,-4 1-68 0,-4 2-4 16,0 0 0-16,-8 1 136 0,-4 2-72 0,-4-2 80 15,-8 3 4-15,1 0-8 16,-9 0-140-16,0-1-100 0,-5 1-120 15,-6 1-188-15,3-2-208 0,-4-2-184 16,5-4-700-16,7-9-1592 16,-8-3-4921-16</inkml:trace>
  <inkml:trace contextRef="#ctx0" brushRef="#br0" timeOffset="109972.417">16084 10541 6900 0,'0'0'2100'16,"0"0"21"-16,0 0-621 16,0 0-20-16,0 0-180 0,0 0-68 15,0 0-76-15,0 0-228 0,0 0-388 0,0 0-244 16,0 25 60-16,-8 13 20 0,0 13 40 15,-8 9-124-15,1 7-84 0,-6 9-100 16,1 0 16-16,-3 10-64 0,-5 0-60 16,4 9-48-16,-4 0-88 0,0-2-32 0,4-4-40 15,4-14 36-15,4-14-60 0,4-17-144 0,9-15 8 0,3-13-160 16,0-13-260-16,0-3-412 0,7-10-1044 0,5-12-68 16,0 3-1961-1,13-32-1819-15</inkml:trace>
  <inkml:trace contextRef="#ctx0" brushRef="#br0" timeOffset="110193.866">16315 10693 7900 0,'0'0'1660'16,"0"0"-291"-16,0 0-61 0,0 0-156 0,0 0 28 16,-44 92-132-16,21-47-192 0,3 8-48 0,-1 11 48 15,-3 3-140-15,5 2-224 0,3 8-188 16,-4 2-72-16,0 7-204 0,5-3-28 15,-6-1-196-15,9-8-136 0,0-8-88 16,4-18 104-16,5-11-116 0,-1-15 84 0,4-12-136 31,0-7-488-31,0-3-388 0,0-9-556 0,7-10-857 16,-3 0-2011-16,8-33-791 0</inkml:trace>
  <inkml:trace contextRef="#ctx0" brushRef="#br0" timeOffset="110520.781">16299 10876 8096 0,'0'0'2460'16,"0"0"-403"-16,0 0-301 0,0 0-328 0,80-58-248 16,-61 54-288-16,2 1-176 0,-5 3-124 15,3 0-128-15,-2 3-108 0,-6 7-24 0,6 5-40 16,-9 4-100-16,-5 13-84 0,-3 6-108 16,-3 10-184-16,-9 2-84 0,-8 5-60 15,-1-2 32-15,-7-2 124 0,0 1 28 16,1-8-80-1,-1-3 28-15,0-3 100 0,0-3-28 16,4-7 24-16,4-3-96 0,5-5-24 0,3-1 72 16,7-3-28-16,5 0 84 0,9 2 92 0,6 2 72 0,6 1 64 15,7 2 12-15,3-1-12 0,1 4-24 16,4-4 0-16,4 0 60 0,-9-3 36 16,5 1 36-16,-4-5-72 15,1-2-164-15,-6-4-8 0,-3 0-12 16,-4-4-120-16,4-3-16 0,-4-2-368 15,-4-7-412-15,3-7-480 0,-2-6-864 16,-2 1-3021-16,-2-19-3474 0</inkml:trace>
  <inkml:trace contextRef="#ctx0" brushRef="#br0" timeOffset="110891.411">16889 10432 12493 0,'0'0'2100'0,"0"0"-1380"0,0 0 124 15,0 0 628-15,0 0-296 0,4 83-112 16,-4-51-392-16,-4-1-376 0,0 2-248 0,0 2-48 16,-4-5-52-16,4-3-120 0,0-5-36 15,4-6 12-15,0-7 36 16,0-6 4-16,0-3-28 0,0 0-36 0,0 0 0 0,8 0 84 15,4-6 84-15,4 0 40 16,3-7-60-16,6 0-16 16,-1-2 16-16,4-2 24 0,-4 5 48 0,4 3 0 0,-5-2 4 0,1 9 0 15,-4 2 168-15,0 0 136 0,-4 0 96 16,-4 9-112-16,-4 4-108 0,4-1-72 16,-8 8-16-16,0-1-92 0,-1 3-4 15,-3 3 0-15,0 0-48 0,0 5-160 16,-3-3-296-1,-5 5-392-15,0 0-340 0,-4 3-880 0,4-9-2453 16,-12 12-4179-16</inkml:trace>
  <inkml:trace contextRef="#ctx0" brushRef="#br0" timeOffset="111092.792">17255 11255 13225 0,'0'0'2428'16,"0"0"-1208"-16,0 0-440 0,0 0-236 16,0 0 368-16,0 0 412 0,0 0-204 15,88 16-607-15,-60-16-273 0,4 0-192 0,4 0-48 16,-5-6-144-16,-3-1-453 0,4 0-119 0,-4 2-212 16,-4-2-372-1,-3 0-1540-15,-2 1-3285 0</inkml:trace>
  <inkml:trace contextRef="#ctx0" brushRef="#br0" timeOffset="111459.065">17929 10811 15577 0,'0'0'2064'0,"0"0"-1580"0,0 0-188 0,0 0-148 16,0 0 220-16,0 0 640 0,0 0-460 0,0 0-548 15,0 0 60-15,0 0-56 0,-32 101 4 16,12-54-8-16,4 5 0 0,-8-1 8 0,5-4-4 16,2-3-4-16,2-5-76 0,6-8-44 15,2-8 20-15,7-7 28 0,0-7-76 16,0-2-144-16,0-2-16 0,7-1 16 16,6-1 96-16,-2 3 144 0,10-6 44 0,-6 7 4 15,1-4 4-15,4 3 0 0,-8 4 64 16,4 2-56-1,-4 1 124-15,0 4 116 0,-1 1 68 0,-2 1 64 16,-1 3-72-16,-4-2-28 0,0-1-36 16,-4 0-88-16,3 0-68 15,-3-7-88-15,0 1-88 0,4-4-80 0,-4-2-308 16,0-7-232-16,9 0-164 0,-1-7-388 16,3-5-908-16,2-1-828 15,6-18-2433-15</inkml:trace>
  <inkml:trace contextRef="#ctx0" brushRef="#br0" timeOffset="111712.164">18335 11265 5412 0,'0'0'8153'16,"0"0"-7213"-16,0 0-268 0,13 69 472 15,-10-50 252-15,-3-6 192 0,0-1-204 16,4-8-664 0,0-1-344-16,4-3 1 0,4-3 23 15,4-7-256-15,4-5-144 0,4-8-168 0,-1-5-292 16,-2 0-29-16,3 1 5 0,-9 2-4 15,-2 6 60-15,-6 7 120 16,1-1 152-16,-8 3 8 0,0 4 64 0,-8 0 72 0,1-1-96 16,-10 4 108-16,-2 0 0 15,3 3 48-15,0 0 64 0,-4 3-112 0,3 7-60 0,2 2-84 16,3 1-92-16,0-3-32 0,4-1-412 16,4-2-1276-16,0 0-2368 0,-4-7-3649 0</inkml:trace>
  <inkml:trace contextRef="#ctx0" brushRef="#br0" timeOffset="112237.668">18842 10890 11729 0,'0'0'2060'16,"0"0"-1568"-16,0 0-124 0,0 0 148 15,0 0 140-15,0 0 584 0,0 0-444 16,82-35-376-16,-61 35-12 0,-5 0-16 0,3 0-120 16,-2 0-88-16,-2 0-124 15,6 0 64-15,-5 3-40 0,-4 1-36 16,3-1 40-16,-2 0-76 0,-6 0-4 16,-3 2 88-16,0 2 88 0,0 3 36 0,-4 3 96 15,0 3-96-15,-4-1-96 0,0 5-64 0,-4-1-12 0,1 4 0 16,-2-4-48-16,-3-5 0 15,1 5-60-15,-2 1 0 0,2-1-40 16,-6 0-92-16,2 0-88 0,2 0 24 0,-2 0-76 16,3-3-36-16,4-3 136 15,4-1 144-15,0-5 76 0,4-1 0 0,0 0-108 0,0-2-40 32,0-2 60-32,8 3 100 0,0-5 44 0,4 0-44 0,-1 0-184 0,6 0 48 15,-9 0 88-15,3 0 0 0,-2 2-16 16,-1 5 64-16,-1 5 136 0,-3 1 48 15,1 6 124-15,-1 0 72 0,-4 6-120 16,4 1-64-16,0 3-52 0,-1-4-20 0,1 4-64 16,0-4-16-1,0-3-44-15,1-3-12 0,-1 0-60 16,0-3 0-16,-1-3-16 0,-3-6-156 0,4-2-380 16,-4 2-312-16,0-5-716 15,-4 3-832-15,-3-3-713 0,3-2-1947 0,-13 4-332 16</inkml:trace>
  <inkml:trace contextRef="#ctx0" brushRef="#br0" timeOffset="112777.354">20586 10201 9156 0,'0'0'2365'0,"0"0"-777"0,0 0-116 15,0 0-288-15,-12 99-92 0,-8-52-160 0,-3 7-116 32,-9 13-176-32,-5 2-64 0,2 12 196 0,-5 1-56 0,1 3-216 15,-2 6-195-15,-2 2-65 0,-6 6-68 16,-2 5-96-16,-8 2-76 0,-1 1-132 0,0 1-40 16,-4-4 164-16,4-1-88 15,4-11-24-15,4-10 20 0,9-9-81 16,3-6-3-16,12-13-120 0,4-7-96 0,4-5-28 15,8-10-132-15,5-7-92 0,-2-6 0 16,9-9-272-16,0-4-508 0,0-6-752 0,9-3-1785 16,6-20-267-1</inkml:trace>
  <inkml:trace contextRef="#ctx0" brushRef="#br0" timeOffset="113293.188">20447 11287 10064 0,'0'0'1753'16,"0"0"-1013"-16,0 0 28 0,0 0 932 16,0 0-4-16,112 3-156 0,-72-3-384 15,7-3-396-15,9-6-140 0,4-1-96 0,3-3-160 16,5 1-240 0,4-1-124-16,-4 3 0 0,-5 4-8 15,-7 3-4-15,-8 3-100 0,-17 0 64 0,-6 12-60 16,-18 4-64-16,-7 10-68 0,-7 5-4 15,-13 10 180-15,-13 7 56 0,-10 4 8 16,-4 4 8-16,-9 1 56 0,-4 4-4 16,0 2 12-16,-3-3-12 0,7 3 4 0,0-2-16 15,12-4 12-15,4-3 36 0,13-9-20 0,3-3-4 16,15-14-60 0,5-3-12-16,4-6-4 0,13-6 4 15,11-1 36-15,7-1 232 0,13-6-123 0,4-5-73 0,7 0-20 16,5-3-52-16,0-6-8 0,0-4-80 15,-1-3-20-15,-3 3-13 0,-8-2-147 16,0-4-148-16,-9 3-192 0,-3-3-164 0,-3-1-184 0,-10 2-652 16,-3-5-1096-16,-4 7-2585 0,-4-9-3079 31</inkml:trace>
  <inkml:trace contextRef="#ctx0" brushRef="#br0" timeOffset="113509.708">21566 11300 64 0,'0'0'15121'0,"0"0"-13577"0,0 0-1368 0,0 0-76 15,-91 50 184-15,63-24 376 0,-4 6 448 16,0 6-224-16,-8 6-456 0,5 7-232 16,-1 0-196-16,-5 6 0 0,-2 0-284 15,0 1-68-15,-9 1-164 0,3-4-72 16,-2-1-152-16,3-8-264 0,5-1-780 0,7-16-1292 15,-9 0-3537-15</inkml:trace>
  <inkml:trace contextRef="#ctx0" brushRef="#br0" timeOffset="115628.355">12697 12928 888 0,'0'0'8216'15,"0"0"-6572"-15,0 0-371 0,0 0-69 16,0 0 544-16,0 0-348 0,0 0-192 16,84 13-120-16,-67 10-304 0,-2 2-108 15,1 9-80-15,-4 1-156 0,-4 7-124 16,-1-3-100-16,2 1-67 0,-5 2-65 16,0-5-72-16,0 2-12 0,-4-2-109 0,0-2-39 15,0-2-92-15,0-5-128 0,0-3-336 16,0-9-152-16,4-3-128 0,-1-10-552 0,1-3-1488 15,1 0-2697-15,-1-10-2530 0</inkml:trace>
  <inkml:trace contextRef="#ctx0" brushRef="#br0" timeOffset="115880.021">12925 13281 12137 0,'0'0'1468'15,"0"0"-1100"-15,0 0 12 0,0 0 532 16,0 0 456-16,0 0-160 0,0 0-196 0,0 0-252 15,0 0-100-15,103 19 12 0,-67-19-232 16,8 0-140 0,7 0-79-16,1-10 23 0,8-2-52 15,4-1-32-15,7-3-52 0,-2 3 12 0,6-7-108 16,-3 6-4-16,-4-2 40 16,3 2-48-16,-7 0-48 0,-4 0-168 0,-4 4-268 15,-5-2-113-15,-3 2-63 0,-12 4 28 16,0 0-80-16,-12-4-196 0,-4 7-440 15,-4-3-700-15,-9-4-916 0,2 4-1405 0,-9-7-539 0</inkml:trace>
  <inkml:trace contextRef="#ctx0" brushRef="#br0" timeOffset="116156.121">14001 12958 11849 0,'0'0'1788'0,"0"0"-1216"0,0 0-268 15,0 0 216-15,0 0 136 0,0 0 372 0,0 0-304 16,0 0-244-16,83 56-180 0,-59-47 32 16,0-5 24-16,4-1-72 0,-4 0-88 15,-1 0-60-15,-3 4-124 0,-4-1-12 0,0 0-112 16,-4 4 28-16,-3 3 20 0,-6-1 64 16,1 7 0-16,-4 6-12 0,-7 5-84 0,-10 4 32 15,-3 1-32-15,-3 3 32 0,-5 3-56 16,-4-6-68-16,0 4-44 0,-4-4-16 15,0-4-36-15,-4-2-384 16,1-4-524-16,3-6-992 0,4-5-2721 0,-5-9-2719 16</inkml:trace>
  <inkml:trace contextRef="#ctx0" brushRef="#br0" timeOffset="122854.711">15574 12804 6036 0,'0'0'4316'16,"0"0"-2247"-16,0 0-321 0,0 0-448 0,0 0-232 16,0 0-20-16,76 17-132 0,-48-11-292 0,0-3-240 15,4 0-140-15,3-3-200 0,1 0-44 0,4 0-84 16,-4-3-52-16,-4-4-136 0,0-2-416 16,-4 3-212-16,-4 0-368 0,-12 6-968 15,-1-5-2493-15,-11 5-3335 0</inkml:trace>
  <inkml:trace contextRef="#ctx0" brushRef="#br0" timeOffset="123137.318">15745 12900 3240 0,'0'0'6096'0,"0"0"-4660"0,0 0-699 0,-32 79 55 15,25-44 156-15,-5 0 4 16,7 0-52-16,-2 3-248 0,3 0-56 15,0 0-172-15,0 0-88 0,0 4-100 16,0-1 36-16,-1 4 0 0,2-4 0 16,-1 3-48-16,0 0-16 0,0-3-36 0,4-3 0 15,0-2-48-15,0-8 0 0,0-6-16 16,4-3-32-16,4-6-36 0,4-4-36 16,0 1-4-1,8-7 100-15,8-3-88 0,4 0-12 16,7-3-36-16,5-7-100 0,4-2-148 15,4-4-108-15,-1 0-140 0,1 1-372 0,0 2-424 16,0-3-884-16,-17 7-2665 0,14-7-3946 16</inkml:trace>
  <inkml:trace contextRef="#ctx0" brushRef="#br0" timeOffset="123772.165">16590 12998 3436 0,'0'0'6308'16,"0"0"-3835"-16,0 0-917 0,0 0-340 16,0 0-208-16,0 0-328 15,0 0-332-15,0 0-100 0,0 0 24 0,0 0 28 16,72-57-128-16,-44 38-160 0,0 0-12 15,0 6-148-15,4 4-64 0,-4 6-20 16,0 3 80-16,0 3 152 0,-5 9 12 16,1 7 140-16,-8 3 56 0,4 8-72 0,-8 4 100 15,-4 1-112-15,0 7-48 16,-5-5-16-16,1 9 40 0,-4-6-100 0,0 2 0 16,0-4-48-16,-4 0 44 0,1-7-44 0,-1-6-40 0,4-2 4 15,0-10-40-15,-4-7-48 16,4-4-152-16,0-2-296 0,0 0-236 0,0-5-312 15,8-8-548-15,-5-9-452 0,5-10-805 16,1 7-175-16,-1-23-1699 0</inkml:trace>
  <inkml:trace contextRef="#ctx0" brushRef="#br0" timeOffset="123953.322">17017 12922 3616 0,'0'0'2852'0,"0"0"-576"0,0 0-880 0,0 0-183 0,0 0-9 16,0 0-196-16,-69 86-80 0,58-51-156 15,-6 3-144 1,2 3-72-16,-1 3-60 0,0 1 4 0,-4 2-116 0,1-2-136 16,-2-4-248-16,1 1-40 0,5-5-232 15,2-8-360-15,2 0-192 0,3-7-248 16,4-6-244-16,4-3-584 0,0-6-1053 16,0-5-2723-16</inkml:trace>
  <inkml:trace contextRef="#ctx0" brushRef="#br0" timeOffset="124150.603">17300 13341 7372 0,'0'0'2476'0,"0"0"-531"0,0 0-1 0,0 0-288 0,0 86-384 31,-4-58-280-31,-5 1-348 0,5 3-360 16,-3-1-148-16,3 1-136 0,0-3-52 0,-5-1-72 15,9 1-136-15,-4-4-384 0,4-3-264 16,0-2-372-16,0-1-964 0,0-6-2957 16,0 6-2806-16</inkml:trace>
  <inkml:trace contextRef="#ctx0" brushRef="#br0" timeOffset="125332.38">17822 13408 7856 0,'0'0'1984'0,"0"0"-1184"0,0 0-131 0,0 0 335 15,0 0 168-15,0 0 264 0,0 0-368 16,0 0-428-1,0 0-240-15,0 0-140 0,11 69-72 0,-11-53 24 0,0-3-16 16,0 6 4-16,-7-3-140 0,3 3-52 16,-9 0-8-1,5 0-72-15,-3-1-28 0,-2-1-172 0,2-1-300 16,-2 0-152-16,5-7-108 0,1-2-188 16,3-4-504-16,4-3-1125 0,-4 0-2395 15</inkml:trace>
  <inkml:trace contextRef="#ctx0" brushRef="#br0" timeOffset="126012.891">18248 13078 6356 0,'0'0'1704'0,"0"0"-744"0,0 0 8 0,0 0 157 16,0 0-161 0,0 0-120-16,0 0-296 15,0 0-228-15,0 0-132 0,0 0-84 0,68-70-48 16,-61 64-56-16,-3 2 0 0,0 4 72 16,0 0 68-16,-4 0 100 0,4 0 92 15,-4 0 56-15,0 0-36 0,5 0 76 0,-5 0 64 16,0 4 8-16,4-4-116 0,-4 2-148 15,3 2-100-15,-3-1-88 0,4 2-36 0,4 6 124 16,1-2-24-16,-2 4 48 0,5 0-60 0,-4 3 24 16,4-1-120-16,0 1-4 15,-5-3-4-15,2-1-144 0,3-2 48 0,-5-1 12 0,2-4-72 16,-1-3-136-16,0-2-176 16,-5 4-112-16,6-4-84 0,-5 0-24 15,0 0-64-15,-4-4-56 0,0 2 60 16,0-3 48-1,0 5-52-15,0-6-289 0,0 3-467 0,-4 0-760 16,0-4 124-16,-1 1-408 0</inkml:trace>
  <inkml:trace contextRef="#ctx0" brushRef="#br0" timeOffset="126283.661">18690 12856 2812 0,'0'0'3076'0,"0"0"-2712"0,0 0-364 0,0 0-416 16,0 0-260-16,0 0 116 16,0 0-484-16,-92 41-1552 0</inkml:trace>
  <inkml:trace contextRef="#ctx0" brushRef="#br0" timeOffset="126701.101">18264 13116 5368 0,'0'0'3144'16,"0"0"-1216"-16,0 0-831 0,0 0-133 16,0 0 68-16,0 0 60 0,0 0-172 15,0 0-212-15,0 0-160 0,0 0 124 16,56-41-212-1,-41 28-152-15,1 0-184 0,0 4-116 0,0-1 40 16,0 3 24-16,-4-2-64 0,4 6-8 16,-4 0-52-16,4-1-20 0,-4 4-16 15,0 0 32-15,-1 4 56 0,2 9 84 16,-2-1-8-16,2 7 196 0,-5 7-124 0,3 2-40 16,-3 7 64-16,1 3-12 15,-2 4-72-15,1-1 8 0,1 3 16 16,-5 1-4-16,3-5-8 0,5 2-40 0,-8-7 64 15,4-6 20-15,0-7-44 0,4-2-88 0,-4-8-12 0,0-3-4 16,0-3-56 0,0-2-100-16,-5-4-244 0,6 0-64 0,3-4 52 15,-5-11-276-15,2-4-300 0,3-7-412 16,-5-5-1068 0,6 5-2537-16,-5-15-2223 0</inkml:trace>
  <inkml:trace contextRef="#ctx0" brushRef="#br0" timeOffset="126900.258">18838 12928 7900 0,'0'0'3273'0,"0"0"-2065"0,0 0-520 0,0 0 380 0,-60 74 236 16,36-43 40-16,3 4-216 16,-7 6-484-16,5 3-264 0,-5 5-132 0,0 1-128 0,-3 4-120 15,-5 0-8 1,-1 0-124-16,-2 0-92 0,3 0-204 15,0-6-68-15,4-4-148 16,8-6-176-16,4-9-188 0,5-4-332 0,7-9-1032 0,3-6-2609 0</inkml:trace>
  <inkml:trace contextRef="#ctx0" brushRef="#br0" timeOffset="127147.11">18973 13405 10708 0,'0'0'1685'0,"0"0"-573"0,0 0 292 0,0 0-244 0,0 0-184 16,0 0 240-16,80 28-356 0,-80-12-344 0,0 3-184 15,0 6-88-15,0 1-132 0,-9 6-40 0,1-4 0 16,1 4-60-16,3-3-4 0,0-7 4 16,4-3-4-16,0-10 52 0,8 0-56 15,12-9 100-15,3 0 28 0,9-2-132 16,0-11-24-16,8-3-232 0,-4-3-172 15,0-7-208-15,-1 5-172 0,-7 2-332 0,-3 0-760 16,-14 6-2096-16,-3-4-2917 0</inkml:trace>
  <inkml:trace contextRef="#ctx0" brushRef="#br0" timeOffset="127555.15">17905 13255 11569 0,'0'0'2488'15,"0"0"-984"-15,0 0-720 0,0 0-24 16,0 0-80-16,0 0 100 15,0 0-16-15,0 0-668 0,0 0-96 16,0 0-356-16,0 0-148 16,0 0 160-16,0 0 32 0,40-19 16 0,-17 13-912 15,-2 3-1252-15,-10-1-2669 0,6 4-3091 0</inkml:trace>
  <inkml:trace contextRef="#ctx0" brushRef="#br0" timeOffset="128246.775">19614 13169 8444 0,'0'0'2765'16,"0"0"-1133"0,0 0-92-16,0 0-392 0,0 0-572 0,0 0-420 15,0 0-156-15,0 0-104 0,0 0-124 16,0 0-348-16,0 0-716 0,52 33-1096 15,-52-27-3157-15</inkml:trace>
  <inkml:trace contextRef="#ctx0" brushRef="#br0" timeOffset="128432.705">19646 13391 6688 0,'0'0'2100'0,"0"0"-16"16,0 0 261-16,0 0-341 0,0 0-532 0,0 0-516 15,0 0-472-15,0 0-360 16,0 0-124-16,0 0-12 0,20 23-100 0,-8-23-608 0,-4 0-336 16,4 0-444-16,4 0-980 0,-9-3-2121 15,10-3-1963-15,-109-8 5352 0</inkml:trace>
  <inkml:trace contextRef="#ctx0" brushRef="#br0" timeOffset="128657.5">20256 13202 10452 0,'0'0'2633'0,"0"0"-1385"0,0 0-932 0,0 0-36 15,0 0-104-15,0 0-176 0,0 0 0 0,0 0-392 16,0 0-636-16,0 0-416 0,60-11-1001 16,-41 6-2907-16</inkml:trace>
  <inkml:trace contextRef="#ctx0" brushRef="#br0" timeOffset="128818.329">20734 13166 548 0,'0'0'9620'16,"0"0"-7443"-16,0 0-441 0,0 0-184 16,0 0-184-16,0 0-304 0,0 0-420 0,0 0-484 15,87 20-160-15,-70-23-248 0,2-8-416 0,1 5-556 0,-4-2-932 16,8-3-3113-16</inkml:trace>
  <inkml:trace contextRef="#ctx0" brushRef="#br0" timeOffset="128950.18">21387 13158 8112 0,'0'0'2833'0,"0"0"-1829"0,0 0-620 15,0 0-256-15,0 0-128 0,0 0-192 16,0 0-848-16,84 0-1937 0</inkml:trace>
  <inkml:trace contextRef="#ctx0" brushRef="#br0" timeOffset="129167.525">21854 13046 7884 0,'0'0'6809'0,"0"0"-5413"0,0 0-716 0,0 0 100 16,0 0-12-16,0 0 84 0,0 0 28 0,92 73-548 15,-81-64-244-15,5 2-88 0,0-6-96 16,-1 2-504-16,-2-5-308 0,-5 3-464 0,-1-3-1576 16,-7 4-3377-16</inkml:trace>
  <inkml:trace contextRef="#ctx0" brushRef="#br0" timeOffset="129322.77">21849 13421 1292 0,'0'0'11937'0,"0"0"-10429"0,0 0-1256 16,0 0 268-16,0 0 116 0,0 0 480 16,0 0-188-16,0 0-580 0,0 0-348 0,84 34-108 15,-64-40-300-15,0-3-632 0,-8-1-884 16,3-6-2997-16</inkml:trace>
  <inkml:trace contextRef="#ctx0" brushRef="#br0" timeOffset="129837.133">22674 12983 9732 0,'0'0'1817'16,"0"0"-1253"-16,0 0 500 0,0 0 92 15,0 0-308-15,0 0-344 0,84-32-368 16,-64 20-84-16,3-2-52 0,5-2 0 16,0 4-76-16,4-1-12 0,-4 4-24 0,4 5 8 15,0 4 92-15,0 4 12 0,-1 11 188 16,-3 7 16-16,-3 7 224 0,-1 2 20 15,0 11-136-15,-5-1-12 0,1 4-188 0,-8-1 60 16,4 1 28-16,-4-1-16 16,-4-2 64-1,4-5 24-15,-4-8-108 0,0-4-164 0,4-5-112 0,-4-8-36 0,0-5 12 0,4-7-232 16,-4 0-240-16,7-14-240 0,-2-8-436 16,-2 4-1920-16,10-27-5577 0</inkml:trace>
  <inkml:trace contextRef="#ctx0" brushRef="#br0" timeOffset="130027.741">23407 12816 13685 0,'0'0'1620'0,"0"0"-1104"0,0 0-72 16,-67 90 216-16,43-49 296 0,-4 3 400 15,0 8-328-15,-4 2-416 0,4 0-296 0,0 3-196 16,1 0-120-16,3-3-152 0,0-1-152 15,3-4-124-15,6-5-196 0,2-9-172 0,6-10-228 16,3-9-532-16,4-13-1096 0,11-3-2749 0,10-12-1211 16</inkml:trace>
  <inkml:trace contextRef="#ctx0" brushRef="#br0" timeOffset="130305.941">23622 13236 1540 0,'0'0'10781'16,"0"0"-8869"-16,0 0-1080 0,0 0 528 0,0 0 132 15,17 76 220-15,-17-60-284 16,-5 0-672-16,1-2-511 0,4-6-245 0,0-5-124 16,0 0-217-16,9-3-183 0,2-6 308 15,10-2 80-15,-2-9-24 0,5 1-44 0,0-3 32 32,0 3 48-32,-8 4-8 0,4 5 8 0,-8 4-12 15,4 3 136-15,-4 7 88 0,-5 5 316 16,6 7-76-16,-5 0-24 0,-1 3-156 15,1 3-88-15,1-2-12 0,-2 3-48 16,1-4-48-16,0-3-72 0,4-4-236 0,0-2-500 0,4-6-272 16,-4-7-684-16,8 0-744 0,-8-4-1905 15,8-12-2535-15</inkml:trace>
  <inkml:trace contextRef="#ctx0" brushRef="#br0" timeOffset="130704.758">24539 12852 17541 0,'0'0'2916'16,"0"0"-2296"-16,0 0-252 0,0 0-260 0,0 0-60 15,0 0 221-15,0 0-233 0,84-48-36 0,-48 33-133 16,-1-5 9-16,1 8-116 0,-4 6-16 15,0 6 96-15,-8 0 40 0,-5 9 72 0,-2 3 48 16,-1 5 64-16,-8 5 156 16,-1 0 60-16,-3 3-16 0,0 1-43 0,-4 2-165 15,4 4-56-15,-4 3-4 0,0 0-4 0,0 6-40 16,0 1 40-16,-4 5 8 0,0 0-4 16,0 2-4-16,-3-2 8 0,-1 0 8 15,3-2 88-15,-3-1 112 0,5-9-64 0,-5 0-36 0,4-6 28 16,-1-4-124-16,1-6 0 15,0-2-8-15,1-5-4 0,-1 1-4 16,0-7-8-16,-4 1-160 16,0-1-288-16,-8 0-37 15,0 1-87-15,-12-4-100 0,-8 3-272 16,-7 0-548-16,-13-3-1252 0,12 1-1733 0,-44 2-1983 16</inkml:trace>
  <inkml:trace contextRef="#ctx0" brushRef="#br0" timeOffset="137296.655">6697 13493 8748 0,'0'0'5709'0,"0"0"-4037"0,0 0-396 0,0 0 320 16,0 0-568-16,0 0-416 0,0 0-260 16,0 0 88-16,-16-47-356 0,24 22-72 15,0-5 44-15,0 3-56 16,4 2-72-16,-1 5 0 0,-2 7-4 15,-1 4 16-15,0 2-36 0,0 1 0 16,-4 3-28-16,4 0 40 0,0 3-16 16,4 0-20-16,0 0 0 0,-1 3-4 0,6 3 28 15,-2 7 20-15,2 3 76 16,3 2 64-16,-1 8 8 0,1 9 112 0,0 6-4 16,0 10-80-16,-4 3-28 0,0 3 24 0,-4 0-12 15,0 0-80-15,-4-3 100 0,4-9-56 16,-4-7-48-16,0-6-12 0,-1-10-48 15,2-9-100-15,-1-4-56 0,-4-6-116 0,3-3 4 16,2 0 60-16,-1-9-372 0,-1-11-344 16,5-5-640-16,-3-6-808 0,-5 2-2893 15,-1-25-3391 1</inkml:trace>
  <inkml:trace contextRef="#ctx0" brushRef="#br0" timeOffset="137496.85">7207 13290 8020 0,'0'0'4861'0,"0"0"-4057"0,0 0-396 16,-64 79 248-16,40-46 364 0,0 8-236 0,1 0-212 15,-1 0-152-15,0 4-132 16,0-1-68-16,-4 0-32 0,5 4-52 16,-5-1-124-16,3 2-12 0,1-5-200 15,0 0-108-15,5-2-52 0,-1-8-312 0,4 2-244 16,4-8-204-16,4-6-656 0,4-6-1425 0,-4-7-3415 15</inkml:trace>
  <inkml:trace contextRef="#ctx0" brushRef="#br0" timeOffset="137708.938">7334 13576 1016 0,'0'0'8984'0,"0"0"-6959"16,0 0-261-16,0 0 132 16,0 0-444-16,81-10-632 0,-66 10-304 0,1 0-392 15,-4 0-68-15,4 4-56 0,-4-2-64 0,4-2-208 16,-4 4-136-16,-1 3-820 16,2 1-508-16,-9-1-2244 0,-4 9-4129 0</inkml:trace>
  <inkml:trace contextRef="#ctx0" brushRef="#br0" timeOffset="137892.098">7406 13783 380 0,'0'0'2672'16,"0"0"3608"-16,0 0-4367 0,0 0-937 0,0 0 364 0,0 0-8 16,0 0-112-16,0 0-140 0,0 0-400 15,84 15-296-15,-60-15-280 0,4-3-104 16,4-3-112-16,0-4-260 0,-1 1-760 15,1-1-880-15,-8 3-3357 0,8-2-3994 16</inkml:trace>
  <inkml:trace contextRef="#ctx0" brushRef="#br0" timeOffset="138309.608">8203 13128 808 0,'0'0'11917'16,"0"0"-10389"-16,0 0-984 16,0 0 412-16,0 0 100 0,-100 13-24 15,80-3 28-15,5 3-336 0,-6-1-272 16,10 7-96-16,-6 2-124 0,10 12-72 0,-1 2 8 16,0 6-32-16,5 3-64 0,-2 3 172 0,5 2-124 15,0-2-120-15,0 1-4 0,0-3-104 0,0-7 48 16,8-7-40-16,0-2-8 0,0-4-64 15,-1-6-36-15,2 0-8 16,3 1 80-16,-1-4-36 0,2-4-316 0,2-3-176 16,6 1-172-16,-1-7-552 0,-5 1-700 15,2-4-984 1,2-10-3293-16</inkml:trace>
  <inkml:trace contextRef="#ctx0" brushRef="#br0" timeOffset="138638.553">8326 13512 744 0,'0'0'11333'15,"0"0"-8889"-15,0 0-1020 0,0 0-84 16,0 0-520-16,0 0-328 16,0 0 36-16,0 0-72 0,60-82-308 0,-43 60-148 15,-2 0-52-15,1 2-44 16,0 5-88-16,0 3-36 0,0 1-28 0,-4 5 4 15,4 3-16-15,0 3 12 0,-4 0 100 16,4 0 36-16,-1 6 112 0,2 3 40 16,-2 4-28-16,6 0 208 15,-6 6-60-15,1 0 64 0,1 6-4 0,-6 1 40 0,5 6-52 16,-4-1-36-16,-4 4-60 0,4 1 96 16,-4-5-164-16,-4 1-44 0,4-7-48 15,-4-2-28-15,0-8-68 0,0-5-92 16,0-4-68-16,0-3-68 0,0-3-108 0,4-3-400 0,-4-10-460 15,3-5-844-15,-2-2-2921 16,-1-18-3095-16</inkml:trace>
  <inkml:trace contextRef="#ctx0" brushRef="#br0" timeOffset="138839.993">8765 13230 820 0,'0'0'11469'0,"0"0"-10001"0,0 0-972 0,0 0 324 0,0 0 404 15,-63 92-64-15,46-63-244 0,2 3-388 16,2-1-232-16,-2 4-76 16,-2 3-48-16,2 0-112 0,-1-3-60 0,0 3-44 15,0-3-116-15,-1 0-132 0,6-4-40 16,-5 2-140-16,4-5-256 0,4 1-340 16,0-4-420-16,0-6-732 0,4-3-1049 0,0-3-2331 15</inkml:trace>
  <inkml:trace contextRef="#ctx0" brushRef="#br0" timeOffset="139579.517">9040 13621 1668 0,'0'0'4868'16,"0"0"2621"-16,0 0-5129 0,0 0-980 15,0 0-144-15,0 0-304 0,0 0-212 16,0 0-268-16,0 0-224 0,0 0-80 15,0 0-4-15,4 56 4 16,-4-30-27-16,0-1-13 0,4 0-64 0,-4-1-44 16,4-3-100-16,-4 2-45 15,4-4-51-15,-4-4-48 0,4-2-72 16,-1 0-500-16,1-4-224 0,5-5-368 0,-1-1-792 16,-4-3-2152-16,-4-7-2933 0</inkml:trace>
  <inkml:trace contextRef="#ctx0" brushRef="#br0" timeOffset="139799.848">9327 13681 1632 0,'0'0'7820'15,"0"0"-5267"-15,0 0-1009 0,0 0-12 0,0 0-208 16,0 0-180-16,0 70-388 0,-4-55-348 15,0 2-236-15,-1-2-172 0,-2 3-44 16,-1 2-80-16,0 2-60 0,-4-3-260 16,0 3-228-16,1-2-112 0,-6 0-172 15,1-6-416-15,4 3-940 0,1-8-2485 16,-6-5-2227-16</inkml:trace>
  <inkml:trace contextRef="#ctx0" brushRef="#br0" timeOffset="140248.815">9645 13319 8380 0,'0'0'2084'16,"0"0"-1387"-16,0 0-197 0,0 0 12 0,0 0-112 15,40-79-400-15,-24 55-16 16,5 6-188-16,-2-1 40 0,1 6 32 0,0 5-96 0,0 1 148 15,-4 7 80-15,-1 0 420 0,2 7-148 16,-6 4 44-16,2 9 172 0,-1-1 72 16,-1 3 60-16,-2 3-12 0,2 1-116 15,1-1-68-15,1 3 20 0,-2 2-56 0,-3-3 24 16,4 5-16-16,0-3-24 16,-4 3 8-16,4-7-156 15,-4-2-224-15,-4-8-148 0,4-2-36 16,0-3-4-16,-4-8-220 0,0 2-460 15,4-4-364-15,-4 0-744 0,4-4-2401 16,0-8-2199-16</inkml:trace>
  <inkml:trace contextRef="#ctx0" brushRef="#br0" timeOffset="140447.233">10120 13164 6308 0,'0'0'3984'0,"0"0"-2027"0,0 0-1217 0,0 0-128 15,-68 91 376-15,52-62-64 0,0 3-108 0,0-1-128 16,4 1-316-16,0 0-308 0,1-3-64 16,2-1-176-16,1-3-96 0,0 4-28 15,5-4-428-15,-5 4-544 0,3-3-676 0,1-7-2081 16,4 3-2743-16</inkml:trace>
  <inkml:trace contextRef="#ctx0" brushRef="#br0" timeOffset="140723.605">10351 13471 5592 0,'0'0'7321'15,"0"0"-6289"-15,0 0-84 0,0 0 700 16,0 0-540-16,0 0-340 0,0 0-336 0,0 0-176 16,0 0-156-16,0 0 12 0,0 0-112 15,48 41 0-15,-44-25-8 0,0 0-76 16,-1 0 76-16,1 0 8 0,-4 3-72 0,0-3 72 0,4 0 0 15,-4 0 0-15,4-7 72 0,1 1-64 16,-1-1 164-16,0-3-160 16,3-2 0-16,-3 2-12 0,9-6-40 15,-2 0 40-15,1 0 60 0,4 0-60 16,0-6 0-16,0-1-280 0,0-2-348 16,4-1-400-16,-9 4-624 15,2 0-1360-15,-5 3-3777 0</inkml:trace>
  <inkml:trace contextRef="#ctx0" brushRef="#br0" timeOffset="141359.641">10741 13395 6260 0,'0'0'2936'0,"0"0"105"0,0 0-1457 16,0 0-644-16,0 0 164 0,0 0-196 0,0 0-312 0,0 0-384 16,0 0-212-1,0 0-124-15,0 0-176 0,60-6-916 0,-48 3-712 16,-1-7-3141-16</inkml:trace>
  <inkml:trace contextRef="#ctx0" brushRef="#br0" timeOffset="141534.948">11040 13312 1656 0,'0'0'4228'15,"0"0"-124"-15,0 0-2171 0,0 0-437 16,0 0 116-16,0 0-128 0,0 0-588 15,0 0-536-15,0 0-360 0,0 0-36 16,0 0-200-16,68-12-636 0,-56 12-812 0,-1-3-2264 16,9-4-3281-16</inkml:trace>
  <inkml:trace contextRef="#ctx0" brushRef="#br0" timeOffset="141673.525">11398 13265 6460 0,'0'0'2804'0,"0"0"-571"0,0 0-1373 0,0 0 188 0,0 0 512 0,0 0 0 15,0 0-488-15,0 0-712 16,0 0-360-16,0 0-384 0,13 6-240 16,-5-6-528-16,-4 4-872 0,3-1-2953 0</inkml:trace>
  <inkml:trace contextRef="#ctx0" brushRef="#br0" timeOffset="141883.982">11638 13436 7068 0,'0'0'7849'16,"0"0"-7169"-16,0 0-568 0,0 0 24 0,0 0 508 16,0 0 400-16,-8 67-348 0,8-51-696 0,-5 6-124 15,1-3 36-15,-3 10-136 0,-1-4-420 16,0 1-460-16,-8-1-648 0,8-6-2069 15,-12 0-2775-15</inkml:trace>
  <inkml:trace contextRef="#ctx0" brushRef="#br0" timeOffset="142224.62">10749 13722 1748 0,'0'0'1800'16,"0"0"2996"-16,0 0-3036 0,0 0-519 15,0 0-281-15,-20 86-228 0,20-64-300 0,-4 0-268 16,0 0-164-16,4-2-164 16,0-2-64-16,0-2-260 0,0-3-1012 15,0-3-1733-15,8-1-4367 0</inkml:trace>
  <inkml:trace contextRef="#ctx0" brushRef="#br0" timeOffset="142751.553">11733 13151 1772 0,'0'0'836'16,"0"0"1212"-16,0 0 3588 0,0 0-3375 0,0 0-845 0,0 0-276 16,0 0-312-16,0 0-224 15,0 0-204-15,32-80-164 0,-24 67-152 16,8-2-84-16,0 2-88 0,0-1 40 0,0 2 40 16,0-1 0-16,4 5 8 0,-4 1 0 15,4-3-52-15,-1 8 52 0,-2-2 68 16,-2 4 44-16,-2 0 12 0,2 0 24 0,-2 4 12 0,-2 1 64 15,1 9 36-15,0 1 88 0,-4 3-68 32,0 6-32-32,4 4-100 0,0 1 24 0,-4 6-88 0,4-1 64 15,-4 2 36-15,0-2-100 0,0 1 4 16,-4-3-88-16,4-3-12 16,-4-8-136-16,3-2 64 15,-3-5-112-15,5-9 60 0,-1 2-36 0,-1-7-260 16,1 0-332-16,5-9-68 0,-2-8-76 0,2-4-848 15,-6-2-2393-15,5-12-1839 0</inkml:trace>
  <inkml:trace contextRef="#ctx0" brushRef="#br0" timeOffset="142924.027">12244 12947 2460 0,'0'0'80'0,"0"0"7668"0,0 0-6847 0,0 0-529 0,0 0 220 0,0 0 136 15,0 0 368-15,-65 83 92 16,53-55-320-16,1 4-236 0,-2 6-60 0,2 0 60 15,-1 0-188-15,-4 1-344 0,4 2-100 16,0-6-260-16,0 4-72 16,4-6-788-1,0-1-352-15,0-6-1296 0,4 0-4177 0</inkml:trace>
  <inkml:trace contextRef="#ctx0" brushRef="#br0" timeOffset="143245.783">12362 13281 1552 0,'0'0'11257'0,"0"0"-9781"0,0 0-1068 0,0 0 296 15,0 0 316-15,-3 66 76 16,3-53-204-16,0-4-524 0,0 1-324 0,0-3-44 0,3-2 0 16,2-1 52-16,-1-4 84 15,4 0-16-15,3 0-68 0,2-9-52 16,2-1-52-16,2-6-192 0,2-3-212 0,1 3-112 15,1 0-64-15,-6 7 196 0,-2 2 124 0,-2 4 20 32,1 3 104-32,-4 3-12 0,-4 4 200 15,0 5 276-15,0 1 240 0,-4 1-68 16,0 5-160-16,0-5-68 0,0 5-80 16,0 1 32-16,-4-1-112 0,0 0-60 15,0 0-72-15,1-6-28 0,-2-1-348 0,1-2-260 16,0-4-312-16,0-3-468 0,0-3-876 0,-3 0-2497 15</inkml:trace>
  <inkml:trace contextRef="#ctx0" brushRef="#br0" timeOffset="143568.528">12446 12827 6976 0,'0'0'2672'0,"0"0"505"15,0 0-1965-15,0 0-340 0,0 0 480 0,0 0-96 16,0 0-228-16,0 0-476 16,72 70-36-16,-56-48-76 0,1 6-48 0,-6 1-220 15,5 3-172-15,-8 0-24 0,0 6 20 16,-4 0-8-16,-4 4-40 0,0 2-32 15,0 0-52-15,-4 7-8 0,-4-1-176 16,0 5-132-16,-4-2-52 0,4 1-76 0,-4-3-124 0,0 3-204 16,1-10-136-16,2-3 24 0,-3-5-8 15,1-7-248-15,2-7-589 0,1-6-1323 16,-3-4-2668-16</inkml:trace>
  <inkml:trace contextRef="#ctx0" brushRef="#br0" timeOffset="148626.51">8294 15662 2672 0,'0'0'4456'15,"0"0"-3364"-15,0 0-560 0,0 0 12 16,0 0 2433-16,0 0-925 0,0 0-740 0,0 0-392 16,0 0-148-16,0 0 192 0,0 0-128 15,0 0-284-15,-79-25-196 0,72 25-100 16,-2 3-72-16,-3 3 0 0,-4 4-76 0,4-1-60 15,-4 7-40-15,1 3-8 0,3 7-60 16,-4 2 12-16,8 7-36 0,-5 3-16 16,9 3-8-16,1 7-52 0,3-3 28 0,0 2 32 15,7 1 4-15,2 0 8 16,3-7-44-16,-1-3-4 16,2 0 12-16,-2-10 28 0,2 2-28 0,-2-11-120 15,1-1 84-15,1-5-272 0,2-4-160 16,1 1-168-16,4-4-404 0,-4-6-540 15,4 0-516-15,-4 0-981 0,4-9-2295 16</inkml:trace>
  <inkml:trace contextRef="#ctx0" brushRef="#br0" timeOffset="149607.093">8629 15754 3756 0,'0'0'1708'16,"0"0"-552"-16,0 0-296 0,0 0 256 16,0 0 228-16,0 0-115 0,0 0-345 0,0 0-244 15,0 0 24-15,0 0-128 0,0 0-40 0,-4-3 20 16,4 3-88 0,-3 3-36-16,3-3 8 0,0 0-20 0,0 2-44 15,0-2-12-15,-4 5-36 0,4-3-116 16,0 5-36-16,0 2 0 15,0 8-36-15,0 2-52 0,0 3 28 0,0 6 8 16,-4 5-40-16,4-2-44 0,0 3-8 16,0 1 0-16,0 0-56 0,0 0 56 15,0-3-64-15,4-1 60 0,-4-1-112 16,0-5 0-16,4-3 12 0,-1 0-52 0,-3-9 28 16,4 0-124-16,0-4-464 15,0-6-192-15,1 3-348 0,3-1-608 0,-5-5-1197 16,9 0-2103-16</inkml:trace>
  <inkml:trace contextRef="#ctx0" brushRef="#br0" timeOffset="149933.341">9144 16145 8656 0,'0'0'2893'16,"0"0"-2021"-16,0 0-864 16,0 0 96-16,0 0 560 0,0 0 504 15,-8 66-332-15,4-53-536 0,4 0-136 0,-5 2 12 16,1-2-24-16,0 3-64 15,1-4-40-15,-1 5-36 0,0-8 0 0,0 1 0 16,4-1 60-16,-5-5-72 0,5-4-128 16,0 3-260-16,0-3-280 0,-4 0-356 0,0-7-380 15,4 4-1385-15,-7-9-1775 0</inkml:trace>
  <inkml:trace contextRef="#ctx0" brushRef="#br0" timeOffset="150509.77">9570 15961 12569 0,'0'0'1808'16,"0"0"-1532"-16,0 0-72 15,0 0-204-15,-24 66 768 0,24-47 288 0,0 3-436 0,0-6-480 16,4 0-132 0,4-4 0-16,0-1 4 0,4-5 100 15,4-4-64-15,0-2 16 0,0 0-16 0,3-2-36 16,2-8 112-16,-6-5-48 0,5-5 8 15,-3-2-40-15,-2-3-44 16,-3-1-148-16,4 1-64 0,-8 2 12 0,-4 4 108 16,0 6 92-16,-4 5 124 0,0 1 40 15,0 3 60-15,-8 1-188 0,-8 0 12 0,4 3 76 16,-7 0 124-16,-2 0-28 0,-3 3-144 0,0 4-64 16,1 3-8-16,-1 2-4 0,7 1-76 15,2-1-144-15,-1 2-112 0,8-2-80 16,0 1-108-16,4 3-328 0,0-1-348 15,4 1-948-15,0 0-2761 0</inkml:trace>
  <inkml:trace contextRef="#ctx0" brushRef="#br0" timeOffset="151056.46">10335 16033 11369 0,'0'0'2636'16,"0"0"-1916"-16,0 0-580 15,0 0 236-15,0 0 404 0,0 0 300 16,0 0-436-16,0 0-348 0,-48 71-96 0,40-59 20 15,1 1-96-15,2 3-24 0,-3-5-88 16,4 0-12-16,0-1 0 16,-3-1-148-16,2-3-148 0,5-2-484 0,0-4-328 15,0 0-328-15,0 0-1120 0,8-10-3225 16</inkml:trace>
  <inkml:trace contextRef="#ctx0" brushRef="#br0" timeOffset="151562.242">10654 15948 10484 0,'0'0'2033'16,"0"0"-2033"-16,0 0-180 0,0 0 180 0,0 0 716 15,0 0 228-15,0 0-464 0,0 0-476 0,0 0 48 0,0 0 200 16,3 6 24-16,-3-6-48 0,0 0-28 0,0 0 28 31,0 0 36-31,0 0 64 0,0 0-4 16,0 0-100-16,0 0-172 0,0 0-52 15,0 0 0-15,4 0-64 0,-4 0-44 0,4 2 108 16,0 3 164-16,1 1 96 0,3 0-48 16,-5 1 72-16,1 2-48 0,0-2-12 0,4-1-64 15,-3 0-160-15,-1 1-36 0,3-4 28 16,-3 3-4-16,4-3-48 0,4 0 60 15,-4 0 0 1,4 1-4-16,0-1-4 0,0-3-4 0,-4 3 12 16,8-3-4-16,-4 0 4 0,0 0 0 0,4-6 4 15,-4-7-4-15,3-6-148 0,-2-3 24 0,-1-7 24 0,-1 4-12 16,-2-6 52-16,-1 5-128 0,-5 0 76 0,1 1-96 16,-4 2-68-16,0 4 200 15,0 6 76-15,-11 1 212 0,-2 2-208 16,-2 4-4-16,-2 3 8 0,-2-1 8 0,-1 4 304 0,0 4-156 15,0 5-164-15,0 1-52 16,5 6-144 0,-2 0-28-16,2 3 36 0,2 0-24 15,5 0-124-15,1-3 16 0,-2 4-360 16,5-1-532-16,4-1-908 0,0-3-2161 16,0 2-2759-16</inkml:trace>
  <inkml:trace contextRef="#ctx0" brushRef="#br0" timeOffset="151774.447">11172 15970 6492 0,'0'0'5313'16,"0"0"-4301"-16,0 0-552 0,0 0 164 15,0 0 528-15,0 0 96 0,0 76-448 16,0-60-484-16,-4-4-316 0,-1 5-8 15,1-4-128-15,4 2-88 0,-4-3-260 0,0 5-448 16,1-4-204-16,-1 3-632 0,0-7-1089 0,-5 7-2083 16</inkml:trace>
  <inkml:trace contextRef="#ctx0" brushRef="#br0" timeOffset="151962.528">11498 15919 8504 0,'0'0'5993'0,"0"0"-4693"0,0 0-1024 0,0 0-72 15,0 0 32-15,0 0-160 0,0 0-76 0,0 0-892 16,0 0-56-16,0 0-128 0,0 0-1652 16,60-19-4757-16</inkml:trace>
  <inkml:trace contextRef="#ctx0" brushRef="#br0" timeOffset="152125.075">11909 15827 6672 0,'0'0'4793'16,"0"0"-3565"-16,0 0-588 0,0 0 148 0,0 0 376 16,0 0 68-16,0 0-556 15,0 0-480-15,0 0-196 0,0 0 0 16,60 16-396-16,-45-16-684 0,5-6-776 0,-8 2-2513 15,20-8-3327-15</inkml:trace>
  <inkml:trace contextRef="#ctx0" brushRef="#br0" timeOffset="152278.983">12463 15754 5824 0,'0'0'7077'0,"0"0"-5729"0,0 0-1008 15,0 0 332-15,0 0 684 0,0 0-76 0,0 0-476 16,0 0-572-16,0 0-172 0,0 0-60 15,39 44-100-15,-27-40-36 0,0-1-516 16,0-3-404-16,4 0-560 0,-4 0-1268 16,8-16-3329-16</inkml:trace>
  <inkml:trace contextRef="#ctx0" brushRef="#br0" timeOffset="152568.558">12805 15712 9744 0,'0'0'2985'0,"0"0"-2157"0,0 0-456 0,0 0 448 15,-7 74 604-15,2-64-148 0,5-4-560 16,0-3-344-16,5-3-248 0,6 0-28 16,-3-3 40-16,12-8-88 0,-4-3-48 0,4-2-60 15,4-7-40-15,-5 1 16 0,-2-1-40 0,-2 2 24 16,1 5 40-16,-8-3 12 0,5 3 48 0,-9 3 8 16,-1-4 40-16,-3 3 0 0,0 0-48 15,-7-1 0-15,-6 2-80 16,-2 4-8-16,2-1-120 0,-6 6 120 0,3 4 88 31,-5 0 76-31,2 14-72 0,-1 1-4 16,-4 7-188-16,0 4 88 0,4 0-48 0,5-1-24 0,-2 0 12 15,1-6-516-15,8-3-908 16,0-7-1392-16,8-6-3477 0</inkml:trace>
  <inkml:trace contextRef="#ctx0" brushRef="#br0" timeOffset="152817.341">13260 15297 8476 0,'0'0'3989'0,"0"0"-3425"0,0 0 276 0,0 0 388 0,0 0 168 0,55 76-76 16,-39-60-420-16,3 3-372 0,-2 3-124 31,3-3-24-31,-1 4-12 0,-6 2-124 15,-1 1-88-15,-5 2-44 0,-3 4-40 0,-4 0-68 16,-4 2 44-16,-7 1-36 0,-10 0-12 16,2 0 0-16,-13 2-280 0,0-1-108 15,-4-1-188-15,-4-4-72 0,1-1-288 16,-1-5-768-16,8-6-2184 0,-12 0-2841 0</inkml:trace>
  <inkml:trace contextRef="#ctx0" brushRef="#br0" timeOffset="153578.038">14371 15748 9472 0,'0'0'3153'16,"0"0"-1141"-16,0 0-716 0,0 0 20 0,0 0-92 0,0 0-164 15,0 0-292-15,0 0-436 16,0 0-332-16,0 0 72 0,0 0-12 0,0 0 344 15,120 6 421-15,-56-9-193 0,3 0-376 0,1-1-184 16,-1-2-68-16,-7-1 44 16,0 2-48-16,0-5-72 0,-4-2-100 15,0-8-20-15,-5 4-88 0,1-3-241 0,-9 0-283 16,2 0-368-16,-14 6-796 0,-6 1-1192 16,-6 3-3025-16</inkml:trace>
  <inkml:trace contextRef="#ctx0" brushRef="#br0" timeOffset="153837.39">15160 15554 8476 0,'0'0'1912'0,"0"0"-839"0,0 0 119 0,0 0 248 16,0 0-24-16,80-10-224 0,-52 10-272 16,0 0-192-16,0 4-112 0,3 2-60 15,1-2-216 1,0 4-192-16,-4-1-68 0,-1 3-80 0,-7 3-96 0,1-1-52 15,-10 7 148-15,-3 3 64 16,-3 8 56-16,-5 0-32 0,-9 12-80 0,-3-2-8 16,-8 2-172-16,1 4 0 0,-5-9-120 15,0 1-240-15,3-6-220 0,2-7-176 16,3 1-660-16,0-14-1304 16,4 4-3897-16</inkml:trace>
  <inkml:trace contextRef="#ctx0" brushRef="#br0" timeOffset="157843.044">16980 15363 2128 0,'0'0'1576'16,"0"0"-600"-16,0 0 80 0,0 0 192 0,0 0-92 16,0 0-156-16,0 0-172 15,0 0-156-15,0 0-107 0,0 0-137 0,0-5-160 0,0 5-152 16,0 0-116-16,0 0-52 0,0 0 44 15,0 0 0-15,-4 0 0 16,4 0-108-16,-3 0 108 0,3 0 8 0,-4 0 12 16,0 0 88-16,4 0-48 0,0 0 52 0,-4 0 100 15,4 0 40-15,0 0 12 16,0 0 12-16,0 0 0 0,0 0 52 0,0 0 48 16,0 0 0-16,-4 0 48 0,4 0 24 15,0 0 104-15,0 0 8 16,-5 0-52-16,5 0 24 0,0 0-16 0,0 0-88 0,0 0-172 15,0 0-156-15,9 0-92 0,3 0 0 0,8 0 88 16,8 0 416-16,0 0-24 16,11 0-260-16,-3-7-100 0,4 0-108 0,-5 0-12 15,2-1-72-15,-1 2-64 0,-8-1-72 16,-4 0-84-16,-5 5-52 0,-3-1-212 16,-8 3-408-1,-4 0-840-15,0 0-2168 0,-4 3-2425 0</inkml:trace>
  <inkml:trace contextRef="#ctx0" brushRef="#br0" timeOffset="158243.562">17008 15377 4820 0,'0'0'5228'0,"0"0"-3359"0,0 0-729 15,0 0 16-15,0 0-180 0,0 0-172 16,0 0-136-16,0 0-284 0,0 0-36 0,0 0 12 16,0 72 48-16,0-42 60 15,0-2-96-15,0 2-164 0,0 3-60 16,0 8-40-16,-4 0-44 0,1 5-4 16,-5 0-56-16,4 1-4 0,-5 2 8 15,5-5-8-15,1 1-12 0,3-4-72 16,-4-3 84-16,4-6-8 0,0-4 20 0,0-3 0 15,4-6 84-15,3 0 40 0,2-5 24 16,-1-5-16-16,-1 0 52 0,1-2 84 0,9-4 172 0,-6 1-88 16,6-1-84-1,2-3 25-15,1 0-85 0,0 0-40 16,4 0-84-16,-4-3-96 0,4 3 0 0,-4-4-84 16,-1 1-36-16,2 0-48 0,-1 3-77 15,-1-4-59-15,2 2-148 16,-1-3-240-16,-5 3-104 0,2-1-272 0,-6 0-484 0,1 0-1012 0,4-4-2785 15</inkml:trace>
  <inkml:trace contextRef="#ctx0" brushRef="#br0" timeOffset="158658.034">17845 15366 6644 0,'0'0'4413'0,"0"0"-2913"0,0 0-644 0,0 0 300 0,0 0 228 15,0 0 68-15,0 0-364 0,-19 83-472 16,15-58-220-16,0 5-56 0,-1-1 64 31,1 1 60-31,0 5-72 0,0 0-128 16,1 4-92-16,-1 1-40 0,0 4 16 0,0 2 9 16,-1-2-33-16,1 3-64 0,0-5-12 15,1 0-40-15,3-8-4 0,0-2-4 16,0-7-60-16,3-6-136 0,1-2-121 15,9-5-47-15,-9-2-60 0,3-5-40 16,1 2-88-16,1-3-72 0,-1-1-300 0,3-3-464 0,2-3-672 16,-2-4-1877-16,5-9-3135 15</inkml:trace>
  <inkml:trace contextRef="#ctx0" brushRef="#br0" timeOffset="158860.702">18323 15608 12569 0,'0'0'2388'0,"0"0"-1468"16,0 0-440-16,0 0 216 0,0 0 48 0,0 0-308 16,0 0-436-16,0 0-100 0,84 25-208 15,-72-18-364-15,-1-4-568 0,-2 3-972 0,-9 7-3737 16</inkml:trace>
  <inkml:trace contextRef="#ctx0" brushRef="#br0" timeOffset="159013.34">18331 15906 9592 0,'0'0'3025'16,"0"0"-1481"-16,0 0-232 0,0 0 32 0,0 0-152 0,0 0 140 15,0 0-428-15,0 0-452 0,0 0-136 16,0 0-144-16,0 0-172 15,76 23-184-15,-60-23-180 0,4 0-564 0,-1 0-500 16,-6 0-1128-16,7 0-3857 0</inkml:trace>
  <inkml:trace contextRef="#ctx0" brushRef="#br0" timeOffset="159645.793">18889 15596 8412 0,'0'0'2124'15,"0"0"-399"-15,0 0-257 0,0 0 124 0,0 0-344 16,0 0-316-16,0 0-212 0,0 0-192 16,0 0-196-16,0 0-72 0,-47 85-40 15,43-37 36-15,4 6 136 0,0 3 96 0,0-6-172 16,7-4-184-16,1-2-132 0,0-10 0 0,4-7-8 16,4-6-56-16,0-9 16 0,3-3 48 15,2-3 0-15,3-7 12 0,4-5-12 16,0-9-36-16,4-9-132 0,-4-6-88 15,4-6-100-15,-5-3-96 0,-3 0 60 0,-4 1 48 16,0-2 60-16,-8 7 76 0,-1 1 72 16,-6 2 0-1,-5 4 36-15,0 2-56 16,-9 2 156-16,-2 1 0 0,-9 4 160 0,0 3 52 16,4 1 96-16,-4 2-76 0,4 7 64 15,0 3-12-15,0 0-284 0,5 6-76 16,-2 7-168-16,6 3-64 0,-1 0-36 15,4 7-52-15,4-2 36 0,0 5-348 16,4-4-784-16,0 3-720 0,3-7-1933 0,5 9-2411 0</inkml:trace>
  <inkml:trace contextRef="#ctx0" brushRef="#br0" timeOffset="159978.52">19693 15754 10949 0,'0'0'2296'0,"0"0"-1256"0,0 0-468 15,0 0 132-15,0 0 64 0,0 0 168 16,0 0-388-16,0 0-488 0,0 0-60 0,0 0-236 16,0 0-260-16,77 19-856 0,-73-15-1156 15,3 2-3269-15</inkml:trace>
  <inkml:trace contextRef="#ctx0" brushRef="#br0" timeOffset="160132.046">19734 16005 9792 0,'0'0'2381'0,"0"0"-1573"0,0 0-68 16,0 0 776-16,0 0 244 0,0 0-300 0,0 0-648 0,0 0-368 15,0 0-104-15,40 51-156 0,-24-45-184 16,3-6-256-16,2 0-344 0,7 0-212 0,-4-6-376 15,-5-1-1524-15,9-5-4549 0</inkml:trace>
  <inkml:trace contextRef="#ctx0" brushRef="#br0" timeOffset="160495.428">20439 15789 14545 0,'0'0'2612'16,"0"0"-2164"-16,0 0-336 0,0 0 260 15,-31 76 156-15,31-57 272 0,0-3-212 0,0 0-368 16,11-1-160-16,1-4-12 0,4-2-48 16,-1-4-64-16,6-5-8 0,3 0 64 15,0-2-40-15,-1-10 36 0,-3-4 8 0,5-4-60 16,-6 1-44-16,1-6-148 0,0 3 20 15,-4-3 140-15,-4 1-4 0,-4 6 88 0,0-4-24 16,-8 6 36-16,0 4 0 0,-4-2 60 16,-8 3 4-16,-8-3 44 0,0 2 28 15,-8 2 24-15,1 4 12 0,-1-1-108 16,0 7-64-16,0 0 0 0,4 13-100 0,0-1-68 0,4 12-152 16,0-3 24-16,9 4-84 0,2 1-112 15,5 0-664-15,4-7-1420 16,0-1-3949-16</inkml:trace>
  <inkml:trace contextRef="#ctx0" brushRef="#br0" timeOffset="161105.588">21315 15744 11461 0,'0'0'2224'0,"0"0"-1056"0,0 0-628 0,0 0-276 16,0 0 124-16,0 0-32 0,0 0-316 0,0 0-40 16,0 0-296-16,0 0-480 0,84 33-464 15,-76-33-1160-15,-4 2-4937 0</inkml:trace>
  <inkml:trace contextRef="#ctx0" brushRef="#br0" timeOffset="161279.362">21364 15986 10348 0,'0'0'2785'0,"0"0"-1653"0,0 0-84 0,0 0 472 0,0 0 156 15,0 0-132-15,0 0-676 0,0 0-540 16,0 0-328-16,0 0-12 15,47 51-160-15,-34-51-204 0,-2 3-444 16,9-3 136-16,0 0-388 0,0-7-1024 16,-5 4-2832-16,6 0-4153 0</inkml:trace>
  <inkml:trace contextRef="#ctx0" brushRef="#br0" timeOffset="161780.988">22526 15874 9004 0,'0'0'3253'15,"0"0"-1633"-15,0 0-1036 0,0 0-180 16,0 0 88-16,0 0 376 15,0 0 120-15,0 0-444 0,0 0-364 16,0 0-180-16,92 24-16 0,-68-24-192 16,4 0-652-16,0-11-936 0,-4 5-2673 15,4-3-5259-15</inkml:trace>
  <inkml:trace contextRef="#ctx0" brushRef="#br0" timeOffset="161932.525">23327 15887 11909 0,'0'0'1992'0,"0"0"-1496"0,0 0-496 0,0 0-128 0,0 0-444 0,84-25-920 15,-67 19-453-15,11-7-2703 16</inkml:trace>
  <inkml:trace contextRef="#ctx0" brushRef="#br0" timeOffset="162078.727">23806 15840 10544 0,'0'0'2493'16,"0"0"-1297"-16,0 0-476 0,0 0 36 15,0 0-356-15,0 0 4 16,0 0-328-16,0 0-76 0,88-25-832 0,-69 12-504 16,-7 7-1228-16,4-4-5441 0</inkml:trace>
  <inkml:trace contextRef="#ctx0" brushRef="#br0" timeOffset="162547.458">24710 15846 8172 0,'0'0'2160'16,"0"0"-819"-16,0 0-85 0,0 0 56 0,0 0 12 15,0 0 108-15,0 0-268 0,0 0-348 16,0 0-180-16,0 0-172 15,0 0-412-15,9-3-52 0,-9 3-392 0,3 3-224 16,5 3 260-16,0 4-36 0,1 2-552 16,2 1-1056-16,-7-2-2661 15,4 0-3635-15,-68-74 5824 0</inkml:trace>
  <inkml:trace contextRef="#ctx0" brushRef="#br0" timeOffset="162706.182">24670 16170 5228 0,'0'0'8457'0,"0"0"-6609"0,0 0-1260 0,0 0 28 16,0 0 604-16,0 0-224 0,0 0-172 15,0 0-408-15,0 0-352 0,84 35-64 16,-68-35-72-16,8 0-112 0,-4-3-356 0,3-1-72 16,1-5-204-16,4-3-548 15,-11 2-1528-15,11-6-4297 0</inkml:trace>
  <inkml:trace contextRef="#ctx0" brushRef="#br0" timeOffset="163056.395">25355 15777 11129 0,'0'0'4136'0,"0"0"-3348"0,0 0-444 0,-43 66 292 0,30-35 676 16,-2 1 116-16,3 4-328 15,4-5-504-15,0-2-340 0,8-4-256 32,0-6 0-32,0-3-124 0,4-6-92 0,8-8-28 0,8-2 72 15,0-2-72-15,8-11 88 0,4-6-104 16,-4-6-140-16,0-7-80 16,0 3 112-16,-5-2 136 0,-3 6 96 0,-3-1 60 15,-6 3-20-15,-3 4 56 0,-4 4 40 16,-4-2 64-16,-8 8 8 0,-4-3-72 15,-8 1 112-15,-4 6-12 0,5 0-52 0,-5 5-48 16,3 0 0-16,1 5-100 0,1 7-60 16,2-2-72-16,6 3-116 0,-1-4-556 0,4-3-1128 15,4-2-1956-15,4-4-2645 0</inkml:trace>
  <inkml:trace contextRef="#ctx0" brushRef="#br0" timeOffset="163482.093">25742 15449 12613 0,'0'0'3156'0,"0"0"-2000"0,0 0-88 0,0 0-132 16,0 0-444-16,0 0-332 0,0 0-160 0,79-25-172 16,-51 12-84-16,9-2 20 15,-5 2-72-15,0 3-36 0,-4 0 96 16,-1 8 88-16,-3-1-52 0,-8 3 112 15,0 3 4-15,-4 6 92 0,-4 4 4 16,-4 6 132-16,0 3 88 0,-4 3 16 16,0 5-148-16,0 3-88 0,0-1-48 0,-4 7-104 15,4-1 28-15,-4 0 28 0,0 3-4 16,4 0 24-16,-4 4 76 0,-1-1 4 16,2 0 72-16,-1 1 0 0,-4-3-16 15,4 2 40-15,0-3-12 0,-4-3 8 0,4-3-44 16,0-3 20-16,4 0-60 0,-4-7 40 0,4-3 8 15,0 0-52-15,0-2 80 0,0-5-28 32,0-2 40-32,0-1-28 0,0-1 16 0,-4-3-16 0,4-1 40 0,-8 0-28 15,5-1-84-15,-10 4-96 0,5-4-64 16,-8 0-36 0,0 1-176-16,-8-1-124 0,-4 1-36 0,-4-2-180 15,-3 5-584-15,-9-3-824 0,13-4-1925 16,-34 3-2695-16</inkml:trace>
  <inkml:trace contextRef="#ctx0" brushRef="#br0" timeOffset="172148.548">4449 8890 5868 0,'0'0'3260'0,"0"0"-1067"0,0 0-805 0,0 0 76 16,0 0-112-16,-95-3-136 0,76 9-256 16,-5 0-156-16,-1 4-388 0,1 2-268 0,-4 8-136 15,-4 2-4-15,1 3-4 0,-5 7 96 16,4 5 48-16,-4 9-136 0,1 8 60 15,3 6-64-15,4 6 104 0,8 8 60 16,0-2-100-16,12 2-68 0,8-8 68 16,0-3 40-16,8 1-52 0,12-10-60 15,-4-3 0-15,12-6 48 16,-4-10-44-16,3-7-4 0,5-6-4 16,-4-6 0-16,0-10 4 0,0 0 80 0,-4-6-80 15,4 0-4-15,-4-6 4 0,-1-7-12 16,-2-2 12-16,-5-4-136 0,-4-4-648 15,-1 2-104-15,-7-5-536 0,-4 1-1104 16,0 2-1385-16,0 4-1267 0</inkml:trace>
  <inkml:trace contextRef="#ctx0" brushRef="#br0" timeOffset="172427.582">4120 9690 1200 0,'0'0'1356'0,"0"0"888"16,0 0 3136-16,0 0-3515 0,0 0-637 0,0 0-184 15,0 0-184-15,0 0-256 0,0 0-76 16,0 0-164-16,-21 0 320 0,45 6 108 15,0 1-260-15,8-4-448 0,-4-3-84 16,4 0-104-16,0-7-20 0,0-5-124 16,0-1-420-16,-4-6-288 0,0 0-340 15,-9 3-564-15,-3-3-332 0,-4 6-325 16,-8 0 125-16,-4 7 412 0,0 3 1980 0,-8 3 576 16,-4 0 920-16,4 0-28 0,-4 6 36 15,5 4-31-15,-2 2-433 0,1 7-168 16,4 4-160-16,0 5-12 0,4 1 36 0,0 3-20 0,0 3-84 15,4-1-108-15,0 1-76 16,9 0-200-16,-6 4-248 0,1-8-76 0,4-2-260 16,4-4-124-16,-1-9-232 0,2-9-464 15,3-5-420-15,-4-2-781 0,8-19-2243 16</inkml:trace>
  <inkml:trace contextRef="#ctx0" brushRef="#br0" timeOffset="172764.222">4825 8851 4528 0,'0'0'9929'0,"0"0"-8445"0,0 0-1244 16,0 0 240-16,0 0 340 0,0 0 440 16,-13 96-424-16,9-58-420 0,1 3-208 0,3 9-60 15,0 5-4-15,0 6-20 0,0 4-120 0,0 12-4 16,-4 2-64-16,-4 4 4 15,3-4-108-15,1-3 32 0,-3-9-12 16,3-10 100-16,4-6 48 16,-4-9 12-16,4-11 56 0,0-2-68 0,0-7-60 0,8-3 12 0,-1-6-20 15,2-1 68-15,6 1 12 0,2-3 168 16,-2-3-104-16,9-2 72 0,-3 2-40 16,2-7-12-16,-3 3 4 0,0-3-56 15,0 0-44-15,-4-3-136 0,3-4-20 16,-2 2-4-16,-6-6-536 0,6 2-488 0,-6-7-728 15,-2 3-2516 1,-1-9-3453-16</inkml:trace>
  <inkml:trace contextRef="#ctx0" brushRef="#br0" timeOffset="173565.667">5203 9657 7036 0,'0'0'4861'16,"0"0"-4133"-16,0 0-624 0,0 0 536 16,0 0 792-16,0 0-36 15,20 83-256-15,-20-51-436 0,0 3-308 0,0 1-112 0,-5 2-100 16,2-4-72-16,-1-2-52 0,-4-4-60 0,8-9-92 15,0-2-56-15,0-8-64 0,0-3 16 16,0-3 72-16,0-3 124 0,0 0 4 16,0-3-4-16,8-6 0 0,-1-7 64 15,6-3-4-15,2-6-52 0,2-4-8 16,-2 0 0-16,2 4-8 0,-6 2-4 0,2 8-64 16,-2 3-56-1,-3 5 56-15,1 1-12 16,-5 6 80-16,0 0-4 0,-1 0 12 0,1 0 36 15,0 9 116-15,5 0 68 0,-5 5 4 0,0 5-16 16,-1-5-60-16,1 9-64 16,0-4-76-16,-4 3-8 0,4 1-60 0,-4 2-200 15,0-2-316-15,4-5-356 0,1 2-296 0,-5-5-672 16,4-5-1353-16,3-1-3123 0</inkml:trace>
  <inkml:trace contextRef="#ctx0" brushRef="#br0" timeOffset="174089.002">5686 8994 3340 0,'0'0'1876'0,"0"0"2404"0,0 0-2599 0,0 0-525 15,0 0 120-15,0 0 68 0,0 0-224 16,0 0-180-16,0 0-332 0,0 0-236 16,-73 10-124-1,62 10-16-15,-2 1-44 16,5 10-40-16,1 5 96 0,-1 5-60 0,4 3 88 15,-1 4-76-15,1 6-100 0,4 0-56 16,0-3-40-16,0 0-72 0,0-7 0 16,4-3-152-16,5-12 28 0,2-6-36 0,1-8-28 15,1-5-20-15,7-3 44 16,-5-5 12-16,9-2-420 0,1-6-388 0,-2-10-696 0,1-3-680 16,4-9-1705-16,-12 5-1311 0</inkml:trace>
  <inkml:trace contextRef="#ctx0" brushRef="#br0" timeOffset="174295.756">5980 9057 2720 0,'0'0'8004'0,"0"0"-6023"0,0 0-1101 0,0 0-232 16,0 0 236-16,0 0 288 0,0 0-76 0,-24 81-264 16,20-50-280-16,0 7-48 0,-4 6 160 15,4 1-28-15,1 6-200 0,-6 6-156 16,1 1-120-16,0-2-160 0,-4 1-108 0,4-6-172 15,4-6-48-15,0-10 24 16,1-10-40-16,3-9-108 0,0-10-52 0,7-6-344 16,5-6-352-16,0-13-1100 15,0 0-644-15,8-26-4165 0</inkml:trace>
  <inkml:trace contextRef="#ctx0" brushRef="#br0" timeOffset="174491.853">6120 9160 6596 0,'0'0'5121'15,"0"0"-3305"-15,0 0-1156 0,0 0-52 16,-13 85 488-16,5-47 332 0,-3 4-228 0,2 2-316 16,-2 4-344-16,3 3-112 15,-1-1-172-15,-2 7-256 0,-1-3-100 16,3 0-264-16,2-9-176 0,-1-7-344 0,8-12-40 0,0-14-60 31,0-5-56-31,4-7-196 0,0-10-1132 16,8-9 267-16,0-10-99 0,-1-6-1108 0,-2 7-1275 15</inkml:trace>
  <inkml:trace contextRef="#ctx0" brushRef="#br0" timeOffset="174790.127">6183 9197 4264 0,'0'0'132'15,"0"0"6236"-15,0 0-4455 0,0 0-661 16,0 0 136-16,56-66-328 0,-44 63-76 16,-1 3-168-16,2 0-160 0,2 3-216 0,-2 4-120 15,-1 2-124-15,-1 4-36 0,2 2-88 16,-6 4-72-16,1 4 0 0,-8 3-84 15,0 5 20-15,-4 7-116 0,-7 0-424 16,-10 4-108-16,2-2 128 16,-5-1 252-16,0-11 264 15,4-2 68-15,0-7 64 0,4-6 48 0,8-7 48 16,1 0-84-16,3-3-76 0,4-3-52 16,0 0-172-16,0 3-84 0,4 1 308 0,7 2 348 15,5 1 196-15,0 0-64 0,4-5-112 16,3 1 28-16,1 0 32 0,4-3-160 15,-3 0-132-15,-1 0-136 0,-5-6-64 0,5-1-72 16,-4-2-392-16,0-7-480 16,-4-3-428-16,-4 3-1104 0,4-12-4181 0</inkml:trace>
  <inkml:trace contextRef="#ctx0" brushRef="#br0" timeOffset="175017.671">6541 8982 1252 0,'0'0'10517'0,"0"0"-9341"0,0 0-600 16,0 0 452-16,0 0-260 0,97 10 192 15,-78-5 212-15,1 5-380 0,5 3-348 16,-2 3-176-16,-3-1-132 0,0 8 36 16,-4 2 36-16,0 7-84 0,-4 3-112 0,-12 9 76 15,0 3-40-15,-4 8 16 0,-13 5-64 16,-2 0-196-16,-5-2-36 0,-8-1-88 15,0-3-148-15,0-4-272 0,-3-2-316 0,7-16-932 16,-17 9-3197-16</inkml:trace>
  <inkml:trace contextRef="#ctx0" brushRef="#br0" timeOffset="175371.795">6386 10020 5624 0,'0'0'716'0,"0"0"3384"0,0 0-2491 0,0 0-365 0,104-28 88 16,-81 24-448-16,5 4-220 16,0 0-24-16,-4 4-68 0,1 3-24 15,-1 5-8-15,-1 3-120 0,-7 5-160 0,0 5-88 0,-8 0-40 16,0 4-8-16,-8 3-16 16,0 3-108-16,-8 2-112 0,-4 2-220 15,0-1-480-15,-8-3-104 0,5-7-152 0,-6-3-672 16,1-8-2137-16,8-4-2423 0</inkml:trace>
  <inkml:trace contextRef="#ctx0" brushRef="#br0" timeOffset="175553.769">6502 10347 3616 0,'0'0'8'0,"0"0"2092"0,0 0 680 0,16 71-904 0,-8-46-187 15,-4-6-29-15,0 2-280 0,3-4-260 16,-2-5-268-16,7-6-308 0,-1-2-96 15,10-4 276-15,3 0 40 0,0-16-104 16,8-7-148-16,3-5-196 0,1-9-292 16,4-9-24-16,-1 2-292 0,2-3-364 0,-2-2-644 15,-7 16-1220-15,16-19-4513 0</inkml:trace>
  <inkml:trace contextRef="#ctx0" brushRef="#br0" timeOffset="177556.017">14295 8255 496 0,'0'0'8'16,"0"0"6576"-16,0 0-4324 0,0 0-996 0,0 0-307 0,0 0-9 16,0 0 72-16,0 0-180 0,0 0-136 15,-79-64-184-15,63 61-172 16,0 3-68-16,-4 0-104 0,0 3 36 16,0 3 12-16,-4 4-36 0,4 0-52 0,-4 2-60 15,1 2 12-15,-2-2 8 0,-3 4-92 0,4 3-4 16,-4-1-60-1,4 8 48-15,-3 0 4 0,3 2-44 16,4 4 44-16,1 3-64 0,2 0 20 16,1 6 4-16,8 3 48 0,0 5 4 15,4 1 72-15,4-3-28 0,0 4 52 16,8 1 124-16,4-8-52 0,0-3 28 0,4-3 108 16,4-6 160-16,0-7-100 0,3-3-120 15,2-5-76-15,-1-5-124 0,0-3 24 16,-5-2 16-16,5-7 20 0,0 0 16 0,0-3-64 15,1-8 0-15,2-3-60 0,-7-5-144 0,0-4-568 16,-1-3-372-16,-2-2-296 16,-6 2-668-16,-2 4-1889 0,-5 3-2107 15,-4-4 1784-15</inkml:trace>
  <inkml:trace contextRef="#ctx0" brushRef="#br0" timeOffset="177825.805">14056 8738 732 0,'0'0'5716'0,"0"0"-2512"16,0 0-1075-16,0 0-889 0,0 0-180 15,0 0-288-15,0 0 332 16,0 0-72-16,0 0-400 0,0 0-112 16,88 15-200-16,-64-15-184 0,0 0-136 15,-5 0-56-15,5-6-168 0,-4 0-332 0,-4 3-512 16,4-4-292-16,-3 1-676 0,-6-1-701 0,-3 1-487 16,0 2-908-16,-8 2 1248 0,0 2 2565 15,0 0 319-15,-8 2 55 0,4 11 389 16,-4 0 768-16,1 6-244 0,-2 7 804 15,5-1 1248-15,0 3-1272 0,0 2-416 16,4 1-311-16,0-3-149 0,0 4-4 0,0 0-104 0,0 0-248 16,0-6-260-1,4 2-256-15,4-9-104 0,1-3-108 16,2-6-80-16,1-8-116 0,4-2-140 0,3-6-216 16,2-13-973-16,-5 2-3223 15</inkml:trace>
  <inkml:trace contextRef="#ctx0" brushRef="#br0" timeOffset="178156.972">14738 8147 9352 0,'0'0'2989'0,"0"0"-1749"0,0 0-924 0,0 0 244 15,0 0 284-15,0 0 352 0,-13 89-152 16,6-57-372-16,3 6-256 0,0 3-204 0,-1 6-128 15,1 4-80-15,0 1-4 0,-3 1 0 16,-1 7-108-16,4 1-104 16,-5-1 76-16,2 3-12 0,-1-2 52 0,4-4-16 0,0-3 48 15,4-10 56-15,0-5 0 16,4-8 4-16,4-5 4 0,3-7 136 0,6-6-12 0,2-1 36 16,5-5-12-16,4-1 12 0,4-6-24 15,0 0 60-15,0-3-60 0,0-4-48 16,-1-2-12-16,-3-4-76 0,0 0-60 15,0 1-140-15,-7-1-440 0,-2-4-396 16,-3 5-380 0,-4 3-1184-16,-3-3-3693 0</inkml:trace>
  <inkml:trace contextRef="#ctx0" brushRef="#br0" timeOffset="178559.884">15084 8899 6168 0,'0'0'404'16,"0"0"2752"-16,0 0-1559 15,0 0-57-15,0 0 88 0,24 73-268 16,-24-44-280-16,0 2-472 0,-8 5-296 0,4-8-104 15,0 1-96-15,0-4-112 0,0-6-36 16,4-6-76-16,0-3-24 16,0-8 12-16,0 1-24 0,0-3 84 0,0 0-32 15,4-5-116-15,4-8 212 0,8-6-236 0,-4-3 72 0,4-4 28 16,0 4-52-16,0-4 76 0,0 11-12 0,0 2 8 16,-4 3 40-1,4 4-24-15,-4 6 100 0,-5 0 196 0,1 6 272 16,1 4-60-16,-2 5-120 0,-3 2-76 15,0 2-28-15,-4 0 52 16,4 0-112-16,-4 0 24 0,0 0-148 0,5-7-108 16,-5 1-176-16,0-7-136 0,0-3-392 0,0-3-256 15,4 0-548-15,-4-5-2637 0,7-21-3395 16</inkml:trace>
  <inkml:trace contextRef="#ctx0" brushRef="#br0" timeOffset="178774.077">15487 8331 12569 0,'0'0'1780'0,"0"0"-1224"0,0 0-112 0,0 0 284 0,0 0 436 16,-64 82 72-16,51-44-252 0,6 4-284 16,3 6-176-16,0 2-196 0,0 2-120 15,-5 4-100-15,6-2-108 0,-1 0-12 16,4-4-168-16,0-8-112 0,0-10-16 15,4-10-56-15,12-9-176 0,4-10-480 16,3-6-264-16,9-13-936 0,-8-3-1876 16,16-25-2841-16</inkml:trace>
  <inkml:trace contextRef="#ctx0" brushRef="#br0" timeOffset="178989.925">15833 8325 3284 0,'0'0'10877'0,"0"0"-9177"0,0 0-820 0,0 0 164 16,-28 66 80-16,20-33 16 0,1 0-52 0,-6 7-359 16,5 1-221-16,1 3-120 0,-1 3-72 0,-1 0-88 15,2 2-192-15,-5-5-36 16,3 0-168-16,-2-6-84 0,3-6-196 16,4-6-305-16,-1-10 181 0,5-10-76 15,0-6-404-15,9-3-624 0,3-13-248 16,4-6-528-16,-1 0-2265 0,10-20-839 0</inkml:trace>
  <inkml:trace contextRef="#ctx0" brushRef="#br0" timeOffset="179159.025">15929 8436 3512 0,'0'0'6036'16,"0"0"-1779"-16,0 0-3293 0,0 0-372 0,0 0 136 16,-20 76 436-16,8-38 48 15,0 0-264-15,0 3-336 0,0 1-184 0,0-1-64 16,0 0-288-16,0 0-76 0,5-6-220 15,-6-2-108-15,9-8-200 0,0-9-304 16,4-7-80-16,0-6-520 0,0-3-896 16,4-9-2417-16,-4-4-855 0</inkml:trace>
  <inkml:trace contextRef="#ctx0" brushRef="#br0" timeOffset="179459.083">16060 8334 3544 0,'0'0'8413'15,"0"0"-6725"-15,0 0-764 0,0 0 348 0,0 0-452 0,0 0 24 16,80-16 268-16,-64 23-264 0,0-1-404 0,0 1-212 0,0 2-184 16,-4 4-48-16,-4 2-72 0,0 7 8 15,-8 1-20-15,0 6-160 0,-12 2-348 16,-4 4-96-16,-5 0-188 0,-2-3 4 16,-1-1 156-16,-4-6 276 15,4-1 292-15,0-6 148 0,4-5 100 0,8 0 16 0,0-7 108 16,9-6 64-1,3 3 16-15,0 0-180 0,0 0-120 16,3 4 40-16,9-1 144 0,0 4 148 16,8-1 208-16,-4 1-160 0,4-1-36 15,0 1-76-15,4-4 20 0,-4 3-168 16,3-2-84-16,1 2-40 0,-3-5-120 0,-1 3-4 16,-1-5-272-16,1 1-752 0,1-3-532 15,-6 0-2684-15,5 0-2981 0</inkml:trace>
  <inkml:trace contextRef="#ctx0" brushRef="#br0" timeOffset="179764.215">16522 8172 1044 0,'0'0'10145'0,"0"0"-8297"0,0 0-388 0,0 0-136 0,0 0-432 16,0 0-72-16,96 71-4 0,-76-46-296 16,0 0-200-16,0 7-100 0,3-1-60 15,-2 4-88-15,-6 3-8 0,2 1-16 0,-6-1-48 16,-2-3 0-16,-5 3-112 0,-4-4 16 16,0 4 92-16,-8 4-44 0,-8-4-76 0,-1 0-48 15,-6 3-48-15,-5-2-224 0,0-5 60 16,0 1-12-16,-4-6-52 0,0-1-72 15,4-6-248-15,-3-6-592 0,10-5-1404 16,-11-6-4453-16</inkml:trace>
  <inkml:trace contextRef="#ctx0" brushRef="#br0" timeOffset="180192.077">16363 9382 6520 0,'0'0'1432'16,"0"0"1725"-16,0 0-1693 0,0 0-532 15,0 0 68-15,0 0 24 0,63-76-180 0,-35 63-132 16,0-4-256-16,4 9-156 16,4-3-92-16,4 9 4 0,-4 2 8 15,4 0 64-15,-8 9 60 0,-1 3-48 16,-3 11-52-16,-3-4-24 0,-5 7 0 15,-5 2 160-15,-7 4 24 0,-8 0-172 0,0 6-136 0,-8-3-44 0,-3 3-52 16,-10 0-156-16,1-3-76 0,1-4-76 16,-5-1-348-16,-4-5-304 15,4-3-236-15,-4-6-652 16,0-7-912-16,8-2-2581 0,-15-7-2427 0</inkml:trace>
  <inkml:trace contextRef="#ctx0" brushRef="#br0" timeOffset="180394.452">16510 9588 1096 0,'0'0'10609'0,"0"0"-9277"0,0 0-520 0,32 83 104 0,-24-51 316 15,4 2-44-15,-4 1-120 0,4 0-328 16,4-6-212-16,0-3-136 0,4-7-160 16,4-4-24-16,4-8 48 0,4-7 180 15,0-4 64-15,7-12-232 0,1-12-175 0,0-10-93 16,4-10-221-16,-5-6-251 15,6-4-308-15,-6 0-260 0,-3-4-736 16,-12 18-3004-16,4-25-4701 0</inkml:trace>
  <inkml:trace contextRef="#ctx0" brushRef="#br2" timeOffset="193825.963">29599 12998 4180 0,'0'0'5868'16,"0"0"-5144"-16,0 0-3 0,0 0-117 0,0 0 584 15,0 0 312-15,0 0-204 0,0 0-144 16,0 0-324-16,0 0-232 15,-56-64-132-15,56 58-80 0,12 3-216 0,12-3 40 16,4 3-84-16,3-1 96 16,6 4-212-16,-1 0-8 0,-4 7 8 0,-4 2-8 0,-5 7 0 15,-3 0-4 1,-4 3-8-16,-4 0 12 0,-4-1 96 0,-8 6-88 0,0-2 80 16,0-3-84-1,-4-3 80-15,-4-1 4 0,-4-2-76 0,0 1-12 0,-3-6-36 16,-2-4-148-16,2-2 72 15,-6-2-72-15,1 0 76 16,1-9 8-16,-1-1-8 0,-1-2 108 0,6-4 8 16,-1 0 52-16,0-3 28 0,4 3-88 15,4 1 0-15,0 5 112 0,8 1-112 0,0 2-184 0,0 4-96 16,8 0 132-16,0-1 136 0,8 4-60 16,-1 0-4-1,6 0 28-15,-5 4 48 0,3 4 4 0,-2 6 64 16,-6 2-64-16,-3 3 92 0,-4 3-84 15,-4-3 100-15,0 3-28 0,-4-3-12 16,-4-2-56-16,-3-5 92 0,2 1-104 0,1-7 4 16,1-3-8-16,-1-3-4 0,-1 0 4 0,5-7 12 15,1-1-12-15,-1-9-136 0,0-2 40 16,4-6-124-16,0 0 84 0,0-1 124 0,0 4-88 16,8 3-8-16,-1 5-16 15,2 6 124-15,3 2 40 0,-5 6 36 0,2 0 32 16,3 0-56-16,-5 9-48 0,1 1 56 15,-3 2-12-15,-1 4 64 16,-4 0-72-16,0 0-40 0,0 0-60 0,0-4 48 16,-4 1-76-1,-5-3-144-15,5-1-224 0,-3-3-236 0,3-2-476 16,-4 3-428-16,3-7-536 16,1 2-941-16,-3-2-3435 0</inkml:trace>
  <inkml:trace contextRef="#ctx0" brushRef="#br2" timeOffset="195277.46">29715 13011 2592 0,'0'0'520'0,"0"0"-520"0,0 0 4132 0,0 0-2456 16,0 0-240-16,0 0-275 16,0 0-21-16,0 0-32 15,0 0-220-15,0 0-244 0,0 0-192 0,11-13 104 16,-3 6-80-16,1-1-16 0,-2 1-136 15,5 0-140-15,-7 2-12 0,2 1-172 16,1 4-4-16,0 0-56 0,1 9 60 16,-2 5 4-16,-3 5 4 0,-4 2 60 15,0 5-68-15,0-4 0 0,0 0 0 0,0-3-28 16,-4-6-292-16,0 1-4 0,1-9 0 16,-2-2-100-16,1 1-16 0,0-4 0 15,0 0 136-15,-4-7 16 0,5-3-292 0,-6-2-400 16,1-1 128-16,4-3 272 0,-3 1 68 15,-2 5-209-15,-3 0-791 0,5 10-1616 16,-1 0-2260 0,-1 4 4916-16</inkml:trace>
  <inkml:trace contextRef="#ctx0" brushRef="#br2" timeOffset="195899.032">29730 13560 1200 0,'0'0'2048'0,"0"0"3808"0,0 0-4148 0,0 0-627 16,0 0-97-16,0 0 264 0,0 0-84 0,0 0-272 16,0 0-264-16,0 0-192 15,-23 0-100-15,14 12-52 0,5 5-112 0,-3 2-84 0,-1 6 60 16,4 7-12-16,-1 0 0 16,5 3-24-16,0-1 44 0,0 2-156 15,0-8-124-15,5 0 36 0,3-9-144 0,3-2 232 16,-3-8-88-16,9-6-12 0,-2 0 20 31,1-3 76-31,8-6 8 0,1-10 72 0,-2-3-32 16,1-6-44-16,0-7-88 0,0 4-24 15,-5-8-136-15,2 5-24 0,-1 2 60 16,-8 4 40-16,-5 3 36 0,2 3 8 16,-5 3-20-16,-4 6 60 0,0-2 88 0,-13 1 56 15,6 5-8 1,-10 0-48-16,2-1-60 15,3 1-152-15,-4 0 84 0,0 4-200 0,0-3-288 16,-1 5-532-16,2 0-588 0,3 0-877 0,-8 7-1919 0</inkml:trace>
  <inkml:trace contextRef="#ctx0" brushRef="#br2" timeOffset="197049.079">31041 9592 1580 0,'0'0'2124'0,"0"0"3504"0,0 0-3779 0,0 0-425 0,0 0 16 16,0 0 76-16,0 0-272 15,0 0-188-15,0 0-216 0,0 0-240 16,48-52-72-16,-40 46-172 0,-4 0-184 0,4 3-88 16,-4 0-72-16,0 3-12 15,-4 0-68-15,0 0-128 0,0 0-36 16,0 6 120-16,0 6 112 16,-8 1 76-16,-4 6 24 0,-4-3-100 15,-3 3-120-15,-2 0-52 0,5-2 0 0,-3-9-60 0,2 3 8 16,10-9 88-16,-1 2 88 0,-1-4 0 15,5 0 36-15,4 0-100 0,0-4 112 16,-4 2 8-16,4-5-8 0,0-2-60 0,0-1-188 0,8 0 132 16,-3 1 116-16,3 2 76 0,-4 1 84 15,3 3-48-15,-7 3-108 0,9 0-4 16,-9 0-64-16,4 0-8 0,-4 3 64 16,0 0 4-16,0 0-60 0,0 0-20 15,0-3 8-15,0 4-84 0,0-4-200 0,0 0 0 16,0 0 40-1,0 0 20-15,-4 0-160 0,-1 0-96 0,1 0-76 16,-3 0 232-16,3 0 96 0,0 0-116 16,0 0-764-16,-1 0-728 0,1 0-561 15,0 3-839-15,49-6-1844 0</inkml:trace>
  <inkml:trace contextRef="#ctx0" brushRef="#br2" timeOffset="198185.353">31599 10159 3088 0,'0'0'1092'16,"0"0"1936"-16,0 0-1072 0,0 0-508 0,0 0-135 15,0 0-57-15,0 0-240 0,0 0-192 16,0 0-296-16,0 0-200 0,-8-78 52 16,16 61-20-1,-4-1-72-15,8-4-112 0,-4 2-4 0,4 4 64 16,0 3-100-16,-4 1 0 0,4 2-12 0,0 1-36 0,0 2-40 16,-1 1-40-16,2 0 56 15,2-1-64-15,-2 4-100 0,-2 3 12 0,6 3-36 0,-6 7 124 0,1 6 60 16,0 3-52-16,0 6 52 0,-4 4 324 15,-3 5-112-15,-2 8-148 0,-3-1-116 16,0 4-8-16,0-6-36 0,0-6-140 16,0-8 104-1,4-5-152-15,4-10-72 0,0-4-88 0,4-6-360 16,0-6-664-16,-1-4-1796 0,14-18-3641 16</inkml:trace>
  <inkml:trace contextRef="#ctx0" brushRef="#br2" timeOffset="198366.194">31998 9890 808 0,'0'0'10553'15,"0"0"-9333"-15,0 0-620 0,-84 73 556 0,56-44 396 16,0 5-336-16,-4 4-524 0,0 7-504 0,0 5-188 0,-7 9-224 16,-1-1 0-16,-1 10-432 0,2-5-624 0,3 1-760 15,8-23-2037-15,-11 10-1823 16</inkml:trace>
  <inkml:trace contextRef="#ctx0" brushRef="#br2" timeOffset="199049.355">31814 7988 1252 0,'0'0'732'16,"0"0"-96"-16,0 0-556 0,0 0 260 15,0 0 3688-15,0 0-2328 0,0 0-380 0,0 0-223 16,0 0-109-16,0 0 0 15,0 44-276-15,-8-31-180 0,1 3-88 0,-2-1-204 16,-2 2-216-16,-2 1-24 16,1 5-140-16,1-1-164 0,-2 4-328 0,2 5-564 0,-1 5-304 15,-4 2-309-15,-1 6-631 16,-2 0-724-16</inkml:trace>
  <inkml:trace contextRef="#ctx0" brushRef="#br2" timeOffset="199364.983">31352 8925 1532 0,'0'0'1080'0,"0"0"-360"0,-32 76-396 0,21-45-64 0,-2 1-36 15,-2 3 48-15,2-3 612 0,-2 0 4 0,2-3-888 16,-2-1-416-16,-2 1-692 0,6-2 144 16,-6 3 232-16,2-2 108 0,-2 1-236 15,6 2 76-15,-6-1 784 0,6-3 288 16,3 3 1236-16,0-2-64 0,0 0-300 0,0-2-380 15,4-1-376-15,-4 0-260 16,5-2-80-16,-2-2 108 0,-7-2 36 0,8 4-208 16,-3 0-236-16,-2-5-572 0,1 8-156 15,1-4 276-15,-1 1 336 0,-5 2-236 0,9-4-192 16,1 3 780-16,-5-2 376 0,4-3 812 16,4-1-68-16,-5 1-260 0,1 1-120 0,4-5 172 15,0 2-212-15,0-4-700 0,0 2-648 16,-4-5-1356-16,4 9-1008 0</inkml:trace>
  <inkml:trace contextRef="#ctx0" brushRef="#br2" timeOffset="199487.149">30842 10369 4864 0,'0'0'1836'16,"0"0"-1380"-16,0 0-456 15,-27 70-328-15,14-47-388 0,5-2-128 0,-3 5-536 16,6-10-396-16,-7 9-335 0</inkml:trace>
  <inkml:trace contextRef="#ctx0" brushRef="#br2" timeOffset="199570.214">30714 10668 548 0,'0'0'2036'0,"0"0"48"0,0 0-272 0,-35 76-412 16,19-54-724-16,4 4-676 0,-4-4-416 15,0 3-908-15,0-6-432 0,-4 6-1296 0</inkml:trace>
  <inkml:trace contextRef="#ctx0" brushRef="#br2" timeOffset="199829.047">30480 11178 2844 0,'0'0'2228'0,"0"0"-508"15,0 0-852-15,0 0-632 0,-13 70-132 16,9-56-104-16,1 2-52 0,-1-1-416 16,-4 4-624-16,-1 0-68 15,5 3 104-15,-3 3 380 16,-1 5 676-16,-5-1 484 0,6-1 444 0,-5 3 268 16,3-2 404-16,-2-1-120 0,-1 2 32 0,4-5-355 15,-8-3-593-15,5-1-296 16,2-1-268-16,-3-1-176 0,5 0-108 0,-2-3-100 15,1 3-144-15,4-3-65 0,-3 2 25 16,7 1 244-16,-4 0 208 0,-1 2 116 0,1 0 80 16,0-1 100-16,-3 2 116 0,-1 0 132 15,-5 0 61-15,6 0-413 16,-5 1-76-16,-1-4-625 0,-2 6-567 0,2-9-1296 16,-2 13-1556-16</inkml:trace>
  <inkml:trace contextRef="#ctx0" brushRef="#br2" timeOffset="200337.916">30041 12347 4456 0,'0'0'1668'0,"0"0"-1668"0,0 0-1032 16,0 0 96-16,0 0 428 0,-36 76 324 0,32-56-88 15,0-5-264-15,0 1-52 0,4 0 380 16,0 0 208-16,-3 0 244 0,3 1 460 0,-4-3 732 16,0 2-56-16,-5 1-236 0,5-6-156 15,-3 6-352-15,-1-4-376 0,-1-1-260 16,2 7-676-16,-1-3-416 0,-5 3 52 15,6 3 312-15,-1 2-184 0,0-3 404 16,-4 8 364-16,4-7 144 0,-4 3 1172 16,4 1 104-16,-4-1-80 0,0 0-12 0,0 2-200 15,0-2-92-15,0 0-91 0,0-3-433 32,1 3-368-32,-6-3-104 0,6 1-176 0,-2-1 71 15,2 0-35-15,-6 4 24 0,6-1-220 0,-5 7 0 0,0 0 64 16,-5 6 224-16,6 0 152 0,-9 4 748 0,4-2-448 0,-4 2-84 15,-4 2-20-15,4 0 745 0,-4-2 11 16,4-1-672 0,1-3-216-16,-1 0-8 0,4-3-56 0,-1-4-12 15,2 2-132-15,3-3 136 0,0 0-144 0,4-2 24 16,-4 1 128-16,9 0 136 16,-6-1-24-16,1 1-108 0,0 3-4 15,4-1 268-15,-3-2 152 16,3 2-420-16,-5 1 0 0,6 3-160 0,-5-3 160 0,0 3 140 0,-4-4-140 15,0 4-64-15,-5 0-332 0,6 1 88 16,-5-1 220-16,4-1 12 0,-4 1-632 0,5 3 63 16,-2 1 221-16,2-5 76 15,-2 4-184-15,6-6 120 0,-2 0 100 16,2-3 116-16,-2-4-164 0,5-2 60 0,1-2-128 16,-1-1-768-16,4-8-952 15,-5 10-4-15</inkml:trace>
  <inkml:trace contextRef="#ctx0" brushRef="#br2" timeOffset="200882.025">28758 15189 7340 0,'0'0'1776'0,"0"0"-1768"15,0 0-4-15,0 0 396 0,0 0 40 16,-31 73-52-16,27-56-80 0,-5-3-168 0,1 5-136 16,4 1 0-16,-3 2 60 0,-2-3 105 15,1 6 203-15,1-2 0 16,3 2 0-16,-4-3-24 0,3 1 200 0,-2-5 100 15,3 2 40-15,0-1-296 0,0-6-216 16,0 3-88-16,4-4-32 0,-4 1-56 16,-1 0-216-16,-2 2-212 0,3 1-284 0,-8 3-64 15,4 3-96-15,-4 3 76 0,4 1 47 16,0 2 529 0,-4 2 220-1,4 1 236-15,1-2 44 0,-6 2 509 16,5-6-33-16,1-2-360 0,-2-2-396 0,1 0-76 0,4-2-16 0,-3 0-328 0,3 3-376 15,-5-3-237-15,5 4-455 0,0-2-252 0,-3 2 376 16,3-1 1040-16,-5 3 324 16,1-3 792-16,1 1 520 15,-1-1 64-15,-1 3-340 0,2-3-184 0,-1 4-579 16,0-1-273-16,-4 3-181 0,4 2-351 16,-4 1 80-16,4 1-192 0,-4 3 8 15,4-3-232-15,0-1 8 0,0 4-180 0,0-3 988 0,4-4 52 16,-3 2 948-16,2-3-64 0,-3-4-76 0,4-1-148 15,0-6 204-15,0 0-244 0,4-6-219 16,-3-4-309-16,3 0-92 16,0-3-425-16,0 0-455 0,0 1-300 0,0-1 144 15,0 0 192 1,0 3 308-16,0-3-48 16,0 4 336-16,0-1 248 0,0-3 184 0,0 0 324 15,0 0 88-15,0-3-128 0,0 0-364 16,0 0-104-16,0-6-272 0,0-3-600 15,0-4-376-15,0 4 164 0,0-10-572 0</inkml:trace>
  <inkml:trace contextRef="#ctx0" brushRef="#br2" timeOffset="206248.798">31013 9599 3160 0,'0'0'2712'15,"0"0"-1152"-15,0 0-404 0,0 0-96 16,0 0-296-16,0 0 461 0,0 0 667 16,0 0-788-16,0 0-396 0,-24-14 120 15,17 11 200-15,-5 0-112 0,-1-1-92 16,-2 1-100-16,-5 0-284 0,4 0-332 16,-8-3-108-16,0 3-4 0,-12-1-80 0,1 1-4 15,-10 0-20-15,-2 3-88 0,-9 6 0 16,-8 4 60-16,1 6 36 0,-5 4 28 0,0 5-76 0,-8 0 88 15,-4 7-40 1,1 5-24-16,-5 2 16 0,4-2 24 16,5 8 84-16,-1-3 0 0,8-1 8 0,4-4-8 15,8-2 0-15,9 0 0 0,3-7 0 16,8-4-48-16,4-6 44 0,8-2-96 16,5-3-12-16,2-4-132 0,6 1-92 15,-2-7-248-15,6 0-200 0,-1-3-376 16,4 0-28-16,-4-3-932 0,3 0-2645 15,2-13-2398-15</inkml:trace>
  <inkml:trace contextRef="#ctx0" brushRef="#br2" timeOffset="206530.157">29161 9940 6564 0,'0'0'1844'15,"0"0"-832"-15,0 0 8 0,0 0 513 16,0 0 143-1,0 0-600-15,-88 52-508 0,73-40-352 0,-6 4-40 16,1 3-76-16,1 4 416 0,-5 2 72 0,0 3-304 16,3 4-36-16,-2 3 28 0,3 3-80 0,3-3-60 0,2 0 24 15,2-7 28-15,6 1-4 0,-1-7-36 16,4-6 84-16,4-2-72 16,0-6-84-1,4 3 84-15,11-5-28 0,2-4 16 16,11-2-36-16,8 0 60 0,8-2 20 0,3-11-192 0,5-6 0 0,-1-1-208 15,-2 5-180 1,-6-1-288-16,-2 3-832 0,-13 3-852 16,-9 7-2553-16,-3 3-3095 0</inkml:trace>
  <inkml:trace contextRef="#ctx0" brushRef="#br2" timeOffset="207371.591">27236 10455 1252 0,'0'0'3000'16,"0"0"-904"-16,0 0-536 0,0 0-200 0,0 0 192 16,0 0-59-16,0 0-117 15,0 0-284-15,0 0-172 16,0 0-52-16,0 0-160 16,16-61-272-16,-16 61-176 0,4 0-112 0,-4 0-136 15,4 0 0-15,-4 0-12 0,8 0 60 0,-3 7 40 0,-2-1 12 0,1 0-12 16,-4 5 20-16,0-6 16 0,0 5 64 15,0 2-4-15,-7-1-48 0,-6 1-76 16,5-3-72-16,-3-2-100 0,2-1 100 16,1-2 4-16,4-4 108 0,1 0 60 15,-1 0 0-15,4 0-24 0,-5-4-60 0,5-5-88 16,0-2-148-16,0 0-144 0,0-3-16 16,0 2 76-16,0 5 36 0,0 4-140 15,0 3-108-15,0 0-148 0,5 0-156 16,-1 7-648-16,-1 0-1628 0,5 8-3621 0</inkml:trace>
  <inkml:trace contextRef="#ctx0" brushRef="#br2" timeOffset="-212697.649">25140 10862 8080 0,'0'0'3977'0,"0"0"-2785"0,0 0-112 15,0 0-32-15,0 0 336 0,0 0-244 0,-83-73-324 16,63 66-228-16,4 1 4 0,0 6-228 15,0-4 4-15,4 4-64 0,-8 4 0 16,4 9-144-16,0 9-52 0,-3 10 245 16,6 6 131-16,2 12-192 0,3 4-36 15,4 4-76-15,4-5-144 0,0-5-32 0,4-10-4 16,11-13 0 0,6-9-156-16,3-9-100 0,4-7-372 15,4-10 540-15,-1-9-8 0,5-6-101 0,0-7-131 16,-1-3-96-16,-3 0 32 15,-4-2-32-15,-7 4 32 0,-2 1-112 0,-7 7 36 16,0 9 48-16,-8 3 224 0,0 7 196 16,-4 3 208-16,0 3 152 0,0 3-52 15,0 3-76-15,0 7-184 0,-4 6 64 0,4 7 60 0,-4 5 24 16,4 5-36 0,-4 4 108-16,0 2-48 0,0 2-36 0,1 5 36 15,-6 1-64-15,1 4-32 0,0 0-4 16,1 0-24-16,-2 0 28 0,1-1 32 15,1-5 76-15,-2 0 97 0,-3-3-89 16,5-1-32-16,-6-6-16 0,-2-3-68 0,3-7-52 0,-1-2-60 16,-2-4 72-16,2-6 0 15,2 0 36-15,-5-7-24 0,4 1 40 16,0-7-16-16,-4 0 48 0,4-3-120 0,-4 0 48 16,-3-6-96-16,-2-4-148 15,1-6 40-15,-4-2-120 16,1-5-100-16,-1-2 64 15,3-1-16-15,6 0-24 0,3 1-12 0,8 0-25 16,4 3 1-16,7 0 84 0,6-4-60 0,2 5-220 0,9-8-516 16,1-1-828-16,-1 2-720 0,-5 3-2017 31,9-16-1871-31</inkml:trace>
  <inkml:trace contextRef="#ctx0" brushRef="#br2" timeOffset="-212405.035">25456 11258 6444 0,'0'0'6213'16,"0"0"-4697"-16,0 0-176 0,0 0 140 0,0 0-116 15,0 0-184-15,0 0-496 16,0 67-392-16,0-67-144 16,4 0 36-16,-4 0-16 0,0 0-32 0,3 0 44 15,1-6 52-15,0-1 36 0,4-2-23 16,1-1-125-16,-2 0-120 0,1 1-60 15,0 0-64-15,-3 2-69 0,-2 0-51 16,1 4-60-16,0 3-48 0,-4 0 12 0,0 0 20 16,0 0 40-16,4 0-28 15,-4 3-32-15,0 1 68 0,0 3 76 0,0-4-64 0,0 3-196 16,0-3-152-16,0 1-36 16,0 1-336-16,0-1-480 0,-4-1-488 0,4 0-733 15,-8 0-2155-15,16-51-152 0</inkml:trace>
  <inkml:trace contextRef="#ctx0" brushRef="#br2" timeOffset="-211944.906">25754 11007 848 0,'0'0'12421'16,"0"0"-10381"-16,0 0-1348 0,0 0-224 0,0 0 416 15,0 0 132-15,0 0-292 0,72-82-428 16,-49 63-184-16,5 3-16 16,-7 2 40-16,-1 6-136 0,-1 5 0 0,-6 3 0 15,2 6 52-15,2 6 144 0,-6 11-36 16,-3 2-16-16,4 10-132 16,-4 3 0-16,-4 6 64 0,4 8-76 0,0-5-4 15,0 3 4-15,-4 4 0 0,4-2 4 16,-1-8 60-16,2 1-60 15,-1-11 40-15,3-5-36 0,-2-6-8 0,3-11-68 16,-5 1-4-16,6-10-40 0,-5-3-32 0,3-3-152 16,6-13-464-16,-2-9-312 15,5-7-544-15,-3-6-1396 0,-2 10-2761 0,5-24-1067 0</inkml:trace>
  <inkml:trace contextRef="#ctx0" brushRef="#br2" timeOffset="-211761.938">26272 10957 12897 0,'0'0'2120'15,"0"0"-1316"-15,0 0-24 0,0 0 440 16,-88 50-88-16,60-25-40 0,0 8-372 0,-4 2-400 16,1 2-140 15,-17 21-44-15,0-2-136-16,-3 5-124 0,3 3-44 15,8-14-236-15,4-5-232 0,8-1-244 0,0-6-256 0,8-2-720 16,9-14-1268-16,-6 4-3477 0</inkml:trace>
  <inkml:trace contextRef="#ctx0" brushRef="#br2" timeOffset="-210376.173">27153 10982 5320 0,'0'0'0'16,"0"0"-116"-16,0 0-2336 0,0 0-144 15</inkml:trace>
  <inkml:trace contextRef="#ctx0" brushRef="#br2" timeOffset="-210309.965">27288 11131 1304 0,'0'0'2060'0,"0"0"-912"0,0 0-732 16,0 0-416-16,0 0-2412 0</inkml:trace>
  <inkml:trace contextRef="#ctx0" brushRef="#br2" timeOffset="-204381.915">26184 9144 3980 0,'0'0'4948'0,"0"0"-3720"0,0 0-480 0,0 0 257 15,0 0 71-15,32 73-56 0,-23-54-184 16,2 0-196-16,-3 0-24 0,5-3-100 0,-2 3-352 16,5 0 4-16,-4-3-164 0,0 0-8 15,0-1-240-15,0-2-44 16,-4 0-28-16,4-1 4 0,4 4-80 16,-4-2-188-16,3 5-244 0,2 0-424 15,-2-1-264-15,6 5-413 0,-2-1-335 16,-3-6-80-16,8 6-476 0</inkml:trace>
  <inkml:trace contextRef="#ctx0" brushRef="#br2" timeOffset="-204015.338">26782 9801 3512 0,'0'0'3320'16,"0"0"-1424"-16,0 0-796 0,0 0-284 0,0 0 61 0,0 0-161 15,0 0-316-15,72 73-184 0,-61-64-164 16,2 1 76-16,-2 3 92 0,2-4-220 15,-1 4-292-15,-5-4-296 16,1 4 124-16,1 0 156 16,-5 3 152-16,-1 6 28 0,1 1-88 0,-4 2-225 15,0 2 249-15,0 6-68 0,4-5 156 16,4 1-76-16,1-1-208 0,2-2-284 16,6-3-56-16,-2 2 196 0,5-6 0 15,0 0-572-15,0 0-552 0,0-3 796 16,3 2 756-16,-6 5 104 0,-1-4 340 0,-1 4 48 15,2-1 224-15,-6 0 224 0,1 0-120 0,1 0-300 16,-2 0-352-16,6-3-52 0,-2 0 92 16,1 1 116-16,4-5-220 0,-4 2-92 15,3-5 92-15,2-2 8 0,-1-1 240 0,-1 1 180 16,-2 1-364-16,-2 0-64 0,1-2-12 16,-4 4 4-1,1 3-96-15,-6-4-288 0,1 4-816 16,-4 0-448-16,5-3-468 0,-2 4-83 0</inkml:trace>
  <inkml:trace contextRef="#ctx0" brushRef="#br2" timeOffset="-203806.403">27894 11182 7476 0,'0'0'3108'0,"0"0"-2515"0,0 0-145 16,0 0 400-16,0 0 248 0,60 80-1032 0,-53-64-64 16,5-1-1196-16,1 1 296 0,-6 0-145 15,1 0-855-15,0-4-1144 0,0 4-2112 0</inkml:trace>
  <inkml:trace contextRef="#ctx0" brushRef="#br2" timeOffset="-203646.011">28372 11797 3024 0,'0'0'576'16,"0"0"-576"-16,0 0 0 16,0 0 1300-16,52 77 184 0,-41-58-1484 15,6-3-508-15,-6 0-756 0,6-4-628 16,-2 8-520-16</inkml:trace>
  <inkml:trace contextRef="#ctx0" brushRef="#br2" timeOffset="-203435.997">28933 12500 900 0,'0'0'0'15,"0"0"-52"-15,0 0-340 0,44 76 392 0,-28-55 288 16,0-2 480-16,0 1-260 0,0 0 236 16,4-5 236-16,-4 1-16 0,0 0-352 15,0 0-612-15,-4-1-168 0,4-2-1112 16,0 6-1208-16</inkml:trace>
  <inkml:trace contextRef="#ctx0" brushRef="#br2" timeOffset="-203345.598">29444 13075 5956 0,'0'0'0'0,"0"0"-1888"0,0 0-224 16,0 0 912-16,91 64 680 0</inkml:trace>
  <inkml:trace contextRef="#ctx0" brushRef="#br2" timeOffset="-203098.776">30185 13640 7080 0,'0'0'3032'0,"0"0"-2644"16,0 0-388-16,0 0-128 0,91 72 128 16,-67-52 92-16,-3-1-92 0,2-4-584 15,1 5-424-15,4-1 412 0,0-1 156 16,0 5-44-16,0-4-8 15,4 3 88-15,-1 0-220 0,-11-3-912 16,16 6-708-16</inkml:trace>
  <inkml:trace contextRef="#ctx0" brushRef="#br2" timeOffset="-202929.271">31253 14598 2852 0,'0'0'0'0,"0"0"-1760"0,0 0 669 0,67 92 1091 0,-47-60 583 0,0-3 1397 16,0 3 40-16,0-1 144 0,0 1 28 16,0 1-252-16,0-3-259 0,-1-1-393 0,2-1-540 15,3-3-748-15,-5-2-288 16,5-7-1076-16,-7-3-1797 16,6-1-3531-16</inkml:trace>
  <inkml:trace contextRef="#ctx0" brushRef="#br2" timeOffset="-202772.78">31894 15304 12881 0,'0'0'2816'0,"0"0"-2252"0,0 0-560 0,0 0 80 0,0 0-12 15,0 0-8-15,0 0-56 32,0 0-8-32,0 0 12 0,0 0 184 0,0 0-196 0,72 37-476 0,-72-37-744 0,4 0-748 15,-4 0-3117-15</inkml:trace>
  <inkml:trace contextRef="#ctx0" brushRef="#br2" timeOffset="-192703.842">4558 11366 4140 0,'0'0'560'0,"0"0"4396"0,0 0-2915 0,0 0-633 15,0 0-188-15,0 0 16 0,0 0-44 16,0 0-172-16,0 0-168 16,-4 3-188-16,4-3-76 0,0 0-172 15,4 0-144-15,3 0-80 0,6 0 16 0,6 3 96 16,1-3 24-16,8 0-47 0,0 0-61 0,4 0-64 16,0 0-36-16,4 0-20 0,-4-3 20 15,3-2-72-15,-3 1-36 0,-4-3 0 16,4 1-12-1,-4-4-12-15,-4 4-72 0,-5 0-64 0,2-4-44 0,-5 4-209 16,-1 0-111-16,-2 3-84 0,-5-4-148 16,-1 4-288-16,-3 0-536 0,-4 3-764 0,0 0-1584 0,0-4-1377 0</inkml:trace>
  <inkml:trace contextRef="#ctx0" brushRef="#br2" timeOffset="-192403.811">4885 11319 1304 0,'0'0'2284'0,"0"0"3236"0,0 0-3724 15,0 0-355-15,0 0 127 0,0 0-64 0,0 0-408 0,0 0-272 16,0 0-132-16,-41 73-272 0,37-51-24 0,0 7 44 16,-3 6-156-16,3 2-76 15,-5 1-84-15,-2 4-16 0,-1 2 16 16,3-2-16-16,-6-1-48 0,2 4-44 15,2-8-12 1,-1-2-4-16,3-3-100 0,2-7 4 0,3-6-64 0,0-2 12 16,0-8-60-16,4-3-208 0,-4-3-224 15,4-3-164-15,0 0-176 0,4-6-380 16,0-6-692-16,4-5-613 0,-1-5-171 16,2 0-1112-16,-5 2 780 15,4-8 2736-15</inkml:trace>
  <inkml:trace contextRef="#ctx0" brushRef="#br2" timeOffset="-192040.066">4960 11465 1472 0,'0'0'600'0,"0"0"4508"0,0 0-2696 0,0 0-643 15,0 0-141-15,0 0-128 0,0 0-300 0,0 0-96 16,0 0-60-16,0 0-352 16,0 0-40-16,11 25-176 0,-11-12-156 15,5 9-88-15,-1 0-36 0,-4 3-12 0,4 7-100 16,0 1 24-16,4 1-104 0,-5 1 84 15,1 0-88-15,1 2-64 0,-1 1 64 0,0-3-8 16,4 1-76-16,-5-1 84 16,1-4 0-16,5-6 4 15,-1 1-8-15,-1-4 0 16,1-5-44-16,1-2 40 0,2-2 4 0,1-3 4 0,1-1 92 16,-2-6-44-16,9 1 52 15,-4-4 32-15,4 0 64 0,0 0 84 0,0-4-24 0,0 1-75 16,0-3 39-16,-1 0-100 15,2-1-48-15,-6 4-60 0,2-3-12 16,-2 0-56-16,1 2-28 0,-4 1-12 0,1-3-52 16,-2 2-105-16,-3 2-151 0,1-2-68 15,-6 1-104-15,1-1-96 0,0 1-324 16,0-4-512-16,-4-1-768 0,0 1-1837 16,0-5-1203-16</inkml:trace>
  <inkml:trace contextRef="#ctx0" brushRef="#br2" timeOffset="-191820.879">5458 11662 5184 0,'0'0'1080'16,"0"0"4825"-1,0 0-4205-15,0 0-336 0,0 0 308 16,0 0-248-16,0 0-412 0,0 0-268 0,80-13-204 15,-72 13-164-15,-1 0-376 0,2 0 0 16,-1 0-256-16,-4 0-244 0,-1 0-356 16,1 0-192-16,-4 2-652 0,0 2-2196 15,0-1-2545-15,0 7 138 0</inkml:trace>
  <inkml:trace contextRef="#ctx0" brushRef="#br2" timeOffset="-191617.48">5525 11858 952 0,'0'0'9920'0,"0"0"-7243"0,0 0-1445 15,0 0-76-15,0 0 224 0,0 0 40 16,0 0-316-16,0 0-356 0,0 0-360 0,0 0-180 16,49 13-52-16,-38-10-156 0,-2 1-68 15,2-4-28-15,-3 3-112 0,5-3-168 16,-6 3-360-16,5-3-304 0,1 3-756 15,-6-3-2480-15,5 3-5733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16:28.4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6649 1295 6156 0,'0'0'2172'16,"0"0"-1008"-16,0 0-544 0,0 0-76 15,0 0 2049-15,0 0-1425 0,0 0-460 16,0 0 60-16,0 0-64 0,0 0-216 15,0 0-144-15,-16-44-132 0,21 54-148 16,3 2 392-16,3 10 212 0,9 7-276 16,8 12-244-16,0 10 24 0,8 12-160 15,0 10-8-15,-1 13-4 0,1 9 0 0,0 4-344 16,4 2 60-16,-8-2 188 16,4-7-64-16,-4-13-28 0,-8-9-132 0,4-13 100 0,-5-13 220 15,-3-11 96-15,1-12 212 0,-6-8-172 0,1-6 52 16,-4-4 56-16,1-3-48 15,2-6 172-15,1-11 24 0,4-4-120 16,0-15 56-16,4-8-180 0,4-7-40 0,-1-9-48 16,1-4 4-16,-4 1-16 15,4-5-36-15,-4-1-12 0,-5 2-52 0,2 1 44 16,-5-1-44-16,-4 7 48 0,4 3-44 16,-4 3 4-16,-5 10 44 0,6 2 8 15,-9 10-8 1,0 7-12-16,-4 6-196 0,0 2-184 15,0 9-8-15,-4-2 4 0,-5 7-264 16,-2 3-256-16,-10 3-516 0,2 13-1656 16,-1-3-2313-16,-24 22 97 0</inkml:trace>
  <inkml:trace contextRef="#ctx0" brushRef="#br0" timeOffset="195.572">6932 1889 7960 0,'0'0'1568'15,"0"0"-716"-15,0 0 77 0,0 0 175 0,0 0-172 16,0 0-28-16,0 0-84 0,0 0-216 16,0 0-288-16,0 0-64 0,17 0 12 15,-6 0 84-15,6 0-84 0,6 0-176 0,5-4-88 0,3 4 0 32,5 0-52-32,9 0-208 0,7 0 48 15,3 0-620-15,8 4-996 0,-14-1-2665 0,14 3-3479 16</inkml:trace>
  <inkml:trace contextRef="#ctx0" brushRef="#br0" timeOffset="738.749">8765 1714 11537 0,'0'0'1344'15,"0"0"-1216"-15,0 0 256 0,-76-44 468 16,52 37 108-16,1 7-44 0,-1 4 136 0,3 8-356 16,-3 7-376-16,5 10-208 0,-1 9-36 15,0 6 96-15,4 4 60 0,0 0-84 0,8-4-148 16,4-5-160-16,0-11-60 0,4-9-28 16,4-10 12-16,4-9 176 0,4 0 48 31,4-3 24-31,4-12 64 0,-1-4-76 0,5-4-104 15,4-5-168-15,-3 2-4 0,-1 4 16 16,-5 3 100-16,-3 6-28 0,0 10-36 0,0 3 24 16,-4 0 200-16,0 10 88 0,0 5 48 15,0 8 140-15,4 5-88 0,-4 7-40 16,4 7 64-16,-5 5 60 16,2 10 48-16,-5 4-184 0,-4 5 88 0,-1 4-140 0,-3 3 92 15,-3 3-116-15,-5 0 124 0,-5-2-12 16,6-8-60-16,-9-2 96 0,4-4 48 15,0-13 28-15,-4-6 80 0,4-8 100 0,4-7 12 16,-4-14-88-16,4-3 29 16,-7-5 127-16,2-4-180 0,-6 0-220 0,-5-11-96 15,0-3-44 1,-4-9-4-16,-4-3-12 16,4-6-168-16,0-5-40 0,0-1-72 0,9-4 16 15,-2 1-16-15,14 3 71 0,3-3-43 16,4 6-56-16,4-4-8 0,7 5 36 0,6 1-76 15,6-1-280-15,1-1-568 16,8 3-880-16,-8 3-1080 0,15-8-2989 0</inkml:trace>
  <inkml:trace contextRef="#ctx0" brushRef="#br0" timeOffset="999.921">9582 1698 9260 0,'0'0'3921'0,"0"0"-3233"0,0 0 348 0,0 0 876 15,0 0-300-15,0 0-28 0,0 0-280 16,0 0-635-16,0 0-509 16,0 0-112-16,-52 60 24 0,25-22 0 0,2 7-24 15,1 6-40-15,0 6-8 0,9 3-4 16,-2 4-44-16,6-7-48 0,7 1-36 0,4-8 124 16,4-9 0-16,3-9-68 15,10-4 36-15,2-4 40 16,1-10 4-16,5-3-4 0,3-5-8 0,-1-6-112 15,9-3 11-15,4-11-231 0,-1-7-332 16,-3-2-428-16,-8-6-1168 0,-8 7-3012 16,-12-3-3829-16</inkml:trace>
  <inkml:trace contextRef="#ctx0" brushRef="#br0" timeOffset="1149.237">9415 2152 12705 0,'0'0'2120'0,"0"0"-1376"0,0 0-12 0,0 0 440 16,0 0-72-16,0 0-20 0,0 0-528 15,0 0-248-15,0 0 196 0,99-13 280 16,-55 7-463-16,8-3-317 0,4-4-273 16,3 4-251-16,5-1-696 0,4 3-744 15,-20 2-3412 1,27 1-6993-16</inkml:trace>
  <inkml:trace contextRef="#ctx0" brushRef="#br0" timeOffset="1677.398">11151 1537 11641 0,'0'0'1816'16,"0"0"-1156"-16,0 0 240 0,0 0 68 0,-91-32-140 0,63 29-292 15,0 3-16-15,-4 6-76 0,4 6-232 16,0 12-88-16,1 9-40 16,-1 11 112-16,0 14 40 0,8 12 44 15,0 13-20-15,8-1-4 0,4 6-96 16,4-5 48-16,4-3-136 0,8-13-72 15,0-7 112-15,8-15-108 0,4-11-4 0,0-9 88 16,4-8 156-16,0-4-28 0,-1-4 40 16,5-6-180-16,0-3-28 0,4-3-48 15,-4-13-232 1,0-3-328-16,0-4-260 0,-4-5-356 0,-1-4-696 16,-10 10-1244-16,-9-6-3125 0</inkml:trace>
  <inkml:trace contextRef="#ctx0" brushRef="#br0" timeOffset="1824.333">10992 2111 11401 0,'0'0'2556'16,"0"0"-1492"-16,0 0-72 0,0 0-188 0,0 0 340 15,0 0-72-15,0 0-324 0,76 16-392 0,-48-16-172 16,3 0-184-16,1-3-40 0,9-7-216 16,-6-2-552-16,1-5-300 0,-4-1-296 15,0 2-876-15,-12 3-2161 0,-1-6-1499 0</inkml:trace>
  <inkml:trace contextRef="#ctx0" brushRef="#br0" timeOffset="1971.915">11346 2038 5500 0,'0'0'5749'0,"0"0"-4297"0,0 0-588 0,-11 73 356 15,7-45 0-15,4 4 96 0,0-3-68 16,0-1-192-16,0 1-308 16,8-4-312-16,-1 1-436 0,6-4-96 0,-1-6-320 0,8-4 76 15,0-5-200 1,3-3-196-16,5-8-4 0,0-12-428 0,-4 0-1112 15,4-19-3501-15</inkml:trace>
  <inkml:trace contextRef="#ctx0" brushRef="#br0" timeOffset="2242.812">11849 1394 12925 0,'0'0'2044'16,"0"0"-1500"-16,0 0 360 0,0 0 352 15,-9 89 80-15,6-42-184 0,-5 4-420 16,4 9-332-16,0 4-144 0,0 5-60 16,0 5-63-16,0 5-73 0,-4 1 12 0,4-2-72 15,0 0-12-15,4-13-36 16,0-7-24-16,0-11 19 0,4-9 53 16,8-9 109-16,0-8-109 0,4-1 72 0,0-7 28 15,4-4 56-15,-1 1-48 0,6-4 40 16,-1-6-148-16,-1 0-4 0,5 0-204 15,0-9-204-15,0-7-293 0,0-3-367 0,0-6-860 16,-8 6-3008-16,-1-14-5961 0</inkml:trace>
  <inkml:trace contextRef="#ctx0" brushRef="#br0" timeOffset="2523.687">12307 2207 13061 0,'0'0'2484'16,"0"0"-1640"-16,0 0 16 15,-8 66 712-15,4-37 56 0,-4-1-179 0,0-2-517 0,0-1-484 0,4-6-356 0,4 0-92 16,0-6-84-16,0 0-48 31,0-7-84-31,4-3-64 0,4-3-36 0,4 0 64 16,8-9 140-16,0-8-8 0,8-1-65 16,0-8 5-16,3 0-40 15,-3 1 0-15,0 9 64 0,-7 3-28 0,-2 7 52 0,1 6 132 16,-8 0 84-16,4 10 100 0,-4 3-16 0,-4-1 28 15,0 7-40-15,0 3-32 0,-4 0 20 16,-4 1-68-16,0 3-76 0,0-4-172 16,0-3-132-16,0-1-476 0,0-1-492 0,0-5-1116 15,-4 1-2552-15,0-10-3645 0</inkml:trace>
  <inkml:trace contextRef="#ctx0" brushRef="#br0" timeOffset="2844.984">13247 1402 10876 0,'0'0'2193'0,"0"0"-1161"0,0 0 180 0,-60 65 36 16,41-21-68-16,-5 7 4 0,0 8-152 16,0 9-104-16,4 8-140 0,0 3-143 0,4 4-173 15,0-3-168-15,5-5-76 0,6-1-224 16,1-11-4-16,4-6 0 16,0-9-144-16,9-14-144 0,2-8-136 0,13-10-88 15,0-13 27-15,12-3-15 16,4-15-96-16,7-17-680 0,-10 3-1484 0,23-31-3745 15</inkml:trace>
  <inkml:trace contextRef="#ctx0" brushRef="#br0" timeOffset="3032.769">13634 1746 4468 0,'0'0'9881'0,"0"0"-8581"0,0 0-848 0,-44 86 412 15,28-45 328-15,0 7 16 0,4 0-8 16,0 2-240-16,4 4-375 15,4 3-309-15,-4 1-164 0,5 5-112 16,-6 0-116-16,5-3-356 0,-4-6-257 0,8-9-187 16,0-14-64-16,0-14-264 0,12-14-584 15,4-13-484-15,0-2-813 0,8-30-4239 16</inkml:trace>
  <inkml:trace contextRef="#ctx0" brushRef="#br0" timeOffset="3218.896">13849 1657 8352 0,'0'0'5689'16,"0"0"-5017"-16,0 0-320 0,0 0 480 16,-16 105 384-16,8-58 108 0,-3 14 28 15,-2 2-252-15,-2 0-248 16,-2 8-163-16,-3-5-313 0,1 4-376 0,-2-3-60 16,2-4-400-16,-1-5-149 0,3-11-155 15,6-12-188-15,7-10-116 0,0-12-16 16,4-13-500-16,0-7-524 0,8-11-204 0,3-5-2577 15</inkml:trace>
  <inkml:trace contextRef="#ctx0" brushRef="#br0" timeOffset="3543.338">13973 1733 13253 0,'0'0'2092'16,"0"0"-1416"-16,0 0 588 0,0 0-644 0,0 0-112 15,0 0 536-15,0 0-200 0,75 48-392 16,-59-35-244-16,-8 2-208 0,4 2-36 0,-4 5 24 15,-4 0-72 1,-4 6-40-16,-4 4-180 0,-12 3-184 16,-4 2 108-16,-3 5 72 0,-9-4-12 15,-5-3 76-15,5-3 8 0,0-4 76 16,1-5 124-16,-1-4 36 0,9 0 60 0,6-6-60 16,1-4-4-16,12 4-96 15,4-7 100-15,0 1 100 0,9-1 184 0,6-3 24 16,1 0 0-16,8 3-16 0,0-6-68 0,4 4-28 15,0-1-16-15,0 3-68 0,0 1 48 16,0 2-16-16,-4 4 4 0,3-1-144 0,1 7-4 16,-4 4-100-16,0-4 40 0,0 7-136 15,-5-1-36-15,-2 3-96 16,2-2-372-16,-3-1-40 0,-4-5-128 0,4-8-300 0,0-5-688 16,-4-4-1288-16,8-13-3017 0</inkml:trace>
  <inkml:trace contextRef="#ctx0" brushRef="#br0" timeOffset="3830.304">14527 1358 14073 0,'0'0'1788'0,"0"0"-1380"16,0 0 340-16,95 32-412 0,-67-9 196 15,0 5 776-15,-1 7-280 0,1 3-368 16,0 10-272-16,-4-1-228 0,0 7-112 0,-3 7-48 16,-10 3-68-16,-3 2 64 0,-4 1-60 0,-4 6-80 15,-12-4-88-15,-8 1 0 0,-8 0 36 16,-4-6-8-16,-7-1-32 0,-5-2-56 0,-4-7 12 16,0-4 20-16,-7-1-292 15,-5-2-436-15,-4-3-860 16,16-16-1360-16,-31 11-4373 0</inkml:trace>
  <inkml:trace contextRef="#ctx0" brushRef="#br0" timeOffset="4517.896">9123 4972 9580 0,'0'0'2281'0,"0"0"-669"0,0 0 792 32,0 0-608-32,0 0-1004 0,0 0-472 15,0 0 100-15,0 0 512 0,116 16-252 0,-56-13 64 16,4-3-159-16,7 0-297 0,1-6-128 0,0-4-52 0,-5 1-108 15,-3-8-120-15,0 4-28 16,-5-2-128-16,-6-1-53 0,-1 0-499 0,-9 4-368 16,-7-1-984-16,-12 6-1840 0,-4 4-1921 15</inkml:trace>
  <inkml:trace contextRef="#ctx0" brushRef="#br0" timeOffset="4706.945">9761 4931 5004 0,'0'0'4936'0,"0"0"-3451"0,0 0-217 0,-60 79 160 16,40-41-112-16,1 6-148 0,-5 7-260 0,-1 3-216 15,1 0-160-15,5-7-224 0,-1 5-208 16,4-8-100-16,4-6-248 0,4-6-84 16,4-10-76-16,0-10-48 0,4-5-216 15,0-3-268-15,8-4-496 0,4-11-728 0,-4-1-1685 16,12-20-1467-16</inkml:trace>
  <inkml:trace contextRef="#ctx0" brushRef="#br0" timeOffset="4923.558">9785 5079 2460 0,'0'0'5256'15,"0"0"-3296"-15,0 0-527 16,0 0 195-16,0 0-288 0,0 0-152 0,0 0-92 0,0 0-224 16,0 0-240-16,-8 89-100 15,0-47-112-15,4 5 8 0,0 5 28 16,0 0-212-16,4 10-12 0,0 1-112 0,0 1-32 15,12-4-28-15,-4-6-60 16,8-9-60-16,4-14 48 0,-4-8 4 0,8-5-116 16,4-8 28-16,4-4 20 0,7-3-68 0,6-3-188 15,2-9-356-15,9-7-248 0,4-6-568 16,-13 3-1300-16,25-12-4441 16</inkml:trace>
  <inkml:trace contextRef="#ctx0" brushRef="#br0" timeOffset="5562.272">10725 4781 7128 0,'0'0'2828'0,"0"0"-667"0,0 0-321 0,0 0-124 0,0 0-160 16,0 0-480-16,0 0-276 15,0 0-208-15,0 0-164 0,0 0-88 16,-79 51-60-16,66-22 0 0,2 6-84 0,3 9-76 15,3 4 4-15,1 2-52 16,0 4 48-16,4 4-108 0,4-1 76 16,5 0-88-16,3 0-12 0,-1-3 0 15,2-3-88-15,2-7-20 0,2-3-64 0,-2-9-32 16,1-3-200-16,0-10-84 0,4-3-408 16,4-10-188-16,4-3-640 15,-8 1-1068-15,16-11-3621 0</inkml:trace>
  <inkml:trace contextRef="#ctx0" brushRef="#br0" timeOffset="6147.347">11713 4953 7068 0,'0'0'2812'0,"0"0"-1571"0,0 0 171 0,-88-19 180 16,61 19-24-16,3 9-476 0,-4 9-308 0,4 6-128 15,0 7 20-15,5 7 12 0,-2 4-176 16,6-2-144-16,6 2-112 16,5-10-256-16,0-7-60 0,4-6-160 0,4-9-84 0,0-4-52 15,9-6 48-15,2 0 112 16,5-9 188-16,0-7-100 0,8-9-64 15,-4-7-64 1,4 0-108-16,-4-3 48 0,0 3 96 0,-1 7 92 16,-6 6 20-16,3 6-24 0,-5 7 24 15,2 3 24-15,-2 3 64 0,-2 9 124 16,-2 7 112-16,5 3 172 0,-4 6 60 16,0 4-136-16,4 3-24 0,-4 6-40 15,-1 3 0-15,2 4 4 0,-1 9 68 0,0 3-24 0,-4 6-60 16,-4 3-36-16,-1 2-60 0,-3-2-16 15,0 0 100-15,0-5-87 0,0 0 27 16,0-4-64-16,-3-6 24 0,-5-7-56 16,4-3 92-16,-5-6-36 0,2-6 28 0,-5-3 32 15,0-8 16-15,-4-2 32 16,-4-6-72-16,-4-1-56 0,-8-6-124 0,4-3-76 16,-8 0-44-1,4-9-60-15,-7-10-112 16,3-3-20-16,0-8-4 0,0-4-36 0,9-1 64 15,3 0-29-15,7 4 37 0,6 4-12 16,3 2-12-16,8 6-172 0,0-3-184 0,0-3-436 16,8 0-524-16,7-4-628 15,-6 6-1629-15,14-14-2027 0</inkml:trace>
  <inkml:trace contextRef="#ctx0" brushRef="#br0" timeOffset="6528.422">12235 5298 10696 0,'0'0'1953'15,"0"0"-513"-15,0 0 388 0,0 0-412 16,0 0-68-16,0 0-244 0,0 0-384 0,0 0-280 16,0 0-76-16,0 0-84 15,0 0-108-15,44 58-51 0,-44-48-13 0,-3-1-44 16,-2 1-52-16,-7 2-12 15,1 1-68-15,-2 0-76 0,-2-4 47 16,2 1 49-16,1-1 48 0,5-9-100 0,-2 3-44 0,1-3-40 16,1-3 4-16,3-6-128 0,0-4-8 15,4-3-112-15,0-6-120 16,4-1 128-16,7 5 212 0,2-1 108 0,-5 5 88 16,3 8-60-16,-7 0-64 15,1 6-24-15,-5 0 160 0,0 0 184 16,0 0 296-16,0 0-124 0,0 4-72 0,0-2 32 0,0 1-84 0,0 0-72 15,0 1-52-15,0-1-104 16,0-3-4-16,0 0-132 0,-5 4-308 0,5-1-320 0,0 0-336 16,0-1-1152-16,0 2-2564 15,9 3-3097-15,-13-45 4789 0</inkml:trace>
  <inkml:trace contextRef="#ctx0" brushRef="#br0" timeOffset="6980.135">12817 5201 2672 0,'0'0'9073'0,"0"0"-6505"0,0 0-1232 0,0 0-380 16,0 0-356-16,0 0-180 0,0 0 40 16,0 0-68-16,60-73-144 0,-32 37-188 0,0 1-60 15,-4 4-160-15,4 2 64 0,-5 7 84 16,5 3-124-16,-4 10 12 0,-4 2-12 15,3 7 136-15,2 3 180 16,-5 10 116-16,4 6 124 0,-1 3-4 0,1 4-60 16,0 5-24-1,0-1-88-15,-4 0-76 0,0 6 16 16,0-1 12-16,0 0 48 0,0-1 84 16,-4-2 233-16,0-1-465 15,-5-8-96-15,2-2-96 0,-2-4-40 0,-3-7 3 0,1-4-123 16,-2-6-292-16,1-3-428 0,1-10-200 0,6-9-632 0,-7 0-2456 15,8-20-2601-15</inkml:trace>
  <inkml:trace contextRef="#ctx0" brushRef="#br0" timeOffset="7160.506">13511 4829 12553 0,'0'0'2036'0,"0"0"-1304"0,0 0 60 0,-96 60 76 16,59-25 124-16,-2 7-32 0,-1 5-224 15,1 4-184-15,-6 2 8 0,6 5-12 0,-1-1-208 16,4 0-216-16,0-6-124 0,4 0-220 16,8-10-280-16,8-3-240 0,4-12-264 15,8-11-612-15,4-5-1328 0,0-7-2317 16,16-12-1355-16</inkml:trace>
  <inkml:trace contextRef="#ctx0" brushRef="#br0" timeOffset="7407.711">13713 4705 9972 0,'0'0'2217'0,"0"0"-789"0,0 0 396 0,0 0-420 16,92-7-148-16,-68 18 96 0,0 1-324 16,0 3-368-16,3 5-140 0,-3 2-155 0,4 3-61 15,-4 7-132-15,-3 0-112 0,-2 6-60 16,-3 0 0-16,-4 7-8 0,-4 2-116 15,-8 4-68-15,0 3 12 0,0 0-28 0,-8 0-97 16,-7 1 13-16,-6-5 12 0,-3-2 84 16,0-4-8-16,-3 0 56 15,-6-5-12-15,6-8-192 0,-5-2-372 16,1-10-780-16,6-3-1632 0,-15-7-3825 0</inkml:trace>
  <inkml:trace contextRef="#ctx0" brushRef="#br0" timeOffset="8250.489">15311 5042 10032 0,'0'0'2905'0,"0"0"-1225"0,0 0-396 0,0 0-180 32,0 0-336-32,0 0-248 0,0 0-16 0,0 0 160 15,99-4-136-15,-54 1-212 0,-2 0-264 16,2 0-52-16,-2-3-136 0,0 3-108 15,-2-1-124-15,-5-2-380 0,-1-1-240 0,-3 1-416 16,-8 3-1580-16,-3 0-3897 16</inkml:trace>
  <inkml:trace contextRef="#ctx0" brushRef="#br0" timeOffset="8450.932">15459 5298 10076 0,'0'0'3173'16,"0"0"-1057"-16,0 0-584 0,0 0-328 0,0 0-356 0,0 0-108 16,0 0-120-16,0 0-252 0,0 0-124 15,0 0 120-15,0 0 88 0,99-9 129 16,-63 4-509-16,4-2-72 0,4 0-180 16,4 1-112-16,-1-1-121 0,1 1-427 0,4 0-480 15,-12 3-1204-15,20 3-3905 0</inkml:trace>
  <inkml:trace contextRef="#ctx0" brushRef="#br0" timeOffset="9384.287">17579 4667 7492 0,'0'0'2800'16,"0"0"-871"-16,0 0-613 16,0 0-96-16,-81 54-116 0,62-26 0 15,3 7-132-15,4 7-284 0,0-1-108 0,8 3-52 16,0-2-124-16,4-7-220 0,0 0-124 16,4-10-60-16,3-6-60 15,2-2-88-15,-1-12-12 0,0-2-12 0,4-3 28 16,4 0 20-16,4-13 12 0,-1-2-20 15,1-11 8-15,5-2-108 0,-6-7-4 16,1 0 16-16,-4 0 72 0,0 3 72 16,-5 10-12-16,2 3 84 0,-5 7 0 15,-8 2-4-15,4 7-76 0,-4 3 32 0,0 0 52 16,3 3-72-16,-3 3 72 0,5 7 280 16,-1 3 76-16,4 6-60 15,-4 3 48-15,0 7-48 0,-1 3-4 0,6 3-8 0,-5 3-4 0,0 5-12 0,0 1-24 16,3 3-88-16,-3 1-68 15,0 1-76-15,-4-2-4 0,5 1 64 0,-5 2 112 16,0-2-64 0,0-4 12-16,0-2 4 0,-5-3 9 15,-3-4 39-15,5-3 32 0,-1-3 4 16,-4-7-88-16,-1 3-60 0,2-5 0 0,-5-5-8 0,-1-1 32 16,-2-2 24-16,-1-2-12 0,-4 0 0 15,-4-4-20-15,0-2-84 0,-4-5-4 0,-4-2-244 16,-3 0-80-16,-1-6 92 0,0-2-72 0,0-3 28 15,8-1 104-15,4 2-9 16,4 1 93-16,9-1 4 0,-2 0 84 16,5 1 4-1,4 0 8-15,4-1-8 0,0-3 8 16,0 0 112-16,0 1-28 0,4-4 13 0,4 4-13 16,5-5-96-16,-2 4-48 0,5-1-73 15,-4 0 25-15,8 1-4 0,0 4-44 0,0-4 8 16,0 4-20-16,-1-1-4 0,-2 4-8 15,-2-1-28-15,-2 4-36 16,-2 1-72-16,-3 2-236 0,5 0-404 0,-6 0-528 0,1 2-916 16,1 1-2361-16,-1 4-3339 0</inkml:trace>
  <inkml:trace contextRef="#ctx0" brushRef="#br0" timeOffset="14744.975">17543 4724 5624 0,'0'0'2212'0,"0"0"-852"0,0 0-312 0,0 0-3 15,0 0-81-15,0 0-200 0,0 0-228 0,0 0-28 16,0 0 0-16,0 0-52 0,8-26-192 16,-5 24 12-16,-3-2-24 0,4 1-100 15,0 0-4-15,0-4-4 0,1 5-72 16,-1-2 16-16,3 1-76 0,-3-3 76 16,4 2 136-16,1-2-160 0,-2 0 24 0,-3 3-80 15,4 0 44 1,-4-1-52-16,0 4-48 0,0-3-52 15,-4 3-36-15,4 0-28 0,-4 0 16 0,4 3 148 16,0 7 312-16,0-1-64 0,0 7-72 16,-4-3-76-16,0 6-16 15,0-3-84-15,0 3 4 0,0-3-4 0,0 0 0 16,0 3-8-16,0-3-76 0,0-3-4 16,0 2 12-16,0-2 0 0,-4 0-8 0,4-4-68 15,0 0-72-15,0 1-116 0,-4-3 0 0,4 0 12 16,0-5-148-16,-4 2-68 0,4-4-116 0,0 2-92 15,0-2-168-15,0 0-288 0,0 3-501 16,0-3-1015-16,8 3-2524 0</inkml:trace>
  <inkml:trace contextRef="#ctx0" brushRef="#br0" timeOffset="15684.282">18462 4673 8188 0,'0'0'2692'0,"0"0"-1111"16,0 0-421-16,0 0-92 0,0 0-36 0,0 0-200 15,0 0 148-15,0 0 184 0,97 0-416 16,-61 0-208-16,3 0-88 0,4 0 24 16,-6 0-76-16,3 0-120 0,-5-3-172 15,1 0-108-15,-4 3-24 0,0-3-108 16,-4-4-64-16,0 1-84 0,0 0-340 16,0-1-384-16,-4-2-348 0,-9-1-1008 0,-2 4-2865 0,-2-4-3751 15</inkml:trace>
  <inkml:trace contextRef="#ctx0" brushRef="#br0" timeOffset="15894.025">18825 4696 6168 0,'0'0'4376'16,"0"0"-2419"-16,0 0-505 16,-60 88-24-16,45-56-144 0,-2 6-156 0,2-3-288 15,2 7-296-15,-2-1-176 0,2 3-172 16,-2 4-124-16,3-3-72 0,-4-1-56 0,4-6-56 15,4-9-20-15,4-7-92 0,4-10-8 16,0-5-320 0,0-7-68-16,9 0-260 0,-2-7-176 15,9-5-440-15,4-7-1364 0,-8-1-2309 16,12-22-1019-16</inkml:trace>
  <inkml:trace contextRef="#ctx0" brushRef="#br0" timeOffset="16091.491">18897 4873 4852 0,'0'0'3200'0,"0"0"-1284"0,0 0-703 0,0 0 71 15,0 0 108-15,0 0 124 0,0 0-220 16,0 0-228-16,0 0-328 0,12 74-148 16,-8-40-136-16,0 1-92 0,0 0-104 15,-1 0-64-15,10-4-112 0,-5 2-84 0,4-8-96 16,8-3-88-16,0-9-60 0,4-3 164 16,8-7 80-16,0-3 0 0,7-3-160 15,1-10-428 1,0-6-224-16,-4-1-428 0,-4-1-1020 0,-8 5-2629 15,-1-6-2927-15</inkml:trace>
  <inkml:trace contextRef="#ctx0" brushRef="#br0" timeOffset="16680.895">17925 5057 5472 0,'0'0'4664'0,"0"0"-2451"0,0 0-1001 15,0 0-56-15,0 0-48 0,0 0-152 0,0 0-224 0,0 0-188 16,0 0-136-16,52-66-100 16,-48 63-124-16,0 3-108 0,-4 0-28 0,0 0-36 15,0 0 64-15,0 0-16 0,0 0-12 16,0 3 100-16,0 3-36 15,-4 4 72-15,0-1-64 0,0 1-32 0,-5-1 20 0,6-2-20 16,-5-4 32-16,4 3 4 0,0-6-28 16,0 3-44-16,4-3-52 0,-5 0-72 15,5 0-48-15,0 0-4 0,0-3-60 0,0 0-60 16,0 0 24-16,0 0 60 0,0-4 48 16,5 4-48-16,-1 0 40 15,-4 3-28-15,4-3-36 16,-4 3-4-16,0 0 4 0,0 0 24 15,0 0 60-15,0 0 4 0,0 0 44 16,0 0 52-16,0 0 88 0,0 0-4 0,0 0-84 16,0 0-24-16,0 0-184 0,0 0-216 15,-4 3-136-15,0-3-232 0,-1 0-84 16,2 0-176-16,-1 0-220 0,0 0-500 16,0 0-293-16,4 0-663 0,0 0-204 0,28-3-424 0</inkml:trace>
  <inkml:trace contextRef="#ctx0" brushRef="#br0" timeOffset="17961.648">18060 5038 5412 0,'0'0'2364'16,"0"0"-652"-16,0 0-83 0,0 0-141 0,0 0-288 15,0 0-188-15,0 0-80 16,0 0-164-16,0 0-204 0,0 0-180 16,9-18-124-16,-9 18-64 0,0 0-20 0,0 0-40 0,0 0-64 15,0 0 4-15,0 0-68 0,0 0 4 16,0 0-4-16,0 3 40 0,0-3 28 16,0 3 48-16,-4 3 8 0,-1 4-8 0,-3 2 0 15,1 1-112-15,-5 4 60 0,3-5-8 16,-2 1 32-16,3-5-32 0,-1 3-4 15,5-8-48-15,1 0 76 0,3-3-4 0,-4 2-24 16,4-2-52-16,0 0 4 0,0 0-12 16,0 0-68-16,0-2-68 0,0-1 28 0,0-7-52 15,0-2 108-15,4-1 40 0,3 1-28 0,2-2-20 16,-1 1 48-16,3 4-52 16,-2-1-8-1,3 7-40 1,-5-3-8-16,6 6-16 0,-5 0 24 0,-1 0 36 15,1 0 68-15,-4 0-52 0,-4 0 12 0,0 0 48 0,0 6 40 16,0 1 144-16,0 2-72 0,-4 4-52 16,-4 0-60-16,1-4 8 15,-1 1 92-15,3-3 0 0,-3-1-4 0,4-4-8 16,1 1-8-16,3 0-76 0,0-3 4 16,-4 0 80-16,4 0 8 0,-4-3-96 0,-5-6-60 0,5 0 0 15,-3-8-124-15,-1 2 120 0,-1-1 52 16,5 3-36-16,0 1 4 0,4 2 36 0,0 4 8 15,0 0-8-15,0 2 0 16,0 1-40-16,0 3 40 0,0 0-200 16,0 0-52-16,4 0 12 0,0 0 240 0,5 0-52 31,-5 0-64-31,-4 3 124 0,4 3 12 0,-4 1 72 16,0-1 40-16,0 1-12 0,0-1-104 15,-4 3-8-15,0-2-160 0,0-1-64 16,-5 0-60-16,9-2 0 0,-4-1 20 15,1-3 16-15,-1 0-28 0,4 0 60 0,-4 0 16 16,4 0-52-16,-4-7-48 0,4 1 112 16,0 0 24-16,0-1 76 0,0 1-52 0,0 0 132 0,4 0-4 15,0 2-52 1,3 1-12-16,1 3-128 0,5 0 40 0,-2 0 24 0,2 0 132 16,-2 3-132-16,1 4-76 0,-3-1-216 15,-2 3-844-15,1 1-257 0,0-1-759 16,-3-2-1732-1</inkml:trace>
  <inkml:trace contextRef="#ctx0" brushRef="#br0" timeOffset="19322.121">19762 4566 3208 0,'0'0'1916'0,"0"0"-276"0,0 0-172 0,0 0-120 16,0 0-184 0,0 0-163-16,0 0-101 0,0 0-188 0,0 0-88 0,0 0-40 0,-4-13 36 15,4 13 56-15,-5 0-32 16,5 0-44-16,0 0 44 0,0 0-76 16,-4 0-136-16,1 0-64 0,-1 6-84 0,-4 1-284 0,-8 2-4 15,4 4-96-15,-1 6 16 0,-2 3 24 16,3 6 52-16,4 1 8 15,0 6 60-15,0 3-52 16,8 6 88-16,0 1 4 0,0 3-88 0,8-1-12 16,0-2 0-16,4-7-60 0,4 0 52 15,0-10-140-15,0-3-24 0,0-2 12 16,3-7-36-16,2-6-16 0,-1-4-156 0,3-3-428 16,1-3-160-16,4-9-608 0,-11-1-1648 15,10-18-3781-15</inkml:trace>
  <inkml:trace contextRef="#ctx0" brushRef="#br0" timeOffset="19624.471">20024 4772 8536 0,'0'0'2753'16,"0"0"-985"-16,0 0-548 0,0 0 208 15,0 0-276-15,0 0-232 0,0 0-104 16,0 0-324-16,0 0-160 0,88-44-160 0,-64 27-172 15,4-2 0 1,0 4-124-16,0-2 16 16,-1 5-88-16,-3 2-40 0,1 4 28 0,3 3-28 15,-4 3 52-15,-5 6 24 0,5 4 48 16,-4 5 64-16,0 4 0 0,0 7 48 16,-4 0 0-16,0 2 84 0,-5 7 40 15,2-3-76-15,-5 3-36 0,-5 2 88 0,6-1-24 16,-5-4-4-16,-4-7-64 15,4-3 0-15,-4-9-8 0,4-4-12 16,-4-2-124-16,0-4-136 0,4-3-100 16,-1-3-560-16,5-10-1268 0,-3 0-2541 15,7-25-3119-15</inkml:trace>
  <inkml:trace contextRef="#ctx0" brushRef="#br0" timeOffset="19800.776">20614 4635 8160 0,'0'0'3089'16,"0"0"-1805"-16,0 0-352 0,0 0 424 15,-79 51-184-15,55-28 44 0,0 2-312 16,-1 7-336-16,-2 3-188 0,0-1-72 16,2 4-124-16,-3 3-88 0,0 1-96 31,0-7-172-31,8 3-108 0,1-10-520 0,6-1-140 0,2-8-312 16,7-8-840-16,0-1-1080 15,4-10-2353-15</inkml:trace>
  <inkml:trace contextRef="#ctx0" brushRef="#br0" timeOffset="20068.805">20902 4496 8492 0,'0'0'1940'16,"0"0"-191"-16,0 0 407 0,91-4-236 15,-63 14-476-15,-1-1-248 16,-3 4-300-16,4 3-224 0,0 5-208 0,-4 2-208 0,4 0-112 15,-8 5 28-15,0 1-136 0,0-1-36 16,-12 8-84-16,-4 4-4 0,-4 5 76 16,-8 3-72-16,-8 2 0 0,-4 5-52 0,-8-1-56 15,-3-1-40-15,-5-2 84 0,-1 0-48 16,-2-6 124-16,-1-1-220 0,-1-3-112 16,-2-6-224-16,4 0-200 0,3-9-700 0,4-4-1084 15,4-7-2697-15,-9-5-2651 0</inkml:trace>
  <inkml:trace contextRef="#ctx0" brushRef="#br0" timeOffset="37585.098">9606 8436 6596 0,'0'0'1040'16,"0"0"-624"-16,0 0-16 0,0 0 236 15,0 0-364-15,15-76 452 0,-10 59 1477 16,-5 2-1049-16,0 2-364 0,0-3-80 15,0 4-56-15,0-1-100 0,0-4-8 16,-5 5 4-16,1-4-28 0,-3 0-124 0,-1 0-52 16,0 1-72-16,-1 2-88 15,-2-3-60-15,-2 4-24 0,2-1-28 16,-1 3 28-16,0 0 32 0,-4 3 152 16,0 2-112-16,0 2-52 0,0 0-44 15,-8 3-4-15,1 0 12 0,-5 0 28 16,0 9-100-16,-8 0-12 0,0 5-72 0,0 5 60 15,4 0-100-15,0 3-36 0,-4 3-24 16,4 4-36-16,1 3 40 0,3 6-4 0,-4 3 60 0,8 3 12 16,1 3-8-16,2 2 8 15,5 2 92-15,0 2-76 0,9-1 32 16,3 4 52-16,-1-2 56 0,5 3 64 0,0-3-44 16,9 0-76-16,2-6 108 0,1-4-8 15,0-9 12-15,4-4-40 0,4-1 88 16,-3-8-24-1,-2-6-16-15,5 0 4 0,-1-7 48 16,6-3-4-16,-5-2 4 0,4-1-48 0,-1-3 80 16,-3-3-8-16,8-7-72 0,-3-2-4 15,-2-4-60-15,-3-7-60 0,4 1-76 16,-5-3-72-16,-2 3-360 16,-2-3-288-16,-2-2-64 0,-6 5-88 0,-3 0-308 15,-4 3-516-15,0 0-608 0,-7 3-669 0,-5 7-1103 16,-8-7 164-16</inkml:trace>
  <inkml:trace contextRef="#ctx0" brushRef="#br0" timeOffset="37745.524">9159 8849 3740 0,'0'0'2356'16,"0"0"-420"-16,0 0-200 0,0 0-187 0,0 0 3 15,0 0-252-15,0 0-200 0,0 0-224 16,0 0-284-16,0 0-316 0,-40 0-76 0,53 0 380 0,2 2 324 0,2-2-144 16,6 4-184-16,-3-4-208 0,4 0-196 15,-4 0-88-15,4-4-84 0,0-4-72 16,0 1-40-16,-1-3-156 0,-3 1-416 0,5-1-620 15,-5 4-688-15,-9-1-2064 16,5 7-2041-16</inkml:trace>
  <inkml:trace contextRef="#ctx0" brushRef="#br0" timeOffset="37916.496">9426 8887 9168 0,'0'0'1552'0,"0"0"-895"16,0 0 331-16,4 73 240 0,-4-48 28 0,4 3 76 15,0-3-404-15,1-1-220 0,2-3-116 16,-3-1-112-16,4 2-332 0,1-3-148 0,-2 0-144 0,1 0-52 0,4-4-88 16,0-2-124-16,0-6-284 0,4 0-280 15,4-7-364-15,0-11-812 16,0 2-901-16,-1-23-2923 0</inkml:trace>
  <inkml:trace contextRef="#ctx0" brushRef="#br0" timeOffset="38369.179">10128 8083 11401 0,'0'0'1600'15,"0"0"-1024"-15,0 0 56 0,0 0 104 0,0 0 108 16,0 0 308-16,0 0-96 0,0 0-328 0,4 83-200 15,-4-52-60-15,0 8-152 0,0 1-72 16,-4 9-108-16,0 1-4 16,0 7-56-16,-5 8 8 15,2 1-84-15,3 3-4 0,-4-2-168 16,-1 0 56-16,2-1 112 0,3-2 0 0,0-7-76 0,0-6 80 16,0-4 4-16,4-8-4 0,0-4-8 0,0-7 8 0,0-2 4 15,0-4 44-15,0-3-36 16,8-3 56-1,-4-1-64-15,0 2-8 0,0-5-52 0,4 1 48 16,0 0 12-16,0-1-4 0,3-2 48 0,2 0-36 31,2-1 48-31,-2-3 88 0,6 1-28 0,-3-1 4 0,5 0 8 0,-2-3 4 16,1 4-40-16,4-7-12 0,-4 3-8 16,0 0-4-16,0-3-60 0,-4 4-4 15,0-4-8-15,-4 0-44 0,4 0-40 16,-8 0-52-16,3 0-96 15,2 0-168-15,-5-4-320 0,-1 1-152 0,1-3-164 16,-4-1-468-16,1 1-1108 0,-5-10-2701 0</inkml:trace>
  <inkml:trace contextRef="#ctx0" brushRef="#br0" timeOffset="38769.136">10566 9024 3940 0,'0'0'8781'16,"0"0"-7229"-16,0 0-1236 0,0 0 88 0,0 0 216 15,0 0 748-15,0 0-156 16,0 0-532-16,8 72-288 0,-8-43-84 16,3 3 24-16,2 3-100 0,-5 2-64 0,0 2-116 15,0 2-52-15,0-3-4 0,0-6-84 0,0-4 16 16,0-9-28-1,0-9-32-15,0-1-88 0,0-9 12 0,4 0 72 16,4 0 76-16,3-6-100 0,6-9 152 16,3-5-80-16,-1-5-48 0,2-4-36 15,-2 4 0-15,1-1 48 0,0 3 40 0,0 9-16 16,-4 1 28-16,-4 7-52 0,4 1 0 0,-8 5 124 0,0 0 12 31,4 5 148-31,-8 3 100 0,4-2 48 0,-1 8 60 16,-2-2-24-16,-1 8-124 0,0-5-84 15,-4 5-40-15,0 2-88 0,0 0-8 16,0-3-84-16,0 0-136 0,0-3-148 0,0-3-160 16,0-7-364-16,0-4-536 0,8-2-1176 15,-1-2-1985-15,10-21-1815 0</inkml:trace>
  <inkml:trace contextRef="#ctx0" brushRef="#br0" timeOffset="39053.988">11402 8308 12693 0,'0'0'1556'0,"0"0"-1064"0,0 0 116 0,0 0 220 16,0 0 200-16,0 0-40 0,-79-34-320 0,67 43-252 31,0 7-180-31,1 13-128 0,2 6 40 16,-3 12 36-16,5 7 12 0,-2 10 60 15,1 2-36-15,0 4-136 0,1 4 0 16,-6-5 28-16,9-5-100 0,-3-10-12 0,7-13-24 16,0-10-88-16,0-8-92 0,7-11-4 15,5-8-24-15,8-4 48 0,4-7-24 16,4-15-320-16,12-10-236 0,-1-9-736 0,-11 6-1572 16,21-28-3497-16</inkml:trace>
  <inkml:trace contextRef="#ctx0" brushRef="#br0" timeOffset="39244.764">11722 8322 11957 0,'0'0'1688'0,"0"0"-1412"0,0 0 184 0,-17 66 408 15,6-30 680-15,-2 2 28 0,2 8-496 16,-1 6-332-16,-1 1-40 0,2 8-172 0,-5 3-256 31,0-1-159-31,0-2-121 0,4-5-85 0,0-5-87 16,4-13-216-16,8-13-112 15,0-8-12-15,4-11-40 0,8-6-96 0,4-12-304 0,8-11-188 0,0-9-596 16,-5 0-2324-16,18-25-2165 0</inkml:trace>
  <inkml:trace contextRef="#ctx0" brushRef="#br0" timeOffset="39431.821">11896 8360 6036 0,'0'0'6625'0,"0"0"-5237"0,0 0-740 16,0 0-80-16,0 0 196 0,-11 69 636 0,7-41-172 0,-4 12-380 15,-4 1-252-15,0 6 128 16,-4 0-92-16,0 8-316 0,0 2-316 0,-3 0-160 0,2-3-84 16,2-3-132-16,2-10-280 15,2-13-140-15,7-6 8 0,4-12-52 0,0-10-200 16,4-3-532-16,3-13-904 16,1-3-1733-16,8-19-1271 0</inkml:trace>
  <inkml:trace contextRef="#ctx0" brushRef="#br0" timeOffset="39754.58">11932 8397 4256 0,'0'0'8489'0,"0"0"-6897"0,0 0-568 0,0 0 420 15,0 0-612-15,0 0 72 0,88 0 408 16,-72 4-236-16,4 2-336 0,-4-3-263 0,4 4-249 16,-4 0-216-16,-4 1-12 0,4 5-168 15,-5-1 48-15,-2 2-64 0,-1 8 75 0,-8 3-3 16,0 4-116-16,-8 6-28 0,-5 0 24 15,-10 3 48-15,-1-3 76 0,0 0 108 16,-4-7 0-16,0 1 84 0,4-4-20 16,5-3-52-16,6-2-12 0,1-5-96 0,9 1-48 15,3-3-40-15,0 3 12 16,15 0 168 0,1 0 4-16,12 3 100 0,8 0 180 0,4-1 256 15,8 2 48-15,-1-1-147 0,5 0 71 16,0-3-36-16,0-7-156 0,-4-2-316 0,-1-4-12 0,-3-3-220 0,-8-7-68 15,0-8-248-15,-4-10-277 0,0-5-443 16,-4-8-744-16,-8 10-2512 0,0-26-2153 16</inkml:trace>
  <inkml:trace contextRef="#ctx0" brushRef="#br0" timeOffset="40002.276">12634 8251 12105 0,'0'0'1472'0,"0"0"-840"0,0 0 720 16,0 0-484-16,99 39-380 0,-71-23 284 16,0 0 400-16,0 3-400 0,-4 3-208 0,0 3-136 15,-5 4-112-15,-2 3-120 0,-6 2-40 16,-7 5-44-16,-4 5-100 0,-4 3-12 16,-15 4-76-16,-5 3 68 0,-8 3-88 0,-4 4-48 15,-4-4-4-15,-4-3-36 16,1-7 76-16,-1 2-28 15,4-12-388-15,4-5-296 0,5-6-128 16,6-11-468-16,13-5-1560 0,0-10-4901 16</inkml:trace>
  <inkml:trace contextRef="#ctx0" brushRef="#br0" timeOffset="40636.758">13861 8763 11205 0,'0'0'2092'16,"0"0"-1128"-16,0 0-168 0,0 0 628 15,84-32-256-15,-49 22-216 0,9 4-152 16,8 3-188-16,8-1-60 0,11 2-4 16,9 2-76-16,8 0-167 0,8 6-37 15,7 0-136-15,1-3-36 0,-1 4-84 0,1-7 12 0,-4 0-24 16,-1-7-4-16,-11-2-152 0,-5-7-124 15,-7 0-73-15,-8-2-119 0,-8-6-236 16,-12 3-320-16,-9-2-400 0,-11 1-956 16,-12 3-2136-16,-12 0-2505 0</inkml:trace>
  <inkml:trace contextRef="#ctx0" brushRef="#br0" timeOffset="40898.577">15264 8391 9864 0,'0'0'1909'0,"0"0"-797"0,0 0 380 16,0 0-296-16,99-3-276 0,-67 6-96 0,-4 7 28 15,4-1-76-15,0 5-148 0,-1-2-140 16,1 3-204-16,-4 5-140 0,-4-1 16 0,-4-1-40 16,-4 5-72-16,-4 2-32 0,-5 4-12 15,-7 3 0-15,0 2 56 0,-11 5-60 16,-6 2 0-16,-6 0-12 0,-1 0 4 0,-8 3-80 15,-3 2-8-15,-6-5 0 0,2-3-16 16,-1 0-8-16,-4-3-40 16,4-7-232-16,4-5-256 0,5-4-180 0,6-10-236 15,10-5-968-15,-1-4-2873 0</inkml:trace>
  <inkml:trace contextRef="#ctx0" brushRef="#br0" timeOffset="41974.012">17634 7960 7372 0,'0'0'4733'0,"0"0"-3109"0,0 0-536 16,0 0-4-16,-12-71 192 0,0 56-48 15,-4-2-220-15,1 9-200 0,-6-5-308 0,-7 6-184 0,0 2-108 16,-4-2-48-16,-7 7-88 16,-1 0 12-16,0 7-84 0,-7 7 0 15,2 5-132-15,-2 7 84 0,-1 2-88 0,4 8 80 16,5 2 52-16,-2 3 8 16,13 1-4-16,5-4 12 0,3-3 48 0,8-1 0 0,3-2 64 15,9-1-64-15,0-1 36 0,0-1-12 16,13-1 28-16,2 0 57 0,6 1 63 0,3-1 72 15,8-2 68-15,-1 0-80 16,9-1-124-16,3-4-56 0,2 5 20 0,2-4-60 16,1 1 36-16,1-1-96 0,2 1 64 15,-7-4-68-15,3 0 44 0,-7-1-52 16,1 1 0 0,-6 0 40-16,1 1-32 0,-8-2-4 15,0-2 48-15,-8 3-4 0,-1 0 12 0,2-3 0 16,-10 1 12-16,2-3-24 15,-2 0 12-15,-7 2 12 0,0 0 0 16,0-4 36-16,-4 4 36 0,0 3 64 0,-8-3 92 16,-3 3-96-16,-6 0-36 0,-2 1-24 15,-5-1-8-15,-4-5-64 0,0 5 12 0,-8-2 12 0,0-4-36 16,1 2-60-16,-10-2-4 16,6 0-4-16,-6-3-52 0,2-1 12 15,0 4 4-15,2-4 44 0,-2 0 0 0,3-2-12 16,3 2-36-16,2-2 44 0,3-1-4 15,4-3 8-15,0 0 0 0,5-3-4 16,-1 0-116 0,3 0-4-16,1-6 28 0,5 0-24 0,-2-4-60 15,10 1 0-15,-1 2-12 0,0-2 24 16,4-1-28-16,-1 4-44 0,2-3 72 16,3 6-12-16,0-1-76 0,0 1-32 15,0 3-76-15,0-3-96 0,0 3-96 16,8-3-201-16,0 3-435 0,0 0-440 15,3 0-580-15,2 0-2200 0,2 0-2909 0</inkml:trace>
  <inkml:trace contextRef="#ctx0" brushRef="#br0" timeOffset="45194.817">16785 7906 7052 0,'0'0'244'15,"0"0"3913"-15,0 0-3169 0,0 0 132 16,0 0-40-16,0 0 80 16,0 0-156-16,0 0-84 0,0 0-156 0,-24-3-148 15,24 3-208-15,0 0-152 0,0 0-96 0,0 0-124 16,4 0-36-16,1 0-172 16,7 3 172-16,-1 2 96 0,5 9-44 15,4-3-52-15,0 3 8 0,4 2 16 0,4 0-24 16,4-4 8-16,0 1 64 15,4-1-68-15,-1-2-4 0,1 4 12 0,4-8 0 0,-4 2-8 0,4-1-4 16,-5 0-84-16,1-4 84 0,5 3 0 16,-10-3-4-16,5 0-4 15,-4-3 8-15,0 0 4 0,0 0 0 0,-4 0 0 16,-4 0-4 0,-5-3 8-16,1 0 76 0,-3-3-68 0,-2 0-4 15,2-5 0-15,-2 3 36 16,-3-9-48-16,0 4-12 0,0-2-136 15,0-1-72-15,-8 3 36 0,4-2-48 0,-8 2-64 16,0 2 64-16,0 0-112 0,0-3-28 16,-4 6 136-16,-4-2-96 0,0-3-68 15,0 1 28-15,0-2-88 0,-4 3-24 16,4-3 60-16,-4 4 20 0,0 4 100 16,0 0 52-16,-3 6-16 0,-5 0-176 0,-5 3-420 15,1 6-456-15,1 1-1033 0,-14 13-1999 0</inkml:trace>
  <inkml:trace contextRef="#ctx0" brushRef="#br0" timeOffset="48483.736">18275 9121 5380 0,'0'0'92'16,"0"0"156"-16,0 0 2700 0,0 0-1368 0,0 0-279 15,0 0-225-15,0 0-144 0,0 0-220 16,0 0-64-16,0 0-32 0,-8-5-76 16,8 5-36-16,0 0 32 0,0 0 36 0,0 0-28 0,0 0-52 15,0 0-24-15,0 0-16 0,0 0-48 0,0 0 0 16,0 0-52-16,0 0-68 0,0 0-92 15,0 0-80-15,0 0-16 0,0 0-48 16,0 0-44-16,0 0 0 0,0 0-4 0,0 0 0 16,0 0-4-16,0 0-80 15,0 0 12-15,0 2-4 16,-3-2 28-16,3 7 4 0,-4-1 44 16,0 4 8-16,-4-1-8 0,3 4 0 15,-2 3 8-15,3 2 40 0,0 5-44 16,0 6 0-16,0 2 56 0,-5 10 16 0,6 4-28 15,-1 6-48-15,-4 6 0 0,0 3 0 16,0 0-12-16,0 8-60 16,0-5-52-16,0-3 124 0,0-2 184 0,0-5-40 0,0-9-144 15,4-2-36-15,1-7-12 0,-2-6-12 0,5-4-16 16,-4-3-32-16,4-3-76 16,0-6-84-16,0-1-132 0,0-2-40 0,0-7-52 15,0 0-392-15,0-3-252 0,0 0-468 16,4-9-264-16,1-7-1088 0,-5 3-1961 15,3-21-1151 1</inkml:trace>
  <inkml:trace contextRef="#ctx0" brushRef="#br0" timeOffset="48832.022">18288 9262 2692 0,'0'0'4192'15,"0"0"-1672"-15,0 0-1204 16,0 0-427-16,0 0 11 0,0 0 44 0,0 0-120 16,0 0-204-16,0 0-164 0,0 0-156 0,0 0-60 0,7 66-40 15,-7-37 4-15,0 6 48 16,0 5-16-16,0 4-12 0,-7 8-76 0,-1 2 16 15,-5 3-116-15,6 3-48 0,-10-2 0 16,6 2 0-16,-1-6 0 0,0-3 4 0,4-7 96 16,-4 1 12-16,4-7-28 0,0-6-84 31,0-4 0-31,4-3-48 0,0-6 0 0,0-6-52 16,4 0-100-16,-4-7-136 0,4-3-24 15,0-3-120-15,0 0-96 0,0-6-424 16,0-7-576-16,0 1-2677 0,4-23-1171 15</inkml:trace>
  <inkml:trace contextRef="#ctx0" brushRef="#br0" timeOffset="49316.687">18339 9229 3952 0,'0'0'6304'15,"0"0"-5271"-15,0 0-185 16,0 0-56-16,0 0 304 0,0 0-108 0,84-44-172 16,-60 41-260-16,0 3-180 0,4 0-140 15,0 0-100-15,-1 6-36 0,-3 3-96 16,0 4 0-16,-7 1 0 0,-2 5 84 0,-7 6-28 16,-4 6 52-16,-4 4-104 0,-4 6-8 15,-8 1 0-15,-4 5-124 0,-7-2-72 16,-5-1-116-16,0-3-52 0,-4-3-28 0,4-2 80 15,0-8 72-15,0-2 52 0,8-8 188 16,-4-5 80-16,4 0-80 0,4-4-100 16,4-2-40-16,1-4 132 15,2 0 8-15,1-3 56 0,4 4 20 0,4-4-40 16,0 0-36-16,0 0-112 0,0 2 112 16,0 3 136-16,8 0 204 0,1 8-64 0,2-1-44 0,1 2 40 0,4 5 16 15,0-5-40-15,4 9 4 16,0-4-32-16,0 3 16 0,8 1-72 31,-4-1 8-31,4 0-100 0,-4 0-8 0,4 4-64 16,-5-7 208-16,1 0-208 0,0 0-12 15,-4-6 8-15,-4 2-96 0,-5-2-20 0,6-3-56 16,-9-4-144-16,4 1-264 0,-4-4-444 16,0-3-468-16,-5 0-1028 0,6-7-1485 0,-5-8-2023 15</inkml:trace>
  <inkml:trace contextRef="#ctx0" brushRef="#br0" timeOffset="49625.293">19085 9175 3648 0,'0'0'8829'15,"0"0"-7681"1,0 0-892-16,0 0 60 0,-21 80 316 0,21-48 540 16,-3 6-120-16,3 6-432 0,0 7-260 15,0 0-160-15,0 6 8 0,0 3-96 16,0 7-112-16,0 0-72 0,-8 3-24 16,-1-5-40-16,-2 0-12 0,3-5 84 15,-5-6-8-15,6-7-4 0,-1-8-36 0,0-11 16 16,3-6 20-16,1-9-60 0,4-4-52 0,0-9-332 15,0 0-136-15,4-9-124 0,5-13-636 16,3-7-972-16,-5 1-2081 0,6-27-1919 0</inkml:trace>
  <inkml:trace contextRef="#ctx0" brushRef="#br0" timeOffset="50020.792">19204 9194 5256 0,'0'0'324'0,"0"0"2392"0,0 0-1512 0,0 0-348 16,0 0 213-16,0 0-69 0,0 0-144 0,79-9-168 15,-62 9-232-15,2-3-100 0,1 3-144 16,1 0-84-16,-2 0-28 0,-3 3-24 16,4 4 24-16,-8-2 28 0,0 8-16 15,0 1 40-15,-8 5 72 0,-4 6 80 16,0 6 60-16,-9 4-28 0,-2 6-52 0,-9 1-72 16,-4-2-64-16,-3 6-84 0,-1-9-16 15,0-2-48-15,-4-3 272 0,4-7-60 16,0-6 8-16,-4-2-120 0,4-4-92 15,0-4-8 1,4-3 0-16,5-3-72 0,-2-3-348 16,6 0-336-16,2-3-268 0,2-6-32 0,3-4-632 15,3 1-1413-15,5-18-3843 0</inkml:trace>
  <inkml:trace contextRef="#ctx0" brushRef="#br0" timeOffset="50334.571">19702 8728 4468 0,'0'0'6737'0,"0"0"-5437"0,0 0-420 0,0 0 8 16,12 79 72-16,-12-48 200 15,0 7-64-15,0 4-340 0,0 0-324 0,0 2-136 16,0 1-100-16,-4 2-160 0,4-2-36 0,0-1-172 16,0 0-124-16,-4-5 0 0,4-8-236 15,0-2-436-15,4-7-300 0,0-9-1252 16,3-1-3317-16</inkml:trace>
  <inkml:trace contextRef="#ctx0" brushRef="#br0" timeOffset="55756.976">10753 11515 10572 0,'0'0'1401'16,"0"0"-1245"-16,0 0 36 0,0 0 204 0,0 0 164 15,0 0 232-15,0 0 68 16,0 0-244-16,88-12-16 0,-56 9-120 0,3-1-92 0,1 1-76 16,5 0-140-16,2 3-60 0,-7 0-100 0,4 0 36 15,-4 6 28-15,-8 1-64 16,0 2-16-16,-9 1 8 0,-2 2 0 16,-2 4 120-16,-7 3-48 0,0 7 108 0,-4-1-96 15,-4 6 20-15,-4 5 28 16,-8 2-48-16,-4 1-76 15,-4 1-12-15,-4 5-12 0,-4-1-100 16,-4-3 0-16,0 3 16 0,1 1-16 16,3-6 108-16,1-1 4 0,2-4 56 0,9-4-48 15,4-5-8-15,5 0 4 0,7-6 60 16,4 0 48-16,7-3-104 0,6 0 64 16,6-3 164-16,5-1 72 0,4-6 208 15,4-2 96-15,0-4-392 0,0 0 12 0,-5-4-124 0,-3-5-96 16,-3 0 92-16,-6-1-104 15,-3 1-48-15,-4-1-36 0,-4 4-136 16,-4-4-328-16,-4 1-188 0,0 3-228 0,-12-8-424 16,0-1-940-16,-4 2-2505 0,-16-6-1615 15</inkml:trace>
  <inkml:trace contextRef="#ctx0" brushRef="#br0" timeOffset="55951.698">10901 12008 5108 0,'0'0'6757'15,"0"0"-6041"-15,0 0-712 0,0 0 424 0,0 0 492 16,0 0 204-16,91 15-156 0,-67-8-200 31,8-4-120-31,0 1-252 16,8-4-52-16,-1 0-152 0,2-4-184 0,-2-3-16 16,1-5-92-16,4-5-124 0,-4 3-816 15,-1-5-428-15,-3-1-912 16,-8 8-2673-16,4-5-2755 0</inkml:trace>
  <inkml:trace contextRef="#ctx0" brushRef="#br0" timeOffset="57545.236">13578 11851 9244 0,'0'0'2013'16,"0"0"-869"-16,0 0-236 0,0 0-20 15,0 0-216-15,0 0-104 0,0 0 20 16,0 0 56 0,0 0-160-16,0 0-112 0,100-21-112 15,-69 14-60-15,1 0-4 0,4 2-36 0,1-2 64 16,6 0-28-16,4 2-24 15,5-2 12-15,4 0-84 0,8-2-28 0,0 0-72 16,7-1 0-16,-2 1-4 0,2-4-276 16,0 4 280-16,-2 2 184 0,-2-2-116 15,-3-1-68-15,4 4-8 0,-5 0 0 0,1-1-104 0,-4 1 64 16,-4 3 40-16,0-4 4 0,-5 4 0 16,-7-1 4-16,4 2 0 0,-8-4-8 15,0 2-60 1,-1 2 64-16,-3-5 8 0,1 0-8 0,-6 2 4 0,1-2-4 15,0-3-72-15,0 1 76 0,-4 0-112 16,4-2-8-16,-9 3-92 0,5-6-356 16,-4 5 48-16,-4-1 72 0,0-2 176 15,-4 5-220-15,-1-2-88 0,-6-1-300 16,-1 1-620-16,0-4-937 0,-8 7-2211 0</inkml:trace>
  <inkml:trace contextRef="#ctx0" brushRef="#br0" timeOffset="57843.672">15487 11353 7716 0,'0'0'3080'0,"0"0"-1523"0,0 0-1261 0,0 0-232 16,0 0 176-16,0 0 372 0,0 0 416 15,0 0-68-15,0 0-204 0,79 29-256 16,-59-19-128-16,0-1-48 0,3 8-52 15,-2-5-60-15,7 1-40 0,-8-1 12 16,3 4-36-16,1-3 64 0,-3-1-64 16,-6 1-12-16,-3 0-88 0,0-1-40 0,1 1 40 15,-10 0-40-15,1 3 44 0,-4 0 44 16,0 6-36 0,-12 7-60-16,-4-1 0 0,-4 7-108 0,-8 0 20 15,-4 0-20-15,-3-3-212 16,-5-1-164-16,0 1-72 0,-4-7-152 15,1-2-156-15,2-5-356 0,14-8-980 0,-13 3-3257 16</inkml:trace>
  <inkml:trace contextRef="#ctx0" brushRef="#br0" timeOffset="60089.89">17459 11734 1800 0,'0'0'10733'0,"0"0"-8785"0,0 0-1088 0,0 0-308 15,0 0-48-15,0 0 96 0,0 0-92 16,0 0-184-16,0 0-324 0,20-56 0 0,-8 43-12 15,-1 3-76-15,2 1-36 16,-5 6-24-16,-1 3 48 0,1 0 88 16,1 6 12-16,2 7 248 0,-3 6 60 0,1 6-84 15,-5 3-16-15,-4 5-60 0,0-3-96 16,0-1-4-16,0-4-48 0,0-5-100 16,0-7 88-16,0-7-112 0,0-3-60 15,0-3-36-15,0 0-264 0,0 0-312 0,0-12-300 16,0-4-648-16,0-12-1008 0,0-8-2041 15,0 11-1482-15</inkml:trace>
  <inkml:trace contextRef="#ctx0" brushRef="#br0" timeOffset="60252.74">17467 11357 3844 0,'0'0'1444'0,"0"0"3084"0,0 0-2659 0,0 0-509 15,0 0-176-15,0 0 88 0,0 0-240 0,0 0-308 16,0 0-52-16,0 0-228 0,44-16-272 15,-25 16-172-15,2 0-80 0,-1 0-164 16,-1 6-116-16,5 4-436 0,-4 2-656 16,0 1-1324-16,0 6-4561 0</inkml:trace>
  <inkml:trace contextRef="#ctx0" brushRef="#br0" timeOffset="60706.852">18020 11589 2996 0,'0'0'8481'0,"0"0"-6865"16,0 0-676-16,-84 44 200 0,56-26 16 0,-3 5-144 16,7-1-244-16,0 4-288 0,4-1-196 15,5 0-64 1,2 4-72-16,5 0-88 0,5-1-8 0,3-5-40 16,0-4-12-16,0-10-36 15,0 1-100-15,3-10 48 0,10 0 88 16,-1-4 88-16,3-8 108 0,5-13 0 0,4-7-196 15,-4-6-160-15,4-3-528 16,0-7 60-16,-4 0 96 0,3-3 60 0,-2-5 36 16,3-8-32-16,-9-3 16 0,5 0-24 0,-8-3-4 0,1 4 404 15,-2 2 76-15,-3 13 128 16,-3 7 108-16,-2 12 92 0,1 7 112 16,-4 10 156-16,0 1 52 0,0 11 32 0,0-1-136 0,0 4-88 15,0 0-36-15,0 0-100 16,0 0-100-16,-7 7-220 0,2 7-24 15,-7 5-160-15,5 9 64 0,-1 4 116 0,-5 12-28 0,6 3 32 16,-1 10 0-16,-5 7-4 0,6 6-132 16,-5 7-12-16,3 1-12 0,2-1-24 0,3-1 12 15,0-10 36-15,4-3-72 0,0-11-116 16,4-8-160-16,3-9-36 16,1-10 72-16,9-6-236 0,-6-6-232 0,9-7-468 15,1-6-576 1,-6 0-2345-16,13-13-1875 0</inkml:trace>
  <inkml:trace contextRef="#ctx0" brushRef="#br0" timeOffset="61344.349">18686 12014 5032 0,'0'0'5380'0,"0"0"-3219"0,0 0-369 0,0 0-564 15,0 0-260-15,0 0-12 0,0 0 244 16,0 0-292-16,0 0-272 0,8 83-136 16,-4-39-144-16,-4 6-116 0,4 5-104 15,-4-4-124-15,0-7-12 0,0-2-116 0,0-9-44 16,0-3-12-16,3-8 4 16,-3-6-16-16,0-3-84 0,0-10-332 0,0-3-232 0,5 0-476 15,-1-10-932-15,-4-6-2268 0,4 4 247 16,-4-20-1695-16</inkml:trace>
  <inkml:trace contextRef="#ctx0" brushRef="#br0" timeOffset="61940.316">18737 11985 3616 0,'0'0'1368'0,"0"0"3664"0,0 0-3575 0,0 0-241 0,17-63 224 16,-13 53-12-16,-4 7-172 0,3 0-212 0,-3 3-416 0,0 0-292 15,0 0-128-15,0 0-112 0,0 0-20 16,0 0-16-16,0 0-60 0,0 0-116 15,0 0-84-15,0 0-68 0,-7 3-240 16,3 0 164-16,0 4 168 0,-5-4 92 0,5 0 32 16,1-3 48-16,-1 3-4 15,0 1-32-15,4-4 40 0,-4 0 124 16,0 0 0 0,4 0-12-16,0 0-40 0,0 0-68 0,0 0-4 0,0 0-12 15,0 0-60-15,0 0 56 0,0 0-44 16,0 0-28-16,0-4 28 0,4 1 52 0,-4-3 4 15,4 2 4 1,0 1-4-16,-4 3 0 0,0-3 4 16,0 3-8-16,0 0 0 0,0 0 0 0,0 0 8 15,0 0-8-15,0 0 0 0,0 0 4 16,0 0 0-16,0-3-56 0,0 3 8 16,0 0 48-16,0 0 0 0,0 0-44 15,0 0-52-15,0 0-36 0,0 0-28 16,0 0-20-16,0 0-44 0,0 0-72 0,0 0-28 0,0 0 40 15,0 0 48-15,4 0 52 0,-4 0 188 16,3 0 136-16,-3 3 16 0,4 0-12 16,-4 0 60-16,0-3 24 0,5 4 72 15,-5-4 52-15,4 3 64 0,-4 3-4 16,4 3-36-16,0 4-88 16,3 6-24-16,-3 3-52 0,5 3 16 0,3 8-52 0,-5-1-12 0,1 6-24 15,5 3 48-15,-6 3-52 0,1 4 40 16,-3 0-72-16,-1-1-40 0,-4 1-60 15,0 0-48-15,0-4-64 0,0-3-36 16,0-3-20-16,-4-9 20 0,4-1-12 16,0-8 24-16,-5-5-72 0,5-5-236 15,0-4-288-15,0-2-36 16,0-4-224-16,0 0-420 16,0-10-612-16,0-6-833 15,0-3-1467-15,0 2 300 0</inkml:trace>
  <inkml:trace contextRef="#ctx0" brushRef="#br0" timeOffset="62525.63">18814 12030 392 0,'0'0'2088'15,"0"0"2608"-15,0 0-3244 0,0 0 40 16,0 0 65-16,56-70-213 15,-45 63-108-15,5 1-252 16,4 0-180-16,-4 6-212 0,3-4-16 16,-2 4-44-16,-2 0-100 0,-2 4-60 15,-2 2-76-15,-3 0-176 0,1 1 4 16,-1 2-12-16,-8 0-28 0,3 8 64 0,-3-4-24 16,0 5-116-16,-3 5-8 0,-5-1-48 15,-5 4-112-15,2-1-160 16,-1 0-60-16,-4 4-16 0,-5-8 12 0,6 5 48 0,-1-10 64 15,0 1 48-15,4-5-76 0,-4-2-124 16,9-4 8-16,-2-3-12 0,5 0 100 16,0-3 76-16,0 0-24 0,4 0 20 0,0 0-32 15,0 0-56-15,0 0 0 16,0 0 36-16,0 0 68 0,4 0 240 0,0 0 48 16,0 0 56-16,5 0-16 0,-6 0 40 0,1 0-52 15,0 0 116-15,4 0 24 0,-4 0 128 16,0 0-64-16,4 0 136 0,0 3-136 15,0 1 72-15,0 2-76 0,4 0 164 0,-4 0-88 16,4 4-140 0,0-3 88-16,-1 2-136 0,2 0-72 15,-2 1-88-15,2-1-4 0,-5-2 0 16,3 3-4-16,2-1-84 0,-5 0 88 0,-1 1-76 16,1-1 64-16,1-2-52 15,-2 6 52-15,-3-4-112 0,0 1 24 0,0-1-36 16,0 1-28-16,1 2-76 0,-5-2 28 15,4-1-16-15,-1 4 80 16,1-6-80-16,4 2-64 0,-4-3 16 0,0-3-204 16,-4 0 24-16,4-3 24 0,0 0 72 0,-4-3-176 0,4-3-952 15,0-6-489-15,-4 2-2179 0,0-12 1760 0</inkml:trace>
  <inkml:trace contextRef="#ctx0" brushRef="#br0" timeOffset="62900.879">19451 11839 6412 0,'0'0'3312'15,"0"0"-1651"-15,0 0-557 0,0 0-184 16,12 83 72-16,-8-48 56 0,-4 5 72 0,0 6-336 16,0-2-300-1,4 3-128-15,-1 8-8 0,-3-1 132 16,4 3-100-16,-4 0-160 0,0-3-144 15,0 3-76-15,-4-3-8 0,-3-7-68 16,-1-2-44-16,4-10-104 0,0-6-240 16,-1-7 152-16,2-10-44 0,3-9-128 0,0-3-336 15,0 0-600-15,-4-15-960 0,4 2-2845 16,0-22-1887-16</inkml:trace>
  <inkml:trace contextRef="#ctx0" brushRef="#br0" timeOffset="63140.896">19534 11983 184 0,'0'0'9884'16,"0"0"-8375"-16,0 0-701 0,0 0 672 0,0 0-152 0,0 0-208 15,0 0-296-15,0 0-292 0,88-11-160 0,-71 11-124 16,-6 4-100-16,1-2-136 0,-4 9-4 16,0-3 44-16,-4 9-40 0,-4 2 84 15,0 6-36-15,-16 4-60 0,0 3-64 16,-4-4-20-16,-7 1-140 0,-1-3-232 0,0-5-228 15,0-7-136 1,0-2-164-16,4-5-216 0,0-5-636 16,4-2-677-16,0-2-2155 0,8-5-475 15</inkml:trace>
  <inkml:trace contextRef="#ctx0" brushRef="#br0" timeOffset="63327.059">19925 11651 10068 0,'0'0'1661'16,"0"0"-393"-16,0 0-44 16,4 90-176-16,-8-53-80 0,-4 5-292 0,4 3-388 15,-4-1-288-15,4 0-88 0,4 0-176 16,-4 2-48-16,4-8-680 0,0 0-612 15,0-10-2621-15,4 1-4851 0</inkml:trace>
  <inkml:trace contextRef="#ctx0" brushRef="#br0" timeOffset="64446.121">21678 8753 2940 0,'0'0'392'16,"0"0"2252"-16,0 0-204 0,0 0-640 15,0 0-199-15,0 0-17 0,0 0-124 16,0 0-240-16,0 0-304 0,0 0-220 0,-20 0-204 15,20 0-132-15,9 0-176 0,2 0-72 16,13 0 340-16,4 0 200 0,12 0-68 16,-1 0-180-16,10 0-160 0,-2 0-124 15,1-3-64-15,3-3-56 0,1 0-72 16,1-4-48-16,-1 0-28 0,-5-2-72 0,1 2-8 0,-12 1-200 16,-4 2-236-16,-8 3-172 0,-5 2-608 15,-10 2-1196-15,-5 0-2053 0,-4 9-1251 16</inkml:trace>
  <inkml:trace contextRef="#ctx0" brushRef="#br0" timeOffset="64658.7">21722 8921 340 0,'0'0'8524'0,"0"0"-5891"0,0 0-801 0,0 0-840 16,0 0-436-16,0 0 76 0,0 0 348 0,0 0-120 15,87 7-252-15,-55-4-240 16,4 0-108-16,1-3-248 0,2 0-12 16,1 0-36-16,-1-6-64 0,2-4-84 15,-5 1-224-15,-1-4-524 0,1 0-548 0,-12 1-1260 16,8-8-2897-16</inkml:trace>
  <inkml:trace contextRef="#ctx0" brushRef="#br0" timeOffset="64929.168">22124 8429 1488 0,'0'0'9236'16,"0"0"-7807"-16,0 0-673 0,0 0 580 0,0 0-60 16,88 20-244-16,-56-12-300 15,3 6-236-15,2 5-260 0,-1-3-76 0,3 6-160 16,1 3-44-16,-3 4-4 0,2-1-116 15,-11 7-8-15,-5 0 12 0,-6 3 48 16,-10 4 12-16,-7 2-148 0,0 3 160 16,-11 1-24-16,-10 0 108 0,2-7 4 0,-5 3 52 0,-4-5-4 15,4-7-44-15,-4-1-4 0,0-8-88 16,0-1-212-16,5-9-328 0,-1-1-264 16,0-3-220-16,8-5-572 0,0-1-1241 15,-5-3-3103-15</inkml:trace>
  <inkml:trace contextRef="#ctx0" brushRef="#br0" timeOffset="83124.909">24459 7543 5380 0,'0'0'2108'0,"0"0"420"0,0 0-1443 0,0 0-509 15,0 0-164 1,0 0 280-16,0 0 36 0,0 0-56 0,0 0-180 16,0 0-212-16,0 0-80 0,0 0 52 15,0 0 88-15,-43-47-12 16,43 47 88-16,-4-4 56 0,4 4-72 0,0-3-92 16,0 3 4-16,-4-3 8 0,-1-1 0 15,5 4-48-15,-4-2-40 0,0 0-32 0,0 2 8 16,1 0-36-16,-1-4-88 0,0 4-24 0,-1 0 52 15,-3 0-40-15,4 0 4 0,1 0-16 16,-1-3 0-16,0 3-12 16,-5 0 52-16,1 0-28 0,1 0-24 15,-5 0-40-15,0 0 0 0,-4 0-8 16,0 7 0-16,0-3-8 0,-4 6-76 16,0 4 72-16,-3 2-60 0,2 3-52 15,-7 3 28-15,4 3-40 16,-4 11 12-16,0 1-20 0,5 8-4 0,-5 2 24 15,4 4-12-15,0 6 76 0,5 0-52 0,2 7 16 0,6-3 8 16,2-3 88-16,5 1 0 0,4-2 0 0,0-10 88 16,4 1 8-16,9-10 104 15,2-3 32-15,1-7-12 16,4-3-72-16,-4-6 60 0,4-5-24 0,0-2-76 16,-4-5 12-16,3-4 16 0,-2 1-52 15,-2-4 100-15,5 0-48 0,1-7-28 16,-6-3-108-16,5-2 0 0,-4-5-376 0,0-2-236 15,0-3-184-15,-4 3-248 16,-8-3-544-16,0 3-1184 0,-4-6-2585 16</inkml:trace>
  <inkml:trace contextRef="#ctx0" brushRef="#br0" timeOffset="83293.449">23993 8156 6928 0,'0'0'480'0,"0"0"4485"0,0 0-3513 0,0 0-288 16,0 0 200-16,0 0-32 0,0 0-112 15,0 0-140-15,0 0-288 16,80-6-244-16,-52 6-292 0,4-3-256 16,-4 3-64-16,-1-6-108 0,1 1-168 0,4 0-488 15,-8-4-448-15,4 2-740 0,-12 0-2280 16,3 0-2089-16</inkml:trace>
  <inkml:trace contextRef="#ctx0" brushRef="#br0" timeOffset="83442.132">24335 8096 4712 0,'0'0'312'16,"0"0"4312"-16,0 0-3360 0,0 0 49 0,0 0 219 0,0 0 36 0,-19 82-160 16,19-59-352-16,0 0-200 0,0 2-268 15,0-3-196-15,0 4-184 0,4-1-208 16,0-4-96-16,0 2-124 0,3-4-384 16,1 0-260-16,9-6-452 15,-2-4-900-15,-2-3-1721 0,7-6-1759 0</inkml:trace>
  <inkml:trace contextRef="#ctx0" brushRef="#br0" timeOffset="83788.845">24870 7503 11509 0,'0'0'2604'15,"0"0"-1820"-15,0 0-492 0,0 0 224 0,0 0 724 16,-9 69-160-16,9-37-376 0,-4 7-472 16,-3 7-216-16,3 8-16 0,-9 10-16 15,2 9-128-15,-1 3 8 0,-4 4 12 16,0 2 112-16,4 1 12 0,0-8 0 16,0-4 68-16,8-11-56 0,0-5 160 15,4-11 160-15,0-9-12 0,4-7-36 16,5-6 8-16,2-3 64 0,5-5-16 15,4-2-36-15,0-5-84 0,3-1-12 0,5-4-76 16,-4-2-36-16,0 0-8 0,1 0 9 0,-10-2-97 16,1-2-85-16,0-3-183 0,-4 1-120 0,-4-2-172 15,0-3-260-15,0-1-384 16,-4 2-1136-16,0-9-3413 0</inkml:trace>
  <inkml:trace contextRef="#ctx0" brushRef="#br0" timeOffset="84148.008">25089 8325 12525 0,'0'0'2200'16,"0"0"-1416"-16,0 0-4 0,0 0 328 15,8 79 328-15,-8-54-248 0,0 3-676 0,0-2-384 0,0-1-128 16,0-2-72-16,0-1-52 15,0 0-8-15,0-6-176 0,0-6-60 16,0-1-60-16,7-6-164 0,-3-3 188 0,5-3 204 16,-1-3-20-16,7-7 20 15,-2-3 88-15,6 1 12 0,-3-2 52 16,0 2-28-16,0 5 76 0,-4 0 148 0,0 5 88 0,0 1 100 0,0 4 36 16,-4 0 20-16,0 4-84 0,0 5 0 15,-1-3-88-15,-2 7 36 0,-1-1-36 16,0 5-12-16,-4-2-12 0,4 4-12 15,-4-3-88-15,0 3-96 0,0-3-44 16,0 3-224-16,0-3-308 0,0-3-256 16,-4 0-292-1,4-7-596-15,0 0-2112 0,0-6-2889 16</inkml:trace>
  <inkml:trace contextRef="#ctx0" brushRef="#br0" timeOffset="84458.396">25941 7689 12645 0,'0'0'1932'16,"0"0"-1440"-16,0 0 216 0,0 0 732 15,0 0-116-15,-95 17-220 16,79-5-468-16,-4 6-440 15,0 9-72-15,4 4-16 0,0 11 64 0,0 5 48 16,4 6 72-16,0 8 72 0,1 6 157 16,-2 3-241-16,1 0-64 0,1-3-32 15,-2-7 20-15,9-9 24 0,1-7-44 0,-1-8-64 16,4-8-120-16,4-3-96 0,3-9-184 0,6-4-44 0,2-5-40 31,6-4-108-31,-2-3-5 0,9-12-143 0,4-7-316 0,0-6-588 16,3-10-1388-16,-11 5-2597 0,12-17-2335 15</inkml:trace>
  <inkml:trace contextRef="#ctx0" brushRef="#br0" timeOffset="84674.231">26165 7763 13893 0,'0'0'2208'0,"0"0"-1528"15,0 0 40-15,0 0 564 0,-32 73 4 16,19-38 80-16,6 0-579 0,-6 9-389 0,9 0-108 15,-3 7-16-15,-1 0-96 0,-5 6-120 16,6 0-60-16,-5 4-124 0,0-1-104 16,0-3-220-16,4-7-84 15,4-5 43-15,1-13-95 16,3-9-72-16,3-14-44 0,5-6-256 0,0-3-652 16,4-12-1008-16,0-1-436 0,3-19-2497 15</inkml:trace>
  <inkml:trace contextRef="#ctx0" brushRef="#br0" timeOffset="84874.75">26272 7956 11777 0,'0'0'1804'16,"0"0"-1232"-16,-24 73 36 0,12-31 788 16,-4 5 212-16,0 10-128 0,-4 4-400 0,5-4-472 15,-2 3-220-15,2 0-264 16,-2-2-124-16,6-4-340 0,-5-10-344 15,8-6-148-15,0-9-152 0,8-14 32 0,0-9-68 16,0-6-248-16,4-8-1016 0,4-5-1877 16,8-26-2275-16</inkml:trace>
  <inkml:trace contextRef="#ctx0" brushRef="#br0" timeOffset="85175.416">26352 7963 12805 0,'0'0'2008'16,"0"0"-1388"-16,0 0 448 0,0 0 76 15,0 0-44-15,0 0 128 0,0 0-568 16,0 0-452-16,83 22-160 0,-70-13-48 16,-10 4-36-16,1 4-52 0,-4 2-104 0,0 9-92 15,-7 2-104-15,-14 12-140 0,-3 3 72 16,-4-1 24-16,-4 4 188 0,1-6 88 0,7-4 156 16,0-7 172-16,4-2 148 0,8-11 88 15,5 1-28-15,2-8-12 0,5-3-172 16,0 3-40-16,12-5 116 0,0 0 104 15,8 1 160-15,0-1 97 0,8-3-49 0,0-3-224 16,3 0-56-16,1 0-160 0,-4-3-144 31,4-3-24-31,-4-7-204 0,-4 0-184 0,0 1-232 16,-1-5-253-16,2-2-275 0,-5-3-1196 16,-5 3-3040-16,2-9-5029 0</inkml:trace>
  <inkml:trace contextRef="#ctx0" brushRef="#br0" timeOffset="85428.783">26993 7731 13697 0,'0'0'2136'16,"0"0"-1692"-16,0 0 256 16,0 0 144-16,0 0 376 0,0 0-56 0,0 0-324 15,0 0-436-15,20 66-176 0,-20-37-31 16,-8 9-65-1,-8 4-44-15,0 5-40 16,-8 4-40-16,0 2-8 0,1 8-12 0,-5-1-36 0,0 5-28 16,-4 0 68-16,0 2-40 0,1 3-36 15,-6 0-73-15,1 0-123 0,-3-4-196 0,3 1-36 16,0-10-24-16,4-6-164 16,4-6-224-16,4-10-488 0,4-10-576 15,8-6-2053-15,-8-6-4007 0</inkml:trace>
  <inkml:trace contextRef="#ctx0" brushRef="#br0" timeOffset="86232.931">27571 8343 4956 0,'0'0'1808'15,"0"0"-716"-15,0 0 1808 0,0 0-439 16,0 0-657 0,0 0-284-16,0 0-460 0,0 0-440 15,0 0-164-15,-60 70-200 0,37-38 4 16,-10 6-52-16,-3 7 12 0,-7 6-12 15,-5 6-108-15,-7 6-4 0,-14 7 52 0,-2 6-52 16,-9 7 4-16,-7 6-20 0,-5 3-80 0,-3 6-48 16,-2 7-64-16,-2 0 64 15,-1 0-36-15,1 2-28 0,3-2-48 0,5-3-84 0,7-4 36 16,8-8 208-16,8-11 8 16,12-6-8-16,9-13-4 0,11-6-180 0,8-10-172 15,4-6-12-15,12-9 20 0,0-4-20 16,4-8-80-16,0-2-248 0,8-5-148 15,-3-4-528-15,3-4-180 16,0-2-981-16,0 0-1691 0,0-2-1280 16</inkml:trace>
  <inkml:trace contextRef="#ctx0" brushRef="#br0" timeOffset="86793.82">26854 9750 9864 0,'0'0'2421'15,"0"0"-1081"-15,0 0-148 16,0 0 220-16,0 0-228 0,0 0-156 16,80-3-152-16,-53 3-316 0,10 0-104 15,2-3-116-15,1-1-24 0,-1 4-72 0,6-3-72 16,-6 0-124-16,2 3 0 0,-2 0-40 16,-11 0-8-16,0 0-4 0,-5 0-68 15,-10 0-4-15,-1 6 28 0,-5 1 0 0,-2 3 40 16,-5 8-52-16,-9 6 60 15,-10 6 0-15,-9 9-8 0,-4 5-104 0,-12 7 4 16,-3 6 48-16,-6-1 16 0,1 5 44 16,-7 6 8-16,4 0 40 0,-5 3 12 15,0 0 36-15,4 0 16 0,4-10 32 0,12-2 28 16,8-14 108-16,8-11-51 0,13-6-105 16,7-8-84-1,4-4-40-15,11-5 0 0,14 2 64 0,3-5 140 0,11-1 404 16,13-2-28-16,-1-4-328 15,9-7-116-15,-4 2-88 0,4-6-40 0,-4 2-4 16,-4-4-4-16,-1 0-48 0,-6 4 36 0,-10 0-136 0,1-1-68 16,-12 1-88-16,-5 2-32 0,-2-2-100 0,-9-1-124 15,-5-2-33-15,1-2-163 0,-4 3-368 16,-7-8-860-16,-5 2-1952 16,-8-6-1653-16</inkml:trace>
  <inkml:trace contextRef="#ctx0" brushRef="#br0" timeOffset="86993.302">26786 10264 11745 0,'0'0'2072'15,"0"0"-1224"-15,0 0-164 0,0 0 584 0,0 0-148 16,0 0 408-16,0 0-524 0,111 19-344 16,-66-9-224-16,2-3-108 15,5 2-83-15,0-3-1 0,-1-3-100 0,-3 1-140 16,5-4-4-16,-2 0-108 0,-3 0-160 15,-1 0-449-15,-2-7-283 16,-6 4-432-16,-15 0-1404 0,4 3-4445 0</inkml:trace>
  <inkml:trace contextRef="#ctx0" brushRef="#br0" timeOffset="87642.895">28192 8731 10064 0,'0'0'2061'0,"0"0"-605"16,0 0 52-16,0 0-64 0,84 0-384 15,-48 0-108-15,4-3-104 0,11 0-200 16,5-4-172-16,8 1-48 16,7 2-88-16,6-5-36 15,3 3-11-15,3 0-25 0,-3-5-88 0,-1 6-84 16,-3-4 4-16,3-2-100 15,-3-2-4-15,-4 1-120 0,-5-1 40 16,-2 1-84-16,-6-4-369 0,-11 3-267 0,-4-3-196 16,-13 3-288-16,-6 1-912 0,-13 3-2332 15,-12-1-2821-15</inkml:trace>
  <inkml:trace contextRef="#ctx0" brushRef="#br0" timeOffset="87910.409">29245 8375 7536 0,'0'0'4329'16,"0"0"-3049"-16,0 0-640 0,0 0 208 0,0 0 804 0,0 0-272 16,0 0-352-16,103 10-328 0,-67-4-248 15,3 0-168-15,6 1-128 0,-6-1 16 32,6 4-100-32,-6-1 52 0,1 5-28 0,-5-2-20 15,-3 4-76-15,0 0 0 0,-4 0-12 16,-4-1-84-16,-4 8-12 15,-8-4-148-15,-4 3-28 0,-8 3-68 0,-4 4 192 0,-8-1 24 16,-12 7-120-16,-4 0-88 0,-7 0-4 0,-1 3 104 16,-4-2 32-16,-4-5-184 15,0 4-124-15,-4-3-268 0,-4-4-208 16,5-3-204-16,2 1-612 0,14-10-1281 0,-5 3-2687 16</inkml:trace>
  <inkml:trace contextRef="#ctx0" brushRef="#br0" timeOffset="88833.604">31432 7715 4528 0,'0'0'2748'0,"0"0"-1008"0,0 0-616 15,0 0 49-15,0 0 59 0,0 0-32 16,0 0-236-16,0 0-144 0,0 0-144 0,0 0-8 16,0 0-60-16,4-51-148 15,-4 48-104-15,-4-1-60 0,4 4 12 0,-5-3 0 0,1 3-24 16,1 0-140-16,-1 0-68 0,0-2-76 16,0 2-144-16,-4 0 56 0,3-3 76 15,2 3-60-15,-5 0-52 0,4-4 40 0,-4 4 20 16,0 0-32-16,0 0 32 0,-4 0 4 15,5 0-100-15,-6 4 36 16,5-1-48-16,-4-3 88 16,4 0 84-16,4 2 36 0,0-2-36 15,0 0-4-15,1 0-48 0,-1 3-8 0,-1-3 48 16,5 0-112-16,0 0-24 16,-4 0-76-16,4 0-24 0,0 0 76 0,0 0 12 15,0 0 20-15,-4 0-96 0,4 0-176 16,-4 0-404-16,1 0-980 0,-5 0-2217 15,-5 0-2347-15,49 0 2936 0</inkml:trace>
  <inkml:trace contextRef="#ctx0" brushRef="#br0" timeOffset="89854.135">30703 7636 7324 0,'0'0'2656'16,"0"0"-519"-16,0 0-577 0,0 0-28 0,0 0 12 15,0 0-164-15,0 0-272 0,0 0-336 0,0 0-220 16,0 0-128-16,-4 0-32 0,4 0-52 15,0 0-87-15,0 0-105 16,0 0-88-16,8 0-52 0,-1 7 88 0,6-1 124 16,6 2 8-16,5 3 112 0,4 1-148 15,0 1-192-15,4 0 0 0,0-1-4 0,0 4 0 0,3-3 0 16,1 0-56-16,5-4 60 16,-6 0-4-16,5 1-72 0,-4-7 64 15,-1 3 4-15,6-6 8 0,-5 0 0 16,-5 0-4-16,1 0 0 0,0 0-44 0,0-6 44 15,-4 0 0-15,0-1 0 0,4-2-4 16,-8 0-4 0,4-8-36-16,-5 5 48 0,1-1-8 15,-4-2-4-15,0 1-100 0,-8 3-32 16,0 1 12-16,-5-1-16 0,-2 6 28 16,-1-2 0-16,0-2 60 0,-4 2-28 0,0 2 16 15,0-2 68-15,0 0 0 16,0 4 4-16,0-3-48 0,0-1 24 0,-8 4 24 15,3-3-4-15,2 3-89 0,-1-1 81 16,-4 4-52-16,0-3 60 16,0 3-140-16,-4 0 72 0,0 0-40 0,-8 0-20 15,4 0 36-15,-7 7 96 0,2-1 0 0,-3 0 4 16,1 4 44-16,-1-4-44 0,0 8-4 16,4-6 48-1,0 5-8-15,0-1-40 0,0 2-48 0,-3 4-12 0,-2 4 48 0,1 1-76 0,0 3 88 16,5 2 4-16,-5-3 4 0,4 0 4 0,0 1 0 15,4-1 156-15,4-3 4 16,0 1-16-16,4-4-108 0,0 0 28 16,4 0-28-16,0-3-40 0,0 1 40 0,4-3-36 15,0 2 49-15,0-2-13 16,0-2 0 0,0 1 40-16,0-5-84 0,4 6 104 0,0-4-36 15,4-1-64-15,0 4 76 0,3 0-84 16,2 2 4-16,2-2 8 0,6 0-4 15,3 3 0-15,0-4-8 0,8 2 0 0,-4-2 4 16,7 4 40-16,-3-4-40 0,4 4 4 0,-4 0-8 16,0 0 4-16,0 0 4 0,-4 6 88 15,-4 0 48-15,-1 4 12 0,-7 0 4 16,1 2-16-16,-10 0-12 0,1 1-48 16,-8-1-80-16,0 1 60 15,0-1-4-15,-8 2 0 0,-4-5 0 0,0 0-48 0,-4 0 36 16,0-2 12-16,-4-1 0 0,-3 3-12 15,-5-3 12-15,-9 0 16 0,2 1-64 16,-9-2-12 0,0 2-12-16,-3-7 4 0,-6 0-64 0,6-3-48 15,-1-4-84-15,4-6-64 0,9 1 64 16,-6-4-124-16,13 0 88 0,5-7-172 16,3 1-41-16,3 0 17 0,2-4-124 0,7 0-88 15,3 4-260-15,-2-6-508 16,7 2-496-16,0-3-952 0,0 4-2041 15,0-7-2935-15</inkml:trace>
  <inkml:trace contextRef="#ctx0" brushRef="#br0" timeOffset="90435.515">31647 8747 6400 0,'0'0'3012'0,"0"0"-1335"0,0 0-417 0,0 0 68 16,0 0 192-16,0 0-136 0,16 85-276 0,-16-53-308 16,-4 7-232-16,-4 8-4 0,-4 4-72 15,0 3-128-15,-4 7-24 0,0-2-20 16,-4 4-52-16,4 5-100 15,-4-5-96-15,5-3-72 0,-2-6-84 16,6-3-124-16,-2-10 40 0,6-9-76 0,3-10-96 16,4-5-16-16,0-8-120 15,0-7-136-15,0-2-388 16,7-6-476-16,6-6-300 0,-5-1-676 0,3-19-3025 16</inkml:trace>
  <inkml:trace contextRef="#ctx0" brushRef="#br0" timeOffset="90690.7">31730 8909 10392 0,'0'0'2149'0,"0"0"-1521"0,0 0-388 16,0 0 372-16,0 0 424 0,0 0-68 15,0 0-388-15,0 0-292 0,0 92-16 0,0-61 88 16,0 8 52-16,0-1-92 0,-4 3-24 15,-3 6-124-15,-5-1-72 0,0 1-56 16,0 1-44-16,-8-4-4 0,4 0-56 16,0-2-164-16,0-4-220 0,0-7-112 0,4-5-92 15,0-7-180-15,4-7-176 0,4-7-176 16,4-5 164-16,0-11-176 16,4-8-549-16,4-10-1191 0,1 7 96 0,2-22-136 0</inkml:trace>
  <inkml:trace contextRef="#ctx0" brushRef="#br0" timeOffset="91267.761">31751 8944 416 0,'0'0'5872'0,"0"0"-4716"16,0 0-572-16,0 0 324 0,0 0 360 0,0 0-211 0,0 0-297 15,0 0-400-15,0 0-168 0,0 0 24 16,24-29 104-16,-24 26 12 0,0 3 24 15,4 0-16-15,-4 0-8 0,0 0-16 0,3 0 0 16,-3 0-28 0,4 0-24-16,0 0 0 15,5 0-40-15,-2 0-68 0,1-3 20 16,4 3-28-16,-4-3-24 0,8 3-24 16,-4-3 12-16,0 3-12 0,0-4 40 15,4 4-32-15,-4 0 68 0,4 0-40 0,-8 4 0 0,3-1-12 16,2 3-36-16,-2 0 24 0,-3 1-40 15,1 2 28-15,-1 4 24 0,-1-4-16 16,1 4-8-16,-3 0 0 0,-1-1-28 0,0 4-8 16,-4 0-4-16,0 1 52 0,-4-3-16 15,-9 5-92-15,2 1 4 0,-10 0 44 16,2 2-52-16,-5-3-100 0,-4 3-12 16,4-4-156-16,-4-2 8 0,0-3 48 0,8-1 52 15,-4-1 64-15,4-5 8 0,5-4-12 16,2 3 40-16,2-3 60 15,7-2 4-15,0 0 44 16,0 0-48-16,4 0 0 0,0 0-48 16,0 0 44-16,0 0 4 0,8 0 60 0,-1 7 152 0,6 2-40 15,2 1 24-15,6 3-60 0,-2-1 0 0,1 4-12 0,0 0 48 0,0 3 36 16,0 0-24-16,0 6-12 0,3 1 12 16,2 2 12-16,-1 1-48 0,-4-4-52 15,-5 4-84-15,6-7-12 0,-10 1-60 16,2-5-12-16,-2-2-100 0,-3-3-196 15,-4-3-100-15,0-2-60 0,1-3-100 16,-5-3-204 0,0-2-448-16,0 0-1064 0,0-7-2177 0,0-7-2511 15</inkml:trace>
  <inkml:trace contextRef="#ctx0" brushRef="#br0" timeOffset="91585.652">32384 8956 11941 0,'0'0'2116'0,"0"0"-1368"0,0 0-496 0,-24 93 152 16,20-55 664-16,0 3 40 0,-4 3-292 0,4 4-444 16,-4 0-128-16,1 5-24 0,-2 5-72 0,-3 2-52 0,-4 0-96 15,1 7-8-15,-6-4-92 0,2-2-180 16,3-4 32-16,-5-5-36 0,10-8 0 0,-1-13 12 16,3-6-24-16,6-9-52 0,3-6-24 15,0-7-88-15,0-3-420 0,3-6-460 0,6-10-364 16,-1 3-1205-16,3-23-2183 0</inkml:trace>
  <inkml:trace contextRef="#ctx0" brushRef="#br0" timeOffset="91869.031">32372 9036 208 0,'0'0'8948'16,"0"0"-7888"-16,0 0-864 0,0 0 525 15,0 0 475-15,88-16-112 0,-60 16-192 0,0 0-312 16,0 4-152-16,-5 1-124 16,1 4-92-16,-8 2-60 0,-4 2-80 15,-4-1 56-15,-4 7 52 0,-4 0 56 0,-4 3 64 16,-12 4-28-16,-4-1-120 0,-8 7-80 16,-4-4-60-16,-4 1 52 15,1 0-64-15,-5-4-4 0,4-6-48 0,0-3-8 16,8-7-88-16,5-2-64 0,6-7-336 15,6-4-296-15,3-8-140 0,3-4-364 0,5-6-1025 16,0 3-2071-16,9-16-1304 0</inkml:trace>
  <inkml:trace contextRef="#ctx0" brushRef="#br0" timeOffset="92321.506">32926 8690 10244 0,'0'0'2505'15,"0"0"-1597"-15,0 0-184 0,0 0 712 0,0 0 140 16,0 0-500 0,7 82-532-16,-7-50-312 15,0 2 0-15,0 2-72 0,0-4-148 0,-3 3-12 0,-1-7-108 16,0-3-164-16,0 1-304 16,0-8-288-16,0-1-368 15,-1-4-820-15,2-5-2401 0,-9-1-3391 0</inkml:trace>
  <inkml:trace contextRef="#ctx0" brushRef="#br0" timeOffset="92818.588">32273 9024 8504 0,'0'0'2404'0,"0"0"-1231"0,0 0-201 0,0 0 108 0,0 0 60 0,0 0-260 15,0 0-316 1,-56 75-276-16,48-56-88 16,0 4 20-16,-4 2-20 0,4 3 60 0,0 4 0 15,4 4 112-15,-4-2-128 0,0 4-48 16,4 0-48-16,-9 3-24 0,6 3 60 15,-5 2-12-15,0-2 0 16,0 1-88-16,-3-5-84 16,2 2 0-16,-2-1-48 0,2-3-36 0,-2 3-112 0,2-3-64 0,2 1-72 15,-1-4 0-15,3-4-36 0,5-5-80 0,1-1-84 16,-1-6 44-16,4-6-64 0,0-4-152 16,0-6-520-16,0 1-892 0,4-4-1133 0,-1-7-2003 15</inkml:trace>
  <inkml:trace contextRef="#ctx0" brushRef="#br0" timeOffset="95323.569">19642 9210 5476 0,'0'0'1872'0,"0"0"-1104"0,0 0-196 0,0 0-368 0,0 0 2277 15,0 0-1313-15,0 0-504 0,0 0-216 16,0 0-28-16,-3-35 8 0,3 35 28 16,3-3 188-16,1 0 24 0,0 0-208 15,4 0-60-15,-4-3-40 0,0 2 36 0,0 1 0 16,4-3-24-16,0 3-4 16,-4-4-88-16,4-2-80 0,0 0-92 0,-4-4-48 15,4 0 16-15,-1-1-76 0,2 0 4 16,-1 1 0-16,-4 0-4 0,3-3-56 0,2 6 4 15,-5-3-8-15,0 4 12 0,3 3 40 16,-3-1-68-16,-4 4 16 0,4 0-12 16,1 3-52-16,-5 0 116 0,0 0 8 15,0 0 48 1,0 0 12-16,0 0-8 0,4 0 44 0,0 6 136 16,0 1-120-16,3-1-40 0,1 3-16 15,1 4-56-15,-2 3-8 0,5 1-92 16,-3 4 52-16,-2-2 36 0,5 7-76 15,-8-1-8-15,5 1 36 0,-6-1-28 16,1 0-60-16,-4 1-12 0,0 0-12 16,0-1 52-16,0-3-28 0,0 0-12 0,0-6-28 0,0 0-32 15,0-4-116-15,-4-2-36 0,4-3-64 16,0 0-12-16,0-5 20 0,0 1-112 0,0 0-280 16,0-3-244-16,0 0-420 15,4 0-613-15,0 0-2071 0,4-6-1304 0</inkml:trace>
  <inkml:trace contextRef="#ctx0" brushRef="#br0" timeOffset="96752.94">19973 12056 2232 0,'0'0'2164'0,"0"0"-564"0,0 0-220 0,0 0-108 16,0 0-224-16,0 0-184 0,0 0-23 15,0 0-149-15,0 0-180 0,0 0-40 0,4-52-24 16,0 45-80-16,0 1-52 16,0 4 40-16,0-9-28 0,-1 5-88 0,1 0-52 15,5-7-24-15,-1 4-112 0,-4-3-40 16,3-1 64-16,2 0 0 0,-1-3-16 16,-4 4-60-16,3-1 4 0,-3-1-4 15,1 9 16-15,-1-2-8 0,-4 5 152 0,4 2-80 16,-4 0-80-16,0 0-88 0,0 0-24 15,4 0 112-15,-4-4 140 16,3 4-68-16,1 0-68 0,0 0 48 16,-4 0 64-16,4 0-52 15,1 0-56-15,-5 0 4 0,0 0 64 16,0 0-16-16,0 0-8 0,0 0 24 0,4 0-4 16,-4 0 4-16,0 0-64 15,0 0 52-15,0 0-56 0,0 0 0 16,0 0-4-16,0 0 4 0,0 0-4 0,0 0-4 0,0 0 4 15,0 0 4-15,0 0 0 0,0 0-4 16,0 0-4-16,0 0 0 0,4 4 0 0,-4-4 124 16,3 2-72-16,1 2-4 0,0-4-44 15,-4 3 48-15,0-3-40 0,4 0-8 16,-4 3 0-16,4-3 0 0,-4 2 60 16,0 2-52-1,5-1 48-15,-1 1-56 0,-1 2 48 0,-3 0-16 16,4 4-32-16,4-1-8 0,-8 7 0 15,8 0-72-15,-8 6 64 0,5-3-36 16,-2 4-40-16,1-4 76 16,0-1-64-16,0 2 4 0,0-4 68 0,-4 3-84 15,4-3 0-15,-4-4 36 0,3 1-20 16,-3-3 8-16,0-1 52 0,0-3-52 0,0-3 52 0,0 0-36 16,0-3-4-16,0 0 44 0,0 0-92 15,0 0-16-15,0 0-20 16,0 0-80-16,0 0-120 0,0 0-180 0,0-3-16 15,5 0-76-15,-5-10-132 0,0 1-616 16,4-1-813-16,0-12-2255 0,-17 94-748 0</inkml:trace>
  <inkml:trace contextRef="#ctx0" brushRef="#br0" timeOffset="97061.759">20419 11868 6340 0,'0'0'4372'15,"0"0"-2931"-15,0 0-521 0,0 0 112 16,0 0-60-16,0 0-92 0,0 0-248 16,0 0 140-16,0 0-104 0,0 0-160 0,84 10-128 15,-56-14-160-15,0-2-220 0,-1-4-60 16,-3 1-368-16,0-1-192 0,-3 1-136 16,-2-5-264-16,-3 2-544 0,-4 3-1176 15,4-8-3305-15</inkml:trace>
  <inkml:trace contextRef="#ctx0" brushRef="#br0" timeOffset="97261.929">20829 11633 11909 0,'0'0'1548'15,"0"0"-800"-15,0 0-240 0,0 0 108 0,-8 70 344 16,12-48 248-16,0-3-488 0,5 4-532 15,-1 2-188-15,-1-1-112 0,1 6-84 16,5-2-104-16,-6 4-456 0,1-4-536 16,-4 2-588-16,1-11-2181 0,-1-1-987 0</inkml:trace>
  <inkml:trace contextRef="#ctx0" brushRef="#br0" timeOffset="98094.642">20220 9157 5716 0,'0'0'1652'0,"0"0"-576"0,0 0 580 0,0 0-275 15,0 0-573-15,0 0-232 0,-84 56-52 0,72-45-232 16,4-9-76-16,0 1 204 0,5-3-80 16,3 0-112-16,-4 0-100 0,4 0-40 15,0 0 24-15,0 0 52 0,0 0-12 0,0 0-28 16,0 0 64-16,0 0 12 15,0 0-20-15,4 0-40 0,-1 0-52 0,5-3 160 16,5 1 164-16,2-5 20 0,2 3-108 16,-2-2-76-16,1 0-64 0,0 2-96 15,4-1 36-15,-5-5-120 0,2 3-4 16,2 1 0-16,-2-3-88 0,-1 2 28 16,-4-2-128-1,3 3-96-15,-6-1-336 0,2-3-264 0,1 1-352 16,-3 0-360-16,-2 2-1157 0,-3-6-2563 15</inkml:trace>
  <inkml:trace contextRef="#ctx0" brushRef="#br0" timeOffset="98309.325">20455 8871 10484 0,'0'0'2109'15,"0"0"-1153"-15,0 0-344 0,0 0 284 0,0 0 276 16,0 0-84-16,0 0-444 0,0 0-176 16,0 0-100-16,48 82-20 0,-40-43-164 0,3-2-160 0,-2 8-24 0,-1-1-64 15,-4 1-32-15,-1-4-236 16,-3 0-408-16,4-3-240 0,0 0-324 0,1-6-400 16,-5-3-1028-16,4-10-2333 0</inkml:trace>
  <inkml:trace contextRef="#ctx0" brushRef="#br0" timeOffset="99671.139">32982 8868 6356 0,'0'0'1184'0,"0"0"-472"0,0 0-256 0,0 0-40 16,0 0 1276-16,0 0-651 0,0 0-593 15,0 0-380-15,0 0-60 0,0 0 120 16,63-71-40-16,-51 62 40 0,1 0-76 0,-2 2 48 16,-3-2 4-16,0 6 88 0,0-4 36 15,-4 7 64-15,4-3-24 0,-8 3 136 16,4 0-60-16,0 3 108 0,0 4 152 0,0 2-288 15,0 4-24 1,0-1-92-16,-4 4-52 0,0 3-12 0,4 3-88 16,-4-2-48-16,0 5 0 0,0-6-48 0,0 7 48 15,0-4 4-15,0 0 4 16,0-3 4-16,0 3-4 0,0-3 40 16,-4-2 4-16,4-3-52 15,0-3-4-15,-4-2-8 0,4-2-4 0,0-1-68 0,0-3 32 16,0-3-48-16,0 4 12 15,0-4 4-15,0 0-32 0,0 0-20 0,0 0-168 16,0 0-288-16,4 0-164 0,0-7-28 0,3-3-224 16,2-2-712-1,-1 1-1073-15,3-8-2355 16</inkml:trace>
  <inkml:trace contextRef="#ctx0" brushRef="#br0" timeOffset="99849.151">33281 8887 9496 0,'0'0'2081'16,"0"0"-1609"-16,0 0 28 0,0 0 764 0,0 0 216 0,0 0-184 16,0 0-464-16,0 0-408 0,75 25-240 15,-63-19-60-15,4-3-112 0,-4 1 36 16,4-4-48-16,-4 0-64 0,4 0-156 15,-1-4-700-15,2-5-600 0,-6 3-988 0,6-7-4093 16</inkml:trace>
  <inkml:trace contextRef="#ctx0" brushRef="#br0" timeOffset="100065.386">33616 8706 8836 0,'0'0'3969'15,"0"0"-3125"-15,0 0-784 0,0 0 260 0,0 0 528 16,0 0 488-16,0 0-324 0,0 0-528 16,19 76-236-16,-15-48-52 15,0 0-96-15,0 5-100 0,-4 2-96 16,0 0-28-16,0-1-172 0,0 4-424 0,0 0-460 16,-4-2-636-16,0-7-2029 15,0 5-2023-15</inkml:trace>
  <inkml:trace contextRef="#ctx0" brushRef="#br0" timeOffset="103317.692">18941 9303 468 0,'0'0'1200'0,"0"0"-156"0,0 0-312 16,0 0-472-16,0 0 40 0,0 0-184 0,0 0 224 16,0 0 116-16,0 0-144 0,8-67 68 15,-5 57 8-15,-3 1 212 0,5 2-132 16,-5 1 192-16,4-1-192 0,-4 2 52 15,4 1-28-15,-4-2-168 0,4 3-104 0,-4-1-64 16,0 1-52-16,4 0-4 0,-4 3 4 16,4-3 592-16,-4 3-127 15,0-3-197-15,0 3-12 0,0 0 88 0,0 0 12 16,3 0 36-16,-3 0-152 0,0 0-92 16,0 0-24-16,0 0 104 15,0 0 108-15,0 3-76 0,0 0-100 0,0 7-88 16,0 3-112-16,0 2 36 0,0 4-8 15,-3 6-84-15,3 0 68 16,-4 2 108-16,0 1-68 0,0-2-32 0,0-1 16 16,0 3-88-16,-1 1-12 0,5-4 0 15,-3 4-4-15,-1 0-8 0,4-1-48 16,-4 1 8-16,4 2-60 0,-4 2 52 0,4 0-28 16,-4 3 32-16,0-1 56 15,-1 0 4-15,2 0-4 0,-1-1-12 0,0 2 0 0,0-5 8 16,0 1-84-16,-4 0 80 0,4-3 4 15,0-1-112-15,0 1 104 0,0-4 4 16,0 0-92-16,4-3 88 0,-4 4-64 16,4-4 24-16,-3 1 44 0,3-5-36 15,0 4 44-15,-4-5 0 0,4 2 12 16,0-3-12-16,0-4 12 16,0 1-8-16,0 0 8 0,0-4 76 15,0 0-84-15,-5-2 56 16,5-1-52-16,0-2-8 0,0 2 8 0,0-3-4 0,0 4 4 15,0-5-4-15,0 3-4 0,0 0 76 16,0-2-64-16,0 1-4 16,0-4 4-16,0 2 40 0,0-2-52 0,0 0 0 15,0 0-12-15,0 0-68 0,0 0 8 0,0 0-56 16,0 0-96-16,0 0-92 0,0 0-124 16,0-6-116-16,0 0-144 0,0-7-292 15,5-3-833-15,-1 1-2499 0,-4-11-632 0,-9 108 3344 16</inkml:trace>
  <inkml:trace contextRef="#ctx0" brushRef="#br0" timeOffset="163145.958">27746 11976 768 0,'0'0'7400'16,"0"0"-7400"-16,0 0-3056 0,0 0-2055 16,0 0 5111-16</inkml:trace>
  <inkml:trace contextRef="#ctx0" brushRef="#br0" timeOffset="170857.433">23551 6947 11941 0,'0'0'1976'16,"0"0"-1000"-16,0 0-384 0,0 0-52 0,0 0 140 15,0 0 28-15,0 0-100 16,0 0-40-16,0 0-52 16,-16-16-24-16,16 19 84 0,-4-1-16 15,0 9-96-15,0 1 32 0,0 7-203 0,0 7-121 0,0 5-164 16,-4 8 148-16,4 4-48 16,0 9-108-16,-4-2 4 0,5 5 60 15,-6 5-52-15,1 6 28 0,0 8-40 0,-4 8-84 16,0 11-100-16,1 1 28 15,-2 6-137-15,2-2 97 0,-2-3-84 0,1 0 112 0,1-2 96 16,-2-9 24-16,2 2 48 0,-2 3 4 16,-2-3-4-16,3 2 0 0,-4 5-72 15,0 0-24-15,0-5-28 0,4 5 28 16,-4-1 12-16,4 2 80 0,-4 2-60 0,4-3 52 16,-4 1-220-16,4-2-12 15,1-6 136-15,2 0 8 0,1-7 96 0,1-3-4 0,3-3-40 16,4-3 44-16,0-3 0 0,0-4 4 15,0 1 0-15,0-4 0 0,0 0 8 0,8 0 0 16,-1-6 4-16,1 4-4 0,1-5-8 16,-2-1-4-16,1-2-4 0,0-2-52 15,1-3 52-15,-2-4-68 0,-3 0 68 16,0-6-64-16,4-4-16 16,-3-2 80-16,2-3-76 15,-3-4 36-15,0 1-4 0,0-9 44 0,0 6 4 16,-4-4 4-16,4 3 4 0,-4 0 0 15,4 3-4-15,-4 3-4 16,0 0 4-16,0 1 4 0,0-3 8 0,4-4-4 0,0-3 4 16,0-4-12-16,4-2 72 15,4-7 8-15,0 0-80 0,-1-3 0 0,2 0 4 16,6 0 48-16,-2-3 8 0,7 0 0 16,0-4 52-16,3 4-40 0,5 0 4 15,4 3-76-15,4-3 0 0,-1 3-16 0,2 0 4 16,6 0-60-16,-3 6 0 0,4-3 68 15,4 4 0-15,-1-4-76 0,5 3 72 16,0-3 8 0,4-3 0-16,4 0-84 0,3 0 72 0,1 0 0 15,8 0-52-15,-1 0 64 16,5-3 0-16,0 3 76 0,3 0-16 16,1 3 64-16,0 1-16 0,4 2-32 0,-5-3 56 15,5 3-20-15,0-3-64 16,-1-3 48-16,1 0-20 15,-5 0-76-15,5 0-48 0,0-3-16 0,-4-3 16 0,4 0 44 0,-2-1-44 0,-2 1 48 16,4 0 0-16,0-1-8 0,-4 4 8 16,-1 3-8-16,-3 0-40 15,-1 0 48-15,1 0 4 0,0 3-4 16,-8 1-36-16,3-1 32 0,-3 3-8 16,0-3 12-16,-5 0 12 0,-3 1 64 15,0-1-28-15,-1 0-44 0,-3 3 44 0,0 0-44 0,4 4-4 16,-8 0-8-16,-1-1-40 0,-2 3 40 0,-6-1 0 31,-3 1 0-31,0 5 0 0,-5-5 8 0,-2 1 0 16,-1 2 48-16,-8-2-40 0,0 3 104 15,-1 0-4-15,-3-4-60 0,-4 4-48 16,0-3 4-16,0 0-8 0,-4-3 4 16,3-1-4-16,-2-2-44 0,-6-5 0 0,2 5 40 15,-6-7 4-15,1 3-60 0,-4-3 56 16,5 0 4-16,-9 0 4 15,0 0 0-15,0 0 112 0,0 0 20 16,0-3-8-16,0-4-52 0,0-6-12 16,4-2-56-16,-4-5-4 0,3-5-12 0,-3 0-60 15,4-4 12-15,0 1 56 0,0-1 4 0,4 4 0 0,-3-4 12 16,-2 1 0-16,1-1 0 0,0-6 72 0,4 0-76 16,1-7-8-16,-6-2-4 15,5-3-92-15,0-10 12 0,0-1-172 16,0-2 84-16,0-3 72 0,4-1-32 0,-4-3 44 15,0-2 4-15,4-2 8 0,-5 2 64 16,2-8-84 0,-1 2 36-16,-4-6 60 0,-1-1-4 15,-3 0-52-15,0-6 44 16,0 1-136-16,0 1 4 0,0 1-44 16,0 2 184-16,4 4-8 0,1 6-60 0,3-1 64 0,-4 5-52 15,-1-1 12-15,-3 7 48 0,4 2 8 16,-4 1 104-16,0 0-12 0,0-1-28 15,-7 4-24-15,-1-3-48 0,-1 2-104 0,2 8 40 16,-1 0 16-16,4 5 36 0,4 3-64 0,0 1 28 16,0 6-48-16,0-2 96 0,0-2-52 15,8 4-72-15,-1-5 52 0,-3-5-176 16,9 0 100-16,-9 1 76 0,3-3 56 16,-3-2-32-16,0 5 0 0,-4 0 4 15,0 2 44-15,0-3 8 0,0 4 92 0,0-1-88 0,0 2 80 16,0-2-88-16,0 7-8 15,0 4 0-15,0 6 4 16,0 3 0-16,0 6 0 0,0 2 60 31,5 9 16-31,-5-5 172 0,4 0-40 0,-4 4 12 0,0-3-168 16,0 2-44-16,0-5 200 0,0 3-96 0,0-5 20 16,0 2-132-16,0-1-72 0,0-3 36 0,0 0-40 0,0 0 40 0,4 3 24 15,-4 1 8-15,3 3-8 16,-3-2 12-16,4 3 72 0,-4 1 52 15,0-3-116-15,0 2 4 0,0-3 48 0,0 1-60 16,0-2-8-16,-4 3 4 0,1-3 8 16,-1-2 0-16,0 4-4 0,-5-2 0 15,1 2-76-15,1-2 76 0,-6-1 8 16,2 1-8-16,-6 2 8 16,2-4-8-16,-2 3-8 0,-2-3-4 0,-5 2-36 15,0-1 36-15,0 0-124 0,-8 4-12 16,0-4 12-16,-4 5 16 0,-3-3 56 15,-5 2-8-15,0-1 72 0,-3 4 0 0,-2 0 0 16,-6-4-12 0,-5 4 0-16,0-1-48 0,-4 1 60 15,-3 0 44-15,-1-5-16 0,-3 6-28 16,-2-4 0-16,-2-4-52 0,-1 3-32 0,1 0 80 16,-5-2-4-16,-3 2-32 15,-1 2 40-15,0-2 52 0,0-1-4 0,-3 2-36 16,3-1-12-16,-4 1-12 0,-4 3 12 15,5-4-12-15,-5 1-36 0,0 2-40 0,1 1-12 16,-1-3 100-16,4-1 8 0,1 0 0 16,3-2-8-16,4-2 0 0,1 0-8 0,3-3-76 15,1 1-28-15,2-2-88 16,2-2 152-16,0-2 0 0,3 3-16 0,0 0 40 16,4 0 24-16,0 0 68 0,4 2-64 15,4 3 8-15,1 3 72 0,3-1-84 0,0 2 0 0,1 4-72 16,3 1 8-16,0 0 64 0,4 3-60 15,5-2 64-15,-2 4-4 16,5-3 72-16,1 3-68 0,7 0 108 0,0-3-100 16,5 3 112-16,-2-3 0 0,9 3-48 15,1-4 60-15,2 4-136 16,1 0 72 0,5-3-72-16,3 3-32 0,-5 0 28 0,9 0 4 15,-4 0-76-15,4 0-32 0,0 0-56 0,0 0-32 16,0 0-104-16,0 0-96 0,4 0-468 15,5 3-1420-15,2 1-196 0,10-1-2069 16</inkml:trace>
  <inkml:trace contextRef="#ctx0" brushRef="#br0" timeOffset="171846.968">25256 11519 12 0,'0'0'328'0,"0"0"8528"0,0 0-7512 0,0 0-415 16,0 0 211-16,0 0 364 15,0 0 24-15,0 0-348 0,0 0-296 16,0 3-304-16,0 0-88 0,0 6-36 0,-4 7-52 16,4 3-12-16,-4 9-148 0,4 8-48 15,-4 5 0-15,1 7-88 0,-2 6 40 16,1 7-92-16,0 2-52 0,0 6 4 15,0 5 4-15,0 2-8 0,-3 2-4 16,7 3-8-16,-5-2-32 0,5 0 40 16,-4-3 8-16,4-5-4 0,0-5 0 15,0-9-8-15,0-10-40 0,4-3 36 16,1-8-128-16,-1-7-44 0,-1-10-28 16,5-3 0-16,-4-7-12 0,0-6-24 15,5-3-76-15,-6 0-96 0,1-6-140 0,4-10-360 16,4-6-204-16,-4-10-1024 0,0-10-900 15,4-5-1549-15,-9 9-1639 0,2-19 6060 16</inkml:trace>
  <inkml:trace contextRef="#ctx0" brushRef="#br0" timeOffset="172177.819">25571 11719 10184 0,'0'0'1881'16,"0"0"-1089"-16,0 0-192 0,0 0 632 16,0 0 24-16,0 0-200 0,0 0-460 0,0 0-260 15,0 0-16-15,0 0 284 0,0 0 180 0,16 78-368 16,-16-45-84-16,0 2-76 16,0 0-148-16,0 9 4 0,0 1-40 15,0 9-72-15,0 3-4 0,-4 3 4 0,0 7-8 16,-1 6-4-16,2-4-100 0,-1 5 28 15,0-5 36-15,4-2-24 0,-4-7 20 0,4-6-8 16,-4-6 52-16,4-10-64 0,0-3 60 16,0-6-184-16,0-10-36 0,0 0-52 15,0-10-80 1,0 1-32-16,0-7-144 0,0 0-152 0,4-3-568 0,-4 0-972 16,0 0-2093-16,0-6-1727 0</inkml:trace>
  <inkml:trace contextRef="#ctx0" brushRef="#br0" timeOffset="173136.299">23830 13884 3868 0,'0'0'692'0,"0"0"3836"0,0 0-2872 0,0 0 89 16,0 0-253-16,0 0-124 0,0 0-160 0,0 0-128 16,0 0-152-16,0 0-116 15,0 0-92-15,4-10-108 0,-4 10-160 0,0 3-124 16,0 4-24-16,0-1-23 0,0 7-65 15,-4 0-84-15,0 6-32 0,-1-1-4 16,1 1-36-16,4 4 0 0,-4 0-48 16,1-1 0-16,-1 3-8 15,4 0 56-15,-4 1 4 16,0-1-16-16,0 0 24 0,-1 0 12 16,1 2-12-16,1-5-24 0,-1 0 12 0,0-3-12 15,4-3 12-15,-4-1 4 0,4 5-60 0,0 1-4 0,0 3 8 0,0 4 0 16,0 3 44-16,0 4-52 0,4 6-4 15,0 5 0-15,0 1-44 16,-4 3 36-16,3 2-88 16,-3 1-20-16,0 1 0 0,0 0 60 0,0-6-36 15,-3-3 36-15,-1-4-28 0,0-6-104 16,4 0-16-16,-4-7 28 16,4-3 12-16,-4-3 32 0,4-6-45 0,0 0 9 15,-4-4-48-15,4-5 16 0,0 0-4 16,0-4-24-16,0-3-84 15,0 0-16-15,0 0-132 0,0-3-76 0,0-4 36 0,0 0-288 0,0-5-288 16,4-6-240-16,-4-8-492 16,4-5-1201-16,-4 6-2211 0,0-21 948 0</inkml:trace>
  <inkml:trace contextRef="#ctx0" brushRef="#br0" timeOffset="173590.31">23854 13983 9484 0,'0'0'1693'16,"0"0"-525"-16,0 0 108 0,0 0 92 16,83-39-284-16,-59 36-268 15,4-3-160-15,0 6-172 16,0 0-64-16,0 0-36 0,0 4 56 16,-5 1-8-16,1 4-44 0,-3 4-92 0,-2 0-88 15,-7 6-88-15,0 4 4 16,-8 2-64-16,0 3 12 0,-4 4-60 0,0 1-4 15,-4-6 4-15,-4 5 36 0,0-3 28 16,1-4-28-16,-6 0 24 0,-2 5-60 16,-2-9 0-16,-3 4 36 0,1-1-36 0,-5-3 0 15,3-5 36-15,-2 0-48 0,-1-3-64 0,0-1-44 0,4-5 12 16,-3-1-136-16,2-3-232 16,-3-3-100-16,0 0 0 0,5 0-12 0,-2-6-240 0,6 0-264 15,-1-1-880-15,4-2-496 16,3 2-2109-16,5 1-1531 0,1-6 4636 15</inkml:trace>
  <inkml:trace contextRef="#ctx0" brushRef="#br0" timeOffset="174207.29">24874 14084 1312 0,'0'0'1148'0,"0"0"6220"0,0 0-5355 0,-28-66-505 16,15 46-72-16,-2 5-92 0,-1 2-204 15,0 1-148-15,-4 5-56 0,4 0-300 16,-4 7-144-16,0 0-92 0,1 3 40 15,-6 14-260-15,1 5-104 0,-4 10-16 0,0 12 12 16,-3 6 24-16,3 10-32 0,-4 11 56 16,9-2 37-16,2 5-45 15,1-5 104 1,8 4 4-16,5-6-4 0,3-7-44 0,4-6 8 16,0-3 12-16,4-9 136 0,7-7 60 15,1-4-148-15,4-6-108 0,5-2-36 0,-2-4-12 16,5-3-72-16,0-4 72 15,4-3-12-15,0-2 4 0,0-3-16 16,-5-1-60-16,1-3-64 0,-3-3-72 16,-6-3-92-16,1-5-120 0,0 3-76 0,-4-6-84 0,0-5-168 15,-8 1-445-15,4-5-535 0,-8 4-464 16,0-3-600-16,-12 0-480 0,-3 3-1449 0,-10-4-671 16,-3 4 3621-16,-3-2 1699 0,-5-2 0 15,-1 4 0-15,2-1 1607 0,-1 2-223 0,4 2-512 16,8 0 4772-16,5 7-3979 15,2-1-165-15,13 7 68 0,0 3-232 0,4 0-280 16,4 0-184-16,4 0-92 0,12 0-40 0,4 3 116 16,8 3 356-16,8 4-387 15,-1 2-181-15,2-2-52 0,2-1-192 16,-3 1-244-16,-3-3-156 0,-2-7-44 0,1 0-160 16,-8 0-220-16,0-4-184 0,0-2-205 15,-9-1-247 1,1-5-664-16,-8 2-964 0,-3 1-2172 0,-5-4-1089 15</inkml:trace>
  <inkml:trace contextRef="#ctx0" brushRef="#br0" timeOffset="174399.204">24833 14535 1120 0,'0'0'1476'15,"0"0"-748"-15,0 0 4948 16,0 0-3956-16,0 0-495 0,0 0 219 16,0 0 168-16,-43 86-180 0,43-58-212 0,4 10-192 0,0 0-132 15,3 1-16 1,2 2-112-16,3-3-111 0,-5 0-221 0,2 0-180 0,-1-3-148 15,-1-6-108-15,1-1-156 0,1-6-256 16,2-6-149-16,-3 0 37 16,5-9-168-16,-2 0-288 0,1-7-500 0,0-5-908 0,0-4-2072 15,4-19-2201 1</inkml:trace>
  <inkml:trace contextRef="#ctx0" brushRef="#br0" timeOffset="174738.741">25280 14040 7372 0,'0'0'6905'0,"0"0"-5781"15,0 0-884-15,0 0 324 0,0 0 848 0,0 0 304 16,0 0-508-16,19 79-708 0,-14-40-280 16,-5 5-24-16,0 3 32 0,0 11-7 15,0 1-37-15,-5 5-28 0,-6 9-84 0,3 3-72 16,-4 4-4-16,0 0 4 0,0-5 48 15,0-2 112 1,4-6-16-16,0-7 12 0,5-9 148 16,-1-9 312-16,4-8-288 0,0-9-148 0,7-2 12 15,5-10-60-15,1-1-36 16,2-2-48-16,5-4 52 0,3 1 20 0,5-4-12 16,0 0-12-16,0 0-12 0,0-3-36 15,0 0-48-15,-4 0 4 0,-4 0-8 16,0 0 0-16,-4 0-80 0,-4-3-36 0,0 0-256 15,0-4-200-15,-4 4-140 0,0-6-80 16,-5-1-369-16,2 1-679 0,-1-2-1000 16,-8-1-3537-16</inkml:trace>
  <inkml:trace contextRef="#ctx0" brushRef="#br0" timeOffset="175492.941">25965 14824 784 0,'0'0'9496'15,"0"0"-7395"-15,0 0-305 0,0 0-280 16,0 0-164-16,0 0 36 0,0 0-184 16,0 0-300-16,4 105-340 0,-4-55-212 15,-4 8 24-15,-4 2-119 0,5 1-29 16,-1-8-32-16,-1-2-76 0,5-9-116 0,0-11-4 16,0-5-96-16,0-14 84 0,0-2 0 0,0-10 0 0,0 0-36 0,5 0-88 15,2-10-128-15,5-9 264 0,4-6-12 16,0-14 12-16,4-2-184 15,0 0-49-15,0-1 17 0,0 8 20 0,-1 6 76 16,-6 8-76-16,2 8 60 0,-6 2 28 31,2 3 104-31,-7 7 4 0,4 0 24 0,1 0 220 16,-2 7 72-16,1 3-24 0,0 5-24 16,4 7-99-16,-8 4-45 0,4 2 8 15,-4 5-36-15,-4 4-24 0,0 2-72 16,0-2 0-16,0 2-72 0,0-8-72 0,0-2-148 15,0-10-257-15,0-6-59 0,0-7-64 16,0-3-392-16,0-3-716 0,0 0-924 16,0-6-2017-16,5-16-2215 0</inkml:trace>
  <inkml:trace contextRef="#ctx0" brushRef="#br0" timeOffset="175834.09">26882 14005 64 0,'0'0'11913'0,"0"0"-10033"0,0 0-956 0,0 0 600 16,0 0-16-16,-92 22-104 0,64-3-400 0,4 3-344 15,-4 4-124 1,0 8 81-16,0 4-33 0,-4 10-172 0,5 3-112 15,3 9-56-15,0 4-40 16,0 2 40-16,5 1 8 0,6 6-120 16,5-6-60-16,4 0-24 0,4-7 8 0,0-12-56 15,8-6-48-15,9-12-36 0,-6-7-36 0,9-4-36 16,4-7-112-16,4-9-20 16,3-3-124-16,1-5-24 0,5-12-72 0,2-11-173 0,1-7-475 15,-4-6-980-15,-8 3-2220 0,7-20-2409 16</inkml:trace>
  <inkml:trace contextRef="#ctx0" brushRef="#br0" timeOffset="176056.86">27168 14097 8896 0,'0'0'6425'0,"0"0"-5129"0,0 0-660 0,0 0 480 15,0 0 480-15,0 0-168 0,4 73-459 16,-4-38-497-16,0 9-168 0,-4 4 24 15,0 8 128 1,-3 9-56-16,-6 4-244 0,2 10-156 0,-6 1-8 16,2 3-40-16,-2-4-168 0,2-8-40 0,7-12-80 15,0-8-28-15,4-16-60 0,0-13 12 16,4-16-120-16,0-6-417 0,8-12-383 0,8-14-356 16,-1-16-860-16,-2 8-1272 0,11-39-1849 15</inkml:trace>
  <inkml:trace contextRef="#ctx0" brushRef="#br0" timeOffset="176267.514">27391 14116 8080 0,'0'0'5709'0,"0"0"-4169"0,0 0-1060 16,0 70 152-16,-7-35 920 0,3 9 232 0,-4 7-320 0,0 5-635 0,-4 8-429 31,0 7-100-31,-4 1-44 0,0 1-160 0,-4 0-96 15,5-7-352-15,-2-8-204 0,2-10-89 0,6-13 37 16,-3-9 120-16,9-18-184 0,-1-4-432 16,4-8-368-16,0-15-1368 15,0-9-1313-15,4 2-1411 0,3-27 1064 0</inkml:trace>
  <inkml:trace contextRef="#ctx0" brushRef="#br0" timeOffset="176657.808">27436 14116 80 0,'0'0'11897'0,"0"0"-10109"16,0 0-748-16,0 0 896 0,0 0-160 16,0 0-108-16,0 0-448 0,95 3-551 15,-71 3-333-15,4 1-140 0,0 2-136 0,-1 1-60 16,-3 3-56-16,-3 0-100 0,-6 5-136 16,-2 8-97-16,-6-1-75 0,-7 6 100 0,0 8-52 15,-11-2 76-15,-10 5 144 0,-3-4 24 16,-4 0 24-16,-3-6 64 0,-1-3 84 15,0-8 0-15,-4-2-48 0,4-2-76 0,0-4 12 16,8-4 44-16,0 1 68 16,9-7 40-16,3 0-40 0,7 0-12 0,2-3-60 0,3 0 68 15,0 0 4-15,0 3 4 0,0 0 240 16,8 4 136-16,4-1 196 0,3 7-52 16,2-1-100-16,-2 4 52 0,9 1-111 15,-4-2-13-15,5 4-64 0,-6 0 124 16,1 0 48-16,4 4-184 0,-4-4-104 15,0 3-124 1,0-6-48-16,-1 4 0 0,2-6-4 0,-6 0 4 16,1-2-12-16,-4-6-60 0,1 1-112 15,-2-7-296-15,-3 0-224 0,-3 0-144 16,2-10-125-16,1-5-987 0,-8 1-1804 16,0-17-2937-16</inkml:trace>
  <inkml:trace contextRef="#ctx0" brushRef="#br0" timeOffset="176994.978">28132 13912 10216 0,'0'0'2881'0,"0"0"-625"0,0 0-92 15,0 0-424-15,76 65-392 0,-51-40-328 16,-1 0-279-16,-5 7-217 0,1-1-104 0,0 4-32 16,-4 4-84-16,-1-5-136 0,-2 8-72 0,-1-1-96 0,-5 0-4 15,-2 1-8-15,-1 5-48 16,-4-3 52-16,0 8-100 0,-9-1 8 0,-2-1-8 16,-5 4-24-16,-4-2-12 15,0 0-64-15,-3 3-164 0,-2-8-124 0,-3 1 24 16,-3-6-77-16,-5-4-159 15,-5-4-440-15,2-2-536 0,-8-7-880 16,-6-3-1704-16,18-6-861 0,-38 3-79 16</inkml:trace>
  <inkml:trace contextRef="#ctx0" brushRef="#br0" timeOffset="186512.897">23256 15837 2096 0,'0'0'1628'0,"0"0"5012"0,0 0-4891 0,0 0-533 16,0 0-84-16,0 0-136 0,0 0-140 0,0 0-96 15,12-7-200-15,-8 10-76 0,0 7-40 16,0-1-12-16,0 7-4 16,0 3 0-16,-4 0-108 0,0 4-124 0,0 2-52 15,-4 4 100-15,-4-1-108 0,-4 7-28 16,-4 0-108-16,0 0 4 16,-4 5 32-16,0 0-36 0,-4-3-4 0,1-2-44 15,-1 1 36-15,-4-5-36 0,4-3 36 16,3-2-148-16,2-7-8 0,3-6-52 0,4-7-88 0,0-6-84 15,4 0-148-15,4-16-184 16,0-6-404-16,4-6-664 0,0 2-1036 0,4-28-2585 16</inkml:trace>
  <inkml:trace contextRef="#ctx0" brushRef="#br0" timeOffset="186683.392">23212 15748 6672 0,'0'0'2080'0,"0"0"209"0,0 0-1289 0,0 0-268 16,0 0 492-16,-87 50 292 0,55-27-188 16,4-1-580-16,-4 3-500 0,0 0-240 0,4-6-8 0,4 0 0 15,5-2-188-15,2-9-332 16,6-1-364-16,2-3-240 0,5-4-356 16,4-4-1068-16,0-5-1549 0,4-10-815 15</inkml:trace>
  <inkml:trace contextRef="#ctx0" brushRef="#br0" timeOffset="186814.918">23104 15805 2632 0,'0'0'300'0,"0"0"4224"0,0 0-479 0,77 10-2149 0,-54-4-336 15,1 0-260-15,0 4-304 0,-4-1-424 16,-1 1-204-16,-2-1-368 0,-2 5-212 0,-2-2-12 16,-5 3-348-16,-1 2-540 0,-3 2-908 15,-4-5-2381-15,-4 13-1347 0</inkml:trace>
  <inkml:trace contextRef="#ctx0" brushRef="#br0" timeOffset="187097.953">22000 16761 7400 0,'0'0'6361'0,"0"0"-4665"0,4 95-616 31,-8-47-268-31,1 12 80 0,-1 0-116 0,0 7-140 0,0 0-256 0,0-1-244 32,0-3-128-32,4-2-8 0,-4-7-100 0,4-7-132 15,0-5-48-15,0-10-136 0,0-10-40 0,0-3-76 0,0-6-112 16,0-7-128-16,0-6-192 0,0 0-552 15,0-10-972-15,0-5-1677 0,-8-1-2875 16</inkml:trace>
  <inkml:trace contextRef="#ctx0" brushRef="#br0" timeOffset="187299.841">22116 16802 132 0,'0'0'10516'0,"0"0"-8331"0,0 0-749 16,0 0-20-16,92-9-164 0,-72 12-244 15,-4 6-368-15,0 4-332 0,-4 6-136 16,-5 3 88-16,-2 6-152 0,-5 2-108 0,-5 4-256 16,-6 1-436-1,-5 0-220-15,-4 0-60 16,0-4-312-16,1-6-564 0,2-6-805 0,-3-5-1387 16,8-8-444-16</inkml:trace>
  <inkml:trace contextRef="#ctx0" brushRef="#br0" timeOffset="187613.598">22236 16780 2540 0,'0'0'1184'15,"0"0"-816"-15,0 0 3656 0,88-26-2728 16,-60 26-392-16,-4 4 117 0,-1 5 171 0,-3 7-120 16,-4 3 44-16,-4 3-396 0,0 3-92 15,-3 5 48-15,-6 3-128 0,-3 3-100 16,-3-1-264-1,-10 3-84-15,-2 0-100 0,-2 1-332 16,6-8-292-16,-2-9-12 16,1-3 144-16,5-6 404 0,3-7 88 0,-1-3 152 0,5-3-104 15,0 0 80-15,0-6 152 0,0-4 328 16,5 1 140-16,3-4-144 16,7-6-224-16,1-4 76 0,9-5-148 0,-2 0-28 15,1 2-72-15,0-2-196 0,0 2-12 0,-1 1-172 16,1 0-96-16,-3-1-516 0,-1 5-304 15,-5-2-1100-15,2 7-2589 0,-6 3-2067 0</inkml:trace>
  <inkml:trace contextRef="#ctx0" brushRef="#br0" timeOffset="187863.379">22715 16917 2856 0,'0'0'5012'16,"0"0"-611"-16,0 0-2793 0,11 76-320 0,-7-48 160 15,0 0 20-15,4 2-276 0,4-9-540 16,-4-2-432-16,8-7-220 0,0-5-64 15,4-7-8-15,-1-7-88 0,9-7-84 16,-4-10-148-16,4-4-148 0,-4-7-312 16,-4 0-132-16,0 4 104 0,-4 2 432 15,-8 6 268-15,-4 4-84 16,-4 5 12-16,0 3 252 0,-12 5 164 0,-4 0 416 16,1 6 88-16,-2 0-104 0,-3 0-180 15,-3 6-260-15,2 4-72 0,5 2 84 16,-3 4-124-16,2-4-12 15,6 5-236-15,-1-4-148 0,3-1-192 0,2-2-608 0,7-1-1780 16,-4 4-4109-16</inkml:trace>
  <inkml:trace contextRef="#ctx0" brushRef="#br0" timeOffset="188327.398">23459 16818 1200 0,'0'0'8712'16,"0"0"-6319"-16,0 0-849 0,8 80-112 15,-8-40-112-15,0 5-264 0,0 6-348 16,0 2-168-16,0 5-12 0,0 2 0 0,-4-3-200 15,-3 0-84-15,-2 0-120 0,-3-3-112 16,5-3-4-16,-6-9-8 0,1-4-12 16,1-10-36-1,2-5 48-15,1-8 0 0,1-2-4 16,-2-10-352-16,1-3-232 16,1-3-344-16,-1-10-192 0,-1-12-324 0,1-7-800 15,1-9-656-15,-1-9-1389 0,4 8-495 16,-8-28 2857-16</inkml:trace>
  <inkml:trace contextRef="#ctx0" brushRef="#br0" timeOffset="188467.743">23327 16712 4636 0,'0'0'1120'0,"0"0"5749"0,0 0-4845 16,0 0-552-16,0 0-172 0,84 11-396 16,-60-8-372-16,0 0-408 0,1-3-124 15,-2 0-360-15,5 0-404 0,-4 0-480 16,-4-3-936-1,-1 3-3329-15</inkml:trace>
  <inkml:trace contextRef="#ctx0" brushRef="#br0" timeOffset="188768.342">23678 17043 2568 0,'0'0'1344'0,"0"0"6345"0,0 0-5173 0,0 0-688 0,0 0-500 0,68 67-508 0,-44-67-264 15,4 0-188-15,0-12-308 0,4-5-60 16,4-8-220-16,-5-1-52 0,1-2 12 0,-4 2-184 16,-4 1-152-16,-4 5-112 0,-8 6 28 15,-8 3 112-15,-4 9 128 0,-4-2-168 16,-8 4 192-16,-4 0 416 0,-8 6 112 0,0 7 448 0,0 3 84 16,1 7 48-16,2-1 24 0,1 3 20 15,1 4-156-15,6-1-160 0,2 1-72 0,3-1-176 16,-1-2-160-16,9-1-12 0,0-3-184 15,0-3-4-15,9-3-180 0,-1-6-576 0,7 0 36 16,2-10-216-16,3 0-448 16,3-10-536-1,-3 0-437-15,16-15-1751 0</inkml:trace>
  <inkml:trace contextRef="#ctx0" brushRef="#br0" timeOffset="188952.169">24260 16931 2784 0,'0'0'1120'0,"0"0"-184"0,0 0 5993 16,0 0-4709-16,0 0-1004 15,0 0-96-15,0 0 16 0,0 0-24 16,-88 90-140-16,77-59-128 16,-2 1-188-16,6 3-72 0,3-3-23 0,4-7-233 15,0 1-280-15,7-11-48 0,1 2-208 16,9-8-32-16,2-5-53 0,5-4-59 16,0-7-112-16,8-9-120 0,-4-6-64 15,8-7-520-15,-5-2-1152 0,-6 6-2184 16,10-11-2633-16</inkml:trace>
  <inkml:trace contextRef="#ctx0" brushRef="#br0" timeOffset="189198.988">24563 16529 6644 0,'0'0'5537'15,"0"0"-2889"-15,0 0-784 0,-5 82-312 0,10-44 8 16,3 4-276-16,0 2-227 0,-1 7-381 16,2 0-372-16,-1 3-136 0,-1-3-84 0,-7 2-84 15,0-5-100-15,0-7-236 0,0-6-200 16,0-9-205-16,4-10-47 0,-4-7-68 0,0-6-532 0,0-3-1032 16,0-3-1604-16,-4 0-1729 0,-11-13-682 15</inkml:trace>
  <inkml:trace contextRef="#ctx0" brushRef="#br0" timeOffset="189353.92">24300 16910 6584 0,'0'0'364'0,"0"0"2592"16,0 0-331-16,0 0-1005 0,0 0-232 0,0 0 652 16,108 2-264-16,-69-4-592 0,9-8-476 0,0-3-380 15,4-2-168-15,-9-1-160 16,1-3-184-16,-4 3-424 0,-4 3-356 0,-4 1-176 15,-4-1-992-15,-9 3-3036 0,1 4-4549 16</inkml:trace>
  <inkml:trace contextRef="#ctx0" brushRef="#br0" timeOffset="189776.634">25052 16926 756 0,'0'0'3896'16,"0"0"2701"-16,9 79-4917 0,-9-44-764 0,0 4-128 15,0-6 32-15,-4-3-68 0,4-8-684 16,0-6-68-16,4-4-568 16,0-9-772-16,7-3-340 0,-2-6-257 15,-1-3-395-15,3-13-3028 16</inkml:trace>
  <inkml:trace contextRef="#ctx0" brushRef="#br0" timeOffset="189933.747">25089 16630 6868 0,'0'0'1052'0,"0"0"4049"0,0 0-3157 0,0 0-372 15,0 0-276-15,0 0-496 0,0 0-800 16,0 0-184-16,87-3-916 0,-71 0-564 0,-4 0-1252 16,0 3-4209-16</inkml:trace>
  <inkml:trace contextRef="#ctx0" brushRef="#br0" timeOffset="190153.878">25332 16931 6704 0,'0'0'5909'0,"0"0"-3733"0,0 0-512 16,23 93-308-16,-19-61-76 0,5-1-260 15,-1-1-316-15,3-5-360 0,-2-6-260 0,6-4 12 16,2-5 28-16,2-4-48 0,1-6-76 15,1 0-156-15,-2-12-16 0,5-4-12 0,4-10-48 16,-4 0-48-16,-1-7-184 0,1 1-220 16,-3-4-204-16,-6 5-424 0,1-4-908 15,-8 9-1833-15,0-12-2459 0</inkml:trace>
  <inkml:trace contextRef="#ctx0" brushRef="#br0" timeOffset="190449.701">25886 17027 9972 0,'0'0'2841'0,"0"0"-1921"0,0 0-376 0,0 0 40 15,79 10 148-15,-51-29-4 0,8-6-728 16,-4-7-60-16,0-6-624 0,-1-1 56 0,-7 4-16 16,-3 7 184-16,-10 3 284 0,-7 9 176 15,-4 3 24-15,-11 7 332 16,-6-1 656-16,-2 7-120 0,-9 0-296 0,0 13-384 15,-4 3 48-15,4 9 188 0,-4 7 368 0,8 0-152 16,0 6-256-16,1 3-188 0,6 1 36 0,2 2 12 16,2-2-20-16,10-4 8 15,-1-7-100-15,4-3-44 0,11-9 8 0,6-3-80 16,2-3-40-16,5-3-96 0,4-4-76 16,0-3-132-16,0-3-148 0,4 0-124 15,-4-9-112-15,8-4-372 0,-12 3-1636 0,15-9-5601 16</inkml:trace>
  <inkml:trace contextRef="#ctx0" brushRef="#br0" timeOffset="190610.159">26754 17131 13625 0,'0'0'6192'16,"0"0"-4424"-16,0 0-891 0,0 0-481 0,0 0-396 15,0 0-508-15,0 0-85 0,0 0-319 16,0 0-1024-16,0 0-3380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21:20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6183 1705 6096 0,'0'0'2548'0,"0"0"-1576"0,0 0-520 0,0 0-156 0,0 0 1493 16,0 0-613-16,0 0-412 16,0 0 44-16,0 0 300 0,56 0-240 0,-33 0-336 15,5 0-60-15,0 0-188 0,4 0 0 16,-4 0 12-16,0 0-232 0,0 0 80 15,0 0-136-15,0 0-8 0,-5 0-44 16,1 0-128 0,1 0 12-1,-5 0-184-15,-5 0-212 0,2 0-192 0,-6 3-644 0,-3 0-1412 16,-3 6-2697-16</inkml:trace>
  <inkml:trace contextRef="#ctx0" brushRef="#br0" timeOffset="268.744">6116 1994 9260 0,'0'0'2477'16,"0"0"-989"-16,0 0-612 16,0 0 236-16,0 0-168 0,0 0-304 0,0 0-304 0,0 0-324 15,0 0-4-15,0 0 328 0,0 0 112 16,71 22-16-16,-47-17-176 0,4 0-120 0,-1-3 24 15,1 2-160-15,4-1 0 0,-4-3-72 16,4 0 8-16,0-3-32 0,0-1-52 16,-1-3-260-16,6 2-224 0,-9 2-476 0,-1-1-884 15,-7 2-1877-15,5-3-3027 0</inkml:trace>
  <inkml:trace contextRef="#ctx0" brushRef="#br0" timeOffset="1085.043">7996 867 9580 0,'0'0'1845'16,"0"0"-945"-16,0 0 56 0,0 0 608 0,0 0 48 15,0 0-616-15,0 0-452 16,0 0-260-16,0 0-124 0,-63 91 160 0,42-33-60 15,-3 5-136-15,0 10 60 0,1 3-184 16,-1 7-8-16,0-6-56 0,3-2-72 16,2-8-8-16,7-9 4 0,0-14 140 0,8-13 136 15,0-11-136-15,4-8-124 0,0-9-148 16,0-3-60 0,4 0 36-16,4-3-52 0,0 0-24 0,4-6 248 15,4-1-28-15,4 0-132 0,0-2-28 0,-1 2-80 0,-2 7 116 16,-2 0 48-16,2 3 12 0,-6 13 144 15,6 2 56-15,-6 11 16 0,1 2 176 16,-3 7 104-16,2 1-4 16,-7 2 36-16,4 3-32 0,-3-3-132 15,-2 1 64-15,1-2-60 16,0-2-104-16,0 0 88 0,-4-6 4 0,4-4-68 0,0-6 28 16,-4-4-36-16,0-2-64 0,5-2-196 15,-5-9-116-15,3 2-124 16,1-2-204-16,4-2-468 0,-4 0-1336 0,3-6-2073 15</inkml:trace>
  <inkml:trace contextRef="#ctx0" brushRef="#br0" timeOffset="1570.332">8785 1492 8944 0,'0'0'4593'0,"0"0"-4197"0,0 0-168 15,-83-13 680-15,59 20 928 0,3 9-484 16,1 6-492-16,5 9-380 0,-2 8-136 16,9 5 84-16,1 1-100 0,7-1-148 0,0-2-180 0,4-9-8 15,3-9-176-15,6-9-24 16,-2-5-36-16,1-7-60 0,4-3 56 15,1 0-92-15,2-10-1536 0,1-6 1316 0,0-3 484 16,-4-6 72-16,4-1-84 0,-4 1 40 16,0 3-104-16,-4 6-8 0,-5 4 20 15,6 8 0-15,-9 4-84 0,4 0 224 0,3 6 188 16,2 11 116-16,-2 1 32 0,2 11 12 16,-2 3-100-16,6 3 40 0,-6 6-64 0,5 4 268 15,-4 2-120-15,-4 4-104 0,4 0 16 16,-4 0-12-16,-4 3-52 15,0-1-64 1,-4 1-20-16,0 0 48 0,0-6 12 16,-8-3-12-16,0-4-28 0,-4-6 52 0,4-7-48 15,-4-3 8-15,-4-8 52 0,0-4 60 0,-3-5 109 0,-5-1-85 0,-8-3-172 16,0-4-132-16,-8 0-104 0,-4-13-260 16,1-4-161-16,-6-4 17 0,6-12-4 15,2 2-160-15,6-4-116 0,12-3-36 16,2 3-776-16,14 0-704 15,3 9-816-15,4-11-2341 0</inkml:trace>
  <inkml:trace contextRef="#ctx0" brushRef="#br0" timeOffset="1874.29">9634 1355 11085 0,'0'0'2780'0,"0"0"-1352"0,0 0-68 0,0 0-292 0,0 0-452 16,0 0-72-16,-64 89-188 0,44-50-48 0,0 5 20 15,-4 6-56-15,8 5-116 16,1 8-148-16,-2-2 56 0,9 2-4 16,5-2 12-16,3-11 28 0,0-6 32 0,7-11-84 15,5-8 40-15,0-9 8 0,4-7-12 16,4-3 40-16,0-6-76 0,4 0 0 15,3-9-44-15,5-7-4 0,0-6-112 0,-4-3-228 16,-4-8-308-16,-7 2-208 0,-2 2-364 16,-7 1-688-16,-4 9-2204 0,-4-4-2765 15</inkml:trace>
  <inkml:trace contextRef="#ctx0" brushRef="#br0" timeOffset="2039.3">9370 1800 10728 0,'0'0'2365'15,"0"0"-1185"-15,0 0 148 0,0 0-36 16,0 0 156-16,0 0 88 0,0 0-264 0,80 51-263 16,-48-51-137-16,8 0-232 0,-4-3-240 15,8-7-208-15,-8-2-192 0,3-5-36 16,-3 2-412-16,1-5-324 0,-2 4-296 0,-3 2-513 16,-8 3-2383-16,8-2-4869 0</inkml:trace>
  <inkml:trace contextRef="#ctx0" brushRef="#br0" timeOffset="2571.998">10506 1108 6976 0,'0'0'988'0,"0"0"3009"15,0 0-2693-15,0 0-148 0,0 0 132 0,0 0 52 0,0 0-172 16,0 0-196-16,0 0-68 0,0 0-84 16,0 0-248-16,-43-47-572 0,22 69-196 15,-11 6-24-15,4 16 152 0,0 10 68 0,4 10 112 16,1 9 32-16,7 7 40 0,4 5 44 15,0 4 17-15,12 0-61 0,0-9 44 16,0-8 4-16,12-8 156 16,4-17 44-16,4-8-212 15,0-11-76-15,-1-3-136 0,6-9 112 16,-1-3-12-16,4-4 16 0,-5-6-28 16,5-3-88-16,-4-3-8 0,0-3-52 15,-4-7-56-15,0-2-112 0,-4-1-276 0,-4-3-300 16,-1 0-373-16,-6-1-919 0,-5 4-2672 15,-5-3-3733-15</inkml:trace>
  <inkml:trace contextRef="#ctx0" brushRef="#br0" timeOffset="2735.869">10362 1819 4652 0,'0'0'7393'16,"0"0"-5325"-16,0 0-692 0,0 0 504 15,0 0-272-15,0 0-532 0,92-6-256 16,-64 2-224-16,0-3-292 0,4-1-304 15,-4-5-36-15,3 1-124 0,-3-1-240 0,4-6-368 16,-8 2-384-16,1 5-536 0,-6-1-1020 16,-10 7-1757-16,2 6-1591 0</inkml:trace>
  <inkml:trace contextRef="#ctx0" brushRef="#br0" timeOffset="2872.439">10689 1844 7748 0,'0'0'2744'15,"0"0"-1303"-15,-7 80-197 0,7-48 140 0,3 8 116 0,5-1-164 16,5 2-248-16,-2-3-312 0,1-3-164 0,0-3-256 15,4-4-356-15,-4-9-216 16,4-2-40-16,0-11-172 0,0-3-88 16,8-6-140-1,0-16-212-15,-5 3-996 0,13-31-3473 0</inkml:trace>
  <inkml:trace contextRef="#ctx0" brushRef="#br0" timeOffset="3162.42">11144 1044 10820 0,'0'0'2349'0,"0"0"-1193"0,0 0 532 0,0 0-212 15,-4 86-228-15,4-45-400 0,0 14-224 16,0 2 0-16,0 6 56 0,4 7-255 16,-4 6-169-16,4 3-148 0,-1 7-60 0,-3 1 12 15,4 1-60-15,-4-9 112 0,0-6-100 16,4-6 132-16,5-13-72 0,-1-7 12 15,-1-8-72-15,1-9 40 0,5-6-44 16,-6-6 4-16,5-5 120 0,0-3-48 16,0-4-84-16,-4-3-68 15,8 0-100-15,1-3-76 0,-2-6-252 16,-3-4-137-16,4-5-279 0,-1-4-496 16,-6 3-1404-16,3-13-3853 0</inkml:trace>
  <inkml:trace contextRef="#ctx0" brushRef="#br0" timeOffset="3485.192">11498 1917 7716 0,'0'0'4061'0,"0"0"-2093"0,0 0 228 0,12 85-272 0,-8-49-384 16,-4-1-256-16,4 0-372 0,-4-4-387 0,4 1-273 15,-4-7-44-15,4 0-208 16,-4-8-4-16,4-1-56 0,-4-10-28 15,5 1-104-15,-2-7-209 0,5 0-99 0,0-10 160 16,4-6 328-16,4-6-172 0,4-6-44 16,-1 0-116-16,5-5-24 0,-3 8 112 15,-2 2-12-15,-3 11 56 0,0 2 104 0,0 7 108 16,-4 0 12-16,-3 3 208 0,2 3-12 16,-7 3 124-16,4 4 96 0,-3 2-72 15,-2 8-176-15,1-1-8 0,-4 3-112 0,0 3-60 16,0 4-196-16,0-1-352 0,0 1-516 15,0 0-1212-15,-4-7-3036 0,1 3-4189 0</inkml:trace>
  <inkml:trace contextRef="#ctx0" brushRef="#br0" timeOffset="3962.774">12526 996 5792 0,'0'0'3028'15,"0"0"173"-15,0 0-1401 0,0 0-192 0,0 0-92 16,0 0-520-16,0 0-380 0,0 0-160 16,-72 99-88-16,60-45 72 0,1 13 148 15,-2 6 80-15,9 7-108 16,1 5-95-16,-1 5-213 0,4-6-32 16,0-1-168-16,0-6-52 0,7-17-132 15,1-10-112-15,5-15-84 0,-2-12-25 16,2-8-255-16,2-12-24 0,6-3-200 0,7-11-328 15,0-19-1044-15,-5 5-2868 0,12-32-4893 16</inkml:trace>
  <inkml:trace contextRef="#ctx0" brushRef="#br0" timeOffset="4160.386">12916 1235 8188 0,'0'0'4681'0,"0"0"-3369"0,-28 70 216 0,13-29 112 16,-5 9-196-16,0 11-204 0,4 6-228 15,0 0-256-15,0 5-51 0,4-2-209 16,0-3-196-16,4-4-300 0,0-5-60 16,1-14-388-16,2-9-144 15,5-14-113-15,0-10-111 0,9-8-408 0,2-10-624 16,2-12-808-16,-2 1-2901 0,5-34-3131 16</inkml:trace>
  <inkml:trace contextRef="#ctx0" brushRef="#br0" timeOffset="4345.956">13064 1248 8128 0,'0'0'3285'15,"0"0"-1669"-15,0 0-268 0,-19 98 288 0,6-48-284 0,-6 15-4 16,2 1-232-16,1 3-248 16,-3 2-212-16,2 1-180 0,2-4-243 0,2-8-233 0,-2-6-317 15,7-12-243-15,3-14 72 0,1-12 48 16,4-10-84-16,0-6-472 0,0-11-576 15,4-7-712-15,1-10-1604 0,3 2 859 0,3-28-2763 16</inkml:trace>
  <inkml:trace contextRef="#ctx0" brushRef="#br0" timeOffset="4605.884">13084 1396 7128 0,'0'0'2864'0,"0"0"-1083"16,0 0-181-16,88-47-232 0,-65 44-348 0,1 3-64 15,0 3-24-15,-7 10-224 0,-2 2-20 0,-7 10 24 16,-4 5-164-16,-4 5-264 0,0 9-188 15,-8 3-96-15,-11 8-4 16,-5 2-180-16,-4 0 4 0,-4 4-116 16,0-5-84-16,0-5-72 0,0-9 132 0,8-8 320 15,4-11 84-15,4-10 64 16,9-4-12-16,2-9-136 0,5 3-184 0,0-3-248 16,9 2 360-16,2 3 72 0,9-3 208 0,4 2 136 15,0-1 24-15,8-3-48 0,-4 0-88 0,3 0 0 16,5-7-84-16,-4-5-148 0,0 3-52 0,-4-7-268 15,0-4-440-15,0-2-360 0,-4-6-796 16,-4 5-3036-16,-1-18-5817 0</inkml:trace>
  <inkml:trace contextRef="#ctx0" brushRef="#br0" timeOffset="4847.721">13690 1219 6200 0,'0'0'3904'16,"0"0"-2419"-16,0 0 279 0,75 70 188 15,-51-42-368-15,1 7-208 0,-6 3-292 16,1 4-436-16,-1 5-184 0,-6 7-172 16,-5 4-232-16,-4-1-60 0,-4 3-12 0,-8-3-36 0,-4-3-60 0,-4-3-52 15,0-7-60-15,-4-2-196 16,0-7-96-16,-4-5-128 0,1-3-212 15,-9-8-428-15,0-4-1128 0,8-5-2705 0,-21 0-3847 16</inkml:trace>
  <inkml:trace contextRef="#ctx0" brushRef="#br0" timeOffset="5369.63">14937 686 6108 0,'0'0'572'0,"0"0"2348"0,0 0-855 15,0 0-581-15,0 69 116 0,4-41-188 16,-1 5-288-16,1 5-120 0,5 6-92 0,-1 7-200 0,3 7-188 16,2 8-172-16,-2 7 40 15,6 9 313-15,-6 7-233 0,-3 7-180 16,5 5-76-16,-10 4-92 0,1 0 8 0,-4-1-84 16,0-2-48-16,0-11-40 0,0-7-32 15,0-8-48-15,4-6-28 16,-4-7 4-16,4-8-112 0,0-8 4 0,5-6-113 15,-2-12-159-15,1-7-172 0,-4-9-452 0,4-7-1024 16,-4-6-1860-16,4-6-1021 16</inkml:trace>
  <inkml:trace contextRef="#ctx0" brushRef="#br0" timeOffset="6355.565">16682 1479 3008 0,'0'0'1760'0,"0"0"4104"0,0 0-4003 0,0 0-469 16,0 0-100-16,0 0 28 0,-88-31-212 0,68 34-316 15,1 13-252-15,-5 9-132 0,3 13 56 16,1 9 0-16,9 11-36 16,-1-1 12-16,8 7 168 0,4-11-99 0,0-2-229 15,0-13-144-15,0-9-136 0,8-12-168 16,0-5-100-16,3-12 36 0,6 0-57 16,3-7-15-16,-1-12 48 0,5-9-148 0,4-7-280 15,-8-4-136-15,0-1-28 16,0 1 216-16,-5 4 260 0,-2 10 112 15,-5 3-28-15,-1 9-8 16,2 3 84-16,-9 10 84 0,8 0-52 16,-4 4 180-16,0 5 64 0,3 10 340 15,2 3-44-15,-1 7 52 0,3 6-28 0,2-1 0 16,-5 8-76-16,-1 3 88 0,1 5-16 16,-3 5 112-16,-1 1 12 15,-1 5-104-15,-3-1-8 0,0 3-4 0,0 1 136 16,-3 0-51-16,-1-4-85 0,-5 0-108 0,1-6-16 0,1-3 16 15,-6-6 80-15,5-4-116 0,-3-6-172 16,-2-4-64-16,-2-1 40 16,-5-5-40-16,0-10-8 0,0 1-132 0,0-7 12 15,-4-5 8-15,0-4 4 0,0 0-24 16,0-13-48-16,0-6-76 0,1-6 28 16,-1-4 104-16,0-3-32 0,3 0 24 0,10 1-40 15,-1 1-8-15,7 5 24 0,2 4-40 0,3-2-13 16,0 4 53-16,0 0-88 0,3-3-84 15,6 3-148-15,7-6-320 0,-4 3-432 16,7-4-672-16,-2 3-1156 0,11-8-3221 16</inkml:trace>
  <inkml:trace contextRef="#ctx0" brushRef="#br0" timeOffset="6992.299">17356 1863 3240 0,'0'0'5572'16,"0"0"-3492"-16,0 0-459 0,0 0-449 0,0 0-56 16,0 0-96-1,83 13-128-15,-76-9-96 0,-2-1-128 16,-1-3-76-16,-4 2-124 0,0-2-148 0,0 4-52 15,0 2 0-15,-9 1 112 0,2 5-112 16,-9 4-200-16,4-2-64 0,-4-2-4 0,4-3 64 16,0-3-52-16,4-3 36 15,4-3-48-15,-4 0-36 0,4 0-160 16,0-3-60-16,0-5 136 0,0 1-100 0,4-5 12 16,0 1 0-16,0 2-76 15,0 2 52-15,0 1 72 0,4 3 60 16,0 3-96-16,0 0-24 0,-4 0 32 0,4 0 140 15,-4 0 48-15,0 6 0 16,0-3-80-16,0 4-228 16,0-1-188-16,0-3-412 0,5 3-1060 0,-5-1-2333 0,0 0-3067 0</inkml:trace>
  <inkml:trace contextRef="#ctx0" brushRef="#br0" timeOffset="7278.409">17826 1461 3676 0,'0'0'5344'0,"0"0"-931"0,0 0-3005 0,0 0 16 15,0 0 80-15,82 18-108 16,-49-18-416-16,-1 4-384 0,4-4-328 0,-4 0-168 0,0-4-100 16,3-5-68-16,1 0-52 31,-4-8-124-31,0 5-256 0,-4-7-356 16,-4 2-848-16,-13 9-2900 0,2-9-3837 0</inkml:trace>
  <inkml:trace contextRef="#ctx0" brushRef="#br0" timeOffset="7556.627">17985 1584 6472 0,'0'0'4176'16,"0"0"-1303"-16,0 0-977 0,0 0-688 16,0 0-100-16,-32 73-180 0,28-51-108 0,0 4-180 15,0 2-188-15,4 4-124 16,-5 5-84-16,2 2-16 0,-1 3-104 0,4-1-28 0,-4 4-24 15,4-1 4-15,0-3 8 0,0-3 13 16,4-3 11-16,3-4-8 16,-2-8-4-16,7-1-96 0,-1-6 12 0,2-3 0 0,-1 0-4 15,8-7-8-15,-5 0-4 0,6-3-4 16,-1 0-100-16,-1-3-52 0,5 0-21 16,0-6-247-16,0 0-180 0,0-7-160 0,4 1-300 15,0-7-972-15,-8 6-3332 0,4-12-5929 16</inkml:trace>
  <inkml:trace contextRef="#ctx0" brushRef="#br0" timeOffset="7926.245">18462 1784 5544 0,'0'0'8317'16,"0"0"-6385"-16,0 0-1104 0,0 0-216 15,0 0-104-15,0 0-160 0,0 0-144 0,84-79-204 16,-60 53-100-16,4 1-84 16,0 3-12-16,-4 3-28 0,0 6 12 0,0 7 52 0,-4 0-64 0,-1 6 36 0,2 0-24 31,-5 8 148-31,-1 5 64 0,-3 6 52 0,1 4 8 0,-6 2 52 0,1 4 52 31,1 3-16-31,-5 2-72 0,-1 4 48 16,1 4 0-16,0 2 52 0,0 5 120 15,-4-5-72-15,0 0 48 0,0-6-140 0,0-6-132 0,0-10-92 16,0-7-56-16,4-8-40 0,1-1-96 16,-1-6-312-16,-1-6-668 15,5-10-616-15,-4 0-2869 0,8-25-4199 0</inkml:trace>
  <inkml:trace contextRef="#ctx0" brushRef="#br0" timeOffset="8118.298">18853 1663 2492 0,'0'0'872'16,"0"0"5124"-16,0 0-4019 0,0 0-669 0,-60 81-148 15,49-51 16-15,-2 3-120 16,-2 1-100-16,-2 5-212 0,6-2-212 0,-10 2-16 15,6 1-220-15,-5-4-296 0,4-1-96 16,0-4-116-16,0-5-304 0,8-11-388 0,0 2-132 16,4-15-856-16,0 3-2261 0,4-10-2483 15</inkml:trace>
  <inkml:trace contextRef="#ctx0" brushRef="#br0" timeOffset="8556.485">19196 1492 6916 0,'0'0'5249'15,"0"0"-3525"-15,0 0-964 0,0 0-128 16,0 0 208-16,0 0-272 0,87-54-220 0,-66 42-124 16,3-1-148-1,-9 2-28-15,2 3-48 0,-2 4-104 16,-2-2 32-16,-6 6 8 0,1 0 28 0,0 4 36 15,-4 2 172-15,0 2 88 16,0 6 52-16,0 2 132 0,0 3 136 0,-4 0-152 16,4 3-180-16,-4 0-128 0,0 3-104 15,0-2-8-15,4 3 0 0,-4-5 4 16,4 8 36-16,-1-4-40 0,2 4 4 0,-5-1 112 0,4 1-4 16,-4-1-8-16,0 4-4 15,4-3-20-15,-4 3 8 0,0-4 40 0,0 1 20 16,0 0 40-16,0-1 12 0,0-3-76 15,0 4-132-15,0-7-4 0,0 0 4 16,0 1-4-16,0-7 4 0,0 0 8 16,0-7 40-16,0 1 0 0,0-3 4 0,0-5-4 15,-4 2 0-15,4-4-40 0,-4 2-8 0,-4-2-60 16,0 3-136-16,-4-3-60 0,0 0-196 31,0 0-192-31,-4 0-252 0,-7-5-252 0,2-1-396 0,-7-5-856 16,8 5-2229-16,-16-7-2675 0</inkml:trace>
  <inkml:trace contextRef="#ctx0" brushRef="#br0" timeOffset="9105.225">19061 1333 3192 0,'0'0'8'16,"0"0"4"-16,0 0 2440 0,0 0 704 0,0 0-983 15,0 0-685-15,0 0-236 0,0 0-76 0,0 0-320 16,0 0-348-16,0 0-148 0,-32 36 28 16,19-24 36-16,2 3-16 0,-1 5-64 15,-4 2-72-15,0 1-24 0,0 2-16 16,-5 3-20-16,6 2-52 0,-5-3-76 0,1 9-84 16,-2-5-84-16,-3 4-52 0,5 3 24 15,-5-3-60-15,0 3 12 16,3-3-48-16,2-3-140 0,-1-3-308 0,4-7-112 15,4 0-400 1,0-9-756-16,8-1-2141 0,0-5-2791 16</inkml:trace>
  <inkml:trace contextRef="#ctx0" brushRef="#br0" timeOffset="11064.697">20028 1695 2992 0,'0'0'428'15,"0"0"3656"-15,0 0-1492 0,0 0-711 0,0 0-561 16,0 0-52-16,0 0-84 0,0 0-228 15,0 0-124-15,0 0-284 0,0 7-192 16,9-7-120-16,-1 0 84 0,3 3 48 16,6 0-52-16,2-3-8 0,-3 0-76 15,0 3-60-15,8-3 12 0,-8 0-88 0,4 0-12 16,4 0-84-16,-4 0 0 16,4-3-12-16,-1-3-96 0,-2-1 20 15,-1 1-68-15,-9-4-112 0,1 7-308 0,-3 0-384 16,-5 0-588-16,-4 3-1360 0,0 0-3321 15,-4 0-1543-15</inkml:trace>
  <inkml:trace contextRef="#ctx0" brushRef="#br0" timeOffset="11347.699">19989 1902 1436 0,'0'0'9280'0,"0"0"-6763"0,0 0-993 0,0 0-432 0,0 0 0 0,0 0-84 16,0 0-244-16,0 0-188 15,0 0-184-15,0 0-96 0,0 0-28 16,32 6-48-16,-12-6 72 0,-1 0-24 0,5 0-84 16,0 3-64-16,1 0 16 15,-2 0-128-15,5 1-4 0,0-1-4 0,0-3-12 16,0 0-100-16,-4 0-116 0,4 0-128 15,-4 0-80-15,-1-3-324 16,-3-1-692-16,-3 1-1472 0,6-6-3249 0</inkml:trace>
  <inkml:trace contextRef="#ctx0" brushRef="#br0" timeOffset="11705.752">20981 1339 3192 0,'0'0'8793'0,"0"0"-6649"15,0 0-1108-15,0 0-432 0,0 0 164 0,0 0 80 16,0 0-128-16,104 16-152 0,-76-13-288 16,4-3-44-16,-5 0-236 0,1 0-56 15,0 0-76-15,-4 0-140 0,0-6-272 0,-5 3-768 16,-2-2-1120-1,-6 0-2413-15,-2 5-3063 0</inkml:trace>
  <inkml:trace contextRef="#ctx0" brushRef="#br0" timeOffset="11932.712">21136 1502 3556 0,'0'0'272'0,"0"0"5208"15,0 0-3427-15,-43 72-745 0,30-46-84 16,5 2 80-16,1 4-108 0,-1 0-124 0,4 3-220 15,4 0-224-15,-5 3-160 0,5 0-112 16,0 0 12-16,9 0 84 0,-1 0-64 16,-1-2-84-16,1-8-132 0,1-3-100 15,2-3-64-15,2-5 0 0,-5-2-8 16,3-5-48-16,2-1-136 0,-2-6-192 0,1 1-260 0,4-4-12 16,0-4-332-16,8-8-756 15,-8 2-2616-15,16-22-4477 0</inkml:trace>
  <inkml:trace contextRef="#ctx0" brushRef="#br0" timeOffset="12258.041">21598 1676 5428 0,'0'0'7801'0,"0"0"-5233"0,0 0-1240 0,0 0-784 15,0 0-280-15,0 0-92 0,0 0 24 16,0 0-108-16,76-57-88 0,-48 38-136 0,4-4-52 16,-4 4-32-16,0 5-16 15,-5 3 24-15,1 8 28 0,1 3-16 0,-5 0 76 16,-5 9 72-16,2 4 52 0,-2 6 8 16,-3 4 156-16,0-1 96 0,-4 6 40 15,4 1 32-15,-4 0-20 0,4 2-128 16,-5 1 88-16,2-1-40 15,-1-1 88-15,-4-5-24 0,0-3-164 16,-1-3-132-16,1-3-80 0,1-7-32 0,-1-2-72 0,0-4-244 16,0-3-264-16,3 0-448 0,1-6-644 15,1-4-2368-15,2-16-3269 0</inkml:trace>
  <inkml:trace contextRef="#ctx0" brushRef="#br0" timeOffset="12444.354">22105 1537 104 0,'0'0'9736'0,"0"0"-7931"0,0 0-817 16,0 0 388-16,-88 91 176 0,64-59-232 0,0 3-416 15,1 3-296-15,-5 3-240 0,0 4-96 16,0-1-52-16,0-2-96 0,-4-1-124 0,8-3 0 0,3-6-148 31,2-4-444-31,6-5-432 0,6-10-196 0,-1-4-684 0,4-6-2113 16,4-6-2455-16</inkml:trace>
  <inkml:trace contextRef="#ctx0" brushRef="#br0" timeOffset="12849.355">22447 1384 4592 0,'0'0'6793'0,"0"0"-4081"16,0 0-1928-16,0 0-180 0,0 0 256 0,88-19-400 16,-65 16-212-16,1-1-124 0,4 1-124 15,-4 3-60-15,1 0-92 0,-1 7 16 0,-5 2 60 16,1 4 76-16,-8-1 76 0,0 8 100 16,0 2 356-16,-8 1 288 0,3 2-48 15,-3 0-220-15,-4 8-160 0,0-3-36 16,0 3-100-16,0 1-72 15,0 4-76-15,0-3-36 16,0 3-72-16,0-2-4 0,0-5-8 0,0 1-48 16,5-3 48-16,-1-7 8 0,-4 3-4 0,4-6 4 0,0 0 4 15,-4-3 12-15,0-1 0 0,4-4-8 16,-4-2 44-16,0-4-36 0,0-5 0 0,0 5 40 16,0-5-52-1,-4 0 0-15,0 2-268 0,-9-2-64 0,2 0 40 16,-5 0-320-16,-4-7-172 0,0 5-132 15,-8-8-300-15,5 3-864 0,-5-4-1136 16,7 1-3125-16,-7-8 1302 0</inkml:trace>
  <inkml:trace contextRef="#ctx0" brushRef="#br0" timeOffset="13919.724">23806 969 5032 0,'0'0'432'15,"0"0"2660"-15,0 0-571 0,0 0-661 16,0 0-852-16,0 0-184 15,0 0-32-15,0 0-84 0,0 0-160 0,52-77-236 16,-33 55-52-16,5 3-124 0,0-4-84 0,-3 8-52 16,-2-2-44-16,1 2-68 0,-8 5 52 0,0 4-4 15,-8-1-32-15,0 7-56 0,0 0-84 16,0 4-52-16,0 8 176 0,3 10 112 0,-7 10 64 16,0 13 112-16,0 9-40 0,-7 9-124 15,-5 8-12-15,0 1-52 16,-4-3-8-1,8 2-4-15,-4-7-24 0,0-11 88 0,8-5 144 16,-3-7-44-16,2-9 84 0,5-4-132 16,0-9-52-16,0-3-40 0,0-2 28 15,5-2-104-15,2 4 4 0,1 0 104 16,4 6 4-16,4 0-84 0,0 4 88 0,4 2 64 0,-4 0-60 0,3 5 44 16,-2-5 92-16,-2 4 184 15,-2 0 60-15,-2-1-36 0,-3-1 84 16,1 0 72-16,-1-4-72 0,-5 0-80 15,1-1-56-15,0 0-112 0,0 4 12 0,1-4 8 16,-5 1 16-16,0 2 12 16,0 1-84-16,0-4-64 0,0 4-36 15,-9-7-48-15,5 0-12 0,-3-3-156 0,-1-3-188 16,-1-4-316-16,1-5-184 0,-3-1-156 0,-6-6-524 16,10 0-1264-16,-14-13-3713 0</inkml:trace>
  <inkml:trace contextRef="#ctx0" brushRef="#br0" timeOffset="14505.864">26444 1470 6096 0,'0'0'1364'0,"0"0"3477"16,0 0-3093-16,0 0-1188 0,0 0-120 0,39-70 228 16,-23 51 124-16,8 0-304 15,0 1-276-15,0-2-152 0,0 7-60 0,-1 4-36 16,1 5-52 0,1 4-124-16,-5 10 176 0,3 9 36 15,1 6 236-15,-4 4 88 0,-4 9 72 16,0 4-12-16,-4-1-88 0,4 6-100 0,-8-2-72 15,4-1 0-15,-4 3-4 0,0-5-8 16,0 0-104-16,-1-9-8 0,2-3-48 16,-5-8 44-16,0-6-132 0,0-6-84 15,-4-5-128-15,3-5-404 0,1 0-504 0,0-9-600 0,1 0-2009 16,7-23-2739-16</inkml:trace>
  <inkml:trace contextRef="#ctx0" brushRef="#br0" timeOffset="14705.895">27037 1320 6704 0,'0'0'6177'0,"0"0"-4901"0,0 0-1064 0,0 0 184 0,-76 64 396 31,57-32 464-31,-9 6-324 0,3 6-388 16,-6 4-172-16,3 2-28 0,-4 5 0 16,0 2 24-16,-4-3-136 0,4 0-60 15,1-7-160-15,3-2-12 0,4-7-232 16,-1-7-372-16,10-6-20 0,2-6-204 0,6-5-428 15,-1-8-748-15,8-3-1184 0,0-9-3865 0</inkml:trace>
  <inkml:trace contextRef="#ctx0" brushRef="#br0" timeOffset="14878.69">27109 1613 7372 0,'0'0'2812'0,"0"0"-1035"0,0 0-141 0,0 0 412 16,0 0-72-16,83 3-420 0,-62-3-516 0,-2 3-528 15,1-3-292-15,4 2-220 16,0-2-12-16,0 0-428 0,-4 0-208 0,0 0-332 16,-8 0-1336-16,-4 5-3533 0,-5 4-4255 15</inkml:trace>
  <inkml:trace contextRef="#ctx0" brushRef="#br0" timeOffset="15022.433">27140 1821 3312 0,'0'0'5072'15,"0"0"-1187"-15,0 0-2365 16,0 0-156-16,0 0 84 0,0 0-564 0,0 0-104 16,0 0-52-16,0 0-188 0,88 20-148 15,-56-20-260-15,4 0-132 0,4-3-48 0,-4-7-196 16,7 3-248-16,-7 2-664 0,-4-2-840 16,8 0-3217-16</inkml:trace>
  <inkml:trace contextRef="#ctx0" brushRef="#br0" timeOffset="16593.358">28085 1149 1552 0,'0'0'1460'15,"0"0"5324"-15,0 0-4915 0,0 0-625 16,0 0-24-16,0 0 132 0,0 0-132 0,0 0-212 15,-68 67-108-15,52-48-212 0,4 3-84 16,0 7-44-16,0-1-108 16,5 4-124-16,-6 3-48 0,1 3-24 0,5 4 13 15,-2 2-17-15,1 3-44 16,5 3-64-16,-1-1-96 0,0 2-36 16,4-7-12-16,0-2-48 0,0-9-72 0,8 0 20 15,-1-11-128-15,2-3-124 0,2-6-121 16,1-4-127-16,1-2 52 15,2-1-76-15,1-6-184 0,4 0-332 0,-4-13-760 16,4 4-908-16,4-14-2481 0</inkml:trace>
  <inkml:trace contextRef="#ctx0" brushRef="#br0" timeOffset="16871.608">28407 1162 8892 0,'0'0'1900'16,"0"0"-819"-16,0 0 531 0,0 0 236 15,0 0-564-15,0 0-324 0,0 0-108 16,0 0 20-16,5 86-172 0,-5-51-200 16,0 2-84-16,0 1-136 0,0 6 60 0,0 2 13 15,0-2-133-15,0 3-100 0,-5 2-112 0,5-2 32 16,0 1-40-16,-4-4-96 0,4-6-64 0,0-1-205 15,0-4-191-15,0-8-152 0,0-2-184 16,0-8-464-16,0-5-988 0,4-1-2048 0,1-9-1949 16</inkml:trace>
  <inkml:trace contextRef="#ctx0" brushRef="#br0" timeOffset="17056.991">28710 1744 2936 0,'0'0'9201'16,"0"0"-7617"-16,0 0-1140 0,0 0 568 0,0 0 496 16,0 0-168-16,9 72-404 0,-9-53-480 15,0 0-212-15,0 0-72 0,0 3-60 0,-5 0-112 16,1-2-4-16,0-1-108 0,0-1-96 16,-3-1-220-16,-2-6-484 0,1 0-440 0,1-5-948 15,3-4-2709-15,0-2-3431 0</inkml:trace>
  <inkml:trace contextRef="#ctx0" brushRef="#br0" timeOffset="17441.329">29200 1454 7596 0,'0'0'4313'0,"0"0"-2613"0,0 0-864 0,0 0 404 0,0 0 164 0,0 0-180 16,0 0-312-16,0 0-288 0,-7 92-172 16,-1-57 12-16,-1-3 220 0,5 6-199 15,1-6-193-15,3-1-160 0,0-1-124 16,0-9 0-16,0-5-4 0,3-3 0 16,1-5-4-16,9-1 0 0,-2-7 0 15,6 0-80-15,-2 0-64 0,9-13-100 0,4-6-1 0,0-6-43 31,4-7-44-31,-4 1-44 16,-5-1 24-16,-2 3 68 0,-5 8 76 0,-4 2 136 16,-9 2 72-16,-3 4 84 0,0 4 76 15,-3-3-12-15,-9 2 36 0,-4-3-100 16,-5 4-12-16,2-1 16 0,-1 4 32 0,0 6-120 16,-4 0-84-16,4 3-136 0,5 3-36 15,-6 7-28-15,5 0-8 0,4 0-16 16,1 2-132-16,2-2-612 0,5 3-972 0,4-6-2068 15,0 1-2793-15</inkml:trace>
  <inkml:trace contextRef="#ctx0" brushRef="#br0" timeOffset="17642.911">29687 1654 6796 0,'0'0'7053'16,"0"0"-5661"-16,0 0-936 0,-4 70 288 15,-9-42 784-15,6 1-248 0,-5 3-384 16,-1-4-520-16,6 1-288 0,-5-1-88 0,3-2 0 16,2-1-112-16,3-3-156 0,-4-2-344 15,4-9-196-15,0 0-304 0,0-5-900 16,4-4-2024-16,-4-2-2377 0,4-8 2025 16</inkml:trace>
  <inkml:trace contextRef="#ctx0" brushRef="#br0" timeOffset="17850.999">30185 1670 6108 0,'0'0'9157'16,"0"0"-6457"-16,0 0-2084 0,0 0-296 0,0 0 244 15,0 0 320-15,0 0-192 16,0 0-692-16,0 0-36 15,0 0-304-15,59 13-64 0,-38-20-292 0,-2-2-620 16,-3 2-1504-16,5-5-3349 0</inkml:trace>
  <inkml:trace contextRef="#ctx0" brushRef="#br0" timeOffset="18010.391">30707 1692 7312 0,'0'0'7173'0,"0"0"-4781"0,0 0-1412 0,0 0-68 15,0 0-64-15,0 0-372 0,0 0-240 16,0 0-236-16,0 0-52 0,0 0-352 0,0 0-624 16,76-13-644-16,-61 4-2896 0,17-4-4429 15</inkml:trace>
  <inkml:trace contextRef="#ctx0" brushRef="#br0" timeOffset="18141.545">31292 1689 7112 0,'0'0'5573'0,"0"0"-2581"0,0 0-2136 16,0 0-728-16,0 0-68 15,0 0-36-15,0 0 188 0,0 0-212 0,0 0-524 16,0 0-660-16,0 0-1264 0,100-10-4053 0</inkml:trace>
  <inkml:trace contextRef="#ctx0" brushRef="#br0" timeOffset="18457.832">31838 1594 8808 0,'0'0'6913'15,"0"0"-4553"-15,0 0-1780 0,0 0-432 16,-44 85 352-16,40-72 748 0,4 3-356 0,0-7-323 16,4 1-505-16,8 0-64 0,4-3-184 15,0-5 51-15,4-2-51 16,8 0-72-16,0-9-120 0,3-8-40 15,1 2-60-15,0-7-136 0,-4-1-24 0,-4 1 80 16,0 3 112-16,-8-4 120 0,-8 4 236 16,-4 0 88-16,-4 5 360 0,-8-3 248 15,-8 1-140-15,-4 3 72 0,-8 1-184 16,0 5-88-16,-4 4-60 0,0 3-36 16,-3 3 108-16,3 10-60 0,0 3-76 0,0 3-44 15,4 3-92-15,4-2-8 0,5-1-244 0,-2-5-344 16,10 3-352-16,-6-1-204 0,10-7-1492 15,3-2-3749-15</inkml:trace>
  <inkml:trace contextRef="#ctx0" brushRef="#br0" timeOffset="19174.592">32882 1279 7512 0,'0'0'6817'16,"0"0"-5745"-16,0 0-756 0,0 0 84 0,0 0 652 15,0 0 472-15,20 70-260 16,-20-50-592-16,0 1-344 0,-4 5-108 0,-4 2-28 16,-8 7-32-16,0 3-28 0,-4 3-68 15,-4-3-64-15,-3 1 0 0,3-1-124 0,-8 0-156 16,0-3-256-16,-9 0-220 0,6 0-100 0,-9-3-132 16,9-4-876-16,3-6-2596 0,-9 4-3861 15</inkml:trace>
  <inkml:trace contextRef="#ctx0" brushRef="#br0" timeOffset="19806.872">31535 1857 3980 0,'0'0'1252'15,"0"0"7117"-15,0 0-6533 0,0 0-1308 0,0 0-292 0,0 0 104 16,0 0 148-16,0 0 256 0,0 0-260 16,0 0-324-16,0 0-112 0,-35 67 16 0,27-45 84 15,-8-3-28-15,8-3-8 0,-5-1-108 16,2 2-4-16,-1-4-72 0,3-1-176 16,-2-2-492-16,-1-1-680 0,4-3-1216 15,-4 1-4057-15</inkml:trace>
  <inkml:trace contextRef="#ctx0" brushRef="#br0" timeOffset="24603.106">6486 5114 13329 0,'0'0'2692'0,"0"0"-1724"0,0 0-968 0,0 0 0 16,0 0 224-16,0 0 580 0,0 0 108 16,104 7-188-16,-61-4-284 0,1-3-268 15,0 0-84-15,-4-3-16 0,0-1-72 0,-4-2 0 16,-8 0-172-16,-4-1-84 0,-5 5-404 15,-6-2-352-15,-2 1-324 16,-7 3-1016-16,-4 0-3457 0</inkml:trace>
  <inkml:trace contextRef="#ctx0" brushRef="#br0" timeOffset="24785.468">6625 5407 1384 0,'0'0'10153'0,"0"0"-8257"0,0 0-832 0,0 0 184 15,0 0-56-15,0 0-236 16,0 0-92-16,0 0 8 0,96 9-212 0,-52-9-208 16,0-3-124-16,0 0-204 0,3-4-124 15,-3 1-44-15,4 3-188 16,0-3-392-16,3 3-380 0,5-1-252 0,4 4-284 0,-12-3-2420 16,24 3-3581-16</inkml:trace>
  <inkml:trace contextRef="#ctx0" brushRef="#br0" timeOffset="25322.417">8709 4073 9440 0,'0'0'5017'15,"0"0"-5017"-15,-7-70-40 0,-2 38 40 16,1 1 432-16,-3 5 132 0,2 4 164 0,1 7 28 16,1 8 64-16,-1 4-44 0,-5 3-208 0,2 6-260 15,-6 7 120-15,-2 6-420 0,-5 10-8 16,0 8 0-16,4 8 4 0,-4 9 132 0,4 6-52 15,-4 6-72-15,5 8 36 16,-5 5 16-16,3 4 20 16,2 2 136-16,3-5 48 0,4-4-36 15,-1-9-112-15,6-13-120 0,3-6-24 0,0-13 24 16,4-9 0-16,0-8-96 0,0-11-172 16,0-1-172-16,0-6 0 0,8 0 72 15,-4 0 172-15,3 2 72 0,6 5-60 16,-2 3 24-16,2 5 160 0,-1 8 52 15,-1 9 180-15,2 9 172 0,2 6-168 0,-2 10 8 16,-2 7 172-16,6 2-28 0,-2 8-156 16,2 2-96-16,-2 7-76 0,-3 2-48 15,4 8 36-15,-8 2 12 0,-5-1-4 0,6 5-56 16,-5 0-72-16,-4-4 72 0,0-2-96 16,0-8-28-16,0 0-228 15,0-8-148-15,0-4-160 0,0-13-164 0,0-7-152 16,-4-11-672-16,4-16-2316 0,-9-14-3553 0</inkml:trace>
  <inkml:trace contextRef="#ctx0" brushRef="#br0" timeOffset="30645.008">16893 3010 3968 0,'0'0'484'15,"0"0"-108"-15,0 0 316 16,0 0 296-16,0 0 340 0,0 0-112 15,0 0-336-15,0 0 24 0,0 0-155 0,0 0-417 16,0 0 92-16,0 0 676 0,0 0-580 16,-48-22-240-16,48 22 24 0,0 3-12 15,0-3-68-15,0 5-72 0,0 2-12 0,12 6-40 0,-4-1 100 16,8 5 28-16,4 2-104 16,-1-1 52-16,2 5-108 0,3-1 4 0,4 3 84 15,-4 5-156-15,8-5 0 0,-5 0-100 16,6 0 100-16,2-6-12 15,-3 0 0-15,4-5-120 0,-4-9 124 0,3-2 16 16,1-3 32 0,0 0-40-16,4-8 0 0,0-6 0 0,-1-2 72 15,10-3-72-15,-2-3 0 0,5 0-4 0,4-3 0 0,4-1-56 32,4 1 8-32,-1-1 52 0,9 1 76 0,-5 0 0 0,2 2-28 0,-2 5-36 0,-3-2-12 15,0 5 140-15,3 2-40 16,-3 1 36-16,3 1-128 15,2 5 100-15,-2 4-108 0,1 2-88 0,-4 0 76 16,-1 2-248-16,1 4 260 0,-4 5 0 16,-4-5-40-16,-8 2-20 0,-5 6 60 15,-7-5 272-15,-4 4-84 0,-4 2-76 0,-8 2 36 16,-4 2 224-16,0 3-172 16,-4 3 84-16,-9 4-232 0,1 8 56 0,1 2-100 15,-5 2 168 1,0-3-176-16,0-6-136 0,0-7 128 15,4-8-44-15,-4-9 4 0,0-1-52 16,4-7 28-16,-4 0 20 0,4 0-60 16,0-2-24-16,3-5 124 0,10-3 12 15,-2-6 136-15,13-6-68 0,0-3-68 16,8-4-124-16,4-6 0 0,4 0 72 0,4-3 52 16,3 3 8-16,1 0-4 0,4 4 8 15,0-1-4-15,-1 3 52 16,5 1-60-16,0 2 88 0,0 0-88 0,-1 1 48 15,1 3-36-15,4 3 52 0,-8 0-56 0,4 2 96 16,-4 6-96-16,-9 1 132 0,1 6 32 0,-4 4 24 16,-4 0 76-1,-4 11 48-15,3-2 232 0,-3 3 12 0,5 1-224 0,-2 0-108 0,5 0-168 16,0-4 8-16,7-6-12 0,9-3 12 0,12 0 76 16,4-16 108-16,8-2 24 15,3-8-184-15,5-2-35 0,-5 0-1 0,-3-2-56 16,-8 1-4-16,-8 4-76 0,-5 0-21 15,-11 3 21-15,-4 3-8 16,-13 2-48 0,-3 5-172-16,-8 3-196 0,-11 3-196 0,-9 2-76 15,-4 4-264-15,-13 0-504 0,-6 4-1272 0,-29 4-3153 16</inkml:trace>
  <inkml:trace contextRef="#ctx0" brushRef="#br0" timeOffset="31345.205">19268 3394 6020 0,'0'0'2024'16,"0"0"-648"-16,0 0-252 0,0 0-107 15,0 0-157-15,0 0-28 0,0 0 60 16,0 0-300-16,0 0-236 16,0 0-56-16,15 25 40 0,-2-12 100 15,2 6 64-15,-3 0-156 0,4 0-36 16,5 4 20-16,-2-1 4 0,1 0 24 16,4-1 44-16,4 5-20 0,-1 3-128 0,6 3 40 15,-1-1-176-15,8 8-32 16,3-2 32-16,5 2-20 0,8 2 96 0,4 0-188 15,8-5 0-15,7-1 40 0,13-4 60 16,3-2 184-16,9-4 136 0,4-6-368 16,-1 3-60-16,0-2-48 15,2-1 44-15,-6-1 4 0,-4-2 0 0,-3 0 0 16,-12-3-4-16,-8-1-192 0,-13 1-60 16,-11-3 100-16,-8-4 32 0,-12 0-20 15,-12 1-4-15,-9-4-72 0,-2 0-48 16,-5-3-40-16,-5 0-12 0,-10-6-232 15,-9-4-352-15,-4-2-292 0,-12-10-692 16,-3-4-560-16,6 4-737 0,-30-19-2755 0</inkml:trace>
  <inkml:trace contextRef="#ctx0" brushRef="#br0" timeOffset="31714.465">19654 3429 10696 0,'0'0'1413'0,"0"0"-657"0,0 0-308 16,0 0 200-16,0 0 136 0,0 0-88 0,0 0 124 16,0 0-24-16,0 0-136 0,95 41 252 15,-46-19-220-15,7 7-252 0,3-1-84 16,5 0-76-16,4 2-48 0,3 1 132 15,5 8-48-15,3-2 24 0,9 5 89 16,0-4-53-16,4 0-280 0,3 0 36 0,5-3-72 16,-1-6-52-16,1 2-4 0,0-5-4 0,-5-1-60 0,-7 1-48 15,-9-4 0-15,-10 0-52 0,-9 1 28 0,-9-4-52 16,-11-1-21-16,-8-2-99 16,-13 0 12-16,2-3-48 0,-10-1-136 15,-2-2-148-15,-9-4-284 0,0-2-700 0,0-4-816 16,-5 0-2429-16,-14-10-4423 0</inkml:trace>
  <inkml:trace contextRef="#ctx0" brushRef="#br0" timeOffset="32948.064">22634 4196 1616 0,'0'0'2244'0,"0"0"-1356"0,0 0-328 0,0 0-40 16,0 0 2272-16,0 0-1044 0,0 0-459 0,0 0-289 15,0 0-32-15,0 0 24 0,16 23-84 16,-7-19 108-16,6 5 92 0,5-3-304 16,4 4-100-1,4-1-8-15,4-2-256 0,4-1-156 0,0-3 32 0,-1-3-108 16,-3 0-52-16,0 0-100 0,0 0-56 16,-4-3-108-16,-4-3-64 0,-4 2-288 0,-1 1-324 0,-6-3-184 15,-1 3-368-15,-5 0-1084 16,-7 0-3001-16,0-1-3627 0</inkml:trace>
  <inkml:trace contextRef="#ctx0" brushRef="#br0" timeOffset="33267.339">22769 4321 9380 0,'0'0'2581'0,"0"0"-1621"0,0 0-500 0,0 0 212 0,0 0 328 16,-79 82-132-16,67-56-64 15,0 2-144-15,5 4-140 0,3 3-36 0,-1 0-224 16,1 3 8-16,4 3-108 16,0 0 36-16,0 1 64 0,0 3-52 0,0-1-36 15,0 0 8-15,4 0 56 0,1-2-128 16,-1-1 112-16,3-6-88 0,-3-3-44 16,9-3 20-16,-6-8-108 0,5-5 8 15,4 1-4-15,0-1 4 0,0-7 0 0,3 1-8 16,2-8 8-16,3 5 96 0,0-7-44 31,3 0-60-31,-3-3-68 0,4-3-20 0,-4-4-132 16,4-6-280-16,-4 0-196 0,-1-3-152 15,5 0-312-15,-3 0-492 0,-1 3-1156 16,4-6-2881-16</inkml:trace>
  <inkml:trace contextRef="#ctx0" brushRef="#br0" timeOffset="33817.501">23570 4677 10076 0,'0'0'2725'0,"0"0"-1997"0,0 0-296 16,0 0 304-16,0 0 308 0,0 0-64 0,-83-10-148 16,67 10-360-16,-4 0-176 0,0 6-124 15,4 5-72-15,-3 3 0 0,2 12 132 16,2 3 148-16,-2 2 224 0,10 5-104 15,-1-5-208-15,-1-3-72 0,9-4-136 0,0-6-84 16,0-8-116-16,4-7-128 0,5-3-12 16,2 0 84-16,6-6 24 0,2-8 16 15,1-4-128 1,5-8 16-16,-6 4-160 0,5-3 72 16,-4 9 84-16,0 3 100 0,-4 7-24 0,-1 2 108 15,6 4 64-15,-5 7 0 0,-1 5 152 16,2 8 8-16,-2 5 172 0,2 6 96 15,-2 4 16-15,-2 7-140 0,-2 3-44 16,-7 2-4-16,4 1 24 0,-8 3-36 0,4-1-24 16,-4 4-40-16,0-2-80 15,-4 1 44-15,-8-2-24 0,5-1 28 16,-6-4-51-16,1-6 99 0,-4-5-16 16,4-6-8-16,1-7 32 0,-6-6-8 0,2-7 80 0,2-2-36 15,-2-7-80-15,-5 0-100 0,4-7-60 0,0-5-180 16,-4-7-40-16,4-4-32 0,-4-5 44 31,5-1-80-31,2 1 80 0,1-1-24 0,5 0 52 16,3 4-5-16,-1 0-31 0,5 3 56 15,0-2-32-15,9-1-28 0,2 0 72 16,6 0-132-16,-2-4-24 0,2 4-88 0,2 3-88 16,1-3-380-16,0 1-464 0,3 3-496 15,-2-2-580-15,-1 9-753 16,8-10-2183-16</inkml:trace>
  <inkml:trace contextRef="#ctx0" brushRef="#br0" timeOffset="34434.086">24036 4816 12021 0,'0'0'2296'0,"0"0"-1600"16,0 0-384-16,0 0 216 0,0 0 180 15,0 0 136-15,0 0-272 0,0 0-264 16,0 0-60-16,0 0-64 0,37-3-72 15,-33 10 8-15,0-1 80 0,0 3 56 0,-4 1-12 16,0-1 40-16,0 1 8 0,0-1-24 16,-4 2-24-16,0-6-12 0,4-2 48 0,-4-3-24 0,4 4-88 15,0-4-32-15,0 0-3 16,0 0-9-16,0 0-64 0,0-4-60 16,0 4 0-16,-4-3-4 0,4 0-4 0,0 3-52 15,-5-2 60-15,1-3 8 0,1 5 4 0,-1-2 52 16,0-2-64-16,4 4-12 15,-4 0 0-15,0 0-36 16,4 0-4-16,-5-3 4 0,5 3 36 16,0-3-72-16,-3 0-73 0,3 0-27 0,0-4-72 0,0 1 0 15,0 0 24-15,0 2 124 0,0-2 64 16,0 3 44-16,0 3 60 0,0 0 24 16,0 0 40-16,0 0-4 0,0 0-8 15,0 0-28-15,0 0-24 16,0 0-48-16,0 0-4 0,0 3-8 0,0-3-56 15,0 0 44-15,0 0-36 16,0 0 40-16,0 0 4 0,0 3 4 0,0-3 72 16,-4 0 12-16,4 0 40 0,0 0-16 0,-4 3-36 15,4-3-60-15,0 0 0 16,0 0-12-16,0 0-84 0,0 0-48 16,0 0-16-16,0 0-44 15,0 0-140-15,4 0-132 0,3 0-132 0,-2 0-192 0,7-3-756 0,-5 0-1548 16,6-3-5057-16,-61 18 2017 0</inkml:trace>
  <inkml:trace contextRef="#ctx0" brushRef="#br0" timeOffset="34850.55">24356 4698 9200 0,'0'0'5257'15,"0"0"-4729"-15,0 0-476 0,0 0-52 0,0 0 492 16,0 0 464-16,0 0-284 16,0 0-448-16,0 0-176 0,52-66 40 0,-29 47 0 15,-3 3-80-15,-4 1 152 0,4 1 28 16,-4 5 44-16,0 3-8 0,0 0-40 15,0 1-108 1,-4 5-76-16,0 0-80 0,3 11 80 16,-2 2 36-16,2 5 124 0,-2 5-84 15,-2 2 60-15,2 0 36 0,-2 4-52 16,1 2 104-16,-3-1 116 0,-2 4 152 0,1-2-32 16,-4-3-204-16,-4-4-156 0,4-3-100 15,-4-8-8-15,4-3-188 0,-4-4-48 0,0-4-24 16,5-3-184-16,-5 0-456 0,3-3-236 15,1-9-828-15,4-5-992 0,-4 2-2349 16,8-17-795-16</inkml:trace>
  <inkml:trace contextRef="#ctx0" brushRef="#br0" timeOffset="35021.151">24794 4549 9804 0,'0'0'1781'0,"0"0"-1193"0,0 0 52 0,0 0 112 15,-88 77 316-15,60-46 140 0,-8 8-352 0,-3 1-320 16,3 5 84-16,-4 0 132 15,4-4-172-15,4-3-64 0,4-3-188 0,5-7-328 16,6-8-208-16,1-5-280 0,12-5-140 16,0-7-188-16,4-3-216 0,0-3-700 31,0-7-2316-31,17-21-2493 0</inkml:trace>
  <inkml:trace contextRef="#ctx0" brushRef="#br0" timeOffset="35382.317">25093 4298 6808 0,'0'0'5669'15,"0"0"-4393"-15,0 0-564 0,0 0 32 16,0 0 112-16,0 0-180 0,88-25-88 0,-69 22-32 16,1 3-184-16,4 0-140 0,0 0-232 15,-4 0 0-15,4 3-12 16,-4 8 4-16,3-3-40 0,-2 2 48 0,-6 5-76 0,1 2 28 15,-4 5 36 1,-7 0-124-16,-1 3 136 0,0 10 0 16,-4-3 4-16,0 9 56 0,-4 1 24 15,0 2-20-15,-5 1 56 0,5-1-56 16,-3 4 48-16,-1-4 48 0,3 1-28 0,-3-4-8 0,4-2 12 0,1-6 0 16,-1-1 12-16,0-6-16 15,0-4 4-15,4-3 12 0,-5 0-16 16,1-6-56-16,-3-1-32 0,-1-2-44 15,0-1-76-15,-4-2-180 0,0-1-72 16,-4-3-56-16,-4 0-8 0,0-3-64 16,0 0-76-16,-3-6-312 0,-1-7-536 15,7 1-1464-15,-19-13-3965 0</inkml:trace>
  <inkml:trace contextRef="#ctx0" brushRef="#br0" timeOffset="35983.958">26156 4684 6056 0,'0'0'1924'16,"0"0"2177"-16,0 0-2545 0,0 0 116 16,0 0 24-16,80 5-224 15,-48-2-240-15,8 1-316 0,-5-4-112 16,2 2-343-16,3-2-277 0,-12 0-52 15,0 0-132-15,-5 0-256 0,-3 0-181 0,-4-2-243 16,-4 2-360-16,0 0-644 16,-9 0-876-16,-3 0-1720 0,-3 9-2193 0</inkml:trace>
  <inkml:trace contextRef="#ctx0" brushRef="#br0" timeOffset="36137.392">26324 4921 612 0,'0'0'8404'15,"0"0"-5911"-15,0 0-525 0,0 0-56 16,0 0-144-16,0 0-368 0,103 22-208 0,-71-22-436 16,8 0-756-16,-4-3-164 0,4-6 160 0,0-8-104 0,4-1-344 15,-1-8-504-15,1 1-1088 16,-8 3-1880-16,8-13-2257 0</inkml:trace>
  <inkml:trace contextRef="#ctx0" brushRef="#br0" timeOffset="36373.532">27105 4464 14189 0,'0'0'2472'16,"0"0"-1888"-16,0 0-136 0,0 0 232 15,0 0 708-15,84 25-216 0,-56-25-432 16,7 0-387-16,1 0-157 0,7-5-52 0,-6-6-108 0,3-2-36 15,-5 1-472-15,-7-1-233 0,-4 1-171 16,-8 5-364-16,-7 1-724 0,-6 6-1044 16,-3 0-1981-16,-12 6-35 0</inkml:trace>
  <inkml:trace contextRef="#ctx0" brushRef="#br0" timeOffset="36553.59">27300 4559 3132 0,'0'0'8057'0,"0"0"-6197"0,0 0-968 0,-40 67-324 0,32-45 180 31,1 7 336-31,-2-1-16 0,1 1-224 0,4 3-156 16,0 3 148-16,1-1 44 0,3 4-112 0,0-2-87 16,0-2-149-16,3-2-168 0,5-4-196 15,5-2-60-15,-2-7-36 0,10-3-60 16,-6-3-12-16,5-6-108 0,0-5-204 0,4-2-76 16,0-7-184-16,4-8-169 0,4-14-319 15,-1-3-708-15,-3 4-1300 0,8-16-3873 16</inkml:trace>
  <inkml:trace contextRef="#ctx0" brushRef="#br0" timeOffset="36838.088">27850 4654 14381 0,'0'0'2816'0,"0"0"-1800"0,0 0-512 0,0 0-196 15,0 0-40-15,0 0 456 0,0 0-224 0,91-53-488 16,-59 30-12-16,4 1-280 0,0 2-88 15,0 8 4-15,-4 5 92 16,-4 4 124-16,0 6 40 0,-9 8 108 16,1 8 60-16,-4 2 124 0,0 5 100 15,-8 3 56-15,5 2 40 0,-6 1 36 16,-3-1-76-16,0 1-24 0,-4-3-36 0,4 0-60 16,-4-4-127-16,4-3-93 0,-4-6-48 15,5 0-13-15,-5-6-99 16,0-8-156-16,0-2-316 0,3 0-356 0,1-2-280 0,4-8-420 15,0-9-348-15,4 0-728 0,-4 0-1841 16,7-16-1595-16</inkml:trace>
  <inkml:trace contextRef="#ctx0" brushRef="#br0" timeOffset="37002.321">28356 4521 8520 0,'0'0'3217'0,"0"0"-2141"0,0 0-628 0,0 0 368 0,-80 67 472 16,56-36 8-16,-4 1-276 0,-4 6-392 0,5 1-84 15,-1-1 80-15,0-3 40 0,8-7-252 0,0 0-336 0,4-8-76 32,8-8-404-32,0-5-452 0,8-7-180 0,0 0-412 15,0-7-2460-15,5-15-3301 0</inkml:trace>
  <inkml:trace contextRef="#ctx0" brushRef="#br0" timeOffset="37369.39">28727 4403 14817 0,'0'0'2424'15,"0"0"-2424"-15,0 0-140 0,0 0 140 16,0 0 360-16,0 0 48 0,79-47-236 16,-55 37-172-16,0 4-60 0,0 2-28 15,4 4 16-15,-9 0-16 0,2 0 88 16,-6 6 100-16,1 5 36 0,-8 2 60 15,5-1 52-15,-9 4 24 0,-1 0-64 0,1 3-60 16,0 0-52-16,0 3-84 0,-4 0 0 16,4 3-4-16,0 0-8 0,1 5 0 15,-5 1 0-15,3-2-4 0,-3 3 4 16,0 0 4-16,0 0 4 0,0 1 40 16,0 3-36-16,-3-1 0 0,-2 0-8 15,-7-4-4-15,4 5-8 0,1-9-4 16,-2 3-148-16,-3-8 0 0,5-3 24 0,-6-6 64 0,2-1-164 15,-6-5-184-15,6-4-76 0,-6 0-24 16,2-3-116-16,-2-9-548 0,6-1-1456 16,-1-15-2713-16</inkml:trace>
  <inkml:trace contextRef="#ctx0" brushRef="#br0" timeOffset="41791.506">23216 8794 1736 0,'0'0'4912'0,"0"0"-3380"0,0 0-172 0,0 0-676 16,0 0 1109-16,0 0-453 16,0 0-220-16,0 0-248 0,0 0-460 0,0 0 344 15,-48 32 152-15,44-1-300 0,4 5-300 16,0 5-172-16,0 10 12 0,0 2-36 0,0 15-112 16,-4 8-4-16,0 10 0 0,-3 15-56 15,-6 13 60-15,2 7-52 0,-6 12 48 16,-2 6-68-1,-1 9 72-15,-1 7-76 0,-2 13 16 16,-1 13-4-16,4 9-44 16,-4 14-128-16,-3 8-24 0,3 11-52 0,-4 3-96 15,0-1-116-15,-4 0-108 0,0-6 180 0,-4-3 240 16,-4-3 124-16,4-7 80 0,-7-3 8 16,3 0 84-16,-1 1 168 0,6 2-72 15,3-3-180-15,4 0-140 0,8 0-176 16,0-3 140-16,4-5 168 0,4-9 0 0,1 0 8 15,6-16 188-15,1-5 28 16,4-9 72-16,0-10-24 0,4-6-152 0,5-10 16 0,6-12-128 16,2-11-364-16,2-14-316 0,-3-17 580 15,-4-10 100-15,-3-12 0 0,-2-9-40 16,1-14-616-16,0-9-372 0,-5-12-164 0,2-10-753 16,-1-19-1023-16,-4-3 732 0,-4-47-2348 15</inkml:trace>
  <inkml:trace contextRef="#ctx0" brushRef="#br0" timeOffset="42814.517">25611 9401 5184 0,'0'0'1536'0,"0"0"-612"0,0 0-196 0,-37-86-108 16,26 58 224-16,-5-2 381 0,-4 5 927 16,0 0-1008-16,-4 3-360 0,-3 0-344 0,3 3-24 15,-4 0 124-15,0 6-28 32,0 4 72-32,4 5 108 0,4 4 12 0,-4 10-236 0,0 15-236 0,0 10-100 15,1 16 16-15,-1 16 36 0,-1 6 24 16,5 6 12-16,5 0-40 0,2-9-172 15,13-15-8-15,0-11-120 0,5-16-40 0,10-12 28 16,2-7 20-16,2-9 104 0,9 0-52 16,4-12-88-16,8-10 28 15,-4-10-88-15,4-3-160 0,-5 0 24 0,-7 0-64 16,-3 6 124 0,-10 4 52-16,1 6 60 0,-8 6 60 15,0 6 0-15,-4 5-12 0,1 2 116 16,-5 0 8-16,3 7 68 0,-3 5 204 15,4 7-48-15,4 9-88 0,-4 4-36 16,5 9-4-16,-2 10 4 0,-3 7-12 0,0 8 72 16,-4 14 48-16,0 2-196 0,-8 7 60 15,-4 0 88-15,-4 3 24 0,-4-3 52 0,1-4-44 16,-5-5-32-16,-4-7 48 0,3-13 0 0,-3-9-24 16,1-13-76-16,2-9-8 15,2-7-4-15,-1-12 12 0,4-3-108 0,-3-7-12 16,2-5-192-16,-3-7-92 0,4-4 116 15,-3-9-64-15,6-7 96 16,2-3 12-16,6-3-48 0,5 0 124 0,4 0-112 0,4-4 60 16,9 5-44-16,6-2-80 0,1 1 64 15,1 3 100-15,7 1-40 0,-5 2-60 16,9 7 12-16,-4 0 24 0,7 1-88 0,-2 9-320 16,3-1-708-16,0 3-780 0,-8 7-1052 15,7-1-2197-15</inkml:trace>
  <inkml:trace contextRef="#ctx0" brushRef="#br0" timeOffset="43448.756">25941 9547 8232 0,'0'0'5989'16,"0"0"-4753"-16,0 0-708 0,0 0-248 16,0 0 256-16,0 0 160 0,80 25 36 0,-60-25-328 15,4 0-328-15,4 0-76 0,-4 0-76 0,0-3-132 16,0-3-608-16,-1 3-380 0,-7 0-720 0,-4-1-2325 15,-3 4-3279-15</inkml:trace>
  <inkml:trace contextRef="#ctx0" brushRef="#br0" timeOffset="43632.484">26025 9804 12793 0,'0'0'2124'0,"0"0"-1860"0,0 0-260 0,0 0 396 16,0 0 272-16,0 0 188 0,95 28-500 0,-59-28-312 31,5-8-48-31,6-5-184 0,1-4-352 16,0 2-332-16,0-1-404 15,-13 3-1364-15,14-3-2829 0</inkml:trace>
  <inkml:trace contextRef="#ctx0" brushRef="#br0" timeOffset="43980.148">26949 8747 2784 0,'0'0'6148'0,"0"0"-1823"0,0 0-3741 15,0 0-352-15,0 0 412 0,0 0 488 16,0 0-76-16,0 0-484 15,-80-13-224-15,61 29-52 0,-5 9-48 16,0 7 72-16,4 10 256 0,-8 8 112 16,8 11-64-16,-4 8-40 0,1 18-136 0,3 4-119 15,-5 14-133-15,5 0-52 0,1 6-36 16,3-3-20-16,4 3-88 0,4-7-80 16,8 2-16-16,0-8 96 15,12-3 48-15,8-6-48 0,-1-10-96 0,9-9-136 0,0-3-9 16,0-13-87-16,4-4-184 0,0-8-172 15,0-7-208-15,0-6-552 0,0-7-312 0,-1-6-364 16,-7-4-1093-16,8-9-2495 0</inkml:trace>
  <inkml:trace contextRef="#ctx0" brushRef="#br0" timeOffset="45617.496">27447 8760 6916 0,'0'0'336'16,"0"0"1560"-16,0 0-280 0,0 0-895 15,0 0-77-15,0 0-44 0,0 0 240 0,0 0-140 0,0 0-128 16,0 0-172-16,-43-61 28 16,30 61-140-16,2-3 120 0,-5 3 116 15,0 0-88-15,-1 10-104 0,2 5-144 0,-1 8-116 16,-4 5 52-16,8 7 36 0,-4 7 4 16,5 2-68-16,-2-3 16 0,9-3 48 15,0-6-60-15,4-7 8 16,0-9-64-16,4-4-44 0,4-7-148 15,5-5 0-15,2 0 36 16,5-7-84-16,0-10-64 0,4-4-12 0,4-8-12 16,-8 1-16-16,4-4-96 0,-5 0 144 15,-2 4 104-15,-6 3 84 0,1 6-72 16,-3 5 68-16,-2 5 68 0,-7 2 16 0,4 7-12 16,0 0 196-16,-4 3-36 0,9 10 260 0,-5 3-4 15,-1 3-72-15,5 7-100 0,-4-1-88 16,4 4-84-16,0-4-40 0,0-3-36 15,4-2-112-15,0-2-36 0,8-2-172 16,4-4-464-16,-4 1-520 0,8-7-836 16,-9-1-1865-16,9 1-1623 0</inkml:trace>
  <inkml:trace contextRef="#ctx0" brushRef="#br0" timeOffset="46136.768">26618 9347 9488 0,'0'0'3233'16,"0"0"-1821"-16,0 0-1032 0,0 0-88 0,0 0 212 15,0 0 188-15,0 0 160 0,0 0-352 16,0 0-216-16,0 0-72 16,84 6-64-16,-52-6-88 0,8 0-60 0,4 0-8 15,0 0-4-15,8 0 8 16,4 0 4-16,3-3-4 0,13 0 0 15,3-4-68-15,9 1-16 0,4 0 12 0,7-7-184 16,5 4-260-16,0-4-92 0,3 0 20 16,4 1 12-16,1-1-128 0,0 1-432 0,0-2-24 15,-1 9-32-15,1 1-41 16,-1 4 1237-16,5 4 1741 0,-4 1-129 0,3 4-808 16,5-4-540-16,-1-3 52 0,9-2 64 15,-1 0-204-15,5 0-12 0,-5-9-152 16,5-3 40-16,-5-2-48 0,-3-2 4 0,-9 1 44 15,-7-4 12-15,-12 3-56 16,-13 3 156-16,-16 0 12 0,-7 4-76 0,-11-1 240 16,-10 4-88-16,-7 0-252 0,-12 2-64 15,-7 1-516-15,-6-1-300 0,-3-1-184 0,-16 2-236 0,1-1-1961 16,-22-3-2855-16</inkml:trace>
  <inkml:trace contextRef="#ctx0" brushRef="#br0" timeOffset="46916.742">27961 8407 468 0,'0'0'3976'0,"0"0"-2560"0,0 0-204 0,0 0-120 15,0 0 152-15,-31 69 36 0,27-48-187 16,0 0-185-16,-1 4-256 0,1 7-192 15,4 3-4-15,-7 4 52 0,3 2 20 0,0 3-188 16,-4 4-64-16,3 2-140 0,-2 5 4 16,-1 5-24-16,0 0 48 0,-1 7-28 15,-2 3 0-15,3 3-84 0,-4 3-52 0,0 6 0 16,4-2-12-16,0 2-140 0,-4-2 4 16,4-1-52-16,1 0-4 0,-2 3 52 0,5-2 0 15,-4 0 52-15,4-4 40 0,1 3 60 16,-1-5 4-16,4 2 132 15,0-4-84-15,0-1-48 0,0-2-4 0,0 1-8 16,0 2-92 0,0-1-16-16,0 0-120 0,0-6 20 0,0 2 116 15,4 1 100-15,-1-8-4 16,1 3-4-16,4-7 8 0,-4 2-12 16,5-1 12-16,-2-5 0 0,-3-2-4 0,4-2-8 15,-4-1-28-15,0-6 32 16,-4 1 8-16,0-4 0 0,0-3 76 0,0-4 0 15,0-2 72-15,0 3-20 0,0-4-64 0,0-5-52 16,0 2-12-16,0-7-64 0,0-1-24 0,0-7-152 16,0-1 28-16,-4-6-184 0,4-3-160 15,0 0-260-15,-4-3-260 0,0-3-273 16,4-7-411-16,-4 0-692 0,0-12-1520 16</inkml:trace>
  <inkml:trace contextRef="#ctx0" brushRef="#br0" timeOffset="47873.166">27116 9922 8068 0,'0'0'1348'15,"0"0"-508"-15,0 0-184 0,0 0 541 16,0 0 427-16,0 0-120 0,5 77-292 0,-5-47-392 16,0 12-188-16,0 5-112 0,0 1-16 0,0 6-24 15,-5 0-124-15,-2 3-40 16,-1-6-96-16,0-7-208 0,-1-8-12 0,6-8-192 15,-1-6-236-15,4-12-88 0,-4-1-124 16,4-6-64-16,0-3-240 16,-4-3-540-16,4-6-1000 0,-4 2-1969 0,0-18-3659 0</inkml:trace>
  <inkml:trace contextRef="#ctx0" brushRef="#br0" timeOffset="48099.28">27208 10112 7976 0,'0'0'1724'0,"0"0"-628"0,0 0-631 16,0 0 219-16,0 0 212 16,80 28 224-16,-64-18-296 0,-4-1-332 0,0 4-164 15,-4 0-140-15,0 1-28 0,-4 0-32 16,0 2 24-16,-4 1-64 0,0 5 12 16,-8 0-92-16,-8 0-8 0,-4 3-84 0,-4 1-184 15,0-4-72-15,-4-3 164 16,-4 1 52-16,4-5-128 0,-4-3-304 0,-3 2-232 15,3-5-128-15,4-2-428 0,-4-5-645 0,17-2-995 16,-13-2-3328-16</inkml:trace>
  <inkml:trace contextRef="#ctx0" brushRef="#br0" timeOffset="48494.851">28583 9975 3588 0,'0'0'9769'0,"0"0"-8133"0,16 64-980 0,-12-27-444 16,0 15 272-16,-4 5 536 0,0 1 180 16,-4 5-316-16,-5 0-308 0,-6 0-208 0,3 1-148 15,0-7-196-15,4-3-24 16,0-12-184-16,5-8-108 0,-2-11-172 15,5-11-88 1,0-8-28-16,0-4-136 0,0-10-428 0,8-9-76 16,4-16-716-16,4-12-909 0,-4 5-1347 15,3-31-2224-15</inkml:trace>
  <inkml:trace contextRef="#ctx0" brushRef="#br0" timeOffset="48851.084">28770 9937 11521 0,'0'0'2248'16,"0"0"-1080"-16,0 0-276 0,0 0 188 0,99-6-124 15,-78 6-140-15,3 6-116 0,-9 1-148 0,6 6-100 16,-1-1-88-16,-5 4-180 0,-2 3-112 16,-6 3-12-16,-3 7 28 0,-4 6-40 15,-4 3-48-15,-8 6-8 0,-7 4-88 16,-5 0 8-16,-1 2 16 0,1-9 72 16,5-1 0-1,3-10 12-15,8-8-12 0,4-5-60 0,4-9-100 16,15-1-216-16,13-7-4 0,4 4 72 15,5-4 76-15,2 0 12 16,1 0 0-16,-4 3 48 0,-1 3 24 0,-3 7 96 0,-4 0 52 0,-4 6 4 16,-7-1 60-1,-6 5 156-15,-3-1 160 0,-8 3-12 16,0 4-48-16,-4-4-64 0,-7 7-24 16,-10 0 12-16,-3-1 0 0,1 2-84 15,-9-1-52-15,0-1-12 0,-4-2 4 16,-4-7-4-16,1-3-96 0,-6-4-52 0,2-5-252 15,-5-7-220-15,-4-3-248 16,4-13-208-16,1-9-268 0,-1-6-728 0,12 2-2508 16,-12-27-2785-16</inkml:trace>
  <inkml:trace contextRef="#ctx0" brushRef="#br0" timeOffset="49609.962">28946 8438 9960 0,'0'0'1341'0,"0"0"-813"0,0 0-284 15,0 0 408-15,0 0 940 16,0 0-316-16,0 0-196 0,0 0-484 0,-80-21-100 16,60 30-100-16,-4 3-76 0,-4 7-36 15,0 4-60-15,4 3 8 0,-4 6-36 0,9-1 36 16,2 4 76-16,6 4 144 0,3-6-112 16,8 3-264-16,0-4-76 0,12-4-112 15,8-3-8-15,3-5-40 16,14-5 76-16,-2-2-100 0,9-7-112 15,0-2-56-15,7-4-188 0,1-6-188 0,8-7-400 16,4-6-744-16,-17 3-2412 0,26-16-3809 16</inkml:trace>
  <inkml:trace contextRef="#ctx0" brushRef="#br0" timeOffset="50148.2">31057 8385 704 0,'0'0'10841'0,"0"0"-8565"0,0 0-1364 0,84 89-584 16,-52-51-88-16,-1 3 164 0,-3 3 124 16,-3 4 184-16,-1 6-76 0,-5 3-80 15,-3 7-24-15,5 3-80 0,-6 2-132 0,1 7-36 16,0 4-52-16,-8 2-72 0,0 0-64 16,-4 5-92-16,-4 1 0 15,0-2 4-15,-12 1-8 16,-4-2-72-16,-8 0 72 0,-4-3 0 15,-4 1 4-15,-3-3-8 0,-10-1 0 16,2-3-84-16,-6-6-132 0,2 0 12 0,-5-5-96 16,5-9 8-16,-5-5-48 15,0-4-88-15,0-12-148 0,0-5-304 0,4-12-572 16,12-8-1060-16,-15-10-2557 0</inkml:trace>
  <inkml:trace contextRef="#ctx0" brushRef="#br0" timeOffset="51105.218">31910 8363 2584 0,'0'0'548'16,"0"0"140"-16,0 0-296 16,0 0 832-16,0 0-12 0,0 0-304 0,0 0-504 0,0 0 36 15,0 0 1076-15,0 0 393 16,28-13-477-16,-28 35-312 0,-4 3-100 15,-4 10-124-15,-4 4-172 0,0 5-176 0,-4 7-80 32,0 0 40-32,0 6 44 0,0 7 0 0,0 5-112 15,0 7-84-15,-4 7-64 0,9 8-36 16,-6 9 148-16,6 7 44 0,3 4-95 0,3 1-113 16,1-5-20-16,4-2-120 0,0-3-100 0,13-7-108 15,2-3-24-15,2-9-28 16,7-7 40-16,3-12-112 0,5-11 51 15,4-8-99-15,4-17-400 0,3-8-360 16,-2-14-436-16,-5-6-916 16,-1-10-276-16,-11 1-1673 0,-1-20-2247 0</inkml:trace>
  <inkml:trace contextRef="#ctx0" brushRef="#br0" timeOffset="51428.564">32448 8322 6048 0,'0'0'4208'0,"0"0"-3564"0,0 0 1449 0,0 0-1341 0,0 0-56 16,0 0 440-16,0 0-52 16,0 0-164-16,0 0-412 0,0 0-236 15,-16 95-100-15,8-61-24 0,4 8 36 16,-5-1-148-16,6 0-36 0,-5 4-124 0,4-1-172 16,0 0-332-16,0 4-280 0,-4 0-244 15,4-1-820-15,0-11-2209 0,-8 11-1703 16</inkml:trace>
  <inkml:trace contextRef="#ctx0" brushRef="#br0" timeOffset="51899.949">32301 9257 6808 0,'0'0'2088'0,"0"0"-1000"0,0 0-248 0,0 0 61 16,0 0 379-16,83 0-424 15,-67 7-160 1,4 3-216-16,-8-1-152 0,4 4-100 0,-4 0-104 16,-5 3-60-16,1-1 36 0,-8 5 60 0,0 2 48 0,0 0-24 15,-8 0 4-15,-3 3 0 0,-6-2 24 0,2-4 48 16,-5 0 76-16,0 0 148 0,0-6-64 15,0 0-200-15,1-7-172 0,-2 0 4 16,1-3-52-16,5-3-76 0,-2 0-60 16,6 0-36-16,3 0 0 0,3-3-24 15,-3 0-4 1,8-3 16-16,0-1-4 0,0 1-36 0,0-4 28 16,4 1 56-16,0-7-8 0,5 3 24 15,-1 1 24-15,-5-1 0 0,5 3-24 16,-3 3-4-16,-1 1-12 0,4-2-48 15,-5 1-64-15,5 3-100 0,1-2-128 16,-1 4-88-16,-5-5-104 0,5 3-108 0,5-2 104 16,-10 3 136-16,5 0-104 0,-4-4-493 0,0 7-559 15,0-2-840-15,-4 2-2532 0</inkml:trace>
  <inkml:trace contextRef="#ctx0" brushRef="#br0" timeOffset="52431.032">32997 8429 2400 0,'0'0'2488'16,"0"0"-300"-16,0 0-384 0,0 0-304 15,0 0-247 1,41 77-241-16,-26-49-160 0,-2 7-12 0,2 0-4 16,-2 10-96-16,2 5-208 0,-3 4-184 15,0 3-160-15,-4 4-28 0,0 2 0 16,-5 7-20-16,2 2-80 0,-5 2 28 0,0 5-40 15,0 4 16-15,0 4-56 16,-5-5 52-16,-2 0-48 0,-1-2-12 16,-4-8 0-16,0 1-148 0,-4-10-112 0,0-2-152 0,1-4 28 15,-6-6-96-15,1-3-172 16,-3-1 48-16,-1-5-4 0,0 0-4 0,-4-5-112 16,0-2-84-16,-4-10-248 0,0-3-905 15,8-6-963-15,-16-3-3223 0</inkml:trace>
  <inkml:trace contextRef="#ctx0" brushRef="#br0" timeOffset="53255.664">25368 12169 8688 0,'0'0'5325'0,"0"0"-4201"0,0 0-280 0,15 83 284 16,2-64 0-1,11 3-96-15,0-6-64 0,4-3-236 16,3-3-52-16,5-3-143 0,8-5-269 0,-5-2-208 15,6-9-60-15,-6-4-108 16,-7-3-228-16,0 0-261 0,-8 0-99 0,-8 3-208 16,-5 4-544-16,-10 3-688 0,-5 6-632 15,0 3-1237-15,-13 7-27 16,-11 12-1340-16</inkml:trace>
  <inkml:trace contextRef="#ctx0" brushRef="#br0" timeOffset="53403.094">25591 12478 7220 0,'0'0'2632'0,"0"0"-763"0,0 0-741 0,0 0-236 0,-84 61 48 16,80-56 168-16,0-2-128 0,4 0-272 15,4 0-300-15,9 1-72 0,2 5-28 0,9-3 60 16,4 5-36-16,4-8-112 16,4 0-220-16,-1-3-48 0,5 0-344 15,-3 0-372-15,-2-3-488 0,-3 0-896 0,-4 3-2769 16,0 0-4083-16</inkml:trace>
  <inkml:trace contextRef="#ctx0" brushRef="#br0" timeOffset="53943.884">26989 11837 10888 0,'0'0'1633'16,"0"0"-1109"-16,0 0-396 0,0 0 188 16,0 0 484-16,0 0 324 0,-64 91-104 15,49-53-160-15,-6 10-4 0,6 6-56 0,-1 10-160 16,4 6-112-16,-4 6 8 15,4 10 0-15,0 2-136 0,0 7-107 16,4 4-37-16,1-1 32 0,-2 1-20 0,9-1-160 16,0-3-108-16,0 1-72 0,4-12-24 0,8-3-36 15,4-6 8 1,0-7 16-16,8-5-24 0,3-8 8 0,6-11-8 16,3-3-65-16,3-13-91 0,5-12-432 15,4-6-404-15,-1-10-652 0,1-16-172 16,-4-10-236-16,-11 1-961 0,6-19-1835 0</inkml:trace>
  <inkml:trace contextRef="#ctx0" brushRef="#br0" timeOffset="54351.219">27726 12058 8476 0,'0'0'1124'0,"0"0"-592"0,0 0 88 0,0 0 61 15,-99-63 603-15,78 57 52 0,2 6-60 16,-1 6-408-16,4 7-176 16,-4 9 16-16,4 6-164 15,-4 11-172-15,4-2-64 0,4 8 48 0,0-8 60 16,4-1 72-16,8-7-216 0,0-10-172 15,0-7-100-15,4-5-184 0,9-4-132 16,2-3 8-16,1 0-8 0,4-13-4 16,0-3-12-16,4-3-64 0,0-3-24 15,-1 0-16-15,-2 3 92 0,-5-1 92 0,0 12 92 16,-5 1 160-16,2 3 112 0,-2 4 260 16,-2 11 64-16,-1 1 48 0,-1 4-52 0,1 6-124 15,1 3-136-15,-2 1-124 0,1-1-44 16,-4 0-4-16,4 1-8 0,0 0-68 15,0-4-204-15,0 0-624 0,0-3-540 16,0-3-1144-16,0 6-3001 0</inkml:trace>
  <inkml:trace contextRef="#ctx0" brushRef="#br0" timeOffset="55939.782">27679 13132 9984 0,'0'0'2089'0,"0"0"-569"16,0 0-708-16,0 0-256 0,0 0 312 0,0 0 76 15,0 0-52-15,0 0-308 0,0 89-152 16,0-42 72-16,0 7 220 0,4 3-176 16,-4 4-168-1,7-4-124-15,-3-3-88 0,0-3-84 0,5-10-84 16,-5-13-68-16,-1-5-64 16,1-8-172-16,0-12-184 0,0-3-320 0,0 0-372 15,1-13-372-15,-1-5-284 0,-1-11-1168 16,1 7-1761-16,0-22-2323 0</inkml:trace>
  <inkml:trace contextRef="#ctx0" brushRef="#br0" timeOffset="56178.108">27730 13191 9672 0,'0'0'2293'16,"0"0"-961"-16,0 0-876 0,0 0-228 16,0 0 660-16,0 0 232 0,0 0-128 0,0 0-372 15,96 13-312-15,-69-3-36 0,5-1-72 16,-4 1-116-16,0 3-40 15,0-1-44-15,-4 5-48 0,-3-2 44 16,-6 4 8-16,-2 4 44 0,-10 5 0 16,-3 3 12-16,-3 8-60 0,-14 2-124 15,-3 7 4-15,-8-1 20 0,-4-2 20 16,0-1 80-16,-3-9 56 0,3-3-56 16,0-13-52-16,0-9-244 0,8-10-188 0,-4-7-212 15,9-15-348-15,2-13-192 0,6-9-776 0,3 3-1917 0,8-36-2191 16</inkml:trace>
  <inkml:trace contextRef="#ctx0" brushRef="#br0" timeOffset="56551.276">28396 12049 1420 0,'0'0'11173'16,"0"0"-9645"-16,0 0-1072 0,0 0-352 15,0 0 372-15,80 73 416 0,-61-51 88 16,9 0-396-16,0 7-260 0,0 3-188 0,4 6-28 16,-4 3-56-16,0 3-52 15,-4 10 60-15,-5 0 28 0,-2 7-80 0,-6 6 4 16,-3-1 0-16,-3 7-12 0,-5 4-4 15,0 5-8-15,-13 0-188 0,2 7 64 16,-6-3-12-16,2 3 88 16,-5-7-40-16,-5-3 12 0,6-2 16 0,-9-4-16 15,4-3 40-15,-4-7-52 0,4 2-148 0,-4-9-76 16,5-5-112-16,2-7-20 0,-3-2-84 16,9-10-204-16,-1-7-424 0,0-6-624 15,7-9-1181-15,-6-7-3207 0</inkml:trace>
  <inkml:trace contextRef="#ctx0" brushRef="#br0" timeOffset="58148.956">24555 14624 7672 0,'0'0'1492'15,"0"0"-716"-15,0 0 1853 0,0 0-949 16,0 0-492-16,0 0-232 0,0 0-96 15,0 0-240-15,80 31-164 0,-49-21-208 16,5 2-112-16,-4-5-128 0,0-1-8 16,-4-3-56-16,-4-3-56 0,0 0-196 15,-1 0-372-15,-3 0-244 0,-3-3-344 16,-6-3-632-16,-3 3-1953 0,-4-1-1747 0</inkml:trace>
  <inkml:trace contextRef="#ctx0" brushRef="#br0" timeOffset="58444.409">24646 14770 6004 0,'0'0'1612'0,"0"0"-196"0,0 0-124 0,-36 95 9 0,25-63-273 15,2 3-172-15,-2-1-132 0,3-2-268 0,4 0-104 16,0-3-36-16,-1 2-128 0,2-2-24 0,3 3-76 15,0-4 12-15,0 1-24 0,0-4 48 0,0 1-24 16,3-1-8-16,6 0-4 0,-1-2 48 16,3-4 40-16,6 0 48 0,-2 0 148 15,2-6-112-15,3-1-108 0,-1-2-68 0,1-4-72 16,5-3-12-16,-6-3-48 0,1 0-200 16,0 0-212-16,0 0-188 0,0-6-172 0,-1 0-316 15,1-1-632-15,-3 4-1165 16,2-3-2099-16</inkml:trace>
  <inkml:trace contextRef="#ctx0" brushRef="#br0" timeOffset="59167.994">25587 15008 6200 0,'0'0'3892'0,"0"0"-1843"0,0 0-465 0,0 0-268 16,0 0-524-16,0 0 176 0,0 0-172 0,0 0-192 16,-88-29-96-16,77 29-164 0,-6 10-100 15,2 6-32-15,-2 6-44 0,2 13-20 0,2 7 72 16,2 5 52-16,-2 4 224 15,9-4 28-15,-3-3-220 0,7-5-144 0,0-10-115 16,0-7-45-16,0-14-121 16,7-1-99-16,6-7-48 15,-2 0 72-15,6-9 132 0,6-7 56 0,-3-3-168 16,1-6-40-16,-2-7 8 0,-3 3 36 16,0 1-12-16,-4-1 112 15,0 7-16-15,-1-1 28 0,-2 8 60 0,-5 1-8 16,4 9 8-16,-5-2 4 0,-3 7-4 15,0 0 4-15,0 0 108 0,0 0 68 0,4 4-92 16,0 2-84-16,1 3 168 0,3 5-4 16,-1 0-132-16,5 5-36 15,-3 1 0-15,6-1-132 0,-2-3-248 16,2-3-268-16,2 0-372 0,2-1-644 0,-3-3-488 16,-8 2-1745-16,8-6-1051 0</inkml:trace>
  <inkml:trace contextRef="#ctx0" brushRef="#br0" timeOffset="59331.73">25989 15284 11205 0,'0'0'1732'0,"0"0"-1336"32,0 0-116-32,-24 64 344 0,16-39 524 0,1-2-176 15,-6-1-424-15,5 0-460 0,5-3-88 16,-5 1-124-16,-1-2-264 0,5-3-468 0,0-1-356 15,-3-5-1004-15,3 0-2417 0</inkml:trace>
  <inkml:trace contextRef="#ctx0" brushRef="#br0" timeOffset="61751.678">26635 15079 3676 0,'0'0'2296'16,"0"0"-816"-16,0 0 64 0,0 0-200 15,0 0-51-15,0 0-129 0,0 0-220 0,0 0-132 16,0 0 32-16,0 0 116 0,0 0 60 0,-4-5-388 16,4 21-236-16,4 6-52 15,0 10-60 1,-4 3-88-16,0 7-72 0,0-4-64 15,0 0 16-15,-4-6-76 0,4-3-56 0,0-8-116 16,0-4-232-16,0-11-164 0,0 0-36 16,4-6-332-16,-1-6-356 0,5-10-392 15,1-7-1237-15,-1 4-1311 0,-5-13-572 0</inkml:trace>
  <inkml:trace contextRef="#ctx0" brushRef="#br0" timeOffset="61990.164">26682 15037 4000 0,'0'0'4432'15,"0"0"-3356"-15,0 0-520 0,0 0 461 0,0 0 423 0,0 0-368 16,0 0 108-16,0 0-300 16,0 0-428-16,92 42-160 15,-76-28-68-15,0 9 40 16,-4-2-64-16,0 3-40 0,-5 1-12 0,2 0-36 16,-5 1-108-16,-4-4 8 0,0 0-4 15,0 1 0-15,-8-4-8 16,0-1-44-16,-4-1-168 0,0-2-84 15,-4-2-128-15,1-3-108 16,-2-4-44-16,1 0 60 0,0-6 36 0,0 0-272 0,0-6-280 16,5-7-276-16,-2 1-1289 0,2-21-2291 0</inkml:trace>
  <inkml:trace contextRef="#ctx0" brushRef="#br0" timeOffset="62454.193">26945 14852 5824 0,'0'0'1988'0,"0"0"-728"0,0 0-112 0,0 0 221 16,0 0-61-16,0 0-328 0,0 0-412 15,0 0-112 1,0 0 152-16,0 0 136 0,0 0-284 0,68 32-136 16,-52-32-112-16,4 0-76 15,0-3-136-15,0-4-56 0,3-2-144 0,-2-1-248 16,-1-2-144-16,-1-1-388 0,1 1-592 15,-8-1-1673-15,-3-1-2623 0</inkml:trace>
  <inkml:trace contextRef="#ctx0" brushRef="#br0" timeOffset="62706.323">27129 14665 9048 0,'0'0'1680'0,"0"0"-839"16,0 0-229-16,0 0 44 0,0 0 144 16,0 0-60-16,0 0-324 0,-36 86-164 15,32-54 0-15,-4 3 124 0,4 2-60 16,-4 1-76-16,4 1-88 0,0-5-40 16,4 2-112-16,0-5-72 0,0-2-88 0,0-7-220 15,8-2-212-15,4-5 36 16,0-5-52-16,4-4 100 15,0-6-600-15,3-3-1289 0,-2-4-1991 0</inkml:trace>
  <inkml:trace contextRef="#ctx0" brushRef="#br0" timeOffset="63115.432">27683 14824 4548 0,'0'0'8201'0,"0"0"-6949"0,0 0-1252 0,0 0-172 16,0 0 160-16,0 0 12 0,79 0 0 16,-55-13-128-16,4 0-456 0,0 1 48 0,4-4 164 15,-4 6-52 1,-4 4-144-16,0 3 207 0,-5 3 169 0,1 0 88 16,-4 9 104-16,-4 3 0 0,-4 5 324 15,4 2 37-15,-7 3-93 16,-2 0-112-16,-3 5-28 0,0-6 40 0,0 4-28 15,0 1 80-15,0 2-44 0,0-2-48 16,0 2-24-16,0 1 60 0,4-1 4 16,-4 1 88-16,0 3-4 0,0-4 56 0,0 1-80 15,0-4 0-15,4 4-64 0,-4-7 40 16,0 3 8-16,0-5 16 0,0-1 64 16,0-4-28-16,0-1-116 0,0-5-88 0,0-4-60 15,0 0-12-15,0-5-104 0,0 2-96 16,-4-2-88-16,-3 4-232 0,-6-1-164 15,1 0-132-15,-8 0 12 0,0 0-20 0,-7 1-273 16,-6-4-599-16,10 3-848 16,-21-3-1336-16</inkml:trace>
  <inkml:trace contextRef="#ctx0" brushRef="#br0" timeOffset="64223.308">25954 15014 5288 0,'0'0'2784'0,"0"0"-904"0,0 0-799 0,0 0-1 16,0 0 504-16,0 0-480 0,0 0-500 15,0 0-352-15,0 0-252 16,0 0-48-16,0 0 40 0,11 0-108 0,-3 0-148 15,1 4-352-15,-2-4 20 0,1 3-196 16,8-3-460-16,-4 0-809 0,-4 0-1067 16,8 3-3012-16,-111-13 5504 0</inkml:trace>
  <inkml:trace contextRef="#ctx0" brushRef="#br0" timeOffset="64746.174">28938 14977 10997 0,'0'0'1964'15,"0"0"-948"-15,0 0-496 0,0 0 136 0,0 0 444 16,0 0-116-16,0 0-204 0,0 0-188 0,0 0-160 0,0 0-188 15,95-5-160-15,-67-1-84 0,-4 1-220 16,0-2-324-16,0-3-284 16,-9 4-264-16,-2 3-404 0,-5 3-1072 0,-8 0-3145 0</inkml:trace>
  <inkml:trace contextRef="#ctx0" brushRef="#br0" timeOffset="64908.323">28866 15214 11221 0,'0'0'1512'0,"0"0"-976"16,0 0-420-16,0 0 444 0,0 0 276 16,0 0 184-16,0 0-364 0,84 26-596 0,-53-36-60 15,5-6-300 1,5 0-420-16,-6-5-680 16,-3 5-1684-16,4-8-4021 0</inkml:trace>
  <inkml:trace contextRef="#ctx0" brushRef="#br0" timeOffset="65424.324">29579 14674 8916 0,'0'0'2105'0,"0"0"-1165"0,0 0-440 16,0 0 660-16,0 0 248 0,0 0-160 15,84 42-388 1,-56-36-464-16,0-3-148 0,-1-3-96 0,1 0-152 16,0-7 0-16,0 3-360 15,-4-6-324-15,-4-1-436 0,-4 2-672 16,-4 2-2397-16,-8 4-2503 0</inkml:trace>
  <inkml:trace contextRef="#ctx0" brushRef="#br0" timeOffset="65655.759">29691 14890 10596 0,'0'0'2057'0,"0"0"-1329"0,0 0-244 0,-28 82 804 15,24-56 184-15,0 0-252 0,4-1-540 16,0 0-276-16,0 1-60 0,4-1-24 0,3 4 36 15,6-4-100 1,2 4-96-16,-2-7-88 0,2 0-24 0,6-2-48 16,-2-5 0-16,1-5-60 0,4 0-160 15,0-8-60-15,-4-2-64 0,4 0-112 16,0-5-208-16,-5-9-152 0,5-2 72 16,-3-3-184-16,-1-3-676 0,-9 3-1460 15,10-12-3109-15</inkml:trace>
  <inkml:trace contextRef="#ctx0" brushRef="#br0" timeOffset="65913.991">30272 14725 12329 0,'0'0'1936'0,"0"0"-1732"0,0 0 24 0,0 0-128 16,0 0 996-16,0 0 280 0,0 0-372 0,0 71-488 0,0-43-144 15,0 3 20-15,4 4 36 0,-4 4-172 16,0-2-168-16,0 8-84 0,0-4-4 16,0 4-76-16,0-5-68 0,0-5-188 0,0 1-24 15,0-7-160-15,0-4-40 16,4-8-148-16,4-6-328 0,0-4-476 0,0-7-484 16,0 0-1093-16,4-7-2127 0</inkml:trace>
  <inkml:trace contextRef="#ctx0" brushRef="#br0" timeOffset="66560.011">30727 14954 12705 0,'0'0'2224'0,"0"0"-1988"15,0 0 4-15,0 0-124 0,0 0 484 16,0 0-68-16,0 0-532 16,0 0-40-16,0 0-440 0,0 0-296 0,0 0-680 15,0 0-1733-15,0 0-3507 0</inkml:trace>
  <inkml:trace contextRef="#ctx0" brushRef="#br0" timeOffset="66702.304">30675 15137 5684 0,'0'0'6929'16,"0"0"-5385"-16,0 0-1116 0,0 0-72 15,0 0 472-15,0 0 280 0,0 0-340 0,0 0-508 16,0 0-260-16,0 0-196 0,88 35-252 15,-68-41-500-15,3-2-768 0,-7-3-2841 16,12-4-3299-16</inkml:trace>
  <inkml:trace contextRef="#ctx0" brushRef="#br0" timeOffset="67041.415">31236 15062 15045 0,'0'0'1972'0,"0"0"-1972"0,0 0-36 16,-7 73 36-16,7-57 196 0,7-1 340 0,2-4-412 16,-1-2-124-16,7-6 0 0,5-1 124 15,1-2 48-15,-2 0-172 0,5-12-240 0,0-1-132 16,0-6-100-16,-1-3-52 0,-2-3-16 16,-1 4 100-16,-8 1 76 15,-5 1 172 1,-7 3 148-16,0 0 44 0,-4 6 64 0,-7 1 60 15,-6-1 28-15,-2 8 188 0,-1-3 124 16,-4 5-72-16,0 5 8 0,4 1-16 16,-4 7-172-16,4-4-204 0,1 7 104 15,2-4-100-15,6 1-12 0,-2 0 0 16,5 0-124-16,1-4-224 0,3 0-376 0,4 1-284 16,0-6-508-16,0-1-1701 0,0-3-3175 0</inkml:trace>
  <inkml:trace contextRef="#ctx0" brushRef="#br0" timeOffset="67236.67">31651 15093 13177 0,'0'0'2756'16,"0"0"-1828"-16,0 0-292 0,0 0 180 15,0 0-52-15,0 0-384 0,0 0-288 16,0 0-88-16,0 0-4 0,0 0 0 0,0 0-276 15,88-19-448-15,-69 7-292 0,5 2-140 16,0 1-232-16,-4 3-500 16,0-1-1069-16,0 4-1847 0</inkml:trace>
  <inkml:trace contextRef="#ctx0" brushRef="#br0" timeOffset="67393.259">32284 15107 7492 0,'0'0'6429'0,"0"0"-5037"32,0 0-1076-32,0 0-52 0,0 0 392 0,0 0 16 0,0 0-600 15,0 0-72-15,0 0-472 0,0 0-28 0,64-10-204 16,-48-6-776-16,0 0-2525 0,4-3-1863 0</inkml:trace>
  <inkml:trace contextRef="#ctx0" brushRef="#br0" timeOffset="67537.376">32535 15059 3696 0,'0'0'8469'0,"0"0"-7141"0,0 0-1096 0,0 0-184 0,0 0 424 0,0 0 348 0,0 0-288 15,16 70-532-15,-8-64-140 0,5 0-212 16,-6-3-52-16,5-3-344 0,4 0-500 16,-4 0-1365-16,8-9-2067 0</inkml:trace>
  <inkml:trace contextRef="#ctx0" brushRef="#br0" timeOffset="67808.39">32819 15040 4484 0,'0'0'7937'16,"0"0"-6201"-16,0 0-1180 0,0 0 24 15,0 0 792-15,0 0-132 0,0 0-436 0,0 0-496 0,0 0-308 16,0 0-4-16,0 0-96 0,0 0-72 0,-24 44-160 16,31-44-76-16,1-3 88 0,1-4-16 15,-2-2 76-15,5-1 84 16,-3-2 0-16,-2-1 52 0,1 4 24 0,-4-4 52 0,-4 3 48 15,0 3 124-15,-8 2 100 16,-3-2-112 0,-10 0 0-16,5 7 76 0,-3 0 48 0,-2 0 60 15,1 5-72-15,5 4-76 0,-6 3-12 16,6 4-52-16,-1-3-8 0,4 0-76 16,-1-4-8-16,6-3-264 0,3-2-448 15,4-1-376-15,0-3-568 0,0 0-1484 0,8-13-2101 16</inkml:trace>
  <inkml:trace contextRef="#ctx0" brushRef="#br0" timeOffset="68053.844">33173 14564 13045 0,'0'0'2220'0,"0"0"-1680"0,0 0-440 0,39 69 304 15,-22-43 692-15,-6-1-192 0,6 7-424 0,-2-1-244 16,2 1-64-16,-6 3 24 0,2 0-88 16,-6-3-108-16,-7 3-76 0,0-4-120 15,-3 5-220-15,-10 2-204 0,-6-4-84 16,-9 4-180-16,-4 1-72 16,-8 1-392-16,-8 2-1052 0,16-13-1973 15,-31 15-1555-15</inkml:trace>
  <inkml:trace contextRef="#ctx0" brushRef="#br0" timeOffset="69888.056">33010 14421 3724 0,'0'0'4148'0,"0"0"-2228"0,0 0-567 0,0 0-145 0,0 0-120 15,0 0-12-15,0 0-104 0,0 0-292 16,0 0 84-16,43 31 180 15,-23-18-312-15,1-1-204 0,-2-2-156 0,1 0-40 16,-4 0-12-16,4-5-36 0,0 1-72 16,-4-2-100-16,4 2 0 0,-5-2 48 15,2-1-60 1,-2 1-84-16,2-4-64 0,-2 2-36 16,-2 1 12-16,-2 0 0 0,2 3 24 0,-2-1 16 15,-3 1-4-15,-4 2 48 0,0 3 76 16,4 1 8-16,-4 1-44 0,-4 3 48 15,0 0-4-15,0 3 0 0,0 3-4 16,0 1-4-16,0 5-36 0,-8 4 48 16,-4 6 100-16,4 6-100 0,-8 3 8 15,-3 4-8-15,-2 3 64 16,2 3-4-16,-5 0 64 0,4-3 20 0,-5 1-8 0,10-8 0 16,2-3 24-16,2-8-52 0,7-5 4 0,0-5-100 15,0-4 48-15,4-6-56 0,0-7 60 0,0 1-52 16,0-7-12-16,0-3 0 15,0 0-112-15,0 0-48 0,0 0-208 0,-5 0-120 0,2 0 4 16,-13 3-48-16,-4-3-312 0,-8 4-296 16,-4 3-476-16,-11-2-488 0,11-2-773 15,-28 7-2463-15</inkml:trace>
  <inkml:trace contextRef="#ctx0" brushRef="#br0" timeOffset="70873.555">23375 16224 9864 0,'0'0'2397'0,"0"0"-1301"0,0 0-280 0,0 0 332 16,0 0-40-16,0 0-220 0,0 0-444 16,0 0-196-16,0 0 124 0,84 38 32 0,-32-28-44 15,7-3-164-15,1-5-196 0,0 1 0 16,0-3-112-16,-4-3-108 15,-4 1-164 1,-1-9-156-16,-7 5-132 0,-8 0-72 16,-4-1-476-16,-4 1-628 0,-17 6-2713 0,-7 0-2775 15</inkml:trace>
  <inkml:trace contextRef="#ctx0" brushRef="#br0" timeOffset="71043.158">23300 16459 11461 0,'0'0'2860'16,"0"0"-1624"-16,0 0-1172 0,0 0 72 15,0 0 204-15,115 25 252 0,-67-25 364 0,12-10-472 16,-4-5-312-16,8-1-172 0,-4-3-104 16,-5-3-180-16,-7 6-284 0,0 0-404 0,-12 0-416 0,-13 10-1268 0,-3 0-3185 15</inkml:trace>
  <inkml:trace contextRef="#ctx0" brushRef="#br0" timeOffset="71383.166">23300 15948 11821 0,'0'0'1700'0,"0"0"-1116"0,0 0-520 15,-40 82 136-15,24-50 524 0,0 4 524 0,4 1-240 16,-4 1-588-16,0-3-220 0,4 0-16 16,4 1-12-16,0-3 52 0,1 0-52 0,3-2-48 15,-1 1-116-15,5-3 0 0,0-1-8 16,0-2 4-16,9-5 4 0,2 2 64 16,1-2 4-16,8-1 20 0,4 0 4 15,4-1 120-15,8-4 208 0,7 4 12 0,6-3-220 16,7 0-96-16,0-4-124 15,-2-5 0 1,2-3-60-16,0-4-224 0,0 0-156 0,-8-13-136 0,4 1-124 16,-9-8-228-16,-2-2-596 0,-9-7-680 0,-8 7-2341 15,-5-13-3195-15</inkml:trace>
  <inkml:trace contextRef="#ctx0" brushRef="#br0" timeOffset="71627.168">23937 16106 7248 0,'0'0'4545'16,"0"0"-3853"-16,0 0-524 15,92 50-164-15,-57-29 392 0,2-2 392 0,-5 3-128 16,4-3-444-16,-5 0-160 0,1 4-56 16,-4-4-8-16,0 2-84 0,-9 5-72 0,-2 2-12 0,-6 1-128 15,-3-1-156-15,-8 7 156 0,0 0-16 0,-11 3 232 16,-5 0 84-16,-8 4-48 15,0-4 48-15,-4-1 0 0,-4-1 4 16,-4-4-88-16,1-4-464 0,-1-6-1133 0,8-3-1335 16,-12-6-3716-16</inkml:trace>
  <inkml:trace contextRef="#ctx0" brushRef="#br0" timeOffset="72205.327">25276 16665 7824 0,'0'0'4553'15,"0"0"-3749"-15,0 0-536 0,0 0-180 16,4-69 76-16,-4 56 284 0,-8 0 448 0,0 4-180 0,-4 2-184 0,4 4 56 15,-4 3 268-15,0-3-176 0,1 3-212 16,-2 3-24-16,5 2 32 0,-4 12 40 16,0 6-128-16,1 8-132 0,-2 10-48 15,2 10 24-15,3 3 56 0,-1-3 249 16,1-3-197-16,8-10-208 0,0-10-132 0,0-8-132 16,0-14-136-16,8-3 0 0,5-3 184 0,2-6 80 15,5-7-44 1,5-9-37-16,-1-11-75 0,3-1-120 0,-7-1 4 15,4 0 20-15,-5 9 60 16,-2 5 24-16,-1 5 28 0,0 7 32 16,-5 4 112-16,2 5 12 0,-2 5 464 0,-3 4 12 15,5 3-148-15,-2 4-60 16,2 0 25-16,-2 3-125 0,1 0-36 0,0 0-68 16,0-3-76-16,1 0-8 0,2-3-52 15,1-4-76-15,0-3-240 0,0-2-133 16,0-4-199-16,0-4-184 0,-4-4-916 15,4-6-752-15,-8 1-2413 0,7-12-2607 0</inkml:trace>
  <inkml:trace contextRef="#ctx0" brushRef="#br0" timeOffset="72359.124">25750 16659 11701 0,'0'0'2664'16,"0"0"-1436"-16,0 0-728 0,0 0 128 0,88 13 604 15,-60-13-136-15,0 0-312 0,4 0-440 16,-1 0-344-16,-3-10-24 15,4 4-552-15,-4-7-420 0,-5 7-80 16,-2-4-44-16,-14 7-1064 0,-3 3-3409 16,-4 3-3014-16</inkml:trace>
  <inkml:trace contextRef="#ctx0" brushRef="#br0" timeOffset="72511.101">25750 16872 11993 0,'0'0'2740'0,"0"0"-1556"0,0 0-428 0,0 0 124 0,0 0 284 0,0 0-144 15,88 57-288-15,-56-57-328 0,3 0-260 0,5-10-144 16,0-5-120-16,-4-8-236 16,4-2-96-16,-5-7-256 0,-3 1-352 0,-4-4-700 15,-8 6-1172-15,-4-13-3685 0</inkml:trace>
  <inkml:trace contextRef="#ctx0" brushRef="#br0" timeOffset="72706.265">25957 16411 12257 0,'0'0'1860'16,"0"0"-1288"-16,0 0-524 0,-12 82 268 16,12-46 884-16,0 2 540 15,9 3-408 1,2 7-636-16,6-4-256 0,-6 1-36 0,6-4 20 16,-2 0-144-16,1-9-280 0,0-4-120 0,0-5-368 15,4-7-316-15,-4-7-188 16,3-2-352-16,5-7-692 0,0-7-612 0,-8 1-2493 15,12-19-1303-15</inkml:trace>
  <inkml:trace contextRef="#ctx0" brushRef="#br0" timeOffset="72793.598">26431 16837 11281 0,'0'0'4088'16,"0"0"-2692"-16,20 67-452 0,-12-42 44 16,0 4 436-16</inkml:trace>
  <inkml:trace contextRef="#ctx0" brushRef="#br0" timeOffset="74731.788">26678 16621 3344 0,'0'0'1276'0,"0"0"3908"0,0 0-2931 0,0 0-681 15,0 0-516-15,0 0-100 16,0 0-148-16,0 0-88 0,0 0-136 0,-88 13-176 16,69-1 76-16,-1 4 32 0,0 9-88 15,0 0-60-15,4 8-88 0,0 5-24 32,0 3-48-32,8 3 24 0,1 7-148 0,-1-3-84 15,8 0-4-15,0-7-32 0,0-10 36 0,11-6 12 16,10-11-12-16,2-9-144 0,9-5 8 15,8 0-60-15,4-14 136 16,-1-10-268-16,1-7-224 0,-4-4 0 0,-8-6-16 16,0-3-24-16,-4 0 84 0,0-2-28 15,-8 5 0-15,-1 3 204 0,-2 3 164 16,-10 3 168-16,-3 5 72 0,0 4 92 0,-4 4 140 16,-4 3 48-16,-7 6-152 15,-1 1 108-15,-1 5 4 0,2 4-112 16,-2 0-120-16,6 0-80 0,-5 10-196 0,3 6-64 0,2 3-28 15,7 3 0-15,-4 4-48 0,4 2-720 16,0-5-1380-16,0 18-2349 0</inkml:trace>
  <inkml:trace contextRef="#ctx0" brushRef="#br0" timeOffset="74895.678">27264 17072 1604 0,'0'0'10509'16,"0"0"-8541"-16,0 0-580 0,0 73 144 15,-12-45 4 1,1 1-332-16,-6 3-604 0,-3-1-600 0,5 2-124 16,-6-5-84-16,6 4-196 0,-1-4-184 15,-5-2-844-15,10-1-1012 0,-1-8-1889 16,-4-6-2899-16</inkml:trace>
  <inkml:trace contextRef="#ctx0" brushRef="#br0" timeOffset="76449.818">28308 16793 3940 0,'0'0'1196'16,"0"0"2400"-16,0 0-1772 16,0 0-587-16,0 0-109 0,0 0 396 15,0 0-448-15,0-67-536 0,0 58-404 0,0 2-136 16,0 1-64-16,0 0 60 16,0 6-84-16,0-5-24 0,0 5 12 0,0 0 92 15,0 0 4-15,0 0 4 0,-4 5 88 16,4-5 124-16,0 2 44 0,0 4-156 0,0 5 48 15,0 1 52-15,0 4 48 0,4 6 28 16,0 0 8-16,0 4-48 0,-4-1-52 0,4 3-84 16,-4 4-92-16,0 3-8 0,0 0 0 15,-4 0-4-15,0 0-108 16,-4-3-24-16,0-4-48 0,4-2-76 0,1-7-76 16,-2-3-52-16,5-7 52 0,0-3-108 15,0-6-332-15,0 0-464 16,5-3-844-16,-2-9-649 0,5-1-1503 0,-4-16-651 0</inkml:trace>
  <inkml:trace contextRef="#ctx0" brushRef="#br0" timeOffset="76750.989">28328 16672 432 0,'0'0'364'0,"0"0"6840"0,0 0-5572 31,0 0-624-31,0 0 293 0,0 0 195 0,0 0-292 16,0 0-436-16,88-32-88 0,-65 32-112 0,1 6-132 15,8 4-116-15,-4 2-120 16,0 4-64-16,4 0-12 0,-4 3-116 16,-8 4-8-16,-1 2-4 0,-2 4 4 0,-9 2 88 15,-5 4-28-15,-3 1-56 0,0-3 0 16,-7 0 60-16,-5-2 8 0,0-2-60 0,-4-4 64 16,0 1 24-16,-5-8-92 0,2 1-8 0,3-2-84 15,-4-4-212-15,0-4-88 16,0-2-24-16,1-4-116 0,-2-3-56 0,6 0-48 15,-1 0-116-15,0-7-244 0,4-5-364 16,4-1-565-16,0-4-923 0,3 5-2992 16,5-9 4604-1</inkml:trace>
  <inkml:trace contextRef="#ctx0" brushRef="#br0" timeOffset="76897.133">28985 16815 7384 0,'0'0'4633'0,"0"0"-3229"0,0 0-400 0,76 28 272 16,-44-22 52-16,0 4-448 0,4-4-620 0,0-3-260 15,-1 1-200-15,-3-4-456 0,4 3-472 16,-8-3-1052-16,-4 4-3705 0</inkml:trace>
  <inkml:trace contextRef="#ctx0" brushRef="#br0" timeOffset="77066.578">28998 17081 340 0,'0'0'11025'15,"0"0"-9065"-15,0 0-1160 0,0 0 428 0,0 0 228 16,0 0 8-16,0 0-528 0,103 12-372 0,-63-12-284 16,4 0-120-1,-1-9-160-15,6-3-52 0,-6-4-524 0,5-3-372 16,-4-7-460-16,-12 8-1748 0,7-11-5113 15</inkml:trace>
  <inkml:trace contextRef="#ctx0" brushRef="#br0" timeOffset="77350.28">29739 16802 92 0,'0'0'11641'15,"0"0"-7813"-15,0 0-3148 0,0 70-180 16,0-44 1028-16,7 5 32 0,1-2-632 15,9-4-596-15,-2-6-292 0,5-3-40 0,4-4-88 16,0-5-8-16,0-7-12 0,4 0-160 16,0-7-52-16,0-8-144 15,-4-5-64-15,-1-2-136 0,-3 0 0 0,-3-3 92 16,-2-1 160-16,-7 1 364 0,0 6 48 0,-4-3 136 16,-4 6 224-1,-4 3 176-15,-4 1 80 0,-12 2-64 0,0 0-156 0,-8 4-104 16,0 2-108-16,0 2-88 0,-4 2-96 15,4 2-184-15,0 11-132 0,1 4-360 16,3 1-484-16,8-2-1320 0,-12 9-3793 0</inkml:trace>
  <inkml:trace contextRef="#ctx0" brushRef="#br0" timeOffset="80519.137">9813 4156 4028 0,'0'0'7449'16,"0"0"-6153"-16,0 0-340 0,0 0 208 15,0 0-68-15,0 0 168 0,0 0-112 0,0 0-168 16,0 0-188-16,0 0-52 0,0 0-16 0,-8-22-71 16,8 22-173-16,0 0-144 15,0 0-88-15,-4 3-20 0,0 0 8 0,0 6 40 16,-8 4-172-16,0 7-48 0,-7 8-48 15,2 10 36-15,-3 3-48 0,-3 12-12 16,-1 8-96-16,-1 6 0 0,-3 5 24 0,0 12-64 0,4 7 16 16,1 5 0-16,-1 8-12 15,8 2 44-15,0 2 40 0,9-1 48 16,-2 2-48-16,9-5-72 0,0-2 96 0,5-1 36 16,2-5 0-16,5-1-8 0,1-6-76 15,6-1 12-15,1 1 8 0,4-3 60 0,-1-3-56 31,5-7 60-31,4 0-84 0,0-5 36 0,5-5-12 16,-2-6 12-16,1 0-48 16,0-6-52-16,-1-3-68 0,1 0-101 0,-4-7-123 15,-4-2-288-15,4-4-580 0,-4-7-296 16,-4-2-596-16,4-4-516 0,-13-8-1705 0,9-8-2007 16</inkml:trace>
  <inkml:trace contextRef="#ctx0" brushRef="#br0" timeOffset="82708.603">10491 4270 1880 0,'0'0'1796'0,"0"0"-1300"0,0 0 144 0,0 0-56 16,0 0-296-16,0 0 1272 0,0 0-416 0,0 0-392 16,0 0-236-16,0 0 300 0,-4-38-83 15,4 35 231-15,0 0 8 16,0 0 8-16,-5-1-132 0,5 1-144 0,0 0 16 0,-4 0-72 15,4-4-152-15,-4 0-24 16,0 2-4 0,0-2 28-16,-3-2-32 0,2 2-72 0,-3-2-232 15,0-1 36-15,1 3-48 0,-6 2-76 16,5-2 160-16,-3 5-100 0,2-2-20 16,-2 1-28-16,-1 3-84 0,-1 0-4 15,2 7-68-15,-5 2-40 0,4 7 40 0,-4 6 24 16,4 4 0-16,4 5-28 15,-4 7 28-15,8 3 44 0,0 1 0 0,0-4-4 0,4-6-88 16,0-7 92-16,0-9-4 16,4-3-4-16,4-4-40 0,-3-6 40 0,6 0 0 15,1-3 12-15,0 0 4 0,4 0-4 16,4-13-8-16,-1-2-112 0,1-4 20 16,5-7-60-16,-1 1 76 0,-1-8-124 15,1 6-12-15,-4 2 0 16,-4 0-4-16,-4 5 28 0,0 4 12 15,-8 6 36-15,0 1 88 0,0 6 60 16,-4 3 16-16,0 0 32 0,0 3 124 16,0 6-60-16,0 4 96 0,-4 13-24 15,0 2-84-15,0 7 72 0,0 3 120 0,4-3-32 16,-4-3-188-16,4-4 24 0,0-5-84 16,8-8-12-16,4-2 0 0,0-3-84 15,8-4-12-15,-1-4 84 0,9-2-64 0,8 0-228 16,0-6-140-16,4-2-184 0,4-3-288 15,-5 3-544-15,2-3-992 0,-9 5-1985 16,0 6-1471-16</inkml:trace>
  <inkml:trace contextRef="#ctx0" brushRef="#br0" timeOffset="84519.235">14119 4016 9672 0,'0'0'1945'15,"0"0"-345"-15,0 0-340 0,84 32-64 16,-56-20-152-16,0 1-196 0,0 3-32 16,0 0-28-16,0 3-140 0,0 3-108 0,0 0-152 15,-5 1-96 1,5 2-36-16,-3 1 12 16,-1 2 49-16,0 0 71 0,-1 2-12 0,1 3-72 0,-4 0-100 15,0 2-24-15,0 3-8 0,-4 0-52 0,0 6-24 16,0 1 36-16,-4-1-24 0,-1 7-44 15,-2 2-52-15,-1 6 48 0,-1 1-60 16,-3 0 0-16,5 7-4 0,-5-1 4 0,3-3 8 0,1 5 52 16,0-2 0-16,1 0 0 15,-2 2-52-15,-3-2 40 0,0 0 0 0,0 2-4 16,0-5-44-16,-4 0-4 0,5 1-8 16,-5 3-72-16,0 2-60 15,-5 1-24-15,-3 6-40 0,0-2-68 0,-8 2 80 0,4 1-68 16,-3-5-28-16,-5-2 64 15,-1-4 92 1,2-2 16-16,-1-3-72 0,-4-8-52 0,0 5-49 0,0-8-35 16,0-2-100-16,-4-4-72 0,4-3-208 15,0 1-472-15,1-10-244 0,-1 0-992 16,7-14-2321-16,-14 6-1207 0</inkml:trace>
  <inkml:trace contextRef="#ctx0" brushRef="#br0" timeOffset="86855.281">9741 4877 5672 0,'0'0'2536'16,"0"0"-1916"-16,0 0-12 0,0 0 2217 0,0 0-977 0,0 0-760 16,0 0-172-16,0 0-76 0,0 0-256 15,12-10-248-15,-4 10-260 16,-4-3-76-16,4 0-124 0,8-1-100 0,0 1-100 15,8 0-272-15,4 0-536 0,3 3-764 16,-3-3-2093-16,16 0-1803 0</inkml:trace>
  <inkml:trace contextRef="#ctx0" brushRef="#br0" timeOffset="87035.259">10650 4797 756 0,'0'0'6840'15,"0"0"-5528"1,0 0-188-16,0 0 49 0,0 0-29 16,0 0-276-16,88 0-420 0,-69 0-320 15,9 0-120-15,0 0-8 0,8-6-184 16,8-4-312-16,-1-3-552 0,9 1-277 0,0-2-355 0,0 3-592 16,-13 1 136-16,21 0-496 0</inkml:trace>
  <inkml:trace contextRef="#ctx0" brushRef="#br0" timeOffset="87205.442">11638 4731 3988 0,'0'0'1992'16,"0"0"-340"0,0 0-304-16,95 0-404 0,-67-3-400 15,0-1-260-15,0-3-284 0,0 1-16 0,4 0-84 16,-4-1-264-16,4 1-412 0,4-2-312 16,3 1 52-16,1-3 60 15,8 0 248-15,-5 1 140 0,6-1 328 0,-2 1 252 16,1 3 8-16,0-4-8 0,-4 4-240 15,-12 0-572-15,11-1-1112 0</inkml:trace>
  <inkml:trace contextRef="#ctx0" brushRef="#br0" timeOffset="87524.853">13048 4584 2508 0,'0'0'7404'0,"0"0"-6500"0,0 0-647 15,83-6-49-15,-58 3-92 0,-5 0-52 16,-1-1 256-16,5 2 296 0,-4 2 48 0,1-5-232 15,-2 5-176-15,5 0-40 0,-4 0 52 16,0 0-28-16,4 0 12 0,-4 0-60 16,-1 0-192-16,6 0-16 0,-1 0-196 0,0 0-360 0,4 0-280 31,-1 0-220-31,6 0-293 0,-2 0-315 0,-4 5-344 0,5-3 488 16,-4-2 820-16,0 4 716 0,0-1 196 15,-4-3 924-15,0 3 376 0,1-3 72 0,-2 0-184 16,1 0-199-16,4 0-253 15,-4-3-408-15,4-4-308 16,0 5-156-16,-1-5-60 0,1 4-48 0,0-4-16 16,0 5-104-16,0-5-176 0,0 3-104 15,0-1-64-15,-4 2 36 0,-1-4 116 0,1-3 11 16,-7 4-775-16,-2-7-2812 0</inkml:trace>
  <inkml:trace contextRef="#ctx0" brushRef="#br0" timeOffset="88390.175">10988 4003 4804 0,'0'0'2796'0,"0"0"-1032"0,0 0-640 15,0 0-15-15,0 0 95 0,0 0-196 16,0 0-120-16,20 67-424 0,-12-45-336 0,0 7-124 15,0-4-8-15,0 7-56 16,0 0-152-16,4 3 8 0,-4 6-440 16,-5 1-156-1,6 5-376-15,-9 7-265 0,0-4-539 0,0 7-344 16,0-15 228-16,0 15-136 0</inkml:trace>
  <inkml:trace contextRef="#ctx0" brushRef="#br0" timeOffset="88537.983">11092 4928 456 0,'0'0'1852'0,"0"0"-40"0,12 85-12 0,-8-56-72 15,0 2-236-15,4 1-600 0,-5-1-428 16,5-1-268-16,-3 1-144 0,-1-2-52 16,4-1-28-16,-5 2-152 0,5-3-52 0,-4 2-104 0,5-1 168 15,-2 1 168-15,1-6 52 0,-4 2 388 16,5 0 12-16,2-3-131 0,-7 1-257 0,4 2-64 16,1 1-621-16,-6-11-1059 0,1 17-2524 0</inkml:trace>
  <inkml:trace contextRef="#ctx0" brushRef="#br0" timeOffset="88801.636">11363 6035 6644 0,'0'0'3268'15,"0"0"-2131"-15,0 0-649 0,-4 76 24 16,0-53-12-16,0 6-104 0,-1-4-48 16,2 3-132-1,-1 1-64-15,4 3-152 0,0-4-28 16,0 3-148-16,4-1 36 0,4-2 64 0,-4-5 0 15,4 2-52-15,0-3-116 0,-1 0-332 16,2 1-220-16,-5 2-133 0,0 0 65 16,3 1-16-16,-7 6 176 0,4-4 304 15,1 4 128-15,-1 2 180 16,0 2 80-16,-4-1-288 0,7 0-596 0,-3 0-644 0,4-1-284 0,-3-3-600 16</inkml:trace>
  <inkml:trace contextRef="#ctx0" brushRef="#br0" timeOffset="88924.507">11466 6997 1916 0,'0'0'2192'16,"0"0"-160"-16,20 67-316 0,-16-45-120 0,0 1-192 15,0 2-167-15,0-3-213 0,1 4-44 0,2-1-196 16,-3 0-292-16,0 4-328 0,0-1-152 16,0 0-12-1,1 5 0-15,-2-5 0 0,1 1-140 0,0-7-60 16,4 1-192-16,-8-4-176 0,8-10-132 16,-4-3-512-16,-4-3-1753 0</inkml:trace>
  <inkml:trace contextRef="#ctx0" brushRef="#br0" timeOffset="90495.139">10351 5854 6468 0,'0'0'2688'0,"0"0"-1640"15,0 0-480-15,0 0 1805 0,0 0-1013 0,-36 82-464 16,28-59-228-16,4 6-16 16,0-1-52-16,4 10-92 0,0 4-100 0,0 5-124 15,8 4-100-15,0 3-72 0,0 3-16 16,4-6-44-16,0 0-52 0,-1-10 0 0,2-5 80 31,-2-9 56-31,2-7-64 0,2-8-72 16,-3-2 4-16,8-7 84 0,-3-3-4 0,2-3-72 15,5-7 36-15,0-5-48 0,0-8-16 16,0-5-140-16,0-4-92 0,0-3-24 16,-4-3 52-16,-1 0 36 0,2 0-4 15,-2-1-8-15,-7-2 108 0,0 6 84 0,-8-3 4 16,1 4 16-16,-5 2 92 0,-5 0 80 0,-11 3 20 16,0 1-72-16,-3 3-12 15,-5-2-112-15,3 6 72 0,2 4 64 0,-1 3 0 16,0 3-12-16,4 8 48 0,4 0-136 15,-4 3-48-15,-4 0-184 0,4 3-148 16,-4 4-96-16,0 2-228 0,1 3-224 0,-2 5-540 16,6 2-908-16,-2-3-2545 0,2 9-1475 0</inkml:trace>
  <inkml:trace contextRef="#ctx0" brushRef="#br0" timeOffset="92100.214">12394 3723 5884 0,'0'0'2208'0,"0"0"-1196"0,0 0 1261 0,0 0-657 15,0 0-204-15,0 0-568 0,0 0-276 16,0 0-136-16,0 0-196 0,0 0-112 16,0 0-116-16,0 0-8 0,0 0-76 0,0 0 16 15,0 0 60-15,-11 0 124 0,11 0 64 16,0 0 36 0,0 0 36-16,0 0 64 0,0 0 108 0,0 0-60 15,0 0-52-15,0 0-48 0,0 0-52 16,0 0-72-16,0 0-40 15,0 0-20-15,0 0-84 0,0 0 56 0,0 0-52 16,0 0 4-16,0 0 64 0,0 0-4 16,0 0 0-16,0 0 28 0,0 0 20 15,0 0 16-15,0 0 48 0,0 0 256 0,0 0-112 16,0 0-196-16,0 0-56 0,0 0-76 0,0 0 0 16,4 0-8-16,-4 0-76 0,3 4-160 15,6 6 244-15,3 5 64 0,3 1-52 16,1 7 36-16,1-1-48 15,-2 0-4-15,-3-3-84 0,0 0 80 0,0-6-4 0,1 3 8 16,-2-1 0 0,-3-2 4-16,4-1 4 15,-4 2 60-15,4 1-16 0,0 2-40 0,0-4-8 16,-1 2 8-16,2 4-8 0,-5-3-60 16,3-3-16-16,-2 2-92 0,-1-2 44 15,-1-3-144-15,2 0-24 0,-1-1-52 0,-4-6-8 16,-1 1-92-16,1-2-36 15,0-2-52-15,-4 0-136 0,4 0-416 0,1-2-352 0,-5-12-380 16,4 9-781-16,-4-18-2975 0</inkml:trace>
  <inkml:trace contextRef="#ctx0" brushRef="#br0" timeOffset="92367.3">12717 3667 8620 0,'0'0'1436'16,"0"0"-596"-16,0 0 281 0,0 0 423 0,0 0-212 0,0 0-412 15,0 0-264-15,0 0-196 16,0 0-196-16,-52 79-44 0,37-48-8 16,-5 11-40-1,-1 3 4-15,-2 3-76 0,-1 3-88 0,-4-1 60 16,4-3-36-16,-4 2-36 0,0-5-72 15,0-6-76-15,1-6-52 0,7-4-72 0,-4-6-100 16,8-3-176-16,-4-6-284 0,8-1-100 16,-4-8-184-16,4-1-492 0,0-3-1061 15,4-7-1803-15,-7-12-479 0</inkml:trace>
  <inkml:trace contextRef="#ctx0" brushRef="#br0" timeOffset="92646.161">12199 4023 4788 0,'0'0'2512'0,"0"0"-320"0,0 0-435 15,0 0-129-15,0 0-568 0,0 0-364 16,0 0-4-16,0 0 456 16,0 0-476-16,77-4-336 0,-54 4 0 15,5 0-92-15,4 0-120 0,-1 0 24 16,1 0-48-16,0 0-24 0,5 0 8 0,2 0-72 0,-3-3-12 15,0 0-44-15,-1-3-44 0,2-5 76 0,-1 3-72 0,-1-2 72 16,-3 0-88-16,0 1-112 0,-8 3 40 16,-4-1-164-16,-4 1-196 0,-4 6-180 15,-5-3 44-15,-2 3-188 0,-5 0-236 16,0 0-92-16,0 0-284 0,0 3-677 16,0-1-935-16,0-2-1144 0</inkml:trace>
  <inkml:trace contextRef="#ctx0" brushRef="#br0" timeOffset="93573.709">12491 5509 1696 0,'0'0'5684'0,"0"0"-4192"0,0 0 2357 16,0 0-2397-16,0 0 124 0,0 0-220 0,0 0-104 15,35 91-208-15,-19-49-308 0,0 5-116 16,0 4-132 0,0 3-160-16,-8 6-108 0,0 1-63 15,-5-1-97-15,2 4-4 0,-5-7-56 16,0-6-100-16,0-10-117 0,0-10-123 16,4-8-4-16,-4-11-116 0,4-5-140 15,-4-4-136-15,0-3-432 0,4 0-916 0,-4-10-1044 16,0 1-2049-16,0-14-2299 0</inkml:trace>
  <inkml:trace contextRef="#ctx0" brushRef="#br0" timeOffset="93949.439">12590 5756 8400 0,'0'0'2160'0,"0"0"-639"0,0 0 279 0,0 0-96 0,0 0-272 16,84-45-392-16,-69 43-88 15,2-2-120-15,-6 4-292 16,1 0-212-16,-3 0-180 0,-2 4-64 15,-3 9 48-15,0 5 76 16,-4 5 0-16,-4 8-40 0,-3 7-104 0,-6 0-64 16,1-3-12-16,5-6-76 0,-2-4 28 15,5-9-12-15,4 0-64 0,0-3-80 0,9-1-88 16,2-2 36-16,5 3 8 0,8-1 92 16,0-2 20-16,4-1 64 0,8 1 20 15,-4-4 60-15,7 0-4 0,-2 0-4 0,-1 1-36 16,-5-1 48-16,-3 0 4 0,-8 5 92 15,-4-3 76-15,-4 3 24 16,-5 5-12-16,-2-4-12 0,-5 4-28 0,0 0 4 16,0-1-4-16,-5 2-32 0,-2 1 56 15,-9-2-68-15,0 0-16 0,-8 0-28 0,4-4-56 0,-8-1-48 16,0-5-184-16,0 0-120 0,-3 1-88 16,-5-4 48-16,0-3-244 15,1 0-248-15,-2-3-488 0,1-4-764 0,8 1-2473 16,-15-4-3047-16</inkml:trace>
  <inkml:trace contextRef="#ctx0" brushRef="#br0" timeOffset="94703.78">15343 4038 6776 0,'0'0'4941'16,"0"0"-2717"-16,0 0-156 0,0 0-356 16,20 74-440-16,-8-37-208 0,0 10-136 15,0 11-296-15,4 2-203 0,0 10-57 16,-5 10-116-16,6 5-88 0,-2 14-20 15,-2 9 8-15,-2 13 0 0,6 5 28 0,-10 7-40 0,1 4-92 0,5 0-52 16,-6-4-228-16,1 1-16 16,0-1 172-16,0 0-12 0,0 1-60 0,4-11 132 15,-4-6-112-15,4-5-8 0,0-13-48 16,0-10 20-16,7-14-68 0,-2-8-5 0,3-9-291 16,-1-14 40-16,2-6 140 0,-1-9-84 15,-5-7-504 1,2-6-124-16,-2-10-360 15,-3-3-484-15,0-3-712 0,-4 0-1413 0,0-12-2403 16</inkml:trace>
  <inkml:trace contextRef="#ctx0" brushRef="#br0" timeOffset="95304.877">16192 4854 10664 0,'0'0'2237'0,"0"0"-761"16,0 0-356-16,0 0 152 0,0 0-304 15,0 0-52-15,32 67 4 0,-13-20-40 0,1 14-308 16,1 8-108-16,-6 8-112 0,1 2-23 16,-8 3-137-16,0 5-104 0,-4-1-76 15,-4-1-12-15,0-6-12 0,0-2-112 0,0-17-128 16,0-9-17-16,0-16-59 16,-4-14 48-16,4-7-112 0,0-11-180 0,0-3-272 0,0-10-524 15,0-11-604-15,4-9-604 0,1 5-1881 16,-5-29-735-16</inkml:trace>
  <inkml:trace contextRef="#ctx0" brushRef="#br0" timeOffset="95690.686">16308 5131 5076 0,'0'0'4564'0,"0"0"-2475"0,0 0-425 0,0 0-92 16,0 0-148-16,0 0-168 0,90-67-204 15,-65 60-216-15,-1 1-188 0,4 3-196 16,-4 0-64-16,-1 3-144 0,-3 0-84 0,-3 9-64 15,-2 1 12-15,-7 10-20 0,0 5-16 16,-8 9-60-16,0 8-12 0,-8 2-64 16,-8 6-48-16,0-5-56 0,1-1 168 0,-2-9 8 15,9-6-8-15,5-4-8 0,-1-5-64 16,4-5-16-16,4 4-32 0,7-2-4 0,6-2 64 16,3 3 0-16,7-1 0 15,1-4 56-15,0-1-96 0,4 1 52 0,-1-3 40 16,1 3 4-16,-4-4 4 15,-4 4-8-15,-3-4 8 0,-6 7 160 0,-7 1 8 0,0 2-68 16,-8-1-40-16,0 5 0 0,0 2-48 0,-8-3 48 16,-4-3 28-16,1 0-16 15,-2 0 12-15,-2-6 24 0,-6-4-56 0,1 0-52 16,-7-2-380-16,3-7-104 0,-8 0-188 16,0 0-100-16,-3-9-112 0,3-1-220 31,-5-6-684-31,5 0-948 0,9 1-2005 0,-9-8-1823 0</inkml:trace>
  <inkml:trace contextRef="#ctx0" brushRef="#br0" timeOffset="96608.61">17479 5143 8596 0,'0'0'2224'15,"0"0"-847"-15,0 0 79 0,0 0-204 16,-76-3-108-16,52 13-452 0,1 6-228 15,-2 3-56-15,1 9-160 0,4 7-24 0,1 6 84 16,2 6 72-16,6 8 272 0,-2-1-172 16,6 4-176-16,3-5-108 0,4-2-76 15,0-10 16-15,4-9-52 0,8-7 40 0,0-6-16 16,3-3-36-16,2-9 52 0,3-1-76 16,-1-3-48-16,-3-3-84 0,4-3-100 0,-4-3-168 15,0-7-64-15,0 1-196 16,-4-5-248-1,-4 1-400-15,-4-3-1084 16,0 6-2277-16,-4-9-1771 0</inkml:trace>
  <inkml:trace contextRef="#ctx0" brushRef="#br0" timeOffset="96733.427">17216 5517 8944 0,'0'0'2197'0,"0"0"-401"15,0 0-560-15,0 0-60 0,0 0-424 0,0 0-348 16,0 0 132-16,0 0 432 0,84-2-252 0,-53 2-496 0,5 0-176 15,0-4-44-15,3-2-136 0,2-3-344 16,-1-3-536-16,-9 1-636 0,13-11-2984 0</inkml:trace>
  <inkml:trace contextRef="#ctx0" brushRef="#br0" timeOffset="97009.653">18092 5077 15057 0,'0'0'1812'16,"0"0"-920"-16,0 0-112 0,0 0 32 0,-92 37-248 16,73-11-112-16,-9 6-64 0,8 6-84 15,0 6-24-15,8 5 0 0,0 1-72 16,4 7-3-16,0 3 27 0,8 4 0 16,-4-4-52-16,4 0-48 0,4-5-32 15,4-8-88-15,0-9-8 16,8-3 0-16,4-10-4 0,0-6-8 15,3-6-128-15,5-10-80 16,0-3-16-16,0-3-8 0,0-13-125 16,0-3-135-16,-4-6-144 0,-4-1-164 0,-8-2-296 0,-4 3-804 0,-4 0-2224 0,-4 6-1325 0,-12-4-1535 15</inkml:trace>
  <inkml:trace contextRef="#ctx0" brushRef="#br0" timeOffset="97294.435">17929 5610 12721 0,'0'0'3168'0,"0"0"-1308"0,0 0-612 0,0 0-416 16,0 0 60-16,0 0 313 0,0 0-357 31,84 13-256-31,-52-13-132 0,-1-10-204 0,5 0-256 16,-4-5-136-16,-4-1-432 0,-4 0-228 0,-5 0-93 0,-2 4-179 15,-6 1-612-15,-6 3-684 0,-5 4-1832 16,0 2-569-16,-5 2-507 0,-6 2 3680 16,-6 4 1592-16,2 0 28 0,-2 8 5020 15,6-5-1932-15,3 4-815 0,0 0-289 16,4 2-236-16,4 4-428 0,0 1-152 15,0 5-148-15,4 0-136 0,4 3-68 16,0 2 8-16,3-2 1 0,2 1-213 0,-1-4-252 16,0-3-316-16,0-3-72 15,-1-9-216-15,6-1-380 0,3-9 15 16,-1-3 69-16,2-13-232 0,7-6-380 0,-4-13-1236 16,-5 9-3304-16,9-20-5181 0</inkml:trace>
  <inkml:trace contextRef="#ctx0" brushRef="#br0" timeOffset="97525.824">18563 5134 11897 0,'0'0'3824'0,"0"0"-2620"0,0 0-620 0,0 0 320 16,0 0-32-16,11 79 232 16,-7-41-32-16,0 9-391 0,-4 8-221 0,5-1-24 0,-5 6-124 15,0 1-128-15,0 2-88 16,-5-3-24-16,1 0-24 0,-4-3-36 0,8-3 36 0,-3-9-44 15,3-9 44-15,0-8 12 16,7-9-12-16,1-3-40 0,8-4-8 16,0-2-104-16,4-7-52 0,0 0-48 0,3-3 20 15,2 0-140-15,-1-9-232 0,4-8-273 0,-4 2-167 16,-5-7-656-16,-2 2-2380 16,3-5-3725-16</inkml:trace>
  <inkml:trace contextRef="#ctx0" brushRef="#br0" timeOffset="97826.235">18877 5670 10044 0,'0'0'6365'0,"0"0"-4761"16,0 0-764-16,0 0 152 0,0 0-160 16,36 70 104-16,-28-47 13 0,-5-5-465 0,2 1-292 15,-1-3-184-15,0 3-8 0,4-6-72 16,-4-4-36-16,-1 1-148 0,2-4-32 0,3-6-64 0,0 0-61 15,-1 0 49-15,6-3 20 0,-1-10 64 16,-1 1 112-16,6-4 32 0,-1 3-36 16,-4 4 40-16,-1 2 32 0,2 4 100 15,-6 3 52-15,1 3 300 0,0 4-96 16,1 8-24-16,-6 2 24 0,5 5-36 16,-4 3-52-16,-4 0-156 15,0 4-12-15,4-6 0 0,0-1-352 16,0-3-560-16,0-7-620 0,0 1-2684 15,4-3-3729-15</inkml:trace>
  <inkml:trace contextRef="#ctx0" brushRef="#br0" timeOffset="98844.614">19180 5794 5804 0,'0'0'1288'16,"0"0"2601"-16,0 0-2541 15,0 0 184-15,0 0-68 0,0 0-68 0,0 0-140 0,0 0-308 16,0 0-184-16,88 60-264 16,-73-53-172-1,6-1-96-15,-2-3-108 0,-3-3-112 16,5 0-12-16,-6 0-12 0,5-6-112 0,-4-1-252 15,0-5-360-15,3-1-408 0,-6-3-716 16,-1 4-2980-16,-5-7-4597 0</inkml:trace>
  <inkml:trace contextRef="#ctx0" brushRef="#br0" timeOffset="99046.849">19538 5626 13637 0,'0'0'1356'0,"0"0"-676"15,0 0-540-15,0 0 276 0,-15 91 308 16,15-58 332-16,0-2-180 0,0 4-408 16,0 0-408-1,4-2-60-15,-1-2-124 0,5-3-48 0,-3-3-368 16,3-5-276-16,3-4-364 16,2-10-736-16,-2-6-824 0,1 0-1893 0,1-13-775 15</inkml:trace>
  <inkml:trace contextRef="#ctx0" brushRef="#br0" timeOffset="99447.149">20032 5029 11781 0,'0'0'2476'0,"0"0"-1756"0,0 0-176 0,0 0 536 16,0 0 76-16,-64 67 4 0,49-32-264 15,-5 2-308-15,8 8-100 0,0 3-16 16,0 5 4-16,4 5-99 0,5 2-13 0,-1 0 0 16,-1-2-64-16,5-1-156 15,0-7-136-15,9-4-8 0,2-9-48 16,1-5-24-16,8-7-120 0,0-6-208 0,4-9-144 16,3-4-65-16,1-6 25 15,9-6 24-15,-5-10-296 0,4-9-612 16,-13 3-1180-16,13-24-2805 15</inkml:trace>
  <inkml:trace contextRef="#ctx0" brushRef="#br0" timeOffset="99681.221">20327 5150 5716 0,'0'0'8889'15,"0"0"-7417"-15,0 0-980 16,0 0 116-16,0 0 460 0,-3 95 260 15,3-54-108-15,3 4-404 0,1 9-279 0,0-1-101 16,-4 7-36-16,0 1-112 16,0 3-176-16,-4-3-112 0,-3-2-108 15,-1-5-264-15,-1-3-152 0,1-7-117 16,5-12-103-16,3-9-96 0,0-17-140 0,3-6-764 0,14-13-1304 16,-9 1-2001-16,12-30-2327 0</inkml:trace>
  <inkml:trace contextRef="#ctx0" brushRef="#br0" timeOffset="99861.072">20531 5235 11101 0,'0'0'2560'0,"0"0"-1104"0,0 0-676 0,0 0-12 16,0 82 236-16,0-40-52 0,0 9-152 15,-4 0-320-15,-5 3-188 0,2-1-96 0,-1 2-184 0,-5 2-12 16,2-9-244-16,-6-1-468 0,10-9-208 15,-5-9-108-15,8-10-308 0,0-10-12 16,0-9-160-16,4-3-957 0,0-7-2695 16,0-15 596-16</inkml:trace>
  <inkml:trace contextRef="#ctx0" brushRef="#br0" timeOffset="100132.377">20535 5366 40 0,'0'0'6372'16,"0"0"-3620"-16,36-77-503 0,-21 65-341 15,1-1-220-15,5 6-252 0,-2 7-44 16,-3 0-356-16,4 0-104 0,-4 4-200 15,-1 5-244-15,2 5-148 0,-6-2-72 16,-7 6-35-16,1 8-77 0,-5 2-148 0,-9 7-8 16,-6 7-8-1,-5 2-76-15,-8 3-85 0,-4 5-15 16,0-5-8-16,0 2 8 0,0-2 24 16,4-6 108-16,4-3 52 0,9-9 12 15,3-1 88-15,12-9-100 0,0 0-60 16,8 0-60-16,11-7 120 0,5 5 120 0,12-4 212 15,1-4-116-15,2 1-140 0,5-7-76 16,0 0-108-16,-4 0 60 0,-5-3-112 0,1 0-240 0,-8 0-320 16,0 0-172-16,0 0-512 15,-11 0-1664-15,2 0-4885 0</inkml:trace>
  <inkml:trace contextRef="#ctx0" brushRef="#br0" timeOffset="100502.037">21057 5191 7524 0,'0'0'4569'16,"0"0"-3761"-16,0 0-540 0,83 57 280 0,-51-32 628 16,-4 5 132-16,0 1-120 0,0 3-320 15,-4 1-264-15,-4 4-236 0,-5 3-184 0,-7-2-84 16,-3 4-40-16,-5 8-56 0,-16-5-4 15,-5 8-184-15,-2-9-112 16,-9 2-120-16,-1-3-140 0,7-10-140 0,-2-7-160 16,3-12-152-1,5-9-216-15,5-7-864 0,2 0-2949 16,2-25-1215-16</inkml:trace>
  <inkml:trace contextRef="#ctx0" brushRef="#br0" timeOffset="101187.67">21459 4801 9732 0,'0'0'1056'0,"0"0"-1056"0,0 0 0 0,0 0 389 16,0 0 331-16,75-67 176 0,-58 57 148 15,-2 3-156-15,2 1-68 0,-6 6-232 16,6 0-244-16,-10 0-72 0,5 6 80 0,-3 11 108 16,-5 8 180-16,-4 13-32 0,0 10-264 15,-4 10-112-15,-9 7-60 0,-2 5 36 16,-2 6 148-16,-2 1 216 0,-1-4 108 15,-1-1-300-15,2-5-211 0,7-9-109 16,0-14-56-16,8-9 108 0,4-9 8 16,0-11-44-1,8-2-76-15,3-7-216 0,6-3-29 0,2-3 49 16,1 0 4-16,1-5-64 16,3 1-36-16,-1-2 60 0,1 6 12 15,-4 0 36-15,0 10 112 0,0 8 72 0,-4 5 244 16,-4 5-12-16,-1 8-72 0,-2 1-52 15,-1 1-96-15,0 6 32 16,-1 1-44-16,2-1 0 0,-5 4-4 0,0 3-8 0,0 0 0 0,-4 3-68 16,0 3 80-16,0-3 48 15,-4 4 12-15,0-2 24 0,-4-2 28 16,-4 0 84-16,0-3 8 0,-1-7-20 0,2-2-103 16,3-8-81-16,-4-5-9 15,4-7-123-15,0-3-392 0,1-5-536 16,2-6-748-1,1-4-4112-15</inkml:trace>
  <inkml:trace contextRef="#ctx0" brushRef="#br0" timeOffset="101319.148">21890 6736 16729 0,'0'0'2744'15,"0"0"-2036"-15,0 0-708 0,0 0-672 0,0 0-500 16,-88 7-240-16,67-7-1232 0,-14 10-4037 15</inkml:trace>
  <inkml:trace contextRef="#ctx0" brushRef="#br0" timeOffset="147955.367">4861 883 9564 0,'0'0'4153'16,"0"0"-3205"-16,0 0-76 0,0 0-140 16,0 0 264-16,0 0-28 0,0 0-244 15,0 0-156 1,-13 6 32-16,13 13 92 0,5 12-216 15,-1 11-76-15,7 9 29 0,1 9-153 0,0 10-68 16,4 6-4-16,-4 6-20 0,4 5-76 16,-4 1-48-16,0 8-56 0,-1-2-4 0,-2 2 0 15,-1-4-52-15,0-13-80 0,-1-10 84 0,2-10-16 0,-5-9-188 16,4-11 68 0,-5-8-164-16,1-10 67 0,-4-4-207 15,5-10-252 1,-5-7-448-16,4-4-712 15,-4-11-924-15,4-15 72 0,0 8-2365 0,-4-28-1515 0</inkml:trace>
  <inkml:trace contextRef="#ctx0" brushRef="#br0" timeOffset="148143.634">5012 1702 12029 0,'0'0'1916'0,"0"0"-1296"16,0 0-556-16,0 0 656 0,0 0 588 0,0 0-180 15,75-4-200-15,-51 8-168 0,1-1-96 0,3 0 32 0,3 0-308 16,1 0-228-16,4-3-64 0,0 0-84 0,-5-3-8 15,5-3 92-15,-4-1-96 0,0-2-8 16,-8-4-136-16,0 4-100 16,0-4-196-16,-5 3-232 0,2-2-124 0,-10 1-260 15,2 3-548-15,-5 2-876 0,-5 1-1981 0,1-1-2111 16</inkml:trace>
  <inkml:trace contextRef="#ctx0" brushRef="#br0" timeOffset="148434.185">5566 1165 12329 0,'0'0'1872'32,"0"0"-1136"-32,0 0-232 0,0 0 488 0,0 0 404 15,0 0-188-15,0 0-364 0,0 0-340 0,0 0-212 0,-13 61-36 16,13-30-12-16,0 7 72 0,9 6 109 15,-1 7 59-15,3 7-120 0,-3 2-156 0,1 6-124 16,-2 1-84-16,1 6-60 0,-4 1-88 16,5 1-104-1,-5-5-4-15,3-1 16 0,-3-4-89 0,9-8-99 16,-6-7-144-16,1-5-136 0,4-4 36 0,-4-9-336 0,4-3-308 16,-1-6-552-16,2-9-428 0,-1-7-405 0,0-1-1799 15,0-8-1203-15</inkml:trace>
  <inkml:trace contextRef="#ctx0" brushRef="#br0" timeOffset="155168.101">2574 9128 3648 0,'0'0'1744'0,"0"0"0"0,0 0-900 0,0 0-348 16,0 0-20-16,0 0 1308 0,0 0-623 15,0 0-341-15,0 0 172 0,0 0-240 16,0 0-8-16,32 79-52 0,-25-54-64 16,-3 7 48-16,4 7-84 0,4 2 16 0,-4 9-240 15,-4 5-108-15,0 5-16 16,4 6-96-16,-8 5-136 0,0 1-12 15,0 4-60-15,0-2 56 0,0-5-192 16,0-2 144-16,0-9 48 16,0-8-140-16,0-5-16 0,0-10-136 0,0-9-52 15,4-8-84-15,4-5-76 16,-4-4-104-16,8-9-404 0,0 0-336 16,4-9-316-16,4-11-533 0,-5 2-727 0,13-24-1752 0</inkml:trace>
  <inkml:trace contextRef="#ctx0" brushRef="#br0" timeOffset="155515.865">3203 9483 10044 0,'0'0'1421'0,"0"0"-945"0,0 0-120 16,0 0 400-16,-88-2-120 0,52 11-292 15,-3 7-268-15,-2 6-76 0,-2 3 0 0,-1 7-88 16,0 3-28-16,5 2 28 15,-6 5-12-15,9-1 48 0,5-6-12 16,6 1 64-16,6-11 12 0,-1-4 116 0,12-2 12 16,0-5 12-16,5-1-112 0,3-4-40 0,0 1-28 15,3-1 28-15,9 4 240 0,4 0 16 0,0 2-4 16,8 5 88-16,4-1 88 0,0-1 48 16,0 4-96-16,4 1-4 0,0 2-76 0,-4 1-4 15,-1-4-160-15,1 7-72 16,-4-4-64-16,-4 0-108 0,-1 0 44 15,2-5-96 1,-5-1-28-16,-1-3 64 0,2-7-224 0,-2-2-168 16,2-4-224-16,2-3-476 0,1-10-784 15,-4 1-2057-15,0-21-3083 0</inkml:trace>
  <inkml:trace contextRef="#ctx0" brushRef="#br0" timeOffset="155715.465">3438 9792 9488 0,'0'0'2669'0,"0"0"-1761"0,0 0-704 0,0 0 508 16,0 0 656-16,0 0-360 15,0 0-236-15,92 7-324 0,-73-5-212 0,2-2-164 16,-1 3-72-16,3 0-124 0,-3-3-148 15,0 4-436-15,4-4-548 0,-8 0-848 16,-4 2-2413-16,-4 2-3003 0</inkml:trace>
  <inkml:trace contextRef="#ctx0" brushRef="#br0" timeOffset="155916.523">3577 10017 12057 0,'0'0'1728'16,"0"0"-1360"-16,0 0-204 16,0 0 416-16,0 0 464 0,0 0 48 0,0 0-172 0,0 0-340 0,80 19-248 15,-52-19-192-15,4 0-140 0,0 0-196 16,4 0-460-16,3-4-672 0,-3 1-748 0,-4 3-3093 0,12 0-4307 16</inkml:trace>
  <inkml:trace contextRef="#ctx0" brushRef="#br0" timeOffset="156416.267">4913 9010 12017 0,'0'0'1392'16,"0"0"-868"-16,0 0-32 0,0 0 596 0,0 0 404 0,0 0-180 0,0 0-340 15,0 0-372-15,0 0-184 0,-77-25-132 31,74 32-284-31,-5 5-24 0,-5 8 24 0,6 7 180 16,-10 12-8-16,6 9 96 16,-10 6-24-16,2 11 48 0,-1 6-15 0,-8 8-9 15,4 4-112-15,-3 2-144 0,-1 8 112 16,0 2-124-16,4 4-24 0,3-2 24 16,6 6 48-16,7-2-36 0,3 0-12 0,5 1-4 15,0-3 0-15,9-5-68 0,6-4 72 16,2-8 84-16,7-6-24 0,-1-2 16 0,1-8-68 15,8-6-4-15,-4 1 36 16,8-4-40-16,-1-4-84 0,-3-1-60 0,9-4-28 16,-5-1-92-16,3-3-125 0,5-2-195 0,-4-2-452 15,3-1-500-15,-2-4-888 0,-1-3-420 16,-12-13-1105-16,11 0-1591 0</inkml:trace>
  <inkml:trace contextRef="#ctx0" brushRef="#br0" timeOffset="158051.585">4175 8960 2752 0,'0'0'2944'0,"0"0"-1212"0,0 0-616 0,0 0-548 15,24-80-76-15,-21 71 312 0,2 0 1421 16,-1-2-941-16,-4 5-612 0,4-1-116 0,0 5-28 16,-4 2-124-16,4 0-200 0,-4 0-204 15,0 7-56-15,4 7 56 0,-4 9 352 16,3 9 208-16,-3 9-64 0,-3 13-136 16,-13 10-188-16,-4 9-48 0,-4 12-76 0,-8 11-48 15,-4 5-60-15,4 7 16 0,-3 1 40 0,-1-2 4 0,4-2-372 16,4-13-48-16,4-13 108 0,12-15 312 15,0-17 188-15,8-12 20 16,4-13-208-16,0-9-60 0,0-2-88 0,4-3 8 16,5-2 16-16,2 1 52 0,5 3 56 15,4-1 16-15,0 4-48 0,3 3 48 16,5 6 64-16,-4 10-4 0,1 9 116 0,-10 13 8 16,1 10 88-16,-4 5 40 0,1 8-40 15,-10-1-76-15,-3 3-196 0,0 3 0 16,0-6-48-16,0 2 40 0,0-6-4 15,-3-3-88-15,3-4-12 16,-4-8 112-16,4-10 76 16,0-5 8-16,4-8-72 0,3-9-8 0,1-2-4 15,4-7-84-15,0-3-28 0,0-4-124 16,-4-3 16-16,4-2-276 16,4-4-4-16,0-7-156 0,0-12-120 0,7-9-744 15,-6 6-1052-15,11-32-2769 0</inkml:trace>
  <inkml:trace contextRef="#ctx0" brushRef="#br0" timeOffset="158821.323">4864 9607 8672 0,'0'0'3253'0,"0"0"-1909"0,0 0-732 0,0 0-208 0,0 0-24 15,0 0-88-15,0 0-292 0,0 0-76 0,0 0-24 16,0 0 36-16,72 3 52 16,-40 0-216-16,3-3-496 0,6 0-92 0,6-3-40 15,1-3 72-15,8 1-41 0,-5-6-535 16,-10 5-1184-16,23-1-2032 0</inkml:trace>
  <inkml:trace contextRef="#ctx0" brushRef="#br0" timeOffset="158989.269">5996 9579 1736 0,'0'0'5516'0,"0"0"-3516"0,0 0-436 0,88 9-35 16,-65-9-177-16,5 0-376 0,4-3-356 15,0-7-268-15,3 4-216 0,6-6-136 16,2-5-164-16,10 2-76 0,-1-1-136 0,11 0-396 15,-3-1-260-15,8 5-248 16,-5-1-289-16,-3 5 209 0,0 1 400 0,-13 0 180 16,2 7-156-16,-14-3-324 0,14 3-776 15</inkml:trace>
  <inkml:trace contextRef="#ctx0" brushRef="#br0" timeOffset="159145.825">7765 9417 11025 0,'0'0'1912'15,"0"0"-1224"1,76 0 368-16,-53 0-200 0,1 0-568 0,0-4-48 16,-3 1-108-16,-2 3-132 0,1-6-152 0,1 3-424 0,-2 1-940 15,-3-5-824-15,-4 3-2237 16,-5-5-2279-16</inkml:trace>
  <inkml:trace contextRef="#ctx0" brushRef="#br0" timeOffset="159723.033">5916 8944 6128 0,'0'0'2728'0,"0"0"-623"0,13 80-433 16,-13-42-360-16,0 6-72 0,0 7-300 0,0 2-224 16,-5 11-168-16,1 6-140 15,0 3-108-15,4 3-164 0,-4 3-76 0,4 4-60 16,0-1-48-16,0-2-64 0,0 2 100 0,0-2-76 16,0 3 4-16,0-5 80 15,0 6-4-15,4-2-92 0,-4 0-12 16,8 1 0-16,-3-1-24 0,-1-3-76 0,-1-2-12 15,1-1-136-15,0-6 124 0,0 0 8 0,0 0 48 16,4-3-108-16,-4-1 52 0,0 1-4 16,4-4 48-16,-4 1 132 0,0-4 56 15,-1 1 4 1,-3-8 4-16,0-5 8 0,5-3 112 0,-5-8 144 0,0-1-56 16,0-8-136-16,4-6-76 15,-4 0-44-15,4-6-80 0,0-6-140 16,0-1-116-16,0-6-152 0,-4 1-624 15,0-4 276-15,0-7 212 0,0-2-209 16,0-1-919-16,0-18-2164 0</inkml:trace>
  <inkml:trace contextRef="#ctx0" brushRef="#br0" timeOffset="160255.063">5295 8918 8280 0,'0'0'3233'0,"0"0"-1113"0,0 0-436 15,0 0-236-15,0 0-172 0,0 0-336 0,0 0-244 16,0 0-144-16,0 0-196 0,-4 86-64 0,4-54 0 15,0-4-136-15,0 7-156 0,0 0 0 16,0 3-144-16,0 0-52 0,4 3-36 16,-4 1-280-16,0 3-604 0,0 2-424 15,-4-12-1372-15,-13 26-3893 0</inkml:trace>
  <inkml:trace contextRef="#ctx0" brushRef="#br0" timeOffset="160706.92">5319 10737 11069 0,'0'0'2484'16,"0"0"-1368"-16,0 0-684 0,0 0-104 16,0 0 464-16,0 0-92 0,0 0-164 0,0 0-204 15,0 0-44-15,0 0 80 0,79-6-96 16,-59 12-28-16,0 4 88 0,0 0-72 16,-4-1-88-16,3 7-16 0,-2-4 52 15,-6 8-36-15,-2-2 48 0,-1 1 0 0,-4 6 72 16,-4-1 72-1,0 4-132-15,-12 1-84 0,3 3-27 16,-6-3-121-16,2-1 4 0,-2-3 0 16,-1-6 44-16,4-3 12 0,4-10 40 0,4 1 80 15,-4-7 88-15,4 0 108 0,0-10-376 16,-7-6-88-16,2-9-140 0,-3-11-148 16,1-7 108-16,2-12 23 0,5-3-31 15,0 2-16-15,4 2-100 0,0 10 40 0,8 3-76 16,1 6-52-16,2 2-196 0,1 2-620 0,0 2-808 15,0 10-1832-15,4-12-1385 16</inkml:trace>
  <inkml:trace contextRef="#ctx0" brushRef="#br0" timeOffset="161377.853">6912 8508 8856 0,'0'0'3161'16,"0"0"-1297"-16,0 0-500 0,0 0-204 0,0 0-76 15,0 0-268-15,5 89-124 0,6-48 104 0,10 8-88 16,2 2-280-16,1 2-268 0,0 5-104 15,0-8-56-15,-5 1-100 0,2-7 40 16,-10-2-124-16,6-14-156 0,-6-2-220 16,2-13-128-16,2-7-236 0,5-6-588 0,-4 0-920 15,16-26-3401-15</inkml:trace>
  <inkml:trace contextRef="#ctx0" brushRef="#br0" timeOffset="161556.592">7338 8597 4652 0,'0'0'6164'0,"0"0"-3919"0,-60 77-645 16,29-39-176-16,-9 10-196 0,-3 2-400 15,-2-3-396-15,6 2-432 0,-6-8-36 0,6-3-448 16,3-6-256-16,4-4-600 0,0-5-732 16,12-11-2001-16,-8 1-2567 0</inkml:trace>
  <inkml:trace contextRef="#ctx0" brushRef="#br0" timeOffset="161693.576">6709 8876 3756 0,'0'0'6124'0,"0"0"-3419"0,0 0-973 0,0 0-96 0,0 0-256 16,0 0-244-16,96-40-396 0,-57 30-432 15,10-3-308-15,2 4-212 0,8-1-44 0,1 4-52 16,4 3-100-16,-4 3-868 0,-12 0-1112 0,16 19-3585 15</inkml:trace>
  <inkml:trace contextRef="#ctx0" brushRef="#br0" timeOffset="162281.177">7224 10112 13817 0,'0'0'1708'15,"0"0"-1068"-15,19 89-24 16,-12-47 304-16,-2 8 288 0,-1 1-288 0,0 4-260 16,-4-5-292-16,0 1-224 15,0-7-76-15,0 0-68 0,-4-3-60 0,0-2-72 16,-1-11-320-16,5-6-136 0,-3-9 36 0,3-10 88 15,0-3 8-15,3-19-88 16,2-6 60-16,7-14 36 0,-1-8 312 0,6-10 136 0,-6-7 0 16,6-1-196-16,-6-6 96 15,10 5 100-15,-6 11 124 0,2 8 76 0,2 12 284 16,-3 9-24-16,1 11-76 0,-10 5 24 16,5 7 60-16,-8 3-28 0,-4 0-48 0,4 0 96 15,-4 9 40-15,0 7-104 16,0 6-96-16,-4 7-108 15,-4-1-75-15,0 7-61 0,1-6-72 16,-2-4-12-16,5-2-124 0,4-4 27 16,0-3-51-16,4-4 28 0,9 4-12 0,2 0-52 15,5-2 40-15,-1 0-16 16,9-1 64-16,-3 0-40 0,3-1-12 0,0 2 76 16,-4-3-24-16,0 3-16 0,-1-1 16 15,-7 2 96-15,0 4 44 0,-7 1 68 0,-2-1-4 16,-3 4 40-16,-4-4 68 0,0-1 4 15,-8 1-24-15,-4 0-24 0,-4-3-28 0,0-3-36 16,-3-4-32-16,-5-3 0 16,-1-2-76-16,-3-4-160 0,0-4-204 0,0-11-256 15,0-7-4-15,2-8-232 0,-6-8-588 16,4-9-1032-16,4 6-3245 0,-4-33-3315 0</inkml:trace>
  <inkml:trace contextRef="#ctx0" brushRef="#br0" timeOffset="162721.269">8482 8820 1016 0,'0'0'8924'16,"0"0"-6567"-16,0 0-825 15,0 0-280-15,56 92-208 0,-32-57-140 0,4 6-196 16,4 9 144-16,-1 5 72 0,5 5-340 16,-8 4-336-16,4 2-124 0,-4 1-124 15,-4 3-12-15,-5 3-48 16,-6 3 48-16,-2 4 0 16,-11-1-148-16,0 6-84 0,-3 1-88 0,-5 3-48 0,-12-1-248 0,4 2-88 15,-4-5-28-15,-4-2-64 0,5-6 12 16,2-7 16-16,-3-4-184 0,1-9-120 15,2-3-68-15,2-6-101 0,-2-7-183 0,2-6-340 16,2-10-608-16,-2 0-2056 0</inkml:trace>
  <inkml:trace contextRef="#ctx0" brushRef="#br0" timeOffset="163464.433">9116 8813 8552 0,'0'0'4569'16,"0"0"-3373"-16,0 0-512 15,0 0-80-15,0 0 64 0,0 0-8 16,0 0-112-16,80-66-164 0,-61 53-160 0,-3 0-152 16,4 0 28-16,0 4-100 0,-4 3-12 0,-4 3 12 0,-4 3 96 15,-1 3 80-15,2 12 264 16,-9 11 92-16,0 9-92 0,0 9-196 16,-9 14-84-16,-2 5-64 0,-5 4-92 15,0 0-4-15,4-4-4 0,-4 0-44 16,4-2 40-16,0-10-40 0,4-7 44 15,0-6 0-15,8-9-48 0,-3-7-8 0,3-6 12 0,0-3 36 16,0-5-52-16,0-3 16 16,3 1-60-16,5-6-76 0,-4 6-24 15,4-3 108-15,4 0 92 0,0 7 0 0,4 3 0 16,0 5 8 0,0 8 112-16,-1 7 192 0,2 0-132 15,-6 11-60-15,2 5-4 0,-1 1-48 16,-1 1-56-16,2-1 0 0,-6 2-4 0,5-1-8 15,1-4-52-15,2 3 48 16,-6 5 8-16,6 2-44 0,-2 6 44 0,-6 4-8 16,5 7-40-16,-8-1-20 0,5 3-12 15,-6 1 8-15,1-5 4 0,0-5-12 0,-4-6 20 16,0-5 64-16,0-5 0 0,0-10 52 16,0 0-40-16,0-2-12 0,0-4-4 15,0-4-12-15,0 1-80 0,0-4-188 0,0-3-220 16,4-2-208-16,0-6-144 15,0-6-584-15,-4-1-276 0,4-10-124 0,0 0-593 16,-4-15-2615-16</inkml:trace>
  <inkml:trace contextRef="#ctx0" brushRef="#br0" timeOffset="164381.847">11020 9347 3800 0,'0'0'6924'0,"0"0"-4407"0,0 0-729 0,0 0-128 16,0 0 136-16,0 0-76 0,0 0-332 0,0 0-415 15,0 0-273-15,0 0-72 0,-32 32-400 16,1-12-228-16,-14 5-120 0,-6 8 44 16,-5 3 64-16,-4 8 8 0,-7 1 0 15,-2 2-4-15,-6 7-64 0,4-3 72 0,-2 3 0 16,2-3 48-1,7-3-48-15,8-7-8 0,4-3 4 16,16-5-4-16,8-8-52 0,13-10 0 16,3-3-72-16,8-1-24 0,4-5-52 0,12 2 40 15,7 3 84-15,13 1 36 16,9 1 48-16,10-3 48 0,1-1-8 16,8-3-36-16,-4 1-4 0,4-1 72 0,-1 3 36 15,1 4-24-15,0 3 40 0,8 3 44 0,-5 0-72 16,5 1-88-16,-1-2-8 0,2 1-60 0,-10-2 0 15,1-2-36-15,-5-2 48 0,-6 0 44 16,-2-7 4-16,-11 0 0 16,-8 0 0-16,0-6-48 0,-8 4 48 0,0-4 100 15,-8 0 68-15,-4 0 36 0,-5-4 28 16,1 2 32 0,-4-5 0-16,0-2 172 0,0-7 128 15,0-3-248-15,0-13-136 0,0-6-100 16,-4-10-80-16,-3-6-8 0,-1-9-76 0,-5-4-36 15,2 0-16-15,-9-6-104 0,0 8-204 16,0 0-28-16,-4 2-20 0,-4 5-148 16,5 5-304-16,-5 5-625 0,7 4-719 15,6 15-1968-15,-1-6-2389 0</inkml:trace>
  <inkml:trace contextRef="#ctx0" brushRef="#br0" timeOffset="166685.384">12470 8921 5320 0,'0'0'3040'0,"0"0"-824"0,0 0-827 0,0 0 3 0,0 0 8 16,0 0-192-16,0 0-168 15,40 96-172-15,-32-58-188 0,4 10-104 16,-4 9-84-16,5 7-76 0,-6 5-72 0,1 7-52 15,0 4 24-15,-4 5-24 0,-4 7-36 16,0 0-100-16,0-3-156 0,-8 0-8 0,4-3 4 16,-4-6-56-16,4-8 0 0,-4-7 12 15,8-13-48-15,-4-10-40 0,4-10 64 16,0-10-64-16,0-6-144 0,0-10-168 16,4-3-228-16,1-3-380 0,-2-6-404 15,5-7-496 1,-4 4-2377-16,4-23-1631 0</inkml:trace>
  <inkml:trace contextRef="#ctx0" brushRef="#br0" timeOffset="166909.674">12542 9785 7764 0,'0'0'1920'16,"0"0"-191"-16,0 0-549 0,0 0 208 0,0 0 116 0,0 0-248 15,0 0-48-15,0 0-160 0,95-16-228 16,-63 16-196-16,0-3-100 0,9 0-136 15,-2 0-8-15,5-4-127 0,4 1-93 16,0-1-64-16,-1-2-96 0,2-4-60 16,-6 4 56-16,0-4-92 0,-2 0-64 0,-5 4-133 15,-5-1-131-15,-3 3-196 0,-3 1-140 0,-10 1-320 16,-2 2-664-16,-10-1-848 0,1 4-1561 0,-11-3-1575 16</inkml:trace>
  <inkml:trace contextRef="#ctx0" brushRef="#br0" timeOffset="167226.378">13208 9182 8536 0,'0'0'2829'16,"0"0"-653"-16,0 0-568 0,0 0-336 15,0 0-264-15,0 0 108 0,0 0-304 0,35 67-176 16,-23-40-24-16,0 12-164 16,4 3-20-16,-4 5-100 0,0 6-11 15,0 5-113-15,0 6-44 0,-4 3-92 0,3 2-68 16,-2 4-12-16,-1 1 4 16,-4-2-116-16,0-5-20 0,-1 0-60 0,2-7-225 15,-1-3-43-15,0 1-52 16,0-8 24-16,-4 1-88 0,4-7-148 0,0 0-240 0,-1-5-392 15,1-7-396-15,-4-1-772 0,5-12-637 16,-1 0-2043-16</inkml:trace>
  <inkml:trace contextRef="#ctx0" brushRef="#br0" timeOffset="193586.217">4833 13023 2492 0,'0'0'1368'16,"0"0"-480"-16,0 0-448 0,0 0-152 15,0 0 156-15,0 0 584 0,0 0 800 0,0 0-896 16,0 0-516-16,0 0-132 16,7 0-64-16,-7 0-132 0,0 0-84 0,0 0-4 15,0 0-68-15,0 0 68 0,0 0 92 16,0 0-44-16,0 0 4 0,0 0-44 16,0 0-4-16,0 0-4 0,0 0-12 0,0 0-52 15,0 0 60-15,0 0-60 0,0 0-40 0,0 0-76 16,0 0-260-16,0 4-452 15,0-1-780-15,0 0-1140 0,0 4-1799 0,0-24 4610 16</inkml:trace>
  <inkml:trace contextRef="#ctx0" brushRef="#br0" timeOffset="193869.955">4833 13023 3940 0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24:52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6043 2013 692 0,'0'0'10793'0,"0"0"-8925"0,0 0-1192 0,0 0-232 15,0 0 100-15,0 0 224 0,0 0 212 16,-19 95-88-16,10-57-148 0,-2 4-92 0,-1 8-12 15,0 7-200-15,-4 11-88 0,0 4-48 16,-3 10-144-16,-5 8 0 0,-1 5-136 16,-3 6-12-16,4 0-12 0,-4 2 0 31,5-8 0-31,3-9 0 0,0-14-220 0,4-11-60 16,7-13-160-16,6-14-12 0,3-11-28 15,0-14-184-15,3-9-260 0,6-12-548 0,10-15-256 16,2-13-836-16,3-18-2505 15</inkml:trace>
  <inkml:trace contextRef="#ctx0" brushRef="#br0" timeOffset="225.926">6231 2169 8008 0,'0'0'3117'0,"0"0"-1513"0,0 0-544 0,0 0 228 15,0 0 100-15,0 0-256 0,0 0-228 0,-36 98-376 16,21-51-88-16,-2 8 40 15,2 8-88-15,-6 3-112 0,1 5 60 0,5 8-96 16,-6 3-100-16,1 4-144 0,1-4-96 16,2 4-36-16,-2-10-52 0,7-6-180 15,-4-6-88-15,0-17-172 0,4-9-224 0,5-8 156 32,-2-18-4-32,1-10 184 0,4-2-252 15,-3-14-1512-15,-2-9-2373 0,5-3-567 16</inkml:trace>
  <inkml:trace contextRef="#ctx0" brushRef="#br0" timeOffset="585.516">6187 2158 8564 0,'0'0'2433'0,"0"0"-1637"0,0 0 64 16,0 0 680-16,100-34-404 0,-76 34-392 16,0 0 8-16,-5 9 392 15,5 7-320-15,-3 6-344 0,-2 3-124 0,1 11-48 16,-3 5-16-16,-10 7-72 0,-3 5-160 15,-4 8-60-15,-8 6-64 0,-8-4-56 16,-3 4-88 0,-5-7-12-16,-4-3 108 0,0-10 76 0,0-2 28 15,-4-10 8-15,0 0-4 0,0-9-40 16,4 0 40-16,0-7 4 0,0-5-100 16,9 0 32-16,2-5 68 0,10-2 12 15,3-7-12-15,4 2-272 0,0-2-328 16,11 4-56-16,10 2 656 0,2 7 136 15,5 0 100-15,4-1-128 0,4 4-32 0,-4-3 12 0,4 5 32 0,-8-1-32 16,4-5-88-16,-8 5-8 0,-1-4-80 16,1-1 16-16,0-3-40 0,-5-2-208 15,2-4-472-15,-1-3-1036 0,-1-10-156 16,-2 1-785-16,-6-22-2971 0</inkml:trace>
  <inkml:trace contextRef="#ctx0" brushRef="#br0" timeOffset="907.999">6777 1841 13181 0,'0'0'2040'0,"0"0"-1748"0,0 0-180 0,0 0 276 15,0 0 704 1,4 80 24-16,-4-49-380 0,0 8-376 0,0-9-228 0,0 9-132 15,0-7-12-15,0-3-148 0,0-11 0 16,0-1 16-16,0-8-116 0,0-5 0 16,7-4 52-16,2-4 144 0,6-5 64 0,6-8 52 15,3-1-52-15,4-5-284 0,-5-2-52 16,5 6 64 0,0 3 124-16,-8 4 132 0,4 5-80 0,-4 7-92 15,-4 0-36-15,-4 9 224 0,-1 4 128 16,2 9 468-16,-9 0-160 0,-1 7-128 0,-3 1-84 15,0 0-76-15,-3 5-88 0,-5 1-60 16,-5 1-84-16,6-2-100 16,-5 4 0-16,-4-1-336 0,4 0-636 0,-1-3-1052 15,6-10-2509-15,-9 4-4667 0</inkml:trace>
  <inkml:trace contextRef="#ctx0" brushRef="#br0" timeOffset="1133.838">7303 2607 8308 0,'0'0'8265'0,"0"0"-6653"0,0 0-1600 0,0 0 136 16,0 0 456-16,0 0 268 16,87 9-52-16,-55-9-356 0,4 0-160 0,3 0-208 15,2 0-96-15,2 0-84 0,2-3-100 0,-2 0-156 16,6-4-284-16,-6 4-380 0,0-1-312 0,-11 4-1576 15,9-2-4085 1</inkml:trace>
  <inkml:trace contextRef="#ctx0" brushRef="#br0" timeOffset="1534.557">8382 2130 8264 0,'0'0'4661'15,"0"0"-2717"-15,0 0-888 0,0 0-424 0,0 0 40 0,0 0 232 0,0 0-360 16,0 0-300-16,-19 77 40 0,6-36 12 16,2 6 44-16,-2 2 88 0,6 1-108 15,3-3-212-15,0-2-108 0,4-7 0 0,0-6-48 16,0-7-52-16,8-6-68 15,8-3 20-15,-1-6 148 0,10-8 88 0,6-2 80 16,5-7-92 0,0-4-76-16,8-11-148 0,-4-8-96 15,3-1 12-15,-2-7 36 0,-6 0 160 16,-7 3 36-16,0 0 144 0,-12 6-132 16,-8 4 148-16,-4 6 84 0,-4 0 52 0,-4 3-188 15,-8 3 0-15,-3-2-56 16,-2 2-52-16,-7 2-84 0,1 3 76 0,-1 2-64 15,-4 2-220-15,4 1-148 0,-1 3-136 16,-3 3-112-16,5 7-152 0,-1 3-604 0,8-1-1044 16,-12 10-2549-16</inkml:trace>
  <inkml:trace contextRef="#ctx0" brushRef="#br0" timeOffset="3736.511">8315 1762 7460 0,'0'0'1856'15,"0"0"-1140"1,0 0-708-16,0 0 76 0,0 0 420 0,-72 86 89 0,52-51 87 16,0 3 52-16,-3 6-84 15,2 4-176-15,5 2 0 0,1 8-92 0,3 5-128 16,-4 4-140-16,4-1-60 0,-1 5 36 16,2-8-84-16,-2-3-4 0,9-6 0 15,1-3 0-15,3-13-112 0,0-3-92 16,0-3-12-16,7-9 64 0,6-2 152 15,-2-2 44-15,2 0-44 0,-1 4-68 0,4-1 68 16,-4 3 4-16,3 4 108 0,1-1-20 16,-4 0-4-16,4 5 176 0,-4-5-256 0,-3-2 4 15,2-1 192-15,1-6-200 16,-3-3-4-16,-2-4-152 0,1 1 28 0,0-6-196 16,0-4-8-16,0 1-648 0,-4-4 4 15,4-4-364-15,-1-3-645 0,6-18-2019 16</inkml:trace>
  <inkml:trace contextRef="#ctx0" brushRef="#br0" timeOffset="4107.104">9247 1880 2612 0,'0'0'8593'16,"0"0"-7461"-16,0 0-736 0,0 0 180 31,0 0 516-31,0 0-460 0,0 0-216 0,0 0 404 15,0 0-236-15,0 0-148 16,0 0-12-16,40 64-200 0,-40-31-216 16,0 6-8-16,0-4-88 0,0 3-72 0,0-6-28 0,0-4 4 15,0-3 60-15,0-3 60 0,0 1-36 16,8-1 24-16,0-3-108 0,3 3 44 16,2 0-96-16,2-5-68 0,2 1 40 15,3-1 52-15,-1-4 48 0,-2-1-12 16,2 1 48-16,-6 0-8 0,-2-4-192 15,-3 3 136-15,-8 5 192 0,0-5 392 0,0 7 0 0,-4 0-40 16,0 3-40-16,-7 0-44 16,-2 4 32-16,1 0-24 0,1 2-104 0,-9 4-44 0,-1-1-68 15,2 1 76-15,-5 0-12 16,4-1-124-16,0-1-4 0,0-2-180 16,0-3 8-16,1-3-96 0,2 0-140 0,2 1-888 15,2-4-1484 1,5 4-4729-16</inkml:trace>
  <inkml:trace contextRef="#ctx0" brushRef="#br0" timeOffset="5122.137">7303 4445 6552 0,'0'0'2168'0,"0"0"-784"0,0 0-155 0,0 0-333 15,0 0 40-15,0 0-224 0,0 0-168 0,0 0 0 16,0 0-116-16,12 25 200 16,0 3 200-16,-1 8-156 0,2 2-360 15,-2 9-116-15,-3 1 28 0,1 2-160 0,-5 1-64 16,0 4-8-16,-1-1 4 16,-3-3-192-16,4-4-100 0,0-12-40 0,0-10-160 15,5-9-116-15,-2-10-384 0,1-2-752 16,9-4-748-16,-6-13-181 0,1 0-1935 15</inkml:trace>
  <inkml:trace contextRef="#ctx0" brushRef="#br0" timeOffset="5308.241">7669 4470 6080 0,'0'0'2508'16,"0"0"153"-16,0 0-1401 0,0 0-828 15,0 0-88-15,-20 96 280 0,12-55 428 16,4 6-148-16,1 1-184 0,3 6-184 0,0 6-164 15,0 3-184-15,0 5-188 0,3 1-224 16,1 1 12-16,4 0-188 0,1-3-340 16,-2-4-1212-16,1-18-2045 0,0 5-2783 15</inkml:trace>
  <inkml:trace contextRef="#ctx0" brushRef="#br0" timeOffset="6008.631">7147 5728 9824 0,'0'0'1949'16,"0"0"-681"-16,0 0-60 0,0 0-184 16,0 0 60-16,0 0-212 0,0 0-216 15,-91-42-172-15,70 42-4 0,6 0-172 0,-9 6-164 16,0 5-80-16,-4 8-64 0,-4 9-12 15,0 7-88-15,0 9 100 16,4 11 12-16,1 8 52 0,3 6 8 0,4 11 28 16,4-1-28-16,4 0-68 0,8-2 36 0,4-8-40 15,0-5-60-15,4-11 48 16,12-7 12-16,0-15 72 0,4-3-60 0,4-11 112 0,-5-4-16 16,9-6 112-16,0-7-36 15,0 0-24-15,0-14-100 0,0-2-60 0,4-3-96 16,-4-6-540-16,-4-1-100 0,-1-2-64 15,-6 2-468-15,-6 1-652 0,-2-1-828 0,-5 7-1153 0,-4-3-335 16</inkml:trace>
  <inkml:trace contextRef="#ctx0" brushRef="#br0" timeOffset="6293.213">6968 6317 444 0,'0'0'2100'15,"0"0"-1592"-15,0 0 5744 0,-79-14-4175 16,62 9-105-16,10 5-108 0,3 0-332 16,4 0-364-16,0-2-500 0,0 2-360 0,4-4-308 15,7 4 0 1,6-3 0-16,7-2 112 0,8-2 60 15,-1 0-172-15,5-2-112 0,0 0-132 16,-4 2-104-16,-4 1-144 0,0-1-440 16,-4 4-184-16,-5 0-220 0,1 3-736 15,-8-4-245-15,0 4-339 0,-8 0 496 0,4 0 1120 16,-8 0 1040-16,0 7 376 0,0 3 1188 16,0-1-16-16,0 7-264 0,0 0-224 0,0 7 61 0,0-2-5 15,-4 8-244-15,0-1-124 16,4 4-40-16,0 0 12 0,0-4-128 15,0 2-312-15,0-5-280 0,4-6-180 0,8 0-124 16,0-7-60-16,4-9-416 0,8-3-324 16,0-6-788-16,0-6-1273 0,8-20-5359 15</inkml:trace>
  <inkml:trace contextRef="#ctx0" brushRef="#br0" timeOffset="6625.405">8371 5511 8080 0,'0'0'4873'0,"0"0"-3193"0,0 0-1404 16,0 0 52-16,-52 64 188 0,24-29 140 15,-4 9 268-15,-4 7-220 0,-3 3-248 16,-2 9-72-16,1 7-28 0,-3 10-72 0,-5 5-88 15,-4 11-12-15,-7-1-64 0,-1 4-36 0,-4 2-84 16,-4 1-40-16,-4 0-8 0,1-1 0 0,2-2 40 16,6-1 8-16,8-10-8 31,3-2-72-31,3-10-16 0,14-5 84 16,3-11-88-16,0-9-20 0,8-4-4 0,5-12 36 15,6-10 80 1,5-8-96-16,8-12-204 0,0-1-444 0,12-4-552 0,4-9 200 15,5-8-1260-15,-2 6-305 0,1-22-2495 0</inkml:trace>
  <inkml:trace contextRef="#ctx0" brushRef="#br0" timeOffset="8443.288">8259 6336 40 0,'0'0'9252'15,"0"0"-7664"-15,0 0-775 16,0 0-341-16,0 0-36 0,0 0 192 0,0 0 300 0,0 0-220 16,0 0-480-16,0 0-224 15,0 0 56-15,4 77 104 0,-4-36 52 0,0 4 8 16,8 9 92-16,-4 3-48 0,4 0-96 15,-4 7-172-15,0-1-12 0,-4 2-48 16,0 0-56-16,0-1 4 0,0 0-168 16,0-7 4-16,0-7 12 0,0-9-152 0,0-12-228 15,0-4-272-15,3-12-388 0,6-3-549 16,-5-10-1191-16,4 0-1352 0</inkml:trace>
  <inkml:trace contextRef="#ctx0" brushRef="#br0" timeOffset="8912.541">8725 6442 484 0,'0'0'9608'16,"0"0"-8291"-16,0 0-905 16,0 0 88-16,0 0 304 0,0 0 608 0,0 0-52 15,0 0-580-15,0 0-220 0,0 0-252 16,-23 28-308-16,2-2-180 0,1 2-20 0,-8 4 76 15,0 3 64-15,1-4 8 0,-6 6-8 16,6-4-28-16,-4-1-12 0,3 3-40 16,0 0 68-16,0-3 8 15,3 1 60-15,1-3-8 0,9-2-52 0,2-2-88 16,6-3 12-16,3-1 4 0,0-6-28 0,4-3-12 16,4-4 52-16,3 0 124 0,6 1 100 15,2-3 352-15,6 2 28 0,-2-3-180 16,5-2-152-16,4-1 28 0,0 0-80 0,0 0 92 31,0 1-40-31,4-2-84 0,-4 1 48 16,4 0-108-16,-4 1-4 0,0 3 0 0,0 1 0 0,-1-2 0 0,1 5 0 15,-4 2 44 1,4-4-40-16,-4 0 4 0,0-2-4 16,-5 2 4-16,2-2 108 0,-6-1-40 0,-2 0-16 15,-2-3 4-15,2 0-60 0,-6 1 4 16,-3-1-8-16,0 0-44 0,-4-3-16 15,4 0 0-15,-4 0-16 0,0 0-24 0,0 0-24 16,0 0-48-16,0 0-140 16,0 0-224-16,0 0-320 0,0 3-352 0,0-3-624 0,-4 4-781 15,-4-4-3435-15</inkml:trace>
  <inkml:trace contextRef="#ctx0" brushRef="#br0" timeOffset="11815.702">12538 2451 8384 0,'0'0'2781'15,"0"0"-2125"-15,0 0-592 0,0 0 256 0,0 0 344 0,0 0 152 16,0 0-56-16,84-16 0 0,-72 16 68 15,0 0-96-15,4 0-224 0,4 0-236 16,8 0-72-16,4 3-40 0,7 0 28 0,5 1-4 16,8-1 0-16,0-3 40 0,11 0 84 15,1 0 548-15,4 0-292 0,8-7-528 16,-1-2-36-16,9-2 0 0,4 0 36 16,7-3-36-16,1-1-8 0,7 3 4 15,-3-5 0-15,0 2-8 0,-1 2-172 16,1 0 28-16,-5 0-4 0,5 1 152 0,-4-1-68 15,0 3-32-15,-1 1 8 0,5 0 40 16,-9 2 56 0,1 1-88-16,-4-5 88 0,-4 6-4 0,-1 2-56 0,-7-3 64 15,-1-1 8-15,-4-2-8 0,-2 2-52 16,-5 4 44-16,-1-4-4 0,-7 4 8 0,-5 1-8 16,2-2-100-16,-5 4-24 15,-5 0 28-15,-3-2-52 16,0 2 84-16,-4 0 20 0,-4 0 52 0,-4 0 4 15,0 0 0-15,-5 0 0 0,-3-5 48 16,-3 5 28-16,-6 0-76 0,1-2-4 16,0 2-132-16,-4-4-64 0,0 4-168 0,-4-3-276 15,-4 3-264-15,0-3-352 0,0-4-168 16,-12 1-1312-16,4 0-2325 0</inkml:trace>
  <inkml:trace contextRef="#ctx0" brushRef="#br0" timeOffset="12200.625">15685 1994 8612 0,'0'0'3061'16,"0"0"-2189"-16,0 0-872 0,0 0-308 16,0 0 128-16,0 0 180 0,0 0 308 15,0 0 488-15,0 0 104 0,0 0-52 16,0 0-292-16,0 0-256 0,81 15-84 0,-54-8-28 15,1 3-24-15,4 2 0 16,-4-6-40-16,0 4 28 0,-1-1 8 16,1 1 16-16,-4-3-40 0,1-2-24 15,-1 2-24-15,-1-1-4 0,-7 1-84 16,4-1-4-16,-4 0 4 0,0 1-40 0,-4 2 40 16,-1 2 48-16,-2 1-40 0,-1 1 56 15,-4 2 48-15,-4 4 48 0,0 4-48 16,0 2 24-16,-8 0-12 15,-5 1-76-15,-2-1 0 0,3 0-48 16,-8-6 0-16,4 4-8 0,0-4 0 16,-8 3-64-16,4-6-16 0,1 3 16 0,-5-3-152 15,3-4-36-15,2 1-76 0,-1-3-36 16,4-1-116-16,0 0-240 0,4-2-372 16,0-1-744-16,0 0-985 0,-4-1-2707 0</inkml:trace>
  <inkml:trace contextRef="#ctx0" brushRef="#br0" timeOffset="25425.582">18017 1695 9236 0,'0'0'4781'0,"0"0"-3381"0,0 0-92 0,0 0-4 15,0 0-24-15,0 0-16 0,0 0-160 16,-49 70-399-16,45-44-317 0,1 4 24 16,3 12-144-16,0 6-124 0,-4 15-48 15,0 14 24-15,4 2-108 0,-4 7-12 16,0 0-60-16,0-4-72 0,4-6-100 15,-5-6-248-15,5-9 4 0,0-11 176 16,0-9 32-16,5-9-37 0,-5-7-83 0,4-8-748 16,0-4-324-16,0-7-524 0,-4-4-640 15,0-2-2309-15,0-8-1867 0</inkml:trace>
  <inkml:trace contextRef="#ctx0" brushRef="#br0" timeOffset="25657.114">18136 1854 11025 0,'0'0'2104'0,"0"0"-1264"0,0 0-280 16,0 0-108-16,0 0 168 0,0 0 336 16,-11 90-48-16,2-43-228 0,-3 10-148 0,0 6-140 15,4 10-132-15,-3 3-116 0,-2 8-144 16,1-2-40-16,5-6-68 0,-6-7-80 15,9-12-20-15,0-12 0 0,4-14-12 16,0-14-128-16,0-8-120 0,0-6-128 0,0-3-496 16,0 0-156-16,0-12-504 0,0-1-1229 0,4-19-2795 15</inkml:trace>
  <inkml:trace contextRef="#ctx0" brushRef="#br0" timeOffset="26158.152">18108 1771 3664 0,'0'0'5572'15,"0"0"-4412"-15,0 0-411 0,0 0 267 16,0 0-108-16,0 0-308 0,0 0-104 16,0 0-156-16,0 0-148 15,0 0-80-15,0 0-12 0,44-57 80 16,-32 54-32-16,-4 3 80 15,3 0 48-15,-2 0 100 0,7 3 56 0,0 7-136 16,3 3-120-16,2 6 24 0,3 2-64 16,0 9-128-16,-1 1 68 0,-3 1-76 15,0 6-124-15,0-2 12 0,-8-3 48 0,0-1-60 16,-8-3 124-16,-4-7 24 0,0 3-16 16,-8 4-8-16,-8 1-212 0,-8-3-284 0,-3 5-12 15,-1-7 120-15,-4-2 108 0,0-1 268 16,4-6 12-16,-4-3 116 0,4-4-56 15,4 1 144-15,0-4 20 0,1-3-36 16,6 0-112-16,2 1-12 0,2-4 76 16,2 2 12-1,7-2 60-15,0 0-52 0,4 0-160 0,0 7-24 16,4-1-48-16,4 7 72 0,7 3 348 16,5-1 136-16,4 5 208 0,4 2 36 15,4-3-336-15,4 3-96 0,0 1-136 0,3 2 120 16,2-3 308-16,-2-2-320 15,-3-1-268-15,0-4 0 0,-5-2-220 16,-3-1 48-16,4-2-108 0,-8-3-492 0,4-7-308 0,-3 0-672 16,-1-13-1024-16,-9 2-2505 0,1-16-3063 15</inkml:trace>
  <inkml:trace contextRef="#ctx0" brushRef="#br0" timeOffset="26443.362">19001 1648 3940 0,'0'0'9241'0,"0"0"-8249"16,0 0-764-16,7 101 228 0,-7-50 524 15,0 6 436-15,0 10-264 0,-3 5-352 16,3 8-212-16,-4 7-160 0,-4 1-208 0,-1 7-128 15,2 0-92-15,-1-3-192 0,0-9-92 16,-1-10 164-16,6-16 32 0,-1-15 88 16,4-14-4-16,0-9-20 0,0-9-196 15,0-4-148-15,0-6-504 0,0 0-556 0,4-10-104 16,-4-12-632-16,0 6-2221 0,3-29-2147 0</inkml:trace>
  <inkml:trace contextRef="#ctx0" brushRef="#br0" timeOffset="26685.425">18905 1876 6536 0,'0'0'4248'0,"0"0"-3011"0,0 0-317 0,0 0 200 0,0 0-44 16,68-74-260-16,-48 72 40 0,-1-2 0 16,9 4-420-1,0 0-164-15,0 11-112 0,4 3-148 0,0 6 112 16,-8 9-116-16,-4 3 0 0,-4 5 140 0,-9 8 12 15,-3 3-160-15,-4 0-28 0,-11-1-156 16,-5-3 184-16,-4-6-48 16,0-6 36-16,-4-3-124 0,1-7-160 0,-2-6-48 15,1-7-68-15,5-5-144 0,-1-4-260 16,-4-4-328-16,3-11-440 0,6 2-648 0,-9-19-2197 16</inkml:trace>
  <inkml:trace contextRef="#ctx0" brushRef="#br0" timeOffset="26994.522">19367 1314 13133 0,'0'0'1916'16,"0"0"-1184"-16,0 0-152 15,0 0 92-15,0 0 344 0,0 0 96 16,21 67-268-16,-21-35-452 0,0 6-148 0,0 3-244 15,-9 6-60-15,1 2-112 0,4-5-60 16,-3-9-208-16,7-7-40 0,-5-12 248 16,5-10 36-16,0-3-76 0,0-3-24 15,5-3-64-15,6-6 40 0,1-4-28 16,0-6-12-16,4-3-104 0,0-4 8 0,3 7 156 16,-2 4 148-16,-2 2-8 0,-2 6 32 15,2 7 128-15,-2 0 56 0,-5 3 308 16,-1 11 228-16,2-3 44 0</inkml:trace>
  <inkml:trace contextRef="#ctx0" brushRef="#br0" timeOffset="29132.683">19419 1457 848 0,'0'0'912'15,"0"0"-440"-15,0 0-472 0,0 0 88 16,0 0-60-16,0 0 88 0,0 0 108 16,0 0 1924-16,0 0-700 0,0 0-32 15,0 0-80-15,-16-61-96 0,16 61-219 0,0 0-109 16,0 0-28-16,0 4-8 0,0-4-28 16,0 2 36-16,0 5-180 15,0 3-156-15,0 3-200 0,-4 9-112 0,0 3-72 0,0 7 8 0,1 6-48 16,-2 1 0-16,1 5-16 15,-4-3-108-15,1 3-12 0,3-3-112 0,-1-8 0 16,1-5 0-16,4-9 124 0,0-6 48 16,0-7-48-16,0-3 0 15,0-3-136-15,0 0-24 0,0 0-64 0,4-3 64 16,1-3 76 0,-1-7 84-16,3-4 0 0,1-4-48 15,4-5-92-15,0 1 4 0,0-4 48 0,4 4 76 16,-1 3-36-16,2 0-4 0,-6 3 48 15,6 3 4-15,-6 7 0 16,2 2 136-16,-9 3 116 0,4 4-116 0,-5 0-48 16,1 0 48-16,0 0 36 0,1 4 88 0,-1 3 124 0,0 2 12 15,0 3-16-15,-4 8-84 0,0 2-52 16,0 6-108-16,0 4-84 16,0 3-52-16,-4 2-120 0,-4 2-76 0,-1-4-76 15,5-3 4-15,1-7-104 0,3-6 64 16,0-6-28-16,0-7-132 15,3-3-480-15,10-3-996 0,-1-5-684 0,8-18-2249 0</inkml:trace>
  <inkml:trace contextRef="#ctx0" brushRef="#br0" timeOffset="29348.645">19865 1596 5124 0,'0'0'5768'16,"0"0"-3383"-16,0 0-1545 0,0 0-420 16,0 0 488-16,0 0 260 15,0 0-72-15,0 0-256 0,0 0-360 0,88 61-272 0,-68-55-208 16,7-2-8-16,1-4-76 16,0 0-52-16,4-4-368 0,-4-2-352 15,4-7-312-15,-4 1-900 0,-8 1-2385 0,4-10-4227 0</inkml:trace>
  <inkml:trace contextRef="#ctx0" brushRef="#br0" timeOffset="29549.062">20415 1344 4468 0,'0'0'9021'0,"0"0"-7081"0,0 0-996 0,0 0-248 15,0 0-36-15,0 0 44 0,0 0-112 0,0 0-100 16,0 0-100-16,36 69-184 0,-32-38-136 15,0 8-72-15,-1 5-96 0,-3 3-48 16,0 7-76-16,0 7-112 0,-7 2-368 16,-1-2-312-16,0-1-576 15,0-16-1460-15,4 8-3097 0</inkml:trace>
  <inkml:trace contextRef="#ctx0" brushRef="#br0" timeOffset="30682.637">18989 3946 7160 0,'0'0'1724'0,"0"0"629"0,0 0-1133 0,0 0-480 15,0 0 112-15,0 0-28 0,0 0 32 0,0 0 76 16,0 80-212-16,4-39-136 0,4 6-16 16,-1 7 48-16,-3 4-128 15,5 5-84-15,-1 4-148 0,-4 6-96 0,-1 0-48 16,1 7-56-16,-4 2-56 0,0-4-136 15,0 3 40-15,0-12-100 0,0-2 0 16,0-13-96 0,0-10-152-16,0-12 40 0,9-10-116 15,-5-5-196-15,4-11-416 0,-1-6-592 0,6-10-352 16,2-9-341-16,-3-2-807 0,0-31-3132 0</inkml:trace>
  <inkml:trace contextRef="#ctx0" brushRef="#br0" timeOffset="30930.913">19371 4073 7840 0,'0'0'5697'15,"0"0"-4417"-15,0 0-408 0,0 0 232 16,0 0 24-16,0 0-116 0,0 0-372 0,0 0-360 16,0 0-192-16,0 0 32 0,0 102 88 15,0-54 24-15,0 8 12 0,8 11 0 0,-4 3-24 16,-4 6-220-16,0 4-148 0,0-1-132 15,0 4 36-15,0-4-60 0,-4-3-76 16,-4-6-232-16,4-6 96 0,-3-3-200 0,2-9-500 16,5-7-420-16,-4-10-712 15,4-9-2165-15,0-4-3223 0</inkml:trace>
  <inkml:trace contextRef="#ctx0" brushRef="#br0" timeOffset="31637.508">18873 5717 11433 0,'0'0'2048'16,"0"0"-792"-16,0 0 220 0,0 0-156 15,-91-31 16-15,63 31-368 0,-4 0-260 16,0 6-184-16,0 7-168 16,0 6-140-16,1 10-44 0,-1 6-3 0,-4 9 15 15,8 10 32-15,0 10 28 0,4 6 12 16,4 8 44-16,0 2-68 0,12 6-40 15,4-3-108-15,4-4-72 0,0-9-12 16,8-10-60-16,8-12 56 0,4-10 4 16,3-10 60-16,1-9-56 0,4-5 80 0,0-6-12 15,4-8-60-15,0 0-12 0,0-6-84 0,0-7 72 16,0-6-72-16,-4-2-60 0,0-2-280 16,-4-2-204-16,-9 6-137 15,-2 0-111-15,-6 3-284 0,-7 0-824 16,0 4-912-16,-3-5-1537 0,-14 4-639 0,-2-2-235 15,-9-1 5307-15</inkml:trace>
  <inkml:trace contextRef="#ctx0" brushRef="#br0" timeOffset="31753.735">18686 6429 756 0,'-36'-12'0'0,"8"-5"1540"16,1 5 688-16,2 2 3820 0,9 1-3519 15,4 3-477-15,9 2-256 0,-1 4-420 0,4-3-156 16,0 3-316-16,4-3-220 16,11 3-392-16,1-6 24 0,12 2-27 15,4-5-237-15,4 3-52 0,3-5-208 0,-2 3-97 16,3-5-231-16,-5 3-328 0,1-3-276 15,-4 4-516-15,-4-1-1056 0,-8 4-1241 0,-1-3-1223 0</inkml:trace>
  <inkml:trace contextRef="#ctx0" brushRef="#br0" timeOffset="31916.562">18933 6264 2256 0,'0'0'704'0,"0"0"4884"0,0 0-3376 0,0 0-811 0,-40 83-185 16,32-55-124-16,4 1-172 0,0-1 24 15,4 4-96 1,0 3-176-16,4 0-104 0,0 0 24 0,4 0-140 15,0 3-400-15,4-7-52 0,-1 1-272 16,2-3-60-16,-1-7-408 0,8-3-536 16,-5-9-748-16,9-7-1032 0,-3-3-1837 0,11-25-1795 15</inkml:trace>
  <inkml:trace contextRef="#ctx0" brushRef="#br0" timeOffset="32255.244">20108 5511 8672 0,'0'0'4389'15,"0"0"-3537"-15,0 0-408 0,0 0 152 16,0 0 484-16,0 0 496 0,0 0-524 0,-52 96-512 16,24-55-184-16,0 7-12 15,-4 6 96-15,-3 3-88 16,-5 6-108-16,-3 10-124 0,-9 4-32 0,-8 8-84 0,0 10-4 15,-11 3-48-15,-2 8-40 16,-2 5-56-16,-5 3-200 0,5 4 164 0,-5-1-176 16,8 4 100-16,5-7-76 0,3-3 36 0,12-10 100 0,4-12 36 15,12-11 76-15,8-15 72 0,9-13-4 16,10-9-56-16,1-12-28 0,4-10-208 0,4-3 60 31,0-6-136-31,0-8-512 0,0-2-20 16,0 0-284-16,4-2-260 0,0-8-92 15,0 0-397-15,5-19-2311 0</inkml:trace>
  <inkml:trace contextRef="#ctx0" brushRef="#br0" timeOffset="32995.276">20176 6343 7736 0,'0'0'1632'15,"0"0"805"-15,0 0-1093 0,0 0-184 16,0 0 112-16,0 0 108 0,4 83-124 15,0-57-284-15,-4 2-312 0,3 14-180 16,-3-1-32-16,5 9 52 0,-5 4-36 16,0 7-147-16,0-1-89 0,0 0-44 0,0 3-76 15,0-2-60-15,0-1-44 0,0-3-4 16,-5-5-48-16,5-8-36 16,0-5-4-16,0-11-80 0,0-6-160 0,0-7-145 0,5-5-151 15,-1-3-144-15,4-5-124 0,-4-2-428 16,0-2-540-16,4-12-400 0,0 2-869 15,0-14-3995-15</inkml:trace>
  <inkml:trace contextRef="#ctx0" brushRef="#br0" timeOffset="33239.678">20279 6835 4288 0,'0'0'1208'0,"0"0"4048"15,0 0-3703-15,0 0-225 0,0 0 168 16,0 0 112-16,0 0-388 0,0 0-172 0,101-16-252 15,-73 16-136-15,3 4-100 0,5-4-220 16,4 0-108 0,-1-4-48-16,2-2-63 0,-2-3-13 15,5-1-20-15,0-2-88 0,-4 2-12 0,-1 1-52 16,2-4-80 0,-9 6-1-16,-1-2-51 0,-3 6-84 15,-5-4-208-15,2 5-156 0,-9 2-152 0,-4-5-352 16,-5 5-716-16,-2 0-1312 0,-5 5-3197 15</inkml:trace>
  <inkml:trace contextRef="#ctx0" brushRef="#br0" timeOffset="33686.676">21001 6322 5916 0,'0'0'4676'0,"0"0"-3055"0,0 0-457 0,0 0 92 16,0 0 292-16,0 0-124 0,0 0-360 0,0 0-280 16,0 0-208-16,-4 69-36 15,8-41 8-15,0 1-52 0,0 7-131 0,-1-3-73 16,1 6-60-16,1-1 56 0,-1 7-80 16,0 0 20-16,-4 2-120 15,4 0 16-15,0 4-116 0,-1 4 36 0,1-5-44 16,0 4-12-16,1 3 4 0,-1-3-64 15,-4 3-16-15,4-3-8 0,0-3 0 0,-1-4 36 16,1-5 52-16,0-1-4 0,0-6 0 16,1 0 4-16,-5-7 8 0,0-2 4 0,4 0 8 15,-4-4 36-15,0-7-44 0,4 1 0 0,-4-6 8 16,3-1-12-16,1 2-44 0,0-6 36 16,-4 2-64-16,0-5 24 0,4 3 0 31,-4-5 36-31,0 0-4 0,0 0 4 0,0 0-36 15,0 0 0-15,0 0-12 0,0 0-60 16,0 0-64-16,0 0-32 0,0 0-64 16,0-5-37-16,0-1-47 0,0 0-52 0,-4-3-180 15,0-7-408-15,-3-3-736 0,-1-3-832 16,3 3-2081-16,-7-7-2947 0</inkml:trace>
  <inkml:trace contextRef="#ctx0" brushRef="#br0" timeOffset="49458.148">4737 1571 5136 0,'0'0'7073'16,"0"0"-5389"-16,0 0-1164 0,0 0 88 16,47-85 372-16,-26 62-212 0,3-5-308 0,0 2-212 15,3 1-160-15,6 6-40 0,-2 0 212 16,5 6-24-16,4 4-100 0,-5 9-40 15,5 0 52-15,1 13-24 0,-2 2 12 16,-3 10-48-16,-4 7-44 0,-1 3-40 16,-6 7-8-16,-1 5-112 0,-9 1 60 0,2 3 56 0,-10-7 36 15,-3-3-36-15,0-6-60 16,-4-6-16-16,0-8-280 0,-4-2-476 0,-4-5-744 16,-8-1-812-16,4-4-1573 0,-16 1-663 0</inkml:trace>
  <inkml:trace contextRef="#ctx0" brushRef="#br0" timeOffset="49632.772">5151 1784 1332 0,'0'0'728'0,"0"0"-284"0,0 0-260 0,0 0 3784 16,0 0-2592-16,0 0-404 0,0 0-232 15,0 0 48-15,-4 76 25 0,12-53 47 16,4 2-156-16,-4-3-156 0,8 0-216 16,0-5-80-16,4-5-100 0,8-9 64 15,0-3 428-15,12-7 0 16,3-14-196-16,9-8-448 0,0-13-424 0,3-5-748 15,-14 9-776-15,2-18-2993 0</inkml:trace>
  <inkml:trace contextRef="#ctx0" brushRef="#br0" timeOffset="50129.455">3155 1685 3756 0,'0'0'9573'0,"0"0"-7961"0,0 0-956 15,0 0-268-15,0 0 116 0,0 0-32 0,80-34-96 16,-52 24-92-16,7-5 40 0,10-2-52 16,-6 2-76-16,5 2-196 0,-9 1-88 0,2 5-156 15,-10 3 44-15,-3 4-12 0,0 7 4 16,-3 5-16-16,-6 11-12 0,-2 5 60 16,-6 11 116-16,-3 5-68 0,-4 3-184 15,-8 4 84-15,-4-3 152 0,-3-3 76 16,-10-1 124-16,5-6-116 0,-3 4 156 15,-1-5-60-15,4 2-104 16,0-2-4-16,4 5 4 0,8-2 0 16,8 2 124-16,0-1 140 0,4-1-152 15,8-10-112-15,12-1-92 0,0-4 92 16,4-5 88-16,4-5 324 0,3-8-192 0,-3-4 192 16,4-3 156-16,0-6-88 15,-5-7-188-15,1 0-252 0,-4-2-40 0,-4-1-8 16,-3 0-228-16,-2-4-392 0,-6 4-484 15,-2 2 76-15,-7-3 4 0,-4 1-880 0,-4 7-2673 0,-20-11-1667 16</inkml:trace>
  <inkml:trace contextRef="#ctx0" brushRef="#br0" timeOffset="50318.598">3295 2139 3876 0,'0'0'1356'0,"0"0"3540"0,0 0-3247 15,0 0-677-15,0 0-192 0,0 0-56 16,0 0 112-16,0 0 80 0,0 0-24 0,107-12-248 16,-67 6-256-16,11-4-216 0,9-3-172 15,9 0-88-15,2-2-184 16,8-1-176-16,5 3-296 0,4 0-440 0,-21 4-1572 0,21 3-3701 0</inkml:trace>
  <inkml:trace contextRef="#ctx0" brushRef="#br0" timeOffset="52617.146">10797 6759 11145 0,'0'0'2728'16,"0"0"-2020"-16,0 0-700 15,0 0 284-15,0 0 136 0,0 0 64 16,0 0-64-16,0 0-428 0,0 0 0 0,0 0 0 16,60-37 72-16,-44 26-72 0,4 5-4 0,-1 4 4 15,-2-2 100-15,7 1 64 0,-5-1-16 0,5 4-24 16,4 0-12-16,0-3-24 0,0 3 36 15,8 0-72-15,-1-3-4 0,5 3-40 16,-3 0 100-16,2 0-108 0,-3 0-40 16,0 0 32-1,-1 0 8-15,2 3-4 0,-5-3 4 16,4 3 0-16,-1 4 0 0,1-3 0 0,4-2 52 16,0 2-52-16,0-2-116 0,-1 2 116 15,6-2 36-15,2 3-36 0,-3-5 0 0,3 0-12 16,-2 2 8-16,2-2 0 0,1 4 4 15,0-4 60-15,4 3-60 0,-5 2-44 16,5 0 44-16,-4 1 0 0,0 0-12 0,0 0 4 16,3 1 8-16,-3-1 0 0,8 0 100 15,0-2-24-15,-1-4-72 16,5 0 80-16,5-4 4 0,-2 1-40 0,1-3-32 16,0 3 68-16,-1-4-76 0,1 4 80 15,-4 0-40-15,4 0-32 0,-1 3 44 16,-3 0-16-16,0 0-40 0,0 0 0 0,0 0 40 0,-1 0-44 15,-4 0-4-15,5 0-4 0,4 0 8 16,-4 0-48-16,0 0 44 0,-1 0-4 16,1 0 4-16,0-3 4 0,0 3-8 15,0-4-40-15,-1 2 48 0,1 2 8 16,-4 0 76-16,0 0-84 0,-1 0 12 0,-3 2-8 16,4 5 72-1,0-4-64-15,-1 3-8 16,1 1-4-16,0-4 8 0,0 0-4 0,0 0 4 0,4 0 4 15,4-3 0-15,-5 0-8 16,5 0 8-16,4 0-4 0,-1-3-4 16,1 3-4-16,0-6-4 0,0 6-4 0,-1-3-4 15,5 3-36-15,-9-3-12 0,6 3 60 16,-2 0 0-16,1 0 0 0,3-4 0 16,-3 1 0-16,4 3 4 0,0-6 4 0,-1 3-8 15,-2-1-4-15,-2-3 0 0,1 5-4 16,-5-4-92-16,1 2 92 0,0 2 4 0,-4-3 4 15,-1 3-12-15,-3 2 4 0,0 0-48 16,-5 0 56-16,5 0 8 16,-3 0 0-1,-6 2-4-15,1 3 4 0,0-3-4 0,0 5 4 16,-4-4-4-16,-1-1 80 0,-7 3-80 0,4-3-4 16,-9 2 12-16,1-1 52 15,-8 0-56-15,1 0-4 0,-5 0 0 16,-5 1 96-16,-2-4-40 0,-5 3-56 0,-1-3-4 15,-3 0-48-15,-4 3-16 0,0-3 52 16,4 0 12-16,-4 0 76 0,0 0 32 0,0 0-20 16,0 0 0-16,-4 0-88 0,4 0 0 15,-8 0-88-15,1 0-48 0,-2-3-100 16,1 0-36-16,-3-4 64 0,-2 1-116 16,5-3-224-16,-3-1-80 0,-2 1 24 15,-2-4-164-15,2 3-348 0,-2 0-892 16,-2-2-1873-16,10 2-795 0,-13-5 2636 0</inkml:trace>
  <inkml:trace contextRef="#ctx0" brushRef="#br0" timeOffset="53058.782">17356 6541 3180 0,'0'0'0'0,"0"0"0"0,0 0 2928 16,0 0-1484-16,0 0-352 0,0 0 124 16,0 0-156-16,0 0-95 0,0 0 19 0,0 0-168 15,0 0-132-15,63 2 100 0,-43 5-116 16,0 2-76-16,0 4-80 0,7 0-140 15,-3 2-124-15,4 4-60 0,0-3-88 16,-4 1 12-16,4 1-40 0,-5-4 52 16,-2-2-64-1,3 3 16-15,-9-2-4 0,6-3 16 0,-5 3 0 16,-1-4-40-16,-7 1 32 0,5-1-72 16,-9 1 92-16,-1-1 96 0,-3 7 272 15,0 0 60-15,-3 3-224 0,-5 6-192 0,-9 1-100 16,-3 6 0-16,-3-4 36 15,-1 7-48-15,-4-2-60 0,-4 2 48 0,0-2-36 16,0 3-76-16,1-1-24 0,3-4-60 16,0-1 24-16,3-5-196 15,6-3-208-15,7-1-204 0,4-5-536 0,0-2-928 16,4-5-2341-16,-4-4-3687 0</inkml:trace>
  <inkml:trace contextRef="#ctx0" brushRef="#br0" timeOffset="61642.444">7888 9013 9564 0,'0'0'3177'16,"0"0"-2169"-16,0 0-676 0,0 0 172 15,0 0 480-15,0 0 260 0,0 0 24 16,0 0-124-16,0 0-360 0,-71-63-76 15,54 57-52-15,6 0-252 0,-6 2-51 0,2-2-221 16,-1 6 36-16,0 0-92 16,0 0 32-16,-3 3 12 0,-6 10-120 0,1 3-36 15,-4 9-156 1,0 3 80-16,9 8 28 0,-1-2 0 16,3 4-24-16,6 1-16 0,3-7-20 15,4-11-5-15,4-5-7 0,0-9-64 16,0-5 28-16,4-2-52 0,4 0 60 15,3-9 184-15,2 0 84 0,2-7-72 0,6 0 40 16,-5-3-48-16,3 0-4 0,-2 3 0 16,-6 3-112-16,6 4-32 0,-2 6-100 0,-2 3 96 0,2 0 64 15,2 3 84-15,-2 6 120 16,1 4-8-16,0 3-28 0,4 3 12 0,-8 4 28 16,4 5-52-16,-8 3 160 0,-1 8-96 15,-3 5 44-15,-4 1-68 0,0 0-64 16,0-1 36-16,-4 0-12 0,-3-6 12 15,-1 0 16-15,-1-2-40 0,-2-5 1 0,-1-3-13 16,-4-5 52-16,4-1-16 0,-4-6-12 0,4-3 24 16,0-4 12-16,-4-3 28 0,5-3-28 15,-6-3-108-15,2 0 0 16,-5-6-24-16,-5-3 24 0,1-4-220 0,1-3 40 16,-1-3 24-16,0 3-101 0,0-4 85 15,8 6-68 1,4-2-28-16,8-1-88 0,0 1-168 0,4-3-36 15,0 4 68-15,8-4-24 0,4-4-512 16,4-2-608-16,0 0-596 0,0 2-961 0,12-17-2607 16</inkml:trace>
  <inkml:trace contextRef="#ctx0" brushRef="#br0" timeOffset="62068.822">8378 8438 836 0,'0'0'10068'15,"0"0"-8435"1,0 0-893-16,0 0 88 0,0 0 396 16,0 0 72-16,0 0-128 0,0 0-180 15,0 0-360-15,0 0-284 0,0 0-136 16,0 19-24-16,0-19-40 0,0 7-8 15,-3 0-64-15,3 2-60 0,-4 8-8 0,0 1 60 16,0 5-56-16,4 5 52 0,-5 7 24 16,1 7 0-16,0 5-68 0,-3 10 44 0,3 3-60 15,0 7 0-15,-5 0-40 0,5 2 32 16,4-3 0-16,-3-1-8 0,3-2-8 0,-4-10 16 16,4-4 8-16,0-8-4 0,-4-6 4 15,4-10-8-15,0-8 0 16,0-5-64-16,0-9 12 0,-4 1 0 0,4-4-4 15,0 0 60-15,0 0-68 0,0 0-12 0,0-4-40 16,0 4-96-16,0-3-36 0,0-4 24 31,0 4-164-31,0-3-292 0,0-7-536 0,0 0-1100 16,0 1-2661-16,0-10-2131 0</inkml:trace>
  <inkml:trace contextRef="#ctx0" brushRef="#br0" timeOffset="62489.187">8857 8671 8008 0,'0'0'4293'16,"0"0"-3433"-16,0 0-252 0,0 0 92 0,0 0 448 15,0 0 168-15,0 0 172 0,0 0-480 16,0 0-700-16,0 0-224 0,-104 60-76 0,72-35-8 0,-4 7-48 15,1 0-124-15,3-1 0 16,-4 5-36-16,4-2 24 0,4-2-24 16,4-3 108-16,0-4 88 0,5-3 4 0,6 0 4 15,2-5-8 1,2-9 4-16,1 6-68 0,4-5 28 16,4 1-64-16,0-1-8 0,0 1 120 0,4 3 76 0,4 3 84 0,1-4 100 15,6 7-28-15,1-3 52 16,4 0 8-16,0 0-72 0,0-1-24 15,3 2 64 1,1-2-44-16,4 1-68 0,0 0 12 0,0-3-152 0,0 3 0 16,-3 0 100-16,3-1-100 15,-1-2 52-15,1 3-60 0,-1 0-12 0,-2 0-60 16,3-1-64-16,-8-2 16 0,3-1-40 16,1 2-108-16,-4-1-184 0,0-1-320 0,-4 1-336 15,1-1-940-15,-2-2-1792 0,1 0-1701 16,-8-4-683-16</inkml:trace>
  <inkml:trace contextRef="#ctx0" brushRef="#br0" timeOffset="63259.475">10757 8476 6216 0,'0'0'3196'16,"0"0"-399"-16,0 0-1585 0,0 0-372 16,0 0 336-16,0 0-168 0,0 0 48 15,52 74 20-15,-44-33-448 0,4 13-200 0,-4 9-120 16,0 11-188-16,4 6-108 0,-4 2-24 16,3 0-36-16,2-5-48 0,-1-8 8 0,-1-12 4 0,2-6-40 15,-2-13-72-15,-3-6-244 0,1-3-548 16,-2-9-604-16,1-6-1288 0,0-3-2761 15,1-3-2242-15</inkml:trace>
  <inkml:trace contextRef="#ctx0" brushRef="#br0" timeOffset="63877.204">11163 9147 548 0,'0'0'8312'15,"0"0"-6840"-15,0 0-671 0,0 0 587 16,0 0 192-16,0 0-204 0,0 0-456 0,92-26-296 15,-68 21-140-15,4-2-160 0,4 1 60 16,7-1 8-16,6-2 52 0,2-2-236 16,5 6 88-16,8-2-124 0,-4 5-112 0,4-3-60 0,-1 3-36 15,1 2-16-15,4 0 52 0,-4 0 316 32,3 0-316-32,1 0-136 0,0 0 136 0,3-4 88 0,5 4 96 15,-4 0-88-15,4 0 4 0,-1 4-100 16,-2 3 8-16,-2 2 0 0,-7-4-8 15,0 6 0-15,0-5 28 0,-5 4-28 16,1-4-96-16,-1-3 92 0,1 1-4 16,0-4 8-16,4 0 0 0,-1 0 0 15,6-7 0-15,2-3 208 0,5 1-160 16,8-7 76-16,-1-1-124 0,5 3-44 0,0 0-4 16,4 5 48-16,2-1 180 15,2 1-132-15,0 0-48 0,4 2-44 0,0 1 44 16,-5-4 8-16,5 4-4 0,-5-1 80 15,5 1-72-15,-1-3 36 0,1 2-48 0,0-2 12 16,-5 2 72-16,-3 1-80 0,4 0-4 16,-5 3-60-16,-4-1 60 0,1 1 60 15,0 0-56-15,-8 3 40 0,4 0-40 0,-9 0 4 16,1 0 68-16,-8 0-76 16,4 0 0-16,-5 0 8 15,-3 0 28-15,0 3 0 0,-4-3-24 16,-5 0-12-1,-3 0 4-15,0 0-4 0,-8 3-8 0,-4-3-116 0,-4 0 116 0,-4 0-72 0,0 4 32 0,-13-4 48 16,1 0-172-16,-4 0 52 0,-4 0-28 16,0 0 76-16,-4 0-36 15,-4 0 8-15,4 0 28 0,-4 0 0 16,0 0 8-16,4 0 16 0,0-4 0 16,0 1-76-16,0 0-8 0,0 3 8 15,0-3 12-15,4 0-20 0,0-1-40 16,-1 1-320-16,2-1-176 0,-5-1-152 0,4 2-520 15,-4-3-1252-15,-1-5-3233 0,-74 63-1591 16</inkml:trace>
  <inkml:trace contextRef="#ctx0" brushRef="#br0" timeOffset="64173.825">16486 8572 184 0,'0'0'9804'0,"0"0"-8615"15,0 0-725-15,0 0 688 16,0 0 376-16,0 0-432 0,101 0-200 16,-70 10-220-16,5-1-168 15,0 4 272-15,3 7-116 0,6-1-256 0,-6 2-200 16,-3 2-48-16,4 2-76 16,-9-3 76-16,1 4-64 0,-4-7-96 0,-7 3 4 15,-1 1 96-15,-9-2-16 0,-3 2-76 16,-4 5 56-16,-4-3 92 0,-8 7-44 0,-3 0-52 0,-10 3-60 15,-3 0 0-15,-8 0-48 0,1-4-28 16,-5 1-144-16,-4 0-60 16,-4-4-296-16,4-3-296 0,1-6-476 0,3-2-888 15,12-8-2897-15,0-9-4722 0</inkml:trace>
  <inkml:trace contextRef="#ctx0" brushRef="#br0" timeOffset="65562.531">19575 9144 3144 0,'0'0'248'0,"0"0"4472"0,0 0-3192 16,-20-64-508-16,12 41 189 0,-1 4-29 0,-2 1-112 0,-1 2-132 15,-1 0-144-15,2 0-212 0,-6 7-116 0,6-1 20 16,-6 7-88-16,2 0-36 16,3 3 12-16,-4 3-16 0,1 10-100 15,-2 6-84-15,1 9-72 0,-3 11-40 16,2 5 4-16,-2 7 20 0,2 6-76 15,2-1-8-15,2-4 4 0,6-11-8 0,3-9-52 32,0-13 52-32,4-10-120 0,4-6-132 15,4-3-16-15,3-3 200 0,6-8-28 16,3-6 40-16,-1-5 48 0,1-7-140 16,5 1-44-16,-10 1-12 0,1 6-4 15,-4 4 76-15,0 8 60 0,-4 6-144 0,0 3 32 16,3 0 188-16,2 6 104 0,-1 5 132 15,4-3-76-15,-1 9-36 0,2-2-72 0,2 8 156 16,-2 5-72-16,-2 4-64 0,-2 3 80 16,2 7-92-16,-6 5 40 15,2 0-52-15,-3 1 12 0,-4-1 16 0,1 2 72 0,-1-8 36 16,-4 0 12-16,0-3 36 0,0 0-12 0,-9-6-36 16,5 0 72-16,-8-4 88 0,5-6-100 15,-2 4-124-15,-3-6-48 0,1-6 4 16,-2-1 20-16,2-3 12 0,-6 0-44 15,-2-5-64-15,3 1 4 0,-9-1-4 16,2-3-4-16,-1-2 4 0,-4 0 8 16,0 0 4-16,0 0-12 0,4-7-96 0,5 1-40 0,2-2 128 15,6-3-132-15,-2 3 132 0,13-3-76 16,-4-1-100-16,4-1 4 16,4-3 44-16,5-3 136 0,3-3 84 15,4-3-80-15,-1 0-4 0,6-1 8 0,-2-3 68 16,5 2 80-16,0 0-44 0,0 2-40 0,-4 3-64 15,4 3-4 1,-8 0-4-16,0 8-96 0,0 3-52 16,-8 2-48-16,-1 1-48 15,1 5-96-15,-3 0-28 0,3 0-236 0,-4 0-280 16,-1 5-960-16,1-3-1076 0,4-2-3493 16</inkml:trace>
  <inkml:trace contextRef="#ctx0" brushRef="#br0" timeOffset="65863.795">20152 8426 5396 0,'0'0'3068'15,"0"0"833"-15,0 0-2357 0,0 0 36 16,0 80-136-16,0-48-128 16,0 5-208-16,-4 8-348 0,4 6-272 0,0 6-76 15,0 9-120-15,-4 4-204 0,0 4-88 0,0 5-12 16,1-3-40-16,-6 3-80 0,9-8 24 0,-4-8-124 16,4-12 60-16,0-14-12 0,0-14 28 15,0-11-76-15,0-5-380 0,0-7-460 0,4 0-452 16,1-4-792-16,-1-8-1549 0,-1 2-2131 15,5-18 1928-15</inkml:trace>
  <inkml:trace contextRef="#ctx0" brushRef="#br0" timeOffset="66064.405">20184 9118 3168 0,'0'0'876'0,"0"0"4668"0,0 0-3647 0,0 0-153 0,0 0 92 15,0 0-388-15,0 0-140 0,87-35-468 16,-62 28-68-16,3 2 24 0,3-2-196 0,1 5-152 15,8-5-156-15,-5 1-144 0,6 0-15 16,-1-5-133-16,-1 8-77 0,-7-2-143 16,0 1-12-16,-4 1-72 0,-4 3-220 0,-8 0-392 15,0 0-276-15,-9 0-508 0,-3 3-1124 16,1 1-2217-16,-5-2-1671 0</inkml:trace>
  <inkml:trace contextRef="#ctx0" brushRef="#br0" timeOffset="66417.795">20709 8601 6064 0,'0'0'1028'16,"0"0"2841"-16,0 0-2225 0,0 0-24 0,0 0 92 16,0 0-196-16,0 0-304 15,0 0-316-15,0 0-408 0,0 0-204 16,0 0 32-16,-7 19 440 0,11 4 105 0,-1 5-425 15,-3 7-180-15,0 3-112 0,0 3 0 16,0 6-68-16,0 4-76 0,5 7-72 16,3 8 72-16,-4 3 48 15,0 5-48-15,0 0-72 0,-1-2 12 0,6-8-12 16,-5-4 72-16,4-4-48 0,-1-7 52 0,-3-8-8 16,5-6-40-16,-1-7-16 0,-4-2 48 0,-1-7-64 15,1-6 64-15,0-4-72 0,1-2-36 0,-5-1 12 16,0-3-16-16,0-3 4 15,0 3 0-15,0-3-88 0,0 0-109 16,0 0-143 0,0-3-124-16,0-3-212 0,0-4-504 15,-5-5-1056-15,1 2-1624 0,-3-19-1801 0</inkml:trace>
  <inkml:trace contextRef="#ctx0" brushRef="#br0" timeOffset="76097.804">26535 6419 872 0,'0'0'1344'16,"0"0"3872"-16,0 0-3892 0,0 0-32 15,0 0 309-15,-8-69 51 0,4 62-332 16,4 0-276-16,-4 5 24 0,4-1-72 16,0 3 4-16,0 0-276 15,0 0-208-15,0 0-248 0,0 0-232 16,0 0-36-16,0 5-144 0,0 12 144 0,12 11 176 0,-4 13 84 15,0 17-56-15,-4 12-80 0,0 9-120 16,-4 7 0-16,0 9-4 0,-4 1-160 16,-4-5 4-16,0 1 80 0,-4-3-56 0,4-6-100 15,4-13 108-15,0-13-96 16,1-13-36-16,3-12-152 0,0-14-68 0,7-4-240 0,5-11-492 16,4-3-172-16,7-10-544 0,-2-1-617 0,11-35-3043 15</inkml:trace>
  <inkml:trace contextRef="#ctx0" brushRef="#br0" timeOffset="76399.66">27181 6566 6836 0,'0'0'5689'0,"0"0"-5205"16,0 0-476-16,-84 6 248 0,44 7 164 15,-8 6-24-15,0 3-320 0,-3 6-76 0,3 7-356 0,4 0 88 0,0 4-64 16,4 2 0-16,1-3-116 0,7 0-76 0,8-7-517 15,3 1 589 1,6-9 244-16,2-4 208 0,13-4 144 16,0-2-28-16,0-2 296 0,5 0-51 0,7 6 63 15,-1 2 168-15,10 2 8 0,-6 9-64 16,9-5 276-16,-4 3 0 16,5 4-196-16,-2-4-116 0,1-2 32 0,-4 2-60 15,0-2-88-15,0 0-220 0,0-4-164 16,-1-3 0-16,-2-4-140 0,-1 1-168 0,3-5-164 15,2-9-548-15,-2-2-52 0,1-2-644 0,0-5-1109 16,0-19-3267-16</inkml:trace>
  <inkml:trace contextRef="#ctx0" brushRef="#br0" timeOffset="77218.278">28499 6594 13717 0,'0'0'1836'0,"0"0"-1836"16,0 0 0-16,0 0 240 15,0 0 740-15,0 86 472 0,-4-44-528 16,4 8-324-16,-4 7-40 0,0 10-132 0,0 6-100 16,1 7-132-16,-6 2-196 0,1-3-144 15,0-3 56-15,1-6-104 16,3-13-104-16,-1-9 128 0,5-13-4 0,0-9 12 16,9-12-156-16,-5 0-288 0,3-11 4 15,5-3-528-15,0-3-500 0,0-13-1068 16,1 0-1649-16,-2-20-3723 0</inkml:trace>
  <inkml:trace contextRef="#ctx0" brushRef="#br0" timeOffset="77401.867">28575 7049 7172 0,'0'0'3897'16,"0"0"-2189"-16,0 0-1276 0,0 0 408 0,0 0 728 16,0 0-40-16,79 43-116 0,-55-32-476 15,4-3-328-15,8-2-80 16,0-1-128-16,4-3-204 0,4-2-124 0,0-7-72 0,0-4 0 15,-5-3-192-15,5-1-344 0,-4-1-308 16,0-7-312-16,-9 4-740 0,-6 4-2256 0,3-11-2841 31</inkml:trace>
  <inkml:trace contextRef="#ctx0" brushRef="#br0" timeOffset="77670.209">29193 6566 12449 0,'0'0'1820'16,"0"0"-1312"-16,0 0-68 0,0 0 288 16,0 0 600-16,0 0-52 0,0 0-196 0,0 0-392 15,15 82-204-15,-10-41 16 0,-1 4-72 16,-4 3-187-16,0 5-81 0,0 11-80 0,-9 0-80 16,5 5-60-16,-3-2-12 0,3 3-28 15,0-10-93-15,4-3 93 0,-4-2 4 16,4-8-96-16,0-3 32 0,0-5-72 15,4-7 24-15,0-4-36 0,0-6-108 0,3 0-224 16,2 0-100-16,-5-2-408 0,3-1-652 16,-3-3-788-1,0-4-1917-15,-4-2-2407 0</inkml:trace>
  <inkml:trace contextRef="#ctx0" brushRef="#br0" timeOffset="90168.237">3545 12150 5824 0,'0'0'6909'0,"0"0"-5925"16,0 0-896-16,0 0 228 0,88 19 988 15,-52-16-348-15,3 1-220 0,2-4-340 16,2-4 28-1,2-4 80-15,-2-3-232 0,1-1-268 16,-8-4-4-16,0 0-208 0,-8 4-312 0,-5-1-412 16,-3 0-220-16,-8 7-616 0,-3-1-528 15,-2 5-621-15,-7-5-1727 16</inkml:trace>
  <inkml:trace contextRef="#ctx0" brushRef="#br0" timeOffset="90336.718">3924 12183 3268 0,'0'0'1020'0,"0"0"-564"0,0 0 2572 0,-27 75-980 0,22-43-523 16,5 10-37-16,0 2 0 0,-4 7-392 16,4 6-136-16,-4 0-200 0,4-1-104 15,-4 5-332-15,0-7-324 0,1-6-84 0,-1-6-100 16,4-11-40-16,-5-2-48 0,5-7-412 0,-4 0-560 16,0-3-796-16,0-3-2029 0,-7 1-1895 0</inkml:trace>
  <inkml:trace contextRef="#ctx0" brushRef="#br0" timeOffset="90520.985">3558 12858 7096 0,'0'0'2776'0,"0"0"-983"16,0 0-537-16,0 0-364 0,0 0-284 0,0 0-292 16,0 0-88-16,0 0 404 0,0 0 260 15,0 0-320-15,87 13-224 0,-55-6-320 16,-1-4-28-16,1 3-152 0,-4-3-108 15,4-3 72 1,0 0-464-16,0-3-228 0,4-9-600 0,-12 2-1260 0,12-12-2781 16</inkml:trace>
  <inkml:trace contextRef="#ctx0" brushRef="#br0" timeOffset="90685.369">4294 12627 7312 0,'0'0'2100'31,"0"0"-988"-31,0 0 765 0,97 29 83 0,-70-23-472 16,4 0-420-16,-3-6-436 0,0 0-244 0,0-3-180 16,4-6-84-16,4-8-124 15,-4-6-196-15,4-4-660 0,-4-9-548 0,-9 8-896 16,5-23-3353-16</inkml:trace>
  <inkml:trace contextRef="#ctx0" brushRef="#br0" timeOffset="90984.556">4558 12065 432 0,'0'0'5552'16,"0"0"-19"-16,0 0-4533 0,0 0-260 0,-84 57 580 16,68-32-20-16,7 4-112 0,6 3-344 15,3 6-224-15,0 6-80 0,8 0-36 16,0 8-172-16,7 1-124 0,2 5-28 0,-2 2-68 0,6-1-40 16,-5 3 64-16,-4-6-76 15,4 1-48-15,-4-2 68 0,-5-4-76 0,1-1 40 16,-3-2 32-16,-1 0-4 0,-4-7-24 15,0 0-40-15,-4-6 80 0,-5-4-16 16,5-8 0-16,-7-1 48 16,-2-9 64-16,-2 0 205 0,-9-4-125 15,-1-2-264-15,-6-4-184 16,-1-3-105-16,-8-6-151 0,-3-7-156 16,-2-9-148-16,2-4-312 0,2-2-512 0,10 0-176 15,-1-5-1032-15,12 11-1161 0,4-10-1059 0</inkml:trace>
  <inkml:trace contextRef="#ctx0" brushRef="#br0" timeOffset="91755.065">6629 12462 1540 0,'0'0'6064'0,"0"0"-2800"0,0 0-1863 0,0 0-365 0,0 0 284 0,-24-65-300 15,9 59-28-15,-6 4-344 16,2 2-288-16,-9 6 124 0,0 13 48 16,0 6-200-16,4 10-40 0,-4 10 16 0,9 5 24 15,6 4 156-15,2 7-60 16,7-4-236-16,4-7-192 0,0-5-24 16,0-13-84-16,4-7-28 0,-1-12-168 0,5-7-48 15,1-6 116-15,6-6 188 0,2-10-24 16,6-6-112-16,1-7-184 0,-4-8 36 15,3-1 24-15,-2 2 36 0,-5 8 112 16,3 6 60-16,-2 6-48 0,2 10-100 0,-3 6 52 16,5 0 108-16,-2 9-24 0,-3 7 112 0,4 3 60 15,-8 3 64-15,7 3 188 0,-6 4-28 16,2 6 48-16,-2 3 4 16,-1 3 80-16,-5 8-36 0,2 1-24 0,-1 4 36 15,-8 0-24-15,0 0 8 0,0-1 0 16,0-5-72-1,-4-3-59-15,0-3-1 0,-5-9-4 16,2-3-32-16,-1-2-28 0,-4-6-20 0,4 1 20 16,-4-8-24-16,-1-5 16 15,2-1-4-15,-4-6-60 0,-6 1-108 0,1-4-240 16,-3-4 8-16,-5-8-192 0,0-4-96 16,0-6-13-16,0-4 45 0,4 1-12 15,3 0-220-15,6-1-76 0,7 0-360 0,8 4-248 0,0 0-408 16,4 3-476-16,8 3-749 0,8-3-2331 15</inkml:trace>
  <inkml:trace contextRef="#ctx0" brushRef="#br0" timeOffset="92110.935">7227 13144 7080 0,'0'0'4829'0,"0"0"-3525"16,0 0-272-16,0 0 168 0,0 0-192 0,-24 70-148 16,20-44-304-16,1 2-260 0,-1 4-148 0,4 0-148 15,-5 2-12-15,5-2 12 0,-4 3 0 32,4-6-96-32,0-4-12 0,0-3-116 0,0-6-124 0,0-2-248 15,0-9-132-15,4-2-212 0,1-3-656 0,2 0-964 16,5-8-2449-16</inkml:trace>
  <inkml:trace contextRef="#ctx0" brushRef="#br0" timeOffset="92672.601">7570 11932 7552 0,'0'0'752'15,"0"0"2225"-15,0 0-1425 0,0 0-520 16,0 0 144-16,0 0-96 0,0 0-252 16,0 0-256-16,0 0 60 0,24 84 48 0,-9-29-16 15,2 8-224-15,-2 11-60 0,-2 2-112 16,-2 4 36-16,-3 2-196 0,-4 4 36 15,0-4-144-15,1-3-112 0,-1-6 4 0,-4-6-40 16,3-13-180-16,-3-9-88 0,4-11-244 16,0-14-28-16,4-8-92 0,1-8-460 0,2-8-108 15,6-11-336-15,-6-4-964 0,13-26-2313 16</inkml:trace>
  <inkml:trace contextRef="#ctx0" brushRef="#br0" timeOffset="92932.896">8008 12347 10468 0,'0'0'1993'0,"0"0"-821"0,0 0-436 16,0 0-216-16,0 0-40 0,-75 29-4 16,47-10 32-16,0 7-96 0,4-1-176 0,-1 0-88 15,10 7-72-15,-5-3 24 0,8-1-4 16,3 1-44-16,6 3-52 16,-1-4 0-16,4 4 0 15,0-4 88-15,4 2 8 0,4-9 16 16,0 2 0-16,4-4 60 0,4 0 28 0,3-4 20 15,2-2 152-15,-1 3 156 16,3-3-248-16,1-4-216 0,0 1-52 0,4-1-12 16,-4-3-36-16,4 1-160 0,-1-4-64 15,5 0-540-15,-4 0-200 0,4-3-440 0,-12 0-1304 0,8-6-3961 16</inkml:trace>
  <inkml:trace contextRef="#ctx0" brushRef="#br0" timeOffset="93110.979">8558 12611 15469 0,'0'0'2488'0,"0"0"-2056"0,0 0 256 0,0 0-112 16,79 5 112-16,-55-5 80 0,0 0-504 31,0 0-188-31,4 0-76 0,0-2-244 16,4-1-464-16,-9-4-492 0,1 7-428 0,-7 0-1276 15,-6 4-3829-15</inkml:trace>
  <inkml:trace contextRef="#ctx0" brushRef="#br0" timeOffset="93273.718">8629 12868 12913 0,'0'0'2612'15,"0"0"-1720"-15,0 0-356 0,0 0 60 0,0 0 360 16,0 0 76-16,0 0-396 0,0 0-208 0,21 32-52 15,-1-29-12-15,-1 0-204 0,9 0-160 0,0-3-412 16,4 0-272-16,-4 0-356 0,4 0-824 0,-8 0-3172 16,4 0-7009-16</inkml:trace>
  <inkml:trace contextRef="#ctx0" brushRef="#br0" timeOffset="93902.465">9965 12462 9700 0,'0'0'2357'0,"0"0"-1589"0,0 0-216 0,0 0 376 0,0 0 180 16,-84-32 200-16,63 38-600 0,2 14-348 0,-5 2 24 0,4 12 12 15,0 11 144-15,12 6-48 16,0-1-124-16,8 4-148 0,0-9-220 0,8-7-100 16,0-6-216-16,8-13-52 0,-1-7 160 15,6-5 48-15,-1-7-60 0,-1-3 48 16,9-10 20-16,-4-6 32 0,0-3-68 0,1-7-220 16,-6 3-64-16,1 5-24 0,-8 1 72 15,0 8 232-15,-4 9-48 0,4 3-72 0,0 6 312 16,0 10 276-16,4 6 140 0,-1 9-88 15,-2 5-16-15,2 2 8 0,-3 3-84 16,1 4-24-16,-2 2 124 0,-2 4 56 0,-5 3 164 16,-4 6-40-16,0 0-76 15,-13 4-84 1,-2 0-16-16,-6-5 12 0,1-4-84 16,-3-1-84-16,-1-13-88 0,0-3-36 0,0-9-48 15,4-10-12-15,0-6-52 0,5-7-496 0,-6-6-280 16,5-3-176-16,1-17-240 15,-2-1 40-15,2-9-332 0,7-3-760 16,-1-6-817-16,5 10-1935 0</inkml:trace>
  <inkml:trace contextRef="#ctx0" brushRef="#br0" timeOffset="94145.366">10303 13004 8596 0,'0'0'2080'15,"0"0"-431"-15,0 0 251 0,0 0-300 16,87 7-584-16,-74 3-344 0,-9-1-40 0,-1 7-88 15,1 3-200-15,-4 3-184 0,0 3-92 16,0 4-68-16,-4 2-12 16,-3 1-148-16,-1 4 24 0,-1-5 136 15,2 4 12-15,3-9 148 16,-4 2 0-16,8-5 112 0,0-4-4 0,0-5-12 0,0 0-20 16,8-1-140-16,7-7 0 15,2-3 88-15,11-3 72 0,3 0 208 16,5-9-188-16,0-7-276 0,8-9-336 0,-4-5-320 15,-1 2-212-15,-7-4-336 0,4-2-628 0,-16 8-2420 16,8-15-4425-16</inkml:trace>
  <inkml:trace contextRef="#ctx0" brushRef="#br0" timeOffset="94377.166">10880 12164 13697 0,'0'0'1924'0,"0"0"-1648"0,0 0 240 15,0 0 296-15,17 92 572 0,-13-51-80 0,3 6-536 16,-3 6-364-16,0 12-236 16,1 7-84-16,-5 10-80 0,0 5-4 0,0 1-108 0,0 5 24 15,0-5-136-15,-5-2-256 0,5-10-124 16,-4-8-96-16,4-18-132 0,0-12-124 0,9-12-576 15,2-20-1128-15,1-6-3293 0</inkml:trace>
  <inkml:trace contextRef="#ctx0" brushRef="#br0" timeOffset="94630.088">11263 12532 12257 0,'0'0'1404'16,"0"0"-996"-16,-80 57 136 0,45-30 48 15,-5 13 276-15,-4-3 60 0,8 4-196 0,4-3-224 16,4 1-260 0,9-1-248-16,2-3-244 0,10-3-40 15,-2-1 284-15,9-2 36 0,0-7 100 0,9-4-88 16,6 2 16-16,9-4 60 16,0 0 48-16,8-3 48 0,4-4 40 15,0-2-28-15,3-4-72 0,6-3-160 16,-6 0-48-16,6 0-344 0,-6 0-324 0,-3 0-476 0,0 0-752 15,-12 6-2345-15,7 10-4763 0</inkml:trace>
  <inkml:trace contextRef="#ctx0" brushRef="#br0" timeOffset="95948.928">12669 13265 3816 0,'0'0'5672'16,"0"0"-4340"-16,0 0-779 0,0 0-333 0,0 0 1572 15,0 0-396-15,0 0-100 0,0 0-256 0,9 10-272 16,-9-4-260-16,4 6-164 16,-4 7-48-16,0 3-64 0,0 4-144 15,0 3-88-15,0-2-108 0,0-3-52 0,-4-2-60 0,4-7-64 16,0-5-136-16,0-4-296 16,0-6-220-16,-4 0-512 0,4 0-480 15,-5 0-925-15,1-9-2751 0</inkml:trace>
  <inkml:trace contextRef="#ctx0" brushRef="#br0" timeOffset="96452.044">13431 12369 13877 0,'0'0'1276'0,"0"0"-784"0,0 0-280 0,0 0 384 16,0 0 188-16,7 109 344 0,-14-55-168 15,-1 9-192-15,4 7-240 0,0 6-260 0,-1-1-160 0,5 2-108 16,0-6-132-16,9-12-52 0,3-14-36 31,-1-16-36-31,5-14 12 0,5-8 96 0,2-10 148 0,5-16 0 0,0-10-48 16,8-16-112-16,4-9-60 0,-4-9-76 16,3-10 40-16,1-3-40 0,-3 0 36 15,-6 6 76 1,-3 3 72-16,-1 7 36 0,-2 15 28 0,-5 10-76 15,-5 17 0-15,6 4-36 16,-10 11-16-16,5 3 176 0,-4 17 112 0,4 5 324 0,0 13 56 16,0 9-84-16,-4 10 8 15,4 9-56-15,-4 7-20 0,-4 3-108 16,0 1-36-16,0-5-12 0,-4-1-36 0,0-18 8 16,3-9 76-16,-2-12 120 0,3-17 88 0,-4-2-51 15,4-10-85-15,0 0 20 0,4-10 208 16,3-9 172-16,2-9-320 0,7-13-180 15,-5-14-192-15,9-2-12 0,0-3 0 16,0-4-156-16,0 4-96 0,-4 6-148 0,4 6-48 16,0 10-44-16,-5 4-44 0,1 8-133 31,-3 4-315-31,7 6-768 0,-13 6-1420 0,17-2-3237 0</inkml:trace>
  <inkml:trace contextRef="#ctx0" brushRef="#br0" timeOffset="96767.119">14901 12408 11057 0,'0'0'3812'32,"0"0"-2768"-32,0 0-588 0,0 0 44 15,0 0 232-15,0 0 84 0,0 0 84 0,0 0 236 16,0 0-224-16,120 19-59 0,-73-13-77 0,5-3-416 0,4-3-300 16,-5 0-60-16,1 0-100 0,-4-3 52 0,-4-7-84 15,0 1-60 1,-8-1-148-16,0-3-376 15,-8 5-281-15,-4-3-555 0,-9 3-2160 0,-7 1-3157 0</inkml:trace>
  <inkml:trace contextRef="#ctx0" brushRef="#br0" timeOffset="96951.058">15251 12497 2672 0,'0'0'11577'0,"0"0"-10113"0,-11 67-1176 0,11-36 204 16,0 7 344-16,0 3 512 0,0 4-136 0,7 2-428 15,1 1-432-15,1 3-276 0,-2 0-76 16,1 2-124-16,-4 1-144 0,5 1-108 16,-2-8-92-16,-3 0-56 0,4-8-192 15,0-4-420-15,0-10-492 16,0-6-964-16,0-9-2157 16,0-7-3351-16</inkml:trace>
  <inkml:trace contextRef="#ctx0" brushRef="#br0" timeOffset="97819.752">16359 12386 8520 0,'0'0'1776'0,"0"0"1061"16,0 0-1489-16,0 0-152 0,0 0-52 0,0 0 84 16,0 0-608-16,0 0-276 0,-103 41-160 15,67-16-88-15,-1 7 52 0,2 3-24 0,3 3 24 16,4-6-4-16,5-5-8 0,6 0-72 31,6-5-64-31,2-6-72 0,9 0 12 0,0-1-16 16,12 1 4-16,8 3-16 0,4 0 88 15,8 4 4-15,3-1-4 16,2-3 4-16,3-3-4 0,-5-4-16 0,-7 5 8 16,0-5-76-16,-4 1 76 0,-4-1 8 15,-8 1 172-15,0 3 60 0,-8 1-124 0,0 1 4 16,-4 1 0-16,0 2-100 0,-12 3 132 15,-4 1-44-15,-4 0-100 0,-4-3-72 0,0 0-96 0,-8-3-68 16,0-3-68-16,1 1-112 16,-5-5-88-16,0 1-148 0,-3-8-116 0,2 2-180 15,1-7-536-15,4 0-968 0,13-2-2237 0,-1-15-2147 16</inkml:trace>
  <inkml:trace contextRef="#ctx0" brushRef="#br0" timeOffset="98501.811">18239 12646 12473 0,'0'0'1760'0,"0"0"-1256"0,0 0-112 0,-56-74 164 16,41 62 372-16,3 5 104 0,4 1-312 0,-4 6-240 15,4 0-136-15,-4 6-12 16,0 13-124-16,0 13-12 16,0 10 24-16,1 9 60 0,2 9 0 0,1-1 60 0,8 3-36 15,0-12-304-15,0-12-84 16,8-9-136-16,1-10 16 0,-2-10-80 0,5-9 128 15,4 0 32-15,5-9-72 0,2-10 16 0,5-4 8 16,-4-8 24-16,0-1-24 0,-5 4-72 16,5 5-4-16,-3 8 4 0,-2 2 32 15,-6 10 4-15,2 3 48 0,1 6 160 16,-4 7 0-16,4 6 136 0,-4 6 48 16,0 1 76-1,-4 5-64-15,4 1 60 0,-5 3-56 0,-2 3-4 16,-1 3 12-16,0 7 96 0,-4 0-8 15,0 3-28-15,-8 2-12 0,-4 5-24 16,-4-4 20-16,0-4-20 0,0-5-24 16,-4-1-27-16,4-9-69 0,0-3-28 15,0-10-24-15,1-3 24 0,3-9 12 16,-1-4-8-16,2-3-88 0,-2-3 0 0,2-3-256 0,-6-10-281 16,-2-6 17-16,-1-6-76 0,0-7-16 0,0-6-88 15,4-3-160-15,0 3-416 16,9 3-192-16,2-1-680 0,1 14-725 15,4-3-3035-15</inkml:trace>
  <inkml:trace contextRef="#ctx0" brushRef="#br0" timeOffset="99246.425">18806 13160 9500 0,'0'0'2221'16,"0"0"-545"-16,0 0-544 0,0 0-36 0,0 0 184 0,0 0-152 15,0 0-312-15,-5 89-312 0,1-57-236 16,0-4-132-16,4 4-124 0,-4-4-12 0,4-2-68 16,0-5-192-16,0 3 52 0,0-9-76 15,4-2-344-15,4-4-336 16,1-5-312-16,2-4-1112 0,2-4-701 0,6-30-1815 0</inkml:trace>
  <inkml:trace contextRef="#ctx0" brushRef="#br0" timeOffset="99478.945">19081 12262 13373 0,'0'0'2276'0,"0"0"-1020"0,0 0-660 15,0 0 84-15,0 0 368 0,0 0-8 16,0 0-160-16,8 98-260 16,-1-47-207-16,1 6 47 0,5 3 36 0,-6 1-296 0,1-1-200 15,0-3-108-15,-4 1-48 16,0-6 24-16,-4 0-256 0,0-1-256 0,0-4-61 16,-8-5-159-16,4-10-560 0,0-7-1028 0,0-9-1660 15,4-7-769-15,-4-9-1719 0</inkml:trace>
  <inkml:trace contextRef="#ctx0" brushRef="#br0" timeOffset="99625.704">19156 12795 8764 0,'0'0'2341'0,"0"0"-573"0,0 0-264 0,0 0 272 31,0 0-328-31,84-4-200 0,-65 10-120 0,5-1-200 0,4 1-344 16,-3-6-244-16,6 0-259 0,1-4-81 0,0-5-209 31,4-10-275-31,-4 0-480 0,-1-6-272 0,-6 5-892 0,-1-11-3380 0</inkml:trace>
  <inkml:trace contextRef="#ctx0" brushRef="#br0" timeOffset="99819.693">19558 12364 11669 0,'0'0'1752'15,"0"0"-860"-15,0 0-436 0,0 0 312 0,0 72 724 16,0-37 20-16,4 6-260 0,4 0-556 0,1 8-232 0,-5-2-52 15,-1 7-96-15,5 0-143 0,-4 3-173 16,-4-3-121-16,0 0-87 0,0-4-352 16,5-6-100-16,-5-5-172 0,4-10-164 15,3-7-528-15,5-9-584 0,-3-7-928 0,6-6-2993 16</inkml:trace>
  <inkml:trace contextRef="#ctx0" brushRef="#br0" timeOffset="100004.601">20168 12719 15557 0,'0'0'2508'0,"0"0"-1840"0,0 0-276 0,0 0 4 16,0 0 20-16,0 0 292 0,79 0-284 0,-55-10-424 15,4-2-448-15,0-1-324 0,0 0-256 16,-7 0-732-16,-6 7-2452 15,-7 3-3213-15</inkml:trace>
  <inkml:trace contextRef="#ctx0" brushRef="#br0" timeOffset="100158.009">20116 12934 12149 0,'0'0'2596'0,"0"0"-1888"0,0 0-556 0,0 0 384 0,0 0 556 15,0 0 368-15,40 70-196 0,-20-66-472 16,8-1-280-16,0-3-136 31,4 0-204-31,3-3-172 0,-3-3-132 16,0-5-280-16,0 3-208 0,-4-3-372 0,0 3-460 0,-8 2-1556 15,3-1-4361-15</inkml:trace>
  <inkml:trace contextRef="#ctx0" brushRef="#br0" timeOffset="100759.395">21699 12616 9080 0,'0'0'2261'0,"0"0"-1133"0,0 0-232 16,0 0 120-16,-92-47-8 0,72 47-112 15,-5 0-148-15,5 17-300 0,-3 5-152 0,-1 16-48 16,0 9 36-16,0 7 24 0,8 7 24 16,0-7 40-1,4-7-324-15,8-12-48 0,4-10-236 16,0-11-20-16,8-8-88 0,5-6 132 16,6-3-20-16,5-17 180 0,8-5-232 15,0-7 0-15,0-6 24 0,-1 0-16 0,-3 2 200 16,-3 5 72-16,-10 9-68 0,1 6-52 15,0 10-88-15,-4 3-4 0,-4 3 148 16,4 6 68-16,-4 10 352 0,4 7 272 0,-4 4-128 0,-1 5-88 16,2 3-112-16,-1 4-60 15,-4 3 0-15,-1 2 44 0,1 3 52 16,-4 1 84-16,0-1-60 0,-7 0-28 0,-5 2-108 16,-4-2-48-16,-4-3-160 0,0-3-12 15,0-5 0-15,1-4-112 0,-2-10 16 16,5-7-136-16,-7-5-244 0,2-3-320 0,6-7-240 0,-5-10-676 15,3-9-1068-15,6 3-2341 0,-1-23-2979 16</inkml:trace>
  <inkml:trace contextRef="#ctx0" brushRef="#br0" timeOffset="101018.931">21882 13023 6340 0,'0'0'4192'16,"0"0"-2687"-16,0 0 131 0,0 0 272 0,0 0-488 15,0 0-304-15,75 23-268 16,-71-14-268-16,-4 4-288 0,0 3-132 16,0 3-36-16,-4 0-112 0,0 6-4 0,-3 0-8 15,-2 1-64-15,5-1 60 0,0-2-104 16,4-4 20-16,0 0-56 0,8-6 56 0,1-4 40 0,6 1 24 16,5-7 24-16,3-3 84 0,10 0 52 15,3-7-96-15,0-8-40 0,7-7-292 16,-2-4-236-16,-2-2-224 0,1-4-364 0,-5-4-928 15,-7 8-2805-15,4-13-4031 16</inkml:trace>
  <inkml:trace contextRef="#ctx0" brushRef="#br0" timeOffset="101236.94">22491 12274 14909 0,'0'0'1652'0,"0"0"-1204"16,0 0-188-16,0 0 324 0,0 0 512 0,16 86 364 16,-12-44-376-16,4 5-427 0,-1 4-269 0,-2 6-100 15,3 0-132-15,-8 3-156 16,4 0-124-16,-4 1-68 0,0 0-244 16,0-11-101-16,0-3-167 0,0-11-64 0,0-9-200 15,0-10-548-15,0-10-1176 0,4-4-2457 16,3-10-1695-16</inkml:trace>
  <inkml:trace contextRef="#ctx0" brushRef="#br0" timeOffset="101392.415">22659 12719 10588 0,'0'0'2261'16,"0"0"-721"-16,0 0 352 0,0 0-236 16,0 0-68-16,87 13-112 0,-67-6-527 15,4-7-389-15,4 0-272 0,4 0-216 16,-1-7-72-16,1-6-276 0,0-6-232 0,4-3-273 15,-4 0-267-15,-4-7-940 16,-4 6-3280-16,0-9-5517 0</inkml:trace>
  <inkml:trace contextRef="#ctx0" brushRef="#br0" timeOffset="101560.754">23132 12274 9308 0,'0'0'1961'0,"0"0"-585"0,0 0 328 15,0 70 124-15,-4-38 68 0,1 3-288 0,3 10-408 16,0-1-472-16,0 9-239 0,-4 5-89 16,0 5-176-1,-5 4-224-15,1 3-132 0,1 0-328 0,3-4-269 16,-5 1-355-16,1 0-584 0,5-23-2060 0,-5 22-3437 16</inkml:trace>
  <inkml:trace contextRef="#ctx0" brushRef="#br0" timeOffset="160218.895">28149 6763 1592 0,'0'0'12861'0,"0"0"-10333"0,0 0-1376 0,0 0 152 16,0 0-116-16,0 0 65 0,0 0-513 15,0 0-376-15,-84 15-160 0,64-2-36 16,-4 0 52-16,0 0-28 0,-4-1 268 0,0 1-304 15,-4 4-96-15,-3-3-36 16,-1 5 72-16,-4 4-92 0,0 3 8 16,-4-1-12-16,-4 0-40 0,-3 3-68 0,-1 2-36 15,-4-2 36-15,-4 1 12 0,9-1-52 0,3-3 4 16,8-2 84-16,12-8 52 0,12-2-64 0,4-4 12 31,8-2-12-31,4-1-36 0,0 4-4 16,0-3 24-16,4 2 88 15,0 4 72-15,8-4 124 0,0 3-112 0,8 2 36 16,0-3-120-16,0 6 0 0,8-4-60 16,0 3 4-16,-1-1 52 0,5 4-124 0,1 1-56 15,2-1 40-15,1 2 0 0,4 0-76 0,-5 4-96 16,6-4-120-16,-2 2-109 16,-3 2-331-16,4-3-188 0,-8-3-528 0,4 0-604 15,-13-6-988-15,9 6-2413 0</inkml:trace>
  <inkml:trace contextRef="#ctx0" brushRef="#br0" timeOffset="172659.81">2776 14754 6504 0,'0'0'80'0,"0"0"1360"0,0 0 876 0,0 0-947 15,-15-67 39 1,6 52-136-16,2-2 88 0,-9 2-180 0,0 2-52 0,0 0-200 16,0 4-156-16,0-1-172 0,-4 4-88 0,0 3-124 15,1 0-144-15,-5-1-136 0,-4 4-36 0,3 0-72 16,-3 0-60-16,0 4-36 15,0 4-48-15,0 6 56 0,5 5-68 16,-5 6-112-16,4 10-64 16,0 6 64-16,5 13 72 0,2 7 40 15,6 3 80-15,2 2 76 0,9 1 0 16,0-4 64-16,5-2-60 0,7-11 8 0,-1-9 144 16,6-6-20-16,3-6-12 0,-1-10-40 15,1-6 24-15,4 0-24 0,3-11-80 16,1 1 52-16,4-6-52 0,0-6 8 15,5-13-12-15,2-6-208 0,-3-8-256 0,4-5-220 16,-4-3-168-16,0-2-360 0,-4-4-604 0,-8 15-976 16,3-15-2813-16</inkml:trace>
  <inkml:trace contextRef="#ctx0" brushRef="#br0" timeOffset="172926.823">3087 14240 12285 0,'0'0'1940'16,"0"0"-1336"-16,0 0-248 0,0 0 296 0,0 0 604 15,0 0-192-15,0 0-288 0,0 0-356 16,0 0-284-16,0 0-64 16,0 0 36-16,-19 95 88 0,14-51 24 15,5 10-96-15,0 6-116 0,-4 13 4 16,4 10 40-16,0 3-52 15,-4 3-156-15,0-4-4 0,1-3 24 0,3-8 4 0,0-4-116 16,0-14-8-16,0-4 8 0,7-11-304 0,6-6-304 16,-2-13-424-16,10-9-944 15,-2-9-228-15,-3-4-833 0,16-14-1559 0</inkml:trace>
  <inkml:trace contextRef="#ctx0" brushRef="#br0" timeOffset="173292.588">3581 15018 4104 0,'0'0'8601'0,"0"0"-7189"16,0 0-932-16,0 0 280 0,0 0 584 15,0 0-200-15,0 0-280 0,-92 15-212 0,73-8-88 0,-1 5-172 16,0 1-76-16,4 1-96 16,-4 4-88-16,8 1-8 0,5 2-116 0,-2 3-8 15,5 1 0-15,0-3 0 0,4 0 0 16,0-6-40-16,0-3 32 15,4-4-80-15,4-5-132 0,0-2 28 0,0 3 44 0,4-5 76 16,4-5-4-16,3-7-108 0,2-4-8 0,3-6 56 16,0-4-36-16,-5-2-72 15,2 5 8-15,-1 1 52 0,-5 6-24 16,2 7-28-16,-6 2 64 0,-3 7 172 0,4 0 224 16,0 7 72-16,-4 2-76 15,4 7 136-15,0 6 36 16,0 1-100-16,0 5-44 0,-4 4 80 15,-1-3-144-15,2-1-124 0,-1-6-60 16,0-2-244-16,-5-8-124 0,6-5-20 16,-5-1-128-16,8-6-356 0,-5 0 16 15,6-6-412-15,-2-7-712 0,2-6-724 16,-5 3-1841-16,3-16-2387 0</inkml:trace>
  <inkml:trace contextRef="#ctx0" brushRef="#br0" timeOffset="173459.262">3980 15008 4224 0,'0'0'6997'15,"0"0"-5729"-15,0 0-948 16,24 71 676-16,-20-41 660 0,3 5-152 0,-7 0-188 16,5 0-320-16,-5 0-420 0,4-3-512 15,-4-4-64-15,4-2-272 0,0-3-180 0,-4-11-336 16,4-9-128-16,-4-3-596 0,3 0-1580 16,-3-19-3269-16</inkml:trace>
  <inkml:trace contextRef="#ctx0" brushRef="#br0" timeOffset="173601.08">4052 14747 13461 0,'0'0'1760'0,"0"0"-1760"0,0 0-76 0,0 0 76 16,0 0 0-16,0 0-24 0,0 0-480 15,0 0-424-15,0 0-1412 0,47 23-3029 0</inkml:trace>
  <inkml:trace contextRef="#ctx0" brushRef="#br0" timeOffset="173981.453">4311 15065 3664 0,'0'0'9309'0,"7"67"-8457"0,-7-38-724 0,0 6 440 0,4 2 1264 16,-4-2-20-16,0-6-580 0,0-10-744 0,0-3-400 31,0-11 20-31,4-1-108 0,5-4-136 16,-2 0-84-16,1-4 144 0,9-7-44 0,2-6 108 15,1-2-212-15,-4 1-20 16,4 1 24-16,-4 2-16 0,0 5 40 16,-4 7 36-16,4 3 160 0,-4 3 0 0,-4 7 368 15,3 5-60-15,-3-2-100 0,-3 6-8 16,3-2-4-16,-4-5-112 0,-1-2-80 0,1-4-4 16,0-3-96-16,1-1-40 0,3-2 128 0,-4-2 8 15,3-7 0-15,6-5-8 0,-2-1-152 0,1-3-136 16,4-6 76-16,-4 6-28 15,4-5-72-15,0 7 84 16,0 1 52-16,0 4 32 0,0 5 152 0,-4 6 200 0,0 0 256 16,0 6-8-16,-1 8-216 0,2 2-84 15,-2 3 48-15,-3 0-84 0,1 6-40 0,-5 0 76 0,0 1-148 16,-1 2-44-16,1 1-128 0,-4 3-492 16,0 0-324-16,-4-4-408 15,-3-2-1184-15,-10 2-2901 0</inkml:trace>
  <inkml:trace contextRef="#ctx0" brushRef="#br0" timeOffset="174362.772">1721 16135 6232 0,'0'0'3932'15,"0"0"-2411"-15,0 0-277 0,0 0 676 16,0 0-236-16,112-35-216 16,-61 28-492-16,5 1-216 0,11 3-124 0,10 0-112 15,6 1-184-15,12-3 12 16,13 5-47-16,4 0-97 0,12 5-52 0,3 0-96 15,4 2 220-15,4 2 36 0,9-3-52 16,8-3-84-16,-1 0-80 0,8-3-88 16,-7 0-12-16,-1-3 0 0,-7 0-232 0,-5-3 16 0,-4 4-112 15,-3 2 148-15,-8 0 92 0,-5 0 4 16,-8 0-180-16,-7 0-53 0,-12 0 97 16,-13 0-144-16,-11-5 12 0,-8 3-76 15,-12-2-48-15,-9-2-236 16,-7-1-360-16,-8 1-804 0,-3-3-1100 0,-14-1-2073 0,-3-2-2899 15</inkml:trace>
  <inkml:trace contextRef="#ctx0" brushRef="#br0" timeOffset="181276.379">7458 14459 10016 0,'0'0'4057'16,"0"0"-2897"-16,0 0-404 0,0 0 320 15,0 0-232-15,-12-70-76 0,12 67-56 0,0 3-172 16,0 0-124-16,4 3-52 0,4 3-132 15,5 7-12-15,2 9 216 16,5 10-59-16,3 9-13 16,1 16-204-16,-3 7-28 0,-1 12-80 15,-5 7-52-15,-3 2-96 0,1-2-64 0,-6-7-8 16,1-10-220-16,-3-12-137 16,3-12 41-16,-8-13-68 0,3-10-32 0,-3-10-116 15,4-9-360-15,-4 0-396 0,0-13-596 16,4-9 244-16,0-10 368 0,-4-6-197 15,0-10-271-15,0-2 88 0,0-2 256 16,-8 5 1176-16,4 10 388 0,1 4 1796 0,3 11 572 16,-4 7-28-16,4 8-419 0,0 7-301 0,0 0-216 15,0 0-312-15,0 0-328 0,4 0-308 16,-1 0-220-16,13 0 136 0,0 3 464 0,8 1 36 16,4 2-456-16,4-3-124 15,0 0-208-15,0-3-84 0,4 0-80 16,-5 0-4-16,5 0-112 15,-4-9 84-15,0-1-120 0,-4-6-428 16,0 0-152-16,0-5-164 0,-4-5-548 16,-9 7-1704-16,-2-13-3273 0</inkml:trace>
  <inkml:trace contextRef="#ctx0" brushRef="#br0" timeOffset="181495.955">8131 14493 6308 0,'0'0'7437'0,"0"0"-6385"0,0 0-660 0,0 0 96 15,0 0 268 1,0 0 104-16,0 0-76 0,0 0-204 16,-7 96-152-16,14-61-48 15,5 6-144-15,-3 1-56 0,-2 2 4 0,1 3-72 16,0 1-112-16,-3-4 0 0,-1 4-148 0,-1 0-84 0,1-4-136 0,0-6-404 16,0-6 56-16,0-7-16 0,8-13-296 0,0-2-864 15,1-10-1072-15,2-3-1961 16,5-22-1159-16</inkml:trace>
  <inkml:trace contextRef="#ctx0" brushRef="#br0" timeOffset="181846.748">9024 14160 9168 0,'0'0'1656'0,"0"0"-907"0,0 0 107 0,0 0 652 0,0 0 220 16,0 0 0-16,0 0-588 0,0 0-636 15,-24 76-248-15,8-38-84 0,0 4 52 0,-8 8 8 16,1 5-64-16,-9 5-116 0,-5 6-44 16,-2 8-4-1,-5 2-4-15,-8 10-64 0,0 3-44 0,-8 2-4 16,0 5 16-16,5-1-52 15,-4-3 16-15,6-3 44 0,5-6 76 16,1-4-100-16,7-13 104 0,9-2 8 0,3-12-12 16,3-8-84-16,5-11 84 15,9-10-124-15,3-4-72 0,4-9-152 0,-1-7-132 16,5-3-304-16,5-6-304 0,-1-3-412 16,7-10 548-16,6-7-416 0,-6-2-669 15,1 3-2099-15,1-11-1628 0</inkml:trace>
  <inkml:trace contextRef="#ctx0" brushRef="#br0" timeOffset="182178.955">8893 14872 6260 0,'0'0'4536'0,"0"0"-3403"0,0 0-401 0,0 0-4 16,0 0 276-16,0 0 368 0,0 0 60 16,0 0-616-1,0 0-408-15,7 75-100 0,-3-36-12 0,0 8 84 0,0 4 48 16,5 6-84-16,-5 0-112 0,-1 7-160 15,5 0-72-15,-4-1-108 0,0-3-52 16,1 0-60-16,-1-6 12 0,-4-9-160 0,3-7-60 16,-3-10-104-16,4-9-220 0,-4-6-556 15,4-10-660-15,0-3-928 0,-4-5-2501 0,8-20-411 16</inkml:trace>
  <inkml:trace contextRef="#ctx0" brushRef="#br0" timeOffset="182485.204">9271 14979 12389 0,'0'0'1708'0,"0"0"-884"16,0 0-20-16,0 0 212 0,0 0-528 15,0 0-292-15,-92 86-136 0,68-51-60 16,-4 2-100-16,9 5-72 0,-5-3 8 0,3-2 76 16,6-2 40-16,-1 4-4 15,4-7 4-15,1-2-16 0,2-3 64 16,1-8 52-16,8-4 248 0,0-2-40 0,0 1-124 15,4-9-128-15,9 4 4 16,2 2 212-16,5-3 0 0,3-1 72 16,5 0 60-16,4 0 40 0,0-3-88 0,5 3-76 15,-2-3-36-15,9-1-88 0,0 4-108 16,3-2-4 0,2 2-140-16,-6 0 8 0,-3 2-24 0,0-4-160 0,-4 6-356 15,-4-5-376-15,3 4-348 16,-3-4-432-16,-8 0-2553 0,-3 10-4743 0</inkml:trace>
  <inkml:trace contextRef="#ctx0" brushRef="#br0" timeOffset="183308.074">11116 15166 3068 0,'0'0'5284'0,"0"0"-4312"0,0 0-220 0,0 0 201 16,0 0 219-16,0 0-392 15,0 0 1088-15,-92-37-1200 0,76 37-56 0,0 3 132 16,5 6 0-16,-2 4-248 16,5 5-396-16,1 12-100 0,3 1 4 0,4 8 80 15,0-2 28-15,0 2-40 0,8-4-72 16,3-10-96-16,-3-6-52 0,4-6 24 15,-4-7 60-15,4-6 64 0,0 0 88 0,4-9-80 16,0-7 4-16,3-7-12 0,2-9-40 0,-1-2-144 16,-5-8 8-16,-2 7 4 15,2 1 80-15,-7 4 88 0,1 9 4 0,-2 9-100 16,-3 1-12-16,0 11-100 0,0 0 212 16,1 7 128-16,3 5 528 0,-1 5-200 15,1 8-148-15,5-3-120 0,-6 7-56 16,1-4-56-16,0 0-20 15,0-2-56-15,4-4-72 16,-4-4-112-16,4-4-64 0,0-9-12 0,4-2 40 16,0 0-228-16,4-13-420 15,4-2-188 1,-1-7-612-16,-6 2-2221 0,14-8-2203 0</inkml:trace>
  <inkml:trace contextRef="#ctx0" brushRef="#br0" timeOffset="183518.614">11698 15090 11865 0,'0'0'1856'16,"0"0"-1400"-16,0 0 176 0,0 0 100 0,0 0-244 16,-77 80 128-16,58-45 220 0,-1 3-132 15,4 0-72-15,0 0 44 0,8-3-68 16,1-3-192-16,2-7-148 0,5-3-192 16,0-3-76-16,8-6-208 0,4-4-72 15,4-2-4-15,4-4 140 0,4-3-4 0,4-5 24 0,4-9-56 0,-1-8-104 16,5-3-196-16,0-7-136 0,0-6-340 0,-5-3-936 15,6-7-1084-15,-14 10-1833 0,9-20-771 16</inkml:trace>
  <inkml:trace contextRef="#ctx0" brushRef="#br0" timeOffset="183712.852">12132 14503 9864 0,'0'0'2125'0,"0"0"-629"0,0 0-352 16,0 0-388-16,0 0-216 0,0 0-36 0,-12 83 48 0,12-33 4 15,0 4 88-15,8 10-28 0,0 3 0 0,-1-1-64 16,6 5-136-16,-2-2-196 16,1 1-220-16,1-4-280 0,-2-5-176 0,-2-11-20 15,-1-8 8-15,-1-14 136 0,-7-11 148 0,4-8-100 16,0-9-336-16,-4 0-856 0,0-12-668 16,0 2-428-16,0-26-2629 0</inkml:trace>
  <inkml:trace contextRef="#ctx0" brushRef="#br0" timeOffset="183887.171">11917 15043 12525 0,'0'0'1784'15,"0"0"-988"-15,0 0-168 0,0 0 40 16,0 0-132-16,0 0-64 0,0 0-24 0,0 0-16 16,0 0 100-16,0 0 32 15,99 50-172-15,-55-56-212 0,4-7-180 0,0-6-268 0,3 1-348 16,1-8-208-16,-4 1-168 0,4 0-548 15,-17 5-2284-15,10-2-2905 0</inkml:trace>
  <inkml:trace contextRef="#ctx0" brushRef="#br0" timeOffset="184635.922">12817 14977 10424 0,'0'0'1173'15,"0"0"-697"-15,0 0-296 0,0 0 24 0,0 0 104 16,0 0 328-16,0 0-128 0,0 0-228 16,-84 14-192-16,65 3 128 0,-6 2 12 15,5 3 12-15,5 1 36 0,-2-2 28 16,6-2 108-16,3-2 32 0,4-9-156 16,4 2-180-16,0-3-108 15,12 2-64-15,-1-2 64 0,2 0 68 0,2-1 68 16,2 0-24-16,2-4-24 0,-3 3-84 15,0 1 84-15,0 0-84 0,1 0 56 16,-6 1-52-16,1 2 0 0,-3-2 68 16,-2 2 36-16,-3 0 0 0,0 8 60 0,-4-2 4 15,0 2-68-15,-8 2-8 0,1-1-88 16,-6 2 52-16,-2-4-16 0,-2-4-48 0,2 1-136 16,-6-1-112-16,1-2-148 0,-3-4-188 15,3 1-88-15,0-1-188 0,0-6-276 16,0 0-624-16,8 0-2121 0,-8-13-2759 0</inkml:trace>
  <inkml:trace contextRef="#ctx0" brushRef="#br0" timeOffset="185351.619">14036 14528 12209 0,'0'0'2000'15,"0"0"-1128"-15,0 0-568 0,0 0-76 16,0 0 136-16,0 0 52 0,0 0 60 16,4 80-168-16,-4-29-132 0,0 8 8 15,0 12-84-15,0-1-100 0,0 0-4 0,-4-8-4 16,4 2-4-16,-3-12-148 0,3-5-28 15,0-12 40-15,0-13 36 0,3-6 108 0,-3-13-172 32,8 0-160-32,0-3 44 0,4-6 256 15,0-7 36-15,8 1 164 0,-4-1-100 16,4-4-64-16,0 6-48 0,-4 1 40 0,4 6-132 16,-1 1 100-16,1 3 40 0,1 3 104 15,-6 8 32-15,2-3 152 16,-2 5 84-16,-7-1 28 0,0 5-56 0,0-1-108 0,-4 0-48 15,-4 3 20-15,0-4-12 0,0 1 52 0,-8 1 36 16,-4-1-64-16,0-4-120 16,-3-3-100-16,-2 1-172 0,-3-1-48 0,1-6-88 15,-1 1-12-15,4-4-88 0,-4 0-112 16,0-7-36-16,4 2-8 0,4-9-152 16,4-1-204-16,8-2-604 0,0 2-1237 15,16-17-2219-15</inkml:trace>
  <inkml:trace contextRef="#ctx0" brushRef="#br0" timeOffset="185711.657">14630 15055 9048 0,'0'0'2157'15,"0"0"-617"-15,0 0-328 0,11 96-12 0,-11-58-76 16,-7 0-164-16,-5 3-192 0,4-2-260 16,-4-9-200-16,4-1-308 15,4-12 0-15,4-9-212 0,0-3 16 0,0-5 136 16,0 0 44-16,8-7 16 0,4-3 28 15,8-6 120-15,0-3-148 0,3 4-124 16,5-2-100-16,0 9 16 0,0 4-104 16,4 4 212-16,0 9 100 0,8 8 12 0,-4 1-4 15,-4 8 64-15,4 0-60 0,-8 2 64 16,0 3 12-16,-4 1 48 0,-5 4-52 0,-6 2 52 16,-6 3 36-16,-3 3-72 0,-4 1 12 15,-4 2 12-15,-12 4 60 0,-3-3-12 0,-6-4 12 16,1-6 0-16,-4-6 0 0,0-10-24 15,4-6-52-15,1-9 40 16,3-7 0-16,-4-4-4 16,4-11-132-16,0-8-12 0,0-12-328 15,8-5 8-15,8-6-8 0,4 2 8 0,4-1 24 0,20 5-24 16,4-5-76-16,12 4-236 0,7-4-376 0,5-2-808 16,-12 8-1208-16,28-15-2465 0</inkml:trace>
  <inkml:trace contextRef="#ctx0" brushRef="#br0" timeOffset="185894.343">15754 15119 13757 0,'0'0'2048'16,"0"0"-1468"-16,0 0 204 0,0 0 392 16,95 28-372-16,-67-24 28 0,-1-4-332 0,5-4-292 15,1-8 0-15,7-4-208 0,-9-6-80 0,5-1-124 16,0-5-152-16,0 0-232 0,-8-4-332 15,0-3-540-15,-8 13-1340 0,-9-10-3013 0</inkml:trace>
  <inkml:trace contextRef="#ctx0" brushRef="#br0" timeOffset="186073.44">15917 14718 13433 0,'0'0'1696'15,"0"0"-1696"-15,-4 73 76 0,8-34 376 0,0 12 180 16,4 3 364-16,-5 0 56 0,1 0-336 0,5-4-164 16,-5-2-48-16,7-6-504 0,-2-7-148 0,3-10-344 15,3-6-96-15,2-9 108 0,-2-10-128 0,5-10-172 0,4-19-88 0,0-8-780 16,-4 4-1288-16,4-30-3141 16</inkml:trace>
  <inkml:trace contextRef="#ctx0" brushRef="#br0" timeOffset="186408.428">16248 14307 1228 0,'0'0'12917'0,"0"0"-11141"0,0 0-1552 0,0 0 96 15,12 98 92-15,-12-51 148 0,0 10 440 0,0 6-188 16,3 5-260-16,-3 1-36 0,0 5 44 16,0-5-184-16,0 1-304 15,0-3-72-15,0-7-240 0,4-9-176 0,0-7 64 16,0-16 128-16,5-4 116 0,-2-18-112 15,1-6-48-15,12-11-64 0,1-10 108 16,-2-8-84-16,5-8-72 0,4-8-80 0,-4 4-108 16,-5 6 192-16,2 10 328 0,-10 5-40 0,2 11 88 15,-9 5 24-15,3 4 476 16,1 7 196-16,-4 5-32 0,5 7-172 16,-2 4-84-16,-3 5-164 0,4 1-124 0,-3 2-8 15,-1 2-16-15,3-8-44 0,-3-3-52 0,8-4-136 16,-4-7-84-16,4-5-12 0,4-6-284 15,0 0 36-15,4-6-100 0,-1-7-316 32,2 1-1036-32,3-2-532 0,-9 2-1809 0,13 2-1679 0</inkml:trace>
  <inkml:trace contextRef="#ctx0" brushRef="#br0" timeOffset="186832.071">16952 15068 14497 0,'0'0'1804'16,"0"0"-1144"-16,5 83-572 0,7-55 64 15,-1 1 68-15,2-7 116 0,2-9 24 16,6-7-228-16,3-6-128 0,-1 0 52 16,10-9-4-16,-6-10 20 15,4-6-72-15,-3-5-48 0,-3-1-4 16,-9 3-120-16,-4 0 0 0,-9 4 120 0,-3 9 52 16,-3-1 196-16,-9 6-136 0,-12 1-60 15,-4 6-272-15,-8 3 200 0,-3 0 72 16,-6 9 100-16,10 10 332 0,-1 6-248 15,0 10-72-15,12 4-4 0,4 4-108 0,8 3-8 16,8 1-76-16,4-3-64 0,4-5 0 0,15-8 140 16,9-8-128-16,8-11-64 0,9-8-44 15,7-4-192-15,3-16-224 16,4-9-456-16,-3-8-820 0,-11 12-2613 0,10-12-3851 0</inkml:trace>
  <inkml:trace contextRef="#ctx0" brushRef="#br0" timeOffset="187385.158">18009 14833 7612 0,'0'0'4493'0,"0"0"-3761"0,0 0-732 0,0 0 0 16,0 0 128-16,0 0 636 0,91 16 288 0,-63 14-260 16,4 4-200-16,0 14-176 15,0 5-80-15,-4 1-76 0,-5 3-60 16,1 1 84-16,-3-4 28 0,-6-4-40 0,-6 0 24 0,2-4-112 15,-3-8-48-15,-4-4-124 0,1-5-12 16,-2-9 0-16,1-8 0 0,-4-5-4 16,4-7-80-16,0 0 84 0,0-11 88 15,0-8 156-15,8-9 16 0,0-13-28 0,4-10 0 16,0-6-72-16,4-4-100 0,-1 4-60 16,2 6-64-16,-5 4-32 0,-1 6-112 15,2 6-88 1,-2 0-196-16,2 7-24 0,2-1-204 15,-7 6-472-15,4 4-812 0,-4 8-764 0,0 0-2053 16,-4 5-2019-16</inkml:trace>
  <inkml:trace contextRef="#ctx0" brushRef="#br0" timeOffset="187560.495">18857 14989 12417 0,'0'0'2344'0,"0"0"-1828"16,0 0-164-16,13 85 176 0,-13-52 188 15,0 1 140-15,0 2-152 0,-4-5-568 0,-1-6-136 16,5-3-124-16,0-5-60 0,0-5-164 16,0-6-260-16,5-3-264 0,-1-3-524 15,-1-3-1160-15,1-6-1781 0,-4-17-1239 0</inkml:trace>
  <inkml:trace contextRef="#ctx0" brushRef="#br0" timeOffset="187702.485">18774 14772 13193 0,'0'0'2028'0,"0"0"-1136"0,0 0-648 0,0 0-184 16,0 0 152-16,0 0 364 15,0 0-80-15,75 24-496 0,-43-22-88 0,8 2-696 16,4-4-596-16,-8 0-976 0,16-6-4245 16</inkml:trace>
  <inkml:trace contextRef="#ctx0" brushRef="#br0" timeOffset="188071.23">19283 15027 13697 0,'0'0'2160'15,"-52"77"-1480"-15,33-34 108 0,-9 6 188 0,0 7-28 16,4-8-40-16,9-7-556 0,6-12-352 0,5-10-328 16,4-6-160-16,9-7 56 0,6-6 176 15,5 0 256 1,4-12 36-16,3-7-36 0,5-10-196 0,0-3-88 15,1 0-124-15,-6-3 76 0,-3 7-68 0,-4 3 52 16,1 1-88-16,-10 13 112 16,-3 1 108-16,0 6-72 0,-4 4 288 0,0 7 124 15,-4 9 368-15,8 5-192 16,-4 9-124-16,4 4 24 0,-5 4-40 0,10 4-60 16,-5 2 60-16,-1 7 88 0,2 3-12 0,-5 3 0 0,0 10-28 15,-4-1 4-15,-4 8 20 0,-9-4 0 0,-2-1-20 16,-5-2-28-16,4-3 0 0,-4-10-16 15,5-10-56-15,-2-9-100 16,1-9-4-16,4-14-4 0,5-5-4 0,-1-7-92 16,-5-7-300-16,2-15-248 0,-2-14-76 15,2-4-12-15,-6-14-284 0,6-10-636 0,-5-9-1180 16,4 19-2245-16,-13-36-1115 0</inkml:trace>
  <inkml:trace contextRef="#ctx0" brushRef="#br0" timeOffset="188546.546">19802 14655 10196 0,'0'0'1393'15,"0"0"-741"-15,0 0-152 0,0 0 36 0,0 0 432 16,0 0 268-16,0 0-140 0,0 0-348 16,15 105-140-16,-10-54-28 0,-5 3-140 15,0 3-44 1,0-2-68-16,0-2 4 0,-5-4-40 15,1-9-96-15,4-1-136 0,-4-8-60 16,4-9-132-16,0-6-52 0,0-6-12 0,4-7-132 16,0 0-40-16,1-3 36 15,3 0 148-15,-5 0 36 0,1-3 148 16,0 3 0-16,0 0 0 0,1 0-100 0,3 3 100 16,-5 9 380-16,5 5 76 0,0 4-40 0,1 2-256 15,-6 2-64-15,1 0-92 0,0-2-4 16,0-7 0-16,4 0-4 0,-4-4-92 15,4-5 12-15,0-1-28 0,0-3-60 0,0-3-184 16,4 0-148-16,-4-6-136 16,8 0-340-16,-8-10-676 0,3 0-980 0,-2 2-2481 15,-5-11-2015-15</inkml:trace>
  <inkml:trace contextRef="#ctx0" brushRef="#br0" timeOffset="188818.647">20419 14427 12821 0,'0'0'1920'15,"0"0"-1352"-15,0 0-140 0,-20 89 292 16,4-39 496-16,-4 14-64 0,5 6-184 0,-6 7-356 16,10 5 20-16,2-3 160 15,1 4-415-15,5-7-281 0,3-3-96 16,0-3-120-16,0-6-76 0,7-14-57 15,2-8 81-15,3-14 160 0,3-6-60 0,-2-13-124 0,2-2-96 16,1-7-184-16,5 0-208 0,-10-10 172 0,1-5-44 16,-4-4-444-16,-4-10-960 0,-4 1-456 15,-8-4-1453-15,0 7 585 16,-20-17-1004-16</inkml:trace>
  <inkml:trace contextRef="#ctx0" brushRef="#br0" timeOffset="188956.284">20184 15065 2508 0,'0'0'3244'0,"0"0"652"0,0 0-1191 0,0 0-501 0,0 0-856 15,-76-22-592-15,76 28-208 0,0 4-92 0,16 3 188 16,4-4 180-16,8 3-24 0,8-5-204 0,8 0-60 16,7-7-244-16,1-7-204 15,8-6-88-15,0-2-268 0,0-2-136 0,0-1-120 16,-4-1-296-16,-5-1-372 16,-3 8-976-16,-12-2-2460 0,3 5-3597 0</inkml:trace>
  <inkml:trace contextRef="#ctx0" brushRef="#br0" timeOffset="189512.83">21626 14929 10648 0,'0'0'1697'16,"0"0"-1057"-16,0 0-384 0,0 0 136 15,0 0 332-15,0 0 500 0,0 0 32 0,0 0-496 16,0 0-316-16,0 0-48 16,0 0-52-16,-36 89 52 0,36-35 44 0,8-4-84 15,5-2-136-15,-6-10-116 0,9-9-104 16,0-11-48-16,5-8 4 0,2-3 44 15,1-7 0-15,8-7-96 0,-1-12-76 16,5-6-136-16,1-7-72 0,-5-6-36 0,0-1-4 16,-4 8 72-16,-9-1 92 0,-3 10 92 15,-12 3 100-15,0 7 64 0,-4 5 24 16,-12 4-20-16,-8 3-4 0,0 0 200 16,-8 12 8-16,5 4 28 0,-1 7-88 15,-1 2-124-15,5 0-24 0,5-3-124 0,7 1-136 16,4-8-124-16,4-1-348 0,0-9-812 15,8 1-1224-15,0-6-2353 0,12-6-2055 16</inkml:trace>
  <inkml:trace contextRef="#ctx0" brushRef="#br0" timeOffset="189741.479">22221 14989 11117 0,'0'0'2240'0,"0"0"-792"15,0 0-476-15,19 66-280 0,-15-42 116 16,-4-3 256-16,0-2-200 0,0-3-264 0,0-4-172 15,0-1-304-15,0-6-124 0,3-5-208 16,6 0 84-16,3 0 64 0,-1-5 56 0,6-6 8 16,-2-4 52-16,9-1-56 0,-3 0-44 15,3 3-56-15,-1 0-44 0,1 7 56 16,-4 3 28-16,8 3-12 0,-9 0 72 0,6 14 84 16,-1-3 88-16,-4 6-36 0,-1 5-136 0,-2 0-160 15,-2-1-184-15,-2 3-48 16,-2 1-128-16,1-6-280 0,0 3-608 0,0-5-1156 15,1 1-3073-15</inkml:trace>
  <inkml:trace contextRef="#ctx0" brushRef="#br0" timeOffset="190297.267">24029 14236 15369 0,'0'0'1308'15,"0"0"-424"-15,0 0-500 0,-92-12-140 16,68 21-8-16,1 10-40 0,-1 13-36 16,-4 16-84-16,3 9 48 0,6 13 256 15,-1 10 244-15,8 2-100 0,4 1-144 16,4-8-124-16,4-5-220 0,8-10-36 0,8-15-172 0,8-10 52 16,8-13 32-16,4-9 76 0,7-10-108 15,-2-3-172-15,2-9 96 0,-3-7-100 16,-4-7-92-16,-4-2-104 0,-9-4 12 15,-3 1-236-15,-8-1-268 0,-7 1-260 16,-5 2 108-16,-9 1-452 0,-10 0-621 0,-5 0 657 16,-4 0-212-16,-8 1 1764 0,4 8 596 0,0 7 844 15,4 6 409-15,4 3 59 0,4 6-284 16,8 7-228-16,5-1-356 0,7 4-256 16,0-3-168-16,7 4-124 0,5-9-48 15,12 3 44-15,0-9 24 0,8-2-132 31,4 0-368-31,3-9-12 0,2-7-316 0,-5-3-136 0,-1-4-136 16,-3 2-224-16,-4-2-300 0,-4 7-360 16,-4 1-788-16,-4 5-837 0,-8 4-1731 0,-8 2-332 15</inkml:trace>
  <inkml:trace contextRef="#ctx0" brushRef="#br0" timeOffset="190425.704">24212 14758 5744 0,'0'0'5401'15,"0"0"-3121"-15,-32 72-972 0,24-47-376 16,1 1-48-16,-2 2-4 0,5-2 24 0,4 0-164 0,-4-8-176 15,4 1-148-15,0-3-316 0,8-3-100 0,5 0-464 16,-2-7-200-16,9-3-136 16,0 0-328-1,0-3-668-15,8-3-908 0,-8-3-2041 0,12-16-1727 16</inkml:trace>
  <inkml:trace contextRef="#ctx0" brushRef="#br0" timeOffset="190709.517">25112 14094 10696 0,'0'0'1377'16,"0"0"-993"-16,0 0 152 0,-91 95 496 0,55-54 144 16,-4 10-116-16,-3 7-276 0,-2 5-148 0,-2 9 16 15,-5 12-24-15,0 4-184 0,-4 10-176 16,1 7-144-16,-5 0 0 15,-3 3-120-15,-1-4-4 0,-1-2-188 0,5-9 88 16,5-8-108-16,7-12-36 0,12-9 96 0,5-10 0 16,6-12-136-1,14-15-184-15,3-7-924 16,8-15 240-16,0-5-492 0,16-15-144 16,4-14-285-16,-1 4-1103 0,18-32-3735 15</inkml:trace>
  <inkml:trace contextRef="#ctx0" brushRef="#br0" timeOffset="190929.713">25017 14709 8584 0,'0'0'2557'0,"0"0"-941"0,-28 99-252 0,16-52 64 15,-3 11-36-15,-2 1-260 0,6 2-220 16,-6 3-348-16,6 0-184 0,2 2-16 15,-3 0-132-15,5-5-232 0,-6-4-12 0,9-6-328 16,0-6-164-16,4-11-168 0,0-9-280 16,17-8-588-16,2-17-944 0,13-10-72 15,-8-5-1613-15,24-31-1971 0</inkml:trace>
  <inkml:trace contextRef="#ctx0" brushRef="#br0" timeOffset="191185.325">25428 14887 12477 0,'0'0'1760'0,"0"0"-1140"0,-80 32 8 0,40-13 180 16,-8 4 28-16,-3 7-192 15,-1 3-260-15,-1 2-212 0,6-1 4 0,7 2-16 16,0 1-120-16,12-1-40 0,4-5-100 0,5 4 40 16,6-3-28-16,9-3 4 0,4-4 76 15,0-2-56-15,17-4 64 0,6-1 0 0,10-5-88 16,2 0-24-16,9-4-48 0,4-3-64 15,-1-2 0-15,-2-1 52 0,2 3-104 16,-3-2-24-16,0 8-184 0,-5 1-324 16,2 9 404-1,-9 0-520-15,-4 7-1012 0,-9-8-501 16,1 18-3675-16</inkml:trace>
  <inkml:trace contextRef="#ctx0" brushRef="#br0" timeOffset="193217.848">5837 17110 7036 0,'0'0'2052'16,"0"0"-1016"-16,0 0-468 0,0 0-183 0,0 0-37 0,0 0 1332 0,0 0-880 16,-88-19-468-16,72 21 188 0,0 9-80 15,4 4-100-15,0 4-100 0,5 7-4 0,-2 2 56 16,1 7 72-16,4 0 160 0,4 3-80 16,0-9-184-16,0-4-128 0,0-9-132 15,0-6-112-15,0-7-12 0,0-3 116 0,4 0 4 16,-4-3-8-1,8-4-12-15,-4-5 24 16,4-1 224-16,0-6-52 0,0 2 36 16,-1-4-120-16,-2 5-88 0,-1 3 0 0,0 3-124 15,0 7 12-15,0 1-24 0,-4-2-60 0,4 4-4 16,-1 0 40-16,2 0 112 0,3 4 48 0,4-2 136 16,4 8 12-16,-1 3-24 15,2-1-48-15,-2 8 44 0,6 2 4 16,-6 3 24-16,1 4 64 0,0 3-40 15,-4 3 0-15,0 2-12 0,-3 2-100 16,-5 2 64-16,-1-3-36 0,-3-3-4 16,0-4 136-16,0 2-12 0,0-8 76 0,0-3-128 0,-3-3 4 15,-1-6-40-15,-1-4 16 0,1-3 60 16,-4 1-28-16,-3-1-92 0,-6 0-76 0,2-2-8 16,-5 2-56-16,-1-3 60 0,2-3-4 15,-5 0-88-15,0-3-76 0,-4-3-32 0,-4-4 80 16,4-3-72-16,0-2 112 0,5-1 8 15,3-3 64-15,3 3-120 16,6 4-28-16,7-1 0 0,4 0 52 0,0 3-128 16,0 1 4-1,7-4-12-15,5 3 8 0,4 1 28 16,1-4 20-16,-2 0-20 0,6 4-4 16,2-4-696-16,1 1-548 0,0-1-620 15,-8 4-645-15,11-7-2107 0</inkml:trace>
  <inkml:trace contextRef="#ctx0" brushRef="#br0" timeOffset="193587.898">6152 16621 6960 0,'0'0'2556'0,"0"0"-723"0,0 0-361 0,0 0-44 16,0 0-140-16,0 0-268 15,0 0-200-15,0 0-164 0,31 89-24 16,-15-48 80-16,-4 7-88 0,4 2-256 0,-4 11-40 15,4 2-108-15,-9 1-160 0,2 3-60 16,-1-4 0-16,-4 0-184 16,0-2 4-16,-1-4 44 0,-3-6-8 0,0-10-116 0,4-9-252 15,1-6 56-15,-5-14-60 16,4-5-124-16,0-7-568 0,0-7-816 0,0-9-704 0,-1 1-1129 16,10-27-867-16</inkml:trace>
  <inkml:trace contextRef="#ctx0" brushRef="#br0" timeOffset="193861.198">6550 16906 9472 0,'0'0'2181'15,"0"0"-761"-15,0 0-348 0,0 0 88 0,0 0 148 16,0 0-436-16,0 0-104 0,0 0-564 16,-95 55-204-16,74-36-84 0,1 6 8 15,1 4 40-15,-2-1 36 0,10 3 148 16,-2-1-76-16,6 1-72 0,3-2 4 15,0-1 60-15,4-2 72 0,0-1 24 0,0-6 24 16,4-2 36-16,3-5 88 0,5 1 36 0,4-1-112 16,5 1-88-16,-2 0 28 0,1-4-12 0,8 1-16 15,-4-1 4-15,3-3-52 0,1-2-88 16,-4-1-8-16,4-3-80 16,-3 0-188-16,-5 0-160 0,3 0-136 0,-7 3-172 15,0-3-176-15,0 3-428 0,-4 4-980 31,-5-5-2333-31,-2 8-3591 0</inkml:trace>
  <inkml:trace contextRef="#ctx0" brushRef="#br0" timeOffset="194559.51">7430 17138 3556 0,'0'0'3968'0,"0"0"-2088"0,0 0-331 0,0 0 135 0,0 0-296 15,0 0-312-15,0 0-108 16,0 0-152-16,0 0-184 0,0 0-136 0,0 0-112 16,4-3-124-16,-4 3-28 0,0 0 40 15,0 0 60-15,0 3 96 0,0 1-148 0,0-1-196 16,-4 3-84-1,-4 4-36-15,1 2-48 0,-6 1-28 16,5 0 112-16,1-7 88 0,-1 0-12 0,3-2-76 16,1-4-48-16,0 0 40 15,4 0 0-15,0 0-80 0,-4 0-56 16,4 0-4-16,0-4-36 0,0 4 12 0,0-3-48 16,0 3-40-16,4-3-8 15,4 0 56-15,-3 3 16 0,3-3 48 0,-5 3-24 0,5 0 60 16,0 0 112-16,-3 0 48 0,-1 0-48 15,-4 3 0-15,3-3-88 0,-3 0 4 16,0 3 80-16,0-3-84 0,0 3-248 0,0-3-272 16,0 3-588-16,0-3-676 0,-3 4-652 15,-1-2-2089-15,4 2-1743 0</inkml:trace>
  <inkml:trace contextRef="#ctx0" brushRef="#br0" timeOffset="196240.185">5127 16773 2796 0,'0'0'6752'16,"0"0"-5924"0,0 0-516-16,0 0-3 0,0 0 155 15,0 0-80-15,0 0 948 0,0 0-200 16,0 0-464-16,-75 32 52 15,59-19 48-15,0 6-8 0,-1 0-140 0,-2 6-236 16,3 4-200-16,0 3-80 0,0 2-104 16,4 5-100-16,4 2-36 0,0 1 12 0,8 2 0 15,0 3-12-15,8 1 24 0,4 6 112 0,12-3-60 16,4 2-40-16,4 1-12 0,4-3-48 16,3-6-76-16,6-4 12 0,-6-3-12 15,5-6-204-15,4-7-292 0,-1-5-200 16,1-4-556-16,5-10-460 0,-18-3-769 0,21-6-1823 15</inkml:trace>
  <inkml:trace contextRef="#ctx0" brushRef="#br0" timeOffset="196692.95">6788 16491 9972 0,'0'0'1509'16,"0"0"-1417"-16,0 0-88 0,0 0 4 16,0 0 508-16,0 0 280 0,84 57 120 15,-63-42-220-15,-2 2-440 0,1 5 96 16,0 6 40-16,0-2-28 0,0 5-92 16,0-1-128-16,-4 1-80 0,0 1-64 0,-4-1 0 15,-1 1 0-15,-2 4 0 0,-1-5-52 16,-5 1 40-16,1 2-116 15,-4-2 12-15,0 3 112 0,0 3-44 0,0 0-64 16,-7 1 96-16,-1 2-96 0,-1 0 24 16,-2-2-88-16,-1 1-124 0,-4 2 8 15,0-4 16-15,4 0-92 0,-8-7-40 0,4 1-88 16,1-6-372-16,2-7-684 0,-6 0-2773 0</inkml:trace>
  <inkml:trace contextRef="#ctx0" brushRef="#br0" timeOffset="197645.92">8000 16449 6948 0,'0'0'2244'15,"0"0"-1096"-15,0 0-243 0,0 0 251 0,0 0-200 16,0 0-88-16,0 0-212 0,0 0 252 0,0 0-4 16,72 86-184-16,-44-48-224 0,-8 4-200 15,-1 2-72-15,-2 3-40 0,-6 1-24 16,2 0-72-16,-6 2-80 0,1 2-8 16,0-2-48-16,-3-2-100 0,-1-7-24 15,-1-5-28-15,1-11 52 0,0-6 48 0,-4-13-84 31,4-4-140-31,-4-2-272 16,0 0 100-16,4 0 176 0,0-5 320 0,1-4 80 16,2-4 108-16,1 0-136 0,0-6-52 0,-4 3-76 15,4 0-24-15,-4 6 20 0,0 1 16 16,0 6-84-16,0 3-52 0,-4 0 12 0,3 0-4 16,6 3 192-16,-1 6 92 0,3 4 48 0,2 3 48 15,-1 0-136-15,-5 0-52 0,6-1-4 16,-5 2-136-16,-1-9-212 0,1 6-456 15,1-8-640-15,-5 1-476 0,3-7-725 16,-3 3-1355-16,4-6-532 0</inkml:trace>
  <inkml:trace contextRef="#ctx0" brushRef="#br0" timeOffset="198263.764">8650 16570 1788 0,'0'0'4152'0,"0"0"-2436"0,0 0-420 16,0 0 0-16,0 0-71 0,0 0-121 16,0 0-136-16,0 0-128 0,0 0-8 0,0 0-176 0,0 0-4 15,0 0-164-15,0 6-164 16,0 7-28-16,3 0-24 0,1 9-84 0,0 3 44 15,5 7-84-15,-1 4 28 0,-1 1-92 16,1 11 52-16,1-1-12 0,-2 8-84 16,1 2-40-16,0 0-48 0,-4 0 40 0,1-3-68 15,-5-3 16-15,0-7-64 0,3-3 12 0,1-8 52 16,-4-5-64-16,4-9 76 0,0-6-76 16,-4-4-36-16,4-3-16 0,-4-6 4 15,0 0-52-15,4 0 0 0,-4 0-84 16,0-3-80-16,4-3-228 0,0-7-76 15,-4-3-788-15,4-7-616 0,0 4-1873 0,-4-9-1155 16</inkml:trace>
  <inkml:trace contextRef="#ctx0" brushRef="#br0" timeOffset="198642.593">9159 16691 10604 0,'0'0'2121'0,"0"0"-1737"0,0 0-16 15,0 0 268-15,0 0-308 0,0 0 68 0,0 0-396 0,-87 72-52 16,67-49-140-16,0 2 80 16,0 4-16-16,0-1-100 0,0 2 76 0,4-2 12 15,-4 0 28 1,5 1-132-16,-2-1 52 0,6-5 116 15,2-1 52-15,1-6 24 0,4-4 192 16,4-3-28-16,0-2-36 0,0-1-28 16,8 0-48-16,1 1 88 0,2 3 76 15,6-1 64-15,2 1-4 0,5 3-24 16,0-1 76-16,4 1 76 0,4 0-68 0,-4-1-4 16,4 4-72-16,0 0-96 0,0 0-16 0,0-3 92 15,-4 2-240-15,0-2-52 0,-1-3-8 0,-3-1-92 16,-4 1 52-16,-1-4-224 15,-2-3-368-15,-1 4-328 0,-8-1-440 16,-1-3-692-16,1 4-1805 0,-4-7-1167 0</inkml:trace>
  <inkml:trace contextRef="#ctx0" brushRef="#br0" timeOffset="199397.83">9972 16808 8412 0,'0'0'1620'16,"0"0"-860"-16,0 0 1129 0,0 0-1021 16,0 0 248-16,0 0-132 0,0 0-228 15,0 0-180-15,0 0-8 0,100-6-180 16,-65 3-280-16,1 0-108 0,1 0 0 0,-1-4-72 15,-5 1-40-15,1-1-184 0,-4 4-140 16,0 0-540-16,-9-1-524 0,-6 4-1508 16,-1 4-3677-16</inkml:trace>
  <inkml:trace contextRef="#ctx0" brushRef="#br0" timeOffset="199581.139">10156 17062 7948 0,'0'0'2136'0,"0"0"-691"0,0 0-229 0,0 0-144 0,0 0-236 16,0 0-304-16,0 0-92 0,0 0-16 15,0 0 84-15,88 0-484 0,-60-3-24 16,3-4-112-16,5 4-64 0,-4-6-620 16,0 3-324-16,-8 2-640 0,15-2-2861 15</inkml:trace>
  <inkml:trace contextRef="#ctx0" brushRef="#br0" timeOffset="200400.858">11554 16923 1436 0,'0'0'5228'0,"0"0"-3292"0,0 0-228 0,0 0-443 0,0 0-101 16,0 0-372-16,0 0 120 16,-84-67-228-16,72 60-104 0,1 4 124 15,2 3 20-15,1 0-80 0,1 3-112 0,-5 7-236 16,-1 10-296-16,2 5-88 0,-2 9-48 16,2 11 128-16,3 2 8 0,4 7 72 15,-4-7-72-15,4-5-48 0,4-13-52 0,0-7 20 16,0-12 76-16,0-7-240 15,0-3-104-15,4 0-72 0,4-3 220 0,4-10 12 16,8-3 76-16,-1-9-236 0,-2-7 156 16,2 1-96-16,-3-2 84 0,0 8-84 15,-4 6 0 1,0 6 72-16,1 7 12 0,-2 6-24 0,1 3 140 16,4 7 88-16,-4 5 192 15,4 4-28-15,0 4 276 0,0 3-148 16,-1-1-104-16,-2 0 36 0,-2 0 16 0,-3 4 104 15,1-1 52-15,-1 4 64 0,-5-1-88 16,1 8-60-16,-4-1 20 0,0 0-72 0,0 3-24 16,-7 1-52-16,-1-1 0 0,-1-6-52 0,-2 0-68 15,3-7-4-15,-5-2 52 0,2-7-4 0,-1-7-8 16,0-1 8-16,4-5-40 0,-4-3-68 16,-4-3-272-16,-4 0-132 15,-3-14-196-15,-2 0 92 0,-3-9 52 0,0-5-116 0,0-5-16 16,4 2-80-16,5-4-200 15,3-1-524-15,4-1-1104 0,8 9-1433 16,0-14-1895-16</inkml:trace>
  <inkml:trace contextRef="#ctx0" brushRef="#br0" timeOffset="200816.07">12036 16405 7280 0,'0'0'2748'15,"0"0"-547"-15,0 0-401 0,28 69-412 16,-20-31-168-16,0 4-312 0,-1 6-212 0,-2 2-68 15,-1 4-136-15,-4 1-160 16,0-1-100-16,0-1-88 0,0-2-44 0,0-3-100 16,0-4-60-16,0-12-40 0,4-7-48 15,-4-9-96-15,4-7-12 16,0-4-40-16,0-5-48 0,4 0 124 16,0-5 220-16,0-1 0 0,8 0 12 0,-1-7 84 15,-3 4-84-15,8-1-12 16,-3 4 0-16,2 3-8 0,1 0-124 0,1 3 132 15,-2 0 176-15,1 3-4 0,-4 6-12 16,0-2 120-16,-4 5-56 16,0-1-140-16,0 1-76 0,-5 1-8 0,2-5-96 0,-1 6-64 15,-4-2-112-15,-1 4-160 0,1-6-208 0,0 2-180 16,0-2-484-16,-4-1-1096 0,5-2-3709 0</inkml:trace>
  <inkml:trace contextRef="#ctx0" brushRef="#br0" timeOffset="201442.92">12745 16487 4728 0,'0'0'2188'0,"0"0"-460"16,0 0-460-16,0 0 73 0,0 0-57 16,0 0-200-16,0 0-132 0,0 0-120 0,0 0-216 15,0 0-212-15,21 29 232 0,-10 0-52 16,1 9-88-16,0 9-224 0,4 10-52 15,-4 7-20-15,0 6 144 16,-4 0-64-16,4 6-96 0,-4-3-184 16,-4-1 0-16,4-1-4 0,-5-7-164 0,6-11-112 15,-5-2-4-15,4-13-404 0,-1-10-44 16,2-8-264-16,3-14-476 0,-1-6-508 0,2-6-369 0,-2-7-643 16,10-25-1868-16</inkml:trace>
  <inkml:trace contextRef="#ctx0" brushRef="#br0" timeOffset="201712.262">13267 16815 10664 0,'0'0'1621'15,"0"0"-1289"-15,0 0 80 0,0 0 160 16,-83 53 228-16,55-28 132 0,0 8-216 16,-4 2-308-16,4-1-112 0,5 1-8 0,-2 0-76 15,9-2 0-15,1-2-88 0,6-2 0 0,1-7-12 16,8 0-108-16,0-3 8 15,13-3 48-15,2-4 28 0,9 1 148 0,4-3 168 16,4 2 128-16,8-5-200 0,4 0-100 16,3-5-100-16,2 2-132 0,-2-4-84 0,5 0-64 15,-5 0 16 1,1 0-556-16,-4 0-340 0,-4 0-416 0,-12 0-1184 0,4 8-3429 16</inkml:trace>
  <inkml:trace contextRef="#ctx0" brushRef="#br0" timeOffset="210372.536">9697 16910 2888 0,'0'0'4800'16,"0"0"-2636"-16,0 0-875 0,0 0-441 0,0 0-168 16,0 0-208-16,0 0 560 15,0 0-32-15,0 0-372 0,-3 9-304 0,3-9-104 16,0 0 16-16,0 0 124 0,3 0-148 16,-3 0-212-16,0 0-48 0,0 0-64 15,4 0 36-15,0 0-24 0,0 4-112 0,0-4-216 16,1 3-1184-16,2 0-360 0,-3-1-849 15,0 9-2683-15,-43-34 1236 0</inkml:trace>
  <inkml:trace contextRef="#ctx0" brushRef="#br0" timeOffset="210626.683">9705 17202 5944 0,'0'0'1884'0,"0"0"-676"0,0 0-560 0,0 0 152 0,0 0 101 15,0 0-141-15,0 0-288 0,0 0-316 0,0 0-108 16,0 0 44-16,4 0-4 0,-4 0-84 16,4 0-4-16,1 0-44 0,-1 0 44 0,-1 0-116 15,5 0-52-15,0 0-252 16,1 0-480-16,2 0-585 0,-7 0-1159 15,8 0-1884-15,-84 0 1828 16</inkml:trace>
  <inkml:trace contextRef="#ctx0" brushRef="#br0" timeOffset="-210344.746">27308 14408 1068 0,'0'0'6080'0,"0"0"-4936"0,0 0-456 0,0 0 128 15,0 0 1257-15,0 0-461 0,0 0-432 16,0 0-484-16,0 0-80 0,0 0-52 0,-60-55-52 15,44 60-124-15,-3 3-116 16,-2 9-136-16,-3 5 24 16,-4 6-24-16,4 7-48 0,-3 9 20 0,3 8 16 0,0 8 0 15,0 3-112-15,5 8 100 16,2 4-104-16,2 5 40 0,2-2-44 16,5-1-4-16,1-4-96 0,7-3-40 15,0-7 36-15,0-5 28 0,7-7 20 0,5-10-108 16,4-10-76-16,9-5-148 0,-2-10-112 15,9-9-288 1,-1-7-24-16,10-11-192 0,-2-8-868 0,-11 0-1237 16,16-22-3511-16</inkml:trace>
  <inkml:trace contextRef="#ctx0" brushRef="#br0" timeOffset="-210140.441">27527 14998 8688 0,'0'0'2841'0,"0"0"-2057"16,0 0-780-16,0 0 392 0,0 0 612 0,0 0 208 16,32 76-248-16,-28-53-552 0,0 2-264 15,-4 4 72-15,0-3-160 0,0 2-64 16,0 0-40-16,0-2-120 0,-4-4 32 0,0-3-300 16,4-7-288-16,-4-1-244 0,4-11-224 0,0 0-596 15,0-7-973-15,0-19-3227 0</inkml:trace>
  <inkml:trace contextRef="#ctx0" brushRef="#br0" timeOffset="-209978.711">27627 14672 8248 0,'0'0'4901'0,"0"0"-3921"0,0 0-776 0,0 0 112 0,0 0 580 15,0 0-16-15,0 0-428 0,0 0-452 16,0 0-52-16,84 5-588 0,-65-5-340 0,5 0-640 15,-8-3-2249 1,0 3-3411-16</inkml:trace>
  <inkml:trace contextRef="#ctx0" brushRef="#br0" timeOffset="-209826.937">27834 15008 9156 0,'0'0'5109'15,"0"0"-4489"-15,0 0-216 0,0 0 448 16,0 0 452-16,83 57-92 0,-50-50-232 15,3-7-528-15,3-7-244 0,5-6-84 16,4-6-124-16,0-9-96 0,-1-5-688 16,-2-1-212-16,-6-4-540 0,1 0-1296 0,-16 6-2581 15,4-7-2971-15</inkml:trace>
  <inkml:trace contextRef="#ctx0" brushRef="#br0" timeOffset="-209575.136">28137 14572 11101 0,'0'0'1448'0,"0"0"-820"0,0 0 32 0,-40 80 368 0,28-42 128 16,8 4-52-16,4 3-136 0,0 5-228 16,0 4-116-16,12 3-24 0,-5 1-184 15,2 5-268-15,-1-3-64 0,0 4 0 0,-1-1-32 16,2-2-52-16,-5-2 0 16,0-4-4-16,0-2-84 0,-4-4 4 0,3-2 80 15,-3-9 4-15,0-3 0 0,0-4 0 0,-3-7 0 16,-5-3 4-16,0-9-4 15,-4-2-112 1,-8 0-144-16,-4-7-84 0,-4-3-188 16,-4-3-96-16,-3-10-56 0,-1-6-276 0,-1-7-396 15,5-8-708-15,9 5-925 16,-1-24-3239-16</inkml:trace>
  <inkml:trace contextRef="#ctx0" brushRef="#br0" timeOffset="-209074.291">28758 14402 7524 0,'0'0'2008'15,"0"0"-1024"-15,0 0 73 0,0 0 275 0,0 0 144 16,0 0-264-16,0 0-396 0,72 88-116 16,-56-43 92-16,-4 11-36 0,-1 8-280 15,2 6-180-15,-9 3-64 0,-4 1-48 0,0 1-76 16,-4 2-108-16,-4-8-136 0,0 1-132 15,-4-6 60-15,4-7-28 16,0-15-192-16,4-7-152 0,4-17-140 0,0-6-228 16,7-12-676-16,10-5-408 0,-6-8-941 15,17-28-2443-15</inkml:trace>
  <inkml:trace contextRef="#ctx0" brushRef="#br0" timeOffset="-208803.909">29388 14553 10588 0,'0'0'1661'0,"0"0"-973"16,0 0-356-16,0 0 204 0,-104 83 416 0,65-47-388 16,-9 1-488-16,-1 8-76 0,6-1-212 0,-1 1 108 15,8-7-20-15,0 0-64 0,4-10 36 16,8 2 0-16,5-9 20 16,2-5 132-16,10-3 76 0,-1-3 64 15,8-4 60-15,0 3 156 0,4 4-44 0,4 3 68 0,8 0-16 16,3-1-84-16,2 5 80 0,3-1 40 15,0-4 56 1,8 2-32-16,-4-4-56 0,7-1-232 16,-3-2-136-16,4-4-12 0,-4 0-60 15,-1-3-28-15,5-3-368 0,0 0-488 16,-4 0-388-16,0-3-1036 0,-8 0-2521 0,8-6-3450 0</inkml:trace>
  <inkml:trace contextRef="#ctx0" brushRef="#br0" timeOffset="-208342.143">30077 14741 10676 0,'0'0'2377'0,"0"0"-1321"0,0 0-20 16,0 0 524-16,0 0-256 0,0 0-476 16,0 0-448-16,-68 67-220 15,45-45-24-15,-5 0-112 0,-4 7-24 16,-4 3-8-16,0-1-92 0,-4 4 28 15,0 0 20-15,5 0-44 0,3-3 8 16,4-4 88-16,4-5 8 0,4-8 8 16,8 1 32-16,4-7-48 0,3-2 0 0,5 0 8 15,0-2 88-15,5 6 64 0,7-5-48 16,4 7-28-16,4-4-32 0,8 1 68 0,0-1-60 16,-1-3 28-16,5 4-40 0,0-3-48 15,4 2 0-15,-4 0 8 0,3 1 52 16,-3 2-56-16,0-1 60 0,0 1-52 15,0 1-8-15,-4-3 4 0,0 2 0 16,-4-3 40-16,0-2 40 16,-5-2-40-16,2 2 84 0,-1-3-20 0,-9-1 108 0,2-3 424 0,-9 0-255 15,0 0-181-15,0 0-28 0,-4 0-60 16,0 0 16-16,0 0-16 0,0 0-24 16,0-3 0-16,0-3 4 0,0-11-40 15,0-4-16-15,0-8-44 0,0-13-96 0,0-5-316 16,0-4-60-16,0-6 91 0,-4-1-55 15,4 2-184 1,0 4-212-16,0 2-408 0,0 6-732 16,4 9-844-16,-4 9-2029 0,3 1-2007 0</inkml:trace>
  <inkml:trace contextRef="#ctx0" brushRef="#br0" timeOffset="-207893.257">30770 14633 10348 0,'0'0'1889'15,"0"0"-1605"-15,0 0-80 0,0 0 752 16,0 0 336-16,0 0-60 0,0 0-204 15,24 99-296-15,-20-45-188 0,0 9 120 0,-4 7-16 16,0 2-232-16,-4-1-124 0,-4-4-268 16,1-5-24-16,-2-1-120 0,1-6-284 0,1-14-244 15,3-6 72-15,4-10 132 0,0-12-128 16,0-10-344-16,8-3-1084 0,-5-10-1044 16,5 1-2029-16,-4-19-35 0</inkml:trace>
  <inkml:trace contextRef="#ctx0" brushRef="#br0" timeOffset="-207759.944">30806 15008 10876 0,'0'0'3137'15,"0"0"-1609"-15,0 0-760 0,0 0 380 0,0 0-24 16,80 25-32-16,-56-12-248 0,4-4-392 0,4-2-372 16,0-4-80-16,3-3-132 0,-3 0-368 0,0-10-284 15,0-2-64-15,0-4-496 16,-12 3-1304-16,-1-10-3021 0</inkml:trace>
  <inkml:trace contextRef="#ctx0" brushRef="#br0" timeOffset="-207592.987">31165 14843 10184 0,'0'0'2173'16,"0"0"-1365"-16,0 0-136 0,-4 70 468 16,0-39 184-16,0 4-104 15,4 4-156-15,0-2-288 0,0 1-104 0,0 4 0 16,-5-5-244-16,2 2-416 15,3-4-12-15,-4-2-560 0,4-8-396 16,0-3-308-16,0-11-524 0,0 0-2200 0,7-11-2185 16</inkml:trace>
  <inkml:trace contextRef="#ctx0" brushRef="#br0" timeOffset="-207303.678">31842 14322 14041 0,'0'0'2172'15,"0"0"-1484"-15,0 0-440 0,47 67 212 0,-26-38 664 16,3-1-300-16,-4 7-188 0,3 0-272 16,1 9-80-1,1 1-56-15,-5 2-80 0,3 8-76 0,-3-2-64 0,-4 5-8 0,-8 3 0 16,0-2-8-16,-8 5-40 0,-8-1-12 31,-8 4 0-31,-8-3-184 0,1-1-12 0,-9 1 24 0,-5-8-12 16,-2-2-112-16,-5-3-72 0,0-6 20 0,-4-4-32 15,0-3-44-15,-3-3-296 0,-1-4-736 16,8-12-1348-16,-24 7-3513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31:06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7418 17145 2872 0,'0'0'5528'16,"0"0"-5256"-16,0 0 104 0,0 0 944 0,0 0 201 16,0 0-637-16,0 0-324 0,0 0-192 0,0 0 16 15,0 0 8-15,-3-26 100 0,3 26-100 16,0 0-116-16,0-2-64 0,3 2 4 0,-3 0-80 15,0 0 8-15,4 0-60 16,-4 0 56-16,4 0-4 0,-4 0 112 0,4 0-60 16,0 2-76-16,-4-2-36 15,5 4-76-15,-5-1 0 16,4 0 0-16,-4-1 0 0,0 2 4 0,0 3 108 16,0-4-28-16,0 3-72 0,0 1-12 0,0-1-8 15,0-3-52-15,-4 3-28 0,-1-3 76 0,5-3-48 16,-4 0 44-16,4 0-56 0,0 0 20 15,0 0 40-15,0-3-60 0,0 0 56 32,0-3-68-32,0 3 20 0,0 0-84 0,0-1-76 0,0 1 124 0,0 0 96 15,9 3 4-15,-5 0-16 0,3 0-56 16,1 0-28-16,-4 0 20 0,5 0-84 16,-6 3 0-16,1 4 64 0,0-4 100 15,0 0 0-15,-4 3 12 0,0-3 116 0,0 0-128 16,0 1 0-16,0 2-8 0,0-3-44 15,-8 0-124-15,4-3 12 0,1 3 40 16,-6-3 12-16,1 0-92 16,0 0-404-16,5 0-268 0,-6-3-412 0,1-3-165 0,4 3-667 15,0-4-1052-15</inkml:trace>
  <inkml:trace contextRef="#ctx0" brushRef="#br0" timeOffset="8265.277">6159 5924 8748 0,'0'0'712'0,"0"0"-364"0,0 0 712 0,0 0-415 16,0 0 531-16,0 0 188 0,-88 92-160 16,77-54-276-16,-6 6-276 0,6 5 8 0,3 8-200 15,-1 6-152-15,6 4-100 0,3 9 4 16,0 3-200-16,12 4 136 0,4-1-148 15,12-2 0-15,0-1-72 0,7-8-100 0,5-2-72 16,4-9-68-16,3-6-168 0,6-4-4 16,3-4-240-16,7-12-348 0,5-5-600 15,-1-10-1033-15,-11-10-1831 16,21-2-1044-16</inkml:trace>
  <inkml:trace contextRef="#ctx0" brushRef="#br0" timeOffset="8737.364">9024 5588 12733 0,'0'0'1720'0,"0"0"-1304"16,0 0 100-16,0 0-24 0,0 0 36 0,0 0 480 15,88 69 68-15,-60-37-128 16,-4 3-92-16,8 9-368 0,0 8-120 0,3 5-136 16,1 6-100-16,0 7 12 0,-5 0-80 15,1 3-56-15,-8-4-8 0,-8-2 4 0,0 0 72 0,-8-1-76 16,-4 4-40-16,-4-6-36 15,0 2-56-15,-8-4-124 0,-3-10 40 16,-10-3 20-16,-3-5-96 0,-8-3-284 16,-3-2-540-16,-5-7-616 0,-8-1-904 15,8-12-2633-15,-31 0-2687 0</inkml:trace>
  <inkml:trace contextRef="#ctx0" brushRef="#br0" timeOffset="9448.221">10470 4540 288 0,'0'0'8008'16,"0"0"-5768"-16,0 0-875 15,0 0 55-15,-43 89-100 0,26-58-172 16,2 11-184-16,-1 5 20 0,-5 11-364 0,6 5-164 0,-5 16-28 31,0 7-60-31,4 13-112 0,-8 5 4 0,5 5-92 16,-2 8 28-16,-7 4-148 15,4 5 16-15,-4 5-60 0,0-1 0 16,5 3-4-16,-5-3 0 0,4-2-112 0,-4-7 100 0,8-5-48 0,-3-1-76 16,-2-7 4-16,5-3 84 0,1-7-4 15,-1-9-80-15,3-10 8 16,2-9 124-16,3-12 56 0,3-14-56 16,6-10-120-16,-1-8-64 0,4-10-64 15,0-9-20-15,0-4-124 0,0-3-40 0,0 0-88 16,0 0-228-16,0-3-316 0,7-4-312 15,2 1-684-15,-1-1-945 0,-4-9-1803 0</inkml:trace>
  <inkml:trace contextRef="#ctx0" brushRef="#br0" timeOffset="10315.069">10626 5303 4072 0,'0'0'2984'15,"0"0"1593"-15,0 0-3705 0,0 0-260 16,0 0 100-16,0 0 100 0,0 0 20 16,0 0-76-16,0 0 180 0,0 0-116 0,7 78-80 15,6-27-296-15,-2 9-152 0,-3 7-56 16,5 3-80-16,-6-3-156 16,1 0 24-16,0-1-24 0,-3 1-48 15,-1-7-72-15,3-3 68 16,1-6-80-16,1-6-384 0,-2-11-224 0,5-11-252 15,1-8-536-15,-2-11-1040 0,-3-4-2229 16,12-19-475-16</inkml:trace>
  <inkml:trace contextRef="#ctx0" brushRef="#br0" timeOffset="16011.7">10669 5781 6796 0,'0'0'1220'0,"0"0"-624"0,0 0 1861 16,0 0-749-16,0 0-536 0,0 0-148 15,0 0-144-15,0 0-212 0,0 0-192 0,0 0-116 31,88-47-124-31,-68 41 60 0,0-5-184 16,4-1-12-16,0-1-60 0,0 1-40 16,0-4-124-16,-5 3-72 0,5 1-204 0,-3-1-308 0,-2-3-220 15,1 4-424-15,0-1-840 0,-8 3-1709 16,12-9-1231-16</inkml:trace>
  <inkml:trace contextRef="#ctx0" brushRef="#br0" timeOffset="16264.667">11052 5347 3940 0,'0'0'1808'15,"0"0"-868"-15,0 0 1836 0,0 0-995 0,0 0-357 16,0 0-236-16,0 0-264 0,0 0-192 0,0 0-196 0,0 0-240 0,0 0-184 16,-16 19 100-16,24 0 124 0,4 6 208 31,3 10-36-31,6 4-172 0,-5 8-140 0,3 3-196 15,2 11 0-15,-1-5-172 0,-5 5-52 16,2-7 64-16,2-6-136 0,-6-11 72 16,2-7-136-16,-2-8-276 0,2-9-368 0,-2-8-668 15,2-5-872-15,-3 0-2021 0,0-5-2095 16</inkml:trace>
  <inkml:trace contextRef="#ctx0" brushRef="#br0" timeOffset="16596.024">11630 4981 7008 0,'0'0'1260'0,"0"0"1869"0,0 0-1197 0,0 0-904 15,0 0 72-15,0 0-104 0,0 0-324 16,0 0-236-16,0 0-140 16,0 0-112-16,-9 92-36 0,9-60-60 0,0 6-28 0,0 7 52 15,0 5-100-15,0 4-12 0,0 13-24 16,0 3-100-16,-7 10 12 16,3 5-132-16,-4 1-28 0,-1 0 84 0,-2-4-12 0,3-2-60 15,0-8-28-15,-4-8-316 16,8-11 180-16,0-11-56 0,0-10-288 15,4-7-336 1,0-9-572-16,0-6-673 0,0-7-1763 0,4-3-820 16,0 0 4816-16</inkml:trace>
  <inkml:trace contextRef="#ctx0" brushRef="#br0" timeOffset="16912.553">12020 5210 8264 0,'0'0'3945'16,"0"0"-2705"-16,0 0-416 0,0 0-16 0,0 0 212 16,0 0 244-16,0 0-236 0,0 0-400 0,0 0-320 0,0 0-112 0,-40 88-12 15,36-52-4-15,1 8-20 16,3 7 72-16,3 6-48 0,5 4-84 0,0 5-100 15,4 1-76-15,0 9-56 0,-4 0 44 16,4 1 4-16,-4-1-64 0,0-7 28 16,0-1-28-16,0-15-48 0,0-9-48 15,0-11-4 1,0-12-220-16,0-10-408 0,0-9-380 16,4-4-104-16,-4-21-608 0,0 4-845 15,8-38-3415-15</inkml:trace>
  <inkml:trace contextRef="#ctx0" brushRef="#br0" timeOffset="17228.694">12450 5378 3800 0,'0'0'10093'16,"0"0"-8473"-16,0 0-864 0,0 0 316 16,0 0-280-16,-88 32-312 0,61-16-172 15,-1 9-308-15,-3 3-36 0,3 2-112 0,-4 8-72 16,4 0-28-16,0 3-36 0,4 3 60 15,3 1-12 1,6-1 12-16,-1-6 28 0,4-6-4 0,8-4 200 16,0-5 8-16,4-7 40 15,4-3 152-15,4 0-88 0,8-4-48 0,4 0 72 16,8 1 36-16,3-7 64 0,5 3 48 16,8-6 0-16,0 0-84 0,0 0-4 15,0-6-12-15,4 0-112 0,-5-1-60 16,-3 1 40-16,0 3-52 0,0 0-48 0,-4-1-124 0,-1 4-24 15,-3 0-24-15,-4 4-64 16,0 2-412-16,-4 3 16 0,0 4-140 0,-8-1-384 16,0 1-1024-16,-4-3-2285 0,-4 6-2203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28:49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6148 1996 1840 0,'0'0'2972'15,"0"0"-1656"-15,0 0-600 0,0 0 36 16,0 0 248-16,0 0-212 0,0 0-140 0,0 0 1553 0,0-22-1241 15,0 19-376-15,0 1-240 0,0-2 48 0,0 2 40 0,0-5 72 16,0 3-104-16,0 1-32 16,0 0 44-16,0 1-12 0,-5-3-112 15,1 3-68-15,0-2-56 0,-4 1 20 0,5 0-24 16,-5 0-36-16,-1 0-60 16,1-1-4-16,5 1 88 0,-5 0 36 0,-1 0 40 15,-2 3-28-15,3 0-72 0,-1 0-64 16,-2 0-60-16,-1 0-52 0,-4 6-72 15,4 4 36-15,-4-1-32 0,0 7 8 16,4 0-24-16,-4 7 64 0,5-2-4 0,-2 5 4 16,2-1 60-16,2-3-52 0,1 4 4 31,4-10 8-31,4-1-156 0,0-5 132 0,4-3-36 16,9-5 64-16,-2-2-12 0,1 0-116 15,4 0-172-15,0-2 100 0,-4-5 148 16,4-3 52-16,-4 1-40 0,7-4 0 0,-2 1-24 15,-6-1-12-15,6 3 36 16,-9 4 8-16,-1 3-20 0,2 0-52 16,-1 3 52-16,-1 0 100 0,5 6 52 0,-3 0 72 0,2 7 168 15,1 3-56-15,-3 3 40 0,2 0 0 16,-3 3-16-16,1 7-24 0,-6 3-52 16,1-1-36-16,0 4-84 15,0 0-64-15,-4 6-4 0,4-2-4 16,0-1 8-16,-4 0 4 0,0-3 0 0,0-1 44 0,0-4 52 15,0-2 120 1,0 1 116-16,0-7-188 0,0 0-88 16,0-3 52-16,-4-3-28 0,0-1-8 0,0-2 44 0,-4 4 52 15,5-5-36-15,-6-2 0 0,-3 2-4 16,1-2 4-16,-2-2-28 0,2 3 40 0,-6-5-72 16,2-3-68-16,-2-3-4 0,-2 0-4 15,3-3-60-15,-5-7-48 16,2-2-76-16,-1-4 100 0,4 0-4 15,0 1-32-15,4 2 32 0,5 1 84 16,2-2-44-16,1 8-12 0,4-4-100 16,0 4-12-16,0 0 24 0,0-1 0 0,4-2-36 15,5-1-4-15,-2 1 40 0,5-4 0 16,0 4 0-16,4-1 0 16,0 1-48-16,0 2 32 0,4-2 28 0,-5 2-24 0,6 4-52 15,-5-3-236-15,3 0-924 0,-2-1-260 0,-6 3-1049 16,10 2-3099-16</inkml:trace>
  <inkml:trace contextRef="#ctx0" brushRef="#br0" timeOffset="316.134">6586 2508 796 0,'0'0'8852'16,"0"0"-6799"-16,0 0-1349 0,0 0 116 15,0 0 624-15,0 0-96 0,0 0-320 16,0 0-420-16,0 0-212 0,0 0-12 15,7 63-124-15,-3-38-76 16,-4 0-32-16,4 5-152 0,0 1-12 16,1 1-52-16,-5-2-20 0,4 1-112 15,0-3-260-15,-1-5-448 0,5-8-336 16,5-2-816-16,-9-10-2709 0,11-3-3667 16</inkml:trace>
  <inkml:trace contextRef="#ctx0" brushRef="#br0" timeOffset="901.004">6917 1438 6868 0,'0'0'2648'0,"0"0"-1268"15,0 0-143-15,0 0 67 16,0 76-100-16,0-41-156 0,0 7-180 0,0 8-248 16,4 4-184-16,-4 7-112 15,3 2-140-15,-3 7-112 0,4-1-8 0,-4 8 20 16,0-4-84-16,0 0-40 0,0-6 40 16,-4-4 8-16,1-11-8 0,3-5-84 15,0-12-40-15,0-4-64 16,0-9-120-16,0-6-188 0,3-3-104 0,5-7-204 0,0-6-396 15,1 0-556-15,2-16-181 0,1 1-1327 0,12-24-2772 16</inkml:trace>
  <inkml:trace contextRef="#ctx0" brushRef="#br0" timeOffset="1232.102">7362 1857 8008 0,'0'0'2640'15,"0"0"-1843"-15,0 0-165 0,0 0 148 16,-103 35-68-16,71-19-316 0,-3 3-4 0,2 0-212 16,1 4-180-16,0-1-180 0,0 0-160 15,9 3-4-15,-1-3 0 16,4 0 128-16,4-2 188 0,4-5 28 0,8-5 320 0,0-4 76 16,4 0-156-16,0 4-60 0,4-3 60 15,0 6 112-15,8 2 104 0,0-3-4 16,4 8-140-16,0-4 120 0,4 3-96 15,3-3-48-15,1 3-4 0,4-1-24 0,4 5-100 16,0-1 16-16,0 0 20 16,3 1 64-16,2-1 60 0,3 0-24 0,-5-3-88 0,-3 0-96 15,4-3-112-15,-4-4-64 0,-4 1-132 16,-4-3 184-16,-4 0 4 0,-1-3-140 16,-2-2-24-16,-6 2-160 0,-3 0-148 15,1-5-180-15,-5 2-236 0,-4-4-652 0,0 0-1180 16,0 0-3053-16</inkml:trace>
  <inkml:trace contextRef="#ctx0" brushRef="#br0" timeOffset="2952.089">8438 2000 9940 0,'0'0'2421'16,"0"0"-1793"-16,0 0 136 0,0 0 252 0,0 0-236 15,96 16-252-15,-64-11-124 0,-1 6-68 16,1-5-72-16,4 0-152 0,-4 1-112 16,0-1 0-16,0-3-100 0,-1 0-124 0,-3-3-276 15,0 0-396-15,-4 0-252 0,-3-3-688 16,-6 0-945-16,-6 3-3191 0</inkml:trace>
  <inkml:trace contextRef="#ctx0" brushRef="#br0" timeOffset="3135.868">8541 2286 8052 0,'0'0'2832'0,"0"0"-1699"0,0 0-557 16,0 0-16-16,0 0 344 0,0 0 72 0,0 0-72 16,101 25-224-16,-69-22-256 0,0-3-288 15,3 0-120-15,1 0-16 0,0-6-440 16,3-4-388-16,2 1-456 0,-9-1-1148 15,7-2-4761-15</inkml:trace>
  <inkml:trace contextRef="#ctx0" brushRef="#br0" timeOffset="3940.965">9896 1809 7436 0,'0'0'2048'0,"0"0"-407"16,0 0-61-16,0 0-28 0,0 0-176 15,0 0-72-15,0 0-472 0,0 0-348 0,0 0-252 16,-79 29-20-16,67-4-52 0,0 7-24 15,8 3-40-15,0 0-96 16,0-4 0-16,4 1-160 0,0-9-24 0,4-11 172 16,4 1-172-16,-4-7-88 0,4-6-12 0,4 0 0 0,3 0 36 15,2-6-28-15,2-7-108 0,1-6-76 16,-3 1-8-16,-2-6 88 16,-2 6 168-16,-5 3 112 0,-5 2-28 0,5 6 16 0,-8 7-28 15,4 0-164-15,0 0 140 16,-4 9 164-16,9 7 164 0,-2 6 76 15,1 3 252 1,0 5 24-16,0 4-152 0,0 8-60 0,0 0-4 16,0 2-52-16,0 3-60 0,0 1 0 0,-4 7-16 15,-4-5 40-15,4 0-124 16,-4 1 72-16,0-2-48 0,0-9 24 0,0 2 60 16,-4-5 64-16,0-5 84 0,-8-2-24 15,4-5-100-15,-4 0-36 0,-4-6-88 16,4-4-96-16,-3-2-24 0,2-3-136 15,-6-7-24-15,2 0-132 0,1-3-152 0,1-6-112 16,-6-7-116-16,6-4 52 0,-2-4-264 16,6-4-172-16,3-1-572 0,0 4-1329 15,8-10-1987-15</inkml:trace>
  <inkml:trace contextRef="#ctx0" brushRef="#br0" timeOffset="4203.164">10335 2374 6156 0,'0'0'4088'16,"0"0"-2531"-16,0 0-109 0,0 0 252 15,0 0-252-15,0 0-364 16,0 0-428-16,0 0-300 0,0 0-144 0,0 0-100 0,47 74-112 16,-47-55-76-16,-3 3-132 0,-1 3-4 15,0-2 4-15,-5-2 36 0,5 2-64 16,0-4 100-16,4-3 48 0,0-4 24 15,0 1-20-15,0-3-16 0,4 2 0 0,5-5-24 16,6 2 72-16,6-2 52 0,7-4 0 16,0-3 152-1,11 0-152-15,-3-10-40 0,4-6-320 16,-5-6-320-16,6-6-604 0,-13 6-1248 0,11-17-3037 16</inkml:trace>
  <inkml:trace contextRef="#ctx0" brushRef="#br0" timeOffset="4460.139">10741 1498 184 0,'0'0'9672'15,"0"0"-8007"-15,0 0-665 0,0 0 376 16,0 0 80-16,36 93-176 0,-28-52-260 0,8 10-252 0,-4 10-176 15,4 8-212-15,-4 7-184 0,-1 9-96 16,-2-2-100-16,-1-1-76 16,-4-2-72-16,-1-10-48 0,5-7 0 0,-3-12 36 15,-1-9-72-15,4-14-76 0,3-9-212 0,-2-9-376 16,6-8-596-16,2-4-916 16,-2-11-2513-16,9-22-2859 15</inkml:trace>
  <inkml:trace contextRef="#ctx0" brushRef="#br0" timeOffset="4743.299">11260 1854 11581 0,'0'0'1636'0,"0"0"-1176"16,0 0-28-16,0 0 64 0,-84 26-56 0,52-11-36 0,0 7-228 0,0 5-176 16,0-2-52-16,4 6-96 0,0 1-104 31,4-1-104-31,5 4-48 0,2-6 48 15,6 0 76-15,2-4 140 0,9-6 140 0,0 0 116 16,0-3 112-16,9 0 16 16,6 0-92-1,6-1 112-15,3 1 76 0,8-3-36 0,7 0 12 16,5-4 172-16,4 2-72 0,-1-6-140 0,5-2-116 0,-7-3-40 16,2 4-120-16,-4-4-184 0,-6 0-16 0,-1 0-212 15,-5 2-824-15,-11-2-860 0,4 7-3733 0</inkml:trace>
  <inkml:trace contextRef="#ctx0" brushRef="#br0" timeOffset="5712.281">12884 2349 300 0,'0'0'5476'16,"0"0"-4668"-16,0 0 2188 0,0 0-1255 0,32 83-429 15,-32-64-12-15,0 3-100 16,0-3-180-16,-7 0-108 0,-1 3-252 0,-5-3-252 16,6 0-248-16,-5 1-156 0,-1-1-4 15,2-3-68-15,-1-4-20 0,-4 1-120 16,4-7-116-16,0 4-460 0,0-1-244 0,-3-3-448 16,2-2-1348-16,2 2-4441 0</inkml:trace>
  <inkml:trace contextRef="#ctx0" brushRef="#br0" timeOffset="6661.727">14678 1086 7916 0,'0'0'2500'0,"0"0"-903"0,0 0-729 0,0 0-204 16,0 0 188-16,0 0-68 0,0 91-108 0,8-47-144 0,0 11 40 15,3 6-136-15,-2 9-176 16,-1 6-196-16,-1 3-64 0,-3 7-8 16,1-4-92-16,-5 4-12 0,0-4 64 0,0-9 44 15,0-6 4-15,0-10 60 0,0-15-48 16,0-10 112-16,0-10-124 0,0-10-40 16,0-6-72-1,0-2-48-15,0-4-40 0,4 0 0 16,3 0 0-16,-3-10 196 0,8-5 4 15,0-4 0-15,4-6-4 0,-4-5-108 0,4-2-36 16,-4 1 48-16,0-4 40 0,4 10 56 16,-4-1 0-16,-4 10-44 0,4 0-20 15,-4 10-20-15,4 0 88 0,-5 6 96 16,2 0 60-16,3 0 104 0,0 6 52 0,0 0 48 16,-1 10-172-16,-2 0-28 0,-1 7-60 0,-1 2-64 15,-3 3-36-15,0 4-136 16,0 6 24-16,-4-3 12 0,5 0-60 0,-5-3-436 15,0-7-48-15,0-3-160 0,0-6-296 16,4-3-672-16,-4-4-1349 0,3-3-2935 16</inkml:trace>
  <inkml:trace contextRef="#ctx0" brushRef="#br0" timeOffset="7062.16">15216 2063 5320 0,'0'0'2444'0,"0"0"-976"0,0 0-408 0,0 0-83 16,0 0 15-16,0 0 44 15,0 0-248-15,7 76-244 0,-7-57-268 16,0 0-124-16,4 4-36 0,-4 3-56 15,5-4-8-15,-5 0-52 0,0 0-4 16,0-3 0-16,0-3-96 0,4 1-52 0,-4-5-204 16,0-5-328-16,4-1-424 0,0-1-544 15,-1-2-1065-15,5-3-2155 0</inkml:trace>
  <inkml:trace contextRef="#ctx0" brushRef="#br0" timeOffset="8010.874">15657 1381 6004 0,'0'0'2352'0,"0"0"-616"15,0 0-267-15,0 0-161 0,0 0-264 16,0 0-180-16,0 0-148 0,0 0 28 16,21 67-44-1,-14-32-104-15,6 9-124 0,-1 10-64 0,-1 6-88 16,-2 7-72-16,-5 2-128 0,0 5-120 0,-4 2-72 16,0-7-28-16,0 2-8 0,-4-8-52 15,0-5-16-15,0-8-268 0,4-12-212 0,0-10 36 0,0-8-188 16,4-11-400-16,7-9-608 0,-3 0-817 0,5-9-439 15,6-20-2976-15</inkml:trace>
  <inkml:trace contextRef="#ctx0" brushRef="#br0" timeOffset="8264.789">16080 1737 8292 0,'0'0'1892'15,"0"0"-823"-15,0 0 163 0,0 0-32 0,-75 44-400 16,51-25-308-16,-4 0-176 0,4 3-176 15,-1 0-128-15,2 0 0 0,7 4 40 16,0 0-48 0,0-5-4-16,8 5 12 15,4-3 76-15,4-2 36 0,0 2 52 0,8-4 204 0,9-4 180 16,-2 2 28-16,5-2-68 0,3 1-200 16,2-3-60-16,3-1-52 0,0-1-36 15,3-3-52-15,1 3-116 0,0-3-8 16,4-1-76-16,-1 3-64 0,2-2-152 15,-1 3-684-15,-4-5-896 0,-4 1-2760 16,0-1-6193-16</inkml:trace>
  <inkml:trace contextRef="#ctx0" brushRef="#br0" timeOffset="8728.605">17144 1607 1748 0,'0'0'8300'16,"0"0"-5839"-16,0 0-933 0,76 6-288 0,-45-3-96 16,5 2-356-1,1 2-304-15,-5-3-212 0,-1-1-272 16,1 0 0-16,-5-3-100 0,-3 0-124 0,1 0-544 16,-5 0-452-16,-9 0-968 15,1 0-3493-15</inkml:trace>
  <inkml:trace contextRef="#ctx0" brushRef="#br0" timeOffset="8901.548">17216 1832 8112 0,'0'0'2821'16,"0"0"-1281"-16,0 0-392 0,0 0 348 16,0 0-312-16,84 19-324 0,-53-19-188 15,5 0-264-15,4-3-324 0,-1-7-84 0,6-2-232 16,-2-1-364-1,2-4-364-15,-2 2-500 0,-11 3-1272 16,12-1-4245-16</inkml:trace>
  <inkml:trace contextRef="#ctx0" brushRef="#br0" timeOffset="9365.78">17818 1073 7112 0,'0'0'2180'0,"0"0"-463"0,0 0-445 15,0 0-184-15,0 0-24 16,0 0-128-16,0 0-80 16,0 0-144-16,67 89-176 0,-44-49-76 15,-2 9-104-15,-1 5 112 0,-5 12-112 16,2 7-160-16,-6 7-108 0,-3 5-16 15,1 1-24-15,-5 0-48 0,0-4-64 0,-4-6 60 16,3-6 0-16,-3-12 0 16,4-11-8-16,-4-9-148 0,4-9 112 0,5-14 36 15,-5-2-88-15,0-6-32 0,-1-7 20 0,1 0-160 16,4-3 24-16,1-10-48 0,-2-6 100 0,9-10-88 16,-4-6 36-16,0-2-52 0,0-5-12 15,4 4-24-15,-8 1 44 16,0 4 216-16,0 11-12 0,0 6 84 0,-4 7-48 15,-1 2 52-15,2 4 104 0,3 3 108 16,0 0 128-16,-4 10 148 0,3-1-68 0,6 7-96 16,-5 6-100-16,-1 4-76 0,6-1 0 0,-9 3-36 15,3 7-40-15,-3-6-68 16,0 3-4-16,1-4 0 0,-1 2-148 0,0-9-220 16,3-5-128-16,-3-3-116 0,4-10-292 15,5-3-912-15,-6 0-1433 0,10-13-2979 16</inkml:trace>
  <inkml:trace contextRef="#ctx0" brushRef="#br0" timeOffset="9671.554">18514 1969 14585 0,'0'0'2392'15,"0"0"-2088"-15,0 0-300 0,0 0 304 16,0 0 160-16,0 0 260 0,0 0-12 16,84 12-436-16,-68-12-280 0,0 3-40 15,0 1-84-15,-8 2-96 0,4 2-76 0,-12 9-120 16,0 5-28 0,0 4 120-16,-8 5 104 0,0 4 132 15,-4 3 40-15,0-6 48 0,5 0 12 0,2-7-8 16,1-6-4-16,4-6-100 0,4-3-24 15,4-4 124-15,12-6-12 0,4 0 12 16,8-6-76-16,3-10-320 0,10-10-484 16,-2-2-900-16,-7 3-2545 0,12-13-2983 15</inkml:trace>
  <inkml:trace contextRef="#ctx0" brushRef="#br0" timeOffset="9913.533">19081 1263 9652 0,'0'0'2669'16,"0"0"-697"-16,23 89-52 0,-14-45-424 16,6 17-240-16,-3 6-284 0,0 9-336 0,-4 7-212 15,0 5-168-15,-4 1-36 16,0 0-64-16,0-10-156 0,-4-2-4 15,4-11-384-15,4-16-196 0,-1-11-28 0,10-17-108 16,-2-12-180-16,13-10-128 16,4-19-448-16,-8 0-1180 0,21-28-3137 15</inkml:trace>
  <inkml:trace contextRef="#ctx0" brushRef="#br0" timeOffset="10167.36">19686 1584 13149 0,'0'0'2068'15,"0"0"-1588"-15,0 0-168 16,-88 25 132-16,48-6 400 0,5 4 184 0,-1 2-276 0,0 7-372 16,4-1-292-16,4 1-88 15,4 6-184-15,4-3 60 0,1 4 40 16,6-5 8-16,6-2 68 0,7-4 8 0,0-5 48 16,3-2 64-16,14-4 0 15,2 2-28-15,5-6 28 0,8 2 20 0,4-5 40 16,3 0-160-16,6-1-12 0,-2-2-108 15,5-1-64-15,-4-3-256 0,4 4-140 16,-5 2-172-16,6 1-604 0,3 3-1152 0,-16-1-1637 16,15 7-4719-16</inkml:trace>
  <inkml:trace contextRef="#ctx0" brushRef="#br0" timeOffset="10277.607">20790 2238 15557 0,'0'0'0'0,"0"0"-4292"0</inkml:trace>
  <inkml:trace contextRef="#ctx0" brushRef="#br0" timeOffset="12651.331">6303 4353 2752 0,'0'0'4120'0,"0"0"-2988"0,0 0-252 0,0 0-272 0,0 0-116 15,0 0 1173-15,0 0-169 0,0 0-540 16,0 0-196-16,0 0-168 0,-80-36-216 16,64 43-64-16,4 5-20 15,0 1-104-15,0 9-88 0,0 3 12 0,1 5 12 16,2 1-64-16,5-2-60 0,0-4-52 16,0-5-20-16,4-4 8 15,0-7 64-15,0-6 0 0,0-1-4 0,4-2-108 16,4 0-76-16,1 0 40 0,2-2-4 15,1-8-152-15,0-3 40 0,4-2-36 0,0-1-68 16,0-3 16-16,-8 0 188 0,4 3-16 0,-8 10 44 16,0-1 84-16,-1 7-88 0,-3 0-52 15,4 0-88-15,1 7 280 0,3 5 28 16,-4 8 264-16,3 1 0 0,2 9 64 16,-1 3 24-16,0 3-104 0,-1 2-100 15,2 4-76 1,-1-5 0-16,-1 8-24 0,-3-3 140 0,4 2-56 15,-3-3 16-15,-1 1-32 16,0-2 4-16,-4-1 104 0,0-4 172 0,0-4-40 16,0 1-100-16,0-6-60 0,0-1 72 15,-4-6-24-15,0 0-76 0,-1-6-36 0,-3 0 12 16,4-4-12-16,-3 0-48 16,3-2 36-16,-5-4 8 0,1 0-80 0,-3-3-40 0,-2 0-36 15,-2 0-184-15,-2-6-196 16,-2-4 60-16,3-2-60 0,-4-4-188 0,0-3-128 15,0-8-152-15,8 2-376 0,0 0-612 16,8 3-1053-16,4-3-2275 0</inkml:trace>
  <inkml:trace contextRef="#ctx0" brushRef="#br0" timeOffset="12835.274">6565 4829 7628 0,'0'0'2640'16,"0"0"-799"-16,0 0-409 16,0 0-112-16,25 80-128 0,-18-55-248 0,1 2-152 0,1 0-384 15,-2 1-220-15,1 1-188 16,1-1 0-16,-1 2-272 0,-5-2-384 16,5-6-452-16,-4 0-696 0,0-6-1364 0,1 0-3337 15</inkml:trace>
  <inkml:trace contextRef="#ctx0" brushRef="#br0" timeOffset="16799.351">7909 3079 9080 0,'0'0'2709'15,"0"0"-1009"1,0 0-912-16,0 0 24 0,0 0 140 0,0 0 16 0,0 0-360 16,0 98 12-16,-4-56 32 0,4 6-332 15,0 6-52-15,-4 2-168 16,4 5-36-16,-5-1-64 0,1-2-96 0,0-11-76 15,4-5-24-15,0-10-28 0,0-14-44 16,0-4-152-16,4-9-136 0,5-5-276 0,-1 0-628 16,7-12-552-16,-2 2-1029 0,6-25-2839 15</inkml:trace>
  <inkml:trace contextRef="#ctx0" brushRef="#br0" timeOffset="16977.297">8083 3163 11237 0,'0'0'1692'16,"0"0"-1448"-16,0 0-68 0,-11 72 296 0,7-40 440 16,0 6 196-16,0 1-164 0,4-1-424 15,0 6-456-15,0 3-64 0,0-3-200 16,0 4-272-16,-4-6-232 0,4-8-100 16,0-5-96-16,0-10-396 0,0-6-1169 15,-5-3-2671-15</inkml:trace>
  <inkml:trace contextRef="#ctx0" brushRef="#br0" timeOffset="17193.45">7598 3737 6128 0,'0'0'1908'15,"0"0"-184"1,32 76 5-16,-17-47-345 0,9 2-248 0,0-6-404 0,4-2-212 15,4-7 296-15,4-7 160 0,3-6-404 16,6-3-260-16,-2-9-116 0,6-10-136 0,2-7 40 16,-3-5-100-16,-5-7-136 0,6-6-456 15,-6-1-480-15,-2-3-692 16,-14 16-2489-16,-7-12-4287 0</inkml:trace>
  <inkml:trace contextRef="#ctx0" brushRef="#br0" timeOffset="18310.524">5570 4484 5640 0,'0'0'2368'0,"0"0"-724"0,0 0-171 0,0 0-317 15,0 0 96-15,0 0-20 0,0 0-140 0,0 0-200 16,0 0-204-16,-84-42-168 16,72 42-300-16,-4 3-168 0,0 6 8 0,0 7-16 15,-3 3-40-15,2 3-4 0,6 3 68 16,-2 5-68-16,5-2-76 15,5-6 16-15,-1-3 60 0,4-6 100 0,0-4-100 16,0-6-120-16,0-3-104 0,0 0 4 16,4 0-4-16,-1 0 12 0,5-6 100 0,1 0 16 15,2-4 92-15,1 1 0 0,1-7-84 16,-2 0 40-16,5 3-28 0,-4-3-48 16,0 4 60-16,-4 3-20 0,4 2-68 0,-1 7-48 15,-2 0 72-15,3 0 20 0,4 9 108 16,-4 3 124-16,3 5 32 0,2 8 168 15,-2 1 124-15,-2 9-64 0,2 3-136 0,-2 7-36 16,-6 5-64-16,5 7-76 0,-7 3-16 16,2 1-48-16,-3 2 24 15,-4-3-24-15,4-8-4 16,-4-5 72-16,0-12 84 0,0-6 84 16,0-4-20-16,0-6 32 0,-4-3 100 0,0-1-12 15,1-1-148-15,-1-5-88 16,-1 0-32-16,1-5-76 0,-4-1-64 0,4 0-240 15,1-3-136-15,-5 0-100 0,-5 0-76 0,2-3-52 16,-6-4-164-16,2-5-12 16,2-1-312-16,2-6-480 0,3 6-997 0,-1-14-2103 15</inkml:trace>
  <inkml:trace contextRef="#ctx0" brushRef="#br0" timeOffset="18560.966">5892 4966 7476 0,'0'0'2332'0,"0"0"-771"16,0 0 299-16,0 0-264 0,0 0-324 15,0 0-456-15,0 0-356 0,0 0-100 0,0 0-348 16,28 88-12-16,-36-56-360 0,1-1-48 16,-6 8 8-16,-2-7-56 0,2 3 32 15,1-10 196-15,5-3 228 0,3-3 92 0,0-5-4 16,-1-6-24-16,5 2-60 0,0-7 8 0,9 4 52 15,-1-4 36-15,-1-3 60 16,10 0 120-16,-2 0 8 0,5 0-100 0,1-10-188 16,-2-3-12-16,1 0-224 0,4-8-460 15,-4-5-460-15,-8 7-1224 0,7-19-4313 16</inkml:trace>
  <inkml:trace contextRef="#ctx0" brushRef="#br0" timeOffset="18795.227">5486 4267 9580 0,'0'0'1921'0,"0"0"-1009"0,0 0 884 16,0 0-304-16,0 0-576 0,84 6-468 0,-65-6-184 15,1 0-168-15,1 0-24 16,-2-3-72-16,1-3-212 0,0-1-408 0,-4-5-512 16,4-4-512-16,-8 6-1184 0,4-15-3669 0</inkml:trace>
  <inkml:trace contextRef="#ctx0" brushRef="#br0" timeOffset="18961.34">5765 4026 7656 0,'0'0'2320'0,"0"0"-1211"31,0 0 407-31,0 0 316 0,0 0-308 16,16 86-432-16,-12-61-332 0,4 6-220 15,-1 8-228-15,6-1-312 0,-5 9-100 16,-1 1-136-16,2 3-456 0,3 3-576 0,-1-7-752 16,-2-11-1909-16,10-3-1815 0</inkml:trace>
  <inkml:trace contextRef="#ctx0" brushRef="#br0" timeOffset="19389.726">7733 4162 12477 0,'0'0'1784'0,"0"0"-1216"0,0 0-352 0,0 0 324 16,0 0 0-16,0 0 152 0,0 0 16 0,-84 70-212 15,65-32-148-15,-2 6-64 0,-3 8-112 16,5 1 0-16,-1 5 36 16,-1-4-48-16,10-7-12 0,-1-2-64 0,7-11-24 15,2-5-48-15,3-6 64 0,3-4-16 16,10-7 40-16,2 1 108 0,2-5 228 16,7-1-152-16,-5-3-280 0,9-4-4 15,-4 0-160-15,1-4-36 0,-1-5-168 0,-1-8-212 16,-7 3-224-16,0-3-260 0,-8-2-652 15,0 6-2108 1,-8-2-2889-16</inkml:trace>
  <inkml:trace contextRef="#ctx0" brushRef="#br0" timeOffset="19546.827">7546 4616 11057 0,'0'0'2024'0,"0"0"-1488"0,0 0 136 0,0 0 480 0,0 0 104 0,84-3-112 16,-49-7-304-16,5 4-276 0,4-7-304 15,0-3-260-15,-1-3-100 0,2 1-96 0,-2-4-432 16,-2-3-472-16,-2 1-740 0,-11 6-3009 16,8-11-5771-16</inkml:trace>
  <inkml:trace contextRef="#ctx0" brushRef="#br0" timeOffset="19759.204">8291 4210 12985 0,'0'0'2108'0,"0"0"-1516"0,0 0 76 0,3 76 624 16,1-41 16-16,5 5-44 0,-1 6-336 0,3 4-187 15,2 7-233 1,-5 1-192-16,-1 5-196 0,2 0-120 16,-5-2-48-16,0-4-168 0,3-6-392 15,1-9-109-15,9-11-27 0,2-12-172 16,5-12-536-16,4-7-556 0,4-19-680 0,-4 3-2197 15,11-31-3031-15</inkml:trace>
  <inkml:trace contextRef="#ctx0" brushRef="#br0" timeOffset="20002.252">8792 4305 680 0,'0'0'12497'0,"0"0"-10873"0,0 0-1360 0,-83 56-124 0,52-29 224 16,-5 1 264-16,4 7 200 0,4-2-320 15,4-3-208-15,7 3-164 16,6 2-124-16,-1-1-4 0,8-2 4 0,0-1 148 16,4-1 100-16,0-5 208 0,12-3 84 15,4-3-36-15,4 0 32 16,8-3-216-16,0-3-116 0,8-1-80 0,3-2-4 16,1-7-20-16,4 0-112 0,-1-3-124 0,2 0 4 15,2 0-112-15,-2-3-244 16,-6 0-256-16,1 3-188 0,0 0-700 0,-13 3-2908 0,10 6-4205 0</inkml:trace>
  <inkml:trace contextRef="#ctx0" brushRef="#br0" timeOffset="21709.928">16750 2971 404 0,'0'0'8524'16,"0"0"-6972"-1,0 0-239-15,0 0-785 0,0 0-32 0,0 0 372 16,0 0 108-16,0 0 120 15,0 0 24-15,32 80-328 0,-21-39-296 16,-2 11-188-16,-2 0-12 0,1 3-148 0,-8 3-148 16,0-4-132-16,0-4 12 0,0-6-92 15,0-9-60-15,0-10-96 0,0-8-304 16,4-11-240-16,0-4-588 0,0-2-1264 0,1-12-2641 0</inkml:trace>
  <inkml:trace contextRef="#ctx0" brushRef="#br0" timeOffset="21899.091">16757 3235 4120 0,'0'0'6953'0,"0"0"-5833"15,0 0-876-15,-15 74 240 0,15-43 228 0,0 4 456 16,4 0-72-16,4 0-304 0,-1 2-332 16,6-2-360-16,-5 0-100 0,3-3-212 15,2-6-12-15,-6-1-12 0,5-6 12 0,0-6-172 16,-4-1-204-16,4-5-172 0,-4-1-228 15,-4-3-444-15,4 0-953 16,-8-3-2531-16</inkml:trace>
  <inkml:trace contextRef="#ctx0" brushRef="#br0" timeOffset="22381.617">16403 3146 3192 0,'0'0'5300'0,"0"0"-4756"0,0 0-544 0,0 0-112 15,0 0 108-15,0 0-96 0,0 0-912 0,0 0-1472 31,0 0-2568-31</inkml:trace>
  <inkml:trace contextRef="#ctx0" brushRef="#br0" timeOffset="22679.61">17081 2788 10949 0,'0'0'1860'31,"0"0"-1108"-31,0 0-52 0,0 0 388 0,0 0 220 0,0 0-180 16,0 0-396-16,-5 85-180 0,5-41-196 16,0 10 36-16,0 3 12 15,0 7 48-15,0 0-88 0,0 3-192 16,-8-4-172-16,0-3-56 0,-3-3-104 15,2-9 16-15,1-7 44 0,5-10-8 0,-1-8-52 16,0-4-24-16,4-7-192 0,-4-5-140 16,-1 0-148-16,1-4-396 0,-3-1-768 0,-1-2-1352 15,-9-2-3305-15</inkml:trace>
  <inkml:trace contextRef="#ctx0" brushRef="#br0" timeOffset="22931.846">16391 3391 7372 0,'0'0'2436'0,"0"0"-527"0,0 0-273 16,0 0-252-16,84 69-76 0,-60-50-280 16,-1 4-232-16,5-2-216 0,-4 2-260 15,4-4-148-15,0 4-36 0,0-8-88 16,0 5-36-16,8-8 160 0,-1-6 76 15,5 1 228-15,0-7-192 0,4-3-104 16,0-13-68-16,0-6-16 0,-1-3-96 0,2-11-48 0,2-5-184 16,1-4-244-16,-1-5-272 0,2 3-128 15,-10-5-612-15,-11 14-1296 0,4-9-3601 16</inkml:trace>
  <inkml:trace contextRef="#ctx0" brushRef="#br0" timeOffset="23650.853">15251 4248 9248 0,'0'0'1861'0,"0"0"99"0,0 0-496 0,0 0-132 16,0 0-112-16,56 66-192 0,-39-24-68 16,-2 9-224-16,-3 9-184 0,0 7-176 15,-4 6-132-15,-4-1-60 0,0 5-112 16,-4-1 24-16,0-3 4 0,0-6-16 16,0-7-84-16,0-13-88 0,0-15-12 15,0-9 100-15,0-14-84 0,3-5 36 16,2-4-60-16,-1-4-112 0,8-8 208 0,4-10-40 0,0-3 28 15,4-14-84-15,-5 1-124 0,6-3 36 0,-10 3 36 32,5 2 40-32,-4 11 20 0,1 9 40 15,-2 7-100-15,-3 5-12 16,1 4 148-16,-2 4 24 0,1 8 368 0,0 4 12 16,0 6-52-16,0 7-84 15,-4-1-48-15,0 4-60 0,0 0-52 0,0-3-36 0,-4-1-48 16,3-2-132-16,-3-5-272 0,5-2-328 0,-5 1-128 15,4-4-944-15,-4-7-740 0,4-2-1785 16,-4-7-1627-16</inkml:trace>
  <inkml:trace contextRef="#ctx0" brushRef="#br0" timeOffset="23819.234">15813 4931 10648 0,'0'0'1709'16,"0"0"-737"-16,0 0 20 0,0 0 372 0,33 79-112 15,-30-54-48-15,1 1-292 0,0-1-348 16,0 0-172 0,4 0-160-16,-8-2-232 0,4-1-128 0,0 0-96 15,-4-5-400-15,4 1-336 0,0-5-440 16,0-3-1232-16,0-1-3445 0</inkml:trace>
  <inkml:trace contextRef="#ctx0" brushRef="#br0" timeOffset="25921.965">14383 4054 6552 0,'0'0'3296'0,"0"0"-1259"0,0 0-617 0,0 0-216 16,0 0-356-16,0 0-508 0,0 0-268 15,0 0-72-15,0 0 1044 0,0 0 48 0,28 108-460 16,-17-51-264-16,2 8-60 16,2 10-196-16,-7 4-4 0,5 11-104 0,-9 5-8 15,-1 3 0-15,-3 1-120 0,0-8-672 16,0-8 796-16,0-10 36 0,4-19 88 0,0-14-124 16,5-13 0-16,-5-12-60 0,3-5-76 15,-3-7 40-15,4-3-4 0,1 0 12 0,2-3 28 16,1-7 48-16,4-12-76 15,4-3 88-15,-4-14 0 0,4-1-36 0,-4-2-24 32,0 1-64-32,-1 6-76 0,-6 7 28 0,3 8 96 15,-5 12-48-15,1 1-40 0,1 7 164 0,-1 0 300 16,-1 9 96-16,6 3-100 0,-6 5 28 16,5 5-52-16,-8 3-16 15,5 7-84-15,-6-3-60 0,-3 2-104 0,0 1 64 16,0-1-72-16,0-6-108 0,0-5 8 0,0-4-36 15,0-10 4-15,0 1-44 16,0-7-240-16,0 0-268 0,0 0-172 0,0-7-388 0,0-2-604 16,0 0-2049-16,0-15-1943 0</inkml:trace>
  <inkml:trace contextRef="#ctx0" brushRef="#br0" timeOffset="26183.546">14881 4934 3040 0,'0'0'7608'0,"0"0"-6167"0,0 0-661 16,0 0 620-16,0 0 40 0,0 0-472 16,0 0-84-16,0 0-216 0,0 0-288 15,0 0-120-15,52 19-88 0,-44-4-76 0,-5 5-32 16,1 2-64-16,-4 0-8 16,0 3-4-16,0 4-100 0,0-6 44 15,0-1 68-15,-4-6 12 0,4-2-8 0,0-3-4 0,0-5 0 16,0 4 60-16,4-4 0 0,5-3-60 15,-1 3-4-15,3 1-80 0,2-7 12 0,2 0-28 16,2 0 0-16,2-7-244 0,1-5-312 16,4-4-136-16,-4-9-488 0,-4 6-1472 15,-1-20-4153-15</inkml:trace>
  <inkml:trace contextRef="#ctx0" brushRef="#br0" timeOffset="26441.591">14658 4079 8476 0,'0'0'2585'0,"0"0"-841"0,0 0-40 0,0 0-28 31,0 0-476-31,0 0-420 0,91 30-372 16,-70-25-212-16,-2 2-196 0,1-4-24 0,1 1-88 0,-2-2-96 0,-3-2-200 16,4 0-436-16,-4-2-420 0,-1-5-832 15,-2-2-1949 1,2-11-2035-16</inkml:trace>
  <inkml:trace contextRef="#ctx0" brushRef="#br0" timeOffset="26606.907">14996 3879 4712 0,'0'0'4548'16,"0"0"-3036"-16,0 0-83 0,0 0 355 0,0 0-152 15,12 74-364-15,1-52-264 0,-6 10-348 16,5-1-336-16,0 4-320 0,0 4-36 0,4 5-148 16,-8 3-152-16,0 7-544 0,4 3-392 15,0 0-936-15,-4-12-2789 0,8 16-3567 0</inkml:trace>
  <inkml:trace contextRef="#ctx0" brushRef="#br0" timeOffset="26991.128">17057 4391 12985 0,'0'0'1220'0,"0"0"-1220"0,0 0 0 0,0 0 40 16,-96-60 328-16,72 60 348 0,-4 0-148 15,4 11-176-15,1 8-92 0,-2 11-52 0,5 5 4 16,-4 9 80-16,9 7 180 0,-6 0 152 15,6 3-148-15,2-1-132 16,6-1-80-16,-5-5-24 0,12-5-32 0,0-5-44 16,0-5-20-16,4-7-72 0,8-5-104 15,-1-5 40-15,9-3 24 0,-3-5-72 16,2-7 0-16,5 0-120 0,0-7-124 0,0-7-208 16,0-9-236-16,-4-3-220 15,0-2-840-15,-8 6-2312 0,-5-13-3749 16</inkml:trace>
  <inkml:trace contextRef="#ctx0" brushRef="#br0" timeOffset="27154.128">16770 4692 13745 0,'0'0'2108'0,"0"0"-1792"0,0 0 176 0,0 0 192 16,0 0 392-16,0 0 32 0,75 13-276 15,-43-13-344-15,4 0-232 0,3 0-256 16,2-9-96-16,-2-1-48 0,1-3-392 0,4-3-248 15,-8 1-424-15,4-4-764 16,-12 3-2968-16,7-7-5385 0</inkml:trace>
  <inkml:trace contextRef="#ctx0" brushRef="#br0" timeOffset="27408.216">17579 4140 5064 0,'0'0'9141'0,"0"0"-7749"0,0 0-892 0,0 0 280 16,27 89 324-1,-23-54 68-15,4 6-24 0,0 3-292 0,0 8-248 0,-4 1-195 16,0 7-185-16,-4 8-128 0,0 1-88 16,0 4 0-16,0 0 24 0,0 0-36 0,0-9-196 15,0-7-421-15,0-6 57 0,12-14 340 16,0-7 220-16,4-11-416 0,4-7-216 15,-1-9-204-15,5-6-444 0,4-13-1008 16,-3-3-2353-16,3-19-2967 0</inkml:trace>
  <inkml:trace contextRef="#ctx0" brushRef="#br0" timeOffset="27723.077">18236 4368 12985 0,'0'0'1600'16,"0"0"-1408"-16,0 0-4 0,0 0-12 0,0 0 164 16,-92 14 136-16,64 0-92 0,-4 6-384 15,0 2-28-15,-3 10 28 0,-1 3 88 16,0 0 24-16,4 7 28 0,0-1 56 16,4-4-8-16,4 1 48 0,8-8 88 15,4-2 84-15,5-6 12 0,7-3-148 0,0 0-272 0,0-6 0 16,11 0 1336-16,2-1-568 0,6-2-340 15,1 3-64-15,4-4 89 0,3 3-93 16,6-1-116-16,-6 1-64 0,5 1-68 16,1 0-64-16,3 1 12 0,-1 0 12 0,-3 2-72 15,4 0-48-15,0-3-120 16,-5-1-208-16,5-2-413 16,1 2-331-16,-5-2-364 0,-4-4-2364 15,3 3-4545-15</inkml:trace>
  <inkml:trace contextRef="#ctx0" brushRef="#br0" timeOffset="30073.683">4418 7024 10044 0,'0'0'3861'0,"0"0"-3265"0,0 0-520 15,0 0 140-15,0 0 564 0,0 0 176 0,44 68-404 16,-36-36-68-16,-1 7-28 16,-2 2-96-16,-1 7-40 0,-4 3-124 15,4 2-160-15,-4 1-36 0,0-3 0 16,0-9-148-16,0-11 16 0,0-12-4 0,4-9-52 16,0-10-44-16,3 0 56 0,10-10 128 15,2-9 44-15,9-9-72 0,9-7-72 16,-5-10-48-16,-1-6-80 0,1 4 28 0,0 2-88 15,-9 11 88-15,5 9 16 0,-7 8 8 32,3 14 24-32,0 3 200 0,-1 13 324 0,1 5 80 15,4 11-180-15,-4 3 16 0,4 3-28 16,-5 6-4-16,1 0 80 0,1 0 108 16,-1 1-188-16,-9-4 52 0,2-9 0 0,-10-7 120 15,1-10 40-15,1-2-104 0,-5-7-60 16,-1-3 28-16,5 0 264 15,0-13 144-15,4-6-227 0,4-9-105 0,0-11-164 0,3-5-148 16,-2-10-48-16,-2-3-144 0,2-3-196 16,-1-4-317-16,0 4-123 15,-5-1-112-15,6 9-420 0,3 3-1092 0,-9 14-2368 0,10-4-2965 16</inkml:trace>
  <inkml:trace contextRef="#ctx0" brushRef="#br0" timeOffset="30243.328">5521 7124 1056 0,'0'0'14645'16,"0"0"-12881"-16,0 0-1332 0,0 0 372 0,0 0 400 15,92-2-84-15,-60-9-219 16,9-1-269-16,2-1-332 0,0-6-300 16,6 1-68-16,-6-5-112 0,1 4-244 0,-4 0-501 15,-4 3-295-15,-8 7-684 16,-4-1-2032-16,-9 10-2505 0</inkml:trace>
  <inkml:trace contextRef="#ctx0" brushRef="#br0" timeOffset="30397.129">5901 7238 10288 0,'0'0'3169'0,"0"0"-2317"0,-24 86-500 16,20-47 280-16,0 2 612 0,-1 4-60 0,1-5-172 16,0 2-276-16,4-4-356 15,0-3-380-15,0-1-48 0,8-1-492 16,1-1-272-16,2-4-252 0,1-3-652 15,0-6-1468-15,0-3-4537 0</inkml:trace>
  <inkml:trace contextRef="#ctx0" brushRef="#br0" timeOffset="30862.742">6773 6842 14233 0,'0'0'2004'0,"0"0"-1228"0,0 0-416 16,0 0-64-16,0 0 40 15,-88 38-100-15,56-9-88 0,-3 9-24 0,3 6 60 16,-4 7 0-16,8 3-60 0,0-3-16 16,8-1-44-16,4-5 8 0,8-10 40 0,4-9-28 15,4-7-76-15,0-5-8 0,16 3-52 16,3-1 52-16,9-3 48 0,9 2 8 15,10 1-48-15,2-5 48 0,6 1-56 16,1-6-48-16,-4-3 36 0,0 1-148 16,-1-1-12-16,-10-1 72 0,-10 1 16 15,-3 4-4-15,-12 0 4 0,-5 2-28 0,-6 7 8 0,-5-1 104 0,-5 10 0 16,-10 2-48-16,-13 4-372 16,-4 4-12-1,-7-3 208-15,-2-4 0 0,-6 1-312 16,-5 0-280-16,-8-4-368 0,-4-3-800 15,12-3-2289-15,-35 4-2607 0</inkml:trace>
  <inkml:trace contextRef="#ctx0" brushRef="#br0" timeOffset="31214.524">4199 8338 10949 0,'0'0'1632'0,"0"0"-1096"0,0 0-92 16,0 0 572-16,84 12 544 0,-41-9-284 16,13-3 12-16,8 0-208 0,8 0-248 15,11-3-284 1,9-4-232-16,8 2-148 0,7-2-120 0,9-2-8 15,4 2-40-15,3-2-220 0,4 0 136 16,8 2 84-16,5-3 60 0,-1 1-60 0,9-1-72 16,-4 0 72-16,-9 2-112 0,1 1-20 15,-13 3-148-15,-8 1 48 0,-7 3-160 16,-8 3-48-16,-13 8-172 0,-11 1-176 16,-8 1-164-16,-8 2-208 0,-17-1-288 0,-7 1-852 15,-16-5-2129-15,-8-1-1695 0</inkml:trace>
  <inkml:trace contextRef="#ctx0" brushRef="#br0" timeOffset="32417.902">9331 7175 11745 0,'0'0'2312'0,"0"0"-1060"16,0 0-536-16,0 0-200 0,-84-9 260 16,68 15 64-1,0 4-212-15,1 8-96 0,-2 6-32 0,2 6 28 16,6 12-16-16,5 3-136 0,0 5-60 15,4 4-60-15,0-3-171 0,8-4-85 16,-3-12-169-16,-1-9-15 0,3-13-132 16,9-6-24-16,-4-7 8 0,8-5 64 15,8-10 48-15,0-7-84 0,0-7 8 16,0-9 4-16,-4 1 8 0,4-5-12 16,-9 10 88-16,1 3-40 0,-3 7 88 0,-6 5 36 0,-3 12-12 15,1 2-64-15,-5 3-48 0,3 6 248 16,1 10 236-16,0 3 308 0,0 9-160 15,0 11-76-15,0 3-12 0,0 2-28 0,0 6 52 16,0 4 84-16,-4 3-36 16,-4 1-76-16,0 2-36 0,0 0-24 0,-4 4-52 31,-4-1-8-31,-4 0-52 0,0-3-20 0,-4-2 21 0,0-1-61 16,0-9 0-16,0-4-56 0,0-9 8 0,1-6 52 15,-2-7-52-15,2-2 72 0,2-8-84 16,-2-3-76-16,-2-5-229 0,2-4-123 15,-5-4-44-15,-4-9-200 0,-3-9-36 0,2-3-68 16,1-4-100-16,4-2-316 16,8-1-520-16,9 7-1256 0,3-7-2709 15</inkml:trace>
  <inkml:trace contextRef="#ctx0" brushRef="#br0" timeOffset="32618.667">9905 8010 14557 0,'0'0'1916'0,"0"0"-1068"16,0 0-280-16,0 73 360 0,0-48 88 15,0 3-392-15,0-1-284 0,0-5-276 0,0 0-64 16,0 0-208-16,4-6-476 0,3 0-176 16,10-3-200-16,-6-4-848 15,1-2-2100-15,1-7-2457 16</inkml:trace>
  <inkml:trace contextRef="#ctx0" brushRef="#br0" timeOffset="33002.71">10212 6994 14957 0,'0'0'1324'0,"0"0"-800"16,0 0-312-16,0 0 196 0,0 0-20 0,0 0 264 16,0 0 136-16,0 0-64 0,51 67-164 15,-31-25-192-15,0 8-52 16,0 14-12-16,-4 8 133 16,-4 5 35-16,-1-1-264 0,-6 4-136 0,-1-8-72 15,-4 2-48-15,0-14-36 0,0-6 0 16,0-12-4-16,4-14-8 0,0-9-24 15,-1-10-160-15,5-3 47 0,1-6 5 16,-1 0 32-16,3-8 52 0,6-9 92 16,-2 1 44-16,5-3-88 0,1-3 12 0,-2 6-16 0,1 3-56 15,0 4-52-15,0 6 20 0,0 3 188 0,-5 6 220 16,6 3-24-16,-5 7-124 16,-1 3-28-16,2 4-44 0,-2-2-12 15,-3 5-108-15,-3-3-52 0,2-4-184 0,-3-1-280 16,-3-1-520-16,2-2-1000 15,-3-2-2164-15,-4-4-3457 0</inkml:trace>
  <inkml:trace contextRef="#ctx0" brushRef="#br0" timeOffset="35144.548">11096 7871 9672 0,'0'0'2357'16,"0"0"-645"-16,0 0-724 0,0 0-192 0,0 0 208 15,0 0-232-15,0 0-164 0,0 0-212 16,-8 76-184-16,8-48-104 16,4 4-20-16,0 4-84 0,-1-3 36 0,2 2-40 15,-5-3-60-15,0 0-52 0,4-6-96 0,-4-3-152 16,0-9-332-1,4-3-68-15,0-9-412 0,0-2-728 0,3-2-1165 0,6-23-2679 16</inkml:trace>
  <inkml:trace contextRef="#ctx0" brushRef="#br0" timeOffset="35906.827">11546 6941 6156 0,'0'0'2520'0,"0"0"-952"0,0 0-499 0,0 0 139 0,0 0 116 16,0 0-80-16,0 0-216 0,0 0-400 0,0 0-140 15,0 0 120 1,12 83 108-16,-4-40-200 0,0 12-96 0,0 5-92 16,-4 10-8-16,0 0-64 0,-4 5-160 15,0 6-96-15,0-3-88 0,-4 2-60 16,0-8 28-16,4-8-28 0,-4-12 0 15,4-15 16-15,0-12-16 0,0-8-96 0,4-9-584 16,4-8-208-16,4 0-468 16,0-5-692-16,-1-5-1685 0,6-15-2275 0</inkml:trace>
  <inkml:trace contextRef="#ctx0" brushRef="#br0" timeOffset="36208.098">12072 7185 11941 0,'0'0'1888'16,"0"0"-1368"-16,0 0-164 0,0 0 124 16,0 0-192-16,-92 41-36 0,64-18-52 15,-4 5-108-15,1 3-92 0,3 2-12 0,0 1-112 16,0-2 72-16,5-1 4 16,-2 2-4-16,5-5-12 0,5 4 16 0,2-3 48 15,2-4 44-15,11 0 96 0,0-6 60 16,7 1 68-16,5-5 4 0,8 1-20 0,4 3 20 0,8-7 88 15,0 5-96-15,4-4 20 16,-1-1 72-16,6 1 28 0,-2-4 120 16,1-2-148-16,-4 2-344 15,-1-6-12-15,2 4-160 16,-5-4-292-16,0 0-448 0,0 0-268 0,-4-3-704 0,-9 0-2345 16,1 0-3075-16</inkml:trace>
  <inkml:trace contextRef="#ctx0" brushRef="#br0" timeOffset="36411.126">12817 7299 14721 0,'0'0'1700'15,"0"0"-816"-15,0 0-324 0,88 16 68 16,-60-14 52-16,0-2-460 0,0 0-216 15,-4 0-4-15,3 0-160 0,1-2-332 16,-4-5-532-16,0 2-588 0,-9 1-2400 16,-6 1-4157-16</inkml:trace>
  <inkml:trace contextRef="#ctx0" brushRef="#br0" timeOffset="36569.776">12805 7569 14897 0,'0'0'2272'0,"0"0"-1860"0,0 0-328 16,0 0 412-16,0 0 12 0,0 0 252 16,83 32 120-16,-55-29-316 0,9-3-224 0,-1 0-196 0,7 0-144 15,-3-7-508-15,4 1-472 0,-4 0-544 16,-9 3-2580-16,5-1-5509 0</inkml:trace>
  <inkml:trace contextRef="#ctx0" brushRef="#br0" timeOffset="37254.712">14179 7185 5252 0,'0'0'2924'16,"0"0"-632"-16,0 0-775 0,0 0-401 16,0 0-176-16,0 0 72 0,-83 86 44 31,63-46-4-31,5 12-120 0,-2 2-268 0,6 0-196 15,-2-1-148-15,1-8-100 16,9-7-84-16,-1-9-136 0,4-13-56 0,0-4-4 0,0-8-52 16,4-4-132-16,7-4-124 15,9-11 284-15,8-10-248 0,4-11-76 0,0-9-52 16,4-6-72-16,-4 1 144 0,-1 2-136 16,-3 10-68-16,-3 4 88 0,-6 11 240 15,1 7 100-15,-8 10 100 0,0 3-60 16,-4 3 124-16,4 12 656 0,-4 5-16 0,4 4-184 0,4 8-108 15,0 3-112-15,0 2 40 16,0 4 108-16,-5 8 0 0,6-2 36 0,-1 3 0 16,-5 4-40-16,-3 7-36 0,-4 2 36 15,-4 1-64-15,0-2-132 0,-8 1-92 0,1-2-92 16,-10-8-96-16,6-5 84 16,-6-10-112-1,6-6 112-15,-1-11-232 0,3-5-404 0,-2-7-128 0,3-6-36 16,-4 0-284-16,0-9-676 15,4-10-748-15,0 3-1573 0,-4-22-571 16</inkml:trace>
  <inkml:trace contextRef="#ctx0" brushRef="#br0" timeOffset="37507.959">14673 7638 8888 0,'0'0'2249'15,"0"0"-517"-15,0 0 240 0,88-9-460 0,-72 9-504 16,0 0-304-16,-7 3-36 0,-6 8-104 15,-3 0-72-15,0 6-212 0,0 5-132 16,-8 3-140-16,-4 4-4 0,1-1-4 0,-6 4-84 16,6-1 32-16,-6-1 4 0,6-2 0 0,3-6 48 15,3-4 0-15,5-1-8 0,0-4-76 0,9-1 84 32,6-5 0-32,5-1 132 0,8-3 4 0,4-3 24 15,8-12-160-15,4-4 0 0,4-7-344 0,0-2-220 0,-5-7-260 16,5 0-476-16,-12 7-1196 15,8-16-4053-15</inkml:trace>
  <inkml:trace contextRef="#ctx0" brushRef="#br0" timeOffset="37941.532">15195 6810 10184 0,'0'0'1609'0,"0"0"-1081"15,0 0 364-15,0 0 304 0,0 0-96 0,56 79-120 16,-36-46-196-16,-4 4-236 0,0 8 68 0,0 10 0 16,-4 3-188-1,0 10-132-15,-8 1-52 16,-4 8-72-16,0-1-12 0,-8-1-16 0,-4-1-136 15,-4-6 40-15,4-12-44 0,5-8-4 16,-2-13-12-16,5-13-60 0,4-13-12 16,0-2-64-16,0-7-156 0,4 0-136 0,9-10 168 0,-2-6 272 15,6-6-4-15,2-6-44 0,1-8-64 16,4 1-48-16,-4 0 36 0,0 7 52 16,-5 6-28-16,2 9-24 0,-2 4 124 15,-2 5 40-15,-2 4 192 0,6 4 124 16,-6 2-120-16,6 4-16 0,-6 2 24 0,6 1-84 15,-6 3-40-15,1-1-56 0,-4 2 20 16,-4-1-36-16,0 0-48 16,0-4 0-1,-4 4-256-15,0-1-320 0,-8 2-284 0,-4-2-552 16,4 2-1540-16,-16-2-5049 0</inkml:trace>
  <inkml:trace contextRef="#ctx0" brushRef="#br0" timeOffset="38183.198">15734 7657 12117 0,'0'0'1536'0,"0"0"-712"0,0 0 900 0,0 0-264 16,0 0-508-16,0 0-28 0,0 0-180 15,0 0-340-15,75-5-172 0,-66 10-136 0,-6 2-36 16,1 9-44-16,-4 3 44 0,0 7 36 16,0 2 0-16,-4 4-32 0,-4-4-56 15,4-3-8-15,0-2-4 0,4-6-48 16,0-9-56-16,8-1 0 0,8-4 20 15,4-3-44-15,4-10-208 0,7-5-28 16,6-7-144-16,3-8-200 0,3-1-324 16,-2-4-736-16,-10 7-2132 0,9-14-2729 15</inkml:trace>
  <inkml:trace contextRef="#ctx0" brushRef="#br0" timeOffset="38431.941">16340 6880 13165 0,'0'0'2216'16,"0"0"-1384"-16,0 0 316 0,27 95 224 0,-15-51 40 16,0 11-84-16,0 2-295 15,0 3-309-15,-1 7-144 0,2 3-120 0,-1 2-196 16,-5 2-192-16,2 2-72 0,-1-7-96 0,-8-2-132 0,4-6-172 15,-1-11-156-15,1-9-132 0,0-8-149 16,9-11-271-16,-2-12-620 0,6-10-812 16,2-10-516-1,1-5-1089-15,12-34-1119 0</inkml:trace>
  <inkml:trace contextRef="#ctx0" brushRef="#br0" timeOffset="38688.212">16937 7185 12569 0,'0'0'2500'15,"0"0"-1276"-15,0 0-324 0,0 0-144 16,-80 32-176-16,48-14-40 0,0 8-120 0,-4 2-264 16,5 5-156-16,3-5-48 0,0 4-60 15,8-7 32-15,0 4-8 0,4-4 72 16,4 3-4-16,4-2 16 0,1-5 40 16,7 6 44-16,0-5 4 0,0 0 68 0,7 0 64 15,9-2-48-15,0-1 12 16,8-4 12-16,8 1 0 0,0-7 48 15,4-2-36-15,3-4-124 0,1 1-84 0,-4-1-68 0,0-3-128 16,0 0-388-16,0 0-248 0,-1 0-352 16,-3 0-1096-16,-8 0-2704 0,12 3-3381 15</inkml:trace>
  <inkml:trace contextRef="#ctx0" brushRef="#br0" timeOffset="38844.218">17813 7963 14101 0,'0'0'176'0,"0"0"-176"0,0 0-2308 0,0 0-3689 0</inkml:trace>
  <inkml:trace contextRef="#ctx0" brushRef="#br0" timeOffset="49005.702">10076 10506 7736 0,'0'0'1540'0,"0"0"-800"0,0 0-432 0,0 0 429 15,4-70 379-15,-4 52-284 0,0-1-16 0,0-1-132 16,-8 4-176-16,4 0-68 0,-4 0-64 15,0 3 68-15,0 4 92 0,-4 0 100 16,0 2-216-16,4 4 112 0,-4 0-88 16,0 3-176-16,-4 3-208 0,0 7-60 0,-3 12-212 15,-2 9-32-15,1 10 84 0,1 8 84 16,2 8 68-16,2 0-52 16,2-3-28-16,6-7-72 0,3-12 12 0,0-13 44 15,4-9 104 1,0-7 0-16,4-6-108 0,4 0-56 15,8-6 164-15,-1-7 132 0,10-6-32 16,-1-6-100-16,0-7-128 0,-1-3-72 0,-7 0 128 16,4 7-28-16,-8 2-36 0,-4 11 48 15,0 2-24-15,0 9-88 0,-4 4 0 16,4 0 76-16,-4 4 124 0,4 9 288 16,4-1 48-16,-4 10-12 0,3 7-76 0,-2 2-24 15,-1 4-104-15,-4 7-20 0,3-1-36 0,-3 4-16 16,-4 5 52-16,0-2-40 15,-4 3 64-15,-3 2 48 0,-5-5 24 0,-4 0-48 16,4-7 24-16,-4-3-12 0,4-6 36 16,-4-3-36-16,4-6 36 0,-4-9-64 15,0 2-20 1,0-6-16-16,0-3-96 0,0-4-112 0,1-3-96 16,-2 0-136-16,-2-6-72 0,2-8-40 15,2-4-12-15,-1-1-212 0,0-7-40 16,8-2-8-16,0-1-568 0,8-3-1160 15,0 10-2533-15,8-9-695 0</inkml:trace>
  <inkml:trace contextRef="#ctx0" brushRef="#br0" timeOffset="49193.9">10275 10858 11357 0,'0'0'1628'15,"0"0"-940"-15,0 0 100 0,4 79 372 16,-4-47 132-16,0-2-100 0,-4 1-344 0,-4-3-440 15,8 1-384-15,-4-4-24 0,4-3-248 16,0-3-44-16,4-6-216 0,4-3-568 16,4-8-416-16,8-4-604 15,-8-8-620-15,12-22-2169 16</inkml:trace>
  <inkml:trace contextRef="#ctx0" brushRef="#br0" timeOffset="49572.825">10813 10007 14289 0,'0'0'1516'16,"0"0"-948"-16,0 0-296 0,0 0-96 16,0 0 348-16,0 0 208 0,8 89 240 0,-5-48-384 0,2 10-184 0,3 7-96 15,-8 5-104-15,0 7-88 0,0 2-116 0,0 2-60 16,-8-5 48-16,0-1-100 0,0-15-20 15,4-9-76-15,4-11 12 0,0-11-48 16,0-10-4-16,0-6-44 0,4-6-28 16,0 0 84-16,3-6 108 0,10-6 128 31,-1-8 0-31,0 2 4 0,0-1-4 0,3-1-44 0,-2 5-68 0,-2 5 16 16,-2 4-40-16,-2 6 136 0,1 0 208 15,0 6 164-15,0 4-4 0,1 5-184 0,-6 5 12 16,5-1-60-16,-8 6-28 0,4-2 4 15,-4 2-52-15,0-3-60 0,-4 0-4 16,0 0-68-16,4-3-16 16,-4-3-132-16,0-7-232 0,0 1-312 0,0-7-240 15,0-3-828-15,0 0-1252 16,0-6-2681-16</inkml:trace>
  <inkml:trace contextRef="#ctx0" brushRef="#br0" timeOffset="49727.411">11359 10820 11325 0,'0'0'2204'31,"0"0"-972"-31,0 0-364 0,0 76 200 16,-4-50 112-16,-5 2-96 0,6 0-332 16,-1 1-472-16,4 1-280 0,-4-9-184 0,4 4-492 15,0 1-284-15,0-4-440 0,0-3-1196 16,0 3-3313-16</inkml:trace>
  <inkml:trace contextRef="#ctx0" brushRef="#br0" timeOffset="50528.877">7690 10426 8548 0,'0'0'908'15,"0"0"-392"-15,0 0-244 0,0 0 168 16,-69-67-95-16,50 55 1811 0,-2 2-900 0,2 4-308 15,-1 3-88-15,3 3 88 0,2 0-84 16,-1 6-344-16,0 7-112 0,4 6-116 16,-4 9 4-16,0 7-4 0,4 12-84 15,5 8 24-15,-2 6-84 16,9 2-72-16,0 7-76 0,0-6-204 16,5-2-32-16,2-1 28 15,5-14-60-15,4-2-344 0,0-12-56 0,4-12-72 16,4-11-108-16,8-10-168 0,4-10-424 15,3-11-1212-15,-11-2-2349 0,17-25-991 16</inkml:trace>
  <inkml:trace contextRef="#ctx0" brushRef="#br0" timeOffset="50876.52">7952 10451 8808 0,'0'0'2261'16,"0"0"-453"-16,0 0-204 0,0 0-280 15,0 0-256-15,-71 77 60 0,50-36-312 16,6 3-216-16,-2 1-108 0,10-3-260 15,-1-11-232-15,8-3-284 16,0-9-192-16,0-5-28 0,0-7 96 16,8-5 76-16,-1-2 160 0,1-2-64 15,5-12-12-15,-2-2 172 0,2-3-36 16,-5 0-60-16,3-3 36 0,-2 3 24 0,-5 0 112 16,0 3-4-16,3 4-56 15,-3 5-88-15,0 3 36 0,5 4-116 0,-2 0 228 16,1 4 88-16,9 9 436 0,-2 0-176 0,-2 8-60 15,2 5-92-15,1 2 164 0,-4 7 36 16,-4 4-4-16,-1 5 0 16,-7 4-36-16,0 2-84 0,0 8-52 15,-7-4-168-15,-5 3-52 0,-4-7-48 16,4 1-52-16,-8-6-8 0,4-4-16 0,0-9-144 16,-3-7-176-16,2-9-144 0,6-3-180 0,-6-13-224 0,6 0-932 0,-2-13-840 15,5 0-1549-15,1-15 197 16</inkml:trace>
  <inkml:trace contextRef="#ctx0" brushRef="#br0" timeOffset="51123.02">8056 10966 5580 0,'0'0'6973'0,"0"0"-5761"0,0 0-524 0,0 0 432 16,0 0 76-16,79-7-264 0,-71 7 56 15,-3 0-400-15,-1 5-280 0,0-3-136 0,-1 8-52 16,1 3-20-16,0-1 20 0,-4 11-72 15,0 1-48-15,0 6-4 0,-4 4-4 16,0-2-44-16,1 2 40 0,-1-5-48 16,4-4 12-16,0-6-76 0,7 1-8 0,1-10-28 15,9-1-24-15,-2-3 160 0,9-6 24 16,4 0 144-16,4-9-4 0,4-7-140 0,-1-7-60 16,1-2-296-16,1-6-236 0,-5-1-284 15,-1 0-444-15,-3-3-1088 0,-8 10-2417 16,0-17-3771-16</inkml:trace>
  <inkml:trace contextRef="#ctx0" brushRef="#br0" timeOffset="51565.328">8661 10062 8232 0,'0'0'3297'16,"0"0"-1849"-16,0 0-724 0,0 0 180 0,0 0 268 16,20 91-108-16,-12-56-44 0,-4 3-404 0,0 7-160 15,1 2-36-15,-5 4-28 16,4 6-40-16,-4 4-144 0,-4 5-108 0,-1-1-52 0,-3-7-48 15,0 0-48-15,1-10-52 16,3-12 44-16,4-11 56 16,0-10 84-16,0-8-84 15,4-4-220-15,3-3-52 16,5-3-68-16,8-7 80 0,1-2 136 0,2-7-72 16,1-1-148-16,4 5 36 0,-8 2 24 0,-1 3 48 15,2 10-12-15,-6 0 248 0,-2 10 36 16,2 3 140-16,-6 2-4 0,-2 7 148 15,-3 1 52-15,-4-1-76 0,0 0-52 0,0 0-20 16,0 0-116-16,0-2-108 0,-4-1 0 16,1-3-132-16,-5-4-400 0,3 2-256 0,-3-6-304 0,1-2-868 15,3-6-1960-15,-5 0-2881 0</inkml:trace>
  <inkml:trace contextRef="#ctx0" brushRef="#br0" timeOffset="51826.126">9084 10772 8748 0,'0'0'4401'0,"0"0"-3381"15,0 0-616-15,0 0 228 16,0 0 428-16,0 0 60 0,0 0-452 0,0 0-432 0,0 0-136 16,0 0 12-16,0 77-64 15,-8-55-48-15,4 7-12 0,-1-4-52 0,1-3 60 16,1 0 4-16,3-6 12 0,0-2 164 0,0-6-56 15,3-4-56-15,6-1-56 0,-1 1 128 16,3-4-28-16,6 0-108 0,-6-11-40 16,6 3-48-16,-2-2-216 15,2-7-228-15,2 2-260 0,-6-5-372 0,-2 1-716 16,1 4-2545-16,-7-12-3951 0</inkml:trace>
  <inkml:trace contextRef="#ctx0" brushRef="#br0" timeOffset="52224.098">9215 10236 10092 0,'0'0'1353'16,"0"0"-1017"-16,0 0-132 0,52 67 272 15,-36-42 468-15,4 0 172 0,0 4-168 0,-5 0-460 16,6-4-168-16,-6 4-8 0,-2 2-100 15,-6-2-36-15,-3 3-92 16,-4 3 104-16,0-1-52 0,-7 5-80 0,-5 2-56 16,-4-3-152-16,-5 3 28 0,2 0-12 15,-1-2-64-15,0-8-60 0,4-2-120 16,0-4-136-16,8-9 0 0,-4-6-12 16,4-8-92-16,4-2-296 0,0-9-1216 0,0-3-521 15,-4-20-2659-15</inkml:trace>
  <inkml:trace contextRef="#ctx0" brushRef="#br0" timeOffset="52446.09">9279 9972 11789 0,'0'0'1792'0,"0"0"-1220"16,0 0 148-16,0 0 740 0,0 0-64 15,0 0-136-15,0 0-416 0,84 41-500 32,-64-34-344-32,-1 2 0 0,1-6-268 0,1 4-320 0,-6-7-240 0,5 0-320 15,-4 0-932-15,-4-7-3021 16,0-5-4367-16</inkml:trace>
  <inkml:trace contextRef="#ctx0" brushRef="#br0" timeOffset="52620.924">9570 9855 836 0,'0'0'12045'16,"0"0"-9733"-16,0 0-1384 0,0 0-36 0,0 0 372 0,0 0-20 31,0 70-24-31,0-45-512 0,4 4-307 0,0 3-157 0,0 0-120 16,-1 6-124-16,1 3-168 0,-4 0-501 0,0 7-295 15,0-1-296-15,0 1-1192 0,-4-13-3208 16,1 3-4153-16</inkml:trace>
  <inkml:trace contextRef="#ctx0" brushRef="#br0" timeOffset="53278.084">12394 10429 12685 0,'0'0'1264'0,"0"0"-656"0,0 0 224 0,84 0 240 16,-48 0 120-16,4 0-228 0,0 0-212 16,0 0-288-16,0-3-208 0,-4 1-172 0,3-4-84 15,-3-1-100-15,-4 0-56 16,0 2-200-16,-12-6-552 0,-1 8-456 15,-6 0-1728-15,-13 3-5425 0</inkml:trace>
  <inkml:trace contextRef="#ctx0" brushRef="#br0" timeOffset="53427.619">12618 10655 14853 0,'0'0'1472'0,"0"0"-884"0,0 0-204 0,0 0 324 31,0 0 108-31,0 0-104 0,107 7-272 0,-71-11-320 16,4-5-120-16,8-1-156 0,0-3-568 16,-1 0-532-16,-6 1-804 0,14-4-3925 15</inkml:trace>
  <inkml:trace contextRef="#ctx0" brushRef="#br0" timeOffset="64757.916">15017 9906 8080 0,'0'0'2048'16,"0"0"-1003"-16,0 0 1767 0,0 0-1104 16,0 0-528-1,0 0-348-15,0 0-80 0,0 0-148 16,0 0-112-16,0 0-16 0,0 0-72 0,55 82-52 0,-43-50-44 0,0 5 8 0,4 5-40 15,-4 9-43-15,4 3-25 0,0 10 20 0,-5 5-80 16,6 7-40-16,-6 4-36 16,2-1 12-16,-5 4 12 0,-1-1-88 15,-3-1-4-15,1-3 12 0,-1-5 56 0,0-3-60 16,0-3 72-16,-1-7 180 0,1-6-140 16,0-9-76-1,0-4-40-15,5-6-8 0,-6-10-12 0,1-2-100 16,0-8-8-16,-4-1 12 15,4-9-12-15,-4-2-40 0,0-3 16 16,4 0 60-16,-4 0 24 0,0 0 0 0,0-6 56 16,0-6 0-16,0-4-116 0,-4-7 0 15,0-5-108-15,0-4-77 0,-3 1 25 16,7-4 84-16,0 6 64 0,0 4 56 0,7 0 28 16,5 2 40-16,0 4 0 0,4-3-4 15,0 0 12-15,-4-1 72 0,4 5 52 0,0-1 44 16,-4 5 40-16,0 2-24 0,-4 2-88 15,0 4-83-15,0 2 35 0,0 4-48 0,-1 0 0 16,2 0 0-16,3 10 64 0,3 7 120 16,-2 2-40-16,2 2-12 0,1 8-32 15,-4-1-28-15,1 1 0 0,-2 3-72 0,-3-4 0 16,1 1 0-16,-2-4-60 0,-3 1-48 0,4-8-112 16,0 2-156-16,-4-4-73 15,4-4-211-15,-4-2-352 0,0-1-416 16,0-6-988-16,0 1-1852 0,-1-4-1917 0</inkml:trace>
  <inkml:trace contextRef="#ctx0" brushRef="#br0" timeOffset="65035.146">15801 11218 1540 0,'0'0'9449'0,"0"0"-7489"0,0 0-280 0,0 0 348 16,0 0-588-16,0 0-456 0,0 0-112 0,80-7-348 0,-64 7-268 15,-4 3-108-15,0 1-76 0,-1 4-72 0,-2 3-12 16,-1 3-72-16,-4 9-40 16,-4 6-32-1,0 9 20-15,-8 3-48 0,-1 7 112 0,2 0 60 16,-5-1 8-16,8-3 4 0,0-9 8 16,4-9 200-16,0-5-40 0,12-7-56 15,-1-8 84-15,10-3-124 0,7-3 0 0,4-9-60 16,3-7-12-16,5-10-116 15,4-5-104-15,0-4-120 0,-4-3-176 16,0 3-220-16,-9-1-484 0,-3 2-1244 16,-8 9-2841-16,0-11-4275 0</inkml:trace>
  <inkml:trace contextRef="#ctx0" brushRef="#br0" timeOffset="65289.626">16220 10112 11597 0,'0'0'2480'0,"0"0"-604"16,0 0-620-16,79 13 28 0,-43-7-508 0,0 0-356 15,4-3-152-15,3 4-268 0,-7-7-12 16,5 0-112-16,-6 0-340 0,1-10-508 0,-4-2-428 16,-8-1-1536-16,4-9-5037 0</inkml:trace>
  <inkml:trace contextRef="#ctx0" brushRef="#br0" timeOffset="65474.813">16729 9820 312 0,'0'0'11129'16,"0"0"-9005"-16,0 0-740 0,-3 89 100 0,3-54-28 16,7 3-148-16,-3 4-196 15,5-2-428-15,-1 5-256 0,-1 3-212 0,-3-4-216 16,-4 6-328-16,0-1-572 0,0-2-324 16,0 0-728-1,0-12-2036-15,-8 12-2869 0</inkml:trace>
  <inkml:trace contextRef="#ctx0" brushRef="#br0" timeOffset="66310.383">17857 10676 444 0,'0'0'9460'0,"0"0"-6975"0,0 0-957 16,0 0-160-16,0 0 76 0,0 0-128 0,0 0-268 16,0 0-252-1,0 0-380-15,0 0-132 16,0 0-16-16,-71 49 24 15,62-15-24-15,-2 11 96 0,-2 0 193 0,2-1-169 16,-1 0-180-16,-1-9-88 0,6-8-120 0,3-6-8 16,0-11-40-16,4-3-12 0,0-5-100 15,0-2-56-15,0-2-220 0,4-5-53 0,4-9 29 16,4-6 168-16,4-6-12 0,0-11 32 16,-1-3-20-16,2 5-24 0,-2-2 20 0,-2 10 124 0,-2 8 48 15,1 5 40-15,0 6 72 16,-4 7-100-16,0 3 112 0,0 0 60 15,4 9 176-15,0 11 120 0,0 5-12 0,0 7-200 16,4 5-20-16,-4 5-40 16,-1 2 4-1,2 4 44-15,-1 6 64 0,-5 0-12 0,2 6 72 16,-5 1-28-16,0 3 100 0,-4 2-35 0,0 1-121 0,-8-7-76 16,-1 0-24-16,-2-8-64 0,-1-5 4 15,0-9-12-15,0-10 4 0,-1-2-4 0,6-11-120 16,-5-5-269-16,0-4-75 15,0-6-72 1,-4 0-156-16,0-9-204 16,0-16-324-16,0 2-916 15,-4-22-7065-15</inkml:trace>
  <inkml:trace contextRef="#ctx0" brushRef="#br0" timeOffset="66561.997">18220 11258 10332 0,'0'0'2033'0,"0"0"-397"0,0 0 332 16,0 0-120-16,87-3-456 0,-71 3-156 0,0 7-432 16,-4-1-392-16,0 4-203 0,-3-1-137 15,-2 4-24-15,1 2-40 0,-4 1 44 16,-4 6-52-16,0 1-64 0,-4 5 52 16,-4 5-48-16,1-2 0 0,-6 1 47 15,5-1 9-15,5-5 4 0,3-5 0 0,0-2-4 16,0-5-8-16,3-5-124 0,13 1 52 15,0-7 12-15,4 1-48 0,7-4-260 16,5-4-44-16,5-9-40 0,3 1-100 16,-1-7-284-16,-3-1-796 0,-8 8-2272 15,0-4-2625-15</inkml:trace>
  <inkml:trace contextRef="#ctx0" brushRef="#br0" timeOffset="67212.023">17383 10264 2980 0,'0'0'5220'0,"0"0"-3432"16,0 0-459-16,-40 77 135 0,25-46-140 15,2 4-172-15,-2 1-144 16,-2-3-184-16,2 6-8 0,-2-4-100 0,6 0-212 15,-6 4-220-15,10 5-136 0,-1 0-88 16,4 8 52-16,4 2 32 0,0 2-56 16,0 1-88-1,12 1-8-15,-1-1-116 0,6-3-24 0,3-7-32 16,3 1-312-16,1-6-76 0,0-5-236 16,4-2-756-16,-4-13-2228 0,12 4-2205 0</inkml:trace>
  <inkml:trace contextRef="#ctx0" brushRef="#br0" timeOffset="67960.308">19268 10563 3116 0,'0'0'6480'31,"0"0"-5059"-31,0 0 263 0,0 0-500 0,-100-13 92 0,72 16-444 0,1 7-152 16,-1 5-144-16,4 11-164 0,3 6-24 0,2 8 68 15,3 9 436-15,4 4-204 0,-1 5-232 16,2-4-172-16,7-3-120 0,0-14-124 15,4-8-88-15,0-10 4 0,4-8-112 16,4-9-12-16,3-2 24 0,10-7-12 31,-1-5-12-31,8-9 112 0,0-12-212 0,-1-5-136 0,-3-3 24 16,4 0-36-16,-8 2 36 0,-1 4 244 16,-2 7-24-16,-2 6 0 15,-6 6 128-15,-1 6-16 0,-4 7 80 0,-1 3 8 16,1 3 336-16,0 7 88 0,5 9 32 15,-5 3-120-15,3 7-40 0,1 6-88 0,1 5-84 16,-1 2 24-16,-1 6 100 0,1 0 8 0,-3 6 12 16,-5 3-72-1,4 0 24-15,-4 6-24 0,0-2 0 0,0 5-24 16,0 1 60-16,-9-3 132 0,5-1 124 16,-4-7-159-16,5-4-113 0,-1-8-60 15,-4-3-44-15,3-6-16 0,-3-7-92 16,1-5 0-16,3-4 4 0,-5-7-8 15,1-1 0-15,1-5-96 16,-5-3-136-16,0 0-56 0,-8-3-53 0,0 0-147 16,0-6-48-16,-8-4-100 15,5-5-36-15,-5-2-312 16,4-1-804-16,3-1-1368 0,10-1-2409 16,3-8-2318-16</inkml:trace>
  <inkml:trace contextRef="#ctx0" brushRef="#br0" timeOffset="68165.887">19626 11147 4712 0,'0'0'6585'32,"0"0"-4397"-32,0 0-388 0,0 0-180 0,0 0-292 15,0 0-332-15,40 83-212 0,-32-58-260 0,0 3-192 16,0 8-100-16,-5-2-40 0,6 5-68 15,-1-1-124-15,-4 3-4 0,0 0-84 0,-4-3-252 16,3 1-220-16,-3-2-112 16,0-5-4-16,4-3-100 0,5-4-436 15,-5-12-1644-15,7-6-4509 0</inkml:trace>
  <inkml:trace contextRef="#ctx0" brushRef="#br0" timeOffset="69214.805">20806 10550 10092 0,'0'0'1857'0,"0"0"-465"15,0 0-184-15,0 0-12 0,68 82-104 0,-49-59-48 16,-3 3-292-16,-4-1-296 0,4 0-136 15,-4-3-112-15,-8 7-96 0,4-4-64 16,-8 4-40-16,0 0 40 0,-8-1 0 16,-4 4-48-16,-8 2-12 0,1-1-232 0,-9-1-136 15,3 2-76-15,-3-2-136 0,0-3-100 0,0 2-264 16,0-5-696-16,9-7-1520 0,-9 4-3377 16</inkml:trace>
  <inkml:trace contextRef="#ctx0" brushRef="#br0" timeOffset="70048.201">21435 9832 5944 0,'0'0'2988'15,"0"0"-1012"-15,0 0-547 16,0 0 127-16,0 0-468 15,0 0 108-15,0 0 16 0,0 0-60 0,0 0-156 16,88 74-324-16,-64-43-124 0,-5 11-48 0,2 3-48 16,-6 7-99-16,1 9-101 0,-4 3-68 0,-3 6-28 0,-5 0-60 0,-1 2 0 15,-3 2-32-15,0-4-4 16,-7-3-52-16,-2-8-8 0,1-1-4 0,1-10-144 16,3-13 40-16,4-8 96 15,0-7 0-15,0-10-84 0,0-4-76 0,4-3-92 0,3-3-65 16,1 0 73-16,5-14-24 15,2 3 24-15,1-11-72 0,0-3 24 16,0-4 12-16,-4-3 32 0,4 6 52 0,-4 1 36 16,4 9 0-16,-4 2 64 0,-5 6-4 15,2 5-72-15,-1 3 184 16,0 0 100-16,-1 3 304 0,6 5-148 0,-5 3-156 16,-1 5-4-16,6-1-20 0,-5 4 32 15,-1 3-96-15,1 4 64 0,1 0 132 0,-2 2-76 16,1-2-48-16,-4-1-72 0,0-3 28 15,5-3-40-15,-6-3-100 0,1-4-204 16,0-2-308-16,-4-3-284 0,4-7-764 16,0 0-1172-16,0 0-2381 0,1-12-3263 0</inkml:trace>
  <inkml:trace contextRef="#ctx0" brushRef="#br0" timeOffset="70302.507">22200 10611 10920 0,'0'0'2665'0,"0"0"-1221"16,0 0-440-16,0 0 176 16,16 72 92-16,-8-46 128 0,0-4-484 0,0 6-488 15,-1 2-172-15,2-1-76 0,3 2-8 0,-1 1-115 16,-2 2-57-16,-1-2-97 0,-4 3-207 15,-1 1-84-15,-3-3-112 0,0 3-148 0,0-1-212 32,-3-4-336-32,-1-2-636 0,4-10-1384 15,-4 3-3509-15</inkml:trace>
  <inkml:trace contextRef="#ctx0" brushRef="#br0" timeOffset="72304.563">18164 12265 7140 0,'0'0'1896'0,"0"0"-1044"15,0 0-24-15,0 0-159 0,0 0-269 0,0 0 2052 0,0 0-1088 16,0 0-460-16,0 0-256 0,0 0-100 16,0 0 20-16,0 0 48 0,0 0 12 0,-44 95-104 15,49-53-96-15,2 2-48 0,5 0-76 16,-4 0-124-16,4-6-80 15,0-2-28-15,0-5-64 0,4-5 0 0,0-10-8 16,3 0-60 0,6-7-136-16,3-6-48 0,0-3-12 15,3-3-48-15,5-10 60 0,0-2-48 0,-1-7-40 16,-3-1 36-16,5 1 64 0,-1-3-40 0,-1-4 4 16,-3 4 20-16,8-1 24 15,-5 4 40-15,10 3 172 0,-6 0-136 16,1 9 48-16,1 4 92 0,-6 6 8 15,5 0 212-15,-5 6-40 0,-3 4-48 16,0 6 24-16,-4 0-24 0,-8 6 12 0,1 0 0 16,-10 0 24-16,-3 6 12 0,-8-3 12 15,0 1-64-15,0 0-112 0,0-4-8 16,-4-6 0-16,0-3 0 0,4-4 4 16,-4-6 8-16,4-3 96 0,0 0-108 0,4-3-160 0,4-9 88 15,4-4 68-15,8-13-168 16,8-2 12-16,0-7-64 0,4-6-96 15,3-2 100-15,1 5 32 0,5 0 52 0,-6 6 0 16,5 6 36-16,-5 7 52 0,2 6-16 16,-5 7-8-16,0 6 60 0,-4 3 12 15,-5 6 184-15,-3 10-120 0,-4 4 20 0,0 1-20 16,-4 2 24-16,0 2 60 0,-4-3 36 16,3 0 64-16,2-3 12 0,-1-6-16 0,0-4 40 31,7-5-52-31,2-4 52 0,7 0-76 0,0-13-52 0,7-6-56 15,1-7-100-15,0-2-8 0,-1 0-152 0,1-8-160 16,-3 4-144 0,-6 4-76-16,-3-1-164 0,-7 8-276 15,-6-2-692-15,-3 6-840 0,-8 9-1697 0,-4 2-1763 16</inkml:trace>
  <inkml:trace contextRef="#ctx0" brushRef="#br0" timeOffset="72653.762">19351 13052 11941 0,'0'0'2256'0,"0"0"-1208"15,-8 101-568-15,8-56 64 0,0 9 268 0,0 3 288 16,-4 0-248-16,4 0-372 16,0-3-236-16,0-3-148 0,0-3-96 15,4-8-72-15,0-1-236 0,0-13-36 0,5-8-24 16,-2-8-100-16,9-7-188 15,0-3-352 1,8-15-1032-16,-4 2-1897 0,11-22-1635 0</inkml:trace>
  <inkml:trace contextRef="#ctx0" brushRef="#br0" timeOffset="72911.638">19925 13103 5716 0,'0'0'8161'0,"0"0"-6809"0,0 0-760 0,-99 38-112 0,58-19-80 16,5 0 0-16,-3 4 72 16,3-2-188-16,4 2-284 0,4-1-40 0,4 0-60 0,4 4-64 15,5-3-120-15,3 2 284 0,-1-6 52 0,10 0 156 16,-1 0 16-16,4-4-24 16,4-2-40-16,7 0-24 0,6 0 60 15,3-1 112-15,3 1 24 0,9-1-148 0,0 4-172 16,4-3-12-16,4-1-72 0,3 5-52 15,2-4-84-15,-2 6-200 0,1-5-96 0,0 6-140 16,-1-1-368 0,-15-3-1680-16,17 7-6009 0</inkml:trace>
  <inkml:trace contextRef="#ctx0" brushRef="#br0" timeOffset="75027.687">19005 13147 1228 0,'0'0'6612'16,"0"0"-4568"-16,0 0-919 0,0 0-417 15,0 0-312-15,0 0 104 0,0 0 660 0,0 0-664 16,48-72-304-16,-37 55-116 0,6-5-76 15,-2 2 0-15,6 6-4 0,-6-5-56 16,1 2-28-16,4 4 88 0,0-1 8 16,-4 0 0-16,4 5 80 0,0-4-76 15,-5 7-4-15,6-4-8 0,-5 4-44 16,-1 3 40-16,2 0-88 0,-6 3 92 16,5 3 108-16,-4 6-108 0,0 7 76 0,0 3 12 15,-4 6-80-15,0 0 132 0,-4 7-132 16,0 0-8-16,-4-3 0 0,0-1-76 0,0-5-164 15,0-7-104-15,4-7-212 0,-4-6-312 16,4-3-532-16,-4 0-1509 0,0-3-3075 16</inkml:trace>
  <inkml:trace contextRef="#ctx0" brushRef="#br0" timeOffset="75227.28">19255 12995 4880 0,'0'0'4868'0,"0"0"-3099"0,0 0-465 0,4 67-104 15,5-39-140-15,-1-2-92 0,-1 5-336 16,1-2-424-16,1 3-208 0,-1 0-64 0,-1-1 4 0,6-2-240 16,-2-4-568-16,1-3-180 0,4-5-492 0,-8-5-1557 15,8 1-4155-15</inkml:trace>
  <inkml:trace contextRef="#ctx0" brushRef="#br0" timeOffset="76115.086">23057 10594 1160 0,'0'0'7536'15,"0"0"-6580"-15,0 0 1853 0,0 0-609 16,0 0-408-16,0 0-536 0,0 0-292 16,0 0-228-16,0 0-244 0,0 0-52 0,0 0-52 15,51 0-108-15,-31 5-144 0,-3-5-44 16,2 0-92-16,-2 0-12 0,-2 0-108 0,-2 0-88 16,-2 0-172-1,-3 0-436-15,0-5-376 16,-4 5-508-16,0 0-2104 0,-4 0-2889 0</inkml:trace>
  <inkml:trace contextRef="#ctx0" brushRef="#br0" timeOffset="76283.106">23029 10789 4668 0,'0'0'5140'16,"0"0"-3155"-16,0 0-845 0,0 0-312 0,0 0 100 15,0 0-172-15,0 0-56 0,88 0-700 0,-60 0-12 0,8 0-324 16,-5 0-332-16,5 0-828 0,-12 0-1373 16,8 0-3463-16</inkml:trace>
  <inkml:trace contextRef="#ctx0" brushRef="#br0" timeOffset="79558.19">24105 9681 7536 0,'0'0'232'16,"0"0"2592"-16,0 0-1575 0,0 0-417 0,0 0 292 15,0 0 192-15,0 0-20 0,0 0-288 0,0 6-312 16,4 3-192-16,0 7 28 0,-1 6 164 0,5 4-156 15,-4 6-116-15,5 5-92 0,2 2-40 16,-3 5 12-16,5 3-27 0,-6 5-33 16,1 1-64-16,1 11-44 0,-5 2-76 15,-1 8-60-15,-3 5 0 0,0 3-4 16,0 1-40-16,-3-3 44 0,-1-10 60 0,4-10 24 16,0-13-80-16,0-9 8 15,0-6-12-15,0-9-76 0,4-9 64 16,-1 0 0-16,1-8-144 0,0-2-64 0,0-4-48 15,4 0 27-15,4-4 141 16,0-5 16-16,4-4 12 0,-4-6 24 0,4-6-64 0,0-1 16 16,-4-2-12-16,0 2 20 0,-5 4 88 15,1 3 4-15,-3 6-4 0,-1 4 44 16,-4 3-44-16,0 6-88 0,4 0-108 0,-4 0 116 16,7 0 80-16,1 6 256 0,1 7-12 15,-1-1-60-15,3 7-16 16,-2 0-32-16,-5 3-76 15,3-2-60-15,-3-1 0 0,4-4-160 16,-8 2-156-16,4-2-208 0,1-2-144 0,-5-3-352 16,4-1-820-16,-4 1-1228 0,3-4-2253 15,-3-6-1743-15</inkml:trace>
  <inkml:trace contextRef="#ctx0" brushRef="#br0" timeOffset="79891.965">24631 10741 6260 0,'0'0'6025'0,"0"0"-4861"0,0 0-416 16,0 0 300-16,0 0 224 16,83-4-164-16,-67 4-132 0,1 0-348 15,-6 0-284-15,1 0-184 0,-4 4-160 0,0-1-56 16,-4 3-48-16,-4 3 104 0,0 8 0 15,-4 1-112-15,-8 8-8 16,-4 5-76-16,-8 5-16 0,4 2 128 0,-3-4-16 16,2 2 40-16,1-7 60 0,8-2 0 15,1-4 96-15,7-4 128 16,-1-6-40-16,5 0-60 0,5-7-64 0,3 0 76 16,7-3 132-16,2-3-12 0,2 0-132 0,9 0-64 15,0-6-60-15,4-7-172 0,0 1-132 0,-5-4-236 16,-2 3-284-16,-1-3-280 0,0 1-660 0,-9 4-2156 15,2-3-3281 1</inkml:trace>
  <inkml:trace contextRef="#ctx0" brushRef="#br0" timeOffset="80439.988">24925 9676 6352 0,'0'0'3296'15,"0"0"-1451"-15,0 0-573 0,0 0-76 0,0 0 80 16,0 0-140-16,0 0-176 0,0 0-192 15,0 0-224-15,100 17-128 0,-73-14-184 16,-3 4-112-16,1-4-120 0,-1-3-60 0,-5 3-4 0,1-3-132 16,-3 0-220-16,-2 0-412 15,-2-3-292-15,-2-7-804 0,-3 4-2629 0,0-10-4095 16</inkml:trace>
  <inkml:trace contextRef="#ctx0" brushRef="#br0" timeOffset="80655.551">25344 9417 5928 0,'0'0'5757'0,"0"0"-4425"0,0 0-704 0,0 0 372 0,0 0 548 16,0 0-224-16,0 0-396 0,0 0-424 16,0 0-196-16,24 86-36 0,-13-58-64 15,-7 1-160-15,4 3-48 0,1 2-60 16,-5 4-100-16,-1 4-72 0,-3 2-152 0,0 0-428 15,0 5-352-15,0-5-584 0,0-13-2268 16,0 14-3433-16</inkml:trace>
  <inkml:trace contextRef="#ctx0" brushRef="#br0" timeOffset="81509.991">26173 9855 6460 0,'0'0'2092'15,"0"0"-564"-15,0 0-83 0,0 0-113 0,0 0-8 16,0 0-148-16,0 0-388 16,0 0-368-16,0 0-8 0,0 0 172 0,11 63 220 15,-3-31-176-15,4 6-124 0,-4 3-76 16,0 6-24-16,1 5-88 0,-2 5-84 15,-3 1-100-15,0 5-92 0,-4 3-40 0,0 1-8 16,-4 0-88-16,-4-4-40 16,1-3 76-16,-2-8-24 0,5-8-40 15,0-10-8-15,4-8 60 0,0-7 20 0,0-9-20 0,0-4-76 0,8-2-20 16,1-4-104-16,2-4 40 16,5-5 60-16,0-8-148 0,0-5 160 0,4-3-100 15,-4 0 124-15,0-1-24 0,-4 1 64 16,0 5 44-16,-1 8 4 15,-7 2 36-15,5 5-52 0,-1 1-84 0,-1 4 148 0,1 0 324 32,1 9 56-32,-2 1-72 15,1 2-72-15,1 8 8 0,-5-1-36 0,3 3-84 16,-3 3 84-16,0 2-24 0,-4-2 0 16,4 4 36-16,-4-4-88 0,0 0-132 15,0-3-36-15,4-6-84 0,-4 0-64 0,0-7-124 16,5-3-216-16,-5-2-252 15,0-4-240-15,4 0-896 0,-4 0-1972 0,0-13-2361 0</inkml:trace>
  <inkml:trace contextRef="#ctx0" brushRef="#br0" timeOffset="81759.113">26710 10741 11821 0,'0'0'2600'16,"0"0"-1424"-16,0 0-508 0,0 0 428 0,0 0 140 16,0 0-92-16,0 0-412 0,24 70-364 15,-16-51-124-15,1 2-40 16,-6-1-104-16,5 2-92 0,-4 3-8 0,0-2-12 16,0 2-52-16,1-2-44 0,-5 6-332 15,0-4-144-15,0 0-76 0,0-3-80 16,3-3-24-16,1-3-364 0,0-7-948 0,0-2-2085 15,4-4-2339-15</inkml:trace>
  <inkml:trace contextRef="#ctx0" brushRef="#br0" timeOffset="82531.284">28233 9937 1580 0,'0'0'7440'0,"0"0"-5143"15,0 0-425-15,0 0-576 0,0 0-12 0,0 0-228 16,0 0-224-16,0 0-188 0,-92 57-100 15,76-34-28-15,-4-1-16 0,4 7-32 16,-4 2-80 0,4 7-120-16,0 4-48 0,4 3 0 0,4 5-16 15,0 4-32-15,0 3-51 0,4 1-49 16,4 5-8-16,0-3-4 16,0-2-60-16,0-1-48 0,8-4-52 0,4-2-81 15,0-6 57-15,4-4 16 0,4-6 12 16,0-4-232-16,0-2-16 0,3-3-192 15,-2-4-64-15,7 1-172 0,-4-5-276 0,8-2-812 16,-13-6-2156-16,21-4-2073 0</inkml:trace>
  <inkml:trace contextRef="#ctx0" brushRef="#br0" timeOffset="83394.046">28742 9687 7188 0,'0'0'2648'16,"0"0"-843"-16,0 0-309 0,0 0-224 15,0 0 4-15,0 0-236 0,0 0-108 16,0 76-252-16,9-38-52 0,-2 7-12 15,1 5-4-15,0 7-100 16,1 3-172-16,-2 3-168 0,-3 8 204 0,-4 0 25 16,0 4-13-16,0-2-108 0,-4-3-148 15,-3 0-44-15,2-10-88 16,-3-8 0-16,4-12-64 0,0-5-8 0,4-13-60 0,0-3 48 16,0-9-64-16,0-4-128 0,0-3-101 15,4 1 49-15,-4-4 12 0,8 0 20 0,4-7 164 16,-4-2 32-16,8-7 28 0,0-3 12 15,-1 0-88-15,-2 0-8 0,-1 0 144 16,0 2-4-16,-4 5 4 0,0 3-156 16,-1 2 20-16,2 4 12 0,-1 3 112 15,-1 0 24-15,1 10 296 0,5-1-16 0,-6 3-12 0,6 7-108 16,-2-2 8-16,-3 2-164 0,0 0 60 16,1-3-52-16,-6-1 36 0,-3 1-48 31,4 0-60-31,-4-3-248 0,0-1-252 0,0-2-128 15,0 4-380-15,-4-8-648 16,1 0-884-16,-1-4-1833 0,-1-2-1907 0</inkml:trace>
  <inkml:trace contextRef="#ctx0" brushRef="#br0" timeOffset="83599.523">29213 10604 10856 0,'0'0'2133'0,"0"0"-1381"0,0 0-28 0,0 0 512 0,0 89 240 16,0-67-236-16,0 4-528 16,0-1-380-16,0 1-96 0,0 0-68 0,0-5-168 15,0-2-24-15,0-1-268 0,4-1-312 16,-4-1-160-16,4-3-116 0,-1-4-244 16,1 1-792-16,-4-7-1925 0,4-3-2615 15</inkml:trace>
  <inkml:trace contextRef="#ctx0" brushRef="#br0" timeOffset="83946.036">29189 9757 992 0,'0'0'9092'0,"0"0"-6735"0,0 0-993 0,0 0 4 16,0 0 64-16,0 0-212 0,75 18-332 16,-43-18-336-16,0 4-268 0,0-4-204 0,-4 0-80 0,3 0-120 0,-3 0 32 15,0 0-168 1,0-7-448-16,-4-2-556 0,4-4-876 0,-12 3-2817 16,8-12-3875-16</inkml:trace>
  <inkml:trace contextRef="#ctx0" brushRef="#br0" timeOffset="84147.424">29702 9582 10828 0,'0'0'2093'0,"0"0"-1137"16,0 0 548-16,0 0 316 0,0 73-140 0,0-47-492 0,0 2-600 15,5 3-296-15,-1 4-184 0,0 1-28 16,-4 2-80-16,4 3-232 15,-4 0-624-15,3 0-356 0,-3 0-756 0,0-8-2852 16,-3 8-4109-16</inkml:trace>
  <inkml:trace contextRef="#ctx0" brushRef="#br0" timeOffset="84702.511">30272 10506 3056 0,'0'0'5740'15,"0"0"-3275"-15,0 0-581 0,0 0-332 16,0 0-508-16,0 0-52 0,0 0-72 16,0 0-288-16,-84 51-140 0,69-30-36 15,-1 5-28-15,0 9 12 0,4 7 28 16,0 2-68-16,0 7-120 0,4 3-48 15,0-3-100-15,4-1-52 0,0-3-80 16,4-5-60-16,0-4-24 0,4-13-208 0,4-2-72 16,4-7-76-16,8-10-72 15,4-3-152-15,4-3-208 0,8-16-628 0,-8 4-1512 16,15-23-4377-16</inkml:trace>
  <inkml:trace contextRef="#ctx0" brushRef="#br0" timeOffset="85137.803">30699 10629 4548 0,'0'0'8053'15,"0"0"-6421"-15,0 0-700 0,0 0 480 16,0 0 264-16,-96 33-544 0,80-8-448 16,0 6-352-16,0 4-40 0,4 4 24 15,5-5 148-15,2-2-240 0,-3-7-224 0,8-2-216 16,0-11-124-16,4-2 24 0,0-4-4 15,8-3-32-15,0-3-28 0,4-3 12 16,0-6 72-16,4-4-36 0,-4-3-36 16,4-4 8-16,-5 2 4 0,2 3 68 0,-6-2 164 0,2 9 64 15,-5-3 60-15,-5 5 0 16,1 4-4-16,0 2-72 0,1 0 76 0,-1 5 52 16,0 5 380-16,0 6-48 0,-1 5-136 15,5 4 0-15,-4 5 8 0,1 5 40 16,-1 2-36-16,0 9-88 0,-1-2-40 15,1 0 64-15,-4 4-108 0,0-1-28 0,4 1 0 16,-4 0-60-16,0-4 4 0,0 1 0 0,0-4 96 16,0-6 20-16,0-3-44 0,-4-4-16 15,-3-6 24-15,3 0-72 0,-5-2 60 16,-3-8-64-16,5 2 4 0,-6-6-12 16,-2 3-100-16,-6-9-32 0,2-2-188 15,-5 0-84 1,0 0-88-16,-4-6-48 0,-4-7-112 0,0-3-280 15,-3-3-940-15,3-2-1168 0,8 4-1289 16,-8-8-1067-16</inkml:trace>
  <inkml:trace contextRef="#ctx0" brushRef="#br0" timeOffset="94066.345">31161 11344 1188 0,'0'0'2648'16,"0"0"-1164"-16,0 0-832 0,0 0-340 16,0 0-144-16,0 0-116 0,0 0 324 15,0 0 340-15,0 0-508 0,68 34-40 0,-68-27 480 0,0 0-208 16,0 2-48-16,0 1 8 15,0 2-52-15,-4-2-168 0,0 3-36 16,-5 3-136-16,1-4 68 0,1 1-12 16,-1 0 28-16,-1-4 113 0,2 1 55 15,-1-1 24-15,4-3 48 0,-4 1-36 16,3-1-52-16,-2-3-80 0,3 4 16 16,-4 0-52-16,4-2 12 15,-1-2-64-15,-2 3-68 16,3-1 84-16,0-3-16 0,0 2 64 0,0-1 24 0,4 0 40 15,0-3-40-15,0 0 16 0,0 0 48 16,0 0 24-16,0 0 4 0,0 0-20 0,0 0-20 16,0 0-40-16,0 0-72 0,4 0-104 15,4 2 0-15,0-2 116 0,4 7-108 0,4-3 52 16,-4-1-56-16,4 4 48 0,4-5 12 16,-5 1-64-16,2 0 84 0,-2 1-72 15,2-4-12-15,-2 0 0 0,1 3-64 16,-4-3 64-16,0 0-4 0,4 0-8 15,-4 0-76-15,-4 0 88 0,0 0-100 16,0 0 48 0,-4-3-224-16,0 3-152 0,-4 0-204 0,0-4-232 15,4 4-312-15,-4-3-241 0,4 3-675 16,-4-3-1052-16,0 1-2060 0</inkml:trace>
  <inkml:trace contextRef="#ctx0" brushRef="#br0" timeOffset="103371.616">18052 10404 2936 0,'0'0'7684'16,"0"0"-5895"-16,0 0-857 0,0 0-156 0,0 0-168 0,0 0 752 15,0 0-632-15,0 0-292 0,92 25-212 16,-60-25-76-16,-4-3-72 0,4 1-20 16,-8-4-56-16,4-1-8 0,-9 0-40 15,5-3-104-15,-4 1-344 0,-4-4-744 16,-4 4-768-16,0-7-2913 0</inkml:trace>
  <inkml:trace contextRef="#ctx0" brushRef="#br0" timeOffset="103561.936">18427 10087 9640 0,'0'0'1845'0,"0"0"-473"0,0 0 280 0,0 0-176 15,0 0-88-15,0 66-384 0,0-40-416 0,0 2-268 16,8 4-148-16,0 5-172 0,4 5-132 16,0 3-68-16,0 3-80 15,-5-1-536-15,6 4-376 0,-1-7-984 0,-9-9-2485 16,5 9-4523-16</inkml:trace>
  <inkml:trace contextRef="#ctx0" brushRef="#br0" timeOffset="104765.235">30850 10413 11581 0,'0'0'1932'0,"0"0"-1412"0,0 0-292 0,0 0 392 16,0 0 348-16,0 0 112 0,0 0-224 16,0 0-460-16,96 42-196 0,-77-35-188 15,5-4 0-15,-3 0-12 0,-1-3-64 16,-5 0-72-16,5-6-504 0,-8-5-244 0,4-1-536 15,-8-1-1800-15,0-9-4753 0</inkml:trace>
  <inkml:trace contextRef="#ctx0" brushRef="#br0" timeOffset="104963.411">31221 10150 11265 0,'0'0'2076'0,"0"0"-1348"0,0 0 44 0,0 0 572 0,0 0 180 0,-13 63-328 0,13-40-544 16,0 3-396-16,9 5-144 0,-1 1 32 16,3 6 52-16,-2 6-140 0,-5-2-56 15,4 5-124-15,-5-2-156 0,-3-1-432 16,4 0-188-16,-4-2-312 0,4-7-1100 16,0-10-2617-16,1 8-3863 0</inkml:trace>
  <inkml:trace contextRef="#ctx0" brushRef="#br0" timeOffset="105643.949">31846 10737 10212 0,'0'0'2177'15,"0"0"-1425"-15,0 0-228 0,0 0 376 16,0 0 312-16,0 0-272 0,0 0-392 16,-92-61-176-16,81 61 48 0,-6 11 124 15,2 5-188-15,-5 6-36 0,-1 6-12 0,2 8 48 16,3-1 204-16,0-4-156 15,4-3-160-15,0-8-124 0,8-8-112 16,0-5-8-16,4-7-72 0,0 0-208 16,4 0-88-16,8-10-180 0,0-2 376 0,8-5 160 15,0-4-136-15,-1 2-120 0,2 0-40 16,-5 2 64-16,-1 9 48 0,2 1 20 16,-6 7 40-16,6 0 40 0,-9 7 96 15,3 5 48-15,-2 3 176 0,-2 5 72 0,-3 2-76 0,4 6-12 16,-4 1-60-16,-4 5-64 15,4 2-32-15,-4 6 20 0,0 2 28 0,0 6-16 16,0 1 64-16,0-1 36 0,0-1-16 16,-4-2-104-16,0-3-56 0,0-5 40 15,0-2-44-15,0-4 44 0,-3-2-40 0,-2-2 64 16,1-6-72-16,1-4 52 0,-6-5 20 0,2-3 24 16,-1-8-96-16,-4 0-220 0,0-3-192 15,0-13-104-15,-5-5-72 0,6-8-92 16,-1-6-532-16,8-9-820 0,0-6-1060 15,0 11-1677-15,8-18-1843 0</inkml:trace>
  <inkml:trace contextRef="#ctx0" brushRef="#br0" timeOffset="105912.831">32121 10528 12045 0,'0'0'2120'0,"0"0"-1300"0,0 0-428 0,0 0 480 15,80 64 284-15,-61-38-336 0,6-1-216 16,-1 3-260-16,0 1-160 0,-5 5-36 0,-3 4-28 16,0 1-56-16,-8 1-52 0,-4 2 0 15,-4 2 32-15,-4 4-44 0,-12-3-8 0,0-1-92 16,-7 1-72-1,-1-4-12-15,-4-4-24 0,0-2-88 16,3-5 16-16,2-9-68 0,-1-4-120 16,4-8-216-16,0-6-244 0,8-6-772 0,4-6-2141 15,4-26-3131-15</inkml:trace>
  <inkml:trace contextRef="#ctx0" brushRef="#br0" timeOffset="106373.481">32360 9813 9500 0,'0'0'2017'16,"0"0"-1133"-16,0 0 240 15,0 0 612-15,0 0-216 0,0 0-256 0,0 0-496 16,72 80-192-16,-56-42 160 0,0 6-16 16,-5 7-184-16,-2 10-184 0,-5 9-99 15,-4-1 15-15,0 8-60 0,0-4-88 0,-8-6-60 0,-1-4-12 16,2-6-48-16,-1-9-48 0,4-13-24 16,0-7-112-16,4-9-32 0,0-6-4 15,0-7-73-15,4-6-107 0,4 0 60 16,-1 0 168-16,10-6 100 0,-6-7 24 0,6 3 40 15,-2-2-40-15,2-1 32 16,-6 6-56-16,1 2 24 0,-4 5-24 0,4 0 12 0,-4 0 60 16,4 5 88-16,-4 9 32 0,0-3 16 15,0 6 32-15,-4 2-20 0,0 0-40 16,-4 3-32-16,0-3-68 0,0-2-8 0,0-2-76 16,0 1-240-16,-4-4-244 0,0 2-200 15,0-5-296-15,4 1-868 0,-4-4-2084 16,0-6-2393-16</inkml:trace>
  <inkml:trace contextRef="#ctx0" brushRef="#br0" timeOffset="107715.621">32834 10676 5044 0,'0'0'4204'0,"0"0"-2343"0,0 0-157 0,0 0-212 15,0 0-32-15,0 0-68 0,0 77-176 0,-8-48-172 0,5-4-384 16,-1 7-208-16,-5-6-144 0,1 2-68 31,1 1-68-31,-1-4-36 0,3 0-124 0,-3-2-12 0,1-4-48 16,3-3-24-16,0-9-196 0,4-1-220 15,0-6-304-15,-4 0-156 0,4-6-288 16,0-7-840-16,0-7-880 0,0 8-1381 16,0-23-2151-16</inkml:trace>
  <inkml:trace contextRef="#ctx0" brushRef="#br0" timeOffset="107962.175">32933 10039 9652 0,'0'0'1653'15,"0"0"-1037"-15,0 0 40 16,0 0 972-16,0 0 140 0,0 0-356 15,64 86-420-15,-47-54-452 0,3 5-292 0,-1 8-16 0,1 3 76 16,-4 6-76-16,0-3-160 0,-4 3-72 16,-8 0 0-16,0-4-60 0,-4 1-52 15,-4-1-228-15,-12 2-240 0,-4-2-36 16,-8 1-88-16,0 0-428 0,-8 0-912 16,8-16-1136-16,-15 16-2417 0</inkml:trace>
  <inkml:trace contextRef="#ctx0" brushRef="#br0" timeOffset="110090.077">30536 11760 10981 0,'0'0'1604'0,"0"0"-1300"0,0 0-240 15,0 0 192-15,-13 79 596 0,13-47 300 0,4 0-184 16,9-1-404-16,-2-1-264 0,9-3 36 0,0-4-100 15,0-4 0-15,8-3-40 0,-4 0-8 16,-1-7-64 0,5-2-112-16,-4-1 0 0,4-6-4 0,-4 0-8 0,4 0-4 15,-4 0-8-15,4-6-76 0,0-1-24 16,0 1 28-16,3-4 8 0,1 4-8 16,4-3 32-16,1 3 8 0,6-1 44 0,-3-3 0 15,8 1 0-15,-5-1 4 16,5 4 4-1,-8 0 4-15,0 0 32 0,-9 1-44 0,-3 5-8 0,-7 0 0 0,-5 7 8 16,-4-1 60-16,-5 4 64 16,1 0 24-16,-3 2-28 0,-5 8 16 15,0-1-36-15,0 3 0 0,0 0-96 0,0 4 44 16,0-1-36-16,0 1-4 0,8-7 28 16,-1 0-36-16,5-10-72 0,1-2-24 0,6-7 96 15,5 0 12 1,4-14 40-16,4-5-52 15,0-6-148-15,8-7 0 0,0 0 0 16,-1 1 36-16,1 5 0 0,-4 5 12 0,0 4-8 16,-8 5 32-16,0 5 68 0,-1 3 4 15,-3 2 4-15,-7 2-8 0,-2 0-80 16,-2 0-72-16,-6 0-252 0,1 0-212 16,-4-4-332-16,0 2-676 0,-4-2-1429 0,0-3-3987 15</inkml:trace>
  <inkml:trace contextRef="#ctx0" brushRef="#br0" timeOffset="110724.625">31185 12934 8444 0,'0'0'2072'0,"0"0"-1223"0,0 0-477 0,0 0 0 16,0 0 600-16,0 0-92 0,0 0-272 16,19-78-268-16,-6 55-148 0,-1-2-68 0,4-4 52 15,-1 3-48-15,2 1-52 0,-2 3-72 16,2 3 60-16,-2 3-64 16,1 7 0-16,4-1 44 0,-4 4-36 15,3-1-4-15,2 1 120 0,-1 3-72 0,-1 0-44 16,2 3 44-16,3 0 108 15,-5 0-16-15,-3 6 4 0,0 4-8 0,0 5 132 16,-4 5 16-16,-4 2-76 0,0 6-40 0,-4 1 16 16,-4 3-40-16,0-5-88 15,0 0-60-15,-4-2-108 0,-4-6-224 0,0-3-116 16,-4-3-152 0,1-4-256-16,-2-6-420 0,-2 1-864 15,-2-4-777-15,10 0-1267 0</inkml:trace>
  <inkml:trace contextRef="#ctx0" brushRef="#br0" timeOffset="110905.818">31376 12797 7884 0,'0'0'1752'16,"0"0"-888"-16,0 0-464 0,-16 87 193 0,12-59 679 15,0 4 116-15,0 0-340 16,0 0-584-16,0-4-224 0,1 1-240 0,-2-7-100 15,1 0-328-15,-4-3-252 0,0 0-436 0,0-2-688 0,0-5-2257 16,-7 1-3283-16</inkml:trace>
  <inkml:trace contextRef="#ctx0" brushRef="#br0" timeOffset="111345.747">31077 13300 9532 0,'0'0'2861'0,"0"0"-1637"0,-8 95-512 0,8-57-28 16,8 4 472-16,-4-1-192 0,4-4-256 15,-4 5-364-15,8-7-256 0,-8-3-16 16,4-7-72-16,0-3-44 0,4-6-80 16,-4-2-232-16,4-12-228 0,0-2-200 0,4-9-340 15,3-11-416-15,2-5-428 0,7-7-109 16,0-2-167-16,3-1-176 0,1-4 308 15,0 4 352-15,0 0 1760 0,0 7 1372 0,-8 0 308 16,-9 9 248-16,2 3 32 16,-13 2-468-16,0 8-147 0,-4 4 67 15,-4-2 4-15,-4 4-404 0,-8 0-520 0,0 0-312 0,-8 0-180 16,4 4-188-16,-4 4-140 0,4 6 88 16,0 2 32-16,5 5 208 0,-2 5 124 15,6 0-8-15,2 2 160 0,5-3 16 0,0 0-40 16,4-2-52-16,0-1-100 15,12-6-48-15,4-7-44 0,1 1-16 0,6-7-52 16,5-3-180 0,0 0 128-16,4 0 12 0,-4 0-168 15,3 0-44-15,-3 0-120 0,-4 7-404 0,1-1-200 16,-6 0-376-16,-7 4-785 16,4 6-1743-16</inkml:trace>
  <inkml:trace contextRef="#ctx0" brushRef="#br0" timeOffset="116322.102">27913 9394 8824 0,'0'0'1360'0,"0"0"-511"0,0 0-525 16,0 0 24-16,0 0 124 0,0 0 720 0,0 0-620 16,64-73-396-16,-52 58-176 15,8-8-92-15,-4 8 92 0,8-2 128 0,0-2 36 0,0 4 64 16,0 2-64-16,4-3-12 15,0-3-64-15,3 0 0 0,1 0 0 0,4 0-88 16,0-6-88-16,4 2-40 0,0-3 40 16,-1 5-24-16,-3 1 24 0,1 5 12 15,-10 5 12-15,1 4-8 16,-8 3 68-16,0 3 0 0,0 0 4 0,-4 0 12 0,-4 6 152 0,4 4-48 16,-4-1-112-16,4 0 84 0,-1 4-76 15,2 1 240 1,-2 5-244-16,2 0 68 0,2 6-24 15,-3 4-40-15,4-1 60 0,-4 3-68 0,-1 1 80 16,6-3-84-16,-1-1 8 16,4-2-8-16,-1-4 152 0,1-6-152 0,4 0 0 15,0-3 52-15,0-7-44 0,4-3 108 0,4 0-56 16,0-3-4-16,4-6-56 0,-4-7-4 16,3-3 0-16,1-3 0 15,0-3-8-15,4-7 4 0,-5 3-44 0,-3-5 40 0,5-1-40 31,-6 1-24-31,1-4-12 0,-4-3-36 16,0-1-64-16,-4-1 188 0,0 1-152 0,-8-2 24 0,-1 0 40 0,1 6 84 16,-8 3 4-16,1 3-4 0,-2 7-72 0,-3 3 76 15,-4 10 8-15,1 2 172 0,-5 4-4 16,0 3 36-16,0 0-60 0,-5 6-152 16,-3 4-44-16,0 6 44 0,-3 9 108 15,-2 7 16-15,2 7-120 0,-6 5 40 16,6 3-44-1,-2 7-64-15,2-4-36 0,3-1 96 0,8-2-96 16,0-9 100-16,4-9 88 0,7-4 72 16,6-6-44-16,2-7-4 0,5-1 64 15,8-8-52-15,0-3-8 0,8-7-28 0,4-12-88 16,-1-2-40-16,9-9-128 16,0-1-44-16,8-4 0 0,0 0 8 15,0 4-48-15,0 1 12 0,-1 5 64 0,-4 10 12 0,1 5 28 16,0 7 60-16,0 3-40 15,-5 6 64-15,2 3 44 0,-1 7-4 16,4-2 0-16,-1-2 12 0,4 3 0 0,5-2 128 16,1-1 36-16,-2-1-52 0,5 1 52 15,0 1-48-15,-1 3-4 0,1 0 12 0,0 0 28 16,0 6-52-16,-5 0-92 0,-7 3 140 16,-1 3-36-16,-3 5-96 0,-3 2-16 0,-10 3 0 15,1 0-88-15,-8 0 12 0,-4-1 64 16,0-1 0-16,-4-8 0 0,-4 1-116 15,-5-4 120-15,-3-2 4 0,-3-4-60 0,-2-4 52 16,-3 2 8-16,0-4 0 16,-4-4-168-16,-4 0-284 15,-3-2-356-15,-6-4-104 0,1-3-1277 16,-19 0-4259-16</inkml:trace>
  <inkml:trace contextRef="#ctx0" brushRef="#br0" timeOffset="118059.449">29822 6705 3788 0,'0'0'1876'0,"0"0"-744"0,0 0 724 0,0 0-396 32,0 0-131-32,28 70-249 0,-21-41-428 15,2 2-28-15,-5 11-192 16,0 5-128-16,-4 7-180 0,0 3-124 0,-4 7 0 0,-4 0-176 15,3-8-216-15,5-8-272 0,0-9 64 16,9-14 52-16,10-13 136 0,6-8 56 0,3-4-212 16,7-13-465-16,-11 1-859 15,20-18-2116-15</inkml:trace>
  <inkml:trace contextRef="#ctx0" brushRef="#br0" timeOffset="118312.36">30216 6991 8432 0,'0'0'1580'0,"0"0"-716"0,0 0-463 15,0 0-69-15,0 0 184 0,-84 16-32 16,61-4-188-16,-5 1-296 0,4 7-64 0,0 2 0 16,5 3-28-16,-2-2-148 0,1 2 60 0,9-6 180 0,3-3 128 15,-1-4 152 1,9-2-76 0,0-1 28-16,0 2-16 0,9-3-24 15,-1 5 60-15,3 0-48 0,6 0-40 0,-2-4-36 16,5 3 100-16,4-1 12 0,1 1-24 15,6-3-64-15,5 1-152 0,4-1-52 16,3 1-12-16,5 0-112 0,4-4 12 16,0 7-444-16,-4-4-476 15,4 4-428-15,-16 0-813 0,11 6-635 0</inkml:trace>
  <inkml:trace contextRef="#ctx0" brushRef="#br0" timeOffset="124324.356">29571 7547 1540 0,'0'0'1028'15,"0"0"-936"-15,0 0 940 0,0 0 1064 0,0 0-912 16,0 0-340-16,0 0 232 0,0 0-104 0,-32-39 48 16,28 39-107-16,0 0-129 15,0 0 84-15,1 0 196 0,3 0-216 16,-4 0-296-16,4 0-276 0,0 7-268 0,0 2 0 15,4 8 160-15,3 5 104 0,-3 6-84 0,4 5-76 16,1 0 100-16,-2 6-64 0,-3 1 16 16,0 6 108-16,0 1 100 0,0 2-40 0,0 1-36 15,0-3-180 1,4-3-108-16,4-2-4 16,0-7 52-16,4-13-52 0,0-4 92 0,3-4 0 15,6-8 52-15,3-2 112 0,-1-4-88 16,5-7 36-16,0-5-28 0,-4-7-20 15,8-2-48-15,-8-4-28 0,4 0-36 0,-4-2-48 16,-4-3-56-16,-5 2-92 16,1-2-144-16,-4 2-432 0,0 0-24 15,-4-3-80-15,-4-1 20 0,0-3-324 0,-8 3-468 16,0 0-852-16,0 10-2277 0,-16-10-2143 0</inkml:trace>
  <inkml:trace contextRef="#ctx0" brushRef="#br0" timeOffset="124580.349">29913 7452 7552 0,'0'0'2644'0,"0"0"-1099"16,0 0-929-16,0 0-104 0,0 0 268 0,0 0 272 15,0 0-96-15,-43 89-224 0,27-55-356 16,0 4-152-16,0 6-28 0,-4 5-132 15,0 1-64-15,0 7-12 16,1 1-76-16,-2 2 0 0,1 0-48 16,5 0-100-16,-2 0-100 15,6-2-460-15,3-3-148 0,0-8-392 0,8-3-828 16,0-16-749-16,0-2-2371 0</inkml:trace>
  <inkml:trace contextRef="#ctx0" brushRef="#br0" timeOffset="127262.665">24332 11878 4892 0,'0'0'7661'0,"0"0"-6269"16,0 0-824-16,-4 69-516 0,15-47-44 0,6 0 296 0,2 1 340 16,5-7 136-16,0 3-144 0,0-6-224 15,4 3 72-15,0-4 208 0,4 4-212 0,-9-7-272 16,5 4-112-16,-4-2-96 0,1-3 8 15,-1-2 16-15,-1 1 32 16,5-3-56-16,0-4-136 0,4 0 136 0,3-4 0 16,6-9 0-1,-2-2-96-15,5-2-104 0,0-1-68 16,0-1 32-16,-4-1 152 0,4 5-28 16,-5 2 20-16,2 3 92 0,-6 4 0 15,-3 3-56-15,-8 3-8 0,0 0 40 0,-12 5-24 16,-4 5 72-16,0 7-24 0,-8-2 136 15,0 5-24-15,-4-1-52 0,-4 3-52 16,-5-2 92-16,2-2-40 0,-1-3 4 0,0-4-60 0,4-3-4 16,0-4-4-16,4-4 0 0,1 0-144 15,3-6 0-15,0-7-236 16,3-6-36-16,5-6 44 0,8-1 80 0,0-2 108 16,8 2 52-16,0-3 36 0,3 3 100 15,5 5 24-15,1-2-20 0,-1 4 8 16,0 0 112-1,-1 7-72-15,5 2-52 0,-8 7 0 0,4 3-112 16,-4 0 64-16,-5 6 48 0,-3 4 0 16,1-1 52-16,-6 4-28 0,1 0 136 15,0-1-60-15,-4-5-48 0,4-1 232 16,0-6 264-16,0-2-16 0,4-15-172 16,4-8-40-16,4-7-136 0,4-7-108 0,-5-1-76 15,10-4-232-15,-9 2-384 0,-1 4-116 0,1 2-212 16,-8 8-100-16,0 9-780 15,-8 7-1133-15,-5 9-2191 0</inkml:trace>
  <inkml:trace contextRef="#ctx0" brushRef="#br0" timeOffset="128317.559">25136 12690 1552 0,'0'0'11245'15,"0"0"-9617"-15,0 0-1324 0,0 0-300 16,0 0-4-16,8-67 380 0,5 41 212 16,-2 1-92-16,6-3-284 0,2-1-128 15,5 1-12-15,0 3 36 0,0 2-12 0,-1 5 48 16,2 1 16-16,-5 8 8 16,0 5 76-16,3 4 12 0,-3 0-24 15,-3 13 184-15,2 4 24 0,1 1-148 0,0 5-148 0,-4 2-4 16,1 3-132-16,-6 1 36 0,-3-1 60 0,0 2-44 15,-8 1-52-15,0-6 36 16,0 1-48-16,0-4 0 16,0-6-60-16,-4-4-52 15,0-5-120-15,0-1-508 0,-4-6-348 0,1 0-760 0,-6-3-1068 16,5-2-2313-16,-8-12-1567 16</inkml:trace>
  <inkml:trace contextRef="#ctx0" brushRef="#br0" timeOffset="128481.199">25383 12576 392 0,'0'0'10649'0,"0"0"-8777"0,0 0-1196 16,0 0-104-16,0 0 84 0,0 0 388 0,0 0 112 15,0 0-264-15,0 67-580 0,0-39-144 0,4 1-168 16,-4 3-76-16,0 2-20 0,0-3-140 16,-4 5-620-16,-3-1-672 0,-1 0-1048 15,-5 1-1933-15,6-9-2191 0,-14 9 5620 0</inkml:trace>
  <inkml:trace contextRef="#ctx0" brushRef="#br0" timeOffset="128718.865">25117 13151 3892 0,'0'0'7989'0,"0"0"-6241"0,0 0-1276 15,23 72-116-15,-19-40 424 0,5 6 188 16,-2 1 24-16,-3 5-176 0,4 3-360 16,-4 1-184-16,5 0-112 0,-2-1-96 0,-3-5-64 15,4-4-208-15,1-7-508 0,-2-5-388 16,5-10-1096-16,4-10-1977 0,4-9-1455 16,-8-7 1500-16,16-25 3337 0</inkml:trace>
  <inkml:trace contextRef="#ctx0" brushRef="#br0" timeOffset="128973.376">25694 13214 248 0,'0'0'12029'16,"0"0"-10065"-16,0 0-1460 0,0 0-88 15,-83 29-88-15,51-10 88 0,0 3 312 16,-4 6-328 0,4 4-400-16,4 0 0 0,1 3-4 0,3 0-40 15,7 0 44-15,2-4 112 16,2-2-40-16,6-4-60 0,3-2 40 15,0-7 72-15,4-5-24 0,8 3-96 0,8-8 68 16,3 1-32-16,9-1-40 0,4-6-52 16,8 3 52-16,0-3-4 0,4 0 4 15,0 3 0-15,-1 0-8 0,-3 4-4 0,-4 2-36 16,0 4 36-16,-8 3-312 16,-1 0-616-16,-2 6-304 0,-1 1-752 15,-8-4-2545-15,-1 14-3179 0</inkml:trace>
  <inkml:trace contextRef="#ctx0" brushRef="#br0" timeOffset="129166.955">26674 13836 10768 0,'0'0'6109'0,"0"0"-6109"0,0 0-1636 16,0 0-3509-16,0 0-4083 0,0 0 9100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38:27.08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4578 14900 1068 0,'0'0'616'0,"0"0"-472"0,0 0 400 0,0 0 460 16,0 0 68-16,0 0-188 0,0 0-156 15,19-70 392-15,-15 58 24 0,1-1-536 16,-5-3 1873-16,0-1-1073 0,0 3-336 0,0-5-400 16,-9-2 112-16,5 3 108 0,-3-1-168 15,3 3-176-15,-4 0-176 0,-5 3 0 16,6 4-16-16,-1 0-96 0,-1 2-124 0,-2 1-136 16,-1 3 0-16,0-1 0 0,0 4 136 15,-4 0 144-15,0 7-24 0,-8 2-256 16,4 7-48-16,-8 9-60 0,5 4 96 0,2 12 12 15,-3 6 0-15,13 5 0 16,-6 8 48-16,10 3-48 0,3 4 196 0,4 0-112 16,0-4 64-1,7-2-52-15,6-11 124 0,2-1-12 16,2-16-156-16,2-7 8 0,1-10-60 16,1-4 0-16,-2-7 0 0,1-5 76 15,-1-5-72-15,6-7 120 0,-1-9 20 16,4-14-48-16,-4-7 4 0,0-9-100 15,-5-7-280-15,2-2-52 0,-2-6-32 0,-7-1 32 16,4-5 28-16,-4-2-140 0,0 1-84 0,-4-3-52 0,-5 0-4 16,2 0 64-16,-5-1-144 15,0 1 112-15,0 0 376 0,0 3 12 16,-5 3 164-16,2 7-52 0,3 2 116 0,0 11 24 16,0 5 24-16,0 7 40 15,0 6 12-15,3 10 124 0,2 6 4 0,-1 4 44 16,-4 5-64-1,4 7-36-15,-4 0-72 0,0 0-80 16,0 0-20-16,0 7-60 0,0-1 8 16,0 7 100-16,0 2 224 0,4 7-92 15,4 7-240-15,-5 9 96 0,6 7-100 0,3 9 0 16,-1 6 100-16,2 9-52 0,2 11-44 16,6 7 8-16,-1 4 124 0,-1 7-12 0,5-2 156 15,-3 2 164-15,-6-6-260 0,1-6 72 0,-8-14-60 16,4-7-44-16,-4-15-144 0,0-12-16 15,0-9 8-15,-4-11-148 0,-1-7-132 16,2-5-136-16,-1-6-248 0,0 0-236 0,0-3-492 16,4-13-728-16,-1 4-956 0,2-21-2233 15</inkml:trace>
  <inkml:trace contextRef="#ctx0" brushRef="#br0" timeOffset="170.498">5108 14766 5032 0,'0'0'5120'0,"0"0"-3559"15,0 0-433-15,0 0-84 0,7 93 260 16,-7-59 80-16,-4 5-264 0,1 1-244 16,-5 2-384-16,3-7-224 0,1-3-268 15,0-6-112-15,0-4-148 0,4-10-72 16,0-2-320-16,0-10-192 0,0-4-408 16,0-6-1076-16,0-15-3625 0</inkml:trace>
  <inkml:trace contextRef="#ctx0" brushRef="#br0" timeOffset="295.219">5199 14414 6928 0,'0'0'6669'0,"0"0"-6325"0,0 0-156 0,0 0 128 0,0 0 244 16,0 0-184-16,0 0-376 0,0 0-304 0,0 0-1000 16,0 0-1124-16,32-16-3609 0</inkml:trace>
  <inkml:trace contextRef="#ctx0" brushRef="#br0" timeOffset="732.695">5482 14681 12657 0,'0'0'1476'16,"4"79"-1032"-16,-4-37 628 0,0 5 856 16,0 8-204-16,0-8-424 0,0-9-436 0,0-3-500 15,4-10-364-15,-1-6-48 0,2-6-112 0,3-7 28 16,0-6 60-16,-1 0-100 0,10-6 52 15,-6-10 64-15,10 0 48 0,-2-3-104 0,1-3-108 16,-3-3 76-16,-2 5 92 0,2 1 44 0,-6 7-100 16,1 5-28-16,0 1-8 15,-4 6 92-15,0 0 52 0,0 3 56 0,4 7 52 16,-4-1 16-16,0 4-16 0,0-1-8 16,0 1-16-16,-1-3 8 0,-3-3-92 15,5-5-96-15,-5-2 0 0,0 0 20 16,3 0 28-16,1-7 36 0,5-5 8 15,-2-1-132-15,6-9-72 0,2-3 0 0,1-1 64 16,4-2 20-16,1 3 112 0,2-1-56 31,0 3 68-31,-2 9 48 0,3 3-44 0,-4 5 56 0,0 4-8 0,-5 2 156 16,1 6-28-16,-4 2 52 0,-4 9 76 16,4 5-52-16,-4 0-24 0,0 7 204 15,-4-1-83-15,0 4-157 0,4-3-76 0,-8-1-120 16,0-2-196-16,-1-1 15 15,2-3 9-15,-1-2-144 0,0-2-316 0,-4-1-492 16,4-2-712-16,-4-5-956 16,0-1-2133-16,0-6-3467 0</inkml:trace>
  <inkml:trace contextRef="#ctx0" brushRef="#br0" timeOffset="1409.073">7785 13951 5652 0,'0'0'6345'15,"0"0"-5397"-15,0 0-244 0,0 0 196 16,0 0 172-16,0 0 196 0,-76-12-188 0,53 20-452 0,-1 5-232 16,-4 4-64-16,0 4 168 0,-4 4-120 15,4 4 24-15,0 6-52 0,0 3-60 0,0 7 12 16,5 3-48-16,2 5-51 0,5 4-141 16,4 6 68-16,9-2 48 0,3-1 64 15,3-6-28-15,13-2-68 0,8-8-4 0,4-6-140 16,4-6 92-1,3-6-48-15,6-5-44 0,-1-4 56 16,-1-8 40-16,2-6-100 16,-6-3 0-16,-3-3-8 0,0-6-16 0,-4-4-64 15,-9-4-116-15,2 2-136 0,-6-1-264 0,-2-3-197 16,-10 3-223 0,-3 0-692-16,-3 4-1324 0,-5 2-2821 0,-20 3-3279 15</inkml:trace>
  <inkml:trace contextRef="#ctx0" brushRef="#br0" timeOffset="1682.777">7482 14649 11925 0,'0'0'1764'16,"0"0"-940"-16,0 0 312 0,0 0 544 0,0 0-24 0,84-25-408 15,-56 15-260-15,8-2-319 0,-1-7-281 16,1 0-216 0,-4-1-172-16,0-2-16 0,0-3-116 15,-4 2-60-15,0 1-417 0,-4 0-255 16,4 0-200-16,-5 5-340 0,5 3-336 15,-8 1 344-15,0 2-648 0,-8 9 1008 16,-1 2 212-16,2 7 407 0,-5 7 417 16,-1 9 425-16,-3 3 475 0,5 2 392 0,-1 4 40 15,-4 3-48-15,3 2-340 0,2-1-336 16,-5-1-136-16,4-4 32 0,-1 1 64 0,2-3-40 16,-1-4-480-16,-1-6-48 0,5-2-332 15,4-11-392-15,-4-3 80 0,8-6-312 0,1-16-1116 16,-6 2-2389-16,9-26-3303 0</inkml:trace>
  <inkml:trace contextRef="#ctx0" brushRef="#br0" timeOffset="2019.039">9080 13570 8172 0,'0'0'5465'15,"0"0"-4285"-15,0 0-928 0,0 0 340 0,0 0 712 16,0 0 88-16,-40 82-164 16,24-47-396-16,-4 6-236 0,-3 8-268 0,-9 10-72 15,0 4-172-15,-9 17 76 0,-2 6-160 16,-13 15-8-16,0 10-112 16,-12 14-28-16,-3 5 16 0,-5 12 20 0,-8 5 28 15,5-2 24-15,-1 1 48 0,4-3-44 0,9-9 52 16,7-7 8-16,8-13 8 0,4-13 36 15,8-14-48-15,8-14 8 0,4-16-8 0,13-16-40 16,2-12-120-16,9-17-48 0,4-5-240 16,0-7-288-16,4-13-396 0,9-9-752 15,2-13-524-15,-2 6-1917 0,10-37-1971 16</inkml:trace>
  <inkml:trace contextRef="#ctx0" brushRef="#br0" timeOffset="2271.681">8893 14735 14341 0,'0'0'2432'16,"0"0"-1712"-16,0 0-360 0,-4 73 172 15,4-38 316-15,-9 6 340 0,1 7-264 16,5-1-363-16,-5 4-197 0,-1 0 0 15,5 0-48-15,-3 0-304 0,3-4-12 16,-4 2-160-16,4-12-188 16,-1-5-164-16,1-7-181 0,4-12-135 15,0-3-324-15,0-10-312 0,0-5-688 0,0-7-2152 0,0-1-2385 16</inkml:trace>
  <inkml:trace contextRef="#ctx0" brushRef="#br0" timeOffset="2419.325">8928 14972 9260 0,'0'0'5533'16,"0"0"-3797"-16,0 0-964 0,84 19 284 0,-60-5 160 16,-4-5-116-16,0 1 225 0,-8-4-561 15,-1 1-364-15,2-4-160 0,2-3-128 16,5 0-112-16,1 0-204 0,-2-13-168 0,5-6-272 16,4-3-437-16,0-10-1107 0,-8 3-2460 15,3-17-2621-15</inkml:trace>
  <inkml:trace contextRef="#ctx0" brushRef="#br0" timeOffset="2619.437">9494 14532 6948 0,'0'0'7801'0,"0"0"-6653"0,0 0-948 0,-8 86 356 0,0-49 784 16,5 8 76 0,-1-1-240-16,4 3-400 0,0-1-191 15,0-2-49-15,0 7-176 0,0 0-212 0,0 3-148 16,0 6-144-16,0 1-36 0,0 2-160 15,0-3-265-15,0 0-271 0,0 1-128 16,0-8-296-16,0 1-448 0,0-5-1228 16,0-9-2685-16,0-11-2494 0</inkml:trace>
  <inkml:trace contextRef="#ctx0" brushRef="#br0" timeOffset="4311.132">9243 14989 664 0,'0'0'2416'0,"0"0"-1596"0,0 0-444 0,0 0-88 16,0 0 192-16,0 0 2512 0,0 0-1320 0,0 0-740 0,0 0-339 15,0 0 179-15,-4 0 188 16,4 0-108-16,0 0-232 0,0 0-252 15,0 0-204-15,0 0-36 0,0 0 8 0,0 0-8 16,0 0-16-16,0 0 0 16,0 0 28-16,0 0 12 0,4 0 72 0,0 0-20 15,0 0 48-15,4 0-56 0,-4-3 16 16,4 3-36-16,0-3 0 16,4-1-52-16,-4 2-28 0,3-3-32 0,2 3-56 15,-1-2-8-15,4 1 0 0,-1 1-112 0,2-5 24 16,-6 4 80-16,6-1 0 15,-6 1-52-15,5 0 56 0,-7 3 0 16,2-3-72-16,-7 3 64 0,0-3-64 0,1 3-24 16,-1 0 40-16,-4 0 8 0,0 0-20 15,0 0-4-15,0 0 12 0,0 0-84 0,0 0-128 0,0 0 8 16,0 0 68-16,0 0 52 0,0 0-68 16,0 0-124-16,-4 0-216 0,-1 3-240 15,1 0-276-15,-4 0-132 0,1 0-525 0,-10 1-1399 16,62-20-3528-16</inkml:trace>
  <inkml:trace contextRef="#ctx0" brushRef="#br0" timeOffset="5238.098">8884 14697 3556 0,'0'0'1212'15,"0"0"-444"-15,0 0-284 0,0 0-160 0,0 0 28 0,0 0 1892 0,0 0-1016 16,0 0-660-16,0 0-115 15,0 0 63-15,0 0 164 0,-8 12 60 0,4-5-128 16,4-1-128-16,-3 4-56 0,3-3 28 16,-4 1-28-16,4 3-28 15,-4-3-80-15,4 3-72 0,-4 1-24 0,-1 1-36 16,1-1-28 0,4 4-84-16,-4 0 24 0,4 3 0 15,-3 0-12-15,3 4-80 0,0-1 52 0,-4 0-60 16,4 4-4-16,0-5-44 0,0 8 40 15,0-4-80-15,0 2 12 0,0 1 16 16,-4 0-28-16,4 3-12 0,-4-1 52 16,4-2-52-16,-4 0 36 0,-1 1-12 0,1-3-36 15,4-1 40-15,-3-3-28 0,-1-3 48 0,4-3-24 16,-4 0 64-16,0-3-60 0,4 2 56 16,-4-2-60-16,4-4-28 0,-5 4 56 15,5-7-76-15,-3 1 60 0,3-1-112 16,0-2-152-16,0 2 88 0,0-6 4 15,0 3-132-15,0 1-116 0,0-4-316 16,0 0 60-16,0 3-340 16,0-3-777-16,3 0-895 15,-3 0-2740-15</inkml:trace>
  <inkml:trace contextRef="#ctx0" brushRef="#br0" timeOffset="8268.123">8410 16649 588 0,'0'0'1864'16,"0"0"2360"-16,0 0-3312 0,0 0 176 16,0 0 132-16,0 0 185 0,0 0-85 15,0 0-156 1,-7-63-216-16,10 63-128 0,-3 0-356 16,0 0-120-16,4 0 28 0,4 7 252 0,5 2-104 15,-2 10-88-15,6 3 308 16,2 10-372-16,1 5 0 0,-4 9-244 15,0 4 108-15,-5 7-232 0,2 7 0 0,-5 0-116 16,-4-1 32-16,-1 0-212 0,6-6-48 0,-5-6-84 16,-4-6-88-16,4-7-168 15,-4-10-284-15,4-5-404 0,-4-14-856 16,0-6-1633-16,0-3-1711 0</inkml:trace>
  <inkml:trace contextRef="#ctx0" brushRef="#br0" timeOffset="8459.177">8558 17021 5276 0,'0'0'324'16,"0"0"4520"-16,0 0-3415 0,0 0-441 16,0 0 272-16,0 0-96 15,92-3-272-15,-72 3-152 0,3 3-144 16,1 0-136-16,0 0-104 0,0 0-220 0,0-3-136 16,3 0-12-16,-2 0-220 15,3 0-400-15,-4-3-388 0,0-6-228 0,-1-1-548 16,1-3-792-16,-12 1-2133 0,8-10-1451 0</inkml:trace>
  <inkml:trace contextRef="#ctx0" brushRef="#br0" timeOffset="8643.834">9040 16640 116 0,'0'0'5144'0,"0"0"801"0,0 0-5301 16,0 0-168-16,0 0 304 0,0 0 352 0,0 72 56 15,0-42-184-15,0 4-240 0,4 1-308 16,0 3-20-16,0 6-16 0,0 1-112 15,3 6-64-15,-3-3-96 0,5 6-148 16,-5-7-40-16,4-2-268 0,-1-4-48 16,2-6-200-16,-1-7-340 0,7-5-384 0,-6-10-1032 15,2-5-2553 1</inkml:trace>
  <inkml:trace contextRef="#ctx0" brushRef="#br0" timeOffset="9119.603">10012 16980 7080 0,'0'0'2284'0,"0"0"-75"0,0 0-765 0,0 0-144 16,0 0 88-16,64 67-396 0,-52-42-72 16,0 1-216-16,-1 5-420 0,2-2 0 15,-9 2-224 1,3-5-52-16,-3-1-8 0,0-6-168 15,-4-6-152 1,0-6-184-16,0-7-192 0,0 0-88 0,0-7-272 16,-4-6-996-16,-3 1-2453 0,-18-18-2679 0</inkml:trace>
  <inkml:trace contextRef="#ctx0" brushRef="#br0" timeOffset="9275.155">9888 16710 6064 0,'0'0'3004'0,"0"0"217"15,0 0-1701-15,0 0-380 0,0 0 320 0,0 0-352 16,84-42-412 0,-64 36-684-16,0 0-12 0,0-4-484 15,4 4-424-15,0 0-260 0,3-1-852 0,-6 1-2349 16,7 6-4091-16</inkml:trace>
  <inkml:trace contextRef="#ctx0" brushRef="#br0" timeOffset="9570.909">10633 16745 3100 0,'0'0'8629'16,"0"0"-6789"-16,0 0-1012 0,-43 79-132 15,27-51 208-15,0 1 76 0,0 0-288 16,4-8-308-16,4-1-220 0,5-7-56 16,-2-1 28-16,5-5-112 0,0-1-24 15,12 0-108-15,0 1 8 0,4-1 100 16,0 1 0-16,4-1 0 0,-1 0-48 15,1-3 40-15,1 4-80 0,-2-1 88 16,-3 0 0-16,0 1 112 0,-4-1-16 16,0 0-20-16,1 5 48 0,-6-3-12 0,-3 3-40 15,0-3-72-15,0 5-48 0,-4-3 40 16,0 3 8-16,-8-1-160 0,-3 1-124 16,-2-4 0-16,1 1-164 0,-4-1-172 0,1-2-248 15,-10-1-404-15,1 1-596 0,9-5-949 0,-17-2-2139 16</inkml:trace>
  <inkml:trace contextRef="#ctx0" brushRef="#br0" timeOffset="10276.908">12084 16919 2136 0,'0'0'2228'0,"0"0"2888"0,0 0-3243 0,0 0-961 16,-96-38 200-16,68 32 4 16,-4 3-208-16,4 3-24 0,5 0-100 0,-1 12-64 15,4 2 12-15,4 7 4 0,4 5-292 16,8 5-56-16,0 4-44 15,4 6-76-15,0-2-96 0,12-1-172 0,0-6 0 0,4-7-208 16,0-6-48-16,4-7 24 0,-4-8-36 16,4-4 120-16,3-4 140 0,1-11 4 15,4-11-140 1,0-2-16-16,0-8-108 16,-4 3 44-16,-1 1 104 0,-2 6 44 0,-1 7 76 15,-5 6-4-15,2 7-36 0,-2 6-92 16,-2 0 132-16,2 10 172 0,-2 5 36 15,-2 7 176-15,-3 0-116 0,5 5-12 0,-6-2-84 0,1 0 12 0,0 0-124 16,4-3-60-16,-4-3-44 16,5-3-212-16,2-3-52 0,5-3-84 15,0-4-196-15,4 1-116 0,4-7-652 16,3 0-1176-16,-6 0-1645 0,6-7-2647 0</inkml:trace>
  <inkml:trace contextRef="#ctx0" brushRef="#br0" timeOffset="10779.056">13283 16958 3300 0,'0'0'288'0,"0"0"5976"0,0 0-4499 15,0 0-201 1,0 0-168-16,0 0-336 0,0 0-328 0,0 0-220 16,0 0-92-16,-88-54-20 15,77 67 8-15,3 1-76 0,-5 13 40 0,9 4-56 0,1 7-32 16,3 3 24-16,0 3 56 15,3 2-56-15,6-5-224 0,-1-6-84 16,0-7-140-16,3-6-68 0,2-8-76 16,-2-8 40-16,6-6 24 0,2-6-40 0,5-13 28 0,0-13-124 15,4-7-484-15,0-8-724 0,0-8-1468 16,-9 14-2813-16</inkml:trace>
  <inkml:trace contextRef="#ctx0" brushRef="#br0" timeOffset="10987.533">13622 16259 7140 0,'0'0'5565'0,"0"0"-4533"0,0 0-412 0,0 0 216 15,0 0 484-15,-32 86-188 16,20-51-44-16,4 9-300 0,5 4-228 0,-2 6-144 16,5 0 48-16,0 9-100 0,0 4-108 15,0 6-192-15,8-4-64 16,-4 5-180-16,4-7-112 0,0-8-100 0,0-5-376 15,4-12-52-15,0-14-276 16,0-9-296-16,4-12-16 0,0-7-200 16,3-10-1004-16,-2-9-1333 0,-2 4-887 15,1-17 3300-15</inkml:trace>
  <inkml:trace contextRef="#ctx0" brushRef="#br0" timeOffset="11245.288">13857 16986 2824 0,'0'0'836'15,"0"0"4808"-15,0 0-3411 0,0 0-1017 0,43 73-360 16,-30-48 248-16,-5-3 140 0,-1-2-40 15,2-4-372-15,-1-4-488 0,3-8-196 0,2-4-24 16,2 0-12-16,2-13-24 0,-2-3-88 16,5-9-236-16,-4-4-84 0,0-3-40 15,-4 0 112-15,0 1 100 0,0 2 136 16,-8 7-88-16,0 5 100 0,-4 3 36 0,0 3 16 16,-12 5-52-16,0 0 72 0,-8 3-56 15,0 3 144-15,-4 0-24 16,8 0 60-16,-4 7-96 0,9 1-24 0,3 3-76 15,-1 1-200-15,5 4-48 0,1 0-36 16,3 0-88-16,0-4-312 16,7 1-728-16,2-3-1684 0,6-4-3949 0</inkml:trace>
  <inkml:trace contextRef="#ctx0" brushRef="#br0" timeOffset="11530.535">14359 16710 6064 0,'0'0'4861'15,"0"0"-3309"-15,0 0-264 0,0 0 16 16,0 0 8-16,-40 89 20 0,29-61-260 16,-2 1-332-16,5-1-140 0,1-6-188 0,-2-2-280 15,9-8-132-15,0-2-148 0,0-4-120 16,5-2 160-16,6-1 32 0,1 3-32 0,8-3 108 16,4 0 4-16,-1 0-4 0,-2 1-100 15,-1-1 100-15,-1 3 0 16,-6 0-4-16,2 7 4 0,-6 0 148 0,-1 0-12 15,-4 2 48-15,-4 4-16 0,0-3-68 16,0 0 56-16,-8 1-120 0,-1-3-36 0,1-3-292 16,-3-5-160-16,7-3-136 0,-5-3-148 15,5 0-488-15,-3-6-980 0,3-4-1768 16,-4-8-1529-16</inkml:trace>
  <inkml:trace contextRef="#ctx0" brushRef="#br0" timeOffset="11811.898">14574 17008 8220 0,'0'0'2897'0,"0"0"-1013"16,0 0-16-16,0 0-368 0,0 0-332 16,0 0-252-16,80 13-176 0,-65-16-348 15,-2-4-196-15,2-2-48 16,6-4-148-16,-6-3-112 16,1 1-72-16,-4-1-108 0,1 0-40 0,-6 2 24 0,-3 6-36 15,0-3 32 1,-4 2 104-16,0 4 168 0,-4 1 40 0,-4 1 52 0,-8-1 220 15,4 1-24-15,-8 3-16 0,5 0-156 0,-2 0 60 16,2 7 96-16,2 2-48 16,2 3-84-16,3 7-100 0,4 0-76 0,-1 1 16 0,2-1 48 15,3 0-64-15,0-3-120 16,3-3 12-16,2-1-76 0,7-5-84 0,-1-1-488 16,6-6-444-16,2-3-376 0,5-10-616 15,-7 1-1829-15,14-17-1283 0</inkml:trace>
  <inkml:trace contextRef="#ctx0" brushRef="#br0" timeOffset="12009.769">15036 16818 7960 0,'0'0'2977'0,"0"0"-1461"0,0 0 180 16,-12 94-8-16,0-55-172 0,0-1 88 0,1 0-268 16,2-3-224-16,5-10-467 0,0-6-369 0,4-6-276 0,0-6-12 15,0-4-60-15,4-3-60 16,5-3-149-16,6-6-23 0,-3-10-120 15,8-4 56-15,-3-5-120 0,2-4-124 16,5-3-160-16,-4 0-32 0,3-6 36 0,2-1-368 16,-1-2-412-16,0-4-248 0,-5 13-1057 15,5-25-2299-15</inkml:trace>
  <inkml:trace contextRef="#ctx0" brushRef="#br0" timeOffset="12197.151">15324 16259 380 0,'0'0'664'15,"0"0"876"-15,0 0 3912 0,0 0-2539 16,-25-67-1001-16,22 67-284 0,3 0-328 15,0 4-532-15,0 8-148 0,0 4-72 0,0 6-152 16,0 6-28-16,0 4 272 0,0 7 208 16,0 2-312-16,0 3-108 15,0 7-100-15,0 3-72 16,0 7-136-16,-4 2-120 0,-1 4-92 0,1-4-164 16,4 4-256-16,-4-6-120 0,0-2-68 15,4-8-48-15,0-6-152 16,0-7-384-16,4-10-756 0,0-12-2129 0,9 0-1879 0</inkml:trace>
  <inkml:trace contextRef="#ctx0" brushRef="#br0" timeOffset="12868.851">16718 16751 4972 0,'0'0'1380'0,"0"0"4149"0,0 0-3921 0,0 0-336 0,0 0-28 15,0 0-216-15,0 0-408 16,0 0-332-16,0 0-56 0,-84 29 28 16,64-10-48-16,0 3-40 0,0 0-88 0,5 3 28 15,-2-2-4-15,10-4-44 0,3-3-64 16,0-11-112-16,4 2-24 0,0-3 40 15,8-1 8-15,3 0 84 0,9 3-68 16,-4-6 60-16,8 4-96 0,-4-4 104 16,4 3 8-16,-4 0 0 0,-4 3-4 0,-1 0 8 0,2 4 28 15,-6 3 136-15,-3 3 40 0,1-1-28 16,-5 4 24 0,-4 4 12-16,0-2-12 0,0 3 12 15,-8-3 0-15,-5-1-144 0,2-2-76 0,-2-5 0 0,2 0-196 16,-5-4-52-16,4-5-104 0,0-4-188 15,3 0-152-15,-2 0-12 16,3-7-4-16,-4-6-84 16,4-2-240-16,4-4-804 0,0 3-1237 0,4-10-2883 0</inkml:trace>
  <inkml:trace contextRef="#ctx0" brushRef="#br0" timeOffset="13195.047">17100 16745 4528 0,'0'0'6541'16,"0"0"-4337"-16,0 0-680 0,9 70 140 0,-9-36-160 16,0 4-40-16,-9 1-204 0,1-4-264 0,4-7-483 15,-3-9-405-15,7-6-108 0,-5-7-96 16,5-3-48-16,0-3-52 16,0 0-49-16,8-6-167 15,4-10 8-15,1-3-68 0,2-6-56 0,5-4-148 16,-4-2-136-16,0-1-4 0,0 3 232 15,0 4 324-15,-1 6 72 0,2 6 76 16,-6 7-80-16,2 6 192 0,-1 0 240 16,-5 3 348-16,6 10 132 0,-5-1-152 15,-1 7-112-15,1 0-100 0,-3 7-36 0,-1-5-48 16,-1 5 104-16,1 0 4 0,-4-1-16 0,0-6-276 16,0 0-88-16,4-6-292 0,-4-4-404 0,0-5-224 15,0-4-168-15,0-4-720 16,4-2-2456-16,0-19-2357 0</inkml:trace>
  <inkml:trace contextRef="#ctx0" brushRef="#br0" timeOffset="13533.691">17530 16310 10648 0,'0'0'1557'15,"0"0"-893"-15,0 0 688 0,4 98 384 16,-4-57 64-16,0 1-272 0,-8 5-632 0,1 1-456 15,3 3-148 1,-5-4-96-16,1-2-184 0,5-1-12 0,3-9-100 16,0-3-20-16,3-10-40 0,5-3 4 15,5-7-52-15,-2-5-88 16,6-1 28-16,-2-2 72 0,9-2 48 0,-4-2 76 16,4 7-28-16,-4-3 52 0,0 4-12 0,-1 3 60 15,-2-2-8-15,-2 4-4 16,2-1 12-16,-6 1 108 0,-2 0 164 0,-1-4-64 0,-4-2-24 15,-4-4-28-15,0 0-56 16,0 0-4-16,0 0-56 0,-4 1-40 0,-9-1-356 0,2 0-12 16,-5 0-72-16,-4 1-16 0,0-2-64 0,-5-2-148 15,2 0-428-15,-5 0-768 0,0 0-940 16,8 0-2269-16,-8 0-1315 0</inkml:trace>
  <inkml:trace contextRef="#ctx0" brushRef="#br0" timeOffset="14134.536">18211 16862 1748 0,'0'0'8152'16,"0"0"-6399"-16,0 0-497 0,0 0 40 0,0 0-156 16,-79 10-220-16,63 5-348 0,0 8-124 15,0-2-136-15,5 12 8 0,-2 2-36 16,1 3 52-16,5-7-28 0,3 1-40 0,4-9-72 16,0-8-196-16,0-8-176 0,0-4-128 15,0-3 8-15,4 0-40 0,3-10 4 16,5-5 244-16,4-4-120 0,0-1-80 0,-4-5 76 15,4 6 164-15,-4 0-28 0,0 9-24 0,4 4-36 16,-4 6-64 0,-1 0 200-16,-2 13 12 0,3 3 412 0,-1 9-100 15,-2 3 0-15,-1 4-112 0,-1 7 60 0,-3-5 36 16,5 4-88-16,-5 4 28 0,-4-2-4 16,0 6 124-1,-4-2 76-15,-5 3 68 0,2-2-124 0,-5-1-104 16,-4-2 8-16,4-8-88 0,-4-1-20 15,4-8-99-15,-4-6-25 0,0-4-60 16,5-4-77-16,-6-9-383 16,6-2-188-16,-6-7 0 0,2-4 112 0,2-11-152 15,-2-8-300-15,2-7-492 0,2-8-996 16,-2 7-1925-16,5-23-2427 0</inkml:trace>
  <inkml:trace contextRef="#ctx0" brushRef="#br0" timeOffset="14814.138">18554 16837 4408 0,'0'0'2436'0,"0"0"-684"0,0 0-292 0,0 0 141 15,0 0-193-15,0 0-388 0,24 89-300 0,-24-57-368 0,-4-1-160 16,-3 4-28-16,3-3-76 0,-5 3 36 15,1-7 64-15,1 1-52 0,3-7 96 16,0-6 128-16,0-7 204 0,4-2-168 16,0-7-212-1,0 0-60-15,0 0 64 0,0-10-80 0,4-2-8 16,0-10-24-16,3-5-76 0,5-4-12 16,1-1-124-16,-2-2-436 0,2-5-160 15,-2 5-372-15,6-4-712 0,-6 13-2393 16,5-14-2859-16</inkml:trace>
  <inkml:trace contextRef="#ctx0" brushRef="#br0" timeOffset="15102.339">18793 16912 8096 0,'0'0'3249'16,"0"0"-2045"-16,0 77-28 0,0-51 756 16,0-1-116-16,0-3-224 0,0-5-440 0,0-9-628 15,8-4-364-15,-3-4 36 0,6 0-196 16,6-10 0-16,-2-9-136 0,6-3-132 0,-2-7-108 0,1-6-104 15,-5 4 28-15,6-2 84 16,-9 5 120-16,0 6 128 0,-4 3-4 16,-5 6 48-16,-3 4 76 0,0 3 108 15,-3-1 124-15,-1 4-44 0,-4 3 92 16,0 0 64-16,0 0-48 0,0 6 80 0,0 7-240 16,-1 3-128-1,2 3-8-15,-5 3-4 0,8-3-56 16,-4 0-16-16,4-7-80 15,0-1-272-15,4-5-300 0,0 0-156 0,0-6-596 0,0 0-1052 16,8-6-1649-16,0-4 33 0,4-16-200 16</inkml:trace>
  <inkml:trace contextRef="#ctx0" brushRef="#br0" timeOffset="15401.862">19096 16761 5412 0,'0'0'4272'15,"0"0"-2455"-15,0 0-113 0,0 0-152 0,0 0-172 16,28 82-128-16,-28-53-164 0,0 3-92 15,0-5-88-15,0 0-200 0,0-5-188 0,4-7-312 16,0-2-208-16,0-3-52 0,0-7-24 16,0 0-20-1,4-3-72-15,4 0-100 0,0-9-36 16,4-7 72-16,-4-3-24 0,4-7-64 0,0-2-132 16,0-5-136-16,0 2-28 15,-1 6-16-15,-2-4-24 0,-1 10-4 0,-1 0-72 16,-2 7 264-16,-1 2 344 0,-5 7 124 15,-3 0 4-15,4 3 300 0,-4 3 384 16,0 6 92-16,0 4-24 0,0 6-248 0,0 0-176 0,0 0-36 16,0 3-12-16,0-3-100 0,0-3-184 15,0 1-64-15,0-5-392 16,0-3-508-16,4 3-404 0,-4-5-1144 0,4 3-3557 0</inkml:trace>
  <inkml:trace contextRef="#ctx0" brushRef="#br0" timeOffset="15669.596">19558 16700 9924 0,'0'0'2537'0,"0"0"-1785"0,0 0 748 0,0 0 264 0,-3 73-136 16,3-38-236-1,0 3-560-15,0 3-408 0,0 10-44 16,3 4 44-16,-3 8 113 0,4 4-213 0,-4 5-116 15,0 12-148-15,0 4-60 0,-4 4 0 16,-3 3-8-16,3 5-184 0,-5-9 20 0,1-9-8 16,8-5-76-16,-3-17-1 15,3-16 77-15,0-15-16 0,0-12-144 16,0-17-148-16,3-5-296 0,1-20-212 0,0-10-176 0,1-16-328 16,-1-8-484-16,-4 7-1253 0,4-30-3215 0</inkml:trace>
  <inkml:trace contextRef="#ctx0" brushRef="#br0" timeOffset="15921.639">19575 16951 7868 0,'0'0'2020'0,"0"0"-1296"0,0 0 77 0,0 0 211 0,47-70-40 16,-30 57-160-16,-2 4-252 0,5-1-196 16,-4 7 64-16,4 3 188 15,-5 0-252-15,2 3-264 0,-6 4-24 16,2 5 60-16,-5 4-60 0,-1 0 24 0,-7 3 64 15,0 0-16-15,0 7-68 0,0-4-80 16,-4 0-68-16,-3 0 68 0,-5-3 0 0,-4 4 4 16,-1-4 0-16,2-6-4 0,-5 2-12 15,0-5-212-15,0-1-164 0,0-2-124 16,1-7-432-16,2 0-256 0,2 0-1060 16,2-10-2601-16</inkml:trace>
  <inkml:trace contextRef="#ctx0" brushRef="#br0" timeOffset="16373.506">20507 17087 7476 0,'0'0'2592'16,"0"0"-455"-16,0 0-225 0,0 0-172 0,0 0-224 15,0 0-416-15,0 0-200 0,0 0-484 16,0 0-24-16,-28 77-64 0,28-46-156 15,4-2 36-15,3-4-124 0,6-9-84 16,-1-6-120-16,0-6-4 0,4-4-84 16,4-7 4-16,3-6-116 0,1-9-72 0,-4-7 112 15,5-3-116-15,-2 1-32 0,-7-2 8 16,-1 5 84-16,-2 6 64 0,-9 3-16 16,-4 6 4-16,0 4 120 0,-12-1 164 15,-4 1 64-15,-4 6 48 0,-7-1-104 16,-1 4 92-1,0 0 60-15,4 7 16 0,7 2-28 16,2-2-148-16,7-1-24 0,-1-3-224 0,9 0-464 0,0 4-1152 0,0-7-928 0,9 3-2277 16,6-3-315-16</inkml:trace>
  <inkml:trace contextRef="#ctx0" brushRef="#br0" timeOffset="16484.015">20793 17015 6992 0,'0'0'3933'16,"0"0"-1677"-16,84 22-280 0,-40-16-264 0,-4 0-276 15,0-6-412 1,-1 0-500-16,1-6-376 0,-3-7-148 15,-2-6-148-15,1-6-416 0,-8-3-160 16,0-7-304-16,-4-4-544 0,-8 11-1404 0,0-13-2641 16</inkml:trace>
  <inkml:trace contextRef="#ctx0" brushRef="#br0" timeOffset="16739.858">21080 16672 5672 0,'0'0'3968'0,"0"0"-2948"0,0 0-67 16,0 0 343-16,-55 73 0 0,51-42-108 0,4 8-180 15,8 2-308-15,0 7-228 0,3 2 60 16,6 1 344-16,-6 6-116 0,2 4-224 0,-6-1-168 0,-3 4-172 16,0 1-64-16,-4-1-68 15,0 0-64-15,-4-4 0 0,-3-2-4 16,3-8 0-16,-5-9-8 0,1-6 8 0,1-7 0 0,-1-9 0 0,-5-2-8 16,2-7-292-16,-1-4-48 0,-4-3 20 0,-5-3 16 15,-2 0 56-15,-5-6 64 0,-3-7-88 16,-10-6-108-16,-2 0-152 15,-1-7-176-15,0-2-468 0,4-7-384 16,8 6-608-16,4-18-3449 16</inkml:trace>
  <inkml:trace contextRef="#ctx0" brushRef="#br0" timeOffset="17102.969">22674 16656 8036 0,'0'0'1260'16,"0"0"-832"-16,0 0-184 0,-28-76 416 15,0 52 345-15,-4 13 247 16,-4-3-332-16,1 14 68 0,-1 0 232 0,0 7-68 15,1 6-172-15,3 9-192 0,-5 7-160 16,5 9-152-16,0 6-72 16,4 7-12-16,2 10 104 0,5 2-20 0,1 7-111 15,8-4-25-15,5 4-40 0,7-4-20 16,0-2-4-16,4-7-8 0,11-5-4 0,5-11-44 16,4-10-112-16,4-5-48 0,8-7-60 15,0-10-116-15,3-2-16 0,1-7-52 0,0-7-56 16,-4-6-52-16,-8-2-168 0,-4-7-240 15,-8 0-225-15,-5-5-171 0,-6 2-564 16,-5 0-1004-16,-9 3-2104 0,-10-3-741 0</inkml:trace>
  <inkml:trace contextRef="#ctx0" brushRef="#br0" timeOffset="17240.794">22279 17005 8776 0,'0'0'2481'16,"0"0"-1121"-16,0 0-352 0,0 0 324 15,0 0-100-15,0 0-328 0,97-22-432 16,-65 12-324-16,0 1-148 0,3-7-44 0,-3 3-440 15,0 1-680-15,0-1-600 0,-4 3-688 16,-9 3-1877-16,5 7-323 0</inkml:trace>
  <inkml:trace contextRef="#ctx0" brushRef="#br0" timeOffset="17356.597">22702 17002 3604 0,'0'0'4344'16,"0"0"-2156"-16,8 91 117 0,-8-53-181 0,0 4-320 16,0 0-472-16,0-1-320 0,5-4-236 0,-5-1-240 15,3-4-96-15,5-1-24 16,-8-2-64-16,4-7-172 15,0 0-180-15,0-3-304 0,0-3-504 16,-4-4-268-16,0-1-340 0,0-5-1228 0,0 1-2805 0,-8-7-3627 16</inkml:trace>
  <inkml:trace contextRef="#ctx0" brushRef="#br0" timeOffset="21801.567">10534 14347 6856 0,'0'0'1064'16,"0"0"3665"-16,0 0-3353 0,0 0-388 15,0 0-120-15,0 0 24 0,0 0 248 16,0 0-224-16,80 23-292 0,-44-14-132 0,-1-2-100 16,5-2-248-16,-4-1-96 15,4-1-48-15,-4-3-4 0,-4 0-92 0,0-3-100 0,-4-1-36 16,0-1-332-16,-9-2-272 0,1 0-364 16,-8 1-992-16,-4 6-2213 0,-4 0-2047 15</inkml:trace>
  <inkml:trace contextRef="#ctx0" brushRef="#br0" timeOffset="21980.949">10633 14687 8976 0,'0'0'2453'16,"0"0"-1181"-16,0 0-316 0,0 0-56 0,0 0 120 15,0 0-64-15,0 0-144 0,0 0-244 16,101 31-284-16,-66-31-140 0,5 0-144 15,0-2-172-15,4-7-308 0,3-1-552 0,1-3-704 16,-8 1-2517-16,28-1-3887 0</inkml:trace>
  <inkml:trace contextRef="#ctx0" brushRef="#br0" timeOffset="22449.371">11833 14303 7564 0,'0'0'5229'0,"0"0"-5037"0,0 0-104 0,-96-32 272 16,64 23 352-16,4-1 196 0,4 7-252 15,1 0-100-15,3 3-8 0,3 0-200 16,2 13-172-16,-1 5-168 0,0 8 152 16,0 10 40-16,4 4 84 0,1 8 36 0,2 2 0 15,5 1-108-15,4-7-28 0,0-8-48 16,4-11-84-16,5-9-52 15,2-3-208-15,1-10 48 0,4-3 0 0,4 0 0 16,4-16-64-16,0-9-72 16,4-13-52-16,0-7-296 15,0-6-272-15,-4-6-204 0,-1-4-376 0,1 1 64 0,0 0-241 0,-4-3 133 16,0-4-640-16,0 0 668 0,-8 1 1320 16,-4 2 192-16,-4 4 768 0,-4 6 740 0,0 1 192 31,-4 4 136-31,-4 8-127 0,-4 6-229 15,4 7-152-15,3 9-156 16,-2 5-164-16,3 8-56 0,4 4-176 0,0 2-64 0,-4 0-164 16,4 0-232-16,0 6-316 0,0 7-120 0,4 6 120 15,0 9 48-15,3 10 36 0,2 10 64 16,-1 8-52-16,0 8-92 0,0 6-4 16,0 7-144-16,-4-1-64 0,0 4-24 0,-4-5-48 15,3-8-124-15,-3-7-260 16,4-10-148-16,0-8-304 0,1-13-388 15,-1-10-660-15,0-13-1701 0,7-6-2143 0</inkml:trace>
  <inkml:trace contextRef="#ctx0" brushRef="#br0" timeOffset="22597.273">12124 14265 340 0,'0'0'10016'0,"0"0"-7919"0,0 0-1177 16,16 86-56-16,-16-51 536 0,0 3 28 15,0 3-324 1,0 1-388-16,-4-5-188 0,4-2-148 15,-4-6-380-15,4-7-60 0,0-9-248 0,0-4-256 16,0-6-224-16,0-3-456 0,-4 0-1312 16,0-19-4309-16</inkml:trace>
  <inkml:trace contextRef="#ctx0" brushRef="#br0" timeOffset="23114.146">12124 14074 10124 0,'0'0'1993'0,"0"0"-1657"0,0 0 148 0,0 0 180 0,0 0 428 0,0 0-260 16,0 0-492-16,0 0-340 0,83 51-412 0,-74-25-384 15,2 2-168-15,-3 11 8 0,1 2-32 0,-5 7 268 16,3-2 411-16,-3 3 309 0,0-5 953 16,0-6 379-16,0-4-20 0,4-1-52 0,-4-7-4 15,-4-5-124-15,4-5-356 0,0-6-396 16,0-4-232-16,0-3-60 0,4 0 20 15,0-3 52-15,0-3 36 0,8-3-64 16,-4-7-132 0,8-3-76-16,-1 1-120 0,-2-2 4 15,2 4 4-15,-3 1-8 0,-4 6-60 0,4-1 132 16,-4 4 12-16,-3 3 104 0,2 0 8 16,-3 3 80-16,-4 1 200 0,0 5 92 15,1-3-116-15,-2 0-84 0,1 1-112 0,-4-1-60 16,4-2-108-16,-4-4-64 15,4 0-24-15,4 0 0 0,0-6-176 0,8-5-96 16,0-3 124-16,4-7-140 0,0 3-40 0,4-1 176 16,0 3 112-16,3 6 32 0,-3 4 116 15,0 3 88-15,-3 0 284 0,-2 3 328 0,-3 3 108 16,-4 3-16-16,0 4-64 16,-4-1-172-16,-4 4-104 0,4 3-92 15,-4 0-28 1,-1 3 168-16,2-1 368 0,-1-1-391 0,0 2-353 15,-4 0-36-15,4-3-205 0,0-4-379 0,3 1-292 16,2-3-180-16,3-7-532 16,-1-3-1120-16,-2 0-2745 0,10-10-3351 0</inkml:trace>
  <inkml:trace contextRef="#ctx0" brushRef="#br0" timeOffset="23436.12">13690 13953 13105 0,'0'0'2568'0,"0"0"-1924"0,0 0-220 15,-56-69 248-15,40 56 568 0,4 7 204 0,-4 3-440 0,4 3-508 16,1 12-352-16,-2 11-144 16,-2 12 0-16,2 12 0 0,1 10 317 15,5 13 155-15,-2 3 336 0,5 7-216 0,0-4-132 16,4-6-100-16,0-10-104 15,4-9-64-15,9-9-24 0,2-14-48 0,2-6-24 32,-2-9-96-32,9-4-12 0,-4-9-168 0,4 0-108 15,0-9 96-15,-4-7-100 0,-1-3-116 16,-2-3-196-16,-6-3-148 0,-7-2-301 0,-4 2-655 16,0 6-740-16,-12 0-736 0,-3 3-1421 15,-1 4-47-15,-12-7-296 16</inkml:trace>
  <inkml:trace contextRef="#ctx0" brushRef="#br0" timeOffset="23555.22">13507 14339 1120 0,'0'0'7764'0,"0"0"-5139"0,0 0-849 0,0 0-264 32,0 0 52-32,0 0 112 0,0 0 0 15,0 0-408-15,99 25-464 0,-71-25-307 16,4 0-157-16,-4-4-304 0,0-3-36 0,-1-2-280 16,-3-3-228-16,0-2-233 0,0 3-299 15,-4-6-752-15,-8 4-2504 0,0-2-2953 16</inkml:trace>
  <inkml:trace contextRef="#ctx0" brushRef="#br0" timeOffset="23683.288">13872 14318 9732 0,'0'0'5213'0,"0"0"-4133"0,0 0-536 0,-3 87 80 0,3-59 328 16,0 1 584-16,0-1-312 0,3-2-544 16,2-3-363-16,3-2-317 0,0 2-221 0,-1-4-447 0,2-3-220 15,-1-1-192-15,0-2-1036 16,-1 6-3616-16</inkml:trace>
  <inkml:trace contextRef="#ctx0" brushRef="#br0" timeOffset="24268.98">14646 14560 10424 0,'0'0'2977'16,"0"0"-1645"-16,0 0-612 0,0 0 324 15,0 0-24-15,0 0-204 0,83-48-148 16,-55 43-44-16,8 1-220 0,4-2-160 0,-4 6-168 16,0-4-76-16,0 4-88 0,-1 0-96 0,-3-3-84 15,5 0 60-15,-2-3-552 16,1-4-452-16,-8 4-1204 0,8-10-3073 16</inkml:trace>
  <inkml:trace contextRef="#ctx0" brushRef="#br0" timeOffset="24770.632">15805 14236 15193 0,'0'0'1584'15,"0"0"-1448"-15,0 0-124 0,-88-31 176 0,60 28 408 0,-4 3 256 16,4 0-64-16,1 6-312 15,3 10-120-15,0 6-40 0,4 6-60 0,4 10-84 0,0 8 12 0,5 4 20 16,3 7 112-16,-1 0 353 16,9-9-293-16,0-4-208 0,0-15-68 15,5-7-100-15,3-10 0 0,-1-5-184 0,6-7-44 16,2 0 20-16,9-16 124 16,1-9-36-16,-2-10-173 0,1-9-267 15,4-8-84 1,-4-5 104-16,4-3 76 0,-5-3-64 0,5 2 0 15,-4-5 60-15,0-4-16 0,-3-3-224 16,-2-3 120-16,-3-1 160 0,-8 1-340 0,4 9 324 16,-8 7 444-16,0 9 380 15,0 12 24-15,-4 12 284 0,4 10-44 16,-4 5 100-16,0 12 60 0,0 0-52 0,0 0 60 16,0 4-116-16,0 4-284 0,0 11-180 0,0 6-136 15,0 14 64-15,0 9 60 0,8 7 337 0,-4 8 75 16,-1 3-224-16,2 7-128 0,-1 0-136 15,0 6-24-15,-4-2-60 0,0-1-56 16,-4-6-4-16,0-7-264 0,-1-12-88 16,5-7-56-16,0-12-56 0,0-13-44 15,0-5-77 1,5-12-255-16,3-2-628 0,4-7-1476 0,-5-2-1560 16,10-19-1697-16</inkml:trace>
  <inkml:trace contextRef="#ctx0" brushRef="#br0" timeOffset="24933.052">16156 14344 12477 0,'0'0'2280'0,"0"0"-1388"0,0 0-388 16,0 0 260-16,8 80 452 0,-8-55 124 0,0-6-164 15,0 3-496-15,-4-5-340 0,0-6-248 16,4-1-92-16,0-3-112 0,-5-7-240 16,5 0-268-16,0 0-320 0,-3-7-636 15,-1 1-2876-15,-8-13-4065 0</inkml:trace>
  <inkml:trace contextRef="#ctx0" brushRef="#br0" timeOffset="25085.885">16256 14036 8612 0,'0'0'3989'0,"0"0"-3273"0,0 0 288 0,0 0 308 16,0 0-556-16,67-66-208 0,-55 56-548 15,-4 3-76-15,0 1-408 16,0 3-888-16,0 3-1008 0,0 3-2153 0,-4 16-1087 15</inkml:trace>
  <inkml:trace contextRef="#ctx0" brushRef="#br0" timeOffset="25486.429">16403 14236 9500 0,'0'0'3105'15,"0"64"-1105"-15,-5-32-568 0,2 0-104 0,3 2 20 0,-4-5 64 16,4-7-328-16,0-6-415 0,0-7-245 16,0-2-180-16,0-4-124 0,0-3-84 0,7 0-36 15,2 0-132-15,-1-3-88 0,3-4 76 16,2 1-52-16,2-3-21 0,2-1-15 15,-2 1 0-15,2-1-8 0,2-2-16 16,-3 2-64-16,5-3 64 0,-6 1 48 0,5 1 24 16,-4-1-24-16,0 3-60 0,0-1-16 15,-4 4 64 1,0 6 132-16,-5 0 88 0,2 0 252 16,-1 6 252-16,-4 0-76 0,0 7 12 0,-4-3-88 15,3-1-84-15,-3 1-84 0,4-4-160 16,1-3-24-16,-1 1-84 0,0-4 12 15,7-4-76-15,2-5-144 0,2-3-12 16,6-7-308-16,-2 0-148 0,1-2-116 16,4 3 108-16,-8 5 232 0,0 7 188 0,0 2 248 0,-8 4 100 15,4 0 584-15,-4 10 272 16,-5 0 132-16,2 2-40 0,-1 4-216 0,0 0-148 16,0 1-48-16,0-3 49 0,0 5-101 15,-4 1-168-15,3-4-268 0,1 3-48 16,1 0-244-16,3 0-384 0,0 4-125 15,-1-2-51-15,2 2-140 16,3-2-816-16,-5 2-2420 16,2-10-1921-16,3 3-1494 0</inkml:trace>
  <inkml:trace contextRef="#ctx0" brushRef="#br0" timeOffset="25717.747">17283 13811 12625 0,'0'0'1948'0,"0"0"-1316"0,0 0 740 0,-7 73 92 0,7-35 112 15,3 10-48-15,5 3-351 0,1 2-401 16,2 5-196-16,-3 1-84 16,1 2-172-16,-2-4-192 0,-7 0-132 0,4-5-84 15,-4-5-156-15,0-5-172 0,0-10-84 16,0-7-84-16,0-10-168 0,0-5-373 15,0-8-899-15,0-2-2660 0,0-2-2609 0</inkml:trace>
  <inkml:trace contextRef="#ctx0" brushRef="#br0" timeOffset="25903.912">17419 14316 14085 0,'0'0'2744'0,"0"0"-1860"0,0 0 116 16,0 0-44-16,104 31 48 0,-76-25 273 0,-4 1-405 15,4-3-352-15,-1-4-180 16,4 0-208-16,-3 0-132 0,0-11-8 0,0 2-160 16,-3-3-184-16,3-4-252 0,-4-3-317 0,-1-4-15 0,1 1-532 15,-4 3-1428 1,-1-12-3909-16</inkml:trace>
  <inkml:trace contextRef="#ctx0" brushRef="#br0" timeOffset="26087.335">17933 13862 14425 0,'0'0'2256'0,"0"0"-1744"0,0 0-204 0,-12 70 200 15,8-38 468-15,4 2 628 0,0 4-412 0,0 3-487 16,4 1-245-16,4 5-148 16,-1-2-80-16,2-1-100 0,-5 4-64 15,0 0-68-15,0-4-12 0,-4 4-192 0,0-7-316 16,0 3-220-16,0-6-125 15,-4 1-255-15,4-14-908 0,0 10-4000 0</inkml:trace>
  <inkml:trace contextRef="#ctx0" brushRef="#br0" timeOffset="26256.552">18829 14772 4940 0,'0'0'14605'0,"0"0"-12240"0,0 0-1601 15,0 0-764-15,0 0-268 0,0 0-288 16,0 0 275-16,0 0-267 16,0 0-756-16,0 0-2488 0,0 0-6157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31:43.6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7681 1200 7928 0,'0'0'1312'16,"0"0"184"-16,0 0 1185 0,0 0-857 15,0 0-500-15,-40 67-244 0,25-32 32 16,-2 2-348-16,2 14-20 0,-5 10-208 0,-4 8-36 0,-1 11-136 16,2 15-47-16,-1 10-121 0,-4 9-28 0,0 10-108 15,4 1-60-15,0-6-60 0,1-5-48 16,3-8-36-16,8-14-100 16,3-16-37-16,5-19-47 0,4-19-112 0,0-15-44 15,4-15-264-15,9-8-248 0,2-15-752 0,9-14-176 31,-3 4-928-31,14-39-3173 0</inkml:trace>
  <inkml:trace contextRef="#ctx0" brushRef="#br0" timeOffset="243.901">7729 1479 9164 0,'0'0'2093'0,"0"0"-769"0,0 0 344 15,0 0-244-15,0 0-556 0,0 0-344 0,0 0-148 16,0 0-20-16,17 102 4 0,-17-45 108 16,0 16-220-16,-5 18-124 0,-11 15 80 0,0 7-204 15,-7 5-12-15,-1 0-172 16,-1-1-12-16,1-12-28 16,0-9-48-16,9-20 0 0,-2-13 136 15,6-21-48-15,7-17-276 0,0-12-188 16,0-13-168-16,-1-3-308 0,1-7-1472 15,4-27-3249-15</inkml:trace>
  <inkml:trace contextRef="#ctx0" brushRef="#br0" timeOffset="581.114">7785 1552 10556 0,'0'0'2097'16,"0"0"-849"-16,0 0-108 0,0 0 284 15,75-32-728-15,-58 32-324 0,2 0-160 0,1 7 12 16,4 3-128-16,1 8-44 0,-10 11-52 0,1 8-148 0,-4 9-28 16,-8 4-108-16,-4 7-112 0,-4-3 208 0,-11 3 12 15,-6 2-96-15,-3-9-348 0,-4-6-8 16,0-2 112-16,0-11 188 16,5-5 252-16,3-7-88 0,-1-6-92 0,10-5-124 15,-1 3 188-15,7-3 40 0,5 5-104 16,0 4 216-1,5 2 40-15,7 3 524 0,3 3 24 16,6 4-132-16,7 2-24 0,0-2-24 0,3 0-4 16,1-4 100-16,4-3 180 15,-4-3-96-15,3-3-140 0,-3-4-200 16,0-5-208-16,0-4-88 0,0-3-196 0,1-6-764 16,-6-10-124-16,-3 0-1036 0,8-25-4393 15</inkml:trace>
  <inkml:trace contextRef="#ctx0" brushRef="#br0" timeOffset="913.366">8294 1177 340 0,'0'0'10468'0,"0"0"-8707"0,0 0-641 0,0 0 348 0,0 0-180 16,0 0-568-16,0 0-196 15,0 0-264-15,49 99-116 0,-45-58-144 16,-1 4-212-16,1 0-396 0,5-11-200 0,-5-8 276 16,4-10 220-16,-1-10-16 15,6-6 140-15,-2 0 160 0,5-3 28 16,0-7 16-16,5 1-4 0,2-7 76 0,1 0 36 16,0 0-80-16,0-1-36 0,-9 5-16 0,6 6 8 15,-6-1 0-15,-2 4 304 16,-6 3 72-16,-3 0-32 0,4 3 56 0,-3 8-52 15,-1-3-136-15,0 9-100 0,-4 2-40 32,0 10 80-32,0 2-152 0,-4 7-192 0,0 1-616 15,-1-1-540-15,1-1-652 0,4-8-1869 16,-4 3-1195-16</inkml:trace>
  <inkml:trace contextRef="#ctx0" brushRef="#br0" timeOffset="1129.18">9040 2007 13105 0,'0'0'2016'0,"0"0"-1524"0,0 0 564 0,0 0 556 0,0 0-320 16,76 19-400-16,-48-17-332 0,3-2-376 15,9 0-184-15,1-7-76 0,-2 2-204 0,4-4-416 16,2-2-408-16,-6-1-588 0,-7 5-2304 15,12-5-3753-15</inkml:trace>
  <inkml:trace contextRef="#ctx0" brushRef="#br0" timeOffset="1514.062">10227 1533 14145 0,'0'0'3820'0,"0"0"-3216"0,0 0-516 15,0 0 440-15,0 0 964 16,0 0-251-16,0 0-597 0,0 0-476 0,0 0-168 16,-43 93 96-16,19-49 28 0,-1 10-28 0,5-4 12 0,1-3-108 15,6-8-132-15,6-10-112 16,3-10 16-16,4-10 32 0,0-2 52 0,4-4-148 15,3-3-193-15,6 0-187 0,6 0 196 16,5-6 88-16,4 2-140 16,0-2-64-16,-4 3-184 15,1 3 192-15,-6 0 224 0,-3 13-36 0,-4 3 396 16,-4 3 160-16,0 6 376 0,-8 7-40 16,0-1 48-16,0 7-4 0,0 1 0 15,-4-2-24-15,-4-1-100 0,4-2-76 16,0-5-60-16,4-7-24 0,0-6-220 0,0-7-36 15,0 1-244-15,8-7-84 0,4 1-136 0,0-4-256 16,8-4-300-16,3-9-904 0,-6 1-2080 16,22-23-2105-16</inkml:trace>
  <inkml:trace contextRef="#ctx0" brushRef="#br0" timeOffset="1794.492">10861 1981 9520 0,'0'0'6041'16,"0"0"-5309"-16,19 76 28 0,-15-48 864 15,1 1 276-15,-1-4-427 0,4-6-653 32,3-6-420-32,6-3-84 15,3-7-228-15,7-3-88 0,5 0-132 0,0-13-160 0,8-6-96 0,-4-9-144 16,-1-4 48-16,-7-3 35 0,-3 4 33 16,-10 1 76-16,-11 5 84 0,-4 3 60 0,-8 0 48 15,-11 3-36-15,-9-4 100 0,-4 5 84 16,0 2 108-16,-1 6-20 0,2 4 20 0,7 3 88 15,0 3-12-15,0 0-100 16,5 6-84-16,-1 4-96 0,3-1-124 0,2-3-136 16,7 4-600-16,-1-7-1548 0,5 1-2716 0,4-4-2293 15</inkml:trace>
  <inkml:trace contextRef="#ctx0" brushRef="#br0" timeOffset="2062.547">11367 1533 10664 0,'0'0'3065'15,"0"0"-1169"-15,0 0-80 0,0 0-752 16,91 6-252 0,-79 1 264-16,-3 2-396 0,2 5-216 0,-3 1-160 15,1 1-147-15,-2 3-145 0,1 3-12 0,-4-3 0 16,5 4-132-16,-6-1-25 0,5 0 81 16,-4-3-32-16,4 4-36 0,4-4 56 15,0 2 44-15,4-2 44 0,0 1 0 16,4-1-84-16,4-1-184 0,-5 2-208 15,2-4 12-15,-2-4 84 0,1 1-12 0,-7-1-16 0,-2 1 16 16,-7 0-4-16,-4 5 236 0,-4-1 160 16,-7 5 160-16,-6 4 52 15,-7 2-52-15,-8 4-120 0,0-1-40 0,-7 5-308 16,-9 2-996-16,12-10-3292 0,-28 10-6705 16</inkml:trace>
  <inkml:trace contextRef="#ctx0" brushRef="#br0" timeOffset="3217.267">8897 3552 3444 0,'0'0'1992'16,"0"0"-144"-16,0 0-56 0,0 0-124 16,0 0-231-16,0 0-105 0,0 0-152 0,0 0-160 15,0 0-192-15,0 0-116 16,0 0-128-16,0 0-128 0,0 4-136 15,0 3-136-15,3 1-96 0,1 12-40 16,9 5 16-16,-5 16 56 0,7 7-20 16,-2 10-100-16,-6 5-84 0,5 3-72 15,-8-2-68-15,4-4-36 0,0-12-108 0,0-7-64 16,1-12-28-16,-2-10-100 0,1-10-384 0,0-3-432 16,0-6-404-16,4 0-485 0,-4 0-859 0,4-19-1828 15</inkml:trace>
  <inkml:trace contextRef="#ctx0" brushRef="#br0" timeOffset="3466.364">9211 3610 5336 0,'0'0'2824'16,"0"0"-1064"-16,0 0-455 0,0 0-73 15,0 0-300-15,0 0-272 0,0 0-116 16,-11 72-76-16,11-40 0 0,0 10 72 16,0-2-24-16,0 12-204 0,-4-2-100 15,-1 11-212-15,-3-4-112 0,0 4-40 0,1-4-296 16,-2-3-396-16,1-10 0 0,4-6-184 16,4-10-352-16,0-5-561 0,0-8-1027 15,0-2-2288-15</inkml:trace>
  <inkml:trace contextRef="#ctx0" brushRef="#br0" timeOffset="4287.706">8459 5385 7400 0,'0'0'1792'16,"0"0"-692"-16,0 0 189 15,0 0 143-15,0 0-208 0,-53-71-188 16,42 62-132-16,-6 2-152 0,6 1-132 0,-6 0 24 16,2 4-160-16,-5-3-56 0,-1 3-32 15,-2-2-200 1,-5 4-52-16,-3 0-32 0,-1 4-64 0,-5 5-44 15,-3 1 4-15,1 5-8 0,-1 8-48 16,-4 2-40-16,4 7 4 16,5 6 0-16,3 6 84 0,4 11 0 0,8 5 12 15,4 9 132-15,11 5-132 0,5 5 148 0,9 0-84 0,10 0-4 16,2-8 48-16,7-7-44 16,-4-11 168-16,4-12-24 0,-1-6 36 0,-3-10-52 15,0-2-128-15,-4-11 20 0,-1-1-60 16,-2-5-36-16,2-4 0 0,-2-2 0 15,3 0 0-15,-1-2-148 0,1-11-8 16,1-6-320-16,-2-6-280 0,-3-1-264 0,-4-6-448 16,-4 1-940-16,-3 4-1881 0,-5-4-2055 15</inkml:trace>
  <inkml:trace contextRef="#ctx0" brushRef="#br0" timeOffset="4443.095">8024 5931 8112 0,'0'0'2072'15,"0"0"-515"-15,0 0 287 0,0 0-236 0,0 0-288 16,83 19-176-16,-55-10-300 16,0-2-208-16,4-1-144 15,-4-3-172-15,0 0-320 0,4 0-64 0,-4-3-156 16,-4 0-172-16,4 0-592 0,-9-3-692 0,-2 0-1492 0,2-4-3273 16</inkml:trace>
  <inkml:trace contextRef="#ctx0" brushRef="#br0" timeOffset="4587.963">8311 6089 7008 0,'0'0'2204'15,"0"0"-576"-15,0 0 145 16,-13 83-77-16,13-61-472 0,5 0-712 0,-1-3-512 0,8-2-512 16,4-2-524-16,-1-9-376 0,10-2-753 15,-10-4-1875-15,17-16-792 0</inkml:trace>
  <inkml:trace contextRef="#ctx0" brushRef="#br0" timeOffset="5725.555">8597 5347 7444 0,'0'0'2180'0,"0"0"-904"0,0 0 89 0,0 0 179 15,0 0-392-15,0 0-96 0,0 0-200 16,0 0-160-16,81 73-164 0,-74-39-188 0,-3 10-48 16,0 8-160-16,-4 11-88 0,0 10-48 15,-4 4-4-15,-4 5-144 16,1 4-72-16,3-4-16 0,-1-9 200 0,5-12 36 0,0-11 208 15,9-8 28-15,-2-11-88 0,5-3-36 16,1-9 20-16,-2 0 4 0,1-5 100 16,0-1 128-16,4-7 308 0,-4 0-232 0,4-3-136 0,0-3-132 15,-1 0-104-15,2 0-68 0,-2-3-120 0,2-6-212 16,-2-4-180-16,2 0-220 16,3-5-420-16,-9-6-1020 0,-3 10-3212 15,0-18-4977-15</inkml:trace>
  <inkml:trace contextRef="#ctx0" brushRef="#br0" timeOffset="6017.061">9040 6115 11001 0,'0'0'1708'0,"0"0"-868"0,0 0 768 0,0 0 140 16,0 0-176-16,12 82-428 0,-12-63-384 15,0-3-324-15,4-3-304 0,-4-1-132 16,4-2-120-16,-4-4-76 0,3-2-344 0,1-1 52 15,9-3 108-15,-2-7 12 0,6-5-76 16,7-4-260 0,-5-7-328-16,5-2-240 0,-3 6 60 0,2 0 372 15,1 3 508-15,-4 9 40 0,4 5 88 0,-4 2 204 16,0 9 128-16,-1 4 484 16,1 6 112-16,-7 0-88 0,2 3-120 0,-7 1-136 15,5 2 44-15,-9 0 20 0,-1-3-196 0,5-2-248 16,-4-4-36-16,5-7-732 15,-2-2-860-15,5-7-836 0,1-7-2273 0,6-18-1983 32</inkml:trace>
  <inkml:trace contextRef="#ctx0" brushRef="#br0" timeOffset="6238.17">9821 5311 11237 0,'0'0'2292'0,"0"0"-984"0,0 0 416 0,-60 74-72 0,40-33-240 16,1 3-80-16,2 7-247 0,2 3-337 0,2 6-180 0,2 3-144 15,7 5-204-15,0 1-220 0,-1-1 0 16,5-3-244-16,0-7-120 16,5-14-180-16,6-11 12 0,5-12 47 0,8-11-39 15,0-10-448-15,8-3-328 0,0-19-556 16,3-7-640-16,-7 0-2105 15,17-28-2435-15</inkml:trace>
  <inkml:trace contextRef="#ctx0" brushRef="#br0" timeOffset="6412.271">10147 5454 6504 0,'0'0'7165'0,"0"0"-5673"0,0 0-924 0,0 0 376 0,-19 86 296 0,11-45-128 0,-5 13-96 15,6 3-172-15,-1 4 32 0,-4 6-147 16,8-1-317-16,-4 1-160 0,0 2-252 0,0-5-256 15,4-7-376-15,4-12-241 0,0-17 141 16,0-12 168-16,12-13-292 16,4-9-1108-16,-4-4-1064 0,11-28-2685 15</inkml:trace>
  <inkml:trace contextRef="#ctx0" brushRef="#br0" timeOffset="6586.478">10319 5588 9564 0,'0'0'5525'31,"0"0"-4733"-31,-8 89-388 0,-4-42 208 0,0 14 580 16,-3 2 76-16,-2 0 4 0,1 4-432 15,-4-3-415-15,4-3-425 0,1-5-305 0,2-8-475 16,9-10-184-16,-4-13-28 0,8-11-44 16,0-14-812-16,8-7-1296 0,1-6-1337 15,2-29-1731-15</inkml:trace>
  <inkml:trace contextRef="#ctx0" brushRef="#br0" timeOffset="6853.096">10410 5556 10316 0,'0'0'1789'15,"0"0"-765"-15,0 0 740 0,0 0-352 0,0 0-180 0,0 0 104 16,0 0-268-16,84 47-300 0,-76-24-280 16,-8 5-244-16,0 4-244 0,0 6 0 15,-11 6-220-15,-6 4-168 0,-3 3-88 0,1-1-88 16,-6-1 60-16,5-5 188 0,5-9 316 15,2-3 0-15,2-6 60 0,7-7-60 16,0-1-40-16,4 1 40 0,8 0 176 16,8-3 116-16,3 0-32 0,5 0 80 31,12-3 52-31,-4-4-28 0,9 0-180 0,-2-9-72 0,1 0-40 0,-1-3-72 16,2-6-52-16,-6-10-292 0,1 0-204 15,-4-10-332 1,-4-2-376-16,-8 6-1340 0,8-24-3933 0</inkml:trace>
  <inkml:trace contextRef="#ctx0" brushRef="#br0" timeOffset="7097.637">10992 5381 4712 0,'0'0'5060'15,"0"0"-3431"-15,0 0-65 0,88 57 176 16,-56-31-332-16,-4 2-304 0,-5 8-276 16,1-3-308-16,-7 6-300 0,-6 3-108 15,-3 0-104-15,-8 5-8 0,-4 0-48 16,-8 4-52-16,-4 0-72 0,-7 0-112 16,-5-4-148-16,0-3-64 0,0-2-240 15,0-8-684-15,4-8-1120 0,8-10-1973 0,0-9-1123 16</inkml:trace>
  <inkml:trace contextRef="#ctx0" brushRef="#br0" timeOffset="12485.649">12418 4870 1356 0,'0'0'8528'0,"0"0"-6491"0,0 0-553 0,0 0 128 16,0 0-16-16,-103 79-228 0,67-43-492 16,-12 11-236-16,-4 7-28 0,-7 10-40 0,-9 6-96 15,-4 8-260-15,-8 5-116 0,-7 9-100 16,-4 10-12-16,-10 7-76 0,2 1 20 16,-4 11 68-16,3-1 4 0,0 4 68 31,4-3-72-31,5-1-76 0,-1-5 16 0,9-1-136 15,7-2 184-15,5-1-24 16,7 0-132-16,4-3-128 0,4 3-128 16,4-7 128-16,5 1-60 15,2-7 88-15,6-2-40 0,3-7-308 0,0-3 232 0,5-10 172 0,3-4 64 16,3-8 76-16,5-7-16 0,5-6-48 16,2-9-176-16,2-8-592 0,3-5 164 0,4-10 148 15,4-10-540-15,0-5-452 0,0-4-929 16,8 0-487-16,-4-10 120 0,-4-9-196 15</inkml:trace>
  <inkml:trace contextRef="#ctx0" brushRef="#br0" timeOffset="13504.797">11423 6541 8568 0,'0'0'1736'16,"0"0"-459"-16,0 0-369 0,0 0-804 0,0 0 188 15,-88 94 144-15,60-45 48 0,4 1-28 16,-4 7 164-16,1 6 36 0,3 5-128 16,-4-2-112-16,3 5 8 0,5-6-40 15,1-4-124-15,6-11-84 0,6-8-28 16,-1-13-136-16,8-7-12 0,0-14-116 0,0 3-144 15,4-8 0-15,4 0 124 16,8-3 12-16,-1 0-264 0,6 0 76 0,-1 0 84 0,-1 6 40 0,1 7 104 16,1 6 84-1,-6 9 100-15,2 5-40 0,-2 7 16 0,-7 4 100 16,4 5-32-16,-4-2-20 0,0 1 148 16,-4 3-132-16,4-7-140 0,-4 0-12 0,0-6-4 0,0-6-108 15,-4-3-100-15,4-6-24 16,0-8-32-16,-1-2-376 0,2-4-468 0,-1-2-1004 31,-4-4-1881-31,4-3-699 0</inkml:trace>
  <inkml:trace contextRef="#ctx0" brushRef="#br0" timeOffset="13879.857">12056 6823 1580 0,'0'0'6864'16,"0"0"-4744"-16,0 0-559 0,0 0 7 16,0 0-172-16,0 0-328 0,0 0-156 15,0 0-300-15,-80-29-340 0,68 39-88 0,0 5-12 0,-3 8 52 0,-2 5 32 16,6 5 40-16,-6 5 24 0,2 6 60 15,3 3-64-15,0 7-92 16,-1 7-80-16,2 9-32 0,3 5-52 16,0 8 48-16,0 3-60 0,4 3-48 0,0-3 0 15,4-4-72-15,4-6 60 0,4-6-148 16,4-6 40 0,0-10-28-16,8-7 40 0,0-8 8 15,-1-8 4-15,6-2-76 0,3-7-12 0,0-3-136 16,0-3-196-16,0-7-112 0,-1-2-276 15,4-4-572-15,-3-3-676 0,-3-3-2769 16,2-16-3423-16</inkml:trace>
  <inkml:trace contextRef="#ctx0" brushRef="#br0" timeOffset="14607.03">12379 6489 1904 0,'0'0'7908'16,"0"0"-6023"-16,0 0-121 0,0 0-332 15,0 0-188-15,0 0-188 0,0 0-216 0,0 0-148 32,0 0-88-32,0 0-28 0,4 89-124 15,0-60-76-15,-1 3-132 0,-3-1-120 0,4 4-28 16,-4-4-24-16,5 2-72 16,-5-5-48-16,4-2-24 0,-4 3-124 0,0-4 12 15,0-3-144-15,4 3-28 0,-4-2-412 16,0-1-192-16,4 0-304 0,-1-3-984 0,-3-3-2817 15,0 3-4215-15</inkml:trace>
  <inkml:trace contextRef="#ctx0" brushRef="#br0" timeOffset="15647.426">12467 7649 4728 0,'0'0'16'0,"0"0"1504"0,0 0 2856 16,0 0-2655-16,0 0-445 0,0 0-120 0,0 0-112 16,0 0 160-16,0 0-296 0,0 0-256 15,0 0-124-15,-13-11-132 0,13 11-116 16,0 7-156-16,0 9-124 0,0 6-72 16,0 6 72-16,9 4 112 0,-5 3-28 15,3-3 28-15,1-4-108 0,1-2 4 16,-2-7-8-16,1-6-84 0,0-3 0 0,1-5-64 15,-2-5 64-15,5 0 80 0,8-3-44 16,-4-9 40 0,4-10-188-16,0-3-172 0,-1-7-152 15,-2 0 16-15,3 0 44 0,-8 1 176 16,-1 5 172-16,-2 1-72 0,-5 6 72 16,-4 3-40-16,0 4 16 0,-4-2 60 15,-9 5-84-15,2 2 160 0,-6-2 172 16,2 2-168-16,2 4-4 0,-2 0-100 15,2 0-148-15,2 3-332 0,7 0-176 0,-4 0-600 0,4 6-860 16,0-3-1861 0,4 4-1699-16</inkml:trace>
  <inkml:trace contextRef="#ctx0" brushRef="#br0" timeOffset="17089.05">13131 6378 11121 0,'0'0'2228'15,"0"0"-692"-15,0 0-172 16,0 0-20-16,0 0-196 16,49 86-252-16,-38-51-100 0,2 0-52 15,-2 6-248-15,2-3-215 0,-5-3-281 16,-1 1-24-16,5-9-193 0,-3-2-151 16,2-8-240-16,1-4-272 0,0-7-236 15,4-6-740-15,-4 0-1244 0,8-9-3809 0</inkml:trace>
  <inkml:trace contextRef="#ctx0" brushRef="#br0" timeOffset="17273.444">13434 6467 5276 0,'0'0'6081'16,"0"0"-4173"-16,0 0-424 0,0 0 56 0,-75 80-96 16,55-49-160-16,-4 4-232 0,4 0-232 15,-4 3-260 1,0 0-416-16,0-3-144 0,1-3-156 15,-1 0-136-15,4-3-88 0,0-4-460 16,0-6-192-16,4-4-836 0,4-4-2584 16,-16-9-3909-16</inkml:trace>
  <inkml:trace contextRef="#ctx0" brushRef="#br0" timeOffset="17434.073">13013 6711 3980 0,'0'0'6836'0,"0"0"-4871"0,0 0-249 0,0 0 12 15,0 0-320-15,0 0-344 0,90-19-168 16,-57 13-408-16,3 0-280 0,3-4-208 16,5 1-156-16,0 0-176 15,4-1-476-15,0-3-364 0,-1 3-864 0,-6 4-2736 0,10-3-3685 16</inkml:trace>
  <inkml:trace contextRef="#ctx0" brushRef="#br0" timeOffset="17807.108">14040 6356 4408 0,'0'0'2460'15,"0"0"2461"-15,0 0-3117 0,0 0-108 0,96 51-12 16,-72-32-396-16,0 3-400 0,3 7-116 16,-3 3-224-16,0 2-24 0,4 8-48 15,-7 2-99-15,-2 4-145 0,1 3-180 0,-4 3-52 16,-8 2-100-16,4 5 88 0,-4 3-84 0,-8 5 11 16,0 2-35-16,0 1 116 0,-8 2-60 0,-4-6 52 31,-4 0-144-31,0-4 8 0,-4-5-144 15,0-4-84-15,1-1-28 0,-2-3-72 16,1-8 60-16,1-4 48 0,-1-7 72 0,-1-1-196 16,2-8-388-16,-1-2-724 15,-1 0-940-15,6-13-2025 0,-13-1-1247 0</inkml:trace>
  <inkml:trace contextRef="#ctx0" brushRef="#br0" timeOffset="23789.325">13028 7486 5004 0,'0'0'5768'0,"0"0"-5019"0,0 0 1247 0,24 74-816 15,-4-49-324-15,0 3 212 0,8 2-208 16,0-2-364-1,4 0-224-15,-4-2-272 0,3-4-124 16,-6-6-60-16,-2-4-152 0,5-5-136 16,-8-4-276-16,4-3-548 0,4-10-1184 0,-12-2-2337 15,12-15-2295-15</inkml:trace>
  <inkml:trace contextRef="#ctx0" brushRef="#br0" timeOffset="23959.335">13479 7407 5732 0,'0'0'1600'0,"0"0"2957"16,0 0-3049-16,0 0-136 0,0 0-264 16,-69 73-180-16,42-38-156 0,-6 6-264 0,-2 4-224 15,-1 6-100-15,-4-4-184 16,-4 1-144-16,5-7-128 0,3-3 12 0,4-7-124 0,0-5-476 0,4-10-596 16,8-4-1328-16,1-5-3421 0</inkml:trace>
  <inkml:trace contextRef="#ctx0" brushRef="#br0" timeOffset="24409.529">13184 7619 10920 0,'0'0'2713'15,"0"0"-1293"-15,0 0-312 0,0 0 352 0,0 0-484 0,0 0-140 16,0 0-136-16,0 0-324 16,0 0-228-16,0 0-148 0,0 0-36 15,31 10 36-15,-7-7 144 0,12 3-56 16,8-1-76-16,4-3-12 0,8-2-4 15,0 0-60-15,-1-7-68 0,-3-2-64 16,0-3-232-16,-9 2-464 0,-2 0-592 16,-14 1-1332-16,1 3-3321 0</inkml:trace>
  <inkml:trace contextRef="#ctx0" brushRef="#br0" timeOffset="25058.896">14606 6045 9836 0,'0'0'2665'16,"0"0"-997"-16,0 0-168 0,88 53-156 0,-60-23-228 16,3-2-144-16,-7 4-136 0,4 6-300 15,0 6-180-15,-4 3-76 0,0 5-64 16,0 8 4-16,0 7-148 0,0 6 52 0,-1 3-64 0,-6 1-60 16,-2 1-8-16,1 2-64 0,-8-4-52 15,-4 3 40-15,-4-3-76 0,0 1 4 16,-8-4-28-16,-8-6-12 0,0-1-84 15,-8-8-96-15,0-2-16 0,-4-4-136 32,-4-5-60-32,1-2-168 0,-1-11-200 0,4-2-472 15,1-7-256-15,6-5-888 0,5-8-1385 0,1-9-1971 0</inkml:trace>
  <inkml:trace contextRef="#ctx0" brushRef="#br0" timeOffset="28783.644">1374 10950 5836 0,'0'0'1444'0,"0"0"-432"0,0 0 660 0,0 0 621 15,0 0-865-15,0 0-552 0,0 0-132 16,0 0-52-16,4 45 48 0,0-22-128 0,0 5-116 16,0 4-52-16,0 5-124 0,0 5-12 15,0 5 72-15,0 11-144 0,-4 2-40 0,4 7-112 16,-4-1-84-16,0 7-60 0,-4-4-40 15,4-1-8-15,-4-11-112 0,4-12-200 16,-4-8 28-16,4-11-140 0,0-7-336 16,0-6-752-16,4-7-964 0,4-3-2005 15,-4-3-1079-15</inkml:trace>
  <inkml:trace contextRef="#ctx0" brushRef="#br0" timeOffset="28981.422">1418 11572 8716 0,'0'0'2997'0,"0"0"-1425"16,0 0-644-16,0 0-80 0,0 0-80 16,0 0-12-16,0 0 288 0,0 0-68 0,0 0-324 15,103-5-160-15,-71 5-200 0,0 0-60 0,1-3-180 16,-2-4-52-16,1 0 0 0,-5-2-52 16,1-1-20-16,-4-2-284 15,1-1-404-15,-1-3-336 0,-5 0-460 0,1 0-916 16,-8 1-2325-16,4-5-3583 0</inkml:trace>
  <inkml:trace contextRef="#ctx0" brushRef="#br0" timeOffset="29152.898">1872 11251 5076 0,'0'0'3264'15,"0"0"-1568"-15,0 0-443 0,0 0-113 0,4 83 136 16,0-53 4-16,0-2-324 0,0 3-236 0,4 1-48 15,-4 3-188-15,0-3-324 0,0 3-160 0,0 0-260 0,4-4-164 16,-5 1-776-16,6-3-348 0,-1-10-1488 16,7-3-3105-16</inkml:trace>
  <inkml:trace contextRef="#ctx0" brushRef="#br0" timeOffset="29427.505">2578 10950 10272 0,'0'0'2073'16,"0"0"-1253"-16,0 0 500 0,-73 96 432 15,45-55-168-15,1 6-560 0,-6 4-424 16,2 10-244-16,-5 5-112 16,-4 11 0-16,-3 8-84 15,-9 13 24-15,-4 8-100 0,-4 5-84 0,-4 6-84 16,-3-3-64-16,-1-2 28 0,8-7-4 15,5-10-36-15,11-11 52 0,7-13-76 16,9-14-72-16,9-12-124 0,7-18-188 0,8-4-196 16,4-13-456-16,0-3-580 0,8-7-808 15,0 0-281-15,16-23-2195 0</inkml:trace>
  <inkml:trace contextRef="#ctx0" brushRef="#br0" timeOffset="29632.648">2219 11900 3284 0,'0'0'1640'16,"0"0"-756"-16,0 0 3208 0,0 0-1955 0,0 0-93 15,0 0-268-15,0 0-384 0,35 95-400 16,-31-57-252-16,0 7-188 16,-4 9-112-16,0 3-72 0,5 3-64 0,-1 0-244 15,-4 7-60-15,8-4-48 0,-5-2-124 0,1-8-108 16,5-9-112-16,-1-11-480 15,3-14-40-15,2-16-352 0,2-6-648 0,-3-10-800 16,12-32-3165-16</inkml:trace>
  <inkml:trace contextRef="#ctx0" brushRef="#br0" timeOffset="29886.496">2681 11937 6976 0,'0'0'6873'16,"0"0"-5645"-16,0 0-860 0,-88 71 172 0,56-40 336 15,-3 1-164-15,-1 6-232 0,4-3-244 16,4 4-160-16,4-1-76 0,4-1 0 0,4-2-88 16,5 0 28-16,2-6-52 15,9-3 60-15,0-7 4 0,0-5 44 16,9 0 4-16,2-1 76 0,5 0 32 0,0-4-104 16,4 4 8-16,3-4 52 0,2 1 8 15,-1-4-20-15,4 0-12 0,0 4-40 16,0-7 0-16,3 3-112 0,-3-2-24 15,4 3-296-15,0-5-564 0,4-2-436 16,-12 0-1016-16,16-9-3201 0</inkml:trace>
  <inkml:trace contextRef="#ctx0" brushRef="#br0" timeOffset="30107.303">3171 11601 12837 0,'0'0'2952'0,"0"0"-1648"0,0 0 304 0,0 0-148 15,0 0-292-15,0 0-447 0,80-9-397 16,-57 2-188-16,5 5-136 0,0-9-124 16,4 6-164-16,0-5-321 0,-4 3-267 15,0 1-224-15,0 3-600 0,-13 3-1268 0,-2 0-2897 16,-13 12-3114-16</inkml:trace>
  <inkml:trace contextRef="#ctx0" brushRef="#br0" timeOffset="30254.461">3270 11887 7916 0,'0'0'2796'0,"0"0"-1471"0,0 0 183 0,0 0 100 0,0 0-48 15,0 0-392-15,0 0-340 0,92 13-252 0,-64-23-144 16,4 1-236-16,-4-1-196 0,4-6-260 0,0 0-476 15,-1 3-548-15,-6 3-1284 0,3 2-5365 16</inkml:trace>
  <inkml:trace contextRef="#ctx0" brushRef="#br0" timeOffset="31087.78">4526 10725 260 0,'0'0'7980'16,"0"0"-3567"-16,0 0-2669 0,0 0-684 16,0 0-332-16,0 0 48 0,0 0 208 15,-77 89-232-15,66-57-260 0,-5 5-172 0,4 8-28 0,0 3-48 16,0 2-12-16,0 7-36 0,5 1 36 16,-1 5-60-16,-1 4-40 0,1 6-8 15,5 3-52-15,-1 7-12 0,0-1-12 0,-1 4-40 16,5 3 56-16,0-6-64 15,9-1-64-15,2-3 4 16,2-2 12-16,6-5 40 0,1 2 0 16,4-4 8-16,3-1 0 0,6-2-80 15,-1-3 4-15,8-1-8 0,-1-2 12 16,6-4-136-16,-2-1-72 0,0-7-76 16,2-2-72-16,-2-2-208 0,-2-8-204 0,2-5-636 15,-7 0-1008-15,-4-13-2277 0,3 0-2907 16</inkml:trace>
  <inkml:trace contextRef="#ctx0" brushRef="#br0" timeOffset="33974.005">4892 10843 7536 0,'0'0'2152'15,"0"0"-295"-15,0 0-985 0,0 0-208 16,0 0 292-16,0 0 184 0,-84-4-264 15,81 11-268-15,-1 2-372 0,4 7-136 0,-4 6-52 16,4 10 76-16,0 0 40 16,4 3-16-16,3-1-92 0,1-5-56 15,1-6-136-15,-1-8-12 0,-1-5-12 0,1-7 8 16,5-3 92-16,-2 0 8 0,6 0-8 16,2-13-340-16,-3 1-32 0,0-11-8 0,0-3-36 15,-4-2 148-15,-4 0 176 0,-4 2 48 0,0 1-48 16,0 6 152-16,-4 3 124 0,0 7 168 15,0 2 124-15,0 4-24 0,-4 3-116 16,4 0-176-16,0 0 48 0,0 0-148 16,0 10-12-16,0-1 12 0,0 10 40 15,4 3 188 1,0 4-76-16,3 2-20 0,2 1-132 0,3-4-164 16,4-2-164-16,0-4-224 0,4-7-548 15,3-5-120-15,5-7-468 16,-4 0-1117-16,12-22-2739 0</inkml:trace>
  <inkml:trace contextRef="#ctx0" brushRef="#br0" timeOffset="34201.348">5789 10618 12321 0,'0'0'1516'15,"0"0"-1412"-15,0 0 60 0,0 0 468 0,75 88 476 0,-55-63-4 16,4 3-408-16,1-2-336 0,-6 3-176 16,1-4-184-16,0 1 0 0,0-1-208 15,-4-6-128-15,-1-3-148 0,6-7-224 0,-6-2-352 32,2-7-1016-32,-6 0-2629 0,6-13-2695 0</inkml:trace>
  <inkml:trace contextRef="#ctx0" brushRef="#br0" timeOffset="34367.008">6195 10611 12837 0,'0'0'2244'0,"0"0"-1348"15,0 0-156-15,0 0 192 0,0 0 392 16,-68 72-76-16,44-43-140 0,0 6-499 0,-4 3-257 16,5-3-280-16,-1 3-72 0,-4 0-132 0,0 0-136 15,-4-3-413-15,-4 3-219 0,5-2-412 0,-9-5-888 16,12-9-736-16,-16 1-2497 0</inkml:trace>
  <inkml:trace contextRef="#ctx0" brushRef="#br0" timeOffset="34495.162">5729 10909 5944 0,'0'0'2444'0,"0"0"-876"0,0 0 69 0,103-16-153 0,-71 13-580 16,5 3-432-16,-2 0-360 0,1 0-112 0,0 0-368 15,-8 0-1556-15,0 6-5165 0</inkml:trace>
  <inkml:trace contextRef="#ctx0" brushRef="#br0" timeOffset="34979.517">4442 11797 7976 0,'0'0'2772'15,"0"0"-1231"-15,0 0-313 0,0 0-48 16,0 0-200-16,0 0-248 0,0 0-296 0,0 0-72 16,0 0-280-16,0 0 104 0,35 29 260 15,2-32 352-15,10 0-236 0,6-3-196 16,10-4-36-16,5-2-100 0,3-2 12 16,13 3-24-16,4-9 120 0,4 1-180 0,7-3-84 0,5 0-68 15,3-7-8-15,5 0 0 0,-1-2-80 16,1 3-28-1,-5 2 32 1,-3 0-80-16,-8 4 32 0,-8 7-84 0,-13-1 100 16,-11 5-16-16,-8 6 4 0,-4 2-76 0,-13-1 0 15,-3 4-72-15,-4 0-64 0,-4 0 36 16,-4 0 12-16,-4 0-24 0,-1 0 12 0,-2 0-12 16,-6-2-4-16,1-2 12 0,1-3-96 15,-10 1-120-15,5 0-316 0,-4-4-380 16,-4 3-600-16,0 2-801 0,-8-2-2863 15</inkml:trace>
  <inkml:trace contextRef="#ctx0" brushRef="#br0" timeOffset="35510.882">5386 10836 6444 0,'0'0'2336'0,"0"0"-912"0,0 0-367 0,0 0-273 0,0 0 24 16,0 0 108-16,0 0-76 16,0 0-72-16,4 79-204 0,-4-50-72 0,4 3-68 15,0-1-84-15,0 8-56 0,1-2-12 16,-1 8-84-16,3 3-28 15,-3 6-76-15,8 3-80 0,0 9-4 0,0 4-12 0,0 7-48 16,4 1-16-16,-4 6 68 16,4 1-164-16,0-2 24 0,0-1-40 15,-5 1-20 1,2-4 68-16,-2-6-108 0,2-4 60 0,-5-4-72 16,3-7-84-16,-2-6-4 0,2-4 44 15,1-9 16-15,1-5-64 0,-6-2-512 16,5-10-88-16,-3-2-460 0,-2-4-897 15,1-7-2135-15,-4 1-419 0</inkml:trace>
  <inkml:trace contextRef="#ctx0" brushRef="#br0" timeOffset="36481.871">5052 12252 6672 0,'0'0'1468'15,"0"0"-728"-15,0 0 128 0,0 0 1709 16,0 0-829-16,0 0-648 0,0 0-348 16,0 0-160-16,7 89-168 0,10-54-88 15,-2 5-64-15,5 6 52 0,5-2-76 0,-6-6-100 16,1-3-24-16,0-10-112 16,-4-2 60-16,0-11-8 0,0-2-52 0,0-7-4 0,-1-3 92 15,6-3 48-15,-6-10-148 0,9-9-208 0,-3-6 36 16,-1-11-172-16,-5-2-116 15,2-3-124-15,-6-2-76 0,-3 2 28 0,0 6 56 16,-4 4 32-16,-4 5 140 16,0 7 188-16,0 6 216 0,-12 4 228 15,0 5 88-15,-4 1-24 16,-3 2 60-16,-2 4-36 0,5 0-316 0,-3 7-16 16,2 3-96-16,6-1-12 0,3 7-256 15,4 0-76-15,-1 6 0 16,5-3-332-16,0 0-1136 0,5-7-2061 0,11 4-3071 15</inkml:trace>
  <inkml:trace contextRef="#ctx0" brushRef="#br0" timeOffset="36719.217">6043 12014 12745 0,'0'0'2336'0,"0"0"-2068"16,0 0-120-16,0 0 760 0,36 64 560 16,-19-36-212-16,3 5-420 0,-1-3-312 0,5 5-168 15,0 0-188-15,4-3-168 0,-8 3-36 16,0-9-108-16,0-5-248 0,-1-2-524 16,-2-12-168-16,-2-3-352 0,6-8-396 0,-10-3-1352 15,6-18-2813-15</inkml:trace>
  <inkml:trace contextRef="#ctx0" brushRef="#br0" timeOffset="36865.512">6402 12011 6584 0,'0'0'6405'15,"0"0"-4905"-15,0 0-616 0,0 0 348 0,-87 82 136 16,59-47-124-16,0 6-364 0,0-2-452 16,0 2-428-16,1-6-36 0,-1 0-220 0,4-7-452 0,-1 1-264 15,1-8-352-15,0-4-556 0,9-4-660 16,-2-7-2185-16,6-6-1595 0</inkml:trace>
  <inkml:trace contextRef="#ctx0" brushRef="#br0" timeOffset="36981.839">6099 12262 6960 0,'0'0'3060'16,"0"0"-1051"-16,0 0 59 0,100-29-340 0,-65 19-548 0,-3 1-448 16,5-3-384-16,-5-1-312 15,0 0-36-15,0-6-212 16,-4 1-944-16,-5 1-1120 0,-7 1-3809 0</inkml:trace>
  <inkml:trace contextRef="#ctx0" brushRef="#br0" timeOffset="37798.378">3948 10785 1500 0,'0'0'9056'0,"0"0"-7599"0,0 0-1149 0,0 0 496 0,0 0 684 16,0 0-168-16,0 0-68 0,0 0-468 15,0 0-404-15,0 0-380 0,0 4 52 16,-8 21-16-16,0 12 160 0,-8 18-48 16,0 5-148-16,-8 6-72 15,0 8-112-15,4-2-152 0,-3-4-8 0,6-5-164 16,-3-8 232-16,9-8 224 0,-1-7 48 16,3-1 4-16,2-10-136 0,3-1-104 15,4-6-44-15,0 1 28 0,7-7 28 0,6 2 4 16,-1-1 72-16,8 2 40 15,-1-3-28 1,5 6 140-16,-3-3-4 0,3 6 0 0,-1 7 4 16,1 3 64-16,-4 5 24 15,-1 12 0-15,-2 5 24 0,-2 6-48 0,-2 4 0 16,2 3 72-16,-2 3-84 16,2 0-52-16,6-3 0 0,-6 3-4 0,5-3 4 15,1-3-4-15,-6-7 4 0,5 0 12 16,-4-6 0-16,0-6 36 0,4-7 28 0,-4-3 52 0,0 0-128 15,0-5-40-15,0-2-60 0,3-9-176 0,5-3-24 16,1-9-228-16,3-10-1200 0,-4 0-476 16,7-24-2729-16</inkml:trace>
  <inkml:trace contextRef="#ctx0" brushRef="#br0" timeOffset="38383.746">6642 10629 7736 0,'0'0'1504'0,"0"0"-316"0,0 0-323 16,0 0 71-16,0 0 368 0,86 67-224 15,-61-45-212-15,-1 4-240 0,0 6-36 16,4 3-44-16,0 3-28 0,0 3-148 0,-1 3-76 0,-3 4 36 15,-4 2 76-15,1 11-164 0,-6-1-72 16,-4 7-60-16,-6 9-112 16,-1 0-40-16,0 3-56 0,-4 4-28 0,0-3-24 15,0-4-36-15,0 1-24 16,0-1 72-16,0 0-96 0,0-6-4 0,0 3 28 16,-4-7-52-1,0-3 60-15,-4-5 16 0,4-4-28 0,-4-7-100 16,4-8-248-16,0-12-136 0,1-7-208 15,-2-7 92-15,5-13-308 0,0-6-472 16,-4-7-2381-16,4-31-2827 0</inkml:trace>
  <inkml:trace contextRef="#ctx0" brushRef="#br0" timeOffset="38954.008">7243 10462 4744 0,'0'0'8657'15,"0"0"-7677"-15,0 0-856 0,0 0 4 16,0 0 12-16,0 0 136 15,84-51 176-15,-73 47-88 16,2 1-180-16,2 3-184 0,-2 0-100 16,2 0 76-16,-3 14 24 0,0 0 404 0,-4 12 348 15,-4 6-144-15,-4 12-312 0,0 4-76 16,-8 9-96-16,-3 0-36 0,-6 0-88 16,2-3-48-16,-2-10 48 0,10-2 148 15,3-10-148-15,4-4 0 0,0-5-100 16,0 2-84-16,8-2 120 0,3-1-32 0,6 6 24 15,-2-2 68-15,1 2-92 0,0-3 84 0,0 0-60 16,0 1 68-16,0 0-12 0,-1-1-68 16,2-2-4-16,-2-1 0 15,-2 0 80-15,2 0-252 0,2 3-200 0,-6 3-16 16,2 5 72-16,-5 2-84 0,-1 6-4 16,1 3 124-1,-3 1 228-15,-5 3 132 0,4 2 8 0,-4-2 8 16,4 0 132-16,-1-4 188 0,-3 1 340 15,0-1-128-15,0-2-108 0,0-2-172 16,0-1-112-16,0-4-84 0,0-1-64 16,0 1-60-16,-3-6-76 0,3-3-24 15,0-1-332-15,-4-9-224 0,4-3-344 0,0-11-596 16,0-2-477-16,0-6-131 0,0-23-2064 16</inkml:trace>
  <inkml:trace contextRef="#ctx0" brushRef="#br0" timeOffset="39322.382">8422 10394 13225 0,'0'0'2540'0,"0"0"-1684"0,0 0-456 16,0 0 96-16,-27 71 532 0,7-30-144 0,-5 6-296 16,5 7-184-16,1 7-52 0,-1 5-108 15,0 7-108-15,0 10-16 0,-4 9 4 16,5 9-16-16,-5 11-24 0,-1 8 52 0,1 8-28 16,-4 5-43-16,-4 0-65 15,1-3-97-15,-1-3 49 0,0 0-148 0,0-6 12 16,0-3 4-16,4-7 32 0,0-7 52 0,9-12 48 15,-1-6 0-15,3-9-40 0,6-8-144 16,-1-8-24-16,0-2-36 0,4-4-28 0,4-4-108 16,-4-7 24-16,5-2-212 0,-2-9-340 15,1 0-196-15,4-11-220 0,-4 0-444 0,4-9-769 16,-4-3-719-16,0-4-1832 0</inkml:trace>
  <inkml:trace contextRef="#ctx0" brushRef="#br0" timeOffset="40723.742">8670 11890 5092 0,'0'0'1536'15,"0"0"-664"-15,0 0 2248 16,0 0-779-16,0 0-489 0,0 0-568 0,0 0-420 0,0 0-128 16,0 0-216-16,0 0-128 15,-20 67-84-15,12-29 12 0,-1 6 72 16,1 10 148-16,5 3-152 0,-1 7-20 0,4 3-28 15,0 2-24-15,0 4-23 0,0 7-73 0,4 0-52 16,3 2-60-16,1 0-40 0,1-6-68 0,2 1-96 16,6-8-72-16,2-5 60 0,1-7-64 0,1-13 3 15,2-6-87-15,5-12-136 16,-4-8 64-16,4-4-124 0,4-11-184 0,-1-3-664 16,1-10-628-16,0-11-800 15,-8 2-2493-15,4-25-3262 0</inkml:trace>
  <inkml:trace contextRef="#ctx0" brushRef="#br0" timeOffset="41304.503">9112 11623 4576 0,'0'0'576'0,"0"0"60"0,0 0 16 0,0 0 2460 0,0 0-1031 15,0 0-585-15,0 0-248 0,0 0-140 16,0 0-288-16,0 0-172 0,4 0-160 16,-4 0-156-16,0 0-84 0,0 0-88 15,0 3-48-15,3 8-48 0,-3 1 56 16,4 7-56-16,0 6 48 0,1 7 20 0,3 0-32 15,-8 0 0-15,4 2-52 0,-1-2-48 16,-3-3-4-16,0 2-44 16,0 1-64-16,0-7-84 0,4 4-52 0,0-7-96 0,0-2-612 15,5-1-536-15,-5-7-1156 0,7 1-2741 32</inkml:trace>
  <inkml:trace contextRef="#ctx0" brushRef="#br0" timeOffset="42072.504">9920 11376 7068 0,'0'0'4857'15,"0"0"-3677"-15,0 0-608 0,0 0-204 16,0 0 76-16,0 0 352 0,0 0 20 15,0 0-176-15,0 0-228 0,40 82 48 16,-24-44-88-16,5 7 24 0,-2-1 108 16,1 4 12-16,0 0-220 0,0-4-248 15,-4-5-48-15,3-8-148 0,-2-6-60 16,2-6-112-16,1-7-296 0,1-5-300 0,3-7-204 16,-9 0-1048-16,9-15-3013 0</inkml:trace>
  <inkml:trace contextRef="#ctx0" brushRef="#br0" timeOffset="42257.075">10272 11490 4804 0,'0'0'9545'16,"0"0"-7857"-16,0 0-1044 0,-69 74-184 0,50-43 100 16,-2 0 672-16,-3 1-288 0,5-3-540 15,3-1-404-15,0 1-160 0,-4-1-112 16,0-3-388-1,0 4-92-15,0-6-236 0,4-4-892 0,4-6-1240 16,-8-10-2553-16</inkml:trace>
  <inkml:trace contextRef="#ctx0" brushRef="#br0" timeOffset="42398.303">9976 11700 11969 0,'0'0'2244'0,"0"0"-1900"15,0 0 200-15,0 0 84 0,0 0 252 16,76-16 116-16,-52 10-416 0,7 2-408 0,1 1-172 15,9 0-224-15,-5 0-124 16,3 3-620-16,1 0-804 0,-12 0-2353 0,3 6-3439 16</inkml:trace>
  <inkml:trace contextRef="#ctx0" brushRef="#br0" timeOffset="42841.541">8884 12586 5640 0,'0'0'1028'15,"0"0"-792"-15,0 0 48 0,0 0 316 0,0 0-84 16,0 0 1568-16,0 0-551 16,0 0-841-16,97-45-232 0,-74 38-64 0,5-2-156 15,0 3-172-15,3-4-68 0,5 1-60 16,1-1 60-16,2-2-8 0,1-4-4 16,4 0-164-16,0 0-52 0,4-3-248 0,-1-1-200 15,5 1-380-15,-12 4-1321 0,16-10-4687 0</inkml:trace>
  <inkml:trace contextRef="#ctx0" brushRef="#br0" timeOffset="43076.246">10244 12179 9896 0,'0'0'1213'16,"0"0"-1021"-16,0 0-24 0,0 0 268 0,83-35 232 15,-63 25 200-15,4 1-360 0,4 3-508 16,0-4 0-16,4 4-88 15,0 0-52-15,-1-1 12 0,1 1 40 0,-4 0 80 16,-1-1-80-16,1 4 88 0,-8 0 0 16,1-4 8-16,-2 5 40 0,-6-2-48 15,2 1-116-15,1 0-48 0,-4 0-168 0,4-3-948 16,-4-1-657-16,-4 3-1959 16,4-6-1843-16</inkml:trace>
  <inkml:trace contextRef="#ctx0" brushRef="#br0" timeOffset="43422.418">9634 11408 6368 0,'0'0'208'16,"0"0"328"-16,0 0 840 16,-4 70-148-16,4-42 105 0,4 3-77 0,0 4-180 15,7 1-300-15,-2 5-220 0,6 0-192 0,-3 3-84 16,0 5-144-16,4-2 80 0,-4 1-128 15,0 6-76-15,1-3-12 16,-2 3-152-16,-3 2-236 0,0-2-852 0,0 3-124 16,-4-3-965-16,0-9-1743 0,0 12-640 0</inkml:trace>
  <inkml:trace contextRef="#ctx0" brushRef="#br0" timeOffset="43527.761">9881 12687 3332 0,'0'0'1560'15,"0"0"-516"-15,0 0-288 0,24 79-368 16,-20-56-256-16,0-1-128 0,3-3-4 15,1 0-144-15,-3 0-924 0,3 3-740 16,-1-3-148-16,5 11-283 0</inkml:trace>
  <inkml:trace contextRef="#ctx0" brushRef="#br0" timeOffset="43614.977">10036 13132 1540 0,'0'0'2920'0,"0"0"-576"0,24 72-592 16,-16-46-352-16,0-1-111 0,-1-2-197 0,2-4-324 16,-5 0-400-16,0-7-216 0,0 1-152 0,-1-1-12 15,1-5-192-15,0 2-560 0,1-2-416 16,-1 0-525-16,-4-4-743 0,0 2-768 15</inkml:trace>
  <inkml:trace contextRef="#ctx0" brushRef="#br0" timeOffset="44009.229">9243 13278 1212 0,'0'0'10129'0,"0"0"-9205"0,0 0-924 0,0 0 0 16,16-89 396-16,-4 66 292 0,0 1 192 16,0 6 4-16,3 0-144 0,6 4-172 15,-1 2-168-15,-1 1-100 0,2 6-52 16,-1 3 24-16,-1 0 52 0,1 0 84 0,-4 3-176 15,-4 6-32-15,4-2-116 16,-7 2 16-16,-2 4 44 0,-3-4-44 0,0 4 24 16,-4-1 12-16,0 1-4 0,-4 0 16 15,-4-1 24-15,0 1-52 0,-4-3-120 16,-3-1 52-16,2-5-52 0,-2-1-72 0,-2-3-24 0,6 0-160 16,-2-3 32-16,-2-8-132 15,2-1 12-15,2-3-208 0,3-8-144 16,-1-2-188-16,5-7-308 0,4 1-960 0,0 5-2505 15,4-10-3427-15</inkml:trace>
  <inkml:trace contextRef="#ctx0" brushRef="#br0" timeOffset="44575.458">10207 12760 520 0,'0'0'9008'0,"0"0"-7872"0,0 0-91 16,100 42 171-16,-68-23 248 0,-4 6-228 0,0 0-8 15,-9 7-60-15,2-1-256 0,-2 4-356 16,1-2-240-16,-3-2-96 0,-6-6-220 16,1 1-48-16,-4-10-124 15,0-4 12-15,0-5-208 0,0-7-468 0,4 0 20 16,0-7-340-16,0-8-976 16,-4 2-2281-16,3-22-3495 0</inkml:trace>
  <inkml:trace contextRef="#ctx0" brushRef="#br0" timeOffset="44713.107">10682 12764 7628 0,'0'0'5641'0,"0"0"-4217"0,0 0-380 15,-56 79-264-15,31-44 68 0,1 3 32 0,-3 4-92 0,-1-2-308 16,-3-2-480-16,3-6 0 0,3-3-284 16,5-7-456-16,-3-7-384 0,3-2-680 15,3-7-1076-15,6 1-1833 0,-9-7-1059 0</inkml:trace>
  <inkml:trace contextRef="#ctx0" brushRef="#br0" timeOffset="44844.99">10299 13065 8868 0,'0'0'2517'16,"0"0"-861"-16,0 0-260 0,80-22-320 15,-45 12-524-15,5-2-24 0,0-7 56 0,4-4-72 0,4-9-228 16,-1-3-272-16,2-6-12 16,-2-7-348-16,-3-3-984 0,-12 13-536 15,8-25-2933-15</inkml:trace>
  <inkml:trace contextRef="#ctx0" brushRef="#br0" timeOffset="45097.968">10968 11830 9128 0,'0'0'2825'0,"0"0"-1341"0,0 0-924 15,0 0 336-15,92 54 224 0,-64-38-40 16,-4 9 60-16,8 0-352 0,0 8-320 0,3 0-128 16,1 13-56-16,0 1-284 0,0 4-4 15,-4 5 4-15,-9 6-76 0,-2 4-32 0,-5 1 8 16,-8 3-60-16,-8 2-120 0,0 2-152 16,-4-4-48-16,-9-3 0 0,-6-8 60 15,-1-1-176-15,0-11-496 0,0-6-752 16,4-15-2181-16,-3-7-2951 0</inkml:trace>
  <inkml:trace contextRef="#ctx0" brushRef="#br0" timeOffset="46008.448">8363 12001 4576 0,'0'0'680'15,"0"0"-200"-15,0 0-88 0,0 0-28 0,0 0 0 16,-92 7 844-16,72 8-196 0,0 5-160 16,4 8 116-16,4 7 61 0,0 6 59 15,1 7-4-15,2 6-124 0,5 3-4 16,-4 6-228-16,1 7-180 0,-2 0-112 16,1 4-140-16,1-5-136 0,-1-2-160 0,4-14-76 15,-1-9-96-15,1-11 160 0,4-14 12 0,0-6-108 16,9-4-240-16,3-2-364 0,8-4-76 0,3 0 296 15,9 3 164-15,5-3 204 16,2 7-156-16,-3 2 28 0,3 12 252 16,-3 1 40-16,1 8 160 0,-5 9 64 0,-1 6 256 15,1 4 120 1,-4-2-124-16,0 7-204 0,-5-3 48 16,1 3-124-16,1 0-76 0,-1 7-120 15,-5-1-40-15,1 0-124 0,-4-2-24 16,4-1-24-16,-4-6-76 0,8-9-140 0,3-11-380 15,9-14-1148-15,-8-14-396 16,24-19-2781-16</inkml:trace>
  <inkml:trace contextRef="#ctx0" brushRef="#br0" timeOffset="46446.937">11438 11258 1852 0,'0'0'2816'16,"0"0"-1632"-16,28 67-428 0,-28-28 2540 0,0 11-2007 15,-4 10-157-15,-7 3 56 0,-2 4-300 16,5-3-208-1,-3-7-312-15,7-6 132 0,4-13-56 0,0-9 16 16,8-7-184-16,3-6-188 0,6-1-16 16,2 1-8-16,1 4-56 0,0-5 176 15,0 4-32-15,0 4 68 0,4-4 4 16,-5 6-124-16,-2 0-16 0,3 1-72 16,-1-1-12-16,-2 5-84 0,-2 0 80 0,2 3-4 15,2 2-152-15,-3-1 12 0,1 7-16 0,-2 0-20 16,-3 8-88-16,0 1 72 0,0 4 80 15,-8 6 120-15,4 1 8 0,-8-1 80 16,0 4-28-16,0-4 28 0,0 0 136 16,-8-3 24-16,-4-2-40 0,1-8 28 0,-6 1-124 15,2-4-112-15,-2-6-136 0,-3-3-136 16,1-3-548 0,-5-4-432-16,7-8-900 0,-18 2-3285 15</inkml:trace>
  <inkml:trace contextRef="#ctx0" brushRef="#br0" timeOffset="47247.816">4175 15474 1592 0,'0'0'7004'0,"0"0"-3839"0,0 0-1757 0,0 0-76 16,0 0 44-16,0 0-324 16,0 0-356-16,-8-85-324 0,16 50-176 0,4-3 52 15,0-4-52-15,4 1-8 0,3 6-56 16,2 7-8-16,3 2-124 0,0 1-12 16,8 10-36-16,0-2-64 0,-1 9 28 15,5 3-128-15,-4 5 52 0,0 7-12 16,-4 9 84-16,-4-1 4 0,0 8 84 0,-5 3 36 15,-2 2-24-15,-2 4-12 16,-2-4 112 0,-2 2-40-16,-3-2-72 0,4-6 0 0,-4 0 0 0,8-3 0 15,0 0-120-15,4-3 68 16,7-3 40-16,1-4 20 0,4-6-8 16,5-3 224-16,2 0 96 0,-7 0-100 0,0-6-84 15,-4 3-136-15,-9-4 0 16,2 4-48-16,-9 0-76 0,0 3-24 0,-1-3-84 15,2 3-216-15,-5-3-468 0,-1 3-1180 0,-3 0-1124 16,-4 0-3981-16</inkml:trace>
  <inkml:trace contextRef="#ctx0" brushRef="#br0" timeOffset="47599.823">4331 15891 6516 0,'0'0'2560'15,"0"0"-780"-15,0 0-323 0,0 0-437 0,0 0-280 16,0 0-56-16,0 0 56 0,0 0-172 16,0 0-316-16,0 0-140 0,19-35-48 0,1 28-52 15,5 1 100-15,6-4 12 0,1 4-36 0,8 3-76 16,-1 3 0-16,2 0 4 0,2 0 32 0,1 3 28 15,0 0 36-15,-1 4-100 0,2-1-4 16,-2 3 4-16,2-2 36 0,-6-1-48 16,1 1-8-16,-5 0 4 15,-3-7 4-15,-4 2 0 0,4-2 0 16,-8 0-112-16,-3 0 112 0,3 0-12 0,-9 0-224 16,-3 0 12-16,0 0-280 0,0 0-376 0,0 0-348 15,-4 0-736-15,-4 0-2761 0</inkml:trace>
  <inkml:trace contextRef="#ctx0" brushRef="#br0" timeOffset="48766.3">6322 15237 10064 0,'0'0'1841'15,"0"0"-677"-15,0 0-716 0,4-76 48 16,-4 56 504-16,0 4 236 0,0 7-192 15,0 2-236-15,0 5-292 0,0 2-220 16,0 0-124-16,0 0-48 0,0 0 24 16,0 0-28-16,0 5 16 0,-4 5-124 0,0 9-12 15,-3 6-220-15,-5 11-64 0,-4 8-20 0,4 7 132 16,-4 6-28-16,0 3-356 0,0 0 48 0,0-1 12 16,4-13 244-16,0-4 40 15,9-11 24-15,-1-11-16 0,-1-5 4 0,5-9 0 16,0-1-128-16,0-5-656 0,0 0 132 15,5 0 520-15,2-5 332 0,5 3 52 16,-4-2 64 0,4 1-116-16,4 3-64 0,-4 3 64 15,4 10 116-15,0 3 152 0,-1 6 116 0,2 6-4 16,-6 2 24-16,6 1 12 16,-9 1-76-16,-1 0 0 0,1-4-128 0,1 1-124 15,-5-4 4-15,-1-2-92 0,1-4-88 16,0-7-136-16,5-2-204 15,-5-7-152-15,0 0-292 0,3-3-248 0,1-3-1337 0,-4-4-1443 16,8-11-1420-16</inkml:trace>
  <inkml:trace contextRef="#ctx0" brushRef="#br0" timeOffset="49282.407">7119 15351 5124 0,'0'0'5268'0,"0"0"-3799"0,0 0-573 16,0 0 140-16,0 0 92 0,0 0-124 16,-79-28-88-16,63 28-144 0,0 0-56 0,0 0-12 15,1 6-116-15,2 2-256 16,-2 6-100-16,2 5-136 16,-2 2-84-16,6 9 52 0,-3 1 32 0,8 4-48 0,1 1 28 15,-1-5-28-15,4-2-48 16,0-7-48-16,0-6-52 0,4-7-56 15,-4-2 32-15,3-7-12 0,1 0 4 0,4 0 44 16,5 0 88-16,-2-7 64 0,6-2-64 16,-2-4-8-16,1-4-164 0,0 3-36 15,0-2 84-15,-4-1 0 0,-1 6-24 16,2 1-24-16,-5 3 0 0,-1 7-96 0,6 0 44 16,-5 0 120-16,3 10 104 0,6 1 200 15,-2 3-28-15,-2 5 12 0,2-3-108 16,1 3 20-16,0-3-84 0,-4-4-12 15,8 1-124-15,-4-3-108 0,8-7-52 0,-1-3-260 16,1 0-652-16,4-10-844 0,-3 4-1152 16,3-13-3101-16</inkml:trace>
  <inkml:trace contextRef="#ctx0" brushRef="#br0" timeOffset="50644.592">7793 14966 5508 0,'0'0'1340'16,"0"0"-404"-16,0 0-264 0,0 0 2149 16,0 0-1105-16,0 0-812 0,0 0-408 0,0 0-104 15,7 67 72-15,2-32 40 0,3 6 4 0,-1 4-48 0,2 3-48 16,-2 2-52-16,1 2-36 0,-3-2-80 0,-2 4-20 0,5 3-224 16,-3-3 0-16,-2 4-100 15,1-2-84-15,0-2-28 0,1-6-24 16,-6 0-12-16,5-10-200 0,0-3-204 0,1-7-112 15,2-3-160-15,-3-5-448 16,1-5-548-16,-2-5-1341 16,5-3-1995-16</inkml:trace>
  <inkml:trace contextRef="#ctx0" brushRef="#br0" timeOffset="51387.969">8597 15316 5412 0,'0'0'4996'0,"0"0"-3643"15,0 0-841-15,0 0 12 0,0 0 432 0,0 0 148 16,0 0-112-16,0 0-248 0,0 0-220 15,0 0-64-15,-79-44 20 0,67 51-120 16,-4 1-164 0,4 9-84-16,0 2-64 0,1 9 16 0,-2 0-16 15,5 4 24-15,5 3 28 0,3 0 72 16,0-4 60-16,0 1-108 0,0-6-116 16,3-7-8-16,5-6-72 0,-4-7-88 15,0-3-12-15,5-3 172 0,2 0 0 16,1-3 12-16,4-14-12 0,4-1-148 15,0-11-36-15,0-3-112 0,0-1-100 0,-4-3-36 16,4 4-28-16,-9 7 176 0,6 5 84 0,-9 8 12 16,3 6 40-16,-2 2 8 0,-5 4 140 15,3 0 64-15,1 10 436 0,0 2-28 16,-3 5-52-16,2 2-48 0,1 0-112 16,0-3-40-16,1 2-32 0,-2-1 32 0,1-2-216 31,-4-2-4-31,4-1-112 0,-4-5-132 0,0 0-64 15,4 0-136-15,-4-7-388 0,0 0-736 16,3 0-1260-16,-2-7-2717 0</inkml:trace>
  <inkml:trace contextRef="#ctx0" brushRef="#br0" timeOffset="51559.691">9000 15284 12149 0,'0'0'2204'0,"0"0"-1900"0,0 0 404 0,0 0 924 0,0 0-284 15,0 0-116-15,0 0-448 0,88-16-360 16,-72 7-252-16,3-4-172 0,2-3-120 16,-1 0-200-16,-5 0-364 0,2 1-284 15,-6 4-328 1,-3 5-1148-16,0 3-2445 0,-8 6-2575 0</inkml:trace>
  <inkml:trace contextRef="#ctx0" brushRef="#br0" timeOffset="51719.296">9048 15465 12333 0,'0'0'2024'0,"0"0"-1768"0,0 0 236 16,0 0 640-16,0 0 364 0,0 0-176 0,0 0-304 15,88 39-344-15,-69-39-256 0,1-7-272 0,5-6-144 16,-2-3-168-16,-3-3-76 0,-4 0-256 16,0-6-308-16,0-1-472 0,-8 8-1252 15,0-11-3685-15</inkml:trace>
  <inkml:trace contextRef="#ctx0" brushRef="#br0" timeOffset="51917.649">9088 15033 12745 0,'0'0'2048'0,"0"0"-1508"16,0 0-212-16,11 86 380 15,2-51 636 1,2 2-220-16,-2 2-352 0,6 3-404 0,-3-5-184 15,0 5-148-15,0-4-36 0,0-3-280 16,-4-4-64-16,4-5-220 0,-4-7-312 16,4-7-600-16,4-12-996 0,-9 0-2125 0,14-15-1759 15</inkml:trace>
  <inkml:trace contextRef="#ctx0" brushRef="#br0" timeOffset="52202.794">9753 15214 3588 0,'0'0'11413'16,"0"0"-9905"-16,4 67-1208 0,0-44 184 0,-4-1 916 16,4-11-4-16,0 0-492 0,0-8-552 15,4-3-156-15,4-3-196 0,3-10-108 16,9-10 20-16,1-5-92 0,3-7-176 16,-4-6-288-16,-5 3-68 0,1 3-96 15,-3 7 152-15,-10 2 148 0,1 7 112 0,-8 6 96 16,0 4 248-16,-11 2 52 15,-2 4 384-15,-10 3 112 0,-1 0-100 0,0 7 0 0,-4 2-16 16,3 4-8-16,1 7-288 16,1 1 64-16,-1 4-12 0,4-3-76 0,1 1-60 15,6-4-68-15,-2 0-144 0,6-6-180 16,-3-1-544-16,5 1-480 0,3-4-2708 16,-5-2-3097-16</inkml:trace>
  <inkml:trace contextRef="#ctx0" brushRef="#br0" timeOffset="52587.041">10180 14783 13717 0,'0'0'2628'0,"0"0"-2080"0,0 0 184 0,0 0-136 0,0 0 104 16,0 0 148-16,0 0-544 15,0 0-192-15,0 0-48 0,0 0-64 16,47 19-72-16,-43-3-4 0,0 12 28 15,0 5-96-15,-4 7 8 0,-4 4 36 16,-4 1 88-16,4-4-72 0,-3-3 12 0,3-6 20 16,4-7-20-16,0-3-16 0,4-5-56 15,3-4-68-15,9-4 28 0,0 0 100 16,1-5 20-16,6 2 56 0,-3-3-64 16,0 3 68-16,-4 4 4 0,4 2 0 0,-5 1 84 0,2 6 76 15,-2 6-36-15,2 4-12 0,-2 3 96 16,-2 3-24-16,-2 0-72 15,-3 1 96-15,1 1-24 16,-2 1-28-16,-3-1 28 0,-4 5 0 16,0-3 12-16,0-2-40 0,0-2 4 15,-4-2-76-15,-3-8-84 0,3-3-84 16,-5-9-232-16,1-4-320 0,1-6-248 0,-6-3-312 16,1-9-852-16,5-1-2420 0,-14-29-3089 15</inkml:trace>
  <inkml:trace contextRef="#ctx0" brushRef="#br0" timeOffset="52756.153">10766 15122 15089 0,'0'0'2752'16,"0"0"-2308"-16,0 0 308 0,0 0-88 16,0 0-92-16,0 0 16 15,83-10-260-15,-67 10-328 0,3-3-40 0,-2 1-304 16,3-1-460-16,-9-1-584 0,-3 4-1100 15,-8 7-3625-15</inkml:trace>
  <inkml:trace contextRef="#ctx0" brushRef="#br0" timeOffset="52892.449">10701 15414 12733 0,'0'0'2388'0,"0"0"-2012"15,0 0-312-15,0 0 236 0,0 0 184 0,0 0 448 16,92-6 24-16,-68-6-564 0,4-5-232 0,0 1-160 15,-4 1-168-15,0 4-460 0,-5 0-388 16,-6 4-1096-16,2 7-3965 0</inkml:trace>
  <inkml:trace contextRef="#ctx0" brushRef="#br0" timeOffset="53420.146">11709 14729 5612 0,'0'0'2392'16,"0"0"2381"-16,0 0-3321 15,0 0-504-15,0 0 160 0,0 0-48 0,0 0-180 0,0 0-512 0,0 0-84 16,0 0-236 0,0 0 52-16,-91 85 120 15,75-47 172-15,-4 7 24 0,8 5 0 0,-4 5 48 16,8 2 192-16,4 3-203 0,0 0-165 16,4-6-32-16,0-3-4 0,8-6-32 0,0-11 56 15,8-6 100-15,4-8-84 0,0-7-184 16,8-4-12-16,-4-5-96 0,8-4-48 0,-4-7-72 15,0-2-88-15,-5-7-68 0,1-3-232 16,-8-4-220-16,-4-3-377 16,0 5-787-16,-9 2-1008 0,-3 3-2004 0,0 0-1117 15</inkml:trace>
  <inkml:trace contextRef="#ctx0" brushRef="#br0" timeOffset="53691.869">11602 15224 10164 0,'0'0'5157'16,"0"0"-3397"-16,0 0-920 0,0 0-232 0,0 0-192 0,0 0-72 15,0 0 196-15,0 0 132 0,0 0-356 16,71-3-316-16,-46-10-60 0,-1 1-304 16,-1-1-272-16,-3-4-136 0,-3 9-316 15,-6-3-428-15,-3 5-516 0,-4 2-236 16,0 4-181-16,-4 0 321 16,0 0 1648-16,0 4 480 0,0 2 1416 0,0 5 304 0,0-3 173 15,0 9-181-15,0 2-180 16,8 3-200-16,0 3-348 0,0 5-256 15,8 0-220-15,-4 2-128 0,4 0 112 0,3-3 276 16,-6-4-280-16,6-3-232 16,-2-6-256-16,-2-2-172 0,1-9-228 0,0-5-100 0,0 0-40 0,5-16 36 15,-6-9-408-15,1 3-1368 0,0-26-3933 16</inkml:trace>
  <inkml:trace contextRef="#ctx0" brushRef="#br0" timeOffset="53961.196">12239 14646 7884 0,'0'0'7709'0,"0"0"-6369"0,0 0-704 15,0 0 56-15,0 0 8 0,-4 70 136 16,4-35-64-16,0 3-312 0,0 10-104 0,4-1-68 16,1 7-7-16,2 6-13 0,1 1-88 15,-4-1-172 1,0 4-8-16,0-1 0 0,1-2 0 15,2-5 8-15,1-8 68 0,0-4 8 16,0-8 12-16,4-8-96 16,0-6-4-16,4-2-44 0,-1-4-48 0,2-4-136 15,7-3-108-15,-5-2 11 0,5-4 49 0,0-3-84 16,1 0-88-16,-6 0-144 0,1-10-116 16,-3 1-744-16,-10-1-2380 0,5-6-3841 0</inkml:trace>
  <inkml:trace contextRef="#ctx0" brushRef="#br0" timeOffset="54141.282">12738 15329 3676 0,'0'0'8969'0,"0"0"-4633"16,0 0-3320-16,0 0-524 0,0 0-144 15,0 0 68-15,7 89 260 0,-3-61 104 16,0 5-452-16,4-3-328 0,-3 5-36 15,2-2-428-15,-3 1-340 0,0 4-168 0,0-3-324 16,-4-3-1616-16,0 8-4353 16</inkml:trace>
  <inkml:trace contextRef="#ctx0" brushRef="#br0" timeOffset="61614.754">14327 10953 640 0,'0'0'8324'16,"0"0"-6644"-16,0 0-239 0,0 0-161 16,0 0-228-16,0 0-116 0,0 0-220 15,0 0-64-15,0 0-164 0,0 0-104 0,12 25-88 16,-8-11 64-16,0 5-88 16,0 2 12-16,4 5-52 0,-4 3-84 15,4 3 12-15,0 2-12 0,0 8-52 0,-1 2 4 0,2 4-4 16,-1 6-24-16,-4 2-20 0,0 5 44 15,-4 3 40-15,0-1-28 0,0-2 40 0,0-4-52 16,-4-3-8-16,0-3-80 0,0-8-8 16,0-4 0-16,0-4 4 0,4-7 4 0,0-5-8 15,0-8 0-15,0-2-52 16,0-3 4-16,0-4-108 0,0-3-104 0,0-3-56 16,0 0-64-16,0 0-148 0,0 0-140 0,0-3-184 15,4-6-72-15,0-7-752 16,0-7-536-16,4-5-1689 0,-5 6-1855 15,-3-16 2928-15</inkml:trace>
  <inkml:trace contextRef="#ctx0" brushRef="#br0" timeOffset="61885.906">14463 11611 5308 0,'0'0'5268'15,"0"0"-4135"-15,0 0-593 0,0 0-376 16,0 0 260-16,0 0 288 16,0 0 468-16,0 0-272 0,0 0-344 15,0 0 16-15,67-3-32 0,-35 3-176 16,0 0-164-16,4 0-60 0,0 3 0 16,-1 4-60-16,2-2 0 0,-5 2-76 15,0 0 56-15,-1-5-68 0,-3 5-48 16,-4-4 36-16,-4-1-64 0,0 2-344 0,-4-4-348 15,0 0-224-15,-1-4-528 16,-7-1-1568-16,5-8-3857 0</inkml:trace>
  <inkml:trace contextRef="#ctx0" brushRef="#br0" timeOffset="62232.426">15024 11106 9520 0,'0'0'1885'15,"0"0"-1025"-15,0 0-348 0,0 0 496 16,0 0 408-16,0 0-384 0,0 0-344 0,0 0-364 0,0 0-176 31,0 0 64-31,25 86 60 0,-18-52 0 0,1 5 36 16,5 2-96-16,-6 6-40 0,1 1-76 15,-4 2 4-15,4 5-96 0,-8-1 0 16,4 0 0-16,-4 0-4 0,0-3-56 16,0-3-8-16,0-4-56 15,0-4 68-15,0-1-20 0,0-7 8 0,0-4-44 0,4-2-80 16,0-7 16-16,0-3-88 16,0-4-124-16,4-2-100 0,-5-4-100 0,6-2-200 0,-1-4-312 15,0 0-444-15,-1-10-1029 16,6 0-2291-16,-5 1 32 0,-5-10 4065 0</inkml:trace>
  <inkml:trace contextRef="#ctx0" brushRef="#br0" timeOffset="62935.409">15626 11639 10660 0,'0'0'1777'15,"0"0"-921"-15,0 0-284 0,0 0 340 16,0 0 44-1,104 0-200-15,-65 0-184 0,-3 4-248 16,0-1-164-16,0-3-104 0,-4 3-56 16,-5-3-12-16,1 0-136 0,-4-3-228 15,-3-4-812-15,-6 1-556 0,-2-1-1388 0,-6-1-3793 16</inkml:trace>
  <inkml:trace contextRef="#ctx0" brushRef="#br0" timeOffset="63117.478">15670 11789 2452 0,'0'0'1304'16,"0"0"5324"-16,0 0-4619 0,0 0-709 15,0 0-336-15,0 0-208 0,0 0-88 16,0 0 336 0,0 0-300-16,0 0-184 0,84 48-172 15,-48-46-28-15,-5-2-188 0,5 0-32 16,4 0-96-16,-1-9-4 0,-2-1-248 0,3-2-576 15,-5-1-492-15,-7 1-1036 0,8-2-3401 16</inkml:trace>
  <inkml:trace contextRef="#ctx0" brushRef="#br0" timeOffset="63920.702">16750 11153 444 0,'0'0'11485'15,"0"0"-9061"-15,0 0-1112 0,0 0-528 16,0 0-64-16,0 0 100 0,0 0 68 16,0 0-200-16,87 16-212 0,-55-7-120 15,0 5-160-15,0-2-40 0,-4 2-8 16,-5-2-52-16,1 1-36 0,0 2 4 16,-3-5-56-16,-6 3 0 0,1-4-8 0,-4 1-4 15,1-1 0-15,-6 4 4 0,-3-1 4 16,0 7 0-1,-4 4-4-15,-4-2-4 0,-7 8-180 16,-6 3-60-16,1 3-12 0,-7 3 24 0,-1 0 12 0,-4 4-24 16,0-2 24-16,-8 2 48 0,4 2 36 0,-4 2 136 0,-4-6 0 15,4 5 0-15,-3-1 8 0,3-3 4 16,0 1 36-16,4-4 16 0,4-3 32 0,4-3 28 16,4-4 48-16,4-3 0 15,4-9-64-15,8 0-36 0,0-6-8 0,4-3-16 16,0-1-36-16,0 0 124 0,8 3 96 15,4-2-16-15,4 2-56 0,4-2 12 16,8 3 44-16,0-4 4 0,0 3 0 0,8-2-39 0,0-1-45 16,3 0-4-16,2 4-12 0,-2-4 16 31,5 0-64-31,-4-3-12 16,4 1-48-16,-5-4 0 0,5 0 0 0,-4 0 0 0,3 0-12 0,-2-4-4 0,-5 4-44 15,-4-3 0-15,-4 0 36 16,-4 3-72-16,-1 0 8 15,-7 0 4-15,0 0-48 0,0 0-100 16,-8 0-157-16,-1 0-155 0,2 0-32 0,-1 0-120 16,-4 0-296-16,0 0-652 0,-4 0-2148 15,0-3-3665-15</inkml:trace>
  <inkml:trace contextRef="#ctx0" brushRef="#br0" timeOffset="64968.899">16654 11547 520 0,'0'0'7328'0,"0"0"-4984"0,0 0-787 16,0 0-453-16,0 0 132 0,0 0-212 0,24 76-108 15,-8-50-200-15,0 3-80 0,3-1-152 0,6-2-200 16,-1 2-36-16,7 1-124 0,-3-2-64 16,0-4 4-16,0 0-64 0,-1-1-48 15,1-6-36-15,-3-4-80 0,3 1 16 0,0-4 0 16,-4-2-608-16,4-1-88 0,0-6-216 16,-5 0-928-16,1 0-2121 0,-8-3-2191 15,4-4 3836-15</inkml:trace>
  <inkml:trace contextRef="#ctx0" brushRef="#br0" timeOffset="66260.772">18069 11293 340 0,'0'0'704'15,"0"0"6932"-15,0 0-6196 0,0 0-563 16,0 0-41-16,0 0 112 0,0 0 108 0,0 0 24 15,0 0-64-15,0 0-348 0,-32 41-268 16,28-9 96-16,-1 16 72 0,1 9-108 16,4 3-44-16,-4 6-72 0,1 5 0 15,3 2 0-15,-4-3-28 0,0 3-84 0,-5 0-96 0,1 0-28 16,1-3-32-16,-1-6-76 0,-1-7-40 16,5-7-56-16,1-12-136 0,3-6-148 15,0-13-180-15,3-10-400 0,10-9-488 16,2-9-120-16,10-19-1196 0,-5 5-2569 15</inkml:trace>
  <inkml:trace contextRef="#ctx0" brushRef="#br0" timeOffset="66592.331">18591 11395 2856 0,'0'0'9997'0,"0"0"-8217"0,0 0-1176 16,0 0-376-16,0 0 212 0,0 0 216 15,-88 48 240-15,60-26-340 0,-4 3-368 0,0 0-188 16,0 7-108-16,1-3 8 0,-1 6-36 16,-4-3-24-16,-1 3-28 0,2 2-48 15,3-2 52-15,-4 0 32 0,4-4 92 16,0-1 60-16,8-2 48 0,0-6 100 0,9 1 16 16,2-5-28-16,5-2-132 0,5-3-4 15,3-1-4 1,0-1 4-16,11 1 120 0,9 1 68 0,8-1 132 15,4 5 24-15,13-2-84 0,-2 1-76 16,4 0-84-16,5 0-100 16,4 3 0-16,-4 0 136 0,-4 1-92 0,0-1-44 15,-5-5-72-15,-3 3-16 0,1-1 4 0,-6 3-176 0,-3-3-692 16,-4 0-356-16,0 3-836 0,-4-4-2165 16,-8-2-3571-16,-5 3 7372 15</inkml:trace>
  <inkml:trace contextRef="#ctx0" brushRef="#br0" timeOffset="71753.955">17216 5067 2784 0,'0'0'7340'0,"0"0"-6503"0,0 0-629 15,0 0 76-15,0 0 292 0,0 0 216 0,0 0 164 16,-84 54-116-16,68-41-236 0,4 0-188 16,-4 1-88-16,-4 3-36 0,5 2 20 0,-6 0 48 0,1 3 52 15,1 4-104-15,-1-1-72 0,-8 3-88 16,3 5-24-16,-2-2 12 15,-4 8-48-15,-2-5 20 0,1 4-8 0,0 4 24 16,-4-1-12-16,1 0-16 0,-1 4-32 16,0-1-16-16,1 1 0 15,-6 5-44-15,2 1-4 16,-5 7 0-16,0-1 0 0,0-1-12 16,0 6 4-16,-3-3-52 0,2-2-40 15,2 0 16-15,-2 1 84 0,2-1-64 16,-5 0 4-16,1 3-40 0,-2 1-12 0,-6 2 64 15,-1 1 36-15,0 2-76 0,0-2-20 16,0-1 108-16,0 1 8 0,5-1-4 16,-1-1 36-16,0-4-40 0,5 0 0 0,-1-1 4 15,0 0 4-15,0-5 0 0,5 1-4 0,-2 2-4 16,2-5-56-16,-1 4-20 0,0 3 64 16,-3 1-108-16,-1-1 120 15,-1 6 52-15,-2-2-40 0,3-4 48 0,4 0 16 0,0-3 60 16,1-3 96-16,3-1-180 15,4-2 8 1,0 3-56-16,-4-4 0 0,4 4 4 16,1 0 40-16,-1 0-40 0,-1 3 8 0,2 0 44 15,-1 0 12-15,4-1-60 0,0-2 112 16,0 0 280-16,5 0-268 0,-1-4-60 16,3-3 8-16,2-2-24 0,3-4 28 15,4-6-16-15,0 0-60 0,5-3 0 16,-2-7 48-16,1 0-56 0,5-3 8 0,-2-3-8 0,1 0 8 15,-3 0-4-15,2-1 0 0,1 4 4 16,-3 0 0-16,-2 4 0 0,2-4 0 16,-1 2 60-16,3 2 4 0,-2-1-4 15,3 1-12-15,-1-4-12 0,2-3 476 16,-1-3-184-16,4-1-252 0,0-3-76 16,-1-2 36-16,5-1-44 0,0-3 0 0,0 0-4 0,0 1 0 15,0-4 0-15,0 0-4 16,0 0 0-16,0 0 4 0,0 0 0 0,0 0 0 15,0 0 8-15,0 0 4 0,0 0 0 32,0 0-4-32,0 0 4 0,0 0-4 0,0 0-4 0,0 0 44 15,0 0-44-15,0 0 0 16,0 0-4-16,0 0-60 0,0 0-48 0,0 0 24 16,0 0-16-16,0 0-20 0,0 0-64 0,0 0-156 15,0-4-100-15,0 1-184 0,13-2-668 16,-1-12-20-16,8-2-800 0,-5 0-1929 0,6-25-2883 15</inkml:trace>
  <inkml:trace contextRef="#ctx0" brushRef="#br0" timeOffset="85408.065">16112 7032 7688 0,'0'0'6325'16,"0"0"-5089"-16,0 0-832 15,0 0-164-15,0 0-116 0,0 0 144 0,0 0 444 16,0 0 316-16,92-13-248 0,-48 4-264 0,11-7-224 15,5 0-36-15,0-3-60 0,3-4 12 0,1 2-104 16,-4 2-104 0,-8 0-44-16,-4 6 40 0,-12 8-128 0,-4 0 8 0,-8 5-32 15,-9 0 80-15,-3 5-168 0,-7 3 244 0,-5 9 52 16,0 2 20-16,-13 2-68 0,-2 11 40 16,-9 3 16-16,-4 9-60 0,-8 1-4 15,-4 6 4-15,0 3 0 0,-4-1 4 16,0 1 44-16,1 1-40 0,-6-2-4 15,6 1 96-15,-1 0-52 0,8 1-48 16,0-1-96-16,8-7 96 0,13-5 8 16,2-12 36-16,9-6-44 0,4-6-36 0,9-5 36 15,6-3 256-15,6-4-24 0,7-3 96 16,0-3-48 0,7-3 52-16,1-10 56 0,0 1-71 15,-1-4-41-15,1-3-116 0,-8 0-64 16,4-1-84-16,-8 5-12 0,0 0-44 0,-5 1 36 15,-2 2-124-15,-6 3-40 16,2-2-156-16,-5 3-169 0,-1-6-163 0,-7 5-268 16,4-1-408-16,-4 1-864 0,0 2-2240 15,-15-5-2261-15</inkml:trace>
  <inkml:trace contextRef="#ctx0" brushRef="#br0" timeOffset="85608.029">16179 7471 5276 0,'0'0'5136'0,"0"0"-3759"16,0 0-97 0,0 0-312-16,0 0-144 0,0 0 256 0,0 0-136 15,0 0 72-15,84-19-112 16,-48 16-204-16,5-4-28 0,-2 3-256 16,5-2-172-16,0 0-160 0,-1-1-76 0,2-2-8 15,-6 3-72-15,1-4-160 0,-4 4-136 0,-1 0-548 16,2-4-600-16,-14 7-1352 15,9-7-2981-15</inkml:trace>
  <inkml:trace contextRef="#ctx0" brushRef="#br0" timeOffset="86094.318">17156 6619 1448 0,'0'0'9885'16,"0"0"-8133"-16,0 0-1012 0,0 0-92 15,0 0 172-15,11 67 188 0,-2-36 88 0,3 5-340 16,-1 8-236-16,6 4-164 0,-6 3-112 0,2 6-20 15,-2 9-128-15,-7 4 52 16,0 7 48-16,-4-1-136 16,0-3-60-16,-4-6-4 0,0-7-108 15,1-6-32-15,3-14-88 0,0-4 48 16,0-7-100-16,0-13-392 0,0-1-32 16,3-11-412-16,1-4-832 0,5-4-648 0,-5-2-1849 15,7-23-2867-15</inkml:trace>
  <inkml:trace contextRef="#ctx0" brushRef="#br0" timeOffset="86355.581">17554 6978 3740 0,'0'0'6156'0,"0"0"-3367"0,0 0-1629 16,0 0-524-16,0 0-208 0,0 0-112 16,0 0 88-16,-99 32 188 0,67-13-240 15,4 6-352-15,-4 1-52 0,4 5-96 0,-3-1 8 16,6 4 88-16,-3-2 52 0,9-1 128 15,3-2-52-15,8-4 72 0,-1-2 128 0,9-7-52 16,0-4 76-16,9 1-4 0,3 0 28 16,8-4 120-16,-1 1 332 0,5 2-164 15,4-5-172-15,4-1-84 0,-4 0-76 16,8-1-168 0,-4-5-112-16,-1 2-96 0,1-2-88 15,0 0-72-15,5 0-268 0,-5 0-460 16,-1 0-336-16,-7 0-1148 0,4-2-3629 0</inkml:trace>
  <inkml:trace contextRef="#ctx0" brushRef="#br0" timeOffset="86773.44">18363 6709 2916 0,'0'0'9577'15,"0"0"-8021"-15,0 0-1212 16,0 0-4-16,-71 69 140 0,43-37 288 0,-4 3 348 16,-4 4-372-16,0 5-300 0,-4 6-184 15,0 1-76-15,-3 9-60 0,-5 4 24 16,-8 7-76-16,-4 4-24 0,-4 8-36 0,-3 2 52 15,-5 4-64-15,-4 7-4 0,1-5-72 0,-5 4-96 16,0 1 112-16,0 2-28 0,5-2-32 16,3 0 112-16,4-8-52 0,8-3 56 15,4-6 8-15,5-8-8 0,7-8 12 16,0-2-16-16,13-11-32 0,-1-2-48 0,4-4 40 16,8-8 40-16,0-5 4 15,8-5-8-15,0-7-100 16,3-6 0-16,6-4-36 0,-1-6-36 15,4 0-52-15,0-3-88 0,0 0-196 16,0-6-224-16,0-7-248 0,7-6-124 16,2-9-592-16,3-4-1101 0,-5 6-2427 0</inkml:trace>
  <inkml:trace contextRef="#ctx0" brushRef="#br0" timeOffset="87152.657">17682 7928 5244 0,'0'0'7565'0,"0"0"-6277"16,0 0-844-16,0 0-104 0,0 0 0 15,0 0 240-15,-12 66 260 0,12-36-252 16,8 0-168-16,0 9-84 0,0 4-28 0,0 9 0 16,0 3-48-16,-1 1-64 0,-3 1-72 15,1 0-16-15,-1 1-108 0,0-4 0 16,0 0-132-16,0-4-68 0,-1-5-8 0,1-11 0 15,0-4-112-15,1-8-264 0,3-13-88 0,-1-3-344 16,6-6-936-16,-1-12-1969 0,-5-1-1491 16,14-22 1804-16</inkml:trace>
  <inkml:trace contextRef="#ctx0" brushRef="#br0" timeOffset="87470.818">18243 7922 5776 0,'0'0'8277'0,"0"0"-6913"0,0 0-784 0,0 0-212 16,0 0 4-16,0 0-184 0,0 0 12 15,-79 31-100-15,59-12-100 0,-4 3-112 16,-4 8-88 0,5-3 12-16,-5 8 28 0,0 1 108 0,-4 2 52 15,4 3 44-15,-4 1 28 0,0-2 116 16,8 2 48-16,0-4 28 0,9 0 20 15,2-10 36-15,5-2-132 0,8-7-180 16,0 0 4-16,13 0-12 0,6-3 48 16,5-3 4-16,8-1 84 0,4 1-52 0,-1-7-84 15,6 1 4-15,-5-4-4 0,-1-3 0 0,-3 0 4 16,4 0 48-16,-4 0-52 0,0 0-112 16,-4 0-12-16,0 0-484 15,-4 0-448-15,0 0-376 0,-13 0-1584 0,5 9-5241 16</inkml:trace>
  <inkml:trace contextRef="#ctx0" brushRef="#br0" timeOffset="90014.683">16507 6496 3408 0,'0'0'1120'0,"0"0"3980"0,0 0-3499 15,0 0-589-15,0 0 116 0,0 0-128 16,-96-12-304-16,68 20-116 0,0 5-128 15,-4 4-12-15,-4 4-28 0,-3 5-112 0,-2 5-88 0,-2 4 12 16,3 7-88 0,0 3-76-16,0 5-60 0,5 7-12 0,3 6-112 15,4 11-12-15,4 2 128 0,0 6-116 16,12 4 24-16,0-4-36 0,8 1 128 16,4-6 8-16,0-5-12 0,4-2-152 15,12-7 152-15,0-2-48 0,7-7 8 16,9-7-24-16,5-5 28 0,10-7 36 15,5-6 12-15,8-4 4 16,4-6 52-16,3-3-56 0,1-10 0 16,4-3 48-16,4-6 0 0,4-10-48 15,-1-9-76-15,1-6-52 0,-5-7 4 16,1-6 64-16,-8-7-104 0,-1-3-40 0,-3-6-72 0,-4-3-64 16,-4-1-24-16,-4-3 12 0,-5 2 48 0,-7 1 52 15,-4-5 148-15,-4 5 28 0,-9-6 0 16,2 7 76-16,-9-3 0 0,-4 2-56 15,-5 1 44-15,-3 2-76 0,-4 8 76 16,0-1-80-16,-4 1 92 0,-3 5 88 0,-1-3-84 16,-5 7-4-16,-2 0 52 0,-2-1-40 15,-2 7-12 1,-9 0-4-16,0 0-60 0,-4 7-116 16,-7 3 4-16,-6-1 8 0,-2 10-124 15,-5 3 116-15,-4 11 172 0,0 2-92 0,-8 13 96 16,1 5 216-16,-1 11-216 15,0 6-52-15,1 6-100 0,-1 0-28 16,8 1-176-16,4-1-1021 0,20-13-807 0,-7 10-1972 16</inkml:trace>
  <inkml:trace contextRef="#ctx0" brushRef="#br0" timeOffset="90447.097">17407 6016 5764 0,'0'0'5701'16,"0"0"-4381"-16,0 0-720 0,0 0-592 16,0 0-8-16,0 0 164 0,0 0 424 0,0 0 344 15,0 0-264-15,0 0-616 0,16 23 60 0,-8-1 380 16,3 6-56-16,-2 14 40 0,-5 5-168 15,0 7 4-15,-4 6-164 0,0 4-148 16,-4-1 0-16,0 2-112 0,4-8-136 0,0-10 12 16,0-6-48-16,0-9-104 15,8-9-12-15,3-11-228 16,-2-5-152-16,7-7-296 0,-5-4-740 16,2-3-373-16,-2-15-2919 0</inkml:trace>
  <inkml:trace contextRef="#ctx0" brushRef="#br0" timeOffset="90626.611">17562 6359 6564 0,'0'0'5721'15,"0"0"-4673"-15,0 0-512 0,0 0-208 16,0 0 16-16,0 0 588 0,0 0 560 16,0 0-424-16,0 0-464 0,0 0-356 15,99-12-248-15,-78 5-48 0,-1 1-212 16,4 0 12-16,-5-5-208 0,2 3-536 0,-6-5-556 15,2 3-1564-15,-2-6-3441 0</inkml:trace>
  <inkml:trace contextRef="#ctx0" brushRef="#br0" timeOffset="90847.844">17850 6105 4072 0,'0'0'6696'0,"0"0"-5347"16,0 0-425-16,0 0-312 0,0 0 20 0,0 0 292 15,0 0 96-15,0 0-432 0,0 0-488 16,0 0 100-16,7 38 84 0,-3-12-72 16,4 2 0-16,-4 7-140 0,0 3-4 15,-4 3-68-15,0 1-12 0,0 2-40 0,0-2-168 16,0 3 32-16,0-7 52 0,0-1-336 16,0-2-308-16,0-7-252 0,0-2-120 0,8-7-516 15,0-6-641-15,0-4-1867 0,-1-6-1452 0</inkml:trace>
  <inkml:trace contextRef="#ctx0" brushRef="#br0" timeOffset="92048.919">19933 6042 1760 0,'0'0'11405'0,"0"0"-10605"16,0 0-800-16,91-3 0 0,-42-1 76 0,2-2 104 16,1-1 388-16,0 1 212 0,4 3 164 15,-1 0-20 1,5 3-220-16,3-3-184 16,14 3-128-16,11-3-160 0,7 3-96 0,8 0 0 15,9-4 156-15,8 1 40 0,3 0-16 0,5 0-304 16,-1-3-4-16,0-4-8 15,1 1-96-15,-1-4 0 0,-7 3 44 16,-4-2-56-16,-4-2-52 0,-9 2-220 0,-8 3-112 16,-15-7-160-16,-8 3 60 0,-12-3-140 0,-8-3-496 15,-17 3-1236-15,-3-9-2693 0</inkml:trace>
  <inkml:trace contextRef="#ctx0" brushRef="#br0" timeOffset="92282.557">22475 5492 15105 0,'0'0'1408'0,"0"0"-1408"0,0 0-112 0,83 6 108 0,-46-1 4 15,-5 1 24-15,0 2 412 16,-4 6 224-16,0 2-188 0,-1 3-212 0,0 0-260 16,-2 3-4-16,-9 0-72 0,-4 0 4 15,-12 7 72-15,0 0-64 16,-16 5-132-16,-12 8-28 0,-12 2-136 0,-8 4 12 15,-8 3 36-15,-3-4 24 0,-5 0-180 16,0-5-424-16,16-14-1104 16,-20 4-3361-16</inkml:trace>
  <inkml:trace contextRef="#ctx0" brushRef="#br0" timeOffset="93487.81">17758 2451 6884 0,'0'0'1676'16,"0"0"-848"-16,0 0-556 0,0 0-152 0,0 0 872 0,0 0 229 15,95-55-209-15,-51 47-232 0,0-3-224 0,7 3-36 16,9 2 20-16,8-1 28 0,8 3-64 15,3-2-20-15,18-1-36 16,6 1 24-16,13-3-28 0,7-1-208 0,8 0-116 0,1 1-120 16,4 0-160-16,-5 2 12 15,0 4 60 1,0-3-12-16,-2 3 56 0,-2-1 44 0,-3 4 0 0,-5 0-100 16,-4 0 4-16,-7 0-28 0,-12 0-100 15,-9 0-48-15,-8-3-4 0,-10 0-564 16,-14-3-352-16,-11-4-752 0,-8 4-1217 0,-8-10-2739 15</inkml:trace>
  <inkml:trace contextRef="#ctx0" brushRef="#br0" timeOffset="93766.261">20260 1870 6748 0,'0'0'8161'15,"0"0"-7581"-15,0 0-580 16,0 0-516-16,0 0 516 0,95-32 216 0,-46 29 400 15,-2 3-36-15,9 0-180 16,4 3-88-16,3 7-236 0,5 5-76 16,-8 2-64-16,0-2 64 0,-4 4 60 0,-13 0 40 0,-4 0-96 15,-6 0-4-15,-10 1-44 0,-10-2-56 0,-9 1 0 16,-8 7 100-16,-16 2 136 16,-12 7 16-16,-11 6-152 0,-10 8-52 15,-6-2-108-15,-9 3-16 0,0 4-24 16,-4 1-72-16,1-5-60 0,3 1-296 15,8-2-416-15,12-9-484 0,9-5-1185 16,14-10-4411-16,10-9 4448 0</inkml:trace>
  <inkml:trace contextRef="#ctx0" brushRef="#br0" timeOffset="94486.246">22977 1317 8612 0,'0'0'1216'16,"0"0"-724"-1,0 0-52-15,0 0 321 0,0 0 303 0,0 0-32 16,-8 79-144-16,8-49-128 0,0 7-8 15,-4 8-108-15,1 9-12 0,-2 10-96 0,-3 5-68 16,-4 5-108-16,0 5-28 0,0 0-124 16,1 3-72-16,-2 1-136 0,2-6-28 15,-2-1-80-15,1-7 32 0,5-6-84 16,-1-8-72-16,3-11 12 0,5-12-16 0,0-7-124 16,0-9 0-16,5-7-108 0,-1-2-256 15,0-7-436-15,0 0-132 0,3-9-840 0,1-8-1073 16,-3 2-3219-16,-1-20 4508 0</inkml:trace>
  <inkml:trace contextRef="#ctx0" brushRef="#br0" timeOffset="94936.241">23108 1413 3240 0,'0'0'548'16,"0"0"3852"-16,0 0-2780 0,0 0-211 15,0 0 51-15,0 0-108 0,0 0-264 16,0 0-220-16,-19 79-152 0,10-44-156 0,1 9-112 16,5 6-76-16,-5 5-16 15,4 6-24-15,-5-2-24 16,2 5-60-16,-1 3-76 0,0 2-100 0,-4-2-72 15,-4 7-12-15,0-8-220 0,4 1 8 16,-4-10 28-16,4-7-60 0,5-6-276 0,-2-5-24 16,5-4-56-16,0-9-416 15,0-8-168-15,4-8-252 0,0-3-384 0,0-7-841 16,0 0-1287-16,0-10 308 0,0-9 2740 0</inkml:trace>
  <inkml:trace contextRef="#ctx0" brushRef="#br0" timeOffset="95368.506">23140 1438 2748 0,'0'0'612'0,"0"0"4120"16,0 0-3824-16,0 0-400 0,0 0 332 0,0 0 357 15,0 0-81-15,84-64-212 16,-68 61-180-16,4 3-88 0,0 3 68 0,4 7-48 0,-1 6-8 15,-3 0-224-15,5 6-176 0,-5 3 12 16,-5 4-36-16,-7 6-88 0,1 0-16 0,-9 3-44 16,0 3-4-16,-5 1-72 0,-3-1-8 15,-7-3-4-15,-2-4 12 0,2-4-4 16,-5-5-64-16,-1-3-56 0,2-6-72 16,-5-3-116-16,4-4-60 15,-4-3-24-15,4-2-28 16,-4-4 32-16,4 0-212 0,1-7-580 15,2-5-728-15,2 2-881 0,2-2-1327 0,-2-1-1448 16</inkml:trace>
  <inkml:trace contextRef="#ctx0" brushRef="#br0" timeOffset="95853.493">23089 1885 992 0,'0'0'3956'0,"0"0"424"16,0 0-2856-16,0 0-531 0,0 0 83 0,0 0 108 0,0 0-148 15,0 0-204-15,0 0-204 16,83 59 84-16,-59-38-44 0,4 2-188 15,0 5-96-15,4 0-28 0,0 8 0 16,-4 1-12-16,7 2-76 0,-7 1-24 16,4 2-180-16,-4-7-64 0,-4 0-84 0,0-4-64 15,-1-1 88-15,-2-5-28 16,-6-3-32-16,-2-3 8 0,-2-3 28 16,-7-4-52-16,5-5-144 15,-9-4-176-15,4 0-172 0,-4-3-312 16,0 0-652-16,0-3-1360 0,0-19-2865 15</inkml:trace>
  <inkml:trace contextRef="#ctx0" brushRef="#br0" timeOffset="96499.445">23950 1261 1044 0,'0'0'6584'16,"0"0"-5144"-1,0 0-796-15,0 0 56 16,0 0 293-16,0 0 95 0,0 0-268 0,0 0-400 15,0 0-356-15,0 0-64 0,0 0-64 16,-9 9 12-16,9-9 44 0,-4 3-68 16,4 0 0-16,-4 0 12 0,4 1 0 0,-4-1-36 15,0 3-144-15,-3-3-228 0,2 4-68 16,1-4 0-16,0 0 104 0,4 0 47 0,0-3 17 16,0 3-28-16,0-3-40 0,0 0 64 0,0 0 180 15,0 0 184-15,-4 0-104 16,4 0-532-16,-4-3-1824 0,-3 0-2212 0,3 0 4384 15</inkml:trace>
  <inkml:trace contextRef="#ctx0" brushRef="#br0" timeOffset="97952.334">23845 1273 9208 0,'0'0'1616'0,"0"0"-1087"16,0 0-117-16,0 0 280 0,0 0 480 31,0 0-16-31,0 0-88 0,0 0-188 0,32 89-132 16,-28-51-128-16,5 10 32 0,-9 15 0 15,4 7-28-15,-4 16-184 0,-4 5-84 0,-5 8-28 16,-3 0-60-16,1-1-40 0,-2 0-80 15,2-5-148-15,-2-5-12 0,2-8 4 16,3-7-92-16,0-10 40 0,3-9-48 16,5-12-12-16,0-14-100 0,0-6-72 0,5-13-160 0,-1-5-492 15,8-4-508-15,-1-16-276 0,6-6 368 16,3-13-1300 0,3-12-1589-16,-7 8-851 0</inkml:trace>
  <inkml:trace contextRef="#ctx0" brushRef="#br0" timeOffset="98173.614">24081 1495 1068 0,'0'0'9877'0,"0"0"-8273"16,0 0-900-16,0 0-220 0,0 0 188 16,0 0 400-16,0 0-64 0,0 89-272 0,0-29-204 15,0 13-48-15,0 12 96 0,0 8 8 16,-4 6-184-16,0-1-256 0,0 1-148 15,-5-4-112-15,6-4 28 0,-5-1-136 16,0-5 24-16,-4-2-88 0,4-10 76 0,0-6-384 16,0-16-388-16,4-14-40 0,0-14-256 0,4-14-804 15,0-9-801-15,0-13-1803 0,0-2-659 16</inkml:trace>
  <inkml:trace contextRef="#ctx0" brushRef="#br0" timeOffset="98501.041">24133 1635 10604 0,'0'0'3217'0,"0"0"-2265"0,0 0-664 16,0 0 368-16,87 3 424 0,-59 7 0 16,4 2-68-16,-1 4-360 0,-3 0-296 0,0 6-356 15,-7 3-28-15,-6 5-276 0,-6 1 44 16,-9 10 116-16,-9 3-212 0,-14 10-152 0,-9 3-48 15,-9 4-16-15,-6-1 100 0,-1-6 108 16,1-6 160-16,2-10 204 0,6-9 76 16,7-7 228-16,4-9-68 0,12-4-48 0,4-2 12 15,8-5 12-15,4 5-140 16,4 3-68-16,16 3 96 0,3 2 76 0,10 4 60 0,3-1 8 16,7-1-168-16,6-1-76 0,-2-7-8 15,1 1-44-15,-1-4-56 0,-2-3-204 16,-2 1-268-16,-7-4-576 0,1-7-1128 15,-14 1-2049-15,5-13-2971 0</inkml:trace>
  <inkml:trace contextRef="#ctx0" brushRef="#br0" timeOffset="98873.022">24702 971 14537 0,'0'0'1636'15,"0"0"-1332"-15,0 0-68 0,12 86 388 16,-12-51 388-16,0 6 0 0,0 0-472 16,0 1-408-16,0-1-132 0,0 0-120 15,0-2-64-15,0-7-76 0,0-11 16 0,0-4-200 16,8-8-36-16,0-6 84 0,0-3 52 15,4 0-56-15,4-10 400 16,0-3 104-16,4-6-52 0,-4 0-52 16,3-2-12-16,1 1-60 0,-3 8 68 15,-6-1-76-15,1 10 80 0,1 3 236 16,-6 0 136-16,1 3 112 0,1 10-16 0,-2-1-224 16,1 8-20-16,-4-2 20 0,0 4-108 0,-4 1-16 15,0 3-120-15,0-8 0 0,0 5-168 0,0-7-56 16,0-4-476-16,0-2-288 15,0-4-372-15,0-6-1204 0,5 0-2629 0,-5-6-3286 16</inkml:trace>
  <inkml:trace contextRef="#ctx0" brushRef="#br0" timeOffset="99057.966">25136 1216 10436 0,'0'0'5413'0,"0"0"-4481"0,0 0 60 0,0 0 612 0,0 0-344 15,88 47-324-15,-64-37-243 16,0-4-377-16,8 1-316 0,0-4-24 0,4-3-512 16,-1 0-217-16,5-6-147 15,-4-7-472-15,-3 4-1320 16,2-14-4389-16</inkml:trace>
  <inkml:trace contextRef="#ctx0" brushRef="#br0" timeOffset="99213.23">25802 933 8612 0,'0'0'6657'0,"0"0"-5905"16,0 0-420-1,0 67 628-15,0-35 508 0,-4 6-92 0,0 6-620 16,4 4-608-16,-8-1-148 16,4 11-168-16,-4-1-200 0,0 7-780 0,-8-1-220 15,4-12-1380-15,-12 21-4437 0</inkml:trace>
  <inkml:trace contextRef="#ctx0" brushRef="#br0" timeOffset="101326.209">20408 4677 3556 0,'0'0'456'16,"0"0"5232"-16,0 0-4656 15,0 0-643-15,0 0 87 0,0 0 576 0,0 0 172 0,0 0 228 16,0 0-368-16,0 0-396 16,0 0-120-16,23 70-60 0,-23-42-36 15,4 7-116-15,-4 0-112 0,0 4-96 0,0 1-100 16,-4 4-48-1,-4-2-4-15,0 2-116 0,-3 0-4 16,2-2 36-16,1-7-44 16,4-7 32-16,1-5-36 0,-1-7 24 0,4-7-84 15,0-3-324-15,0-2-88 0,0-1-188 16,0-3-688-16,4 0-636 0,-1-3-1021 16,5-1-2395-16,-4-8 1456 0</inkml:trace>
  <inkml:trace contextRef="#ctx0" brushRef="#br0" timeOffset="101592.268">20535 5035 784 0,'0'0'5156'0,"0"0"-2244"0,0 0-1632 0,0 0-724 0,0 0-67 0,0 0 203 15,0 0 156-15,0 0-72 0,0 0-264 16,11 0-360-16,2 0 48 0,-1 0-48 16,3 0-12-16,5 0-136 0,1 0-4 0,-2 0-12 15,1 0 0-15,0 0-128 16,3 0 0-16,-2-3-12 0,3-3-176 16,-4 3-272-16,-1-4-408 0,6 1-509 0,-14-1-2383 15,6-2-2396-15</inkml:trace>
  <inkml:trace contextRef="#ctx0" brushRef="#br0" timeOffset="101929.856">21203 4705 3940 0,'0'0'7297'0,"0"0"-6297"16,0 0-768-16,0 0-116 0,9 76 368 0,-9-44 256 15,0 0 196-15,0 2-444 0,0 4-288 16,0 1-204-16,0-1-76 0,0 0-40 16,-4 0-96-16,4-3-520 0,0-4-428 15,0-1-904-15,0-8-2941 0,-5 0-939 16</inkml:trace>
  <inkml:trace contextRef="#ctx0" brushRef="#br0" timeOffset="104697.176">25264 5124 1840 0,'0'0'8404'0,"0"0"-7295"0,0 0-209 0,0 0-212 16,16-79 180-16,-16 63 348 0,0 3 44 0,-4 0-300 16,0 1-168-16,-4 2-296 15,0 1-128-15,0-2 36 0,1 6-108 0,-6-4-76 16,1 2 24-16,0 1-84 0,-4 3 24 15,0 0 12-15,-3 3 24 0,-2 0-164 0,-7 3-56 16,-7 6-8-16,3 7-4 0,-8 3-76 16,0 3 16-16,-4 7-12 0,5 6 8 15,-2 7-32-15,2 2 60 0,7 6 48 0,0 10 0 16,8 0-4-16,0 8 4 0,5 4 0 0,6 2 48 16,5 2-40-16,4-6 112 0,4 0 4 15,4-7 24-15,9-3-28 16,-2-6 28-16,10-3-40 0,-2-10 0 0,1-6 28 0,4-6 8 15,-4-6-8-15,4-9 57 16,-4 0-57 0,3-9-60-16,-3-1-76 0,-3-4-172 15,-2 0-145-15,2-9-191 0,-2-5-188 0,2-5 72 16,-6-2-196-16,-3-8-688 0,1-3-1428 16,-9 7-2453-16,-4-13-2415 0</inkml:trace>
  <inkml:trace contextRef="#ctx0" brushRef="#br0" timeOffset="104860.616">24734 5680 9168 0,'0'0'4549'16,"0"0"-3285"-16,0 0-296 16,0 0-400-16,0 0 56 0,0 0 456 0,0 0 272 0,0 0-180 15,88 6-416-15,-56 0-343 16,3-2-241-16,-3-4-172 0,4 0 0 16,-4 0-208-16,-4 0-305 0,4 0-287 0,-5-4-448 15,-2-2-468 1,-1 0-1156-16,-9-1-1969 0,2 1-1707 15</inkml:trace>
  <inkml:trace contextRef="#ctx0" brushRef="#br0" timeOffset="105029.306">25085 5667 3484 0,'0'0'7601'0,"0"0"-5969"0,0 0-764 0,0 0-284 16,0 0 188-16,-60 89 244 16,56-57 52-16,0 2-100 0,4 5-216 0,0-2-124 15,4 5-52-15,4-4-124 0,8-3-172 16,-4 0-280-16,7-6-60 0,-2-3-196 15,2-7-468-15,5-7 76 0,4-10 4 16,-4-2 4-16,8-14-368 0,0-10-1004 0,-8 3-2437 16,8-27-4991-16</inkml:trace>
  <inkml:trace contextRef="#ctx0" brushRef="#br0" timeOffset="105336.003">25615 5084 8836 0,'0'0'7249'0,"0"0"-6021"0,0 0-1020 16,0 0 52 0,0 0 272-16,-24 97 860 0,20-55-220 15,0 8-432-15,4 8-375 0,0 2-205 16,0 6-16-16,0 5-48 0,-4 1-20 0,-1 8-4 16,2-1 24-16,-5 1-24 0,-4-4-64 15,4 0 40-15,-4-6 12 0,4-9-48 16,4-8 76-16,1-9 44 0,3-9 60 15,0-9-72-15,7-8 4 0,5-1-40 0,0-4-12 16,0-5-12-16,8 3 12 0,-4-8-72 0,4 0-96 16,-1-3-132-16,1 0-88 0,1-3-204 15,-2-7-88-15,-3-2-181 0,0-7-247 16,-4 2-424-16,-4-5-824 0,-4 4-2332 16,-4-15-2389-16</inkml:trace>
  <inkml:trace contextRef="#ctx0" brushRef="#br0" timeOffset="105598.669">25881 5851 3496 0,'0'0'9729'0,"0"0"-7805"0,0 0-1092 0,0 0 144 0,0 0 340 15,28 71 112-15,-28-46-52 0,0 6-475 0,-4 1-425 16,0 0-248-16,4-4-96 16,-3-6-96-16,-1-3-36 15,4-6-96-15,0-3-36 0,0-4-88 0,0-6-156 0,4 0 11 16,3-4-83-16,1-4 60 15,8-3 264-15,0-1-132 0,8-4-24 16,-4 0 48-16,1 7 72 0,-2-1 12 0,1 7 148 16,-1 3 48-16,-2 6 296 15,-2 4 84-15,-6 3-76 0,2 3-20 0,-3 3-52 0,-3 2-40 16,-5 2-56-16,0-1-51 0,0-3-133 16,0-3-52-16,4 0-141 0,-4-6-415 15,8-7-540-15,-5-3-328 0,9 0-668 0,-3-10-2032 16,10-21-1953-16</inkml:trace>
  <inkml:trace contextRef="#ctx0" brushRef="#br0" timeOffset="105901.15">26746 5109 4000 0,'0'0'12089'15,"0"0"-10753"-15,0 0-1100 0,0 0 12 16,0 0 160-16,0 0 248 0,0 0 532 0,0 0-568 16,-87 59-364-16,78-26-72 0,1 1 84 15,1 10 109-15,-1 8 327 16,-1 5-220-16,2 6-172 0,-5 3-68 0,3 5-28 16,2 2-60-16,-5 0-56 0,8-7-100 15,-1-5 0 1,5-7-60-16,0-13-160 0,5-6-92 15,7-13-76-15,4-6-36 0,7-10-72 0,5-6-197 16,13-13-295-16,2-15-368 0,-11 0-1260 16,20-35-3745-16</inkml:trace>
  <inkml:trace contextRef="#ctx0" brushRef="#br0" timeOffset="106099.941">27121 5175 11881 0,'0'0'4560'16,"0"0"-3688"-16,0 0-392 0,-37 98 460 0,26-54 532 16,-1 5-36-16,4 1-283 0,-4 7-509 15,4 4-320-15,-4-1-156 0,4 0-168 0,0-3-84 0,-4-2-132 16,4-5-208-16,4-5-144 0,-4-8-148 0,8-4-293 16,0-14-287-16,8-16-464 15,4-6-932-15,0-7-1412 0,12-32-2953 0</inkml:trace>
  <inkml:trace contextRef="#ctx0" brushRef="#br0" timeOffset="106300.006">27284 5279 9004 0,'0'0'6481'0,"0"0"-4961"0,-16 74-876 0,0-30 76 16,0 4 656-16,-3 5 136 0,-2 2-271 0,6 2-421 15,-2-6-516-15,2-3-304 0,3-1-128 16,0-3-380-16,3-5-160 15,2-5-109-15,3-4-283 0,0-11-372 0,4-7-136 16,0-12-460-16,4-6-456 0,3-17-773 16,2-5-2167-16,7-14 1464 15,-9 7 3633-15,10-25 327 0</inkml:trace>
  <inkml:trace contextRef="#ctx0" brushRef="#br0" timeOffset="106547.979">27331 5324 2948 0,'0'0'5272'15,"0"0"-1219"1,0 0-2801-16,0 0-172 0,0 0 216 0,77-26-156 15,-70 31-48-15,1 3-8 0,1 5-348 16,-5 3-444-16,-4 3-168 0,0 7-52 16,-8 2-64-16,-5 4-8 0,-6 2-60 15,-1 2-28-15,0 2-20 0,-5 0-40 0,-2 0 4 16,3-3 8-16,4-3 76 0,1 0 48 16,6-10 12-16,5-4 72 0,5-1 88 0,3-5-64 15,3 1 124-15,13-3 184 0,0-1-4 16,8 1 320-16,0-1-247 0,4-3-229 0,-4 1-76 15,4-1-96-15,-4-3-72 0,0-3-60 16,-1 0-268-16,1 0-265 0,0-3-211 16,-3-7-248-16,-2-2-444 0,-3-1-1020 0,4-12-3349 15</inkml:trace>
  <inkml:trace contextRef="#ctx0" brushRef="#br0" timeOffset="106837.298">27834 5128 184 0,'0'0'10196'16,"0"0"-8767"-16,0 0-657 0,0 0 184 16,0 0 60-16,0 0 4 15,88 69 36-15,-69-46-368 0,1-1-144 0,5 0-148 16,-6 3-164-16,-3 0-56 0,5 1-44 15,-10 0-80-15,5 2 4 0,-8 1-52 0,0-1-4 16,0 7 64-16,-8-4-4 0,0 5 0 16,-4-1-48-16,-12 6-12 0,0-3-96 0,-8 4-64 15,-4-1-124-15,-4 0-100 0,0 0-148 16,4-6-164-16,0-6-132 0,9-3-316 16,6-14-668-16,6-3-1105 0,-1-9-2871 15</inkml:trace>
  <inkml:trace contextRef="#ctx0" brushRef="#br0" timeOffset="107215.954">28778 5038 10556 0,'0'0'4285'0,"0"0"-3821"0,24 67-388 0,-16-41 0 0,-4 2 424 16,4 1 680-16,-8 3-164 0,4-1-508 15,0 4-324-15,-4 3-112 16,0 4 40-16,0-1 36 0,0 3 72 0,-8 3 48 16,-4 5 76-16,-4 1-88 0,-4 1-96 15,-8 4-28-15,-4-1-56 0,-7 3-68 16,-1 4 60-16,-8 3-68 0,-3 2-84 15,-5 8 24-15,0-1 8 0,-4 3 44 0,0-3-4 32,4 3-60-32,0-2-220 0,1-4 44 0,3 0 28 15,9-4-12-15,2-5-64 0,5-7-84 16,8-3-248-16,0-4 108 0,4-1-188 16,5-8-208-16,3-3-192 0,0-3-620 15,0-3-1317-15,4-4-2427 0,0-12 896 16</inkml:trace>
  <inkml:trace contextRef="#ctx0" brushRef="#br0" timeOffset="108446.492">29053 6388 8432 0,'0'0'2456'16,"0"0"-595"-16,0 0-549 0,24 76-324 15,-16-35 144-15,-4 13 256 0,-4 6-228 16,0 7-176-16,0 0-288 0,0 6-232 15,-8 0-76-15,4 0-96 0,-4-3-48 16,0-3-99-16,0-4-145 0,0-9-109 16,0-9-111-16,4-8-36 0,-4-9-96 15,4-8-112-15,0-10-132 0,4-7-276 16,0-3-508-16,0-10-824 0,0-13-2196 0,0 4-2217 16,0-24 2537-16</inkml:trace>
  <inkml:trace contextRef="#ctx0" brushRef="#br0" timeOffset="108617.86">29161 6819 3360 0,'0'0'8625'0,"0"0"-6821"0,0 0-932 0,0 0 300 16,0 0 196-16,0 0-96 15,95 19 20-15,-67-9-352 16,0 3-404-16,4-4-208 0,8 1-168 0,-1-4-160 16,6-3-100-16,-2-3-216 0,5-9-328 15,0-4-308-15,0-6-216 0,-5-3-256 16,2 0-860-16,-10-7-880 0,-11 7-1865 0,4-14-79 15</inkml:trace>
  <inkml:trace contextRef="#ctx0" brushRef="#br0" timeOffset="108771.572">29862 6550 1056 0,'0'0'2076'0,"0"0"-1256"15,0 0 5544-15,0 0-4523 0,0 0-525 0,0 0 92 16,-84-14-652-16,77 34 0 0,-2 9 316 0,5 12-180 16,0 10-132-16,4 8-72 0,0 9-40 15,0-2-28-15,4 7-156 0,0 1-184 16,5 5-75-16,-2 0-205 0,-3 4-72 0,0 0-353 15,0 0-243-15,-4-8-444 0,0 1-600 0,0-22-1060 16,-4 20-3189-16</inkml:trace>
  <inkml:trace contextRef="#ctx0" brushRef="#br0" timeOffset="109589.097">30268 6928 8976 0,'0'0'4429'16,"0"0"-2993"-16,0 0-784 0,0 0-360 16,0 0 300-16,0 0 740 0,0 0-344 0,0 0-496 31,0 0-456-31,0 0-36 0,0 0-172 16,84 15-556-16,-68-15-372 0,-8 0-668 15,0 0-2288-15,-8 4-3669 0</inkml:trace>
  <inkml:trace contextRef="#ctx0" brushRef="#br0" timeOffset="109741.249">30157 7169 11033 0,'0'0'2792'0,"0"0"-1880"0,0 0-304 0,0 0 600 0,0 0 144 16,0 0-168-16,0 0-312 0,0 0-544 15,87 50-328-15,-59-50-304 0,0-2-88 16,8-11-380-16,0-3-352 0,-8-3-1080 0,7-9-3325 15</inkml:trace>
  <inkml:trace contextRef="#ctx0" brushRef="#br0" timeOffset="110173.932">30639 6724 14173 0,'0'0'3104'15,"0"0"-2064"-15,0 0-744 0,0 0 272 16,0 0 656-16,75 19-32 0,-39-12-243 0,4-1-405 16,8 1-304-16,4-4-120 0,4 3-120 15,0 0-4-15,-5 1-72 0,1 2 28 16,-9 1-48-16,2-1-96 0,-9 4-76 16,-8-1 28-16,-8 4 56 0,-5 0 40 0,-7 6-28 0,-8 3 4 15,-12 8 35-15,-12 8 121 0,-8 3-4 16,-7 7-32-16,-13 6-60 0,-4 0-24 15,-4 4 8 1,-4 0 28-16,4-1 48 0,1 0-16 0,4-3 52 16,6-3 12-16,10-3 72 0,7-3 96 15,8-7 40-15,7-6-12 0,6-3-39 16,7-10-25-16,4 0 28 0,0-2 68 16,12-8-44-16,4 4-52 0,-1-7-12 15,13 1-32-15,0-3 116 0,4-2 124 0,4-2-184 16,1-3-108-16,2 0-36 0,1 0-84 15,-1-3-64-15,2 0-32 16,-5 1-220-16,-5 2-144 0,5-4-293 16,-8 1-383-16,-4 0-856 0,-5 3-1712 15,2-4-2469-15</inkml:trace>
  <inkml:trace contextRef="#ctx0" brushRef="#br0" timeOffset="116164.11">31874 6541 13717 0,'0'0'1276'0,"0"0"-1276"15,0 0-188-15,0 0 188 0,0 76 1072 16,0-41 228-16,0 9-12 0,0 10-452 0,4 9-296 0,0 8-112 16,0 8-24-16,-1 3-136 0,-3 4-36 15,0 0-148-15,0 0-72 0,-3-7 36 16,-1 0-96-16,-4-6-24 0,0-3-100 15,0-6-156-15,0-7 12 0,4-7-176 0,-4-8-20 16,4-10-104-16,4-10-196 0,0-13-568 16,8-9-2548-1,8-12-2985-15</inkml:trace>
  <inkml:trace contextRef="#ctx0" brushRef="#br0" timeOffset="116483.42">32535 6959 9140 0,'0'0'7445'16,"0"0"-6425"-16,0 0-748 0,-92 48 0 15,49-26 320-15,-5 8 660 0,-3-3-228 16,-5 9-596-16,-4-2-344 0,4 1-84 16,5 0-196-16,-1 0-72 15,-1-4-36-15,10 1 48 0,7-6-12 0,8-7 36 0,8-6 48 16,12-4 52-16,4-6-16 15,4 3-88-15,0-2-32 0,4 5 36 16,8 2 156-16,4 1 76 0,4 4-4 16,4 3-52-16,8-1 56 0,3 1 108 0,6 1 92 15,6 2 156-15,1-3-136 0,3 0 12 16,2 3-96-16,3-3-100 0,-9 4-36 0,1-4-12 0,-5-1-64 0,-2 4-56 16,-5 1-236-1,-4-1-224-15,-1 0-148 0,-7 4-836 16,-4-6-2356-16,0 10-2301 0</inkml:trace>
  <inkml:trace contextRef="#ctx0" brushRef="#br0" timeOffset="125601.178">23463 11734 3132 0,'0'0'4220'15,"0"0"-2896"-15,0 0-28 0,0 0-339 16,0 0-429-16,0 0 228 0,0 0 1828 16,-84-72-1176-16,69 65-456 0,-5-2-404 15,-1 6-104-15,-2-3 88 0,3 2 280 16,-4 1-312-16,0 3-156 15,1 0 8-15,-2 0-108 0,1 0-72 16,0 9-16-16,-4 1-48 0,0 6-20 0,-4 6-80 0,0 3 64 0,-3 10-64 0,3 3 4 16,0 3-12-16,0 7-8 0,0 6-48 15,4 1 56-15,0 5 4 16,4 0 4-16,9 6 40 0,-1 4 12 0,4 0 88 16,8 4-39-16,0 1-25 0,4-5 52 15,4-3-4-15,4-6 24 0,8-8-56 16,0-9 140-16,8-2 136 0,4-10-160 15,0-3-168-15,4-10 28 16,-4-4-68-16,7-5 64 0,-3-4-24 0,4-6-36 16,-4-3-12-16,-1-7-4 0,1-2-80 0,-4-7-28 15,0-7-152-15,-4-2-16 0,1 3-80 16,-10-5-104-16,1 2-45 0,-12 0-111 16,0 2-100-1,-4 1-212-15,-8-5-760 0,-8 3-1128 16,4 4-1705-16,-16-11-1019 0</inkml:trace>
  <inkml:trace contextRef="#ctx0" brushRef="#br0" timeOffset="125769.898">22957 12427 168 0,'0'0'10849'0,"0"0"-8681"0,0 0-1036 0,0 0-136 16,0 0 264-16,0 0 280 16,0 0 168-16,96 51-452 0,-69-45-500 15,10 3-247-15,-5-5-193 0,7-1-24 0,-3-3-136 16,0 0-156-16,-1-3-48 0,-3-7-220 15,-4 1-252-15,0-4-221 0,-4 0-415 16,-3 0-364-16,-6 1-1176 0,-2 1-2048 16,-2 3-1505-16</inkml:trace>
  <inkml:trace contextRef="#ctx0" brushRef="#br0" timeOffset="125948.522">23368 12474 7688 0,'0'0'4297'0,"0"0"-3157"16,0 0-416-16,-28 79 40 0,24-46 344 0,0 2 120 0,-1 9 24 15,5 3-524 1,0 5-160-16,5 0-128 0,-1 7-76 0,0-6-204 16,0 2-160-16,-4-5 0 0,3-5-72 15,1-7-112-15,-4-7-268 0,4-6-88 16,0-2-64-16,1-7-124 0,-1-6-216 16,3-1-852-16,1-6-1104 0,1-3-2365 15</inkml:trace>
  <inkml:trace contextRef="#ctx0" brushRef="#br0" timeOffset="127488.741">25076 11764 808 0,'0'0'2676'0,"0"0"2352"0,0 0-3136 0,0 0-463 0,0 0-289 16,0 0 4-16,0 0 84 0,0 0-196 15,0 0-208-15,-11-11-32 0,-2 25-188 16,2 4-88-16,-9 8 0 0,-4 2 48 15,-7 11-172-15,-1 2-124 0,-9 4-64 0,-2 2 4 16,-2 7-60-16,-6 0-64 0,-1 3-76 16,-4 4-4-1,-4 5 0-15,-3 0-4 0,-1 8-108 16,0 2 44-16,-3 0 56 16,3 3-76-16,-7 4 36 0,2-4 0 0,2 1-52 15,-1-1 16-15,1 1 0 0,3-2 24 0,-5 5-124 16,-2 3 60-16,3 0 120 0,-3 6-116 15,3-1 72-15,-4 2 48 16,1 0 0-16,3-5 4 0,0-2 44 0,8-4-44 0,0-3 80 16,9-5-12-16,3-11-20 0,8-5 8 15,12-7-60-15,0-11 8 0,13-5 4 16,2-6-12-16,5-7-52 0,5-9-108 0,3-3-48 16,0-8-12-16,7-2 24 15,5 0 64-15,8 0-40 0,-3-6-196 16,2-7-136-16,1 0-276 0,0-2-748 0,-4-1-2316 0,0-9-1977 0</inkml:trace>
  <inkml:trace contextRef="#ctx0" brushRef="#br0" timeOffset="128738.109">24105 13423 6248 0,'0'0'5337'0,"0"0"-3649"0,0 0-100 16,0 0-684-1,0 0-108-15,0 0 248 0,0 0-204 0,0 0-136 16,83-28-204-16,-43 19-108 0,4-5-108 0,0 0 8 0,3 0-184 16,-7-2 148-16,1 4-132 0,-2-4 44 0,-7 6-84 31,-4-2 0-31,0 5-84 15,-9 1-8-15,-2 3 0 0,-10 3-140 0,2 0-44 16,-5 0 8-16,-4 6 24 0,0 4-4 16,0 5 164-16,-4 4 0 0,-9 8-136 15,-2 0-244-15,-5 5 52 0,-4 3-28 0,0 3 84 16,-3 3 28-16,-1 0 120 16,0 1 52-16,-4-1 72 0,0 0 36 15,0 1 124-15,0-1 84 0,-1-3-60 0,2 0 16 0,4-3-32 16,2-3 4-16,5-3 12 0,1-3-24 15,6-5-12-15,6-5-40 0,3 0 52 16,4-4 20-16,7-5 4 0,5-1-88 16,8 1 16-16,4-7 8 0,8 0 40 15,4-3 108-15,7-7-136 0,-2-2 133 16,2-4-265-16,2 0 0 0,-6-4 4 0,5 1-4 0,-4 4-232 16,0-1-49-16,-5-1-179 15,-3 2-224-15,-4 2-100 0,0-3-284 0,-4 7-580 0,-4-1-1248 16,-4 4-2305-16,0-1-2927 0</inkml:trace>
  <inkml:trace contextRef="#ctx0" brushRef="#br0" timeOffset="130895.788">24152 13703 1212 0,'0'0'432'0,"0"0"4996"0,0 0-3988 0,0 0 12 16,0 0-355-16,0 0-121 0,0 0-196 16,0 0-76-16,0 0-20 0,0 0-64 15,80 67-152-15,-52-54-92 0,4-1-12 16,0 1-44-16,4 0-84 0,-1-7-60 16,1-3-104-16,0 0 12 0,0-3-84 15,0-3-76-15,0-4-108 0,-4-2 56 16,3 0-184-16,-3-1 20 0,0 1-44 15,0 0-80-15,-4 2-152 0,0 1-180 16,-4 0-120-16,0 1-360 0,-1-1-617 0,-6 0-1203 0,3 0-2516 16</inkml:trace>
  <inkml:trace contextRef="#ctx0" brushRef="#br0" timeOffset="131259.325">24957 13040 5336 0,'0'0'1340'0,"0"0"1440"0,0 0-1552 0,0 0 145 16,0 0 59-16,0 0-60 0,52 69-192 0,-36-39-364 16,4 3-244-16,-4 3-124 0,3 8-88 15,-2 4-16-15,-2 3-72 0,2 3-28 32,-6 6-168-32,2 0 8 0,-6 1-84 0,-3-1-52 15,0-3 40-15,0-2-112 0,0-8-12 16,1-6 76-16,-5-6-188 0,4-10-36 15,-1-9-208-15,1-3-104 0,0-7-128 0,4-6-132 16,1 0-620-16,2-9-680 0,-3-1-1029 16,8-18-2827-16</inkml:trace>
  <inkml:trace contextRef="#ctx0" brushRef="#br0" timeOffset="131597.265">25559 13153 732 0,'0'0'10601'0,"0"0"-9141"16,0 0-784-16,0 0-296 0,-84 36 384 0,60-23 432 0,1 6-240 0,-5 3-548 16,0 0-408-1,0 0-60-15,8 3-28 0,-5 4-48 0,6-4-4 16,-1 7-72-16,4 0-24 0,0-4-132 0,4 4-44 31,5-6 148-31,7-3 160 0,0-4 104 0,4-5 292 0,7 3-52 0,13-1 160 16,0-7 28-1,8 4-80-15,4-4 40 0,3 1-28 0,1-1-160 16,4-2 96-16,-4 2-136 0,0-3 88 16,-4 4-128-16,-4 0-32 15,0-1-76-15,-4 1-8 0,-5-1-4 0,1-2-64 0,-4 2-124 16,-4-3 68-16,0 0-56 16,-4 1-144-16,0 3-264 0,0-3-212 0,-4-1-200 15,-1 0-532-15,-2-4-952 0,-1 2-2249 0</inkml:trace>
  <inkml:trace contextRef="#ctx0" brushRef="#br0" timeOffset="133355.723">26583 12478 340 0,'0'0'10332'0,"0"0"-8391"0,0 0-881 0,0 0-588 16,0 0 132-16,0 0 592 0,0 0-52 0,76-39-424 16,-44 30-300-16,0-5-200 0,-1 2-72 15,5 3-24-15,-4 0-52 0,0-5-72 0,0 6-8 16,-4-3-76-16,-4 2-88 0,-1 4-124 16,-3-2-152-16,-3-3-272 0,-6 7-256 0,-7-1-560 15,-4 4-1296-15,0 0-2881 0,-8 0 1049 16</inkml:trace>
  <inkml:trace contextRef="#ctx0" brushRef="#br0" timeOffset="133563.608">26559 12678 1656 0,'0'0'2988'15,"0"0"3337"-15,0 0-4553 0,0 0-968 0,0 0-344 0,0 0 56 0,0 0 368 16,0 0-36-16,91-4-364 16,-59-2-284-16,5 0-156 0,2 0-44 15,-3-4-176-15,4 0-184 0,0-3-472 0,-4 4-608 16,-8-1-1396-16,11-5-3733 0</inkml:trace>
  <inkml:trace contextRef="#ctx0" brushRef="#br0" timeOffset="138038.978">28631 11474 3404 0,'0'0'4676'0,"0"0"-1647"0,0 0-1081 31,0 0-624-31,0 0-416 0,-12-73-80 0,4 61 52 0,0 1-72 16,-1 2-192-16,-2 0-148 16,-1 2-100-16,4 4 100 0,-4 0 216 15,-3 0-296-15,-2 3-180 0,-3 0-24 0,-3 3-76 16,-1 7 64-16,-8 2-52 15,4 8-12-15,-8 5-96 16,4 7-8-16,-3 9-8 0,3 6-44 0,-1 11-12 16,6 5 52-16,3 4 0 0,4 6 8 15,8-3 0-15,3-1 4 0,5-2-4 0,4-6 8 16,9-11 128-16,7-5 57 0,8-13 15 16,0-5 20-16,4-6-92 0,4-6-4 15,-4-5-48-15,3-4 24 0,1-6-96 0,0 0 88 16,-4-3-100-16,4-6-4 0,-5-4-168 15,-3-7-104-15,0 1-176 16,0 0-177-16,-8-2-215 0,-4-2-120 0,-8-3-292 16,0 8-960-16,-4-1-2288 0,-8-3-1133 15</inkml:trace>
  <inkml:trace contextRef="#ctx0" brushRef="#br0" timeOffset="138208.223">28300 11884 560 0,'0'0'8112'0,"0"0"-5835"0,0 0-493 0,0 0 24 15,0 0-236-15,0 0-24 16,0 0-200-16,75 16-208 0,-47-10-420 0,0-6-184 16,4 0-272-16,0 0-124 0,-4-3-140 15,4-4-268-15,-4-2-340 0,-4 0-248 16,0-1-172-16,-5 0-604 0,2 1-936 0,-6-1-2209 16,-2 4-1743-16</inkml:trace>
  <inkml:trace contextRef="#ctx0" brushRef="#br0" timeOffset="138358.475">28671 11976 1344 0,'0'0'5352'0,"0"0"-983"0,0 0-2649 0,-21 86-280 0,18-61-16 15,-1 0-32-15,0-3-128 16,4 1-328-16,0-1-676 0,0-4-260 0,0 1-284 0,8-2-344 16,-1-4-312-16,10-1-340 15,7-5-1056-15,-9-1-1553 16,26-9-1443-16</inkml:trace>
  <inkml:trace contextRef="#ctx0" brushRef="#br0" timeOffset="138738.915">29707 11385 2192 0,'0'0'208'0,"0"0"-208"0,0 0 6696 0,-69 80-4243 16,38-45-545-16,-9-1-424 16,0 8-72-16,-8 5-180 0,-3 1-120 0,3 6-376 15,-8 4-196-15,-4 5-148 0,0 3-148 0,-3 5-148 16,-1 4-84-16,-8 8-4 15,0-1-8-15,5 1 0 0,-5 6-12 0,5 0 12 16,-1-1 48-16,3 2 28 0,7-8 8 16,2-3 24-16,4-5-36 0,8-7-72 15,7-10-12-15,6-7-4 0,7-9-32 16,8-6-24-16,4-6 0 0,9-7-88 0,-1-6-412 16,4-7-116-16,0-2-332 0,0-7-440 15,7 0-476-15,-3 0-696 0,4-3-1673 16,5-10-967-16</inkml:trace>
  <inkml:trace contextRef="#ctx0" brushRef="#br0" timeOffset="140795.398">29328 12233 3496 0,'0'0'5432'16,"0"0"-3440"-16,0 0-631 0,0 0-517 15,0 0-28-15,0 0 408 0,0 0-112 16,0 0-264-16,12 82-240 0,-12-47-200 16,0 1-124-16,0 5-48 0,0 3-76 0,0 4-16 0,-4-1-44 15,0 3-100 1,-4 2-12-16,4-5 0 0,-4-2-64 15,4-8-68-15,4-4 56 16,0-7-132-16,0-7-40 0,0-7-88 0,4-2-196 16,4-7-152-16,4 0-96 0,-4-3-268 15,8-3-704-15,-4-7-1245 0,8-9-2675 16</inkml:trace>
  <inkml:trace contextRef="#ctx0" brushRef="#br0" timeOffset="141126.609">29746 12322 3848 0,'0'0'1368'15,"0"0"3828"-15,0 0-3227 0,0 0-873 0,0 0-472 16,0 0-28-16,-95 19-144 0,67-7-148 0,0 1-152 16,-4 7-108-16,0-2-44 0,0 5-64 15,4-4-24-15,1 0 16 0,2 0 72 16,10-3 36-16,-1-4 128 0,8 1-88 0,-4 1 36 15,7-6 0 1,2 2-36-16,3-1 24 0,0 4-12 0,0-3 4 16,3 3-16-16,6-1-4 0,3 1 68 15,4-1 8-15,3 1 64 0,6 0 24 16,-1 0 52-16,7-1-16 0,1-2-112 16,0-1-152-16,0 4 4 0,4-7-8 15,-4 5-4-15,-1-3-48 0,-3 2-16 16,4-1-72-16,-4-3-148 0,0 5-200 0,0-5-460 0,-4 2-492 15,-4-1-996-15,0 3-3061 0</inkml:trace>
  <inkml:trace contextRef="#ctx0" brushRef="#br0" timeOffset="142089.523">31277 11623 1760 0,'0'0'1264'16,"0"0"6889"-16,0 0-6181 0,0 0-992 15,-76 77-44-15,44-49 288 0,-4 4 60 0,-4 9-396 16,-8 7-296-16,1 3-212 0,-5 9-108 15,-8 3 8-15,-4 4-48 0,-3 9 0 16,-9 1 0-16,-4 8-60 0,-4 3-64 16,-3 2 0-16,-9 8 16 0,5 1-40 0,-9 2-84 0,-4 1-24 15,1 6-60-15,-1-3 36 0,4 3-40 16,1-1 40-16,-1-1 48 0,9 1 0 16,3-2-12-16,4-4 12 0,9-2-4 0,3-7 4 15,4-6-84-15,13-7-40 0,3-5 40 16,3-5-12-16,10-5-40 0,-1-3 16 15,8-5-28 1,4 1-60-16,0-6 36 0,4-1 24 16,4-1 40-16,5-5-52 0,3-6-24 15,0-2-52-15,8-8-80 0,0-3-56 0,0-9-48 16,4-3 24-16,0-7-28 0,4-6-288 16,0 0-344-16,3 0-832 0,6-9-368 15,-5 2-1749-15,3-15-739 0</inkml:trace>
  <inkml:trace contextRef="#ctx0" brushRef="#br0" timeOffset="143429.264">30540 13103 6340 0,'0'0'3892'15,"0"0"-1299"-15,0 0-861 16,0 0-636-16,0 0-152 0,75-3 188 0,-43 3-256 16,3 0-360-16,-3 0-304 0,4 0-128 15,-8 0-36-15,0 0 40 0,-8 3-40 16,0 0-44-16,-8 0-4 0,-4 0-124 15,-4 1-84-15,-4 5 12 0,0 0 0 0,-8 8-112 16,-8 4-100-16,-4 5-60 16,-8 3-140-16,-7 2 32 0,3 4 96 0,-4 0 192 15,-1 1 12-15,5-2 112 0,1-2 160 16,4 0 4-16,-1-4 228 0,7 1 148 0,5-7 4 0,4-3-68 16,5-3 12-16,3-3-24 0,4-4-64 15,0-2 0-15,11-1 184 0,10-3-100 0,-2-1-148 31,9 3 52-31,4-5 8 0,0 0-24 0,-1-7-84 0,6 1-24 0,-5 0-64 32,0-7-36-32,0 3-136 0,-4-3-256 15,-5-2-212-15,5-2-300 0,-4-5-608 0,-4 10-2308 16,-1-17-3877-16</inkml:trace>
  <inkml:trace contextRef="#ctx0" brushRef="#br0" timeOffset="143654.789">31117 12983 248 0,'0'0'9412'16,"0"0"-6835"-16,0 0-765 0,0 0-344 15,0 0-324-15,48 92-40 0,-40-58-164 0,-1 8-300 16,-2 2-272-16,-5 4-184 0,0-4-184 0,0 1-44 0,-5-1-188 0,-2-6-320 15,3-6-176-15,4-7-188 0,0-9-292 16,4-3-860 0,3-7-1197-16,17-6-3367 0</inkml:trace>
  <inkml:trace contextRef="#ctx0" brushRef="#br0" timeOffset="143894.68">31468 13078 9852 0,'0'0'2281'0,"0"0"-1385"0,0 0-108 0,-104 12 504 16,72 1-120-16,0 3-288 0,4 4-412 16,1 1-284-16,3 5-104 0,4 2-20 0,8-2-60 15,-1 2 4-15,10-3 140 0,3-2 60 16,0 0 4-16,3-9 60 16,10 5-28-16,-1-5-60 0,8-2-60 0,-5-2-100 15,9 3-24-15,0-7-284 0,4-3-244 16,0-3-4-16,8 0-272 0,4-9-312 0,-1-7-772 15,-2 2-1937 1,10-13-2599-16</inkml:trace>
  <inkml:trace contextRef="#ctx0" brushRef="#br0" timeOffset="144145.84">32022 13014 8476 0,'0'0'4509'0,"0"0"-3605"0,0 0-296 0,-105 83 652 0,66-48 320 16,-1 5-296-16,-4 9-472 0,-3 1-468 16,-2 4-88-16,2 0-60 0,-5 7-48 15,-4 5-52-15,-8 4-96 0,5 3-40 0,-9 6 32 16,4 1-64-16,1-1 60 16,3-2-112-16,0-5-132 0,8-2-64 15,5-10 124-15,2-2 24 0,10-11-60 0,10-6-40 16,6-12 28-16,10-10-128 0,6-7-96 0,3-5-452 15,3-7-500-15,10-2-556 0,2-9-216 0,-2-2-1093 16,15-12-2203-16</inkml:trace>
  <inkml:trace contextRef="#ctx0" brushRef="#br0" timeOffset="144391.745">31460 13823 7584 0,'0'0'2876'0,"0"0"-1283"0,0 0-313 15,0 80 128-15,0-42 16 0,0 4-300 0,0 5-368 16,-5 4-260-16,1 7-92 0,1-2-192 0,-5 1-104 16,4 3-104-16,-5-6 44 15,5 1-48 1,1-8-12-16,3-3-48 0,0-9-112 0,0-5-256 0,7-9-180 15,6-8-60-15,7-6-68 0,-1-7-608 16,9-16-976-16,-7 3-1949 0,18-29-2767 0</inkml:trace>
  <inkml:trace contextRef="#ctx0" brushRef="#br0" timeOffset="144699.278">32054 13977 10556 0,'0'0'2149'16,"0"0"-1117"-16,0 0 220 0,0 0 12 0,-88 59-256 0,64-40-424 0,-4 0-536 16,-4 4-48-16,4-1-184 0,0 0 36 15,-4 3-152-15,0 0-124 0,0 5-60 16,4-5 52-16,0 0 168 0,9-2 264 0,-1-8 152 16,8-2 200-16,4-7-36 15,4 1-16-15,4-3-152 0,0 1-84 16,12-2 120-16,4 3 104 0,4 1 44 0,12 3 64 0,0-3-12 15,3-1 60-15,6 0 60 0,-2 0-28 32,1-3-208-32,-4 1-224 0,-1 2-44 0,-3 0-4 15,-4-2-4-15,0 2-64 0,-4 0-332 16,-4-3-308-16,0 4-248 0,0-4-528 16,-8 3-2528-16,8 0-4477 0</inkml:trace>
  <inkml:trace contextRef="#ctx0" brushRef="#br0" timeOffset="147536.183">28551 10753 2008 0,'0'0'420'0,"0"0"-420"0,0 0 2592 0,0 0 256 15,0 0-956 1,0 0-563-16,-92-6-157 0,72 6-24 15,-3 0-320-15,-1 0-272 16,-4 3-252-16,0 0-92 0,-8 8-60 0,0 1 24 0,-8 4-52 0,-3 6 40 16,-5 3 12-16,-4 7 68 0,-4 3 104 15,0 6-48-15,-4 4-212 0,5 6-84 0,-5-1-4 32,0 7-100-32,8 0-100 0,1 4-52 0,7-4-20 0,5 3 180 15,6 1 80-15,10-4 8 0,7 4 4 0,-1 5 48 16,10 0-32-1,3 7-4-15,4 4 72 0,-1 5-80 16,5 4-4-16,0 0 0 0,5 5 0 0,3 2 0 16,4-1 28-16,4 0-16 0,3 0-12 15,5-6 0-15,4-4-96 16,4-6 4-16,8-5 16 0,0-12-76 0,4-4 64 0,8-8-8 16,4-5 96-16,3-11 0 15,9-6 0-15,7-6 4 0,5-8 200 0,8-11 212 0,4 0-92 16,3-11-148-16,1-1-176 15,-1-7-128-15,1 0 4 0,0 0-200 0,-9-3-132 16,1-4-60-16,-5 4 0 0,-3-6 188 16,-8 2 152-16,0-6 88 0,-5 1-40 15,-7-4 12-15,4-4 36 0,-8 2 80 16,0-5 128-16,-5 1 100 0,-3 0-52 0,0-5-12 0,0-4 28 16,-9 3 8-16,6-7 68 15,-10-3-120-15,5-4-44 0,-8-2-16 0,0 0 72 16,0-5-32-16,-8-1 96 0,0-1-32 0,-5 0 132 15,-6 0-88-15,-6 0-172 32,-3 3-64-32,-4 4-200 0,0-3-60 0,-4 2 108 15,-7 1 140-15,-6 0-168 0,-3 2 128 0,-3-3 52 16,-9 3 48-16,-5 5-48 0,-6 2 52 16,-4 0 76-16,-5 4-120 0,-4 4-8 15,-4 5-160-15,-4 3-52 0,0 10 36 16,-3 2 28-16,-5 5 72 0,0 4 0 15,1 5 64-15,-2 5 8 0,-2 1-60 0,4 6-12 16,-5 2-276-16,0 12 12 0,4-2-436 0,1 8-344 16,7 5-484-16,12-6-1153 0,-20 13-2007 0</inkml:trace>
  <inkml:trace contextRef="#ctx0" brushRef="#br0" timeOffset="149561.751">29990 9804 1160 0,'0'0'640'0,"0"0"-300"15,0 0 180-15,0 0 1372 0,0 0 436 0,0 0-1144 16,0 0-548-16,0 0-80 0,0 0 0 0,0 0 64 15,0 0-39-15,56-22-141 16,-49 15-172-16,-3 7-204 0,4-6 12 16,-8 6-68-16,4 0 72 0,-4 0-32 0,0-3-40 15,0 3 4-15,0 0 40 0,0 0 88 0,0 0 116 16,0 0-28-16,0 0-72 0,0 0-80 16,0 0-12-16,0 0-64 0,0 0-8 15,0 0-44-15,0 0 0 0,0 0-48 16,0 0 24-16,0 0 12 0,0 0 52 0,0 0 8 15,0 0 4-15,0 0 0 0,0 0 0 16,0 0-4 0,0 0-8-16,0 0-140 0,0 0-428 0,0 0-136 0,0 0-149 15,0 3-367-15,0-3-856 0,-4 3-932 16,-4-3-84-16,20-6 2256 0</inkml:trace>
  <inkml:trace contextRef="#ctx0" brushRef="#br1" timeOffset="167743.557">29093 10013 5460 0,'0'0'2600'16,"0"0"104"-16,0 0-1111 0,0 0-85 15,0 0 32-15,0 0-144 0,0 0-452 16,0 0-596-16,0 55-116 0,4-30-96 16,-4 4-24-16,4 6-48 0,-4 7-64 0,0 5-60 15,0 0 48-15,0 4 0 0,-8-1 4 0,0-8-4 16,4-2 12-16,-4-7-52 0,0-8-32 16,4-2-264-16,-4-8-368 0,0-5-84 15,-4-4-68-15,4-6-684 0,-4 0-1208 16,4-3-2105-16,1-6-1419 0</inkml:trace>
  <inkml:trace contextRef="#ctx0" brushRef="#br1" timeOffset="167919.807">28890 10407 2720 0,'0'0'224'0,"0"0"232"0,0 0 3616 0,0 0-2580 0,0 0-224 16,0 0-95-16,0 0 7 0,0 0-200 16,-44 74-128-16,48-46-120 0,4 0-152 0,3 4-104 15,2-2-48-15,-1-3-104 0,4-4-100 16,-1-1-100-16,6-10 40 15,-1 1-80-15,3-6 44 0,1-7-116 0,4 0-4 16,0-3 28-16,4-7-36 0,0-6-112 16,0-7-460-16,0-2-504 0,3-2-488 15,-3-6-1116-15,0 8-2941 0</inkml:trace>
  <inkml:trace contextRef="#ctx0" brushRef="#br1" timeOffset="168221.149">29623 9331 732 0,'0'0'9740'0,"0"0"-7339"15,0 0-1305-15,0 0-236 0,0 0-76 0,0 0 232 16,0 0-44-16,12 82-244 16,-12-40-392-16,0 6-80 0,0 6-72 0,-4 2-108 15,-4 7-76-15,-8 1-160 0,0-3-76 0,4-5-72 16,0-7-96-16,4-11-180 0,8-10 24 16,0-12-112-16,0-5-616 0,0-9-1216 0,4-2-1893 15,0-7-1955-15</inkml:trace>
  <inkml:trace contextRef="#ctx0" brushRef="#br1" timeOffset="168458.277">29615 9503 5168 0,'0'0'1160'16,"0"0"3513"-16,0 0-3465 0,0 0-492 0,0 0 316 15,0 0-20-15,76-64-256 0,-52 64-200 0,0 0-232 16,-1 0 24-16,1 4-36 15,-8 4-112-15,0 3-116 0,-8-2-32 0,-8 3 20 0,0 1 28 16,0 3-100-16,-16 6 0 16,-4-3-40-16,-8 7-196 0,0-4-272 0,1 1-28 15,-1-4 68-15,8-7 104 0,4-5-104 16,8-5-240-16,4-2-268 0,-4 0-416 16,4 0-565-16,0-7-51 0,-1 1-2092 15,5-2 1272-15</inkml:trace>
  <inkml:trace contextRef="#ctx0" brushRef="#br1" timeOffset="168738.618">29898 9457 3368 0,'0'0'328'0,"0"0"3888"0,0 0-1872 16,0 0-643-16,0 0-129 0,0 0-340 15,0 0-240-15,0 0-284 0,0 0-184 0,68 71-264 16,-68-55-212-16,0 0 4 0,-4 3-32 15,-4 1-20-15,-5-2-212 16,6 4-284-16,-1-6 16 0,-1-3 164 0,5 0 116 16,4-7 112-16,0-3 88 0,0-3 40 15,4 0 108-15,5 0 92 0,3-3 0 0,4-8-112 16,-1 3-40-16,6-9-88 0,-2-2-52 0,5 0-24 16,0-2-176-16,4-2-240 0,0-2-276 15,0 3-104-15,-5-1-620 0,5 5-1381 16,-7 1-2663-16,-5 4 1493 0</inkml:trace>
  <inkml:trace contextRef="#ctx0" brushRef="#br1" timeOffset="169131.571">30284 9490 1772 0,'0'0'1176'0,"0"0"-748"0,0 0 44 0,0 0 3916 16,0 0-2420-16,0 0-1011 0,0 0-393 15,0 0 220-15,0 0-108 0,0 0-76 0,24 50-308 16,-20-43-216-16,5-1-16 16,-6 1 4-16,1-4-60 0,0 0 72 15,-4 0 40-15,4 0 8 0,-4-3 4 16,4 3-52-16,-4-3-68 0,0 4 56 0,4-1-60 16,0 0-4-16,4 0-8 0,-4 1 8 15,4 3-112-15,0-5 112 0,0 1-8 0,4 0 0 0,-1 0-68 16,2-3-76-16,-1 0-176 0,4 0-220 31,-4-6-60-31,-1-4-84 0,2-2-28 0,2-1 28 16,-2-3 83-16,-6 0 105 0,5-3 312 15,-3 4 192-15,-2-1 244 0,-7 3 336 16,0 3 81-16,0 1 175 0,-7-1-56 0,-2 4-116 16,-3 3-220-16,1-1-76 0,-2 4-368 15,-2 0-68-15,-2 7-196 0,2 3-4 16,-1-2-116-16,4 6 80 0,-1-2-312 0,6-2-1105 15,-1 0-1415-15,4-4-3020 0</inkml:trace>
  <inkml:trace contextRef="#ctx0" brushRef="#br1" timeOffset="169359.297">30647 9515 3316 0,'0'0'104'15,"0"0"3064"-15,0 0 1201 0,11 86-2521 0,-2-58-408 16,-5 11-176-16,0 2-408 16,0 3-196-16,-4 7-264 0,0 7-256 0,0 2-80 15,0 0-60-15,-4-3-100 0,-4-6 92 16,4-7 4-16,4-9-44 0,-5-5-40 16,5-9 12-16,-4-9 28 0,4-1-128 15,-7-8-496-15,3-3-220 0,-8-3-412 16,0-14-1764-16,4 2-3137 0,-4-20 1274 15</inkml:trace>
  <inkml:trace contextRef="#ctx0" brushRef="#br1" timeOffset="169525.545">30615 9306 6536 0,'0'0'3948'0,"0"0"-1611"0,0 0-657 0,0 0-180 16,80-3-88-16,-65 3-620 0,2 0-472 0,-2 0-320 31,2 0-188-31,2 0-120 0,-3 3-520 16,-4 0-1192-16,8 3-3321 0</inkml:trace>
  <inkml:trace contextRef="#ctx0" brushRef="#br1" timeOffset="169838.393">31281 9540 2904 0,'0'0'4304'0,"0"0"-2412"16,0 0-1152-16,0 0 148 0,0 0 349 0,-92 39-317 15,72-24-472-15,-1 1-372 0,14 0-76 16,-1-3-76-16,8-1-64 0,0 1 24 15,0-1-176-15,4 2 140 0,7-1 136 0,-2-4 16 16,3 1 52-16,-1 2 228 16,2-2-12-16,-5-1 12 0,-1 1 52 15,2 2 76-15,-5-2 60 0,-4-1-152 0,0 4-64 16,-9 0-88-16,-2-1-164 16,-5 2-64-16,0-3-464 0,-5 0-664 0,10-3-496 15,-1-3-957-15,4-3-2327 0</inkml:trace>
  <inkml:trace contextRef="#ctx0" brushRef="#br1" timeOffset="170073.647">31519 9651 4380 0,'0'0'1384'0,"0"0"2328"0,0 0-1211 0,-8 86-241 16,4-51-140-16,1 6-580 0,-1 3-428 15,-4 8-352-15,-5 2-296 0,-2 3-220 16,-5-1-204-16,-4 5-40 0,-1-4-60 16,6-5-88-16,7-5-60 0,0-6-12 15,4-9-96-15,8-4-236 0,0-9-212 0,0-6-216 16,12-3-408-16,4-10-696 16,4 0-1809-16,-4-7-2447 0,12-15 2828 0</inkml:trace>
  <inkml:trace contextRef="#ctx0" brushRef="#br1" timeOffset="170323.473">31515 9681 5684 0,'0'0'5685'0,"0"0"-4017"16,0 0-1324-16,0 0-104 0,0 0 852 0,0 0 696 16,96-57-508-16,-68 53-808 0,3 4-468 0,-3 0 8 15,4 6 184-15,-4 4 52 16,0 5-88-1,-8 2-12-15,-4-2 12 0,-4 5-52 0,-4-1-108 0,-8-1-44 16,0 5-104-16,-16-1 136 16,-7 4 0-16,-14-1-160 0,-3 3-12 15,-7 1-12-15,-9-4-76 0,0-3-148 0,-4-3-288 16,1-3-596-16,11-6-1892 16,-15-3-6605-16</inkml:trace>
  <inkml:trace contextRef="#ctx0" brushRef="#br1" timeOffset="171426.01">30424 14662 1368 0,'0'0'7624'16,"0"0"-5283"-16,0 0-1137 0,-20 82-324 0,12-47-16 0,4 0 248 0,0 0-204 15,0-5-308-15,4-2-288 16,0-3-188-16,4-3-112 0,4-6 160 0,3-3-8 15,6-5 20-15,-2-1-24 0,6-7-12 16,-5 4-36-16,3-4 12 16,-2-4-24-16,2 2-28 0,-3-5-64 0,5 4-8 15,-6-4-72-15,1 5 8 0,4-3-84 0,0 5-100 16,4 0-148-16,4 0 136 0,-5 5 136 0,5 1 12 16,0 2 12-16,-4 3 92 0,0 1 0 15,0 1-52-15,-8 0 48 16,-1-1-4-16,-2 4 16 0,-5 0 100 0,-4-3 88 15,-1 2 0-15,2 2-28 0,-5-5 76 16,0 1-88-16,4-4-148 16,-4-2 0-16,4-5-88 0,0 3-32 15,0-5 120-15,7 0 88 16,2-7-88-16,6-2-248 0,5-5-12 0,0-1-76 16,4-5-24-16,4 8-52 15,-4-4 80-15,0 6 68 0,-4 1 40 0,-1 6-16 16,-2 0 24-16,-6 3 16 0,5 0 84 15,-3 0 40-15,-2 6-12 0,5 1 76 0,-4 0-64 0,4-2-268 16,0 1-240-16,4-6-16 0,0 0 204 16,0 0 0-16,4-3-336 15,4-5-893-15,-8-3-879 0,15-8-816 0</inkml:trace>
  <inkml:trace contextRef="#ctx0" brushRef="#br1" timeOffset="183051.712">30686 15704 104 0,'0'0'2152'16,"0"0"-1708"-16,0 0-312 0,0 0-124 0,0 0 200 0,0 0 1708 16,0 0-692-1,0 0-212-15,0 0-296 0,0 0-92 0,-11-23 88 0,11 21-12 32,-4 2-80-32,0 0 25 0,4 0-81 0,-4-5-152 0,4 5-68 15,0 0 0-15,-5 0-24 0,1 0-40 0,1-2-36 0,-1 2 8 31,-4 0-60-31,-5 0 8 0,2 2-72 16,-5 8-128-16,4 6 0 0,-4 7 0 16,4 5 4-16,-4 7 72 0,4 3 28 0,4 3-100 0,-3 0-4 15,7-5-52-15,4-5-12 16,0-6-100-16,4-8 124 16,3-5 40-16,14-6 0 0,-2-2-100 0,9-4-216 15,0-4-220-15,4-5 76 0,-4-7 16 16,-4 0-32-16,0-3 156 0,-12 0 140 15,-1 3 172-15,-2 4 16 0,-5-2 124 16,-4 8 36-16,0-2 64 0,0 1-28 16,0 3 52-16,0-2 116 0,0 6-68 0,-4-2-60 15,-1 2-40-15,1 0-156 0,-4 8-40 0,5 14-4 0,-5 7 112 16,4 13-104-16,-5 5 220 16,2 7 44-16,-1 7-100 0,0-1 4 15,-1 0-80-15,6 1 0 0,-1-8 40 16,4 1 200-16,-4-5 64 0,4-5-104 15,-4-6-188-15,4-3-84 16,0-10-28-16,0 0-12 0,0-9-128 16,4 1-36-16,0-9-228 15,3-4-324-15,6-4-160 0,-5-4-364 0,7-8-841 16,-2-1-1043-16,6-15-1940 0</inkml:trace>
  <inkml:trace contextRef="#ctx0" brushRef="#br1" timeOffset="183456.73">31013 15735 1956 0,'0'0'808'0,"0"0"1488"0,0 0 112 15,0 0-916-15,0 0 148 0,17 83-299 0,-17-58-153 0,0 0-296 16,0 5-260-16,-5-5-252 15,-3 3-128-15,1-6-88 0,-1 1-120 16,4-8-44-16,4-2-76 16,-5-7 64-16,5 1-100 15,0-7-28-15,0 0 16 0,5 0 120 0,3 0 0 0,3-7-180 16,6-2-160-16,2-7-316 0,5-3-52 0,-4-6 240 16,0 2-376-16,4 4 244 0,-8 0 219 15,-4 6 305-15,-1 10 32 16,-2 3 48-16,-1 0 152 0,-1 3 685 0,-3 8-209 15,5 0-164-15,-9 6-148 0,4-1 16 16,-4-2-24-16,0 7-92 16,0-2-76-16,-4 0-40 0,-5-1-100 15,5-2-76-15,1-3-52 0,-1-3-164 16,4-3-512-16,0-5-516 0,0 1-613 16,4-3-1067-16,3 0-1760 15,6-10 3184-15</inkml:trace>
  <inkml:trace contextRef="#ctx0" brushRef="#br1" timeOffset="183818.57">31451 15837 3472 0,'0'0'1240'16,"0"0"1836"-16,0 0-1808 0,0 0-116 31,0 0 73-31,0 0-121 0,-7 75 32 16,3-56-248-16,-4 1-384 0,3-4-200 0,5 0-240 15,-4-3-24-15,4-4-40 0,0 1-88 0,0-4-12 16,4-3 24-16,5 0-12 16,-1-3-164-16,-1 0-40 0,6 0-112 0,-5 0-116 0,3-3 8 0,-2-3 92 15,3-4 76 1,-5 4-108-16,1-7 144 0,1 4-24 0,-2-4-237 16,1 0-63-1,-4 3 220-15,-4 1 20 0,0 0 292 0,0 2 100 16,0-3 64-16,-4 5 12 0,-4-6-36 0,5 5 272 15,-5 3-28-15,-5-2 36 16,2 0-48-16,-6 3-28 0,6 2-75 0,-6 0-117 16,2 0-52-16,-2 2-88 15,6 3-209-15,3 0-67 0,-1 2-668 16,2 0-696-16,3-1-1068 0,4-4-1740 0</inkml:trace>
  <inkml:trace contextRef="#ctx0" brushRef="#br1" timeOffset="184189.126">31906 15383 3192 0,'0'0'12'0,"0"0"4168"0,-12 66-2312 15,7-34-216-15,2 10-119 0,-1 1-413 16,-4 6-92-16,0 4-180 0,0 5-184 15,-4-5-160-15,0 1-304 16,9-3-112-16,-2-6-84 0,5-11 156 0,0-5-108 16,5-10-52-16,2-3-8 0,5-6-144 15,-4-4-296-15,4-3-344 0,-4-3-444 0,-4-3-740 0,3-7-1921 0,-7 1-1679 16,0-10 2628 0</inkml:trace>
  <inkml:trace contextRef="#ctx0" brushRef="#br1" timeOffset="184788.68">31726 15777 364 0,'0'0'1696'16,"0"0"2472"-16,0 0-1068 0,0 0-1239 0,0 0-629 16,0 0-324-16,0 0-400 0,0 0-176 15,0 0 148-15,0 0 76 0,60 9 312 0,-28-4-556 0,-4 0-312 0,4-5-88 32,0 0-304-32,3-5-500 0,6 0-248 15,-5-2-544-15,-1-2-793 16,1 0-415-16,-8 2-156 0,0 4 728 0,-13 3 936 15,2 0 1384-15,-13 3 120 0,0 6 1260 16,-4 5 252-16,0-2 1284 16,-4 4-808-16,-4 0-372 0,-5 3-123 0,2 0-257 0,-1 1-132 15,0-1-176-15,0-5-280 0,4 0-304 16,0-2-200-16,8-6-264 0,0 1-116 16,0-4-108-16,0-1 56 0,4-2 4 0,8 0 64 15,4 0-224-15,4-2-396 0,8-8-524 16,-4-3-276-16,4 1-293 0,-5 2-51 15,1 1 592-15,-3 7 256 0,-6-3 652 0,-3 5 144 16,-4 0 220-16,0 0 580 0,-4 0 720 0,-4 0 104 16,4 5-60-16,-4-3-555 0,0 2-225 15,0-4-268-15,0 2-64 16,4 1-164-16,-4 0-60 0,4 1 228 0,4-1-120 16,0 4-112-16,4-2-4 0,0 2 0 15,4-1-4 1,-4 4 4-16,8 3-4 0,-8 0-12 15,3 3-112-15,2-1 128 0,-1 4 256 0,-1 0-52 0,-3 0 40 16,1 0 12-16,-6 3 76 0,1-2-68 16,1 2-20-1,-9 0 32-15,3 1-112 0,-3 2 80 0,0-3-96 16,-3 3 16-16,-6 0 52 0,-3-2 72 16,-4 3 40-16,4-5 76 0,-3 2-80 0,2-7-124 0,6 0 12 0,-1-10-12 31,3 0-52-31,1-3-12 0,4-3 24 0,0 0 4 15,0-3-164-15,4-6-12 0,5-10-320 16,2-7 96-16,10-8-224 0,-2-8-76 0,9-2-296 0,0 3 64 16,0-1-84-16,0 0-192 15,0 4-961 1,0 7-2407-16,-8 6-1660 0</inkml:trace>
  <inkml:trace contextRef="#ctx0" brushRef="#br1" timeOffset="185305.019">32894 15956 484 0,'0'0'1408'16,"0"0"-912"-16,0 0-300 0,0 0-184 0,0 0 92 15,0 0 0-15,0 0-96 0,0 0 60 16,0 0 1444-16,0 0-340 0,16-18-108 0,-16 18-76 16,0 0 12-16,0 0 0 0,0 0-84 15,4 0-15-15,-4 0-157 0,0 0-76 16,0 0-184-16,0 0-204 0,0 0-180 15,0 4-36-15,0-4 64 0,4 2-116 0,-4 2-8 16,0-1 164-16,0 2-28 0,4 2-16 0,-4 3 80 16,0 3 236-16,0 3 92 0,0 3-68 15,0 0-84-15,0 3-108 0,0 0-60 16,0 0-24-16,0-2-176 0,0-4 108 16,0-2-116-16,0 3-4 0,0-7 40 15,0-1-40 1,4 1-76-16,0-4 68 0,-1 1-68 15,1-1 76-15,1-3 0 0,-1 0 64 0,0 0-56 16,0 0-8-16,-4 1-4 16,4-4-60-16,-4 3 60 0,3 0 4 0,-3 0 4 15,4 0-4-15,-4-3-8 0,0 3 8 0,0 1 0 0,5-4 0 16,-5 0 0-16,0 0 12 16,0 0 40-16,0 0-4 0,0 0 4 0,0 0 32 15,0 0-8-15,0 0 0 0,0 0-28 31,0 0-36-31,0 0 0 0,0 0-12 0,0 0-104 0,4-4-380 0,-4-2-28 16,4-3 8-16,0-1-212 0,0-6-132 16,3-3-344-16,-7 0-692 0,4-3-1053 15,1 0-2243 1</inkml:trace>
  <inkml:trace contextRef="#ctx0" brushRef="#br1" timeOffset="185966.582">30750 17376 5016 0,'0'0'6685'0,"0"0"-5305"15,0 0-676-15,0 0-260 0,0 0 440 0,-23-64 400 16,19 56-360-16,-5-3-256 0,5 9-460 15,1-2 40-15,-1 4 12 16,0 0-4-16,-4 6-96 0,-1 5-72 0,2 4-28 16,-1 4-56-16,-5 4 48 0,6-1-48 15,3 0-4-15,4-10-8 0,0-2-116 16,0-3-12-16,4-4 4 0,3-3 132 0,10 0 0 16,3-3-36-16,-1-10-100 0,9-3 0 15,-3-3-36-15,2 0-36 16,-2-3-52-16,-2 6 72 0,-3 4-20 0,-5 1-52 0,2 9 48 0,-6 2 36 15,-2 0 116-15,-1 8 60 16,0 6 260-16,-1 2 124 0,-2 3-124 16,3 3-96-16,-4-3-16 0,0 0-148 15,3-3 0-15,2-4-124 16,3-2 0-16,-1-7-136 0,9-3-612 0,4-3-676 0,1-9-1004 16,2-8-2133-1,-3 1-1603-15</inkml:trace>
  <inkml:trace contextRef="#ctx0" brushRef="#br1" timeOffset="186139.99">31356 17145 10052 0,'0'0'2333'0,"0"0"-1285"15,0 0 284-15,0 0 404 16,-60 82-184-16,48-60-492 0,0 1-408 16,4-4-336-16,4-4-132 0,4 2-184 0,0-9-84 15,0 3-64-15,4-5-180 0,13-3-176 16,-2-3 84-16,5-6-172 0,8-10-236 15,0-7-488-15,0-2-1032 0,4-7-1605 0,0-2-763 16,-4 8-311-16</inkml:trace>
  <inkml:trace contextRef="#ctx0" brushRef="#br1" timeOffset="186322.234">31715 16621 3916 0,'0'0'64'15,"0"0"5996"-15,0 0-3523 0,-41 70-869 16,26-30-68-16,-2 12 16 0,6 2-284 0,-5 2-116 15,4 5-240-15,0 0-296 0,5-1-287 0,-6-6-225 16,5-7-168-16,4-6-92 0,4-6-176 16,0-8-205-16,4-8 81 0,4-7 40 15,5-5-184-15,-6-5-104 16,1 2-440-16,-4-4-756 0,-4-6-880 16,0-5-2701-16,0 5-2271 0,-4-10 7452 0</inkml:trace>
  <inkml:trace contextRef="#ctx0" brushRef="#br1" timeOffset="186839.165">31448 17145 1748 0,'0'0'912'0,"0"0"3920"0,0 0-2524 0,0 0-539 16,0 0-145-16,0 0-252 16,0 0-512-16,0 0-284 0,0 0-8 15,0 0 16-15,84-3-212 0,-45-4-160 16,1-5-212-16,8-7-620 0,0-1-408 16,-1-2-280-16,5-3-280 0,0 6-372 0,-4 0-393 15,-9 6 185-15,-3 3-96 0,-4 10 1052 16,-8 0 1212-16,-4 7 1796 15,-8 5 688-15,0 1-124 0,-4 3-439 0,0-3-485 0,-4 2-308 32,0 5-116-32,0-1-40 0,0 0-224 0,-4 0-140 15,0 3-52-15,4-3 48 16,-4 0-76-16,4 0-196 0,-4-3-284 0,4-3-48 16,0-1-12-16,0-2-48 0,-1-1-28 15,10-5-72-15,-1-1-220 0,8-3-236 0,0-3-100 16,7-7-152-16,-3 4-24 15,0-3 312-15,-3 2 368 0,2 4 96 0,-7 3 116 0,0 0 40 16,0 0 412-16,-4 0 216 0,-4 0 56 16,0 0 60-16,0 6-44 0,-1-2-220 15,2-2-252-15,-1 1-180 0,0 1-80 16,-1-1 4-16,6-3 36 0,-2 0 12 16,2 0-60-16,2 0-92 0,2-3-180 0,2-1-96 0,-2 1 136 15,2 3 84-15,-3-2 24 0,-4 2-124 16,0 0-372-16,0 0-228 0,0 0-144 15,-4-4-220-15,0 4-188 0,0 0 4 16,-5-3 415-16,6 0 725 0,-9 3 256 16,4 0 709-16,-4 0 731 0,0 0 328 0,0 0 124 15,0 0-232 1,0 0-328-16,0 0-312 0,0 0-156 16,-4 0-208-16,-5 0-399 0,2 0-257 0,-5-7-741 15,0 1-359-15,0-1-1360 16,-12 1-5941-16,104 32-787 0</inkml:trace>
  <inkml:trace contextRef="#ctx0" brushRef="#br1" timeOffset="190715.719">21654 14195 5132 0,'0'0'5965'0,"0"0"-4925"16,0 0-440-16,0 0-52 0,0 0 332 16,0 0 432-16,0 0 44 0,0 0-312 0,0-56-364 15,0 56-212-15,-4 0-88 0,4 5 0 16,-7 11 12-16,-2 7 0 0,-7 12-88 15,0 12-72-15,-7 6-52 0,-1 8-56 16,-4 6-124-16,0 3-52 0,-4 0-104 16,4-1-64-16,4-6-72 0,5-2-160 0,2-16 48 15,9-7 0-15,5-16-76 0,3-6-172 32,7-9-588-32,10-7-756 0,2-3-392 0,-6-8-1765 15,15-17-1555-15</inkml:trace>
  <inkml:trace contextRef="#ctx0" brushRef="#br1" timeOffset="190900.625">21834 14360 5244 0,'0'0'5841'16,"0"0"-4377"-16,0 0-720 0,0 0-364 0,0 0 64 0,0 0 492 0,-53 76 288 0,29-35-352 16,-8 7-388-16,1 10-224 0,-5 5-148 0,-7 7-100 15,-6 10-12-15,2-2-48 16,-5 2-140-16,0-4-120 0,1-6-28 15,6-4-248-15,6-8-400 0,7-10-748 16,8-13-1485-16,-4 6-3707 0</inkml:trace>
  <inkml:trace contextRef="#ctx0" brushRef="#br1" timeOffset="191833.534">18125 15561 5016 0,'0'0'2368'16,"0"0"-372"-16,0 0-716 15,0 0-235-15,-21-70-33 0,9 58-160 16,4-2 64-16,-3 4 80 15,-2 1-64-15,1 3-132 0,1-1-204 0,-6 4-204 16,2 3 4-16,-5 0-124 0,-1 0 24 16,-2 7-76-16,-5 5-124 0,-4 7-44 0,1 4-48 0,-1 5 0 15,-5 11-4-15,5 8 0 0,4 7-8 16,5 13 8-16,3 3 4 0,3 2 8 16,14 8 48-16,3-4 12 0,3-7-60 15,10-1 48-15,2-11-48 16,10-10 0-16,-5-8-4 0,8-8 40 0,-4-10 40 15,3-4-76-15,1-7 120 0,0-7-20 16,0-3-16-16,-4-3-8 0,0-7-88 16,-1-7 0-16,-2-4-244 0,-5-2-136 0,-1-5-248 15,-7 0-268-15,1-1-260 16,-5 4-752-16,-4-4-684 0,-4 7-2001 16,-9 2-863-16</inkml:trace>
  <inkml:trace contextRef="#ctx0" brushRef="#br1" timeOffset="191999.313">17766 16030 888 0,'0'0'9032'0,"0"0"-7395"16,0 0-305-16,0 0-312 0,0 0 8 0,0 0 104 16,0 0-204-16,0 0-260 15,0 0 40-15,35 16-56 0,-7-10-124 0,4 1-236 16,-4-4-108-16,8-3-160 0,-4 0-24 16,0 0-60-16,3-10-24 0,1-2-164 15,1-4-536-15,-6 0-104 0,1-3-216 0,-9 3-568 16,2 4-804-16,-9-1-1553 0,-8 7-875 15</inkml:trace>
  <inkml:trace contextRef="#ctx0" brushRef="#br1" timeOffset="192135.069">18180 16030 1592 0,'0'0'7804'15,"0"0"-5767"-15,0 0-869 0,0 0-440 0,-36 82-16 16,32-63 188-16,-4 1 44 16,8-1-176-16,0 0-360 0,0-3-408 0,0-3-100 15,8-1-184-15,4-2-308 0,0-7-364 16,7-3-156-1,2-6-828-15,3-13-2329 0,-4 3-2819 16,7-19 6369-16</inkml:trace>
  <inkml:trace contextRef="#ctx0" brushRef="#br1" timeOffset="192519.418">19259 15147 2540 0,'0'0'9237'15,"0"0"-7869"-15,0 0-932 0,0 0 44 16,0 0 408-16,-67 83 384 0,47-51-272 0,-4 3-456 0,-4 9-248 0,-3 11-120 0,-1-2 8 16,-4 14-84-16,-5 3-52 15,-6 9 40-15,-5 10-88 0,-8 3 0 0,-3 6-12 31,-9 7-176-31,0 0 176 0,-3 3-148 0,-2 3 116 16,2 3 44-16,0-3 48 16,2-3 40-16,10 1-84 0,3-7 0 0,4-8 8 15,13-5 72-15,3-13-32 0,12-9-40 0,8-10-12 16,4-6-4-16,4-13-4 0,8-3-128 16,4-10-124-16,0-6 0 0,0-3-124 15,0-6 12-15,0 0 124 0,0-8-40 0,4-2-656 16,-4 0 112-16,4 0-296 0,-1-6-84 0,6-10-393 15,-1-3-891-15,-4 1-2028 0,0-14 1552 16</inkml:trace>
  <inkml:trace contextRef="#ctx0" brushRef="#br1" timeOffset="193303.754">18638 16627 3876 0,'0'0'8261'15,"0"0"-6285"-15,0 0-912 0,0 0-536 16,0 0-192-16,0 0-116 0,0 0 352 16,0 0 348-16,108-22-436 0,-57 10-176 0,1-1-112 15,0 0-196-15,-8 0 0 16,-9 4-112-16,-3 6 100 15,-11-1-36-15,-5 4-40 0,-8 7 88 0,-4 4 128 16,-4 13 56-16,-12 4-184 0,-8 13-8 0,-4 8-4 16,-4 1-84-16,-4 4 32 15,-4 0 64-15,4 0-12 0,0-6 8 16,1-1-8-16,3-9 12 0,3-2 60 0,6-9 12 16,7-4 28-16,8-7-100 15,4 0-4-15,4-4 4 0,12 1 60 0,3 3 236 16,9-3-16-16,0-4 76 0,8-3 48 15,-8-2-208-15,4-4-152 0,-4 0-44 0,-4-10 0 16,0-3-60-16,-5 1-40 0,2-7-376 16,-10-3-124-16,2-5-396 0,-9 0-472 15,-4-5-948-15,0 3-2885 0,-4 10-3375 0</inkml:trace>
  <inkml:trace contextRef="#ctx0" brushRef="#br1" timeOffset="193459.793">18626 16961 4832 0,'0'0'5636'0,"0"0"-4543"0,0 0-721 0,0 0 180 0,0 0 396 16,0 0 204-16,100 41 8 0,-52-41-440 15,-1-13-360-15,5-6-236 16,4-3-124-16,-5-7-156 0,-2 1-1264 0,-10 2-952 0,10-9-3045 0</inkml:trace>
  <inkml:trace contextRef="#ctx0" brushRef="#br1" timeOffset="194938.02">16757 15700 3548 0,'0'0'1132'16,"0"0"2320"-16,0 0-2688 0,0 0-76 15,0 0 164-15,0 0 89 0,0 0-17 0,0 0-28 0,-84 12-156 0,69-1-260 16,-1 1-112-16,0 4-80 0,0 3 4 0,-4 7 20 16,4 2-36-16,-3 4-24 15,2 10-36-15,1 2-52 0,4 6-16 32,5 7-36-32,-1 10 52 0,3 6 24 0,5 3-132 0,0 10-52 15,5 3-4-15,7 2 0 16,-1-1-48-16,9 1-40 0,4-1 80 0,4-8-144 0,4 1 40 15,4-7-48-15,7 0-4 16,2-6-20-16,2-3-24 0,1-4-128 16,0-6-80-16,4-3-36 0,0-5-296 15,4-9-52-15,-1-5-556 0,1-9-253 0,4-11-1099 16,-16-2-1848-16,27-13 1405 0</inkml:trace>
  <inkml:trace contextRef="#ctx0" brushRef="#br1" timeOffset="195506.952">19929 15274 1656 0,'0'0'7412'16,"0"0"-4599"-16,0 0-1625 0,0 0-716 15,0 0 76-15,64 77 324 0,-52-58 348 0,4 0-292 16,0 6-372-16,3 1-232 15,5 2-128-15,-3 11 76 0,2-2-172 16,-3 10 0-16,0 2-52 0,-8 4 0 0,-4 8-48 16,0 0-48-16,-8 5 48 15,-5 1-4-15,-2 3 0 0,-9-1-60 0,4-2-32 0,-7 3-40 16,2-3-24-16,-2-4-28 0,-1-2 52 0,-1-2-124 16,6-2-124-16,-9-5-28 0,3 2-60 15,-2-7-84-15,3 0-184 0,-4-2-464 16,4-3-532-16,0-8-737 0,4-5-1619 0,1-10-1040 15,-6 0 4677-15</inkml:trace>
  <inkml:trace contextRef="#ctx0" brushRef="#br1" timeOffset="197224.985">21424 15865 3476 0,'0'0'444'16,"0"0"1512"-16,0 0 332 0,0 0-888 16,0 0-276-16,0 0-135 15,0 0-53-15,-32 77 8 0,15-46-104 0,2 1-132 16,-9 9-68-16,-4 4-96 0,-8 6-84 16,-5 9-148-16,-2 3-112 0,-5 10-200 15,-7 10 0-15,-1 6-100 0,-8 3-12 0,4 6-36 16,-3 4 36-16,-1 2-100 15,0 1-64-15,1 3-28 0,3-3-8 0,0 2 96 0,0-1 76 16,4-5 116-16,4-5 24 0,9-7 0 16,2-10 4-16,5-6-8 15,8-10-60-15,9-6-100 0,3-9 64 0,4-10-76 16,5-7-52-16,2-5-468 0,1-10-80 16,4-3 252-16,0-3-464 0,0-7-457 15,9-3-19-15,2 0-444 0,1-13-488 0,-4-3-824 0,4 3 2065 16</inkml:trace>
  <inkml:trace contextRef="#ctx0" brushRef="#br1" timeOffset="198627.81">21387 16656 7228 0,'0'0'1920'15,"0"0"-536"-15,0 0-455 16,0 0-133-16,0 0 136 0,0 0-28 16,0 0-232-16,0 0-220 0,0 0-188 15,0 0-48-15,-19 9-16 0,19-9-36 16,7-3 0-16,1-3 24 0,5-1 76 16,2 1 8-16,5-3 4 0,1 2-52 0,5 1-112 15,2-4-16-15,0 7-88 16,4-3-8-16,-4 0-8 0,0-1 8 0,0 1-12 15,-4-1-60-15,1 4 20 0,-10 0 4 0,1 0 36 16,-4-1-112-16,-4 4-12 0,-5 0-28 16,-3 0 40-16,0 7 124 0,0 3 132 0,0 3 104 15,0 5-48-15,-3 1-108 0,-5 3-76 16,0 5 4-16,-1-2-8 16,-2 2 4-16,-4 3 0 0,2 2-4 0,-6 5-100 15,-2 1 36 1,1 4-96-16,1-1 96 0,-5 1 4 15,0-1 60-15,3-3 4 0,2-4-4 0,3-2 0 16,0-3-4-16,7-7 0 16,2-6-48-16,3-6 40 0,0-1-48 15,0-3-92-15,4-2 40 0,0-1 12 0,0 0 0 16,0-3 92-16,0 3 8 0,0-3 112 16,4 4 88-16,0-4-76 0,-4 2-36 0,4-2-12 15,-4 3 12-15,4-3-28 0,-1 0 4 16,-3 4-52-16,5-4 36 0,-5 0-4 0,4 3-44 0,-4-3-16 15,0 0-44-15,0 0 12 16,0 0-4-16,4 0-8 0,-4 0 52 16,0 0 8-16,0 0 8 0,0 0 64 0,0 0 40 15,0 0 64-15,0 0-40 0,0 0-12 16,0 0-28-16,0 0 16 0,0 0 36 0,0 0 0 16,0 0 0-16,0 0-60 0,0 0-88 15,0 0-8-15,0 0-92 0,0 0-36 16,0 0-36-16,0 0 12 0,0 0-12 0,0 3 72 15,0-3 12 1,0 0 80-16,0 0 0 16,0 0 4-16,0 0 4 0,0 0 4 0,0 0 4 0,0 0 4 15,4 0 60-15,0 0-72 16,3-3-100-16,10 0 100 0,7-1 12 0,4 1 36 16,4 1-48-16,4-2 0 0,-5 1-112 15,5 0 64-15,-4 0-52 0,0-4 16 16,-8 1-68-16,0-4-20 0,-9 4-540 15,2-4-372-15,-6 1-564 0,-3-1-1145 0,-8-2-2431 16</inkml:trace>
  <inkml:trace contextRef="#ctx0" brushRef="#br1" timeOffset="198876.185">21368 17002 3928 0,'0'0'600'0,"0"0"2992"0,0 0-2000 15,0 0 241-15,0 0-397 16,79-7-128-16,-55 7-308 0,4-2-372 16,0-2-272-16,0 4-244 0,0-6-104 0,-4 3-8 15,3-4-100-15,1 1-80 0,-4-3-72 0,0-1-816 16,0 0-508-16,-12 1-1261 15,8-3-3451-15</inkml:trace>
  <inkml:trace contextRef="#ctx0" brushRef="#br1" timeOffset="199112.792">22069 16484 6536 0,'0'0'1532'16,"0"0"528"-16,0 0-863 0,0 0-757 0,0 0 416 16,0 0 536-16,0 0-316 0,36 83-196 15,-21-45-264-15,2 6-156 0,-2 5 12 16,-2 7-76-16,-2 5-148 0,-3-1-124 0,1 0-124 16,-2 0-52-16,-3-8-172 0,0-12-84 0,4-10-152 15,4-9-52-15,-4-8-168 16,3-6-348-16,2-7-888 0,-5-4-1313 15,8-19-3899-15</inkml:trace>
  <inkml:trace contextRef="#ctx0" brushRef="#br1" timeOffset="199391.92">22455 16679 10436 0,'0'0'3029'15,"0"0"-2025"-15,0 0-688 0,0 0 100 0,-88 82 336 0,65-60 68 0,7-3-620 16,-1-3-200-16,6-4-164 0,3 1 16 16,0 0-64-16,8-7 12 0,-5 4-56 0,5-3 56 15,5 1 200-15,3-2 4 0,0 7 244 0,8-2 84 16,-1 1 40-16,6 1-84 0,-2-4 48 0,5 4-88 16,0-4 112-16,4-2-164 0,0-4-72 15,4 0-124-15,0-3-36 16,4-3-12-16,-1-7-140 0,1-2-516 0,-4-7-308 15,5-4-412-15,-14 8-1376 0,12-21-4441 16</inkml:trace>
  <inkml:trace contextRef="#ctx0" brushRef="#br1" timeOffset="199669.134">23184 16427 2764 0,'0'0'10565'0,"0"0"-9029"16,0 0-1132-16,-84 96-40 0,53-56 112 0,-5 8 392 0,-4 3-176 0,-4 4-332 15,-3 4-148-15,-9 5-16 0,0 8 0 16,-8 5-36-16,-7 6 0 0,-9 6-20 0,-1 2-140 16,2 2-60-16,-1 2 56 15,9-6-8-15,7-6-52 0,4-11-8 16,16-5 0-16,12-16-52 0,5-10-124 0,15-9-124 15,4-9-72-15,8-11-216 0,0-5-444 16,11-7-432-16,6 0-336 16,2-13-5-1,-2 0-1027-15,11-19-1896 0</inkml:trace>
  <inkml:trace contextRef="#ctx0" brushRef="#br1" timeOffset="200161.3">22953 17338 12837 0,'0'0'2688'15,"0"0"-1868"-15,0 0-820 0,0 0 160 0,0 0 240 0,0 0 172 16,0 0-112-16,0 0-352 0,100-51-100 16,-68 39-8-16,0-1-4 0,0 7-92 0,-4-3-4 15,-5 5-12 1,1 4 24-16,-4 0-84 16,-8 0 12-16,-4 9 108 0,0 4 52 15,-8 6 4-15,0 7 96 0,-12 2-48 0,0 7-52 16,-8 4-72-16,1-2-28 0,-2 8 56 15,-3-1 44-15,-4 1 8 0,0 2 52 16,0 2-56-16,1-2 8 16,3-3 52-16,0 0-4 0,4-2 4 0,8-7 60 0,1 0 48 15,6-10 40-15,1-3-64 0,4-3-48 0,4-3-100 16,8-6 0-16,0-1-12 0,8 1 12 16,-1-7 184-16,9 0 24 0,0-3-96 15,4 0-24-15,5-6-4 0,2-4-36 0,1-3-48 16,-4-2 0-16,4-4-8 0,-8 3-100 15,0-3-548-15,-4 0 76 0,-9 3-28 16,-2 4-92-16,-6-5-296 0,-7 8-572 0,-4-4-800 16,0 1-1769-16,0 2-1687 0,-15-3 4456 0</inkml:trace>
  <inkml:trace contextRef="#ctx0" brushRef="#br1" timeOffset="200347.117">22861 17745 144 0,'0'0'600'0,"0"0"7376"15,0 0-6848-15,0 0-624 0,0 0 1065 0,0 0 171 16,92-19-272-16,-60 12-512 0,8-6-228 16,4 1-280-16,4-1-200 0,3-3-196 0,1 0-52 0,-4-3-88 15,-4 3 12-15,-1 1-708 0,-6-1-524 16,-10 6-1000-16,1 1-3081 0</inkml:trace>
  <inkml:trace contextRef="#ctx0" brushRef="#br1" timeOffset="213953.56">17359 13939 5260 0,'0'0'1496'15,"0"0"360"-15,0 0-1284 0,0 0-352 0,0 0 52 16,0 0 100-16,0 0 120 0,0 0 245 15,0 0-69-15,-80-17-68 0,73 17 0 0,-1 0-240 16,-1 0-4-16,-2 3 60 16,-1 0 292-16,0 8-228 15,0-3 8-15,-4 5-220 0,0-1-104 16,0 5-40-16,0 2 112 0,4-4-48 0,-4 2-36 16,-4-2-40-16,5 1-16 0,-2 7 4 0,2-5 0 15,-5 9 0-15,3-6 48 0,6 5 172 16,-1-1 128-16,3 0-192 15,5 4-84-15,1 0-72 0,3 2 24 0,0-3 48 16,3 2 24-16,1-2-36 0,5-3-64 0,-1-6-36 16,-1 0-52-16,-3-3 44 0,9-6-44 15,-9-3 44-15,3-2-52 0,-3-1-4 16,0-4-72-16,-4 2-20 0,4-2 12 0,-4 0 32 16,0 0 4-16,0 0 36 0,0 0-36 15,0 0 48-15,0 0 8 0,0 0 52 16,0 0 0-1,0 0-60-15,0 0-48 16,0 0-100-16,0-2-24 0,0 2-48 0,0 0-88 16,0-4-96-16,0 1-204 0,0 1-88 15,0-2-124-15,0-6-480 0,0 1-440 16,0-1-721-16,0-2-363 0,0-1-1276 0,0 7 1508 16,-4-7 1361-16,8 99 1230 15</inkml:trace>
  <inkml:trace contextRef="#ctx0" brushRef="#br1" timeOffset="214348.552">16984 13916 1880 0,'0'0'7848'0,"0"0"-6367"0,0 0-605 15,0 0-364-15,0 0 64 0,0 0 416 16,0 0 208-16,0 0-156 0,9 63-220 0,-9-31-216 16,8 6-188-16,-5 7 0 0,5 2-76 15,5 10 108-15,-6 4-8 16,-3 5-104-16,4 4-84 0,-3 0-96 0,-1 4-76 15,0 1 28-15,-4-2 8 0,0-2-60 0,3-5 16 16,-3-9-28-16,4-6-36 0,0-6-12 16,0-11-148-16,0-8-20 15,-4-11 8-15,5-2-60 0,-5-10-108 0,3-3-124 0,-3 0-324 16,0-9-196-16,0-7-272 0,-3-9-704 16,-2-14-728-16,-3 7-1485 0,-3-31-2007 15</inkml:trace>
  <inkml:trace contextRef="#ctx0" brushRef="#br1" timeOffset="214648.457">17049 14014 3344 0,'0'0'5932'16,"0"0"-3515"-16,0 0-1521 0,0 0-488 16,0 0 420-16,0 0 376 0,0 0-200 15,95-23-212-15,-67 23-144 0,4 0-228 0,4 0-24 16,0 0-124-16,-1 0-124 0,-3 0-76 0,0 7-64 15,-4 0-4-15,-4 2 0 0,-9 4 4 16,-2 3-8-16,-5 6 0 0,-8 3-100 16,0 10 12-16,-4 0 84 0,-9 7-56 15,-2-1 52-15,-9 3 8 0,0-3 4 0,-3-3 0 16,-1 1 4 0,0-4 0-16,0-7-8 15,0-9-4-15,0 1-220 0,0-11-156 0,4-3-92 16,4-6-36-16,0 0-56 0,0-6-240 0,8-7-192 15,8-6-236 1,4 0-572-16,4-6-689 16,13-1-443-16,-6 7-1764 0</inkml:trace>
  <inkml:trace contextRef="#ctx0" brushRef="#br1" timeOffset="-214585.941">17721 13960 1656 0,'0'0'8484'15,"0"0"-7363"-15,0 0-437 0,0 0 184 0,0 0 432 16,0 0 116-16,0 0-60 0,-11 19-660 0,-5-3-348 0,-4 7-188 0,0 11-24 16,-4 4 96-16,4 11 88 0,0 3 208 0,5 3-24 0,2 6-136 0,5-2-76 15,1 5-48-15,7-7-24 16,0-3-36-16,4-9 44 0,3-7-20 16,10-7 48-16,-6-5-63 0,9-10-21 0,0-4-172 15,4-7-24-15,-4-3-124 0,4-4 64 16,-1-8-37-1,2-10-267-15,-1-9-172 0,-9 1-212 0,2-4-244 16,-6-5-340-16,-7 1-696 16,-4 4-964-16,0 10-2245 0,-15-3-2114 0</inkml:trace>
  <inkml:trace contextRef="#ctx0" brushRef="#br1" timeOffset="-214309.92">17495 14383 7008 0,'0'0'4365'16,"0"0"-2645"-16,0 0-740 0,0 0-436 15,0 0-64-15,0 0 60 16,87 63 152-16,-59-60-4 0,0-3-304 0,4-3-384 16,-4-10 0-16,0 1-632 0,-1-1-188 15,-7-4 4-15,1 5-80 0,-10-1-288 0,2 5-444 16,-5-3-269-16,-5 5 381 16,-3 4 712-16,0 2 804 0,0 0 448 15,0 8 540-15,-3 9 136 0,-1 5 221 0,4 3 3 16,0 7-84-16,0 6-164 0,0-1-92 15,0 5-140-15,0 0-196 16,4-4-64-16,3-1-52 0,-3-5-76 0,4-6-236 0,-3-7-244 0,6-9-196 0,1-8-320 16,0-2-52-1,8-12-64-15,0-17-192 0,4-9-560 0,-9 3-1360 16,2-28-3733-16</inkml:trace>
  <inkml:trace contextRef="#ctx0" brushRef="#br1" timeOffset="-214020.405">18108 13833 312 0,'0'0'12017'0,"0"0"-10309"15,0 0-1012-15,0 76-28 0,0-41 464 0,0 4-12 32,0 1-20-32,0 8-348 0,4 0-412 15,0 5-180-15,5-1-88 0,-9 1-60 16,3 2-4-16,1-1-4 0,-4-4-4 0,0 1-4 15,0-6 4-15,4-5 12 0,4-4 72 0,-4-1 12 16,4-6-84-16,4-1 4 16,0-6 32-16,4 0-48 0,3-6 8 15,2 1 0-15,-1-3-8 0,4-3-8 0,3-2-40 16,1-2-16-16,-4-4-8 0,4 0-16 16,-4-3-44-16,4 0-272 0,-9-6-248 15,2-1-248-15,-5-2-304 0,-4-2-580 0,-5 3-1196 0,1-5-3301 16</inkml:trace>
  <inkml:trace contextRef="#ctx0" brushRef="#br1" timeOffset="-213164.059">18714 14427 10312 0,'0'0'1685'16,"0"0"-993"-16,0 0-168 15,-4 76 356-15,-1-47-96 0,-2 3-92 0,3-5-100 16,0 6-228-16,0-8-188 0,4-2-64 16,0-5-104-16,0-1-8 0,0-8-8 0,0-3 8 15,0-6 0-15,0 0 24 0,0 0-24 16,4-4-12-16,4-5 12 0,-4 0-48 16,-1-4 48-16,6-2-100 0,3-2-76 0,-5 5-24 15,2 5 8-15,-1 1 4 0,3 6 76 16,-3 0 112-16,5 3 264 15,-6 7 64-15,1 2-116 0,1 5 12 0,-1-2-100 16,-1 2-72-16,-3-5-40 16,5 1-12-16,-5-3-84 15,0-8-28-15,-1 1-112 0,1-3-368 0,0 0-288 16,0-9-424-16,5-8-328 0,-5 3-1437 0,3-18-3539 0</inkml:trace>
  <inkml:trace contextRef="#ctx0" brushRef="#br1" timeOffset="-212911.318">19132 13764 432 0,'0'0'9668'16,"0"0"-8275"-16,0 0-457 0,0 0-156 15,0 0 176-15,0 0 156 0,-83 82-92 0,70-54-260 0,6 4-224 0,-1 3-140 16,3 3-112-16,1 4-64 0,4-4-144 15,0 3-76-15,0-2 0 0,0-8-36 16,9-3-16-16,-1-2 4 0,-1-7-24 16,10-7-16-16,-6-2-108 0,10-4-140 0,-2-3-208 15,5-3-144-15,0-12-56 16,4-7-212-16,0-6-1244 16,-5-7-2485-16,-2 6-2147 0,3-15 6780 15</inkml:trace>
  <inkml:trace contextRef="#ctx0" brushRef="#br1" timeOffset="-212169.148">19463 13674 3460 0,'0'0'600'16,"0"0"3296"-16,0 0-2328 16,0 0-392-16,0 0-7 0,0 0 151 0,-12 92-76 15,7-56-68-15,-6 5-172 0,3 6-156 16,0 4-168-16,-4-1-112 0,4 5-124 0,-3-4-64 15,2 3-100-15,-3-7-156 0,5-2-124 16,2-7-40-16,1-7-60 16,0-4-60-16,4-8-172 15,0-11-144-15,0-4-128 0,0-4 20 0,4-4-172 16,5-11-512-16,-2-4-440 0,5-13-876 16,0-3-1945-16,-4 3-1339 0,8-18 5568 15</inkml:trace>
  <inkml:trace contextRef="#ctx0" brushRef="#br1" timeOffset="-211972.541">19586 13747 4668 0,'0'0'4204'0,"0"0"-1607"0,0 0-1585 0,-3 69-512 15,-5-36 212-15,-5 8 668 0,2 1 8 16,-6 5-356-16,2-3-352 0,-2 4-272 16,6-7-332-16,-6-2-76 0,10-4-136 15,-5-3-212-15,3-7-296 0,6-6-152 0,-1-7-132 16,4-12-524-16,0 0-444 0,7-15-125 0,2-11-1127 31,-1-5 104-31,3-7-232 16,2-7 3044-16,-5 10-304 0</inkml:trace>
  <inkml:trace contextRef="#ctx0" brushRef="#br1" timeOffset="-211749.888">19618 13814 1604 0,'0'0'1292'16,"0"0"3888"-16,0 0-2952 0,0 0-1095 0,0 0-593 0,80-31-12 0,-68 31 60 15,-4 0 148-15,-5 0 152 16,1 6-208-16,1 0-176 0,-5 10-304 0,0 0-32 0,-9 6-108 15,2 3 4-15,-9 4-52 16,0 3 56-16,-4-1-60 16,0 5-4-16,4-5 84 0,1 1 24 15,2-7 0-15,5-3 212 0,8-2 432 0,0-8-360 0,0-3-224 16,13 2-108-16,-2-3 20 16,5-1 40-16,4 0 60 0,4-4-12 15,4-3-172-15,0 0-48 0,0-3-172 16,-1-6-116-16,1-4-120 0,0-4-236 15,-4-2-356-15,-3-3-756 0,-6 3-2621 0,-7-13-4891 16</inkml:trace>
  <inkml:trace contextRef="#ctx0" brushRef="#br1" timeOffset="-211557.836">20028 13772 2996 0,'0'0'8889'0,"0"0"-7545"0,0 0-800 15,0 0 28-15,0 0-128 0,88 44 96 0,-80-33 116 0,4 2-316 16,-4 2-340-16,-4 7-60 0,-4 7-160 16,-8 4-496-16,-12 11-380 0,-3 3-396 15,-14 7-629-15,-6 3-1767 0,-9 7-504 0,8-17 3048 16</inkml:trace>
  <inkml:trace contextRef="#ctx0" brushRef="#br1" timeOffset="-208652.801">17188 15348 940 0,'0'0'444'0,"0"0"192"0,0 0-140 0,0 0 3668 0,0 0-2304 15,0 0-604-15,80-16-200 16,-52 10 105-16,0-1-165 0,4 0-408 0,3 2-168 15,5-5-156-15,-1 0 16 0,10 4 76 16,-6-3-4-16,9-4 12 0,4 3-124 16,8-6-172-16,0 1-64 15,-1-1-8-15,5-3-80 0,3-1-16 16,-2 1-24-16,2 0-16 0,4-2-24 0,2 1 60 0,3 1 100 16,-1 0 4-16,1 3-176 0,3 0 52 15,-3 0-116-15,0 1-4 0,-1-2-160 16,1-2-68-16,-1 1-100 0,-2-4-68 15,-2-1 76-15,-3-2-116 0,-4 3-133 16,-8 3 101-16,-9-1 232 16,1 5 300-16,-17 2 116 0,1 3 64 15,-12 4 112-15,-3 3 144 0,-6-1 148 0,-6 4-16 16,-5 0-16-16,-4 0-124 0,0 0-108 0,0 0-140 16,-4 7-400-16,-9-1 76 15,2 4-580-15,-6-1-1408 0,6-2-1836 0,-10 3 1592 16</inkml:trace>
  <inkml:trace contextRef="#ctx0" brushRef="#br1" timeOffset="-208269.395">18320 15166 732 0,'0'0'7596'15,"0"0"-5812"-15,0 0-891 16,0 0-469-16,0 0 116 0,0 0 560 0,0 80 196 16,0-47-360-16,0 4-344 0,0 1-176 0,-4 4-116 15,4-1-88-15,-4-6-100 16,-1-3-112-16,5-3-112 16,0-14-48-16,0-2-320 0,0-13-108 15,5 0-220-15,6-13-612 0,5-9-504 0,0-7-1241 16,1 4-2655-16,6-29 4660 0</inkml:trace>
  <inkml:trace contextRef="#ctx0" brushRef="#br1" timeOffset="-208132">18638 15081 4256 0,'0'0'3044'0,"0"0"825"0,-24 80-3457 0,12-45-412 0,1 9 0 15,2 0 304-15,-3 4 144 0,1-1-372 0,-2 1-76 16,9-13-1440-16,-3 12-3629 0</inkml:trace>
  <inkml:trace contextRef="#ctx0" brushRef="#br1" timeOffset="-178355.776">1338 4035 7292 0,'0'0'2168'0,"0"0"-876"0,0 0-431 0,0 0-269 16,0 0 1332-16,0 0-1088 0,0 0-456 15,0 0-116-15,0 0 640 0,40 0-80 16,-32 19 376-16,-4 4-548 0,8 9-176 0,0 5-96 0,-4 13-124 0,4 8 28 16,-4 9-140-16,-4 8-132 15,0 6-12 1,0 1-4-16,-1 4-56 0,-3 3-76 16,4-3-68-16,-4-1 8 0,5-5-88 15,-5-11-44-15,0-6 56 0,0-12 88 16,0-9 48-16,0-10-132 0,0-7-500 0,0-8 148 15,0-9-412-15,0-4-256 0,0-4-424 16,0-7-661-16,4 2-799 0,0-28-3544 0</inkml:trace>
  <inkml:trace contextRef="#ctx0" brushRef="#br1" timeOffset="-177939.25">1856 4331 8564 0,'0'0'1696'0,"0"0"-923"0,0 0 411 32,0 0 528-32,0 0-160 0,0 0-632 15,0 0-920-15,-83 37-36 0,55-11-116 0,-4 3-16 16,4 5 8-16,0 5 60 0,4-4 92 16,0-5-56-16,0 3-8 0,4-4 68 0,0-1 8 15,5-6 148-15,-2-3 108 0,6 0-40 16,-2-2-60-16,6-5-44 0,-1 1-32 15,4 0-72-15,0-1 0 0,4 1 28 0,0-1-32 16,0 5-8-16,4-2 136 16,8 4-60-16,-1 0 24 0,2 4-52 0,2-5 28 15,2 2 24-15,3 2 0 0,-1-3 0 16,5 0 8-16,-4 3 16 0,4-3 88 16,-4-3-212-16,4 3-8 0,0-3 4 0,-1 1 8 0,1-6-12 15,-3 3 16-15,-2-6-4 0,1 3 108 16,-3-2-52-16,-2-4-20 0,-2 2-40 15,-2-3 0-15,1 2-28 0,-4-3 44 16,0 1-32-16,0-1-32 0,0 0-76 16,-5-3-48-16,2 3-64 0,3 0-48 0,-4 1-540 15,0-4-324 1,0 2-712-16,-4-2-2161 0,0 0-2415 16</inkml:trace>
  <inkml:trace contextRef="#ctx0" brushRef="#br1" timeOffset="-176105.829">2486 4673 6584 0,'0'0'2336'16,"0"0"-1200"-16,0 0-580 16,0 0 233-16,0 0 147 0,0 0-244 0,0 0-160 15,0 0-160-15,0 0-232 0,0 0 24 16,0 0 204-16,60-9-104 0,-37 5 76 0,1-2 0 15,4 3-64-15,-4 0-24 16,8 0 16-16,0 3-8 0,4-7 16 16,-1 4-104-16,6 0 64 15,2-3-172-15,1-1 132 0,4 1-144 0,0 0-52 16,3 0-52-16,1-4 52 0,4 3 0 16,0 1-60-16,-5 0-112 0,2 0-52 0,-1 1 36 0,-9 0 100 15,0-2-24-15,-2 0-148 16,-5 1-60-16,-4 1-244 0,-4-2-192 15,-9 0-132-15,1 1-396 0,-4-3-737 0,-4 3-799 16,4-6-1664-16</inkml:trace>
  <inkml:trace contextRef="#ctx0" brushRef="#br1" timeOffset="-175753.572">3665 4273 8552 0,'0'0'1348'15,"0"0"-1348"1,0 0 220-16,0 0-220 0,0 0 516 0,0 0 49 16,0 0 247-16,0 0-84 0,0 0-204 15,80 13-180-15,-61-7-64 0,2 0-64 16,-1 5 24-16,-1 1-76 0,5-2-12 15,-3-1 28-15,-2 0-4 0,5 3 76 16,-4-5-64-16,0 3-88 0,-8 0-92 16,4-4-8-16,-4 3 4 0,-4-2-4 15,0-1 88-15,-5 1 128 0,1 5-56 0,-4 1-8 0,0 3 52 16,0 6 8-16,0 6-24 0,-11 5-28 16,-1 2-160-16,-4 2 0 15,-5 4-100-15,-2-3-84 0,-5 4-104 16,0-4-44-16,0-3-192 0,-3 0-248 0,3-6-100 15,0-3-504-15,3-8-1717 16,-3 4-4699-16</inkml:trace>
  <inkml:trace contextRef="#ctx0" brushRef="#br1" timeOffset="-174289.263">844 4448 548 0,'0'0'6992'0,"0"0"-5448"0,0 0-652 0,0 0 1477 0,0 0-965 15,0 0-680-15,0 0-308 16,0 0-260-16,0 0-156 0,0-3-152 15,5 3 152-15,6 0 100 0,1 3 216 0,8 0 188 16,4-3 164-16,0 3-244 0,3 0-200 16,-3-3-64-16,4 0-60 0,0 3-12 15,-4 1-80-15,-4-4-8 0,4 6-12 16,-8-3 4-16,0 3-156 0,-4 4 40 16,-4-1-36-1,0 4-116-15,-1 7 276 0,-7 2 40 0,0 3 8 16,0 7-48-16,0 3-12 0,-7-1-124 0,-1 1 24 15,-5 4-28-15,2-1 16 16,-5-3 120-16,0 0 4 0,1 0 88 0,-6 0-24 0,1-5-16 16,1 0 88-16,2-5-60 0,-3-3 0 15,5-3-4-15,7-3-8 0,-1-3-64 16,2-3-4-16,3-1-232 0,4-3-116 16,0 0 136-16,0 5 124 0,7-5 84 15,2 0 8-15,-1 1 0 0,0-4 100 0,3 0 4 16,-2 0 124-16,2-3-80 15,1 0 0-15,-3 0-8 0,2 0-52 16,-3 0-84-16,-3 0-4 0,6 0-16 0,-3-3 16 16,0 0-68-16,0 0 64 0,-4-4-44 0,4 3-236 15,0-1-160-15,-4 2-132 0,0-4-92 16,-4 0-52-16,0-4-160 0,0 0-644 16,0 3-1057-16,-12-15-2939 0</inkml:trace>
  <inkml:trace contextRef="#ctx0" brushRef="#br1" timeOffset="-174073.19">757 4829 5396 0,'0'0'1604'0,"0"0"-320"16,0 0-184-16,0 0 192 0,0 0-207 0,0 0-405 15,0 0-284-15,0 0 64 0,0 0 112 16,0 0-52-16,0 0-64 0,79-26-92 0,-51 24 28 15,0-2-216-15,0 1 200 0,4 3-200 0,0 0-76 16,0 0-100-16,-1 0-12 0,-3 0-136 16,4 0 80-16,-4 0 20 0,4 3-204 15,-4-3-416-15,4 4-280 0,-4-2-308 16,-4 2-889-16,8-1-2967 0</inkml:trace>
  <inkml:trace contextRef="#ctx0" brushRef="#br1" timeOffset="-171860.623">4673 3832 7248 0,'0'0'820'0,"0"0"1612"0,0 0-823 0,0 0-609 16,0 0-404-16,0 0 52 15,0 0-128-15,0 0-216 0,0 0-92 0,-4 60 216 16,4-24 76-16,0 7 20 0,0 12-88 16,0 5-88-16,0 3-88 0,4 11-60 15,-4-2-188-15,0 8-12 0,0 2-64 0,0 1-108 16,0 0 24-16,0-4-64 0,0-9-172 16,0-7 320-16,0-9 52 0,0-12-236 15,0-12 60-15,0-3-48 0,0-12 4 16,0-2-168-16,0-6-748 0,4-1 300 0,-4-6-724 15,4 0-693-15,0 0-927 0,0-16-1216 16</inkml:trace>
  <inkml:trace contextRef="#ctx0" brushRef="#br1" timeOffset="-171533.02">4589 3953 1772 0,'0'0'5732'0,"0"0"-4316"0,0 0-680 0,0 0 416 15,0 0 109 1,0 0-405-16,80-44-192 0,-53 40-80 0,1 4-216 0,0 4-16 16,0 4-60-16,0 5 20 0,0-1-172 15,-3 9-16-15,-1-2-60 0,-9 0-64 16,-2 3 0-16,-2 3 0 0,-7 0 276 0,-4 0-96 0,0 5 44 15,-4-5-148-15,-4 0 84 0,-8 0-72 16,1 1 36-16,-2-1-116 0,-7-2-4 0,5-5-8 16,-9 1-32-16,0-2-276 15,-4 1-116-15,4-1-72 0,0-5-80 16,4-2 112-16,5-4-52 0,2-4-164 0,6-2-596 16,2 0-317-1,1 0-459-15,8-5-740 0,0-4-1704 16</inkml:trace>
  <inkml:trace contextRef="#ctx0" brushRef="#br1" timeOffset="-171074.078">5287 3654 7080 0,'0'0'4157'16,"0"0"-3413"-16,0 0-296 0,0 0 448 0,0 0 260 15,0 0-120-15,-24 86-292 0,16-55-172 16,3 5-184-16,1 5-140 0,1 3-12 0,3 6-88 16,0 4-148-1,0 7-48-15,0 6-16 0,0 5 4 0,0 5 52 16,0-1-64-16,0 1-28 16,0-5 100-16,3-9 8 0,1-8 4 15,5-7 40-15,-1-10 44 0,-4-9-84 0,3-7 148 16,-2-7-72-16,7-2-76 0,-5-6-4 15,1-1 116-15,5-3-52 0,-2-3-24 16,6 0 52-16,-2 0 96 0,-2 0 28 0,2 0 48 16,-2-3-128-16,-2-3-20 0,1 6-120 15,-4-7-4-15,0 7-80 0,0-3 80 0,0 0 4 16,-5 3-4-16,2-3-76 0,-1 3-44 16,0 0 8-16,0-4 36 0,0 4 68 15,0-2 0-15,-1 2 0 0,6-5-4 16,-5 3 12-16,4 2 4 0,-4-3 8 0,-1 3-8 15,-3-3-4-15,4 3-132 0,-4 0-104 0,0 0-72 16,0 0-128-16,0 0-232 0,0-4-360 16,0 2-676-16,-4 2-2557 0,-11-7-4163 31</inkml:trace>
  <inkml:trace contextRef="#ctx0" brushRef="#br1" timeOffset="-170831.12">5358 4489 9352 0,'0'0'2513'15,"0"0"-1845"-15,0 0-592 0,0 0 424 0,0 0 340 0,0 0 8 16,0 0-28-16,0 0-52 0,0 0-208 0,80-3-48 16,-60 3-152-16,-4 0-188 0,3 0-160 0,2 0-12 15,-1 0-172-15,-1-2-4 16,2 2 16-16,-1-5-212 0,-5 5-568 0,2 0-268 15,-10 0-416-15,1 0-744 0,-4 0-649 0,0 5-1111 16,-4 3 1452-16</inkml:trace>
  <inkml:trace contextRef="#ctx0" brushRef="#br1" timeOffset="-170682.97">5605 4528 588 0,'0'0'2880'0,"0"0"-444"0,0 0-848 16,0 0-188-16,0 0-376 0,0 0-248 0,0 0 9 15,-35 82 203-15,35-60-120 0,0 6-68 0,0-2-164 0,0 5 44 16,4 1 128-16,-1 0-148 0,1 3-248 15,0-3-192-15,0-1-220 0,5-1-148 16,-5-8-24-16,-1-4-16 0,5-6-172 0,1-5 48 16,-1 0-196-16,-1-7-560 0,5 0-316 15,0-14-304-15,0 6-945 0,1-21-3163 0</inkml:trace>
  <inkml:trace contextRef="#ctx0" brushRef="#br1" timeOffset="-170346.678">5849 3873 11969 0,'0'0'1204'0,"0"0"-1204"0,0 0 0 16,0 0 572-16,0 0 620 15,24 83 120-15,-17-48-552 0,1 3-200 16,0 6-4-16,1 7 72 0,-6 7-196 0,1 5-272 15,0 3-148-15,-4 7-12 0,0 0-68 16,0 1 20-16,-4-2 36 0,0-5-136 16,4-3 0-16,-3-7 88 0,3-6-40 15,0-7-8-15,7-6 100 0,-3-6-40 16,9-3 44-16,2-7-36 0,1-3 40 0,4-7 48 0,4-2 64 16,4-4 36-16,0-3 24 15,0 1-48-15,4-4 36 0,0-4-40 0,-4-2 16 16,3 0-64-16,-3-4-20 0,-1 1-52 15,1-4-64-15,-4 3-120 0,-3-2-464 16,-2 2-304-16,-3 1-392 0,-8 3-1444 0,1-7-4637 16</inkml:trace>
  <inkml:trace contextRef="#ctx0" brushRef="#br1" timeOffset="-169420.977">6481 4582 7188 0,'0'0'2764'15,"0"0"-1463"-15,0 0-233 0,0 0 80 16,0 0-80-1,25 85-260-15,-25-56-168 0,3 3-72 0,-3-1-196 16,0-2-72-16,0-1-76 0,0-2-188 16,0-4-36-16,0-7-12 0,0-2-112 15,4-7-52-15,-4 1-20 0,5-7-16 0,-1 0 36 16,4-2 0-16,-1-5 176 0,6-10-88 16,2-1 52-16,2-1-192 15,-2-3-64-15,2 3-20 0,-6 2 96 0,-3 8-20 0,5 2-32 16,-6 5-8-16,1 2 84 0,1 2 184 15,-5 5 8-15,3 6 144 16,-3 0 108-16,4-1 76 0,-8 4-12 0,4-3-52 16,1 2-36-16,-5-2-92 0,0 1-132 15,0-6-4-15,0 3-88 0,0-5-400 0,0-1-396 16,0-5-56-16,0 0-928 0,0 0-2253 0,3-22-3055 16</inkml:trace>
  <inkml:trace contextRef="#ctx0" brushRef="#br1" timeOffset="-169198.227">6805 3959 2996 0,'0'0'10153'0,"0"0"-8705"0,0 0-992 16,0 0 188-16,0 0 360 15,0 0-132-15,0 0-228 0,-60 67-240 0,52-33-96 0,4 8-48 0,4 2-52 16,0 6-48-16,4 2-40 0,4-2-120 0,-4 1-156 15,3 1 44 1,2-5-160-16,-1-6 4 0,0-9-424 0,-1-11-372 16,6-7-192-16,-2-11-444 0,6-6-700 15,-9-4-1493-15,12-28-2519 0</inkml:trace>
  <inkml:trace contextRef="#ctx0" brushRef="#br1" timeOffset="-169015.216">7031 3991 11325 0,'0'0'2432'0,"0"0"-1632"16,0 0-420-16,-23 88 84 0,15-43 696 0,0 2 280 15,-4 5-308-15,4-2-420 0,0 5-172 16,4-1-284-16,-4 2-256 0,5 2-244 16,3-5-100-16,0-5-60 0,0-3-368 15,0-17-240-15,7-9-444 0,5-12-724 0,-3-7-632 0,14-23-2101 16</inkml:trace>
  <inkml:trace contextRef="#ctx0" brushRef="#br1" timeOffset="-168838.766">7215 4121 11297 0,'0'0'2024'16,"0"0"-1324"-16,0 0-156 0,0 0 188 0,-12 70 400 0,1-32 4 16,-2 0-212-16,2 4-284 0,-2-5-256 31,1 1-384-31,5 1 0 0,-2-2-296 0,5-1-84 0,0-4-200 15,4-11-448-15,0-4-224 0,0-11-592 16,0-6-1224-16,8-13 559 0,1-12-715 0,-5 5 108 16,7-24 901-16</inkml:trace>
  <inkml:trace contextRef="#ctx0" brushRef="#br1" timeOffset="-168637.756">7207 4114 4312 0,'0'0'2968'0,"0"0"-492"15,0 0-683-15,0 0-421 0,0 0-596 16,0 0-180-16,0 0-76 0,0 0-40 0,0 0 72 0,0 0 256 15,84-16-64-15,-76 32-236 16,-1 4-64-16,2 2-48 0,-5 6-76 0,-4 11-24 0,0-2-148 16,-4 8-124-16,-5 3 24 0,2 0-52 15,-1-4 4-15,4-5-60 0,-1-9-88 16,5-8-24-16,0-2 56 0,9-8 116 0,-1-2 184 16,3-4-124-16,6 1-56 0,3-4 0 15,3-3 8-15,1-6-12 16,0-7-12-16,4-9-652 15,0-10-424-15,-8 7-700 0,4-23-3225 0</inkml:trace>
  <inkml:trace contextRef="#ctx0" brushRef="#br1" timeOffset="-168443.418">7637 4077 9472 0,'0'0'2233'15,"0"0"-2041"-15,0 0 12 0,0 0 552 16,25 72 696-16,-22-53-152 0,1 1-468 0,4-1-360 15,-4 3-200-15,-4 3-96 0,0 7-176 16,0 6-8-16,-12 6-92 16,-3 1-248-16,-5 2-380 0,-8 2-276 0,0-2-96 15,-4-2-392-15,4-11-1561 0,-19 10-4403 16</inkml:trace>
  <inkml:trace contextRef="#ctx0" brushRef="#br1" timeOffset="-167026.441">2346 4966 796 0,'0'0'5004'0,"0"0"-4064"0,0 0-448 16,0 0 2632-16,0 0-1027 0,0 0-657 0,0 0-212 16,0 0-284-16,0 0-80 0,0 0-132 15,0 0-260-15,-28 28-300 0,13-12-164 16,-6 9-4-16,1 7-4 0,-7 6 100 0,-5 4 0 16,-4 8 8-16,-4 4-96 15,-7 6-12-15,-5 10-96 0,-4 3-28 0,-8 4 36 16,0 5 4-1,-3 3-4-15,3 5-72 0,0-1 36 16,5-3 12-16,7-1 64 0,-1-9-100 16,10-6-52-16,7-7-60 0,8-15-52 0,4-6-88 15,8-8-16-15,0-8-64 0,9-7 4 16,-2-6-108-16,5-4-200 16,4 2-200-16,0-9-312 0,0 1-121 0,0 0-215 15,9-3-1112-15,-5-3-1908 0</inkml:trace>
  <inkml:trace contextRef="#ctx0" brushRef="#br1" timeOffset="-165977.738">1983 5851 3088 0,'0'0'1680'0,"0"0"-964"0,0 0-664 0,0 0 116 16,0 0 96-16,0 0 1932 0,0 0-864 16,0 0-452-16,0 0-299 0,0 0-105 15,0 0-12-15,0 0-56 0,5 0-136 0,-1 0-272 16,8-3 64-16,-1 0-16 16,9-3 324-16,5 2 76 0,-1 1-156 15,4 0-128-15,-1 0 52 0,-3 3 48 0,0-4-8 16,0 4-28-16,0 0 48 15,-1 0-276-15,-2 0-8 0,-5 4-132 0,-1-1 132 16,-3 3-104-16,-3 1 108 0,-2 2-8 0,-3 7 12 0,-4 6 124 16,0 4-124-16,-4 9-176 15,-7 3-180-15,-2 3 128 0,-6 0 228 0,3-2 0 16,-9 2 140-16,6-3-36 16,-5 0 20-16,-4 0 52 0,4-4-36 15,0-1-40-15,1-5 52 0,2-2-40 16,1-7-20-16,9-4-4 15,-2-2-76-15,5-3-4 0,4-7-8 16,4 0-44-16,0-3-180 0,0 0-144 0,4 4 332 16,9 3 36-16,2-2 276 0,5 1-48 15,5 4-16-15,2-6 28 0,1 1 12 16,3-5-72-16,1 3-8 0,-4-3-8 16,0 0 36-16,-4 0 60 0,0 0-160 15,-8 0-96-15,4-3 4 0,-4 0-8 0,0 3-112 0,-1-2-60 16,-6-2-68-16,-1-3-488 0,3 4-216 15,-6-3-68-15,-5 1-264 16,0-2-485-16,0 0-1095 0,-5-3-2996 0</inkml:trace>
  <inkml:trace contextRef="#ctx0" brushRef="#br1" timeOffset="-165777.159">1951 6229 7716 0,'0'0'924'0,"0"0"-616"16,0 0-204-16,0 0 388 0,0 0 504 0,0 0-55 0,0 0-57 15,92 13-12-15,-64-10-160 0,4 0-256 16,4 1-176-16,0-4-268 0,4 0-12 0,-4 0-168 16,3 0-340-16,-2 0-692 0,-2 0-568 15,-7 0-2525-15,4-7-2383 0</inkml:trace>
  <inkml:trace contextRef="#ctx0" brushRef="#br1" timeOffset="-158341.817">2625 4273 1108 0,'0'0'7232'15,"0"0"-6636"-15,0 0 2169 0,0 0-681 16,0 0-756-16,0 0-300 0,0 0-148 16,0 0-260-16,0 0-236 0,0 0-124 0,-75 19-136 15,62-9-40-15,5 2-72 0,1 5 0 16,-6-2 108-16,5 0 4 0,1 2-24 15,-5-1 48-15,3 0 0 16,2-3 12-16,-1 2-16 0,0-2 4 16,0 0-76-16,0 0-72 0,0-1-72 0,4 1-24 15,-1-1-28-15,2-2-24 0,-1 2 0 16,0-1-12-16,4-2 0 0,0 1 52 16,0-4 8-16,0-3 52 0,0 4-40 0,0-5 76 15,4 2 4-15,0-1-40 0,-1 3-40 16,2-2 80-16,-1 2 4 0,0-3-4 0,4 3 4 15,-1 1-8-15,-2-4 12 0,3 3 0 16,-4 0 0-16,4 1 0 16,-1-1 0-16,2-3-12 0,-5 0-112 0,7 0 72 0,-3 1 4 15,1-1 48-15,2-3 0 16,2 0 8-16,-1 0-8 0,3 0 12 16,1-3 52-1,-4-4-64-15,4 1 0 0,0 0-64 0,0-1 16 16,0 1-4-16,-4 0-56 0,4-1-156 15,-4 1-44-15,0 3-80 0,-1 0-196 0,6-3-388 0,-6 2-240 0,6-2-512 16,-10-1-849-16,10-2-2823 0</inkml:trace>
  <inkml:trace contextRef="#ctx0" brushRef="#br1" timeOffset="-152123.52">21993 16215 4600 0,'0'0'0'16,"0"0"0"-16,0 0 2512 0,0 0-1008 15,0 0-752-15,0 0-300 16,0 0 104-16,-79 0 101 0,66 0 15 0,-6 3 96 16,2-3-52-16,6 0-144 0,-6 0-12 0,2-3-132 0,-5 3 80 15,3 0-96-15,-2 0-136 16,-1 0-88-16,-1 0-84 0,-2 6-92 0,-1 3-12 15,0 1-108-15,0 2 8 0,-4 4 40 16,1 0-40-16,-1 4-16 0,-4 2 68 16,0 0-16-16,1 3 16 0,-6 0 44 15,-3 4-84-15,1 0 12 0,-2-1 0 16,-2 7-24-16,-1-3 88 0,0 3-76 0,1 3-100 16,-2-3 36-16,6 4 76 0,3 1 28 0,0 2-28 15,4-1-40-15,4 0 52 31,4 1 52-31,0 2-52 0,5-3-36 0,2 7-76 16,2-6-92-16,-1 5-48 0,4-3 188 0,-1 3 24 16,6 4 96-1,-1 0 8-15,-1 3 0 0,9 3 168 0,0-3-4 16,0 4-36-16,5-5 48 0,3 1-72 0,3 1 20 0,6-1-80 16,-6 0-44-16,6-1-8 0,2 1 8 15,-2 0 260-15,3-3-80 0,-1 4-168 16,1-3 128-16,5 3 8 0,1-1 4 15,2 0 176-15,4 0-76 0,5-3-140 16,-1-1 28-16,-1-1-64 0,9-5 200 16,0 0-212-16,3-6 0 0,6 0 36 0,3-2 24 0,7-3 276 15,1-3-140-15,7-2 24 0,9-5-160 16,-1-2 64-16,9-5-100 0,8-6-80 0,-1-3-8 16,6-7 4-16,6-4 32 0,1-11 64 15,3-5-100-15,-3-5-64 0,-5-4 56 0,-3-2-132 16,-4-5-144-16,-9 3-52 15,-3-3-88 1,-8-5 24-16,-8-4-52 0,-1-5 12 16,-7-4 60-16,0-7 168 0,-4 1 160 0,-5-7 52 15,1 0 76-15,-9 4 100 16,2-4 176-16,-10 4-88 0,1-5-36 16,-4 2 40-16,-4 0-132 0,0-4-84 0,-4-5-52 15,0-2 4-15,-1-2 64 0,-2-4 8 16,-1 6-28-16,-1-2 28 0,-2 6-24 0,2 6-48 0,-3 4-4 15,-4 2-52-15,0 1 0 16,-4 9 52-16,-4 1 236 0,-4 5-124 16,0 4-36-16,-12-1 96 0,-4 8-84 0,-8-1 72 15,-3 3 28-15,-14-3-4 16,2 3 4-16,-5 0-148 0,-4-2-40 0,0 2-4 16,-3-3-96-16,-1 3-84 15,-4 1 120-15,0 1-8 16,1-1-52-16,-1 6 124 0,4-4-164 15,0 7-4-15,4 0 164 0,0 2-44 0,5 2 40 16,-1 2-40-16,4-1-116 0,0 3 28 16,1-3 124-16,2 1-36 0,1 3-40 15,-3-2-264-15,3 5 88 0,-4 1 48 0,0 6-72 16,-4-1 112-16,-4 4-88 0,-3 7 136 16,-1 5-72-16,-8 4 84 0,0 6-8 0,-3 3-116 15,-1 5-92-15,0 3-136 0,1 0-224 16,3-1-460-16,8-4-381 0,12 2-151 15,4-11-200-15,12-5-656 0,4 0-784 0</inkml:trace>
  <inkml:trace contextRef="#ctx0" brushRef="#br1" timeOffset="-151555.485">24105 16338 5792 0,'0'0'2548'0,"0"0"77"0,0 0-1045 0,0 0-684 15,0 0 232-15,0 0 32 0,83-38-244 0,-55 22-364 16,4 0-320-16,-4 0-220 0,3 1-12 16,1-4-112-16,-4 6-100 0,0-3-24 15,-4 7-316 1,-8-1-620-16,0 3-664 0,-12 5-1349 0,-4 2-2603 0</inkml:trace>
  <inkml:trace contextRef="#ctx0" brushRef="#br1" timeOffset="-151399.665">24165 16472 1460 0,'0'0'6008'0,"0"0"-3896"16,0 0-860-16,0 0-15 0,0 0-49 0,0 0-120 0,95-10-324 16,-59 0-264-16,0-2-364 0,3-4-116 15,2-3-100-15,-2 3-124 0,5-3-584 16,-4 3-948-16,-12 4-1489 0,12-4-4483 0</inkml:trace>
  <inkml:trace contextRef="#ctx0" brushRef="#br1" timeOffset="-150871.032">25013 15770 8336 0,'0'0'1320'0,"0"0"-752"0,0 0-296 31,0 0 128-31,-88 57 1 0,60-32-65 0,-4 4 8 0,9-1-24 16,-1 5-24-16,4-5-92 0,8 0-88 16,4-5-64-16,8-1-52 0,0-3-12 15,4-2 12-15,8-5 0 0,8 3 16 16,-1-5 96-16,5 3-20 15,1-4 8-15,-1-2 28 0,-1-1-12 0,1-1-28 16,0 2 0-16,0-3-80 0,-8 2 172 0,4 1 48 0,-8-1 100 16,-4 0 204-16,0 4-76 0,-4-1-44 15,0 1-148-15,-4 6 40 0,0-4-152 16,-4 7-68-16,-8 0-32 0,0 0-52 0,-4-2-164 16,0-2-108-16,0 1-172 15,0-7-184-15,-3-2-132 0,6-7-52 16,-2 0-132-16,2-3-736 0,2-10-1505 0,3 1-2483 0,3-20 3728 15</inkml:trace>
  <inkml:trace contextRef="#ctx0" brushRef="#br1" timeOffset="-150583.434">25503 15541 300 0,'0'0'8372'0,"0"0"-6536"0,0 0-339 0,0 0 75 0,0 0-432 16,0 0-360-16,0 0-328 0,0 0-200 31,-32 89-48-31,21-51-16 0,-2 6 36 0,5 5-76 0,1 5-48 16,-6-4-100-16,5 4-48 0,1 0-28 0,-1 0-36 0,3 0 24 16,-3-6-24-16,8-7-60 0,0-6 44 15,4-7 80-15,5-5-80 0,2-11 24 16,1 1 56-16,-3-7-40 0,2-2 36 0,1-4-84 15,4 0-164-15,-4-10-56 0,0-3-288 16,0-6-536-16,-4-3-1052 0,0 6-2089 16,-8-9-2370-1</inkml:trace>
  <inkml:trace contextRef="#ctx0" brushRef="#br1" timeOffset="-150419.909">25220 15980 4156 0,'0'0'1408'0,"0"0"1616"0,0 0-1872 0,0 0-340 15,0 0-115-15,0 0 127 16,0 0 212-16,0 0-184 0,0 0-116 16,88-7-320-16,-60 7-216 0,4 0-200 15,0 0-52-15,0-3-76 0,3 3-100 16,-3 0-176-16,4 0-624 0,-4 0-416 0,-8 3-1225 16,4 4-2747-16</inkml:trace>
  <inkml:trace contextRef="#ctx0" brushRef="#br1" timeOffset="-150097.436">25806 16084 5164 0,'0'0'1328'0,"0"0"2340"16,0 0-1991-16,0 0-397 0,0 0 68 15,0 0-212-15,-92 14-280 0,72-6-284 0,5 9-88 16,-2 2-88-16,2 2-48 0,2 5-100 0,2-4-88 15,3 0-160-15,4-6-12 0,4-3-164 16,0-3-56-16,0-3 60 0,8-5-40 16,-1-2 64-16,10-2-88 0,2-9 88 0,5-8-140 0,-3 0-248 15,2-3-32-15,1-3 128 0,-4 5 276 16,-4 5 52-16,-4 2 100 0,0 4-52 0,-5 2-72 0,-2 7-68 0,-1 0 204 16,-4 0 188-16,4 7 280 0,-4 2 160 15,0 4-76-15,0 2-88 0,-4 2-168 16,4-1-120-16,-4-4-176 0,4 1-28 15,0-7-144-15,0-3-188 16,4-3 96-16,8 0-60 0,-1-15-280 0,9-4-616 0,-7 0-2721 16,10-20-2967-1</inkml:trace>
  <inkml:trace contextRef="#ctx0" brushRef="#br1" timeOffset="-149765.65">26137 15615 3876 0,'0'0'5420'0,"0"0"-3727"0,0 0-757 16,0 0 128-16,0 0 552 0,0 0-32 0,-24 83-432 0,7-50-408 16,6 2-276-16,-6 7-112 0,2-4-184 15,3 0-172-15,0 1-128 0,4-1-16 16,0-7-68-16,5-2 16 0,-2-4 84 16,5-6 52-16,0-3 48 0,0 1-152 15,8-3 116-15,0 0 40 0,4 2-92 0,0-2 100 16,4 3 0-16,0-4-36 0,3-1 36 0,-2 1-76 15,3-3 64-15,-1-1-36 0,2-2 36 0,-6-1 12 16,-2-3-124 0,-2 0 116-16,-7 0-68 0,5 1 16 15,-9-4 60-15,0 0 8 0,0 3-8 0,-5 3 96 16,-3-3-96-16,-3 8-220 0,-6-6-56 16,2 2 28-16,-2-5-16 15,2 3-188-15,-2-3-276 0,2-2-600 0,-5 0-880 16,8-2-3109-16</inkml:trace>
  <inkml:trace contextRef="#ctx0" brushRef="#br1" timeOffset="-149116.655">26830 15786 9156 0,'0'0'1640'0,"0"0"-699"0,0 0 507 16,0 0-40-16,0 0-172 0,87 32-420 0,-59-26-292 16,0 0-100-16,4-3-212 0,-4 1-212 15,0-1-16-15,0-3-56 0,-5 0-64 16,2-3-164-16,-9-1-560 0,-1 1-560 0,-7 0-920 15,-3 0-2145-15,-5 3-2291 0</inkml:trace>
  <inkml:trace contextRef="#ctx0" brushRef="#br1" timeOffset="-148880.074">27017 15852 1528 0,'0'0'740'0,"0"0"4232"16,0 0-3284-16,0 0-356 0,0 0-183 15,-28 83-213-15,28-62 12 0,-4 9-148 0,0-5-220 16,0 4-160-16,4-4-108 0,0 1 4 0,0-5-140 16,0 2-52-16,4-2-36 0,4 0 16 0,-4-6-96 15,4-2 0-15,0 0 56 0,0-4 48 16,1 1 0-16,2-4-104 0,-3 0 0 16,4 1-8-16,0-1-44 0,0 0-56 15,4-2-36-15,-1-4-96 0,-2 0-332 16,6-4-156-1,1-5-356-15,-3-1-484 0,-2 4-1521 0,6-10-3599 16</inkml:trace>
  <inkml:trace contextRef="#ctx0" brushRef="#br1" timeOffset="-147526.273">27495 15843 2520 0,'0'0'172'0,"0"0"-120"0,0 0 4596 0,0 0-2856 16,0 0-592-16,0 0-295 0,0 0-137 0,0 0-112 15,0 0-120-15,0 0-40 0,0 0 48 16,0 44 40-16,0-25-144 0,0 4-48 16,0 2-44-16,-3-2-52 15,-1-2-72-15,-5 2-124 0,5-1-28 16,0-3-72-16,0-2-4 0,1-3-96 16,-6-1-60-16,5 0-80 0,0-3-288 0,0 3-176 15,-3-7-196-15,7 2-412 0,0-1-1013 16,0-3-2611-16,0-1 408 0</inkml:trace>
  <inkml:trace contextRef="#ctx0" brushRef="#br1" timeOffset="-147320.119">27714 15961 704 0,'0'0'9408'0,"0"0"-7527"0,0 0-1085 16,0 0 60-16,0 0 32 0,0 0-828 0,0 0-60 16,0 0-112-16,0 0 12 0,0 0-192 15,0 0-664-15,40 6-852 0,-40-3-2073 16,4 0-1911-16</inkml:trace>
  <inkml:trace contextRef="#ctx0" brushRef="#br1" timeOffset="-147141.533">27698 16131 1292 0,'0'0'4972'0,"0"0"-1792"16,0 0-1279-16,0 0-33 0,0 0-240 15,0 0-436-15,0 0-560 0,0 0-436 0,0 0-196 16,0 0-4 0,41 42-180-16,-30-42-296 15,9 0-236-15,0-10-636 0,-4 1-1292 0,12-3-3817 16</inkml:trace>
  <inkml:trace contextRef="#ctx0" brushRef="#br1" timeOffset="-146856.857">28069 16056 7140 0,'0'0'2260'0,"0"0"-131"16,0 0-1089-16,0 0 108 0,0 0 544 15,0 0-320-15,-24 73-576 0,24-64-784 16,4 1-12-16,8-4-76 15,0-4 64-15,8-2-128 0,-4 0 132 16,7-5 8-16,-2-8-52 0,3 1-284 0,-4-5-24 0,-5 6 60 16,2-6 300-16,-10 8-52 0,5-1 52 15,-8 4 100-15,-4-1 24 0,0 4 124 16,0 0 100-16,0 0-148 0,-8 0-12 0,0-1 20 16,1 1-120-16,-2 0-88 15,-3 3-76-15,5 0 64 0,-6 3-52 16,5 4-172-16,1-1-48 0,-1 0-16 0,3 1-152 15,5 2-364-15,-4-2-412 0,4 0-888 0,0-5-2573 0</inkml:trace>
  <inkml:trace contextRef="#ctx0" brushRef="#br1" timeOffset="-146606.126">28459 16079 2796 0,'0'0'6540'16,"0"0"-2231"-16,0 0-3725 0,0 0-180 15,0 0 656-15,0 0 204 0,0 0-716 16,0 0-548-16,0 0-48 0,0 0-76 0,24 50-152 16,-12-50 116-16,4-6-152 0,0-1-204 15,0-3-212-15,0-3-272 0,0 4-232 16,-4 4-164-16,0-2-73 0,-4 0 293 16,0 4 252-16,-1-3 108 0,-7 6 296 0,5-4 388 15,-5 4 132-15,0-3 484 16,0-3 60-16,0 3-316 0,0-4-228 0,-5-2-260 15,2 3-1064-15,-1-4-1060 0,0 7-928 16,0 0 2661-16</inkml:trace>
  <inkml:trace contextRef="#ctx0" brushRef="#br1" timeOffset="-146409.141">28802 16056 3068 0,'0'0'8377'16,"0"0"-6737"-16,0 0-1512 0,0 0 92 0,0 0 364 0,0 0-4 16,0 0-476-16,0 0-104 0,0 0-204 0,39 6-304 15,-22-9-584-15,-6-4-1701 0,14-2-4303 0</inkml:trace>
  <inkml:trace contextRef="#ctx0" brushRef="#br1" timeOffset="-146255.446">29021 16062 5988 0,'0'0'1196'0,"0"0"2881"0,0 0-3445 0,0 0-184 32,0 0 524-32,0 0-108 0,0 0-256 0,0 0-304 15,0 0-204-15,0 0-100 0,0 0-152 16,84 6-860-16,-68-9-840 0,-4 0-2245 0,3-3-3835 15</inkml:trace>
  <inkml:trace contextRef="#ctx0" brushRef="#br1" timeOffset="-145954.227">29260 16043 1200 0,'0'0'1528'0,"0"0"-488"16,0 0 1904-16,0 0-1204 0,0 0-728 0,0 0-16 0,0 0-95 15,0 0-361-15,0 0-232 0,0 0-104 16,48-3-140-16,-32-7-64 0,-4-2-8 16,4 2-248-16,-5 0-76 0,-2 1-20 0,-5 3 352 15,0 0 204-15,-4 2 180 16,0-2 52-16,-4 2-24 0,-4 2-68 16,0-3 64-16,-4 3-40 0,0-1 24 0,-4 3-40 15,1 0-276-15,-6 3 76 16,1 6-152-16,-4 8 0 0,1-1-124 0,-1 3-4 15,3-1 120-15,2 1-68 0,7-6-140 16,0 1-556 0,4-9-364-16,8-2-328 0,0-3-873 15,8-6-3343-15</inkml:trace>
  <inkml:trace contextRef="#ctx0" brushRef="#br1" timeOffset="-145604.312">29496 15811 6656 0,'0'0'6465'0,"0"0"-4789"15,0 0-1676-15,0 0 88 0,0 0 40 0,0 0 124 16,0 0-40-16,0 0-212 0,0 0-176 16,79-20 24-16,-63 20 92 0,-4 0-244 0,0 0 296 15,0 0 0-15,-4 5-156 16,0-3 164-16,-4 5 60 0,4-4-60 15,-4 4-12-15,0-1 12 0,-1 0 52 16,-3 4-52-16,4-4 92 0,1 3-84 16,-5 4-4-16,4 1 96 0,-4-2-8 0,0 6 108 15,0 2 116-15,-4 2 8 16,-5 0-184-16,2 7-16 0,-1-4-72 0,0 0-4 16,0 2-48-16,0-6-64 0,0 2 60 0,4-4-96 15,-1-5-48-15,2 0-16 0,3-1-100 0,-4 0-116 0,0-4 28 31,-4 1-76-31,0-4-156 0,-4 3-628 0,0-2-1441 16,-8-4-2731-16</inkml:trace>
  <inkml:trace contextRef="#ctx0" brushRef="#br1" timeOffset="-144352.646">26543 16498 12 0,'0'0'1920'0,"0"0"-1660"0,0 0-184 0,0 0 120 0,0 0 2440 15,0 0-88-15,0 0-864 16,0 0-556-16,0 0-111 0,0 0-17 0,0 0-144 15,0 0-192-15,-8-19-172 0,8 19-24 16,0-5 36-16,0 5 24 16,-4-2-72-16,4 2-96 0,0-4-12 0,0 4-36 0,0 0-28 15,0-3-48-15,0 3-76 0,0 0-12 16,0 0-12-16,0 0-24 0,0 0-64 0,0 0-48 16,0 0-8-16,0 0-64 0,0 0-52 15,0 0-36-15,0 0 12 0,0 0 132 16,0 0 16-16,0 0 152 0,0 0 68 15,0 0-36-15,0 0-12 0,0 0 0 16,0 0-12 0,0 3 12-16,-4 1 76 0,4 3-248 0,-4 7-24 15,0 9-172-15,0 6 152 0,0 9 44 16,0 6 12-16,1 4 76 0,-2 6-40 16,-3 0-48-16,0 3 0 0,-3 3-48 15,-2-2-28-15,2-5-44 0,-2-8 32 16,5-8 4-16,4-7-40 15,1-8-96-15,3-9-104 0,0-7-120 0,3 0-200 0,5-6-292 0,1-3-388 16,2-10-284-16,1-10-2413 0,1 4-1579 16,2-14 2228-16</inkml:trace>
  <inkml:trace contextRef="#ctx0" brushRef="#br1" timeOffset="-144098.821">26551 16535 2460 0,'0'0'380'0,"0"0"2472"0,0 0-720 0,0 0-680 16,0 0-416-16,0 0-67 0,95 26-201 16,-74-14-204-16,-6 1-64 0,1-1-196 15,-4 1-100-15,-3 0-76 0,-5 3 164 0,-4-4-112 16,0 8 32-16,-4-1-32 0,-13 0-120 16,2 2 4-16,-2 2-64 15,-3-4-160-15,-3 4-220 0,3-8-12 0,0-2-68 16,0-3 0-16,4-1-152 0,4-6-108 15,4 0-361-15,-4-3-511 0,8 0-236 0,4-6-1248 16,0 0-260-16,0 3 2697 0</inkml:trace>
  <inkml:trace contextRef="#ctx0" brushRef="#br1" timeOffset="-143843.298">27029 16580 1304 0,'0'0'5292'0,"0"0"-2128"0,0 0-1499 0,0 0-701 16,0 0-136-16,0 0-36 16,-84 38-300-16,64-19 0 0,1 3 0 0,2 6 24 15,-3 2 40-15,5 1-72 16,3 4-124-16,0 3-48 0,4-3-104 0,4 0-20 16,0 0-76-16,4-7-4 0,0-6-108 15,4-3 0-15,8-6-72 0,0-6 20 16,4-1-96-16,0-6 76 0,7 0-140 15,-3-10-160-15,1-2-176 0,-2-4-668 0,1-3-924 16,-8 3-2513 0,0-6-2711-16</inkml:trace>
  <inkml:trace contextRef="#ctx0" brushRef="#br1" timeOffset="-143682.597">26889 16859 808 0,'0'0'7704'0,"0"0"-5091"0,0 0-969 0,0 0-144 0,0 0-440 15,0 0-344-15,0 0-184 0,0 0-220 16,0 0-152-16,0 0-160 0,77 16-236 0,-62-29-380 16,2 0-288-16,-2 1-320 0,-2-1-768 15,-6 4-2109-15,-3 2-1323 16,4 1 3184-16</inkml:trace>
  <inkml:trace contextRef="#ctx0" brushRef="#br1" timeOffset="-143567.679">27041 16824 28 0,'0'0'2384'0,"0"0"-1564"16,0 0-816-16,0 0 4244 0,-4 69-2524 15,4-50-484-15,0 0 153 0,0 4 91 0,0-4-36 16,0 1-392-16,4-2-512 0,0-5-544 0,0 0-180 16,4-7-172-16,4-2-504 15,0-4-144-15,4-10-132 16,-1-3-1401-16,10-16-3679 0</inkml:trace>
  <inkml:trace contextRef="#ctx0" brushRef="#br1" timeOffset="-143141.592">27336 16589 3924 0,'0'0'196'16,"0"0"1640"-16,0 0 2120 0,-20 63-2291 0,12-34-321 15,4 2 132-15,0 5-164 0,-4-1-284 16,4 0-392-16,0-1-500 0,4-2-136 16,-4 1-124-16,4-8-88 0,0 0-136 15,0-9-304-15,0 0 176 0,0-4-40 16,0-5-356-16,0-1-336 0,0-6-408 0,4 0-101 15,0 0-31-15,8 0 72 0,-4-6 216 0,4 3 704 16,-1-1 756-16,-2 4 340 0,3 0 1444 16,-5 0-80-16,2 0-96 0,-1 4-227 15,0-1-5-15,-5 0-140 0,1 0-168 16,1 3-224-16,-1-2-268 0,0-1-156 0,0 3-120 16,-1-2-116-16,1-2 28 0,0 5-88 15,0-4 0 1,5 0-84-16,-2 0-40 0,5 0 0 15,1-3 4-15,2-6 144 16,5-4-124-16,4-2-24 0,0-1-236 0,-4 1 88 16,0 2-12-16,-4 4-16 0,-4 2 164 0,0 4-40 15,-5 0 52-15,2 4 124 0,-5 2 240 16,0 4 44-16,-4 2 12 16,0 1-36-16,0 3-236 0,-4 3-148 0,0-3-372 0,-1 3-940 15,1-3-824-15,1-4-2689 0,-5 1-4451 0</inkml:trace>
  <inkml:trace contextRef="#ctx0" brushRef="#br1" timeOffset="65346.022">12825 7382 80 0,'0'0'924'0,"0"0"-508"0,0 0-348 0,0 0-4 0,-72 72-12 16,57-48 144-16,-2-6-64 0,6 4 220 16,-6-4-80-16,6 6-272 0,-2-6 0 0,2 5-52 15,3 0-104-15,-5-2 0 0,6 2-80 16,3 2 16 0,0-3 128-16,4-1 28 0,0 3 64 0,0 1 0 15,4-3 0-15,4 3-80 0,-1-5-468 16,6 11-403-16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40:14.4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4569 2788 7976 0,'0'0'1492'16,"0"0"1533"-16,0 0-2217 0,0 0-544 15,0 0 56-15,0 0 388 0,-75-64 200 16,58 61-100-16,-2-1-260 15,7 4 24-15,-4 0-100 0,4 0-28 0,0 7-160 16,1 2-148-16,-6 7-136 16,6 6 0-16,-2 14 64 0,1 8 20 15,9 7 112-15,-1 10 88 0,4-1 132 0,0-4-244 16,7-2-172-16,1-12-112 0,9-4 16 0,-6-13-76 16,2-9 64-16,-2-6 32 0,1-7 72 0,-4-3 4 15,8-7 64-15,0-8 196 16,4-11 44-16,0-11-280 0,0-8-24 0,-1-13-256 15,-2-2-160-15,-2-10-52 0,2-3-84 16,-2-3 108-16,2-3-304 0,-6-4 76 16,2-3-272-1,-6 1 240-15,-3-1-296 0,-4 3 504 0,0 6 372 0,0 12 124 0,0 7 140 16,4 17 100-16,-4 12 332 0,4 8 48 0,0 10 48 16,-4 6 104-16,0 2-36 0,0 3-68 31,0 0-124-31,0 0-72 0,4 0-92 15,-4 0-136-15,0 3-244 0,0 2-36 16,4 1-208-16,0 8 244 0,0 8 36 16,8 10 100-16,-5 9-52 0,2 13 4 0,3 9 48 15,-5 7-128-15,6 9-8 0,-1 1-92 16,0 2 80-16,0 0 4 0,-1 1-92 0,2-10-60 16,-2-2-96-16,6-15-140 0,-9-11-156 0,3-12-332 15,2-12-484-15,-2-11-1124 0,1-7-2637 16,-3-9-2563-16</inkml:trace>
  <inkml:trace contextRef="#ctx0" brushRef="#br0" timeOffset="157.622">5095 2769 12389 0,'0'0'2000'16,"0"0"-1584"-16,0 0-100 0,-4 91 500 16,-4-53 648-16,1 1-116 0,-6 1-232 0,2 2-468 15,-1-4-328 1,3-6-320-16,2-4-172 0,3-5-292 15,0-7-76-15,0-7-428 0,0-5-232 0,-1-4-488 16,1-4-2136-16,-7-21-6385 0</inkml:trace>
  <inkml:trace contextRef="#ctx0" brushRef="#br0" timeOffset="264.217">5052 2549 4164 0,'0'0'9177'0,"0"0"-8589"16,0 0-448-16,0 0-44 0,67-73-96 15,-50 54-496-15,-6 7-1600 0,2-7-4045 0</inkml:trace>
  <inkml:trace contextRef="#ctx0" brushRef="#br0" timeOffset="679.533">5418 2730 1880 0,'0'0'12157'15,"0"0"-10917"-15,0 80-724 0,0-52 824 0,0 1 564 16,-4-4-372-16,4-3-464 0,0-3-471 15,0-6-525-15,0-1-72 0,4-1-280 16,4-5 15-16,4 1-15 16,0-5 280-16,3 2-84 0,6-4 56 0,-5 0-140 15,0-6-40-15,-4 1-36 0,4-1 12 16,-5 4 64-16,-2-2 8 0,2 4-12 16,-3 0 52-16,5 0 44 0,-6 6 40 15,1 5 36-15,5 1 148 0,-6 4-16 16,5 2 16-16,-3-1-148 0,2-5-12 0,1-2-196 15,0-4-12-15,4-6 72 0,0 0-84 16,3-13-88-16,2-9 64 0,-1-3-92 0,-1-4-60 16,2-3 76-16,-1 1 72 0,-1 2 84 0,1 4 16 15,5 6 72-15,-6 3 76 16,1 5 12-16,0 3 0 0,-4 5 384 16,0 3 412-16,-4 0-244 0,4 0-24 0,-4 9-208 15,-1 0-24 1,2 1-28-16,-5 3 36 0,-1 6 64 15,2 3-4-15,-5 3-168 0,0 4 8 16,-4 2-204-16,0 2-120 0,0-5-100 16,0 4-192-16,0-7-480 0,4-3-384 0,-1 1-932 15,1-11-2352-15,0 1-3565 0</inkml:trace>
  <inkml:trace contextRef="#ctx0" brushRef="#br0" timeOffset="1318.496">7255 1880 10064 0,'0'0'1069'0,"0"0"803"0,0 0-664 0,0 0 44 16,0 0 56-16,0 0-116 0,-72 69-280 16,60-44-248-16,5 10-140 0,-6 10-132 15,5 12-40-15,1 9-68 16,-2 14-116-16,-3 2 0 0,9 11-168 0,-5 5-100 0,4 4 16 15,-1-4-148-15,5 0-24 16,-4-12-60-16,4-12-12 0,0-14-64 16,4-19-64-16,1-13-184 0,-1-15-408 0,4-10-628 31,-1-9-764-31,1-4-345 0,5-31-3027 0</inkml:trace>
  <inkml:trace contextRef="#ctx0" brushRef="#br0" timeOffset="1567.421">7439 1902 12045 0,'0'0'1624'16,"0"0"-1420"-16,0 0 24 0,0 0 580 0,0 0 364 16,-13 92 128-16,5-48-372 0,5 13-448 0,-1 6-184 0,-5 17-24 0,5 6-92 15,-4 11-180-15,5 6-76 0,-5 1-68 16,3-2-56-16,-3-4-92 0,4-15-16 15,-3-12 36-15,7-15-52 0,-4-15 92 16,0-12-92-16,-1-7-48 0,1-8-392 16,0-9-192-16,4-2-680 0,-7-6-548 0,7-2-2913 15,-8-22-831-15</inkml:trace>
  <inkml:trace contextRef="#ctx0" brushRef="#br0" timeOffset="2119.947">7299 2041 4224 0,'0'0'1224'15,"0"0"0"-15,0 0 480 0,0 0 132 31,0 0-315-31,80-70-381 0,-65 55-324 0,6-2-168 16,-2 2-180-16,5-1-128 0,-4 3-36 16,-1 1 60-16,-2-1-88 0,-2 6-60 15,-2 1-76-15,-2 0-80 0,2 3 28 16,-5 3-24-16,3 0 48 0,6 0 48 16,-2 0 16-16,5 3 8 0,1 3 52 0,7 7-60 15,-5 0 84-15,5 2-76 0,-4 8-48 16,0 2 24-16,-5 3-96 0,-2 7-52 15,-6 7-12-15,-2 5-12 0,-9 1-212 16,0 2 52-16,-13 5-124 0,-2 2-40 0,-5-7-236 0,-4 2 96 16,-4-5 84-16,-4-2 92 15,0-8-40-15,0 1-152 0,-4-5 12 0,1-5-28 16,-1-3 52-16,0-2-156 0,0-5-220 16,4 2 216-16,0-7 320 0,4-4 292 15,9-3 4-15,2-2 36 0,10-2 144 16,3 3 40-16,4-5-28 0,0 0 0 15,4 6-188-15,12 0 396 0,-1 7 288 0,10 2 28 0,3 3 32 16,3 9-180-16,1-5-12 0,8 6-68 16,-5-5-72-16,6 2 8 0,-1 0 224 31,-1 0-180-31,1-5-144 0,0-1-176 0,0-3-148 16,-5-3-60-16,5-1-136 0,-3-6 72 15,-2 1-248-15,1-7-420 0,-4 0-252 16,0-3-404-16,-8-4-1152 0,0-18-2765 0</inkml:trace>
  <inkml:trace contextRef="#ctx0" brushRef="#br0" timeOffset="2505.104">8016 1544 12285 0,'0'0'1392'0,"0"0"-1200"0,0 0 708 0,0 0 120 15,48 77 208-15,-44-38-360 0,0 9-384 0,-4 6-152 16,0 0-112-16,0 6-220 0,0-6-84 16,0-7-140-16,3-8-48 0,1-14-48 15,5-9-64-15,-5-10-60 0,4-6-280 0,3-3 392 16,2-9 244-16,2-8-84 15,-2-1-56-15,2-5 164 0,2-3 28 0,-2 1 36 16,1 6 0-16,0 0 0 0,0 5 12 0,0 8 152 16,0 3 36-16,-4 6 168 0,4 0 120 15,-1 6-164-15,-2 7 120 0,-1 3-144 0,4 3 44 16,-8 6 4-16,3 4-128 0,-3 3-144 16,1 1-72-16,-5 9-4 0,3 0-272 15,-3 2-656-15,0 1-644 0,0-11-1464 0,-4 14-4721 16</inkml:trace>
  <inkml:trace contextRef="#ctx0" brushRef="#br0" timeOffset="2710.896">8813 2435 14733 0,'0'0'1664'0,"0"0"-1464"0,0 0 76 0,0 0 492 16,0 0 184-16,0 0-152 0,84 35-432 0,-60-29-172 16,4-3-196-16,-1-3-4 0,6 3-108 15,2-3-156-15,1 0-348 0,3 0-528 16,-3 0-544-16,-8 0-2216 0,8 0-3229 0</inkml:trace>
  <inkml:trace contextRef="#ctx0" brushRef="#br0" timeOffset="3253.278">10132 2108 10616 0,'0'0'4793'0,"0"0"-4501"15,0 0-192-15,0 0-100 0,0 0 212 0,0 0 180 16,0 0 928-16,0 0-260 16,0 0-972-16,0 0-88 0,0 0 0 15,-96 76 72-15,64-25 164 0,0 3-52 0,4 1-184 16,4-5-100-16,4-3-132 0,5-9-76 16,3-6 72-16,7-6-60 0,5-11 12 15,0-2-24-15,5-7-88 0,7 0-252 0,8 1-32 0,-1-3 300 16,9-1 256-16,0 2 68 15,0 2 48-15,0 6-32 0,-4 3 32 0,4 9 8 16,-9 4 476-16,2 9 168 0,-10 3-44 16,-3 4-140-16,1 2 36 15,-9 0-28-15,0 1-112 0,0-4-160 0,0-2-72 16,0-7-124-16,-4-6-44 0,4-10 32 0,0-7-208 16,0-5-152-16,0-7-48 0,4-3-460 15,3-13-348-15,10-13-768 0,-6 4-2817 0,14-42-3691 16</inkml:trace>
  <inkml:trace contextRef="#ctx0" brushRef="#br0" timeOffset="3498.203">10633 2457 12449 0,'0'0'2200'0,"0"0"-1416"0,17 87-56 0,-13-50 796 16,-4 1 152-16,0-6-248 0,0-4-576 0,0-9-840 15,0-9-12-15,7-4-228 0,-3-3 80 16,9-3 148-16,6-13 84 0,5-5-44 15,4-11-40-15,0-7-196 0,0-8-180 16,0 0 92-16,-9 6 128 0,-2 3 156 16,-10 7 0-16,-7 9 48 0,-3 2 48 15,-13 9-20-15,-8 1 32 0,-8 7-48 0,-12 0-60 16,-3 13-340-16,-2 6 48 0,2 6-4 16,3 4 28-16,0-1-40 0,9 1 28 15,7-4-312-15,11-3-908 16,6-9-2748-16,-2 3-3777 0</inkml:trace>
  <inkml:trace contextRef="#ctx0" brushRef="#br0" timeOffset="3907.107">11339 2105 15937 0,'0'0'2420'0,"0"0"-2420"15,0 0-88-15,0 0 76 0,0 0 12 0,0 0 148 16,0 0-148-16,80-61-48 0,-76 61 48 16,3 10 48-16,1 6 396 0,-3 6-76 0,-1 7-60 15,-4 8 32-15,0 5-204 0,-9 3 48 0,1-4-112 16,-3 0-72-16,3-3-96 15,3-9-64 1,5-2-108-16,0-3 24 0,0-2 32 16,0 0-56-16,9 3 56 0,-1-2 128 15,3 5 24-15,2 1 60 0,-2 3 72 16,1-1-12-16,4 1 52 0,-4 3-112 0,4-3-8 16,-4 3 8-16,4-5 0 0,-4 0-60 15,4-5 8-15,-4 1 44 0,-1-5 0 16,-2 0-40-16,-1-2 36 0,-4 0 12 0,0-5 0 15,-1 3-4-15,-3-4-108 0,0 2-244 16,-3 1-300-16,-5 0-540 0,0-7-1472 16,-4 1-3509-16</inkml:trace>
  <inkml:trace contextRef="#ctx0" brushRef="#br0" timeOffset="4286.113">12717 2591 13253 0,'0'0'1396'31,"0"0"-1068"-31,0 0 152 0,88-3 160 16,-44 3-112-16,4 0-216 0,-1-4-48 15,1-3-92-15,5 1 100 0,-2-2-160 0,-3-6-112 16,-5 2-52-16,2-1 40 0,-10 0-252 16,-3 0-120-16,-8 4-856 0,-8-1-872 15,-5 7-3113-15</inkml:trace>
  <inkml:trace contextRef="#ctx0" brushRef="#br0" timeOffset="4456.416">12936 2873 11997 0,'0'0'2780'0,"0"0"-2164"0,0 0-364 0,0 0 444 16,0 0 136-16,104 6 408 0,-60-15-84 0,3-4-384 16,6-6-384-16,2-3-304 0,5-10-84 15,0-3-188-15,4-6-388 16,-1 0-624-16,-7 0-720 0,-12 9-3224 0,12-10-5889 0</inkml:trace>
  <inkml:trace contextRef="#ctx0" brushRef="#br0" timeOffset="4840.359">14299 2054 17485 0,'0'0'2608'16,"0"0"-2360"-16,0 0-248 0,0 0 72 0,0 0 136 15,0 0 704-15,16 73 253 0,-12-26-437 16,-4 7-248-16,4 7-20 0,0 2 24 15,0 1-280-15,4-7-84 0,-4-3-120 0,4-12-60 16,4-11-180-16,4-10-76 0,-1-4 100 16,2-10 12-16,3-4-4 0,3-6-92 15,5-10 56-15,0-9 40 0,0-7 0 16,-4-6-64-16,4-3-36 0,-8-7 124 16,0 3 112-16,-4-2 64 15,-4 6 0-15,-1 1 0 0,2 8 4 16,-5 4 0-16,-1 9 60 0,-3 5 12 15,5 6-24-15,-5 5 0 0,4 0 40 16,-1 3 104-16,6 4 12 0,-2 5 100 0,6 4-48 16,-6 9-40-16,1 0-24 15,-3 8-112-15,-2 4-80 0,-3 2-96 0,0 5-228 16,-4 3-356-16,0 1-216 0,0 7-637 0,0-17-1607 16,0 15-4209-16</inkml:trace>
  <inkml:trace contextRef="#ctx0" brushRef="#br0" timeOffset="17048.691">4968 5763 8268 0,'0'0'1176'15,"0"0"-152"-15,0 0 521 0,0 0-393 0,0 0-60 0,0 0 68 16,0 0-224-16,-92-32-152 0,80 25 12 16,-4 5 104-16,4-3-436 0,1 3-68 15,-6 2-188-15,2 0-200 0,2 0 56 16,-2 0-64-16,2 7-136 0,-2-1 4 0,-1 6-16 15,0 4-12-15,4 3 36 0,0 6 40 16,4 4 32 0,0 3 48-16,4 3-8 0,4 5-48 0,0-1 60 15,0 2 4-15,8 0 8 16,-4 0 36-16,4-5 20 0,0-4-60 0,-4-13-16 0,4-4-56 0,-4-8 4 31,4-4 60-31,0-3 0 0,0-3 88 16,8-13 204-16,0-3-8 0,3-10 20 0,6-9-120 15,-5-10-124-15,3-5-60 0,1-11-244 0,-4-3-232 0,1-2 72 16,-2-4-140-16,1-4-12 0,-1-2-60 16,2 2 216-16,-10 2 100 0,6 2 28 15,-6 2 72-15,-2 5-4 0,3 3-72 16,-5 5-40-16,-3 1 224 0,5 10 92 16,-5-1 64-16,0 11 12 0,-1 1 36 15,-3 4-36-15,4 7 12 16,-4 3 88-16,4 6-40 15,-4 5 80-15,0 3 12 0,0 4 8 0,4 2-64 0,-4 2-92 16,0 0-80-16,0 2-200 16,0 2-48-16,0 2-40 0,5 1 148 15,-1 8 140-15,-4 5 328 0,4 8-128 0,-1 10-100 0,1 9 88 16,-4 14 24-16,0 9-64 16,0 9 24-16,4 7 16 15,-4 7-28-15,0 1-84 0,4-2-28 0,5 0-36 0,-5-12 160 16,-1-7-120-16,5-10 20 0,-4-9 40 15,5-13-104-15,-5-9-8 0,-1-9-88 16,1-7-232-16,4-13-372 0,0-3-344 16,4-3-592-16,0-17-792 0,-5 1-1981 0,6-25-2879 15</inkml:trace>
  <inkml:trace contextRef="#ctx0" brushRef="#br0" timeOffset="17205.96">5370 5578 8704 0,'0'0'4197'15,"0"0"-3661"-15,0 0-144 0,-4 86 408 0,-4-47 360 16,1-2-132-16,3-2-280 0,-5 0-392 16,9-6-356-16,0-7-152 0,0-3-132 15,0-10-140-15,0-6-272 0,4-3-476 16,1 0-1124-16,-1-6-2065 0,-4-16-1259 16</inkml:trace>
  <inkml:trace contextRef="#ctx0" brushRef="#br0" timeOffset="17328.15">5383 5284 5368 0,'0'0'7753'16,"0"0"-7385"-16,0 0-368 0,0 0 0 0,35-68-152 15,-27 59-192-15,4-1-540 0,4 1-853 16,-5-1-2151-16,10 7-2516 0</inkml:trace>
  <inkml:trace contextRef="#ctx0" brushRef="#br0" timeOffset="17728.168">5733 5534 3132 0,'0'0'7384'0,"4"92"-6507"0,-4-48-325 0,0 8 868 16,-4 4-76-16,0-5-188 0,4-13-424 15,-4-13-356-15,4-8-116 0,0-11-260 16,4-6-76-16,0 0 0 0,8-10 76 16,0-6 72-16,3-3-72 0,9-6-172 15,-3 0-140-15,3-4-100 0,-5 6 168 0,-2 2 168 0,-2 8-36 16,1 1 0-16,-8 7 48 0,5 3 64 0,-6 2 0 15,1 0 112-15,-4 7 104 0,4-1 24 16,-8 6 72-16,4 4 112 16,0 3-36-16,-4-3-192 0,4 3-196 0,0-7-24 15,0-5-212-15,-4-1 12 0,8-6 112 16,-5 0 112-16,6-3 80 0,-1-7 56 16,3-5 52-16,10-7-188 0,-1-4-52 15,3-5-232-15,5-1-64 0,0 3 120 16,4 1 144-16,-4 5-72 0,4 7 104 15,0 7-4-15,-4 6 56 0,0 3 180 16,-8 3 192-16,-1 9-48 16,-6 5 40-16,-2 5 268 0,-3 0-76 15,1 6 180-15,-9 2-244 0,4-5-176 16,-4 3-220-16,3-6-96 0,-3 3-8 16,4-5-164-16,0-1-60 0,4 0-112 15,-3-3-344-15,6-3-312 0,5 0-636 0,-4-7-1288 16,16-3-3265-16</inkml:trace>
  <inkml:trace contextRef="#ctx0" brushRef="#br0" timeOffset="18083.162">7681 4864 11745 0,'0'0'3932'16,"0"0"-3592"-16,-55-76-36 0,35 60 136 0,-1 3 328 16,6 10 480-16,-5 3-156 0,-1 10-188 15,-2 12-416-15,-1 13-340 0,0 12-88 0,-4 14 60 16,4 11 40-16,1 11-3 16,2 3 51-16,6 3 348 0,2 3-120 0,10-3-208 15,3-3-116-15,0-4 32 0,7-8-60 16,10-18-84-16,2-8 52 0,5-14-52 0,4-11-72 15,4-11 24-15,4-5 44 0,-1-7 4 16,10-7-8-16,-6-8 4 0,2-7-76 16,-2-7-188-16,-7-3-144 0,0 1 40 15,-12-5-104-15,0 5-193 0,-8 2-707 0,-8 0-1200 32,-4 7-1392-32,-16-6-1685 0</inkml:trace>
  <inkml:trace contextRef="#ctx0" brushRef="#br0" timeOffset="18236.625">7411 5568 13321 0,'0'0'4000'0,"0"0"-3432"0,0 0-344 0,0 0 356 16,0 0 560-16,0 0-4 0,0 0-296 0,91 52-99 15,-59-56-221-15,8-9-208 0,-1-2-148 16,-3-5-164-16,5-1-256 16,-10-5-204-16,5 3-144 0,-8-2-113 0,0 6-295 15,-5 0-824-15,-3 4-1104 0,-8 2-2357 0,-3 3-1055 0</inkml:trace>
  <inkml:trace contextRef="#ctx0" brushRef="#br0" timeOffset="18367.87">7849 5426 1120 0,'0'0'1608'16,"0"0"1348"-16,-24 89 3617 0,20-51-4625 0,4-3-708 16,0 3-208-16,0-3-296 0,7 0-92 15,1-3 60-15,1-4 156 0,2-3-248 16,1-2-356-16,1-7-256 0,2-4-84 0,5-2-196 16,-3-7-4-16,2-3-280 0,1-3-360 15,1-10-592 1,-10 0-1244-16,4-15-3825 0</inkml:trace>
  <inkml:trace contextRef="#ctx0" brushRef="#br0" timeOffset="18684.451">8259 4791 8988 0,'0'0'5733'0,"0"0"-4601"0,0 0-868 0,0 0 428 16,0 79 500-16,0-38 236 0,0 9-352 15,0 5-296-15,-4 8-316 0,0 1-283 0,-4 9 15 16,5 3-196-16,-2 7-4 0,-3 3-144 16,0 0 76-16,4-4 64 0,1-6-65 15,3-9 73 1,0-10 25-16,0-6 23 16,11-14 60-16,1-1 88 0,0-11-4 0,4 1-68 15,8-10 8-15,0-1 72 0,4-2 52 16,0-4-4-16,4-2-32 0,3-1-52 15,-3 1-96-15,0-4-16 0,0 1-56 0,0-2-96 16,-4 1-36-16,-4-3-328 16,4 0-216-16,-9 0-213 0,1-3-243 0,-4-10-852 0,-4 7-2488 15,-4-13-4037-15</inkml:trace>
  <inkml:trace contextRef="#ctx0" brushRef="#br0" timeOffset="19002.273">8749 5756 7564 0,'0'0'6893'16,"0"0"-4829"-16,0 0-1304 0,0 0-76 16,0 0 400-16,16 89 216 0,-12-61-12 0,0 4-339 15,0-3-489-15,0-4-208 16,4 1-104-16,-5-1-148 0,2-3-92 16,3-6-40-16,-4-7-12 0,0-5-24 0,3-4-16 15,2-4-68 1,-1-5-100-16,-1-7 120 0,10-3-37 15,-2-6-35-15,2-4-12 0,2 1 36 0,-3 0 24 16,5 5 148-16,-6 10 56 0,-3 3 4 16,0 7 48-16,-4 3 88 0,0 7 252 0,0 5-60 15,-4 4-96-15,0 4-28 0,-4 2-8 16,4 0-64-16,-4 6-36 0,0 1-48 0,4 3-12 16,4-4 0-16,-4-6-184 15,4 1-132-15,-4-4-376 0,4-3-992 16,-1-3-2104-16,2-4-1977 0</inkml:trace>
  <inkml:trace contextRef="#ctx0" brushRef="#br0" timeOffset="19570.622">9606 4854 10196 0,'0'0'2393'0,"0"0"-1257"0,0 0-276 16,0 0 136-16,0 0 136 0,-96 23-284 0,76-4 152 16,-4 6-64-16,8 10-252 0,0 6-36 15,1 10-212-15,7 10 16 0,-1 2-87 0,9 10 95 0,0 3-184 16,0 0-176-16,13 4-100 15,-6-7-76-15,9-3-92 0,0-13 24 16,1-10-28-16,2-12-68 0,1-13-101 0,0-12-75 16,8-10-132-16,-1-3-156 0,1-13-364 15,8-9-1112 1,-12 0-2068-16,12-27-1389 0</inkml:trace>
  <inkml:trace contextRef="#ctx0" brushRef="#br0" timeOffset="19754.284">10068 4911 8160 0,'0'0'5465'0,"0"0"-4057"16,0 0-792-16,0 0 488 0,-28 70 40 0,16-25 76 15,-4 6-140-15,1 6-104 0,-2 6-428 16,6 4 33-16,-2 3-133 0,1-1-264 0,5 5-184 16,3-4-116-16,-1-1-100 15,5-8-76-15,0-10-229 0,0-16-159 16,9-17 80-16,-2-8-72 0,5-10-480 0,1-16-708 15,2-6-1972 1,-7-3-1013-16</inkml:trace>
  <inkml:trace contextRef="#ctx0" brushRef="#br0" timeOffset="19970.191">10227 4914 10844 0,'0'0'2933'16,"0"0"-1969"-16,0 93-192 0,-4-43 132 15,-3 17 256-15,-6 6 48 0,1 7-16 0,1 2-288 16,-2 4-468-16,6 0-324 0,-6-1-112 16,5-3-48-16,1-2-196 0,-1-13-148 15,4-14-192-15,-1-17 92 0,5-17 100 0,0-9-112 16,0-10-508-16,0-20-748 0,0-6-1420 16,0-11-2137-16,0 5-983 0,0-35 5244 0</inkml:trace>
  <inkml:trace contextRef="#ctx0" brushRef="#br0" timeOffset="20304.756">10283 5023 12745 0,'0'0'2036'0,"0"0"-1456"0,0 0 476 0,0 0 300 0,88-26-540 31,-73 26 264-31,2 6 44 0,-6 7-368 16,2 3-255-16,-2 6-249 0,-3 8-180 0,-4 0-72 15,-4 9-12-15,0 5-144 0,-4 4-16 16,-11 3 64-16,-2 3-209 0,-2 3-203 15,-1-3 32-15,-4-4 96 0,0-5 148 0,0-7 132 16,0-6 112-16,4-4 88 0,0-9-40 16,8 0 12-16,4-2-52 0,5-4-8 0,3-4 64 15,7 0 44 1,9 1 112-16,0-1 72 0,8 0-72 0,0-2-96 16,3 3 44-16,1-4-120 0,4 3 172 15,0 1-52-15,0 2 5 0,5 1-125 16,-6 3-48-16,5 3-4 0,-8-3-44 0,0 3-149 15,-9 0-55-15,2 0-116 16,-1-3-144-16,-9-7-84 0,5 1-264 16,-7-10-932-16,-2 0-2016 0,1-19-2437 15</inkml:trace>
  <inkml:trace contextRef="#ctx0" brushRef="#br0" timeOffset="20563.826">10976 4959 4528 0,'0'0'9485'0,"0"0"-8613"0,88-3-480 0,-53 3 124 15,6 10-204-15,-2 5 328 0,1 5 220 0,-4 5-352 16,4 3-140-16,-8 7-328 0,0 7-40 16,-8 5-100-16,-1 7 100 0,-3 6 112 15,-8 9 96-15,-7 2-132 0,-5 6-68 16,-13-5 52-16,-6 1 64 0,-5 1-40 15,-4-8-8-15,-4-6-76 0,4-5-108 0,0-11 24 16,4-9-76-16,5-13-360 0,-2-12-408 16,5-10-400-16,4-10-840 0,5-15-2417 15,-2 3-2935-15,5-26 6556 16</inkml:trace>
  <inkml:trace contextRef="#ctx0" brushRef="#br0" timeOffset="20739.306">12064 5381 7796 0,'0'0'9185'16,"0"0"-8145"-16,88 10-360 0,-61-10-16 15,6 3-308-15,-10 0-112 0,1-3-128 0,-4 0-116 16,-4 4-168-16,0-4-224 0,0 0-616 16,-4 0-592-16,-8 0-1360 15,-4 6-2713-15,0-3-1919 0,-28 10 6905 0</inkml:trace>
  <inkml:trace contextRef="#ctx0" brushRef="#br0" timeOffset="20872.127">11945 5781 8460 0,'0'0'7133'16,"0"0"-5445"-16,0 0-1028 0,0 0 312 0,79 41-236 16,-39-41-48-16,4-12 200 0,4-1-292 15,3-6-267-15,-3 0-329 0,4 0-148 16,-8 1-181-16,4 5-239 0,-8 2-240 0,3 9-428 0,-11-2-1216 15,16 4-4509-15</inkml:trace>
  <inkml:trace contextRef="#ctx0" brushRef="#br0" timeOffset="21529.965">14052 4956 11041 0,'0'0'2712'15,"0"0"-1472"1,0 0-120-16,100 29 180 0,-73-7-88 16,-3 9 92-16,-7 8-60 0,-6 5-259 0,-3 1-441 15,-4 5-204-15,1 1-52 0,-5-1-80 16,0 1 152-16,0-6-116 0,0-7-244 16,0-10 0-16,-5-11-160 0,5-4-8 15,0-11 24-15,0-2-60 0,5 0-88 16,2-13-168-16,9-6 48 0,0-9 172 0,8-7-29 0,-4-3-71 15,4 0 48-15,0 1-64 0,-4 4 140 16,3 8 208-16,-2 6-4 16,-1 3 0-16,-1 9-108 0,-2 7 108 0,-6 0 12 15,-3 4 0-15,4 9 352 0,-4 2 4 16,0 7-52-16,1 5-64 0,-2 0-80 0,-3 5 33 16,0 0-21-1,0 3-4-15,0 0-56 0,-4-1-76 16,0 2-36-16,0-4-148 0,0-4-32 15,0-3-76-15,0-2-317 0,-4-7-267 16,4-7-664-16,0-3-1200 0,0-6-1860 16,-4-9-1801-16</inkml:trace>
  <inkml:trace contextRef="#ctx0" brushRef="#br0" timeOffset="21833.257">14957 4731 12865 0,'0'0'2500'16,"0"0"-2072"-16,0 0 200 0,0 0 420 0,95-33-280 16,-75 31-176-16,-4-2 96 0,0 4-284 0,0 0-236 0,4 0-168 15,-4 6-108-15,-5 5 36 0,2 8-4 16,-9 6 76-16,-4 13-84 0,-8 9-52 16,-8 7-132-16,-4 3-28 0,-4-3 36 0,4-3 204 15,4-9 56-15,8-10 56 0,0-10-52 16,8-4-8-16,0-5 4 15,8 0-60-15,8-4 60 16,4-2 220-16,7-4 100 0,5-3 84 16,9 0-156-16,-2 0-92 0,6-10-92 0,-2 4-64 15,1-6-112-15,0 2-328 0,-1-4-372 16,-7 6-448-16,-8 2-1396 16,8-5-4165-16</inkml:trace>
  <inkml:trace contextRef="#ctx0" brushRef="#br0" timeOffset="22860.41">4936 7943 5916 0,'0'0'7549'0,"0"0"-6521"0,0 0-1016 15,0 0 152-15,-64-72 316 0,49 58 464 16,-6 6 96-16,6 2-184 0,-1 6-80 16,-1 0 12-16,6 2-408 0,-5 14-380 15,0 9-36-15,4 7-112 0,0 10 148 0,0 8 132 16,8 8 16-16,4-1-92 15,0-4-56-15,0-5-72 16,8-13-136-16,0-13 48 0,4-8 4 16,4-12 156-16,0-2 108 0,7-6 76 15,1-16 24-15,4-6-208 0,0-18-392 16,0-8-220-16,0-9-104 0,-4-4-224 0,4-5-364 16,-1-1-284-16,1-4-204 15,0-6 148-15,-4 1-489 0,4-8-971 16,-7 3 12-16,-6-3 421 0</inkml:trace>
  <inkml:trace contextRef="#ctx0" brushRef="#br0" timeOffset="23050.952">5171 7136 40 0,'0'0'2608'0,"4"-91"-2164"0,-4 63 5232 16,0 11-3660-16,-4 5-611 16,0 9 87-16,1 0-136 0,-1 3 16 15,4 0-200-15,-5 3-616 0,-3 3-212 16,4 7-344-16,0 7 4 0,4 8-4 0,-3 6 136 16,3 14 160-16,0 6 48 15,3 10-48-15,-3 1-52 0,0 12 12 16,0 0-84-16,0 5-148 0,0 1-24 0,0-8-232 15,-3 2-84-15,-1-13-64 0,4-5-176 0,0-14-320 0,4-10-856 16,3-16-872-16,1-10-2185 0,1-4-3351 16,-2-22 7604-16</inkml:trace>
  <inkml:trace contextRef="#ctx0" brushRef="#br0" timeOffset="23192.577">5442 7747 2736 0,'0'0'10085'15,"0"0"-8757"-15,8 72-812 0,-8-39 332 0,0 4 680 16,0 2 8-16,-4-1-380 0,0-7-520 16,0-2-636-16,0-6-48 15,4-8-248-15,0-5-8 0,0-1-164 0,0-6-592 16,0 1-1020-16,-4-4-3837 0</inkml:trace>
  <inkml:trace contextRef="#ctx0" brushRef="#br0" timeOffset="23353.6">5498 7585 3344 0,'0'0'9881'15,"0"0"-8701"-15,0 0-748 0,0 0-4 0,0 0-428 16,40-77-88-16,-36 65-304 0,3 2-548 16,1 2-692-16,1 4-2437 0,-5 1-4074 0</inkml:trace>
  <inkml:trace contextRef="#ctx0" brushRef="#br0" timeOffset="23720.718">5669 7889 6672 0,'0'0'3904'16,"4"77"-2579"-16,-4-49-557 0,0 4 356 0,0-1 380 15,0-5-60-15,0-10-312 0,0-7-516 0,0-6-368 16,4-3-64-16,5-3-12 0,-2-9 64 16,9-8-236-16,0-5-148 15,4-7-320-15,3 1-112 0,-2-1 72 0,3 10 124 16,-9 6 60-16,6 9 88 0,-6 7-16 15,-2 4 252-15,2 12 76 0,-6 6 348 16,2 3 48-16,-7 7-124 0,4 1 48 16,-3-5 72-16,2-6-148 0,-3 0-72 15,4-9-100-15,-4-5-28 0,4-1-44 16,0-3-28-16,4-4 36 0,0-4 88 0,4-5-12 0,4-10-72 16,-1-3-88-16,9-7-132 0,0 1-112 0,0-4-28 15,0 0 64-15,0 7 36 16,0 6 48-16,-4 2 28 0,-1 5 20 15,-2 6 76 1,-5 6 100-16,-4 0 220 0,3 0-100 0,-2 10 60 16,-2-2-72-16,-3 3-12 0,5 1 0 15,-10 1-60-15,5 6-28 0,-4-3 4 0,1 3-112 16,-5 4-24-16,4-2-344 0,-4 2-416 16,0-5-792-16,0 2-1264 15,0-4-5077-15</inkml:trace>
  <inkml:trace contextRef="#ctx0" brushRef="#br0" timeOffset="26732.867">7701 7103 364 0,'0'0'900'16,"0"0"-12"-16,0 0 3640 0,0 0-2356 16,0 0-480-16,0 0-239 0,-47-68-313 15,42 65-260-15,5 3-196 0,-4 0-92 0,-4 6 36 16,1 8-352-16,-2 5-108 0,-6 9 32 16,3 9 72-16,-8 9 28 0,3 7-28 0,2 4-60 15,-5 4-64-15,0 3 0 0,4-1-72 0,-4 4-76 16,4-4-116-16,0-2-68 0,0-10 60 15,9-7 48-15,-2-13 12 16,1-4-32-16,4-15 8 0,4-3-88 0,0-2-148 16,0-7-112-16,4 0 20 0,4 0 152 15,8-3 124-15,0-3 132 0,0-5-4 16,5 5-216 0,-6 4 104-16,1 2-28 0,0 0 28 15,-5 2 124-15,2 10 48 0,-5 7 168 0,4 10-80 16,-4-4 4-16,-4 11 124 0,0-1-64 15,-1 7 116-15,-3 2-36 0,0 6-56 16,0 4-64-16,-3 3-92 0,-1 4-68 16,-4 2-112-16,-1-6-28 0,5 1 140 15,1-8 52-15,-1-8-52 0,4-8-76 0,0-8-184 0,0-8-236 16,0-1 84-16,0-8 32 0,4-2-160 16,-1-7-872-16,6 0-60 0,-1-7-541 15,3-6-919-15,2-9-1688 0,-1 3 3952 0</inkml:trace>
  <inkml:trace contextRef="#ctx0" brushRef="#br0" timeOffset="27169.009">8530 7213 3756 0,'0'0'1396'16,"0"0"1556"-16,0 0-1892 0,0 0-528 15,0 0 332-15,0 0 105 0,0 0 171 0,0 0-32 0,0 0-296 16,0 0-204-16,-84 48-192 0,76-26-52 15,-3 3 4-15,2 8 92 16,-3 1 160-16,5 4-136 0,-2 3-88 0,-3 8-124 16,5 4 24-16,-1 4 48 0,-5 4-60 15,6 8-104-15,-1 5-92 16,-1 5-76-16,2 3-12 16,3 8-36-16,0 5 36 0,4-1 60 15,0 5-56-15,4-4 108 0,7-3 180 0,2-3-84 16,2-3-148-16,6-10-60 15,3-6-56-15,-5-9-116 0,9-11-96 16,0-12-148-16,4-8-332 0,3-11-476 0,-3-7-892 0,-4-10-1908 16,13-4-2469-16</inkml:trace>
  <inkml:trace contextRef="#ctx0" brushRef="#br0" timeOffset="27950.532">9016 7042 3560 0,'0'0'0'0,"0"0"0"0,0 0 1172 0,0 0-520 16,0 0-352-16,0 0 76 0,0 0 264 15,0 0 60-15,0 0-152 0,0 0-252 16,0 0 96-16,-4-25 8 0,4 27 80 16,0 3 128-16,0 0-56 0,0-2-71 15,0 0-45-15,0 0 12 0,0-3 16 0,0 4-68 16,0-4-128-16,0 0-116 0,0 0-64 16,0 0-36-16,0 0 24 0,0 0 0 0,0 0 0 15,0 0 76-15,0 0 52 0,0 0 64 16,0 0-4-16,0 0 16 0,0 3 36 15,4-3-4-15,-4 0 4 0,0 0 8 16,0 0-20-16,0 0-40 0,0 0-64 0,0 0-40 16,0 0-20-16,0 0-56 0,0 0-32 0,0 0-40 31,0 0-12-31,0 0-8 0,0 0-104 0,4 4 48 0,-4 1 64 16,4 5 24-16,-4 3 140 0,4 2-40 0,0 4-28 15,-4 4-92-15,4 2 4 16,-4 1 76-16,4-1-76 15,-4 3-4-15,0 1-4 0,0 3 0 16,0 3 0-16,0 0-72 0,0 3 64 0,0 4 4 16,-4-5-160-16,0 1-8 15,4-6-76-15,0-6-40 0,0-7-148 0,0-3-348 16,4-9-400-16,0-5-1384 0,4-4-3585 0</inkml:trace>
  <inkml:trace contextRef="#ctx0" brushRef="#br0" timeOffset="28627.69">10327 6972 5456 0,'0'0'520'15,"0"0"4012"-15,0 0-2727 16,0 0-417-16,0 0 156 0,0 0-48 0,0 0-352 16,59 73-120-16,-35-32-236 0,-3 7-104 0,2 3-52 15,-3 2-280-15,-3 1-156 16,2 1-196-16,-3-8 0 0,0-5-84 0,0-7-40 16,-4-7-68-16,0-9-16 0,4-6-12 15,0-10-156-15,-1-3-508 0,6-10-36 16,3-6-904-16,-5-6-2428 0,-2 3-2633 15</inkml:trace>
  <inkml:trace contextRef="#ctx0" brushRef="#br0" timeOffset="28802.961">10880 7092 5396 0,'0'0'7205'0,"0"0"-5373"16,0 0-1172-16,-51 74 4 0,23-40 528 0,-7 8 24 15,-2 2-20-15,-3 4-352 0,1-7-404 16,3 1-232-16,-1-7-208 0,2-7-104 15,-1-2-104-15,4-4-108 0,-4-7-404 0,1-2-304 32,-1-3-572-32,-1-4-1316 0,2-3-2637 0,7-3-2767 15,-12 0 8209-15</inkml:trace>
  <inkml:trace contextRef="#ctx0" brushRef="#br0" timeOffset="28962.126">10115 7442 704 0,'0'0'2584'15,"0"0"2544"-15,0 0-2980 0,0 0-219 0,92-13-181 16,-60 10-272-16,8 1-460 16,4-5-256-16,4 3-128 0,8-5-248 15,-1-4-168-15,5-3-216 0,7 0-112 0,2-7-96 16,2-2-124-16,1 0-524 0,-4 3-660 0,-4 0-1428 16,-21 6-2445-16</inkml:trace>
  <inkml:trace contextRef="#ctx0" brushRef="#br0" timeOffset="29519.863">8657 8207 3124 0,'0'0'600'0,"0"0"5564"0,0 0-3883 0,0 0-1105 0,0 0-360 16,0 0 4 0,0 0 0-16,0 0 8 0,0 0-304 15,0 0-76-15,0 0-40 0,36-6 112 0,-4-1 80 16,8 1-96-16,8-7-136 0,15 1-100 16,5-4 40-16,12 0-128 0,4-4 4 0,8 5-64 15,3-1-112-15,8 0-4 0,5 1-4 16,3-2-8-16,9 4-88 15,3-2 84-15,-3-1-96 0,4-3-28 0,-5 3 4 16,-3-1-40-16,-1 3 88 0,5 0-64 16,-1 5 72-16,-3 6 76 0,-13 3-12 0,-7 0-180 15,-8 7-44-15,-12 1 236 0,-5 6 36 16,-11-3-36-16,-8 6-344 0,-12-4-112 16,-9 3 236-16,-6-7-88 0,-6 1-76 0,-10-1-212 15,-2-6-236-15,-7-3-416 0,0 0-344 0,-7-3-392 16,-6-3-3057-16,-15-13-267 0</inkml:trace>
  <inkml:trace contextRef="#ctx0" brushRef="#br0" timeOffset="30353.185">9729 6978 2764 0,'0'0'328'16,"0"0"-264"-16,0 0 2724 0,0 0 136 16,0 0-1320-16,0 0-251 0,0 0-229 15,0 0-192-15,8 83-208 0,-8-60-156 16,0 4-228-16,0 3-304 0,0 7-36 0,0 2-200 16,-4 8-92-16,0 4-60 0,0 3-128 15,1 3-360-15,-1-3 212 16,-1 0 28-16,5-6 280 0,0-6 140 0,0-5 92 15,0-5 28-15,0 0 60 0,0-7 88 16,0 0 220-16,5-3 0 0,-1 0-52 16,-4 2-64-16,7-3 36 0,-3 1 44 15,0 3 84-15,0-2 112 0,0 3-36 16,1 2-140-16,-2 3-116 0,1-1 28 16,0 1 20-16,4 0 56 0,-8 1-20 0,8 0 44 15,-8 0-52-15,8-3 0 0,-4-4-28 0,-4 4-52 16,4-7-120-16,0 4-44 0,-4-1-8 15,4 3-36-15,0 5-16 0,-1-6-12 16,2 5-20-16,-1 0-56 0,-4 0-20 0,4 0-104 16,0 2-28-16,0-2-400 15,-1 3-596-15,6-3 524 0,-9-3 116 0,4 2-136 16,0-2 308-16,0-1-89 0,0 0 253 0,-4 2 224 16,3-2 72-16,-3 1 16 0,4-4 52 15,0 0-48-15,1 1 204 0,-1-1-208 16,-4 4-4-16,4 0-268 0,0-1-644 0,-1 1-980 15,-3-1 144-15,0 1 44 16,4 3 104 0,-4-5 12-16,0 6 1448 0,0-4 144 0,0-4 172 15,0 4 624-15,0-8 24 0,0 2 576 16,0-2-304-16,0-4-372 0,0-4-216 16,0-1-124-16,0-5-340 0,0-4-40 15,0 0-784-15,0-3-1756 0,0 0-288 16,0-3 2696-16</inkml:trace>
  <inkml:trace contextRef="#ctx0" brushRef="#br0" timeOffset="30832.383">9004 8921 4012 0,'0'0'992'15,"0"0"3884"-15,0 0-2991 0,0 0-505 16,104-47-184-16,-68 35-184 15,-5 1-160-15,5 5-148 0,-4-1-168 0,-4 5-176 16,-4 2-88-16,0 0-40 0,-5 7-84 0,-2 1-48 16,-6 9-100-16,2-2-48 15,-5 8 48-15,-4-1-4 0,-1 6-48 0,-3 1 40 0,0-4-72 16,-3 1 72-16,-5 0-60 0,-1-12 60 0,-2 3 0 16,-1-4 12-16,-1-7 44 0,6-2-44 31,-10-2-24-31,6-2 16 0,-5 0-40 15,0-9-140-15,-4-4-24 0,-3-7 204 0,6 1-108 16,-3 0 52-16,8 5 52 0,1-6-100 16,2 1-36-16,5 0 0 0,0 0-92 0,4 0-44 15,0-3-104-15,0 3-292 0,4-6-468 0,9-1-776 16,-6 7-945 0,5-10-2863-16</inkml:trace>
  <inkml:trace contextRef="#ctx0" brushRef="#br0" timeOffset="31612.893">10582 8579 1604 0,'0'0'784'15,"0"0"3244"1,0 0-1300-16,0 0-815 0,0 0-617 0,0 0-68 15,0 0 52-15,0 0-48 0,0 0-280 0,0 0-280 16,79 66-128-16,-55-35-88 0,-3 5-100 16,-2 2-172-16,-3-3-36 15,0 4-60-15,0-6-88 0,-4 0-100 0,0-2-96 16,0-5-100-16,0-4-184 16,0-3-560-16,-4-6-348 0,3-4-836 15,-2-9-721-15,-1 0-1563 0,-1-3-892 0,1-7 4592 16</inkml:trace>
  <inkml:trace contextRef="#ctx0" brushRef="#br0" timeOffset="31792.413">10929 8543 744 0,'0'0'9500'0,"0"0"-7455"0,0 0-1125 16,0 0-360-16,0 0 88 0,0 0 260 0,-49 74 52 15,38-46-224-15,-6 3-276 0,2 5-176 16,-1-4-96-16,0-1-104 0,0 1-84 0,0-3-220 15,0-1-44-15,0-2-80 0,0-4-380 16,1 0-156-16,-2-6-472 0,2 0-472 16,-2-7-505-16,-2 1-2059 0,6-3-732 0,-11-5 4529 15</inkml:trace>
  <inkml:trace contextRef="#ctx0" brushRef="#br0" timeOffset="31992.951">10435 8909 1564 0,'0'0'796'0,"0"0"-196"0,0 0 4352 15,0 0-3176-15,0 0-692 0,0 0 9 16,0 0 47 0,0 0 32-16,0 0-260 0,84-10-48 0,-57 7-156 0,1 0-124 15,7-3-112-15,2-7-140 16,2 3-96-16,5-5-92 0,0-2-144 0,0 2-160 0,0-1 24 16,3 0-272-16,-6 0-176 0,2 3-140 15,1 1-156 1,-4 2-408-16,-8 4-1356 0,4 3-3341 15</inkml:trace>
  <inkml:trace contextRef="#ctx0" brushRef="#br0" timeOffset="33995.792">10586 8382 1280 0,'0'0'8768'16,"0"0"-6323"-16,0 0-421 16,0 0-472-16,0 0-340 0,0 0-368 0,0 0-44 0,0 0-124 15,28 89-148-15,-16-48-116 16,4 7-80-16,-4 2-112 0,-1 4-88 15,2 0 28-15,-6 0-100 16,1 0-60-16,0 3-64 0,-3-6-84 16,-1 0-12-16,-1-10-68 0,1-10 56 15,0-5 12-15,-4-13 4 0,0-3-28 0,0-10-136 16,4 0-316-16,-4 0-92 0,4-7-124 16,1-9-192-16,2-3-140 0,-3-7-916 15,0-5-737-15,-4-7-1371 0,0-3 88 16,-4 0 1980-16</inkml:trace>
  <inkml:trace contextRef="#ctx0" brushRef="#br0" timeOffset="34397.047">10725 8718 1060 0,'0'0'1292'0,"0"-69"-980"0,0 40 1176 0,9 3 2548 0,-2 7-1964 16,5 4-475-16,1-2-189 0,2 2-12 15,5 2-272-15,-4 1-272 0,4 2-216 0,0 4-164 16,-4-1-40-16,0 3-108 0,-4 4-56 16,-1 0-56-16,-2 0-16 0,-1 4 12 0,-1 6-24 0,-3 3-60 15,-4 6 32-15,0 9-20 0,0 7-136 16,-8 4-40-16,-3 5 28 15,-6-4-76-15,2 2 40 0,-1-4 40 0,-5-6 8 16,6-1 4-16,-1-6-4 0,4-5 4 16,4-7-4-16,0-4-60 0,8-2-88 15,0-7-72 1,0 3-100-16,12-3 16 0,0 6 304 0,12-6 8 16,0 4 128-16,4-1-48 0,0-3-40 15,0 0-44-15,-1 0 8 16,-3 0 36-16,-4 0 40 0,-4 0-16 0,0 6-12 15,-4-3 164-15,-5 7 56 0,2-1-48 0,-5-3-48 16,0 7-48-16,-4-4 20 0,0 4-20 16,0 1 20-16,-4-2 64 0,-4 1 36 0,-4 0 72 15,4 1-108-15,-8 0-135 0,4-5 39 16,-8 4-124-16,4-4-4 0,-8-2-108 16,0-1 28-16,1-6-197 0,-9 0-291 0,0-3-196 15,-4-10-124-15,0-2-20 0,0-8-400 16,4-2-672-16,8-6-760 15,9 4-1533-15,2-14-1955 16</inkml:trace>
  <inkml:trace contextRef="#ctx0" brushRef="#br0" timeOffset="35229.058">11705 7029 3068 0,'0'0'144'0,"0"0"4716"0,0 0-2812 15,0 0-503-15,0 0-189 0,0 0-108 16,80 45-124-16,-56-27-176 16,4 1-88-16,0 4-252 0,-1 2-52 0,5 4-4 15,0 7-72-15,-4 1-124 0,4 8-88 16,-4 2-132-16,0 7-124 0,-4 6 184 16,-5 7-80-16,-6 9-116 0,-1 3-48 0,-5 7-136 0,-7 0 52 15,0 6-76-15,0 0 24 0,0-1 96 16,-4 2-20-16,-3-7 104 15,-1 0-4-15,-5 0 8 0,-2-7 28 0,-5-2-28 16,4-8-64-16,-8 1 60 0,4-7-44 0,4-5 0 16,-4-11-28-16,9-12 4 0,-2-7-100 15,5-12-136 1,4-2-220-16,1-14-80 0,3 0-212 0,0-5-576 16,0-9-1240-16,-4-6-2109 0,4 1-2019 15,-4-19 5592-15</inkml:trace>
  <inkml:trace contextRef="#ctx0" brushRef="#br0" timeOffset="36114.893">12538 6884 1004 0,'0'0'8200'0,"0"0"-6055"0,0 0-673 0,0 0-552 15,0 0-56-15,0 0 68 0,0 0-252 0,0 0-180 31,0 0 24-31,0 0-92 0,0 0-132 16,80-14-188-16,-57 8-64 0,-2 3-48 16,-1-4-12-16,-1 5-64 0,-3 2-60 0,-4 0-36 0,4 2-28 0,-8 8 64 15,5 6 64-15,-6 10 60 0,-3 4-76 16,-4 12-88-16,0 9 16 0,-4 6-16 16,-3 7-72-16,-6 3-20 0,-2 2-172 15,2 1-60-15,-6-2 196 0,6-10 204 16,-2 3 100-16,-1-7 64 0,4-6-4 15,-1 0 92 1,6-10 88-16,-1-6-76 16,4-4-52-16,4-6 16 0,0-3-128 0,0-2-60 15,0-2-40-15,4 4-40 0,4-3 128 0,-1 3 12 16,6 4 12-16,-1 2-4 0,0 6 60 0,0 4-60 16,3 4 136-16,1 5 244 0,-4 7-8 15,1 0-80-15,-6 3 36 16,5 0 12-16,-3 0-52 0,2-1-60 0,-3-2-52 0,1 4 16 15,-2-2-128-15,1 1-60 0,0-3 52 16,0 0-52-16,0-1-4 0,4-4 40 0,0-6 28 16,-4-2 20-16,4-3-8 0,0-3 8 15,-4-10-88-15,0-3-8 0,-5-5 0 16,1-6-72-16,-4-4 0 0,5-4-188 16,-5 0-420-1,0-4-76-15,0-4-68 0,4-9-740 0,-4 4-1392 16,0-18-3045-16</inkml:trace>
  <inkml:trace contextRef="#ctx0" brushRef="#br0" timeOffset="36355.329">13363 7763 9640 0,'0'0'5333'16,"0"0"-4629"-16,0 0-488 0,75 0 412 16,-43 0 172-16,0 0-72 0,5 0-60 0,-6-3-188 15,5 3-368-15,0-7-112 0,-4 4-232 0,3-4-568 16,-7 7-464-16,-4-2-644 0,-12 2-2341 16,1 2-2823-16</inkml:trace>
  <inkml:trace contextRef="#ctx0" brushRef="#br0" timeOffset="36500.096">13438 8178 4272 0,'0'0'6392'0,"0"0"-5003"0,0 0-849 16,0 0 240-16,0 0 564 0,0 0-96 0,0 0-96 0,0 0-136 0,80 60-192 15,-44-66-428-15,4-9-396 0,4-1-260 16,-1-3-292-16,-2 0-300 0,-2 3-520 0,-11 3-1636 0,0 7-5261 15</inkml:trace>
  <inkml:trace contextRef="#ctx0" brushRef="#br0" timeOffset="39466.553">11374 6594 2668 0,'0'0'156'0,"0"0"1148"0,0 0 3388 15,0 0-3296-15,-79 73-503 0,55-48-161 16,-4 5-220-16,0 4-204 0,-4 1-308 16,0 0-24-16,-3 3-208 0,7-3-88 15,0-6-208-15,4-4-321 0,8-6 229 16,0-6-40-16,4-7-144 0,5-6-584 16,-2 0-656-16,5-13-2288 0,4 4 3720 0</inkml:trace>
  <inkml:trace contextRef="#ctx0" brushRef="#br0" timeOffset="39688.013">11028 6696 1852 0,'0'0'888'0,"0"0"-760"16,0 0 3116-16,0 0-696 0,0 0-1124 15,0 0-612-15,0 0-347 0,0 0-181 16,0 0 24-16,-68 86 36 0,57-61 68 16,-2 0-4-16,6 7-88 15,-1-4-120-15,8 4-44 0,0-3-44 16,0 0-60-16,8-4 76 0,3-3-116 15,6-6 52-15,2 0-64 0,1-6-4 16,4-4-84-16,8-3-28 0,4-3-152 0,3-6-636 16,6-9-468-16,2-2-1341 0,-15 1-3331 15</inkml:trace>
  <inkml:trace contextRef="#ctx0" brushRef="#br0" timeOffset="40272.58">11685 6372 1448 0,'0'0'612'0,"0"0"1552"0,0 0 1964 0,0 0-2820 0,0 0-144 15,0 0-223-15,0 0 71 0,48 73 8 16,-40-48-208-16,-4 4-360 16,-4 0-172-16,5-4-92 15,-5 0-140-15,0-3-48 0,4-3-144 0,-4-3 16 16,3-3-60-16,-3-7 0 0,4-1-52 15,-4-5-92-15,4 0 4 0,0 0 48 0,0-5 88 16,5-4 116-16,-2-4-12 0,5 0-116 16,-4 1 12-16,4-1 12 0,-4 0 172 15,3 4-68-15,-2 3-52 0,-5 3 76 16,4-1 4-16,-1 1-44 0,-2 3-36 0,-1 0 24 16,0 0 60-16,0 7 44 0,0-1 164 0,3-3-72 15,-3 3-16-15,1 1 76 16,-1 2-100-16,-4-3-52 0,4 1-64 15,-4 3-628-15,4-5-260 0,-4 5-1117 0,0-3-2347 16,3-1 528 0</inkml:trace>
  <inkml:trace contextRef="#ctx0" brushRef="#br0" timeOffset="40489.458">12068 6517 2128 0,'0'0'4668'0,"0"0"-2916"0,0 0-160 0,0 0 97 0,0 0-93 15,0 0-376-15,0 0-348 0,0 0-308 16,88 5-236-16,-69-12-316 0,1 3-12 16,1-4-200-16,-2 1-404 0,5-3-532 0,-4 4-556 15,0-4-1085-15,-8 4-2667 16,4-6 1136-16</inkml:trace>
  <inkml:trace contextRef="#ctx0" brushRef="#br0" timeOffset="40652.2">12450 6303 820 0,'0'0'6132'0,"0"0"-4496"0,0 0-836 15,0 0 724-15,0 0 97 0,0 0-205 0,17 75-392 0,-17-49-480 16,3-1-368-16,1 5-176 15,0-3-8-15,0-2-208 0,0 5-60 0,1-2-408 16,-1-3-956-16,-4-2-1073 0,3-1-3563 0</inkml:trace>
  <inkml:trace contextRef="#ctx0" brushRef="#br0" timeOffset="41105.897">11694 6924 2644 0,'0'0'144'0,"0"0"-144"0,0 0 92 16,0 0 1848-16,0 0-340 0,0 0-440 15,88-15-304-15,-65 12 116 0,5-4-172 16,7 0-360-16,2 1-119 0,3-3 43 0,7 2-96 16,5-2-36-16,4 0-52 0,4-1-108 0,-4 0-72 15,4 1-104-15,-5-1 104 0,-3 1-152 16,-4-1-144-16,-1 4-244 0,-7-4-133 16,-4 4-219-1,-4 3-496-15,-4 0-428 0,-5 0-24 16,-2 3-676-16,-10 0 664 0</inkml:trace>
  <inkml:trace contextRef="#ctx0" brushRef="#br0" timeOffset="43547.466">14909 7654 836 0,'0'0'716'0,"0"0"6148"0,0 0-5580 16,0 0-188-16,0 0-75 0,0 0 155 0,0 0 8 15,0 0-124-15,0 0-104 16,0 0-264-16,-8-11-296 0,8 13-184 0,12 5 124 0,4 5 72 16,-1 7-28-16,2 6-72 15,-2 8-124-15,-2 4-72 0,-6 2-40 0,1 1-16 16,-4 9-56-16,0-8-88 16,-4 3 40-16,0-3-76 0,0-2-36 0,0-9 12 15,0-6 16-15,0-8-4 0,0-4 24 16,0-9-72-16,5-3-176 0,-1-3-284 15,-1-7-16-15,5-5 320 0,5-12 160 0,-2 0-120 16,5-9 60 0,0 2-24-16,0-4 252 0,0 6 12 0,-1 4 52 0,2 5 24 15,-2 4-16-15,-2 7 68 16,-2 3 84-16,-2 2 64 0,-1 3 28 16,0 4-16-16,-1 0 12 0,-3 6-28 0,5 8-96 15,-1 2-16-15,-5 2 4 0,1 7-28 16,-4 0-52-1,0 2-72-15,0 1 36 0,0-2-48 0,0 2-12 0,0-5-164 16,-4-5-72-16,4 2-148 16,-3-8-544-16,3 1-304 0,0-10-956 0,0-1-1677 0,0-2-1755 15</inkml:trace>
  <inkml:trace contextRef="#ctx0" brushRef="#br0" timeOffset="43737.539">15530 7893 4396 0,'0'0'8069'0,"0"0"-6845"0,0 0-752 0,0 0 48 15,0 0 160-15,0 0 96 0,0 0-308 16,0 0-256 0,92 18-212-16,-76-23-40 0,3-5-348 15,2-3-632-15,-5-2-600 0,0 4-1120 0,4-8-3269 16</inkml:trace>
  <inkml:trace contextRef="#ctx0" brushRef="#br0" timeOffset="43926.498">15960 7619 848 0,'0'0'9936'0,"0"0"-8467"0,0 0-957 0,0 0 72 15,0 0 460-15,0 0 64 0,-11 87-160 0,11-62-300 16,-4 7-300-16,4-4-164 0,0 5-184 15,0 0-60-15,4 3 8 0,0-1-144 16,0-3-4-16,-1 2-124 16,1 1-568-16,1 0-304 0,3-3-980 15,0-3-2085-15,-5-7-2139 0</inkml:trace>
  <inkml:trace contextRef="#ctx0" brushRef="#br0" timeOffset="48498.572">16531 7817 10136 0,'0'0'4421'0,"0"0"-3613"0,0 0-808 0,0 0-680 16,0 0 652-16,0 0 28 0,91 26 140 0,-63-24 112 15,4 2 52-15,-4-4-64 0,4-4-180 16,0-5-60-16,0-3-96 16,-1-2 84-16,-3-2-604 0,-4 0-244 0,0 1-428 15,-4-1-921-15,-8 3-2543 0,-5 1-28 16,-2-2 3741-16</inkml:trace>
  <inkml:trace contextRef="#ctx0" brushRef="#br0" timeOffset="48733.394">16722 7718 10648 0,'0'0'1609'0,"0"0"-1097"0,0 0-68 15,0 0 180-15,0 0 212 0,0 0 148 16,0 0-200-16,0 0-456 16,0 0-320-16,0 0 108 0,0 0 20 0,24 76 12 0,-13-46-8 15,-3 3-132-15,1 6-8 0,-1-1-120 0,-5 0-44 16,1 3-36-16,-4-3-136 0,4 1-544 16,-4-1-168-16,0-3-732 0,4-10-881 0,-4 6-3099 0</inkml:trace>
  <inkml:trace contextRef="#ctx0" brushRef="#br0" timeOffset="49690.586">17547 7636 5988 0,'0'0'2068'0,"0"0"-552"0,0 0-392 15,0 0 149-15,0 0 31 0,0 0-72 32,0 0-120-32,0 0-368 0,79 60-232 15,-71-34-164-15,0 5-88 0,0 1-88 0,-4 2-60 0,0-1-12 16,-1 1-92-16,2-5-8 0,-5-3-88 16,4-1-60-16,-4-9 60 0,0-4 40 0,0-2-28 15,0-4-48-15,0-6 76 0,4 0-28 16,-4 0-160-16,4-3-248 0,0-10 152 15,0-3 156-15,4-6 116 0,0-6-68 0,0-1 124 16,3 1 4-16,-2 6 0 0,-1-1 64 16,-4 10 24-16,3 4 12 0,-3-1-88 0,1 7 40 15,-5 0 128-15,4 3 80 0,0 0-60 16,0 0 0-16,-1 3 72 0,5 3 28 16,1 4-152-16,-1 2-36 0,3 5 36 0,-2 1-36 15,-1 2-12 1,-1 2-92-16,1 4-8 15,1-5 0-15,-2 2-124 0,-3-4 0 0,4 0-24 16,-4-4-40-16,4-5-108 0,0-1-316 16,4-2-344-16,-5-3-116 0,6-4-236 0,-5 0-612 15,4-4-2005-15,-4 2-1363 0,0-9 3137 16</inkml:trace>
  <inkml:trace contextRef="#ctx0" brushRef="#br0" timeOffset="50047.659">18108 7849 1084 0,'0'0'9300'0,"0"0"-7691"0,0 0-1057 0,0 0-128 16,0 0 48-16,0 0 696 15,0 0 28-15,0 0-440 0,0 0-308 0,80-13-212 16,-57 6-176-16,-2-3 0 0,3 4-60 15,-5-6-100-15,5-1-112 0,0 0-272 0,-3-2-384 16,2-2-368 0,-3 5-788-16,-4-4-1109 15,-4 7-2359-15</inkml:trace>
  <inkml:trace contextRef="#ctx0" brushRef="#br0" timeOffset="50266.39">18598 7534 4108 0,'0'0'1472'0,"0"0"2664"16,0 0-2791-16,0 0-753 0,0 0-116 15,0 0 380-15,0 0 392 0,0 0-188 0,4 79-432 16,-4-47-324-16,0-3-76 16,0 5-104-16,0-1-76 0,0 1-44 0,-4-2-4 0,1-3-200 0,-1-4 52 15,4-3-84-15,-4-6-168 0,-1-4-432 16,1-1-360-16,-4-5-724 15,5-3-2945-15,-18 0-1359 0</inkml:trace>
  <inkml:trace contextRef="#ctx0" brushRef="#br0" timeOffset="50594.45">17439 7480 1632 0,'0'0'900'0,"0"0"1808"0,0 0 64 0,0 0-752 16,0 0-615-1,-88 38-301-15,72-20-248 0,9 6-232 16,-6 1-168-16,9 7-64 0,0 5 24 0,4 8 48 15,0 3 56-15,0 2-172 0,12 5-24 0,0-1-124 32,4 0-56-32,0-1-144 0,4 2-60 0,4-5-92 0,0-5-84 0,4-1-64 0,4-8-164 15,0-5-568-15,3-8-272 16,5-12-576-16,-4-7-313 0,8-8-2139 0,-16-5-16 16</inkml:trace>
  <inkml:trace contextRef="#ctx0" brushRef="#br0" timeOffset="50829.768">19012 7378 456 0,'0'0'9852'15,"0"0"-7859"-15,0 0-1237 0,56 71-512 16,-39-42 316-16,-6 4 312 0,1 6 348 0,-3 5-428 15,-6 0-356-15,-3 4-160 16,0 2-128-16,-12 2-140 0,0 3-8 16,1-5 0-16,-6-2-172 0,2-4-128 0,-2-5-212 15,2-9-480-15,2-8-208 16,2-5-796-16,-2-14-1021 0,6-3-2307 16</inkml:trace>
  <inkml:trace contextRef="#ctx0" brushRef="#br0" timeOffset="51140.934">19495 7106 940 0,'0'0'11269'0,"0"0"-10029"0,0 0-772 16,0 0 168-16,0 0-196 0,0 0 204 15,0 0 64-15,0 0-260 0,0 0-236 16,0 0-176-16,28 91-36 0,-40-59-12 0,-4 10-36 15,-5-2-16 1,2 2 0-16,-1-1 12 0,0-3 52 16,8-6 8-16,0-4 40 0,4-9-44 15,4-2-4-15,0-11-84 0,4 1 84 16,4-5 12-16,8-2 288 0,8 4 84 16,0-4 0-16,4 0-12 0,8 0-40 0,-4 0-244 15,4-4 12-15,-4-3-100 0,4 5-112 16,-4-1-20-16,-5 3-288 0,-3-3-224 0,0 3-280 0,-4 0-612 15,-5 0-2424-15,2 0-3569 0</inkml:trace>
  <inkml:trace contextRef="#ctx0" brushRef="#br0" timeOffset="51352.225">20009 7683 10648 0,'0'0'4673'15,"0"0"-4433"-15,0 0 12 16,0 0-140-16,0 0-108 0,0 0 8 0,79 3 64 16,-66-3-76-16,2-3-340 0,-2 3-792 15,-6-3-1240-15,1 3-4017 0</inkml:trace>
  <inkml:trace contextRef="#ctx0" brushRef="#br0" timeOffset="51540.698">19889 7960 7796 0,'0'0'5549'16,"0"0"-4077"-16,0 0-1016 0,0 0 172 15,0 0 176-15,0 0-68 0,0 0 424 16,100 9-272-16,-72-12-400 0,4-3-268 15,-4-4-220-15,3 3-36 16,-3-2-356-16,0 3-196 0,-5 0-140 16,-2 2-212-16,-1-3-760 0,-8 7-2888 0,0-3-5041 15</inkml:trace>
  <inkml:trace contextRef="#ctx0" brushRef="#br0" timeOffset="52366.415">20674 7531 52 0,'0'0'9688'15,"0"0"-7947"-15,0 0-713 0,0 0 120 16,0 0 56-16,0 0-96 0,0 0-8 0,0 0-68 16,0 0-244-16,0 0 156 0,0 0-248 15,76 25-304-15,-64-3-184 0,-5 4-100 0,2 6-36 16,-5 0-72-16,0-1 0 0,-4 6-60 15,0-1-48-15,0 2-40 0,0-3 76 16,-4-2-124-16,4-5 12 0,-4-6 28 0,4-7 20 16,0-5 40-16,0-3-16 0,0-7-32 15,0 0-152-15,0 0-108 16,0-4 96-16,4-5 144 0,4-2 164 0,3-3 112 0,6-9-28 16,-2-2-84-16,1 0-4 0,5-5-68 15,-2 2 20-15,-3 6-32 0,4 3 76 31,0 3-4-31,-4 4 0 0,0 1 0 0,0 8 12 16,-4 1 80-16,-1 2 68 0,2 0 36 16,-2 5 12-16,2 2 0 0,-5 6 40 15,3-1-28-15,2 11 0 0,-5-1-100 16,-1 3-60-16,-3 5-48 0,5-2-4 0,-9 4-92 0,4-4-40 16,0-3-156-16,-4 1-336 0,7-4-208 15,-3-7-452-15,4 2-1328 0,-3-4-2249 0,-1-5-3167 16,-4-1 7520-16</inkml:trace>
  <inkml:trace contextRef="#ctx0" brushRef="#br0" timeOffset="52955.486">21475 7819 11277 0,'0'0'1844'16,"0"0"-1296"-16,0 0-256 0,0 0 340 15,0 0 656-15,0 0-124 0,0 0-256 16,0 0-340-16,0 0-248 16,0 0-76-16,31-2-180 0,-27 2-64 0,5-4-76 0,-5 4 28 0,0-3-172 15,3 3-200-15,-3-3-124 0,5 0-152 16,-5 0-140-16,4-1-500 0,-5 1-1384 16,-3 3-3685-16</inkml:trace>
  <inkml:trace contextRef="#ctx0" brushRef="#br0" timeOffset="53372.35">22236 7478 3100 0,'0'0'8825'0,"0"0"-7213"0,0 0-1000 0,0 0-448 0,0 0 100 0,0 0 304 15,-88 69 544-15,69-50-364 0,2 3-252 16,1 7-136-16,4-1 12 0,1 10-28 16,-2 4-72-16,6 5 36 0,-1 0 8 15,4 5 16-15,4-1-52 0,0-4-144 16,4-3-36-16,7-6-100 0,2-3-4 0,2-10-60 16,6-2-20-16,-2-7-160 0,5-10-248 15,0-6-72-15,4-3-176 0,0-14-440 0,4-4-1184 16,-13 2-2537-16,5-20-3679 0</inkml:trace>
  <inkml:trace contextRef="#ctx0" brushRef="#br0" timeOffset="53709.515">22519 7668 7372 0,'0'0'6213'0,"0"0"-4557"0,0 0-976 0,0 0-236 16,0 0 28-16,16 73 572 0,-12-54 68 31,0-4-412-31,0 1-484 0,3 3-216 16,-3-5-88-16,1 0 80 0,3 2-76 0,-4 1-76 0,-1-5-112 15,-3-2-120-15,4-4-88 0,-4-6 60 0,4 0-88 16,1 0-12-16,3-6-4 0,3-7 396 16,-3-3-76-16,8-3 80 0,-4-2-52 15,4 4 124-15,-4 4-8 0,1 4 60 0,2 9 264 16,-7 0 52-16,4 0 108 0,0 6-24 0,-4 7 96 15,0-4 84-15,-4 7-172 16,0 4-52-16,0-1-120 0,-4-1-76 0,4-1-100 16,-4-2-4-16,0 1-56 0,0-7-120 15,0 1-16-15,0-3-84 0,0-4-496 16,0 0-424-16,0-3-552 0,0 0-2816 0,0 0-3361 16,0 0 4937-1</inkml:trace>
  <inkml:trace contextRef="#ctx0" brushRef="#br0" timeOffset="53872.554">22945 7824 8612 0,'0'0'5665'0,"0"0"-4693"0,0 0-404 0,0 0 460 0,0 0 116 16,0 0 136-16,0 0-396 0,0 0-520 16,88 21-276-16,-73-21-88 0,2 0-172 15,3-2-428-15,-1-5-184 0,-2-3-152 16,2 1-392-16,-6 2-1624 0,6-9-3965 0</inkml:trace>
  <inkml:trace contextRef="#ctx0" brushRef="#br0" timeOffset="54099.496">23591 7515 3180 0,'0'0'6928'15,"0"0"-4367"-15,0 0-1845 0,0 0-464 16,3 82 320-16,-3-55 804 0,-3 3-80 0,3 2-380 16,0 0-444-16,0 3-276 0,0-3-96 0,0 0-100 15,0-4-72-15,0 1-48 16,0-7-104-16,3-7-220 0,1-4-376 16,5-5-212-16,-1-6-848 0,3-3-1205 0,-3-4-3091 15,1-18 2264-15</inkml:trace>
  <inkml:trace contextRef="#ctx0" brushRef="#br0" timeOffset="54356.668">24045 7382 8716 0,'0'0'6341'15,"0"0"-4993"-15,0 0-1148 0,0 0-188 0,0 0 476 16,0 0 700-16,40 75 116 15,-29-54-520-15,6 0-444 0,-2 4-144 0,5 1 0 16,-3 6-64-16,-2 3-24 0,2 0-20 16,-10 2-28-16,1 5-56 0,-4-1 0 15,-4 0-4-15,-4 3-60 0,-8 5-136 0,-4-5-156 16,-7 3-148-16,-5 1-224 0,-9 0-172 0,-2 0-116 16,-5-1-736-16,-8 1-2608 15,9-13-3117-15,-30 16 4185 0</inkml:trace>
  <inkml:trace contextRef="#ctx0" brushRef="#br1" timeOffset="64706.683">14295 1648 1852 0,'0'0'5064'0,"0"0"-4452"0,0 0-236 0,0 0 232 16,0 0 352-16,0 0-44 0,0 0-255 15,0 0-213-15,-75-48 1524 0,58 48-844 0,2 7-520 16,-5 2-92-16,-1 1-92 0,-2 8-16 15,-1 8-148-15,-4 2 64 0,0 11-112 16,0 5-112-16,0 10-4 0,0 3 4 16,0 7 64-16,9 8-40 0,-1 5-28 31,4 9-32-31,4-1-52 0,8 8-12 0,4 1-8 16,0 1-36-16,11-2 36 0,14 0 4 0,3-9 4 15,11-4 84-15,5-11 28 0,4-5-108 0,4-10 56 16,4-9-60-16,4-8 0 0,-1-7-48 15,5-11 48-15,4-10 116 16,3-9 32-16,5-6-148 0,0-16 36 16,4-10-36-16,-1-16-100 0,1-6-132 0,-4-16-228 15,-1-10-72-15,-7-8-180 0,-8-8-56 0,-4 2 64 16,-9-2-40-16,-3 1 300 0,-8-1 48 16,-8 5-292-16,-8-2-144 0,-12 4-32 15,-8 0 63-15,-4 4-51 16,-16 6 684-16,-12-1 168 0,-11 11 376 0,-6 7-184 15,-7 12 752-15,-3 16-211 0,-9 8-141 0,0 10-132 16,1 13-256-16,-5 3-48 0,0 13-156 0,5 9-140 16,-5 6 12-16,4 11-12 15,4 8-196-15,8 10-512 0,13-11-1193 0,-9 31-3663 16</inkml:trace>
  <inkml:trace contextRef="#ctx0" brushRef="#br1" timeOffset="65693.141">14881 9051 9732 0,'0'0'1317'16,"0"0"-805"-16,0 0-304 0,0 0-68 0,0 0 0 0,0 0 28 15,0 0-40-15,0 0-76 16,0 0 76-16,4 39 32 16,4-33-160-16,0 4-8 0,-4-4 4 0,4 3-188 15,-5-2-64-15,6-1-296 0,-5 4-257 0,4-4-199 16,-4 1-844-16,-4 2-1400 0</inkml:trace>
  <inkml:trace contextRef="#ctx0" brushRef="#br1" timeOffset="66760.845">20471 8499 11309 0,'0'0'1156'15,"0"0"-772"-15,0 0-140 0,0 0 100 0,88 76 456 16,-52-38 296-16,-4 6-276 0,-1 5-292 15,1 1-116-15,-4 1-4 16,-5-1-48-16,1-1-112 0,4-11-52 16,-3-3-96-16,6-13-100 0,1-10 0 0,4-12-148 15,8-3-36 1,0-19 84-16,4-6 12 0,-1-7-48 16,5-10-112-16,-4 1 24 0,4-4 32 0,-4 7 192 15,3 0 48-15,-3 3-48 0,0-1-36 16,4 7 36-16,4 4-48 0,0 6 44 0,4 0 0 15,-1 9 4-15,1 0 24 0,-1 7-24 0,-3 6-48 16,-8 0-128-16,-1 10 176 16,-2 5 92-16,-6 8 156 0,-3 8 224 0,0 1-196 15,-8 9-20-15,-4 4-32 0,-4 3-40 16,-4-1-120-16,4-3 68 0,0-2 104 16,-1-7-236-16,6-7-284 0,3-9-124 15,3-6 52-15,5-10 208 0,4-3 104 16,8-9 44-16,4-7 0 0,3-3 88 15,5 0 72-15,4 3-60 16,4 0 108-16,0 6-96 0,-1 3 60 16,4 1 40-16,2 4-16 15,2-2 124-15,1 2 156 0,0-5-304 0,0 3-172 0,3-2-12 16,1-3-88-16,3-7 92 0,5 0-28 16,0-3 36-16,3-3 0 15,-7-4-144-15,0 1-16 0,-5 0-88 0,-2-5 4 16,-6-1-100-16,-7 3-100 0,-1-1-152 0,-7 1-472 15,-16 5-1392 1,4-5-3057-16</inkml:trace>
  <inkml:trace contextRef="#ctx0" brushRef="#br1" timeOffset="68064.921">13932 6039 13001 0,'0'0'2096'0,"0"0"-1620"0,-11 66-200 15,11-35 116 1,-4 2 8-16,4 2 300 0,0-7 104 16,8 1-152-16,4-10-96 0,7-1-92 15,13-5 24-15,9-7-268 0,6 5-208 16,9-11 76-16,8 0-80 0,3 0 4 16,5-11 60-16,0-1-24 0,3-1-36 0,5 1 40 15,4-7 56-15,3-3-108 0,1-4-4 16,-4-6-68-16,4 1 68 0,-4-4-48 15,-5-3-44-15,-3-7-24 0,-1 1-112 0,-3-4 12 16,0-3-160-16,-8-3-36 0,-8 0 60 0,-5 1 60 16,-3-2 84-16,-8 2 64 0,-9-6 88 15,-6 3 52-15,-1-4-4 0,-13-7-136 16,1 0 140-16,-7-9-4 0,-5-6-100 0,0-7-124 31,-13-3-236-31,-2-3-100 0,-9-1 80 16,-4 7 416-16,3 4 28 0,-6 2 48 15,-1 13 60-15,0 7-56 0,-8 8 140 0,-4 11 4 16,-3 9 192-16,-5 10 144 0,-8 3-248 16,0 6 12-16,-8 6-76 15,1 4-60-15,-5 3-24 0,-4 3-4 0,-3 0-84 16,-5 13-12-16,0 0 8 0,-4 5-184 0,5 8 188 0,-4 8 0 16,-1 8-60-16,0 5-104 0,4 11-48 15,5 5 212-15,-5 7 164 16,9 9 144-16,-1 7-256 0,-5 10 108 0,6 8-156 15,-5 4-8-15,5 3-104 0,0 0 8 16,6-4 28-16,9-4 20 0,13-6-44 16,15-1 84-16,16 0-272 0,12-1-100 0,4 4-820 0,11-26-2960 15,10 35-4709-15</inkml:trace>
  <inkml:trace contextRef="#ctx0" brushRef="#br1" timeOffset="73073.5">3792 11684 7140 0,'0'0'1196'0,"0"0"-1196"15,0 0-28-15,0 0-932 0,0 0-992 16,0 0-2488-16</inkml:trace>
  <inkml:trace contextRef="#ctx0" brushRef="#br1" timeOffset="73989.941">3764 12421 9500 0,'0'0'2477'0,"0"0"-1605"0,0 0-552 0,0 0 176 15,0 0 176-15,0 0 24 0,0 0-40 16,0 0-104-16,-47-74-152 0,38 66-60 0,-6-6-92 16,3 4-248-16,-8 1 8 15,4 3-8-15,0-4 4 0,-4 4 8 0,1 3 76 16,-1 3 12-16,-1 0 84 0,6 0-24 16,-5 6 4-16,4 4-140 0,0 5-24 15,0 7-188-15,4 8-20 0,8 3 124 16,0 9 84-16,4 6 12 0,4 4 64 0,4-5-72 15,0-6 108-15,4-3-100 16,-1-16-8-16,-2-6 56 0,-1-10-60 0,0-3-8 0,-5-3-40 16,5-3 48-16,5-3 8 0,-6-4 128 15,6-2 124-15,-1-11-24 16,-1-5-4-16,6-11-232 0,-6-5-12 0,5-6-172 16,0-8-188-16,0 2-24 0,0-8-52 15,0 1-100-15,3-4-292 0,-2 0 108 16,-2 1 128-16,-2-5 20 15,-2 5-80-15,-7-2 104 0,5 9 292 16,-5-1 60-16,-4 6 204 0,0 2 4 16,0 4 196-16,0 7-116 0,-4 7 172 0,-1-1-32 15,1 6-80-15,0 4 0 16,1 6 64-16,-1 2 176 0,4 11 116 16,0 3 60-16,0 3 0 0,0 0-64 0,0 7-192 15,0 2-196-15,0 7 20 0,4 9-48 0,3 4 12 16,2 12-16-16,3 7-68 0,-5 9 172 15,6 7-88-15,-5 8-24 0,-1 7-64 0,-3 5-40 16,5 1 36-16,-5 1 4 16,0 0 12-16,-1 0-4 0,1-10 80 0,0-6-88 15,0-10-4-15,5-12-96 0,-5-13 24 16,3-10-84-16,-3-10-64 16,4-8-108-16,-3-7-144 15,6-3-380-15,-3-13-640 0,4 3-568 16,0-28-3409-16</inkml:trace>
  <inkml:trace contextRef="#ctx0" brushRef="#br1" timeOffset="74120.056">4175 12204 10620 0,'0'0'1573'16,"0"0"-1025"-16,0 0 40 0,0 80 352 16,-4-49 372-16,-4 1 8 0,0 0-440 15,0-3-444-15,-4-1-436 0,8-8-88 0,-4-5-284 16,5-2-284-16,-1-7-132 0,0-6-372 15,-1 0-1648-15,-7-19-5141 0</inkml:trace>
  <inkml:trace contextRef="#ctx0" brushRef="#br1" timeOffset="74291.328">4127 11906 11849 0,'0'0'1304'0,"0"0"-1224"0,0 0 428 0,0 0 468 16,0 0-360-1,0 0-616-15,0 0-148 0,0 0-220 0,0 0-316 16,0 0-472-16,0 0-872 0,80 44-2253 16,-64-18-1939-16</inkml:trace>
  <inkml:trace contextRef="#ctx0" brushRef="#br1" timeOffset="74644.142">4318 12153 5348 0,'0'0'3200'16,"0"0"-1144"-16,24 77-627 0,-20-45-365 15,4 6 104-15,1 1-32 0,-5-9 12 0,-1-2-180 0,1-9-260 16,0-2-304-16,4-7-316 0,-3-4-88 0,2-3-112 15,1-3-36-15,0 0 136 0,0-6 12 16,8-4 64-16,-5-3 8 0,6-2-72 16,-1-2-136-16,0 2-160 0,0 3 60 15,0 5 52-15,-5 0-4 0,2 7 76 16,-2 0 100-16,2 3 12 16,-2 1 64-16,1 5 120 0,-3-3-44 0,2 1-16 15,-3 0-36-15,5-4-88 16,-2-3-124-16,1 0-36 0,0-3 68 15,4-7 84-15,0 0 4 0,4-6-108 16,0-2-60-16,4-2-4 0,-4 5 104 0,-1-1 20 16,2 6 52-16,-1 4 0 15,-5 3 12-15,2 3 200 0,-2 0 336 0,-2 9 8 0,2 1-188 16,-3 2 0-16,-4 4-24 0,4 0-84 16,-1 3-64-16,-6 1-76 0,3 2 88 15,0-4-72-15,-4 1-136 0,-1 1-196 16,1-1-196-16,5-3-136 0,-5 3-272 15,0-4-476-15,0-2-1412 0,-1 6-3849 0</inkml:trace>
  <inkml:trace contextRef="#ctx0" brushRef="#br1" timeOffset="75326.633">5992 11474 7400 0,'0'0'4633'0,"0"0"-3725"0,0 0-704 0,0 0 116 16,0 0 276-16,-12 73 368 0,8-37 216 0,4 4-240 16,0 15-196-16,0 1-176 15,0 5-88-15,0 9-160 0,4-1-60 16,-4 8-16-16,0-1-36 0,0 3-100 0,0-2-96 15,-4-1-12-15,4-6-60 0,-8-7-100 16,8-9-72-16,0-10-48 0,0-11-176 16,0-19-72-16,0-3-80 0,0-11-124 0,8-6-520 15,0-10-848-15,0-17-188 0,4 8-737 16,-1-32-2563-16</inkml:trace>
  <inkml:trace contextRef="#ctx0" brushRef="#br1" timeOffset="75581.939">6227 11547 8748 0,'0'0'4237'15,"0"0"-3689"-15,0 0-168 0,0 0 268 16,12 99 236-16,-12-55 124 16,0 3 48-16,0 11-228 0,0 2-272 0,0 4-52 15,0 8-172-15,0 5-148 16,-8 2-176-16,-4 1-8 0,0-4-52 0,0-3-104 0,0-10-28 0,5-9-136 15,-6-13 36-15,9-6 40 16,0-13 72-16,1-5-52 0,-1-11-48 16,4-6-188-16,0 0-396 0,0-19-352 0,0-10-448 15,0-9-556-15,4-12-277 16,-4 5-615-16,0-35-1216 16</inkml:trace>
  <inkml:trace contextRef="#ctx0" brushRef="#br1" timeOffset="75878.518">6255 11572 9520 0,'0'0'1677'0,"0"0"-945"16,0 0 308-16,84-25-36 0,-65 25-140 0,1 0-84 15,1 3 124-15,-6 11 20 0,-2-2-232 16,2 9-184-16,-7 8-128 0,-3 10-136 16,-5 5-120-16,-5 7-124 0,-3 5 0 0,-7 9-160 0,-6-2-84 15,1 4-100-15,1-7-16 0,-2-6 124 0,10-7 100 16,-2-8 136-16,6-11 76 0,3-9 148 15,4-3-52-15,0-6-160 16,7 3 72-16,6-1 80 0,2-2 192 16,6 3-24-16,3 2 108 0,3-2 84 0,1-1-192 15,7 2-248-15,2-5 12 16,-1 0-96-16,0 1-4 0,-1-3-104 16,1-1-220-16,-4-3-212 0,3-3-120 0,-2 0-276 15,-6 0-656-15,1-9-1116 0,-7-1-2409 0,-1-10-2963 16</inkml:trace>
  <inkml:trace contextRef="#ctx0" brushRef="#br1" timeOffset="76247">6777 11218 14409 0,'0'0'2156'0,"0"0"-1548"0,0 0-308 0,0 0 48 0,20 88 464 15,-20-53 308-15,0 2-328 0,0 3-364 0,0-3-268 16,0-2-56-16,0 0-104 0,-4-7-12 16,4-5-84-16,-5-4 20 0,5-10-56 0,0-2-64 15,0-7 12-15,5 0-60 0,3-3-96 16,3-8 256-16,6-1 84 15,7-6 64-15,-5-2-64 0,9-2-88 0,-4 0-180 16,4 0 48 0,-3 3 96-16,-2 0-24 0,5 6 76 15,-8 6-4-15,-5 4 76 0,6 3 76 16,-10 3 168-16,2 4 88 0,-2 6-24 0,-3 2-40 16,-3 8-84-16,-1 2-76 0,-4 3-108 15,0 5-48-15,0 1-428 0,0 2-628 16,-4-5-980-16,-1-6-3064 0,-3 1-5309 15</inkml:trace>
  <inkml:trace contextRef="#ctx0" brushRef="#br1" timeOffset="76822.761">7518 12223 14633 0,'0'0'1752'16,"0"0"-1388"-16,0 0-352 0,0 0 116 0,84 20 244 15,-56-14 52-15,0-3-28 0,-5 3-152 16,5-2-232-16,-4-1-12 0,0-3-84 0,4-3-64 16,0-7-52-16,0-5-568 0,4-8-424 15,-4-6-812 1,-5 4-2641-16,5-23-4011 0</inkml:trace>
  <inkml:trace contextRef="#ctx0" brushRef="#br1" timeOffset="77212.003">8326 11618 7052 0,'0'0'7505'0,"0"0"-6197"0,0 0-864 16,0 0 120-16,0 0 552 0,0 0-8 16,0 0-104-16,-15 78-536 0,7-52-352 0,-1-1-116 15,2-3-120-15,3-2-52 0,-4-5-12 16,4-3-72-16,4-5-148 0,0 0 48 0,0-7 136 15,0 0-52-15,0 0-184 0,4-7-252 16,4-2 224-16,0-4 272 0,-1 4 88 16,2-5 12-16,-1 5 12 0,-1 7-100 0,-3-1-4 15,5 3 4-15,-5 3 200 0,4 8 492 0,-5 6 56 32,5 4-160-32,-3 9-16 0,3 5-52 0,-4-1-84 0,-1 4-28 15,1 0 52-15,4 1-76 16,-3 2 52-16,-1-3-16 0,-4 0 24 15,4 0-108-15,-1-7-136 0,-3-4-12 0,4-5-76 16,0-3 76-16,0-3-36 0,0-4 40 16,1 1-92-16,-5 1-8 0,4-6 32 15,-1 2 16-15,1-1-24 0,0 1-88 16,0 0-148-16,0-1-200 0,5-2-336 16,-6-5-784-16,1 2-2232 0,0-4-2465 0</inkml:trace>
  <inkml:trace contextRef="#ctx0" brushRef="#br1" timeOffset="77812.119">8848 11728 12237 0,'0'0'2812'0,"0"0"-1564"0,0 0-724 0,-28 88-52 15,21-46 272-15,-5 6 84 0,3-1-128 16,6 1-236-16,-1-6-72 0,4-7-172 15,0-7-208-15,7-6-12 0,2-9-52 0,-1-7 52 32,3-3 0-32,6-3-52 0,-2-6-32 15,5-10-100-15,5-3 76 0,-1-9-148 0,-1-10-28 16,-3-1-144-16,0 1-40 0,-4 0 48 16,-4 0 40-16,-4 10 44 0,-4 3 136 15,-4 2 116-15,0 6 84 0,-4 9 124 0,-7-3 108 16,-6 5 80-16,1 3-64 15,-7 3 132-15,2 0 16 0,-3 7-200 0,5 6-160 0,-5-1-36 16,3 10-256-16,-3-2 32 0,9 2 64 16,2-6 0-16,2-4-224 0,3 1-608 15,8-10-1368-15,-4 0-3041 0,4-6-3271 0</inkml:trace>
  <inkml:trace contextRef="#ctx0" brushRef="#br1" timeOffset="78149.896">9231 11426 1760 0,'0'0'11433'0,"0"0"-10037"0,0 0-840 0,0 0 1040 0,0 0-512 16,0 0 468-16,0 0-112 0,0 0-524 15,0 0-407-15,0 0-205 0,0 0-148 0,28 70-108 16,-28-41-36 0,-3-1-12-16,-2 2-72 0,1-2-108 15,0-2-88-15,0-5-24 0,4 2 63 0,0-4 21 16,4-7-72-16,9 4-160 0,-2-3-108 15,5-4 72-15,0 5 72 16,8-2-100-16,-1 1-16 0,-3-1-24 0,5 7 88 16,-1 4 196-16,-1-1 108 0,-3 6 152 15,-3 4 128-15,-6 0 136 0,1 2 204 0,-7 5-120 16,-2-1-140-16,-3 3-132 0,0 3-64 16,0-2 76-16,-3 2-80 0,-6-2 100 15,-3-1-44-15,1 1-56 0,-2-4-8 0,-2-4-112 16,-2-2-380-16,-3-7-464 0,5 1-1076 15,-2-13-2245-15,-2-1-1991 0</inkml:trace>
  <inkml:trace contextRef="#ctx0" brushRef="#br1" timeOffset="78697.649">10386 12030 9232 0,'0'0'4781'15,"0"0"-3793"-15,0 0-636 0,0 0-40 0,92 38 180 16,-68-32-16-16,0-2-164 0,-4-4-224 16,4 0-84-16,0-7-4 0,-4-2-56 15,-1-4-344-15,-2-3-368 0,-2 3-264 16,-2 1-452-16,-6 5-929 0,-3 1-2671 16</inkml:trace>
  <inkml:trace contextRef="#ctx0" brushRef="#br1" timeOffset="78865.685">10546 12185 9792 0,'0'0'1729'0,"0"0"-933"0,0 0-312 0,0 0 536 16,0 0 384-16,59 80-96 0,-31-64-300 0,8-4-312 15,1-2-44-15,10-7-272 16,1-3-212-16,8-6-168 0,-5-10-160 16,9-12-628-16,-4-5-348 0,4-11-668 15,-13 6-3033-15,13-19-4919 16</inkml:trace>
  <inkml:trace contextRef="#ctx0" brushRef="#br1" timeOffset="79250.668">11550 11737 8220 0,'0'0'6029'0,"0"0"-4893"0,0 0-304 15,-92 64 292-15,68-35-12 0,1 3 116 0,3 6-152 16,7 3-308-16,2-4-243 0,7-1-125 15,0-7-172-15,4-7-152 0,0-9-76 0,4-4-108 16,4-9-36-16,4 0-76 0,0-9 40 16,8-11 132-16,3-8 40 0,1-13-249 0,4-7-195 15,0-9-132-15,-4-4 12 0,4 2-4 0,0-5-64 16,-5 1 52-16,5-5 4 16,-7-5-84-16,-1 0-116 0,-5-3 64 0,-7 0-164 15,-8 2 664-15,0 8 220 0,0 9 152 16,-8 9 152-16,1 14 252 15,-1 11 176-15,8 11 76 0,-5 5-24 0,5 4-8 16,-4 3 100 0,4 0-228-16,0 10-260 0,0 2-272 0,0 8-108 15,9 11-8-15,-5 11 144 16,3 5 52-16,1 10-12 0,0 7-88 0,1 6-72 16,-6 2-24-16,-3 4-48 0,4 1 36 0,-4-1-108 15,0-3-172-15,0-6-356 16,0-7-124-16,4-12-348 0,0-10-916 15,0-16-2232-15,8-16-1985 0</inkml:trace>
  <inkml:trace contextRef="#ctx0" brushRef="#br1" timeOffset="79798.48">12029 11684 11909 0,'0'0'2272'0,"0"0"-1148"16,0 0-116-16,0 0 64 0,19 85-120 15,-19-57 180-15,0 1-140 16,0 0-356-16,-4-3-200 0,0-4-364 15,4-3-72-15,0-7-204 0,0-5-332 16,0-4-296-16,0-3-160 0,4-3-464 16,4-10-684-16,0-9 496 0,4-3-580 15,3-7-129-15,-2-1-59 0,-1 6 552 16,4-2 608-16,-4 6 468 0,0 8 784 0,0 2 668 0,-1 4 1296 16,-2 2 532-16,-1 7-488 15,-5 0-303-15,1 0-17 0,0 0-472 0,0 3-396 16,5 4-128-16,-5-4-40 0,3 3-128 15,1 1-276-15,1-1-248 0,2 1-24 16,1-2 24-16,0 2 0 0,0-1-12 0,1 1-40 16,2 0-36-16,1-4 40 15,0-1 48-15,0 1 0 0,0-3 8 0,0 4 80 0,3-4-4 32,-2 0-84-32,-2 2 12 0,2-2 72 15,-2 5 4-15,-2 1 48 0,-2-3-88 16,-3 2-36-16,4-1-4 0,-4 3-8 0,0-4-4 15,4 0 0-15,-4-3 0 0,0 0 4 16,4-3-152-16,-4-4-84 0,8-5-172 16,-4-2 20-16,7-4 40 0,-2 2-68 0,3 4-36 15,3-1 84-15,-3 6 92 0,-4 1 100 16,4 6 176-16,-3 0 128 0,-6 6 488 0,1 4 0 16,0 2 188-16,-8 1-36 0,4 0 72 15,-4-1 60-15,-4 5-384 0,4-5-236 16,-4 1-96-16,0 3-100 0,0 0-84 15,0 3-56-15,0 0-116 0,-4 0-352 0,0 0-400 16,4 3-248-16,0-2-1020 0,0-6-2917 0,0 3-3923 16</inkml:trace>
  <inkml:trace contextRef="#ctx0" brushRef="#br1" timeOffset="80414.88">14280 10782 8188 0,'0'0'1748'16,"0"0"-739"-16,0 0-493 0,0 0 472 15,0 0 336-15,0 0-32 0,0 0-212 16,0 0-300-16,0 0-256 0,-96 19-80 15,76 4 12-15,-4 11 88 0,3 8 60 0,-2 8-44 0,3 7-60 0,5 4 0 16,2 2 12 0,5 1-111-16,4 3-169 0,4-7-112 0,0-6-36 15,8-4-8-15,4-11 44 0,4-11-108 16,0-9 60-16,0-3 24 16,4-10 40-16,0-3 20 0,4-3-72 0,4-3-84 0,-4-6 0 15,4-10-168-15,-5 3-64 16,1-6-108-16,-4 0-20 0,-4-1-69 15,-4 1-143-15,0 3-244 0,-4 3-312 0,-5 3-564 16,-3 1-740-16,-3 5-1376 16,-1 1-1473-1,-16 3 429-15</inkml:trace>
  <inkml:trace contextRef="#ctx0" brushRef="#br1" timeOffset="80568.358">14156 11322 6292 0,'0'0'2520'15,"0"0"-195"-15,0 0-465 0,0 0-372 0,0 0-288 0,0 0-320 16,0 0 4-16,0 0 152 0,40 19-384 0,-12-19-320 0,0 0-208 15,3-4-124-15,-3-5-84 0,4-4-312 16,-4-2-144-16,-5-2-64 0,2 2-104 16,-1-5-112-16,-4 4-364 0,-5 2-1100 15,-2 0-713-15,2 2-2095 0</inkml:trace>
  <inkml:trace contextRef="#ctx0" brushRef="#br1" timeOffset="80699.569">14458 11237 8584 0,'0'0'2469'0,"0"0"-853"0,0 0-368 0,-15 88-284 0,11-56-32 15,4 3 84-15,0-4-20 0,0-3-132 0,0-1-200 16,8-9-348-16,-1-2-316 16,6-3-120-16,-2-7-76 0,-3-3-88 15,8-3-492-15,-4-3-28 0,4-13-16 0,0-6-588 16,0 0-1324-16,4-26-3621 0</inkml:trace>
  <inkml:trace contextRef="#ctx0" brushRef="#br1" timeOffset="80951.577">14781 10804 12657 0,'0'0'2084'0,"0"0"-1704"16,0 0 172-16,0 0 144 0,-20 79 436 15,8-37 164-15,1 2-336 0,2 7-472 16,2 3-144-16,-1 6 44 0,4 1 64 0,4 2-3 16,0 4-169-16,0 0-64 0,0-1-92 15,0-5 8 1,0-8-132-16,4-7 8 0,4-15-8 15,-1-6-8-15,2-9-112 0,-1-6-136 16,-1-7-144-16,1 0-101 0,1-3-35 0,2-6-36 16,-3-7-148-16,0-3-660 15,0-6-1040-15,0 3-2577 0,-4-14-2763 16</inkml:trace>
  <inkml:trace contextRef="#ctx0" brushRef="#br1" timeOffset="81200.749">14929 11382 12357 0,'0'0'1824'16,"0"0"-912"-16,0 0-220 0,0 0 300 0,28 76 124 0,-24-50 300 31,-4-1-216-31,0-3-308 0,0 0-383 0,0-6-357 0,4-7-152 16,-4 2-136-16,4-8-57 0,3-3-75 0,2 0-208 16,2-9 244-16,5-7 40 0,4-4-52 15,0 1 20-15,5-3 32 0,-6 6 20 0,1 4-60 16,-1-1 96-16,-2 10-24 15,-2 3 104-15,2 0 56 0,-6 3 256 16,-2 10 64-16,-1-1-4 16,-1 7 40-16,-3 3-124 0,-4-3-88 0,4 3-68 0,-4-2-76 15,0-4 0-15,5-1-172 0,-5-5-96 16,4-4-428-16,0 1-524 0,3-7-1204 0,-3 0-2745 0,4-3-4219 16</inkml:trace>
  <inkml:trace contextRef="#ctx0" brushRef="#br1" timeOffset="81469.928">15717 10665 14041 0,'0'0'1856'15,"0"0"-1128"-15,0 0-4 0,0 0 68 16,-79 53-140-16,63-27 308 0,-4 6 52 0,4 6-352 15,4 6-115-15,4 10-73 0,0 3-72 16,8 11-72-16,0-2 0 0,0 3-52 16,4-2-96-16,0 0-168 15,4-9-12-15,0-4-108 0,-4-17-84 0,8-5-48 16,-4-10-148-16,8-12-144 0,-4-10-124 0,8 0-25 16,4-16 21-16,0-9-612 0,4-16-580 0,-9 8-2252 15,9-30-3097-15</inkml:trace>
  <inkml:trace contextRef="#ctx0" brushRef="#br1" timeOffset="81670.294">15996 10811 8384 0,'0'0'6397'15,"0"0"-5329"1,0 0-400-16,-11 89 116 16,3-48 272-16,0 7 332 0,-1 6 40 0,2 3-359 15,-1 3-317-15,-1 0-244 0,2 3-184 16,-1 1-188-16,0-7-136 0,4 1-276 15,-4-11-220-15,8-12-144 0,0-10-101 0,0-9-15 16,3-16-256-16,6-2-548 16,7-24 212-16,0-6-1152 0,-4 0-1469 0,12-28-1691 0</inkml:trace>
  <inkml:trace contextRef="#ctx0" brushRef="#br1" timeOffset="81845.891">16204 10896 12913 0,'0'0'2184'15,"0"0"-1444"1,0 0-132-16,-12 96 100 0,-4-49 136 0,0 4 400 0,0 3-228 16,0-1-200-16,-4 5-256 0,8-4-231 0,-4-3-329 15,1-3-108-15,2-8-453 0,1-4-131 16,5-11-252-16,-2-9-332 0,9-13-264 16,0-6-320-16,0-7-580 0,0-27-3885 0</inkml:trace>
  <inkml:trace contextRef="#ctx0" brushRef="#br1" timeOffset="82109.334">16252 10900 11025 0,'0'0'2104'0,"0"0"-656"0,0 0-248 0,0 0-372 0,0 0 404 15,0 0 112-15,0 0-144 0,75 57-432 0,-75-29-380 16,0 5-244-16,-8-3-80 0,1 5-60 16,-6 4-4-16,-2-4-64 15,-6 3-92-15,1-1-76 0,-3 2-72 16,3-1-84-16,-1-6 92 0,6-7 200 0,7-2 96 15,3-8 8-15,5 1-8 0,0-3 112 0,5 0 104 0,7-1 128 16,3-2 56-16,6-4-48 0,-1-2-35 16,8-4-109-16,0 0-64 0,4-7-84 0,-4-2-60 31,-5-10-364-31,5-1-181 16,-8-6-139-16,0 1 0 0,-4-3-284 15,-5-4-696-15,-2 7-2928 0,-1-11-5009 0</inkml:trace>
  <inkml:trace contextRef="#ctx0" brushRef="#br1" timeOffset="82420.436">16662 10703 9216 0,'0'0'3921'0,"0"0"-3689"15,0 0 60-15,0 0 140 0,0 0 48 0,0 0 716 16,84-13-28-16,-60 13-484 0,-5 0-212 31,5 3-40-31,0 4-176 0,-8 2 28 0,4 4 108 16,-8 2 220-16,0 5-136 0,0-1-84 0,-1 6-40 0,-2 0-60 15,-1 4-48-15,-4 3-87 0,0 3-69 16,-4 2-16-16,0 3-68 0,0 0-4 0,-8 2-8 16,-4 2-4-16,0-3-72 15,-4 4 68 1,0-1-92-16,-3 4 11 0,-6-4-51 0,-3 1-68 0,1 0-100 15,-5-1-40-15,-4-3 76 0,-5-3-36 0,2-1-64 0,-5-4-308 16,9-8-296-16,-2-6-244 0,5-9-744 0,13-10-2036 16,-1-6-4573-16</inkml:trace>
  <inkml:trace contextRef="#ctx0" brushRef="#br1" timeOffset="83071.849">17826 11037 9820 0,'0'0'1821'0,"0"0"-989"15,0 0-12-15,0 0 120 0,-92 56 44 0,64-34 100 16,0 7-224-16,-8 5-212 16,0 6-108-16,-8 7 40 15,-3 7-40-15,-5 9-160 0,-12 3-120 16,-4 11-104-16,-4 9-20 0,-3 3-4 0,-13 3-44 16,4 6-40-16,-3 1-40 0,-4 2-8 0,3 4 56 0,-4 0-56 0,8-1-72 0,0 1 28 31,5-3 44-31,7-7 0 0,0 1-4 0,5-14-192 15,7-6-24-15,12-13 84 0,4-8 52 16,9-14-52-16,7-7-96 16,7-8-88-16,6-10-84 0,2-3-200 0,6-7-64 15,-1-6-388-15,4 0-420 0,4-6-884 16,-4 0-2033-16,-1-17-2047 0</inkml:trace>
  <inkml:trace contextRef="#ctx0" brushRef="#br1" timeOffset="83953.26">17128 12389 8232 0,'0'0'1088'15,"0"0"-208"-15,0 0 793 16,0 0-673-16,0-67-360 0,0 64 120 0,0 3 276 16,-8 0 36-16,0 13-276 15,-8 5-732-15,-4 8-52 0,-3 14 88 0,-1 9 0 16,-4 5 84-16,0 6 40 0,3 4 148 15,-3-1 72-15,5-3-4 16,3-3-120-16,5-9-164 0,2-7-156 0,1-9-48 16,9-7 0-16,-2-8-40 0,5-8-60 15,0-2-72-15,5-1-212 0,2-3-208 0,5 2 204 16,0 0 312-16,4 1-12 16,0 0 64-16,0 4 72 0,-4 2 48 15,0 4 52-15,-4 3-28 0,-1 10 52 0,-2 3 40 16,3 3 108-16,-4 2-36 15,0 2-28-15,-4 2-12 0,0 3-108 0,0-2-4 0,0 2-84 16,0-2-64-16,0-11-36 16,0 2-60-16,0-12-72 0,3-5-104 15,5-6-396-15,1-7-720 0,6-3-864 16,-2-3-789-16,10-19-2379 0</inkml:trace>
  <inkml:trace contextRef="#ctx0" brushRef="#br1" timeOffset="84289.75">17590 12408 10724 0,'0'0'1965'0,"0"0"-1505"0,0 0-100 16,0 0 120-16,0 0 80 0,0 0 336 0,-47 79-28 16,30-38-280-16,2 10-176 0,-1 6-92 15,-5 7-84-15,6 2 84 0,-2 4 112 0,-2 3 112 16,-1 7-140-16,4-1-148 0,0 4-96 16,1-4 24-16,2-3-24 0,9-6-16 15,0-10-144-15,4-6 0 0,8-12-120 16,8-10-248-16,8-7-220 0,0-6-212 0,4-13-88 31,4-6-268-31,-1-3-392 0,1-17-752 16,-8 1-2081-16,8-12-2231 0</inkml:trace>
  <inkml:trace contextRef="#ctx0" brushRef="#br1" timeOffset="84671.006">17933 12366 6432 0,'0'0'1608'0,"0"0"-1060"0,0 0-212 0,0 0 312 0,0 0 528 16,0 0 341-16,0 0 115 0,0 0-580 0,0 0-324 16,12 77-212-1,-12-42-64-15,0 2-76 0,0 5 32 0,0-2-84 0,-4 2-64 0,-1 0-260 16,2-4 0-16,-1-4-172 15,4-4-176-15,0-5-400 0,0-3-432 16,0-9-716 0,7-4-2937-16</inkml:trace>
  <inkml:trace contextRef="#ctx0" brushRef="#br1" timeOffset="85792.752">18694 12309 168 0,'0'0'11781'16,"0"0"-9789"-16,0 0-1500 0,0 0-224 0,0 0 20 16,-84 6 116-16,65 4 440 15,2-3-20-15,2 2-388 0,-2 0-176 0,6 5-124 0,2-6-136 16,1-1-4-16,5 0-36 0,-1-2 40 15,4-5 72-15,0 0-60 0,0 0-4 16,0 0-8-16,0 0-52 0,0 0 52 16,0 0 4-16,0 0 60 0,0 0-64 0,0 0-52 15,0 0-84-15,0 0 24 0,4-2 0 16,-4-1 64-16,3 0-28 0,1-4-32 16,0 3-44-1,1 1-60-15,-1 0-24 0,0 1-36 16,0-2 68-16,-4 4 52 0,3-3 12 0,-3 3 40 15,0 0 40-15,0 0 60 0,0 0 4 0,0 0-4 16,0 0-8-16,0 0-108 16,0 0-20-16,0 0-104 0,0 0-24 15,0 0-64-15,0 0 12 0,0 3 216 0,0-3 100 16,-3 4 52-16,3-2-48 0,0-2 48 0,-4 3 24 16,4-3 100-16,0 0 64 0,0 0-40 15,0 0-36-15,0 0-24 16,0 0-28-16,0 0 4 0,0 0-108 15,0 0-4-15,0 0 0 16,0 0 96-16,0 0 88 0,0 0 88 0,0 0 16 16,0 0 8-16,0 0-28 0,0 0 16 0,0 0-80 0,0 0-68 15,4 3-68-15,-1 4-72 0,1 3 112 0,9 5 12 16,-2 2 12-16,1 5 36 0,4 0 28 16,-4 0-16-16,0 3-48 0,0 4-4 15,0-1-56-15,-4-2-16 0,-4 2-60 0,4-5-4 16,-4-4-92-16,0-3-248 31,-1-10-360-31,2 0-364 0,3-6-212 0,4-6-528 0,-9 0-728 16,14-17-2421-16</inkml:trace>
  <inkml:trace contextRef="#ctx0" brushRef="#br1" timeOffset="85992.075">18810 12325 12141 0,'0'0'1952'16,"0"0"-1204"-16,0 0-156 16,-24 86 288-16,16-51 428 15,-5-3-108-15,6-1-380 0,-5 1-428 0,-1-4-244 0,6 0-148 16,-9-2-44-16,4 0-68 0,-4-4-268 0,-4 0-268 16,0-3-276-16,-8-6-444 15,1 1-644-15,-6-9-920 0,10-2-2265 16,-18-3-1311-16</inkml:trace>
  <inkml:trace contextRef="#ctx0" brushRef="#br1" timeOffset="86138.646">18387 12519 7988 0,'0'0'2024'16,"0"0"-747"-16,0 0 7 0,0 0 244 0,103-22-316 0,-71 22-116 0,-4 0-24 16,4 0-268-16,0 0-300 0,0 0-284 15,-1 0-220-15,2 0-136 0,3 0-432 16,-8-4-472-16,-5 4-740 0,-6 0-2304 15,-6 4-3973-15</inkml:trace>
  <inkml:trace contextRef="#ctx0" brushRef="#br1" timeOffset="86577.382">17506 13214 900 0,'0'0'10177'0,"0"0"-8405"0,0 0-1772 0,0 0-96 16,0 0 96-16,0 0 640 0,0 0 200 0,104-35-56 16,-68 32-132-16,12-4-136 0,7 2-100 15,5-1 8-15,8-1 196 16,0 0-160-16,4 2-228 0,3-6-84 0,-3-1-96 31,0-1-52-31,8 0-12 0,-9 1-40 0,0-1-8 16,-2 3-88-16,-9 1-24 15,-5-1-28-15,-7 4-108 0,-8 3-140 0,-5 3 60 16,-3-4 40-16,-4 4 44 0,-8 0 64 16,1 7-72-16,-10-4-92 0,1 0-112 0,-4 4-132 0,0-4-256 15,4 0-464-15,-5 0-605 0,2 0-543 16,-1-3-24-16,0 0 220 0,0 0 848 16,-4 0 768-16</inkml:trace>
  <inkml:trace contextRef="#ctx0" brushRef="#br1" timeOffset="87225.36">18208 12357 6884 0,'0'0'4609'15,"0"0"-4057"-15,0 0-500 16,0 0-52-16,-16 70 296 16,12-39 380-16,4 1 344 0,-5 6-272 0,5 3-372 15,0 4-136-15,-3 3-128 0,3-1-36 0,0 4-12 0,-4-3-64 16,0 6-8-16,0-4-92 0,0 4-280 0,-4-4 64 0,4 2-176 16,-4-1 136-16,0-4 180 0,4 1 164 15,0 0 12-15,1-4-4 0,-2 1 4 0,1-1 0 16,0 1-4-16,4-1 4 15,0 0 8-15,0 0 56 0,0-2 12 16,0 2 24-16,0-3 0 0,4-5 232 16,0-1-56-1,1-3-24-15,-2-7 192 16,1-3-56-16,0-3-224 0,0-3-164 0,0-6 0 16,-4-5-116-16,0-1-196 0,4-4-216 0,-4 0-244 15,4-4-936-15,0-1-1329 0,0-12-2319 0</inkml:trace>
  <inkml:trace contextRef="#ctx0" brushRef="#br1" timeOffset="87885.128">17801 13477 11729 0,'0'0'1880'16,"0"0"-1372"-16,0 0-368 0,0 0 252 0,-11 83 364 16,7-57 376-1,4 2-272-15,0 1-364 0,0-1-212 16,0-5-60-16,4-1-124 0,0-3-40 16,0-7 40-16,3-6-92 0,6-1-8 15,-2-5-76-15,1-5-48 0,4-7 0 0,4-4-60 16,0-6-24-16,-4-7-64 15,0 1-88-15,4-4-76 0,-8 1 36 0,4-1 108 16,-8 3 28-16,-1 7 52 0,1-1 88 16,-8 8 124-16,0-1 92 0,0 6 80 0,-4 1 80 0,-7-2-8 15,-1 6-96-15,-4 2-84 16,0 0-64-16,0 0-8 0,4 3-40 16,0 3 44-16,4 3-152 0,4 4-124 0,4 2-72 15,0 4-88 1,0 3-280-16,12-3-436 0,4 3-788 15,-4-6-2285-15,16-1-2567 0</inkml:trace>
  <inkml:trace contextRef="#ctx0" brushRef="#br1" timeOffset="88227.428">18682 13452 3192 0,'0'0'9197'0,"0"0"-7541"15,0 0-920-15,0 0 184 0,0 0 372 16,0 0-40-16,0 0-292 0,0 0-360 0,-87 64-136 16,74-39-156-16,-2 4-152 15,2 3-32-15,1-1 32 0,5 1 52 0,-1-7-36 16,8-6-80-16,-5-6-92 0,5-7-172 0,0-2-132 0,5-4-108 16,3-7-92-16,7-6 224 0,2-9 72 0,7-6 100 15,-5-4-224-15,5-7-136 0,0 1 12 16,-5 7 60-16,6 6 148 15,-5 5 72-15,-5 11 80 0,2 3 96 0,-2 6 148 16,-2 3 444-16,-2 9-36 0,2 4-112 16,-2 3-100-1,-3 3-100-15,1 2-120 16,-1 1-40-16,-5-6-44 0,5 0-40 16,-4-4-124-16,5-5-440 0,-2-7-384 0,5-3-492 15,0-6-1256-15,-4-4-2293 0,4-12-2439 16</inkml:trace>
  <inkml:trace contextRef="#ctx0" brushRef="#br1" timeOffset="88498.277">19255 12722 6080 0,'0'0'7813'0,"0"0"-7013"16,0 0-736-1,0 0-4-15,0 0 156 0,0 0 888 16,92 73 236-16,-75-47-500 0,2 2-296 0,5 10-224 16,-8 3-200-16,4 0-104 0,-4 6 32 15,-8 2 76-15,-1 2-28 0,-7 2-96 16,0 1-8-16,-7 4-104 0,-9-5-72 16,-4-1-136-16,4-5-12 0,-8-5 12 15,4-8-160-15,0-4-116 0,1-11-228 0,2-5-396 0,2-7-480 16,2-7-848-16,2-9-2825 0</inkml:trace>
  <inkml:trace contextRef="#ctx0" brushRef="#br1" timeOffset="88980.681">19658 12319 11341 0,'0'0'1588'0,"0"0"-1260"0,0 0-328 15,0 0-4-15,0 0-4 16,84-32 8-16,-68 32 264 0,-4 10 484 0,-5 8-152 15,6 11-180-15,-9 10-228 0,0 8-12 16,-4 7 136-16,-4 9 244 0,-9 4 32 0,-2-3-256 16,2-1-108-16,2-7-24 15,3-7 20-15,8-8-20 0,0-12-76 0,0-6-112 16,4-4-4-16,4-5-8 16,8 3-112-16,3-2 28 0,2 4-4 15,-1 1 12-15,3 5 76 0,-3 4 0 0,-3-1 0 0,-2 5 52 16,1 0-4-16,-4 6 0 15,0-4 4-15,-4 6-52 16,-4-3 0-16,-4 4 0 0,0 2-48 0,0-3-24 0,-9 4-28 16,2-1-60-16,-5-2-52 0,0-4 100 0,4-7 40 15,-4 1 64-15,0-10 4 16,4-3-220-16,-3-5-388 0,-6-8-356 0,6-6-396 16,-2-6-648-16,5-8-653 0,-7-14-2763 15</inkml:trace>
  <inkml:trace contextRef="#ctx0" brushRef="#br1" timeOffset="89426.961">20355 11376 8188 0,'0'0'2384'15,"0"0"-355"-15,0 0-525 0,92 16-64 16,-56-11-136-16,-1 2-308 0,10 0-416 15,-9-4-324-15,3 1-256 0,-3-2-76 16,-8 1-72-16,0 4-48 0,0-4-248 16,-8 7-304-16,-5-2-468 0,-2 3-1824 0,-9 8-3853 15</inkml:trace>
  <inkml:trace contextRef="#ctx0" brushRef="#br1" timeOffset="89581.333">20522 11772 4984 0,'0'0'9649'15,"0"0"-7949"-15,0 0-1348 0,0 0 84 0,0 0 12 16,0 0 232-16,0 0 708 0,77 6-544 16,-38-6-380-16,9-9-268 15,3-7-196-15,5 0-128 0,-3-2-348 0,3-1-488 16,-5 3-316-16,-11 3-1100 0,15-3-3453 0</inkml:trace>
  <inkml:trace contextRef="#ctx0" brushRef="#br1" timeOffset="90346.116">21830 11014 8520 0,'0'0'2368'0,"0"0"-979"15,0 0-189-15,0 0 172 0,0 0-80 0,0 0-200 16,0 0 8 0,88 44-152-16,-60-15-260 0,-9 12-116 15,5 3-60-15,-9 10-120 0,-2 3-140 16,-2 4-128-16,-2-1 9 0,-5-2-61 0,0-5-8 15,-4-4-64-15,0-12-40 16,0-5-48-16,4-10 4 0,-4-6-61 0,0-9-99 16,4-4-196-16,-4-3-72 0,3 0 48 15,1-7-24-15,5-9 192 0,-1-3 76 0,3-9 72 16,2-7-36-16,-2 0 36 0,1-6 36 16,1-4 100-16,-2 1-44 0,2 2 56 0,-2 1 0 15,1 6 4-15,0 7-4 16,0 6 136-16,1 9 60 0,-2 3-108 0,-3 8 44 15,4 2 188-15,-4 2 36 0,4 8-84 16,0 3-76-16,0 9-76 0,-1 3 4 16,2 7-16-16,-5 3 40 0,-5 3-52 15,1 0-96-15,-4 0-60 0,0 0-40 0,0-6-104 16,0-1-324-16,-4-2-292 0,1-7-240 0,3-6-800 16,0-4-1076-16,0-5-2253 0,0-7-1943 15</inkml:trace>
  <inkml:trace contextRef="#ctx0" brushRef="#br1" timeOffset="90768.602">22395 10643 8672 0,'0'0'4477'0,"0"0"-3801"16,0 0-208-16,0 0 216 16,84-25 296-16,-60 18 0 0,-1 3-320 0,1 1-240 0,-3 3-220 0,-1 0-52 15,-1 3-64-15,-2 10-8 0,-6-1-28 0,1 7 0 16,0 4-40-16,-8 6-8 0,0 5 0 15,-4 5-96-15,-4 9-16 16,-7-1-112-16,-2 0-20 0,-2-1 96 16,2-6 148-16,2-7 12 0,3-8 100 0,4-9-4 15,4-4-108-15,0-6-60 0,0-2 60 16,12-1 44-16,-1 0 68 0,6-3 112 0,7 0-92 16,4 0 152-16,-1-10-232 0,9 1-52 15,0-4-76-15,4-3-60 0,3 1-136 16,-2 2-420-16,-2-3-512 0,-7 6-1132 15,11-2-3925-15</inkml:trace>
  <inkml:trace contextRef="#ctx0" brushRef="#br1" timeOffset="91349.132">23531 11376 8612 0,'0'0'2729'15,"0"0"-809"-15,0 0-460 0,0 0-76 0,0 0-196 16,0 0-232-16,0 0-120 0,0 0-172 15,0 0-104-15,0 0 52 0,91 2-200 16,-66-2-180-16,3-2-148 0,-5 2-4 0,5-7-80 0,-4 2-8 31,8-2-44-31,-4-3-32 0,3 0-36 16,1-2-88-16,0-1-244 0,-4 1-228 0,4-1-216 16,0 0-396-16,-8 4-1272 15,8-5-3393-15</inkml:trace>
  <inkml:trace contextRef="#ctx0" brushRef="#br1" timeOffset="92676.692">25460 10896 8188 0,'0'0'2704'0,"0"0"-663"0,0 0-793 0,0 0 168 16,0 0-200-16,0 0-308 16,0 0 44-16,75 68-228 0,-63-31-208 0,0 8-212 15,0 2-180-15,-9 1-40 0,2 3-76 16,-5-6 48-16,0-4-56 0,0-4-60 0,0-2-48 16,0-9 32-16,0-5-20 0,0-4 32 15,0-8-20-15,0-2-28 0,4-4-68 0,-4-3-92 16,0 0-60-16,4-3 12 0,4-9 24 15,3-5 296-15,2-8-4 0,2-7 4 16,2-3-96-16,-2-3 8 0,1 4 16 16,-4-2 32-16,4 7 36 0,-4 4 4 15,1 9-48-15,-6 7 48 0,1-1 48 16,-4 10 16 0,5 0-56-16,-6 0 140 0,5 7 232 0,-4 2-156 15,4 7-28-15,-4 4-48 0,0 1-12 16,0 5-52-16,-4 0 40 0,0 2-76 0,0 0-36 15,0 1-12-15,-4-4-76 16,0-6-116-16,0 0-388 0,0-3-108 16,4-6-68-16,0-3-364 0,0-2-888 0,0-5-1252 15,0-3-2717-15</inkml:trace>
  <inkml:trace contextRef="#ctx0" brushRef="#br1" timeOffset="92872.018">26081 11211 12745 0,'0'0'2516'0,"0"0"-1764"0,0 0-272 0,0 0 688 16,0 0 264-16,0 0-180 0,0 0-900 16,0 0-352-16,0 0-60 0,0 0-112 0,43 15-316 15,-30-18-148-15,6-6-412 0,-2-4-1092 16,-2 4-3024-16,5-11-4317 0</inkml:trace>
  <inkml:trace contextRef="#ctx0" brushRef="#br1" timeOffset="93149.527">26611 10801 12477 0,'0'0'1836'16,"0"0"-1456"-16,0 0-104 0,0 0 468 0,0 0 536 16,0 0-68-16,0 0-472 0,-76 89-396 15,68-51 24-15,0 6 88 0,8 4 140 16,0 3-48-16,0 3-60 0,0-1-99 0,4 1-125 16,4-3-116-16,0-6-84 0,0-4-64 15,7-6-144-15,-2-9-112 0,7-10-121 0,0-7 1 16,0-9-112-16,4-4-120 0,4-10-152 15,-5-9-556-15,-3 1-1328 16,4-20-3033-16</inkml:trace>
  <inkml:trace contextRef="#ctx0" brushRef="#br1" timeOffset="93487.683">26886 11011 13165 0,'0'0'2504'0,"0"0"-1596"0,0 0-248 0,11 82 504 15,-11-53 200-15,0-1-60 0,0-2-732 32,0-5-536-32,5 0-36 0,-5-2-84 0,0-8-108 15,4 3-152-15,-4-8-80 0,0 0-100 16,4-6-104-16,3-3-8 0,1-6 80 16,5-7 236-16,-2-7 48 0,1 1 60 15,4-3 40-15,-4 2 60 0,4 4 12 0,-4 4 24 16,0 2 64-16,-4 3 12 0,4 7 212 15,0 3 124-15,-4 0 132 0,0 3 4 16,4 7-8-16,-8 3-44 0,4 2-64 0,-4 4-64 16,0 4-8-16,-4-2-4 0,3 2-24 15,-3 0-100-15,4-8-96 0,-4 1-60 16,5-3-120-16,-5 0-148 0,4-4-332 0,0-3-280 16,4 1-352-16,-5-7-1392 0,1 0-3005 15,1-7-3099-15</inkml:trace>
  <inkml:trace contextRef="#ctx0" brushRef="#br1" timeOffset="93672.146">27488 11100 11789 0,'0'0'4708'0,"0"0"-3416"0,0 0-736 15,0 0 552-15,0 0 432 0,0 0 41 0,0 0-385 16,0 0-604-16,79 34-376 0,-59-34-192 15,-1 0-24-15,2 0-252 0,3 0-280 16,-5 0-72-16,5-6-156 0,0 3-141 16,-3 0-599-16,-6 0-1220 0,1-1-3012 0,-4 4-3141 15</inkml:trace>
  <inkml:trace contextRef="#ctx0" brushRef="#br1" timeOffset="93946.377">28085 10799 13685 0,'0'0'2792'15,"0"0"-1788"-15,0 0-1000 0,0 0 128 16,0 0 596-16,0 0 772 0,12 84-548 0,-9-49-560 15,-3 6-212-15,0 1-68 0,5 3-40 16,-5-4-72-16,0 0-64 0,4-3-96 16,-4-3-376-16,4-4-268 0,0-8-164 0,4-7-116 15,4-9-688-15,0-7-1160 0,4-7-2393 16</inkml:trace>
  <inkml:trace contextRef="#ctx0" brushRef="#br1" timeOffset="94167.885">28659 10766 7172 0,'0'0'8765'16,"0"0"-7385"-16,0 0-1256 0,0 0 48 0,0 0 656 0,40 83 928 16,-33-51-380-16,6-1-683 0,-5 7-389 15,-1 4-100-15,1 5-8 0,1 1-64 0,-5 2-60 16,-4 5-32-16,-4 1-40 0,-13 2-72 15,-7 2-168-15,-8 4-308 0,-7-4-229 0,-6 3-283 16,-6-2-272-16,-1-4-1256 0,13-16-3185 16,-34 14-4895-16</inkml:trace>
  <inkml:trace contextRef="#ctx0" brushRef="#br1" timeOffset="94974.053">21336 13166 2520 0,'0'0'7496'0,"0"0"-4551"0,0 0-941 0,0 0-492 16,0 0-280-16,0 0-172 0,0 0-152 15,0 0 180-15,0 0-100 16,0 0-371-16,103 36-181 16,-71-34-180-16,0-2-148 0,-1 0-44 0,-3-2-64 15,0-9-60-15,-3 3-120 0,-1-6-244 16,-5 3-96-16,-3-6-137 16,0 1-223-16,-4 7-636 0,-4-1-2280 0,-8 4-3237 15</inkml:trace>
  <inkml:trace contextRef="#ctx0" brushRef="#br1" timeOffset="95152.798">21411 13440 7856 0,'0'0'6217'0,"0"0"-4301"0,0 0-988 0,0 0-220 16,0 0-188-16,0 0 452 0,0 0 48 15,0 0-340-15,92 12-300 0,-61-12-212 0,10-3-128 16,-5-6-40-16,-1-4-368 0,1 0-228 15,0 1-272-15,3-1-412 16,-11 3-1312-16,9 0-3461 0</inkml:trace>
  <inkml:trace contextRef="#ctx0" brushRef="#br1" timeOffset="108145.069">22224 12875 6748 0,'0'0'572'16,"0"0"3581"-16,0 0-2937 0,0 0 340 0,0 0 56 15,0 0-84-15,87 66-280 0,-74-38-412 0,-2 1-224 16,2 6 12-16,-5-3-208 0,-1 3-112 0,1-1-136 15,-3 4-44-15,-1-2-4 0,0 2-23 0,-4-3-13 0,0 0-84 16,0-4-8-16,0-6-76 0,0-6 36 16,0-5-37-16,0-5-27 0,0-9 40 15,0 0-36-15,3 0-292 0,1-3 68 16,0-10 28-16,0-2 132 16,9-10 40-16,-2-8-4 0,1-2 40 15,0-3-76-15,-4-3 60 0,5 2 104 16,-6 6 8-16,5 0 36 0,0 8-36 15,0-1-36-15,3 7 36 0,2 6 112 0,3 1-40 0,-1 3 100 16,2 5 24-16,-1 4 72 16,3 6-24-16,-3 11-12 0,1 5-48 0,-2 3-28 15,-3 7-32-15,0 2 44 0,-4 1-8 16,0 7-39-16,-5-4-1 16,2 3-112-16,-1-3-8 15,-4 0-60-15,3 1-13 0,-3-1-47 0,1-6-52 16,3-1-24-16,-4 2-168 0,3-6-280 0,1 2-116 15,5-3-620-15,-6-4-736 0,5 0-868 0,-3-10-2453 16,2 1-2119 0</inkml:trace>
  <inkml:trace contextRef="#ctx0" brushRef="#br1" timeOffset="135052.373">2099 15443 4240 0,'0'0'884'0,"0"0"820"0,0 0 24 0,0 0-420 0,-4-66-532 16,-4 43-119-16,1 1 163 0,-2-1 52 15,-2 1-84-15,-2 3 12 0,1 0-180 16,1 3 8-16,-6 4-172 0,2-1-220 16,2 1 64-16,-6 5-76 0,-1-3 24 15,3 3-24-15,-6 1-100 0,3 3 76 0,-4 1 48 16,1 2-76-16,-1 0 296 0,-4 2-332 16,0 7-52-16,0 5-84 0,0-2 0 15,0 8-96-15,4-1-100 0,-3 6 124 16,2 3 72-16,1 5 8 0,0-2 40 15,5 4-40 1,-1 6-8-16,-1 1-64 0,6-2 52 16,-1 9-24-16,4-2-16 0,4 1 4 0,0 2 40 15,4 5-104-15,4-1 0 0,0-4 100 16,7 4-60-16,2-6 64 0,3 0 8 16,4-4 148-16,3-5-148 0,2-2 68 15,-1-2-64-15,3-3 4 0,5-4 44 16,-4 1-52-16,4-4-100 0,0-5 100 0,0 2-60 0,4-3 72 15,4-3-20-15,-1-1 16 0,5-2 56 16,0-4-64-16,0-2-12 16,0-4-40-16,-5-3 52 0,2 0 12 0,-5-10 184 15,-4-5-184-15,-1-5 76 0,-3-5 60 16,-4-3-88-16,-4-3-48 0,0-8 88 0,-4-5-40 16,0-1-52-1,-4-6 100-15,0 0-108 0,-5-6-60 16,1-4-112-16,1-2-16 0,-5-3-68 15,-5-1 92-15,-2 0 32 0,-5 4-32 16,-4 2-44-16,-4 8 20 0,-4 5 40 16,0 7 12-16,0 2-40 0,1 8 176 0,-1 8 84 0,0 7 92 0,-1 4 20 15,1 5-36-15,1 5-20 16,-1 2-16-16,4 0-52 16,0 2 28-16,0 5-100 0,0 2-76 0,-3 5 64 0,2-2-136 15,1 4 60-15,1 3-8 16,3 3-104-16,-5 7-48 0,2-1-100 15,6 4 24-15,2 6-68 0,-1-1-364 0,4 5-1332 16,0 3-244-16,0-1 83 0,4-8-427 16,-4 8-1356-1</inkml:trace>
  <inkml:trace contextRef="#ctx0" brushRef="#br1" timeOffset="135420.903">1701 15998 640 0,'0'0'1576'0,"0"0"-348"0,0 0-472 16,0 0-600-16,0 0 1252 0,0 0 644 15,0 0-908-15,84 61-228 0,-69-52-36 16,5 2-19-16,0 3 75 0,8 5 72 0,4 7 48 15,4-1-276-15,0 10-212 0,-1 0-240 0,5 4 108 16,0 1-100-16,0 2-36 0,0 0-116 16,-4-5-20-16,-4-5-92 15,0 1-8-15,-9-8-64 0,1-3 0 0,-4-4-68 16,0-1 68-16,-4-1 4 0,-4-4-4 16,0-2-92-16,-4-1-48 15,0-6-20-15,-4 4-12 16,-1-7-28-16,2 0 0 0,-5 0-100 0,4 0-292 15,-4-3-124-15,4-4 200 0,0-5-168 16,-4-1 48-16,0-9-488 0,0-2-913 16,0 6-1047-16,-4-16-2448 0</inkml:trace>
  <inkml:trace contextRef="#ctx0" brushRef="#br1" timeOffset="136038.208">1187 16758 3892 0,'0'0'1276'31,"0"0"-52"-31,0 0 1592 0,0 0-1083 16,0 0-617-16,0 0-308 0,0 0-144 16,0 0-232-16,0 0-64 0,0 0 0 0,0 0 212 15,92-4 248-15,-56 4-424 0,7 4-4 16,5-1-64-16,3-1-124 0,2 2-4 0,2 2 28 15,1-3-100-15,4 1-48 16,0-4 72-16,4 0-72 0,3 0 20 0,5 0-8 16,-5-7 48-16,9 1-100 0,-4-3-48 15,-1-4 0-15,2-1 0 16,-2 2 64-16,0-3-64 0,-2-2-108 0,-5 2-52 0,-8-1 36 0,-5 3-48 16,-7 4 84-16,-8-1 28 15,0 1-4-15,-12 5-56 0,-1-2-32 0,-3 3-44 16,0-1-16-16,-8-1-360 0,4 1-168 15,-4-2-456-15,-4-1-1056 0,-5 1-2353 16,-3-10-2507-16</inkml:trace>
  <inkml:trace contextRef="#ctx0" brushRef="#br1" timeOffset="136250.623">2960 16208 8884 0,'0'0'4177'0,"0"0"-3489"0,0 0-688 15,0 0 280-15,0 0 328 0,84-22-168 0,-69 19-412 16,2 0-28-16,-2 3-8 0,-3 0-8 16,4 0-144-16,-4 0-44 0,0 0-784 0,0 3-880 15,-4 3-2493-15,0 1-2751 0</inkml:trace>
  <inkml:trace contextRef="#ctx0" brushRef="#br1" timeOffset="136417.32">3068 16529 4272 0,'0'0'8537'0,"0"0"-7745"0,0 0-792 0,0 0 0 16,0 0 396-1,0 0 652-15,0 0 84 0,0 0-480 0,0 0-264 0,23 67-28 0,-7-65 36 16,5 2 84-16,-2-4-196 0,9 0-284 0,-4 0-12 15,0-4-284-15,-1-1-172 0,1-5-40 16,1 0-304-16,-1-7-632 16,-9 6-1468-16,2-15-5161 0</inkml:trace>
  <inkml:trace contextRef="#ctx0" brushRef="#br1" timeOffset="139938.597">4980 15246 6156 0,'0'0'7293'0,"0"0"-5721"0,0 0-1320 0,0 0-252 15,0 0 200-15,0 0 292 0,0 0 312 0,0 0 240 16,0 0-268-16,-4 3-332 0,4-3-360 16,0 0-84-16,0 0-120 0,0 0 8 15,4 0-36-15,4 0 48 0,7 0 100 16,6 3 124-16,10 0-124 16,1-3 8-16,8 4-8 0,0-4 52 15,8 0-52-15,-4 0 8 0,3 0-8 0,2 0-24 16,-2 0-72-16,-3-4 92 0,0 4-68 15,-4 0 60-15,0 0-96 0,-1 0 20 0,-7 0 88 16,0-3 12-16,0 3-12 16,-8 0 0-16,0-3-4 0,-9 3 0 15,2 0-4-15,-6 0-40 0,-3 0 44 0,1 0-48 0,-5 0 8 16,-4 0 44-16,0 0 72 0,0 0 64 16,0 6-60-16,0 4 84 15,-4 4 36-15,-5 4-72 0,-2 1-64 0,-1 6 16 16,-8 0-4-16,-1 0 40 0,-7 2-28 15,2 4 4-15,-2 4-84 0,-8 0 8 16,-5 7-12-16,2 2-64 0,-5 3 4 0,0 5-36 0,1-2-64 31,-2 4 60-31,6-3 20 0,3-1 76 0,4-5 8 0,8-3 0 16,0-8-4-16,8-2 8 0,0-7 40 0,4-6-40 16,9-2 52-16,-6-5-56 0,5-2-4 15,4-7 0-15,0 3-60 0,0-4-52 0,0 3-36 16,9-3 148-1,2 5 92-15,9 0 80 0,7-1 48 16,5 0-36-16,1 1 12 0,7-1-24 16,-5-3-48-16,5 0-64 0,0 0 16 15,-4 4-68-15,0-4-8 0,0 3 0 16,-1 0-8-16,-3-2 4 0,4 2 8 0,-4-3 0 16,-1 0 48-16,-3-3-16 0,0 0-32 15,-3 0-8-15,-1 0-4 0,-9 0 0 0,5 0-68 16,-8 0-20-16,1-3 36 0,-2 0-224 15,-3 0-20-15,1 0-92 0,-6-4-72 16,-3 1-100-16,4 0-336 0,-4-7-412 0,0-3-872 16,-4-6-1681-16,-3 6-2287 0,-6-16 3388 15</inkml:trace>
  <inkml:trace contextRef="#ctx0" brushRef="#br1" timeOffset="140308.849">6060 15449 444 0,'0'0'1212'0,"0"0"7104"0,0 0-7115 0,0 0-1033 16,0 0 228-16,0 0 528 15,0 0 628-15,0 0 76 0,0 0-536 0,0 0-656 0,-24 16-348 0,7-2-28 16,2-2 76-1,-5 4 112-15,0 3-48 0,-4 6-104 0,0 3-32 0,-8 8-16 32,0 1 4-32,-3 9-52 0,-1-3 4 0,-5 7 0 15,-2 2 68-15,0 3-8 0,-2-2-4 16,2-2-60-16,-2-4-88 0,6-3 88 0,3-6 52 16,8-2-40-16,0-7 0 0,4-4-8 15,9-3-4-15,-6-3 0 16,14-7 4-16,-6-2-4 0,5-1 0 0,5-2-52 15,3-3-84-15,-4-4-52 0,4 0-8 0,0 2-52 16,0-2-76-16,0 0-72 0,0 0-76 16,0 0-60-16,0 0-172 0,0 0-472 15,0 0-568-15,0-2-457 0,7 2-987 16,1-13-3336-16</inkml:trace>
  <inkml:trace contextRef="#ctx0" brushRef="#br1" timeOffset="140927.749">6183 16224 484 0,'0'0'6900'15,"0"0"-1715"-15,0 0-5009 0,0 0-176 0,0 0 0 0,0 0 460 16,0 76 420-16,0-45 132 16,8 5-308-16,0 5-224 0,0 7-144 0,4 8-48 15,0 5-40-15,0 9 40 0,0-1 84 16,-5 2-140-16,2 2-56 0,-1-3-128 0,-8-7-36 16,4-3-4-16,-4-5-4 15,0-8-4-15,0-12-48 0,0-6-4 0,0-7-20 0,0-10-28 16,0-9-136-16,0-3-332 15,0-3-144-15,0-16-432 0,-8-12-44 0,-1-10-520 16,2-17-453 0,-5 10-1927-16,-4-34-1840 0</inkml:trace>
  <inkml:trace contextRef="#ctx0" brushRef="#br1" timeOffset="141199.134">6187 16402 1944 0,'0'0'860'0,"0"0"4896"0,0 0-4720 16,0 0-584-16,0 0 52 0,0 0 309 0,0 0 47 15,0 0-116-15,0 0-196 0,44-67-204 0,-36 63 48 0,8 2 0 16,0-1-24 0,3 3-56-16,2 0 68 15,-1 0-16-15,-5 0-240 0,6 0-8 0,-10 3-16 0,6 3-12 0,-10-3 48 16,5 4 64-16,-3 2 88 0,-5 0-76 16,-1 4 24-16,1 4 24 15,-4-2-28-15,-4 4 52 16,-3 0-72-16,-2 3-88 0,-6 1-88 0,-2-2-32 15,2-4-8-15,-2-1-104 0,6 0-136 16,-6-7-228-16,2-3-96 0,-2 1 92 16,6-4-252-16,-6 0-316 0,6 1-948 15,-1-4-897-15,0 0-2715 0,0 0 1068 0,4 0 4524 16,-4-4-31-16</inkml:trace>
  <inkml:trace contextRef="#ctx0" brushRef="#br1" timeOffset="144104.36">7645 15926 1420 0,'0'0'7280'0,"0"0"-5924"0,0 0-411 0,0 0-225 16,0 0-16-16,0 0 368 0,0 0 212 15,0 0-116-15,32 66-236 0,-19-34-276 16,-6 6-160-16,5 6-64 0,-3-2-100 0,-2-1-72 16,1 0-40-16,-4-9-176 0,-4-7-44 31,4-6-100-31,-4-6-36 0,0-6-160 16,0-4-368-16,0-3-292 0,-4 0-332 15,-4-10-1052-15,0-3-3085 0,-8-14-2403 0</inkml:trace>
  <inkml:trace contextRef="#ctx0" brushRef="#br1" timeOffset="144250.672">7510 15693 3828 0,'0'0'7273'0,"0"0"-5977"16,0 0-1040-16,0 0-116 0,0 0 436 0,0 0 300 16,0 0-232-16,0 0-440 0,0 0-204 15,96-2-172-15,-65 2-628 0,1-4-768 0,-8 1-2633 16,16-2-4150-16</inkml:trace>
  <inkml:trace contextRef="#ctx0" brushRef="#br1" timeOffset="144553.211">8124 15668 5624 0,'0'0'6285'0,"0"0"-5389"16,-4 63-472-16,-5-33 400 0,1 0 632 16,-3 3-88-16,-2-1-312 0,6-7-404 0,-1 0-256 15,4-8-192 1,0-5-204-16,4-3-184 15,0 1-28-15,4-3-32 0,4-5-4 0,3 2 64 16,6 2 108-16,-2-6 72 16,9 4 0-16,0-4 8 0,1 0-8 15,-1 0-4-15,-1 0 4 0,1 0-8 0,-8 0 0 0,0 0 12 16,-5 3 188-16,2 6 24 0,-2-2-28 16,-7 5-48-16,5-2 12 0,-9 5-12 15,0-2-40-15,0 3 16 0,-9 1-16 16,2 2-92-16,-9-5-4 0,0 3-156 0,-8 2-140 15,1-4-296-15,-5-1-188 0,0 1-216 16,-4-5-516-16,0-1-928 0,4-5-2049 16,4-1-2011-16,-4-3 5836 0</inkml:trace>
  <inkml:trace contextRef="#ctx0" brushRef="#br1" timeOffset="145167.577">9606 15856 1736 0,'0'0'624'0,"0"0"16"0,0 0 3692 0,0 0-2516 16,0 0-176-16,0 0-71 16,-48-67-265-16,40 64-228 0,-4 3-216 0,0 0-4 15,0 3-432-15,1 6-152 0,2 8-48 16,1 1-12-16,0 11 36 0,5 7-16 16,3 1 16-16,0 8 24 0,0-1-64 0,0-3-64 15,0-6-144-15,0-9-96 0,3-7-128 16,1-10 28-16,0-7-88 0,0-2 24 0,0 0 248 15,8-8 12 1,0-9 0-16,0-5-124 16,4-8-24-16,-4-6 12 0,0 1-40 0,0-3 28 15,0 10 24-15,0 5 24 0,-1 8-24 16,2 4-52-16,2 5 64 0,-2 6 112 0,6 0 336 16,-2 11 212-16,-2 0 36 15,1 9-176-15,0-1-136 0,0 3-76 16,0 0-76-16,-4-3-60 0,0 0-60 0,-1-3-136 15,2 0-24-15,-2-4-124 0,2-2 36 16,-1-1-296-16,-1-4-488 0,2-5-504 0,-2 0-1208 16,2-7-2565-16,-5-3-203 0</inkml:trace>
  <inkml:trace contextRef="#ctx0" brushRef="#br1" timeOffset="145432.167">10115 15659 7672 0,'0'0'4073'0,"0"0"-3493"0,0 0-504 0,0 0 156 0,80 47 480 32,-63-30 624-32,-6 4 84 0,-3 1-328 15,0 3-500-15,0 5-184 0,-4 1-72 0,4 4-188 16,-8 1-136-16,4-3-4 0,-4 0-8 16,0-7 0-16,0-4 112 0,0-10 44 0,0-5 116 15,0-4 48-15,0 0 156 0,0-3-180 16,0 0-104-16,0-6 16 0,0-4-152 15,0-6-56-15,4-6-84 0,4-6-12 16,0-8-64-16,4-2-72 0,4-3 12 16,0-3-84-16,4 2-436 0,-5-2-296 0,5 0-580 15,5 2-1496-15,-10 11-2593 0</inkml:trace>
  <inkml:trace contextRef="#ctx0" brushRef="#br1" timeOffset="145599.67">10629 15679 5136 0,'0'0'7461'16,"0"0"-6161"-16,4 69-944 0,-4-44 240 0,0 4 420 16,0-1 164-16,0 1-188 15,0-4-436-15,0-5-504 0,0-1-52 0,0 0-164 16,-4-5-328-16,4 3-512 0,-3-7-480 16,-1-4-1460-16,4-3-3165 0,-8-9 129 15</inkml:trace>
  <inkml:trace contextRef="#ctx0" brushRef="#br1" timeOffset="145738.236">10594 15548 1788 0,'0'0'8764'0,"0"0"-7923"16,0 0-841-16,0 0 0 0,0 0-12 16,0 0-52-16,0 0-244 0,0 0-997 15,0 0-1875-15,0 0-2640 0</inkml:trace>
  <inkml:trace contextRef="#ctx0" brushRef="#br1" timeOffset="146254.279">10813 15865 3252 0,'0'0'7604'15,"0"0"-6355"-15,0 0-1029 0,0 66 100 16,0-53 216-16,0-3 24 0,0-8-52 0,0 3-228 16,4-5-280-16,0 0-52 0,4-5 52 15,0 0 100-15,4-8 4 0,0-2-104 0,3-4-380 16,2-1-204-16,-2 1-120 0,2 0 196 15,-2 6-32-15,2 4 180 16,-6 6 76-16,2 3 248 0,-2 0 36 0,-3 9 296 16,0 4 652-16,-3 6 60 0,-2 3-156 15,1 6 32-15,-4 2 100 0,0-2-136 16,4-2-252-16,0-4-264 0,-4-3-332 0,4-10-36 16,0 1-188-16,0-10-136 0,0 0-48 0,4 0-28 15,0-13-96-15,3-3 256 0,2-3-252 16,-1-6-356-16,0 3-312 0,3-1 292 15,2 4 416-15,-2 4 244 0,2 2 128 16,-2 6 112-16,-2 2 4 0,-2 0 164 16,6 5 120-16,-6 5 176 0,5 0 52 15,0 9 140-15,8 4 100 16,-4 8-248-16,4-1 12 0,0 10-148 16,0 0 8-16,0 2 216 0,3 8 16 15,-7 3-24-15,-3 3-112 0,-2 3-64 16,-7-3-52-16,-4-1 0 0,-4-5 48 15,0-4 0-15,-4-7-112 0,-4-1-84 16,-3-8-124-16,-2-3 52 0,-6-6-52 0,2-3-12 16,-7-4-72-16,-4-5-8 0,1-4-136 0,-1 0-52 15,0-13-72-15,0-6-124 0,4-3-84 16,0-8-100-16,5-1 156 0,6-4 36 0,9 3-60 16,0 1 72-16,4-1 136 0,8-3-40 15,5-2-284-15,2-2-560 0,2 1-820 16,-2 9-849-16,5-9-2923 0</inkml:trace>
  <inkml:trace contextRef="#ctx0" brushRef="#br1" timeOffset="147388.62">12710 15872 872 0,'0'0'668'15,"0"0"-264"-15,0 0 4508 0,0 0-3836 0,0 0-24 16,0 0-328-16,0 0 376 0,0 0-211 0,0 0 147 15,0 0-104-15,-45-13-284 0,38 13 8 16,3 0-12-16,-4 0-244 0,3 0 16 16,-2 0-40-16,-1 3-140 0,0 3-36 15,4-2-88-15,-1-2 36 0,2 5-148 16,-1-4 0-16,4-3-48 0,-4 3-52 0,4 1 88 16,0-4-40-1,0 0 52-15,0 0 0 0,0 0 8 0,0 0 8 0,0 0-8 0,0 0-4 16,0 0-4-16,0 0 0 15,0 0 0-15,0 0-4 0,0 0 0 0,0 0-48 16,0 0-20 0,0 0-16-16,0 0 24 0,0 0-24 0,0 0 16 0,0 0-4 15,0 0 64-15,0 0-40 16,0 0 52-16,0 0 96 0,4 0 56 16,-4 0-68-16,0 0-8 0,0 0 88 15,0 0 20-15,0 0 28 0,0 0-16 0,0 0 4 16,0 0 108-16,0 7 196 0,-4 1-208 15,4 12-296-15,0 2-112 16,-4 7 4-16,4 2 100 0,0-2-44 0,4-1-44 16,0-2-4-16,3-5 0 0,-2-7-48 0,-1-2-12 0,4-5-60 15,-4-4-4-15,3-3 100 16,-3 0 76-16,5 0 48 0,-1-10 84 16,3-2-20-16,6-10-64 0,-6-3-180 0,2-8-156 15,-2-2-52-15,1 1 28 0,4 5 60 16,-4 0 96-16,4 10 92 0,-4 6-16 15,0 7 68 1,4 4 60-16,-4 2 24 0,4 5 340 16,-5 4 140-16,2 7 180 0,-1 4-224 0,-5-1-164 0,2 0-36 15,3 3-52-15,-5-3 52 0,-2 3 8 0,3-3-96 16,-4 0-172-16,-1-3 0 16,1 0-96-16,-4-4-152 0,4-1 16 15,5-5-112-15,-5-4-188 0,3 2-364 0,-3-4-220 16,4-4-676-16,5-8-672 15,-6-1-2693-15,1-25-555 0</inkml:trace>
  <inkml:trace contextRef="#ctx0" brushRef="#br1" timeOffset="147626.281">13096 15227 9376 0,'0'0'1488'15,"0"0"-795"-15,0 0 115 0,0 0 316 0,-12 92 84 16,12-53-88-16,0 8-228 0,8 10-256 0,3 4-192 16,2 7-120-16,-1 6-140 0,0 5-48 15,0 1-128 1,-1-4-8-16,-2-3-48 0,3-9-124 0,-5-10-164 16,2-7-184-16,-1-12-176 0,-1-10-36 15,1-8-108-15,1-11-440 0,-2-6-1008 16,1 0-1989-16,0-10-2519 0,-3-12 6576 0</inkml:trace>
  <inkml:trace contextRef="#ctx0" brushRef="#br1" timeOffset="147995.357">13546 15843 10540 0,'0'0'1941'0,"0"0"-1149"0,0 0-64 16,0 0 120-16,0 0 120 0,-28 66-112 16,21-49-296-16,-2-1-312 0,5-4-204 0,0 1-44 15,0-3-84-15,4-1-4 0,0 1 12 16,8-4-48-16,1 0 52 0,6 1 56 0,2-1-68 16,2-6 20-16,5 3 52 0,0-3-64 15,0 0 68-15,-1-3 4 16,2 0 0-16,-5 0-44 0,-1 3-4 0,-6 0 48 0,-2 0 4 15,-3 6 124-15,1 6 276 0,-6 1 144 16,1 3-136-16,-4 6-72 0,0 3-16 16,-4-3-64-16,-8 3 4 0,0-1 20 0,-3-2-60 15,-2-6-108-15,2-4-104 0,-1 1-8 16,-1-7-100-16,2-6-180 0,-2 0-544 16,-2-3-152-16,-1-13-240 0,4-6-876 0,4 3-1164 0,4-16-2341 15</inkml:trace>
  <inkml:trace contextRef="#ctx0" brushRef="#br1" timeOffset="148272.433">13973 15967 10044 0,'0'0'3981'0,"0"0"-3309"0,15 66-104 0,-7-37 360 16,-3-7-124-16,2-2 40 0,-7-8-116 15,8-5-444-15,0-4-212 0,4-3 88 16,0 0 0-16,8-7-12 0,0-6-36 0,0-6-68 15,0-3-44-15,-1-3-148 0,-2-4-72 16,-2 4-100-16,-2 0 0 16,-5 2 108-16,-1 4 40 0,-7 4 36 0,0 4 136 15,0 2 24-15,-7-1-24 0,-9 4-60 16,0 0 52-16,-5 0-80 16,2 2-36-16,-1 4 112 0,0 0-100 0,0 7-60 15,0 2-128-15,1 4-172 0,2 4-20 16,-3-3-184-16,5 5-804 0,2-6-1048 0,-2 6-2689 15</inkml:trace>
  <inkml:trace contextRef="#ctx0" brushRef="#br1" timeOffset="155309.732">15511 15893 1136 0,'0'0'5592'0,"0"0"-3384"0,0 0-656 0,0 0-779 16,0 0-361-16,0 0 2052 0,0 0-936 16,0 0-548-16,-92 30-244 0,76-5-4 15,4 7-92-15,0 3 256 0,4-1-272 16,4-2 48-16,0-1-308 0,4-5-156 15,0-10-208-15,0-3-60 0,4-7-124 16,0-2-24-16,4-4 64 0,0-7 136 0,4-2-76 16,4-10-64-16,0-7-180 0,-5-3-64 15,6-2 12-15,-6-1 172 0,2 6-28 16,-5 5 80-16,-1 7 104 0,-3 5 4 16,1 9-52-1,3 0 100-15,-5 2 4 0,5 12 280 0,-4 2-12 16,9 6-40-16,-6 0 12 0,1 4-72 15,5-3-64-15,-6 2 4 16,5-3 12-16,0 0-4 0,4-7-60 0,0 2-60 16,0-1-144-16,4-10-112 0,-1 0-28 15,5-6-132-15,4 0-396 16,0-10-560-16,-4 1-1696 0,4-17-3297 0</inkml:trace>
  <inkml:trace contextRef="#ctx0" brushRef="#br1" timeOffset="155544.217">16248 15973 14437 0,'0'0'2780'0,"0"0"-1492"16,0 0-636-16,8 70 80 0,7-54 344 15,5-7-139-15,12-5-305 0,8-4-296 16,4-4-176-16,7-12-112 0,-2-3-48 0,3-6-168 0,-5-3-160 0,1-1-256 15,-8-3-277-15,-1-3-287 16,2-3-524-16,-9 0-1260 0,-9 9-2705 16,-3-15-2499-16</inkml:trace>
  <inkml:trace contextRef="#ctx0" brushRef="#br1" timeOffset="155799.646">16578 15443 2856 0,'0'0'8081'0,"0"0"-6245"0,0 0-856 0,0 0 388 0,-83 76-60 15,70-44-48-15,2 3-176 0,7 6-260 16,0 4-176-16,4 6-76 0,8 3 28 16,3 2-127-16,2 4-205 0,2 1-100 15,2 6-96-15,-2-4 28 0,2 4-64 16,-6 0-36-16,1-1-8 0,-4-5 8 16,-4-1 60-16,0 0-48 15,-4-6 36-15,-8-3 24 0,0 0 12 16,-4-10-12-16,1-3-20 0,-2-9-44 0,2-10-8 15,-2-9-88-15,1-7-360 16,1-3-169-16,-2-3-103 0,2-13 4 16,-1-7-32-16,0-5-456 0,0-17-1212 0,8 10-2653 15,-5-31-3723-15</inkml:trace>
  <inkml:trace contextRef="#ctx0" brushRef="#br1" timeOffset="155978.776">16941 15963 12077 0,'0'0'2508'16,"0"0"-1248"-16,11 67 580 0,-6-38-104 16,-5 5-72-1,0 4-535-15,0-2-425 0,0-7-452 16,0-4-252-16,4-9-64 0,0-7-192 0,0-3-168 16,0-2-341-16,-4-4-207 15,3-4-768-15,-3-8-948 0,0-1-2224 0,-3-18-2341 16</inkml:trace>
  <inkml:trace contextRef="#ctx0" brushRef="#br1" timeOffset="156111.027">16865 15716 9772 0,'0'0'2397'0,"0"0"-965"0,0 0 288 0,0 0-596 0,0 0-640 0,0 0-248 31,0 0-236-31,0 0-348 0,76-16-720 0,-65 14-904 16,6 2-3325-16</inkml:trace>
  <inkml:trace contextRef="#ctx0" brushRef="#br1" timeOffset="156463.134">17244 15992 11429 0,'0'0'3912'15,"0"0"-2420"-15,-4 89 332 0,4-54 60 16,-8 10-323-16,3-4-341 0,1-6-456 0,4-7-488 15,0-9-276-15,0-5-76 0,0-8-116 16,9-4-52-16,-1-2 4 0,3-6 84 16,6-7-40-16,-2-9-176 0,6-6-80 15,-1-4-80-15,-1-3-17 0,1 0-83 16,0 4 8-16,0 1 284 0,0 8 156 16,-1 0 112-16,-2 7 20 0,-6 5 52 0,2 3 148 15,-1 5 144-15,-9 2 212 0,5 0-28 0,-8 9 36 16,5 4-27-16,-5 6-37 0,0 3-84 15,0 3-72-15,-5 3 8 0,5 2 40 0,-4-2-16 16,0-2-188-16,4-4-136 0,0-3-232 16,0-7-56-16,0-2-172 15,0-7-144-15,0-3-89 0,4 0-135 0,5-13-516 16,3-6-728 0,-1 0-1800-16,9-19-1521 0</inkml:trace>
  <inkml:trace contextRef="#ctx0" brushRef="#br1" timeOffset="156604.937">17730 16033 14333 0,'0'0'2432'0,"0"0"-1724"0,0 0-100 0,-13 93 144 0,6-65 864 16,-1 4-83-1,-5-3-405-15,10-4-632 0,-5-6-376 16,8-6-120-16,-4-6-264 0,4-7-344 16,0 0-140-16,-4-7-225 0,4-9-567 15,0 3-2456-15,-4-22-2453 0</inkml:trace>
  <inkml:trace contextRef="#ctx0" brushRef="#br1" timeOffset="156757.479">17714 15656 11789 0,'0'0'2212'16,"0"0"-900"-16,0 0 644 0,0 0-580 16,0 0-296-16,0 0-176 0,0 0-748 15,0 0-156-15,0 0-656 0,91-29-364 16,-67 13-520-16,0-6-1320 0,-8 3-1921 15,20-16-1575-15</inkml:trace>
  <inkml:trace contextRef="#ctx0" brushRef="#br1" timeOffset="156957.81">18112 15351 11569 0,'0'0'2528'0,"0"0"-1516"0,-15 79 32 0,6-37-144 0,-3 9 428 15,1 9 132-15,6 3-300 0,1 7-235 0,4 5-101 0,0 2-156 0,0-1-76 16,0-5-220-16,9-5-192 0,-5-5-180 0,7-14-132 15,-3-9-12-15,4-6 12 0,-4-10 24 16,4-10 8 0,-4-1-80-16,0-11-48 0,0 0-208 0,-4-4-84 15,-4-9-28-15,0-6-581 0,0-3-559 16,-8-6-712-16,-7-4-688 16,-6 0-1065-16,5 7 933 0,-24-17-1600 0</inkml:trace>
  <inkml:trace contextRef="#ctx0" brushRef="#br1" timeOffset="157094.789">17721 15872 7868 0,'0'0'4309'0,"0"0"-2165"0,0 0-520 0,0 0-320 16,0 0-388-16,0 0 84 0,0 0-204 0,0 0-380 16,105 57-160-16,-70-57-124 15,5-10-132-15,-5 0-88 16,2-6-168-16,-1 4-208 0,-8-4-384 0,0 0-148 0,-1 4-420 16,-11-1-1764-16,4-3-3249 0</inkml:trace>
  <inkml:trace contextRef="#ctx0" brushRef="#br1" timeOffset="157305.701">18288 15998 1316 0,'0'0'12721'16,"0"0"-10729"-1,11 70-1376-15,-7-51 108 0,5-2 352 16,2-2 56-16,1-8 16 0,4-4-540 0,12-3-376 16,0-10-84-16,8-3-148 0,0-6-28 15,3-6-260-15,-3 0-32 0,-3-4-104 16,-1 1-152-16,-9 2 112 0,-3 3 72 15,-5 4 172-15,-6 0 208 0,-9 10 12 16,0-1 172-16,-9 8 84 0,-6 2 88 16,-1 0 108-16,-8 9-36 0,-3 8-76 0,-1 4-48 15,0 8-120-15</inkml:trace>
  <inkml:trace contextRef="#ctx0" brushRef="#br1" timeOffset="158991.963">18514 15798 2700 0,'0'0'1656'15,"0"0"-496"-15,0 0-236 0,0 0-508 16,0 0-52-16,0 0 140 15,0 0 1896-15,0 0-1123 0,0 0-585 0,0 0-12 16,17-7 8-16,-17 7 36 16,0 0 60-16,0 0-168 0,0 5-88 0,0 1-24 15,-4 0 8-15,-1 4 96 0,-3-4-4 16,1 3-60-16,-1 1-40 0,-1-1-76 16,2 1-84-16,-9 2-164 0,0 1-180 0,0 4-64 15,-4-2 16-15,4 4-24 0,-4 4-4 0,4-4-8 16,1 6 24-16,-2-3 8 0,6 3 4 0,-2 2 40 15,1 0-40-15,5 2 0 0,-1-1-4 16,3 5 40 0,5-5-72-16,0-3-52 0,5 5 4 0,3-9-40 0,3 2 60 15,6-1 52-15,2-6-76 0,5-4 12 16,4 1-136 0,0-3-48-16,4-8-52 0,0-2-12 0,0 0-112 15,3-2-188-15,1-14-376 0,1-1-536 16,-14 5-872-16,12-13-2125 0</inkml:trace>
  <inkml:trace contextRef="#ctx0" brushRef="#br1" timeOffset="159328.095">19296 15989 11717 0,'0'0'2728'0,"0"0"-1352"0,0 0-384 0,0 0 572 16,12 83-264-16,8-68-356 0,3-2-372 15,5-1-244-15,8-5-160 0,4-7-92 0,0 0-4 16,3-7-59-16,2-12-13 0,-6 0-109 16,1-9-391-16,0-3-364 0,-4-4-336 15,-8-1-492-15,-4-2-928 0,-5 13-2669 0,-6-16-3443 16</inkml:trace>
  <inkml:trace contextRef="#ctx0" brushRef="#br1" timeOffset="159594.207">19506 15591 3800 0,'0'0'5096'0,"0"0"-3620"0,0 0 81 0,0 0 311 0,-55 71-252 15,50-46-344-15,5 4-388 0,0 6-292 0,5 3-124 16,7 0 0 0,-1 7 72-16,6 2-76 0,-2 4-132 15,2 0-76-15,3 7-24 0,-5 1-12 0,-3 1-100 16,1 4 52-16,-2 0-28 0,-7-1 4 15,-4-3 9-15,0-9 87 0,0-3 156 16,0-7-88-16,-8-9-212 0,4-7-92 0,1-6 4 16,-1-5 0-16,4-9 0 0,-4-2-12 15,-1-3-244-15,-3 0-312 0,1-6-221 16,-1-10-91-16,-5-6-108 0,6-10-228 0,3-9-548 16,4-3-1024-16,0 9-2717 0,7-26-1435 0</inkml:trace>
  <inkml:trace contextRef="#ctx0" brushRef="#br1" timeOffset="159762.3">20073 15992 11521 0,'0'0'2224'0,"0"0"-1412"0,11 70-144 0,-11-34 428 16,0 4 436-16,-7 2 80 0,-1-1-584 15,-1-6-552-15,-2-4-328 0,7-8-148 0,0-7-112 16,0-7-204-16,-1-6-492 0,1-3-480 15,0 0-596-15,1-9-2536 0,-5-10-2849 0</inkml:trace>
  <inkml:trace contextRef="#ctx0" brushRef="#br1" timeOffset="159910.382">19973 15756 9548 0,'0'0'2029'0,"0"0"-1145"0,0 0 544 0,0 0 452 0,0 0-200 16,0 0-348-16,0 0-616 0,0 0-512 15,87 5-204-15,-70-5-380 0,-2 0-460 0,-2 0-284 16,2-5-468-16,-2 3-1092 0,-2 2-3145 16</inkml:trace>
  <inkml:trace contextRef="#ctx0" brushRef="#br1" timeOffset="160247.709">20192 16059 12077 0,'0'0'1976'0,"0"0"-1480"0,23 67-128 0,-14-51 224 15,3-2 688-15,-1-3 72 16,2-8-552-16,6-3-380 0,1-14-224 16,5-4-24-16,-1-8-52 0,4-5-120 0,-5-7-316 15,1-3-252-15,-8 0-168 0,4 3-32 0,-4 2 56 0,-8 11 84 16,-1 3 40-16,-7 9 96 0,-3 1 176 16,-9 5 188-16,-4 7 128 15,-4 0 12-15,-4 3 124 0,4 10 144 0,-4 6-92 16,5 10 40-16,2 5 60 0,6 4 140 15,3 7 0-15,-1-1 96 0,5 2-104 16,4-2 40 0,0 0-40-16,0-6 48 0,4-6-24 0,5-13-128 0,2-3-144 15,1-9-172-15,8-7-136 16,1-14-20-16,3-8-140 0,3-10-160 0,-3-9-220 0,0-6-292 16,0-4-112-16,-5-6-276 15,5-2-516-15,-3 3-841 0,-2 12-1223 16,-3-26-1324-16</inkml:trace>
  <inkml:trace contextRef="#ctx0" brushRef="#br1" timeOffset="160433.246">20602 15186 7128 0,'0'0'2152'0,"0"0"-1296"16,0 0 229-16,0 0 375 0,0 0-8 16,0 0-48-16,32 82-360 0,-24-43-224 0,5 2 120 15,-6 9 208-15,1 4-220 0,-4 3-148 0,0 7-148 16,-4 0-147-16,0-1-121 0,0-2-120 15,0-7-244-15,0-7-4 0,0-5-276 16,4-11-340-16,8-10-121 0,3 0-283 16,10-12-828-16,6-6-1144 0,-10-3-2685 0,22-16-2563 31</inkml:trace>
  <inkml:trace contextRef="#ctx0" brushRef="#br1" timeOffset="160794.893">21188 15751 5716 0,'0'0'6837'15,"0"0"-5077"-15,0 0-952 16,-28 82 84-16,8-43 484 0,1 1 180 0,2 4-156 16,2 2-364-16,2-5-271 0,2 0-1 0,7-6-88 15,0-6-264-15,4-10-284 0,0-3-128 0,8-10-84 16,3 1-100-16,6-7 16 0,3-10 72 0,7-9-24 16,1-10-88-16,0-9-152 15,4-10-104-15,-4-6-20 0,0-6-125 16,0-4 1-16,-4-2-40 0,0-1-96 0,-9-2 16 15,2-1 212-15,-10 3 168 0,-3 0 276 16,-4 7 72 0,0 10 272-16,0 11 48 0,0 10 100 15,0 11 36-15,-4 11 8 0,4 1-36 16,0 6-36-16,0 0-64 0,0 0-108 0,0 9 12 16,0 10 0-16,0 6 20 0,0 11 77 15,4 5 23-15,4 7 108 0,-4-1-48 16,1 4-12-16,2 0-136 0,1 0-116 15,0 3-144-15,1-7-4 0,-2 4-184 0,5-7-312 0,-5 2-228 16,2-9-125-16,-1-2-99 16,3-6-324-16,2-1-1148 0,-1-12-1940 0,4-3-2533 15</inkml:trace>
  <inkml:trace contextRef="#ctx0" brushRef="#br1" timeOffset="160935.716">21849 16024 12809 0,'0'0'2336'0,"0"0"-1680"0,0 0-432 0,0 0-220 16,0 0-4-16,0 0-112 0,0 0-1096 0,-92 50-1404 15,65-50-5797-15</inkml:trace>
  <inkml:trace contextRef="#ctx0" brushRef="#br1" timeOffset="162227.346">10797 17434 6248 0,'0'0'1664'15,"0"0"-576"-15,0 0 1085 0,0 0-469 16,0 0-544-16,-40-70-400 0,28 54-104 16,5-1-128-16,-6-2-124 0,1-2-116 0,0 2 24 0,0-1-164 15,1 5 24-15,2 5 104 0,1 0 96 16,1 8 168-16,3-2-72 0,-4 4-148 0,-5 0-124 15,2 4-144-15,-6 2-48 16,2 7-4 0,-1 0 48-16,-4 5-48 0,0 4 0 0,0 3-100 15,1 8 96-15,-2-2-4 0,5 5-96 0,-3 6 104 0,6-2 0 0,1 8 4 16,1-1-4-16,7 4 0 0,-1 0 4 16,5 0 56-16,9-4 64 0,6 4 120 15,2 0-60-15,6-6-76 0,1-1 128 16,4-6-188-16,0-7 48 0,-4-5-36 15,4-7-56-15,0-7 72 0,-5-6-76 16,1-1 0-16,-3-5 44 16,3-5 76-16,-5-3 76 15,1-2-184-15,-4 0 32 0,0-2-44 0,-8-4-12 16,0 0-72-16,0 0-308 0,-4 0-228 16,0-3-300-16,-4 0-116 0,0 0-456 15,0-1-1060-15,-4 8-2957 0,-12-1-2483 0</inkml:trace>
  <inkml:trace contextRef="#ctx0" brushRef="#br1" timeOffset="162396.105">10586 17859 5044 0,'0'0'1056'15,"0"0"3392"-15,0 0-2671 16,0 0-169-16,0 0-220 0,0 0-140 0,96-3-180 16,-68 6-240-16,0 0 8 0,0 0-196 15,-5-3-300-15,1 0-300 0,0 0-40 16,0 0-224-16,-5 0-32 15,-2-3-284-15,-2-3-308 0,2 4-476 0,-6-3-1064 16,-2 3-2285-16,-5-2-1239 0</inkml:trace>
  <inkml:trace contextRef="#ctx0" brushRef="#br1" timeOffset="162549.384">10901 17881 1044 0,'0'0'3208'16,"0"0"-2076"-16,0 0-312 0,0 0 2076 0,-4 73-623 15,4-50-837-15,0-1-504 0,0 0-96 0,4 0 160 16,-4-3-40-16,7 0-184 0,-3-2-260 15,0-3-372-15,5 0-140 0,-2-2-148 16,1-5-252-16,1-4-456 0,-1-3-368 16,3-3-636-16,-3-4-1209 0,8-19-2855 0</inkml:trace>
  <inkml:trace contextRef="#ctx0" brushRef="#br1" timeOffset="162864.978">11196 17256 5976 0,'0'0'6845'0,"0"0"-5669"15,0 0-568-15,0 0 664 0,-5 95 476 16,1-57-328-16,4 7-600 0,-4 2-488 0,4 3-148 0,0 5 36 16,0 2-92-16,0 4-128 15,0-1 0-15,0 3-84 0,0 1-64 0,-4-4 148 16,4-3 4-16,0-3-4 0,0-6-8 15,0-7 8 1,8-6 56-16,1-9 176 0,-1-7-108 16,3-3-16-16,2-4-60 0,6-3 40 15,1 4 92-15,1-7 16 0,2 5 108 0,1-8-123 16,4 2 159-16,0-1-72 0,-4-4-148 0,-1 0-120 16,1 0-96-16,-4 0-24 0,0 0-64 15,-4-6-92-15,1 3-433 0,-6-7-323 16,1 3-504-16,-4-2-1448 0,-4-4-3397 15</inkml:trace>
  <inkml:trace contextRef="#ctx0" brushRef="#br1" timeOffset="163167.37">11621 18005 3708 0,'0'0'952'15,"0"0"5300"-15,0 0-4463 0,0 0-289 16,0 0 152-16,0 0 24 0,32 86-328 0,-32-54-488 15,5-4-336-15,-5 4-132 0,0-7-124 16,0 0-136-16,4-9-132 16,-4 1-144-16,4-8-4 0,-4-5-32 0,4-2-28 15,-1-2-36-15,1 0-64 0,4 0 100 0,1-2 88 0,-2-4 76 16,5-1 44-16,1 0 0 0,2-3 0 0,1 4-12 31,-4 3-48-31,4 3 60 0,-4 0 72 16,4 0-72-16,-4 0 0 0,0 3 4 15,0 1 64-15,-4 3-68 0,0-2-64 16,0 4-8-16,0 2 24 0,-4-3-40 0,0 6-120 16,-4-2-248-16,0 1-556 0,0-1-1168 15,0-2-2913-15,0 0-4711 0</inkml:trace>
  <inkml:trace contextRef="#ctx0" brushRef="#br1" timeOffset="163809.794">12518 17494 5500 0,'0'0'808'0,"0"0"-156"15,0 0 2240-15,0 0-1395 0,0 0-229 0,0 0-28 16,-92-35-252-16,77 35 216 0,-2 9-224 16,-2 7-100-16,3 10-88 0,0 6-216 0,4 6-12 15,0 9-36-15,4 5-28 0,4 0-124 16,4 3-144-16,0-1-76 0,0-3-8 15,8 0-108-15,4-7-40 0,4-6-184 0,0-3 4 0,4-7-124 16,0-5-52-16,-1-7-180 16,2-11-232-16,3 0-380 0,-5-5-948 0,1-5-2068 15,1-14-2625-15</inkml:trace>
  <inkml:trace contextRef="#ctx0" brushRef="#br1" timeOffset="164167.955">12817 17519 4364 0,'0'0'2004'0,"0"0"2593"0,0 0-2889 0,88-9-128 0,-57 9 336 15,1 0-344-15,0 2-216 0,0 3-412 0,0 1-480 16,0-3-172-16,-4 2-292 0,0 2-12 16,-8 0-220-16,-1 6 172 0,-10-1-160 15,-1 10-172-15,-5 4-144 0,-3 5 32 0,-11 7-76 16,-5 4 108-16,-5 2 100 15,-6 4 224-15,3-1 148 0,-4 2 44 16,0-8 176-16,0-4 80 0,0-5 68 16,8-3 80-16,1-6-20 0,6-8 16 15,5-3 8-15,1-1 84 16,7-5-108-16,0-3-172 0,11 0-48 0,6-1-52 0,2 5 52 16,14 0 157-16,-1-4-65 0,3-3 88 15,1 0-24-15,-4 0-220 0,4-3-56 16,-5-4-88-16,1 0-4 15,0-1-60-15,-4-3-140 0,0-3-172 0,-4-3-252 0,4-5-201 0,-9 0-107 16,2-1-572 0,-6-5-1388-16,-2 9-3029 0,-10-17-4091 15</inkml:trace>
  <inkml:trace contextRef="#ctx0" brushRef="#br1" timeOffset="164385.413">13431 17526 4528 0,'0'0'5036'16,"0"0"-707"-16,0 0-3229 0,0 0-468 16,-28 79 536-16,16-50 184 0,-4-1-36 15,0 4-288-15,-8 3-672 0,4 0-200 0,0 0-144 16,0 3 72-16,0 0-84 0,1-1-64 16,-2 2 4-16,1-4-60 15,5 0-88-15,3-7-108 0,0-2-200 0,0-7-84 16,8-7-384-16,0-1-768 15,4-9-1000-15,0-2-3381 0</inkml:trace>
  <inkml:trace contextRef="#ctx0" brushRef="#br1" timeOffset="164715.387">13625 17840 3968 0,'0'0'1016'0,"0"0"1964"0,0 0 897 16,0 0-2457-16,0 0-544 0,9 77-116 0,-9-63 20 15,0 6 288-15,0-4-616 0,0 0-328 16,0 0-112-16,0 3 60 0,0-3 104 16,0 4 8-16,0-6-176 0,4 5 44 15,-4 0-44-15,4 4 76 0,0-1-20 16,0 4 48-16,-1 2-64 0,1 0 40 15,1 5-16-15,-1-5 4 0,0 1 20 0,-4-1 80 16,8 1 56-16,-5-4-96 0,1-3-28 16,1 5-100-16,3-6 68 0,-4-5-72 0,-1-1-4 0,1-2-48 15,-4-3-112-15,4-3-172 16,0-5-384-16,-4 2-516 0,0-4-148 0,5 0-292 16,-5 0-208-16,0 0-469 0,0-13-1851 15</inkml:trace>
  <inkml:trace contextRef="#ctx0" brushRef="#br1" timeOffset="164952.247">13722 17868 5092 0,'0'0'768'0,"0"0"1520"0,0 0 44 0,0 0-943 0,0 0-389 15,0 0-56-15,0 0 84 16,0 0-112-16,75 0-232 15,-71 11-112-15,4 1-76 0,-3 7-160 0,-5 0-116 16,0 3-144-16,0 0-76 0,-5 4-60 0,-3-1-88 16,-4 0-128-16,0 1-196 0,-4 0-112 0,0-1-208 15,1-6-76-15,-2 3-196 0,2-6-608 16,-2-4-1073-16,10-2-2107 16</inkml:trace>
  <inkml:trace contextRef="#ctx0" brushRef="#br1" timeOffset="165252.746">14124 17500 6596 0,'0'0'1492'0,"0"0"2517"0,0 0-2845 0,0 0-236 0,83 36 284 0,-63-27-128 16,-4 4-236-16,4-1-328 0,-3 1-248 16,-6 3-100-16,-3 3 0 0,1 3 64 15,-6 0-176-15,-3 7 16 0,0 3-76 16,0 3-76-16,-3 2-20 0,-10-2-104 16,5 3-20-16,-3-2-116 0,-6-9 40 0,6 3-112 15,-6-5-392-15,-3-3-548 0,9-6-948 16,-14 0-2613-16</inkml:trace>
  <inkml:trace contextRef="#ctx0" brushRef="#br1" timeOffset="165796.636">14993 17837 5944 0,'0'0'6925'0,"0"0"-5349"0,0 0-704 0,91 3-404 16,-63-3-120-16,-5 0-180 0,5-3-168 15,-3 3-120-15,-5-7-80 0,-1 4-556 16,-2 0-484-16,-6 0-1060 0,2 3-4249 0</inkml:trace>
  <inkml:trace contextRef="#ctx0" brushRef="#br1" timeOffset="165953.055">15072 18110 6776 0,'0'0'1392'0,"0"0"2961"0,0 0-2989 16,0 0-236-16,91 19-124 0,-59-19-188 0,0 0-392 15,5-6-376-15,2-7-48 16,-3-6-260-16,0 0-816 0,-1-4-768 0,-7 4-2013 16,21-6-2627-16</inkml:trace>
  <inkml:trace contextRef="#ctx0" brushRef="#br1" timeOffset="166331.755">15985 17319 9276 0,'0'0'4605'15,"0"0"-3477"-15,0 0-524 0,0 0-228 0,0 0 416 16,0 0 448-16,0 0 40 0,0 0-508 15,0 0-772-15,0 0-120 0,0 0-88 16,-72 67 108-16,52-26-8 0,4 11-4 16,0 0-48-16,1 6 40 0,2-4 32 0,9-10 4 15,-4-8-4-15,8-8-48 0,0-12-36 0,0-6-100 16,0-4-72-16,8-6-176 0,4 0-16 16,0 0 88-16,4-3 68 0,0 0 16 15,0-1 136-15,0 4 152 0,3 0 76 16,-2 7 28-16,-1 8 108 0,3 2 304 0,-6 5 128 15,2 0 28-15,-7 6-112 0,5 0-48 16,-6 5-240-16,-3-1-12 0,4-1-172 0,1 1-12 16,-2 0-4-16,-3 0-116 0,0-5-16 15,4 3 0-15,-3-2-536 16,-2-5-864-16,1-4-2364 0,-4-1-2309 0</inkml:trace>
  <inkml:trace contextRef="#ctx0" brushRef="#br1" timeOffset="167371.535">16997 17300 6048 0,'0'0'1520'0,"0"0"-312"0,0 0-404 16,0 0-248-16,0 0 1965 0,0 0-905 16,0 0-628-16,0 0-248 0,0 0-72 15,0 0-208-15,0 0-212 0,0 0-60 0,0 0-64 16,-77 38-28-16,62-12 16 0,3 5 64 15,-4 4-4 1,8 3-24-16,1 6-12 0,-2 2 12 16,5 4-12-16,4 1-28 0,0 2-108 15,4 2-48-15,5-1 0 0,-2 0-52 16,9-6-72-16,0-1-24 0,0-3 20 0,4-4-96 0,0-10 76 16,-1 3-128-16,6-12-424 0,-5 2-444 0,-1-7-440 15,1-7-476-15,-4 0-449 0,0-5-1747 16</inkml:trace>
  <inkml:trace contextRef="#ctx0" brushRef="#br1" timeOffset="168406.087">17670 17643 3968 0,'0'0'1500'0,"0"0"-824"0,0 0-128 0,0 0 2604 15,0 0-1231-15,-16-73-693 0,12 57-312 16,-4 7 48-16,0-5-8 0,0 6 100 15,-4-3-124-15,4 5-228 0,-4 0-188 0,4 4-48 16,-3 2 8-16,2 0-24 0,-3 0-124 16,5 0-132-16,-6 8-116 0,5 5-80 0,-3 10-96 15,7 5 24-15,-1 4 72 0,5 6 0 16,0 3 12-16,0-3 48 0,9-3-60 16,-1-3-96-16,-1-10-40 0,1-3-48 0,1-9-72 15,-2-4 24-15,5-6 60 16,1 0 52-16,-2 0-112 0,5-9 84 15,-8-4-72-15,4-6 8 0,0 0 40 16,-4-3 112-16,0-1-16 16,-1 4 64-16,-2 1-36 0,-1 4 0 0,4 6-16 15,-4 1-20-15,-4 3-28 0,4 4-36 16,-1 0 0-16,2 0 148 16,3 4 356-16,0 5 52 0,-1 1-52 0,2 3-184 0,-1 2 0 0,0 2-12 0,-1-5-76 15,2 4-72 1,-1 0-12-16,-4-4-68 0,3 1-52 15,-3-4-152-15,1 4-456 0,-1-3-544 0,0-4-1356 16,0 0-2485-16,-1 1-3175 16</inkml:trace>
  <inkml:trace contextRef="#ctx0" brushRef="#br1" timeOffset="168572.89">17989 17754 5612 0,'0'0'2896'0,"0"0"-1380"0,0 0-147 0,0 0 383 15,0 0-152-15,0 0-72 0,0 0-408 16,48 73-436-16,-40-57-168 0,-5 0-96 16,1-3-324-16,-4-1-96 0,4-5-256 0,-4 0-64 15,0-1-348-15,0-4-436 0,0-2-684 16,0 0-2040-16,-11-2-4185 0</inkml:trace>
  <inkml:trace contextRef="#ctx0" brushRef="#br1" timeOffset="168722.611">18020 17647 8052 0,'0'0'2124'0,"0"0"-799"0,0 0 355 0,0 0-284 0,0 0-424 15,0 0-520-15,0 0-452 0,84-20-188 16,-68 14-996-16,-4-1-688 0,4-2-4445 16</inkml:trace>
  <inkml:trace contextRef="#ctx0" brushRef="#br1" timeOffset="168974.765">18395 17884 9108 0,'0'0'2505'0,"0"0"-1465"0,0 0 32 0,0 0 268 0,0 0-260 16,0 0-136-16,0 0-364 0,0 0-304 15,0 0-192-15,76 33 64 0,-68-21 136 0,3 4-84 16,-2 0 56-16,-1 9-20 0,-1 1-40 15,-3 5-24-15,-4 1-88 0,4 5 28 16,-4-1-40-16,0 5-12 0,-8-3-48 16,1-3-12-16,-1-6-8 0,-5-3-52 0,6-7 48 15,-1-10-48-15,-1 1-224 16,-2-10-440-16,3-4-252 0,-8-9-520 16,4-8-748-16,0 2-1889 15,-4-23-3759-15</inkml:trace>
  <inkml:trace contextRef="#ctx0" brushRef="#br1" timeOffset="169121.498">18375 17602 8944 0,'0'0'2225'0,"0"0"-1237"0,0 0 292 16,0 0 456-16,0 0-440 0,0 0-312 16,83-54-304-16,-62 44-372 0,-5 1-308 0,3-1-48 15,2-3-224-15,3 5-484 0,-5-6-820 16,-2 5-1160-16,2-7-4229 0</inkml:trace>
  <inkml:trace contextRef="#ctx0" brushRef="#br1" timeOffset="169421.215">18901 17304 9960 0,'0'0'2085'0,"0"0"-1033"15,0 0 508-15,0 0-288 0,0 0-132 16,0 0-132-16,96 22-380 16,-77-10-296-16,1 4-196 0,-3 6 24 0,2 7-52 15,-2 3 16-15,-6 6 0 0,2 6-52 0,-6 1 12 16,-3-1-72-16,0 4 0 0,-4 0 0 0,0-1-12 15,-4 1-76-15,-3 0-20 0,-6-4-52 16,1-4-172-16,-4-1-220 0,-3-4-224 16,-2-3-304-16,-3-7-644 0,9-8-1300 15,-17 2-3757-15</inkml:trace>
  <inkml:trace contextRef="#ctx0" brushRef="#br1" timeOffset="170037.718">19826 17272 1292 0,'0'0'4288'0,"0"0"-3248"0,0 0 1364 0,0 0 49 16,0 0-521-16,0 0-420 0,0 0-192 15,0 0-296-15,0 0-180 0,0 0-116 16,0 0-152-16,0 0-12 0,19 26 252 16,-10-5-180-16,-2 5-260 0,1 9-147 0,0 6-45 15,1 0-64-15,-6 7-72 0,5 3-36 16,0 0 76-16,-4 2-88 16,0 1-52-1,0 4 4-15,0 2-24 0,-4-3-36 0,4 0-12 16,-4-3-137-16,0-3-167 0,0-3-164 15,0-7 28-15,4-6-100 0,0-3-236 0,-4-7-452 16,4-3-556-16,-1-6-188 16,2-7-637-16,-1-2-1891 0,0-4-1387 0</inkml:trace>
  <inkml:trace contextRef="#ctx0" brushRef="#br1" timeOffset="171378.348">21100 17577 4892 0,'0'0'340'16,"0"0"636"-16,0 0 3220 0,0 0-2651 0,0 0-265 15,0 0-316-15,0 0-4 16,-88-41-216-16,73 41-64 0,-1 0-168 0,4 0-180 0,-4 2-84 16,4 11-24-16,1 3-112 0,2 6-24 0,1 7 20 15,8 7 16-15,0-3 52 0,0 6 44 0,4-1 0 16,0 0-60-1,5-10-84-15,2-2-76 0,-3-7-52 0,-1-7-108 16,6-5-36-16,-1-7 196 0,4 0 4 0,3-7 108 31,-2-8-112-31,3-8-104 0,-1-8-204 16,2-7-196-16,-6-4-104 16,1-2 60-16,0-1-28 0,-4 1-28 15,0 0 0-15,1 0-4 0,-6-1 12 0,1 0-80 0,0 1 216 16,-8-1 244-16,0 0 68 0,0 4 148 0,0 0 52 0,-4 6 140 15,0 1 48-15,0 4 120 16,-4 9 72-16,5 2 40 0,-2 3-44 0,5 9 92 16,0 5 20-16,0 2-64 0,0 2-156 0,0 8-172 15,0 10 200-15,5 1 28 16,-2 10-4-16,1 8-112 0,0-1-64 16,-4 6-48-16,4 2-92 0,-4-2-56 0,0 0-100 15,0 4-24-15,0-7-108 0,0 1-128 16,0-5-252-16,-4-2-316 0,4-6-508 0,-4-10-1000 15,4 3-2621-15</inkml:trace>
  <inkml:trace contextRef="#ctx0" brushRef="#br1" timeOffset="171719.349">21284 17627 8456 0,'0'0'2200'0,"0"0"-1183"0,0 0 99 16,0 0 400-16,0 0-56 0,0 0-416 15,52 67-520-15,-41-67-304 0,2 0-32 0,2 0 24 16,2-10-28-16,2-6-136 0,1-3-48 16,1-6-104-16,-2-4-168 15,-3 1-52-15,0-3-160 0,0 1 36 0,-4 5-44 16,-5 3 116-16,2 3 124 0,-5 6 24 0,-4 1 116 16,0 5 112-16,0 4 164 0,-4 3-16 0,-5 0 80 15,-2 7 112-15,3 2-36 0,-5 7-140 16,6 1 8-16,-1 4 40 15,0 8 24-15,3-2 40 0,2 3 20 0,-1-2-12 16,4 4 16-16,0-6-168 0,0-5-132 16,0-5-220-1,4-6-40-15,4-6-100 0,0-4-48 16,4 0-480-16,4-14 256 0,-1-5 56 0,2-9-580 0,-6 5-1248 16,10-24-2569-16</inkml:trace>
  <inkml:trace contextRef="#ctx0" brushRef="#br1" timeOffset="171925.863">21790 17056 8916 0,'0'0'2889'15,"0"0"-1977"-15,0 0-336 0,-9 75 452 0,6-39 448 0,-1 2-124 16,4 6-360-16,0 5-324 16,0 1-80-16,0 4 208 0,4 0-64 15,-1 2-256-15,1-1-224 0,5-1-128 0,-1-7-124 16,-1-5-80-16,1-10-124 0,-3-10-248 0,3-6-96 15,-4-7 108-15,-4-6 24 0,3-3-136 16,-3 0-508-16,0-3-668 0,-3-6-596 16,-1 2-3669-16,-13-12-1195 0</inkml:trace>
  <inkml:trace contextRef="#ctx0" brushRef="#br1" timeOffset="172094.683">21602 17512 8220 0,'0'0'2548'0,"0"0"-1223"0,0 0-45 0,0 0 116 16,0 0-352-16,0 0-228 0,0 0-20 0,0 0-300 16,0 0-212-16,104-6-284 15,-72-2-36-15,0-6-24 0,4 2-128 16,-1-4-268-16,1-3-792 0,-8 6-848 0,13-3-2745 16</inkml:trace>
  <inkml:trace contextRef="#ctx0" brushRef="#br1" timeOffset="172863.472">22582 17221 3648 0,'0'0'872'0,"0"0"-168"0,0 0 1340 0,0 0 588 15,0 0-803-15,0 0-549 0,0 0-132 16,0 0-164-16,0 0-152 0,0 0-140 0,-75 9-184 31,59 13-96-31,0 5 8 0,0-2 12 0,4 9 60 0,0 1-112 16,4 4-60-16,4 3-100 0,4-2-12 0,0 4-108 15,8-2-100-15,4-1-48 0,0 0-88 16,1-5-24-16,2-5-36 16,1-2-60-16,0-7-28 0,4-7-320 0,-1-8-520 15,2-4-352-15,7-3-980 0,-13-3-1913 16,13-19-2035-16</inkml:trace>
  <inkml:trace contextRef="#ctx0" brushRef="#br1" timeOffset="173220.209">22857 17389 5092 0,'0'0'4336'15,"0"0"-2295"-15,0 0-337 0,0 0-156 0,0 0-100 0,0 0-336 16,-75 28-392-16,59-2-128 0,4 6-148 15,4 3-88-15,4-3-12 0,4-1-200 16,0-2-144-16,0-10-156 0,4-6-40 0,4-4 0 16,0-5-4-16,-1-2-8 0,6-2 48 15,-1-9 0-15,4-7-48 0,-1-3-188 16,2-6-100-16,-6-1 188 0,-3-2 44 0,5 2 128 16,-9 1-28-16,3 4 104 0,-3 4 60 0,0 4 60 15,0 1 52-15,1 8-48 0,-5 1-16 16,0 0 68-16,0 3 32 0,4 0 12 15,-1 6 88-15,1 7 272 0,4 0-124 16,-4 7-136-16,5 1 12 0,-2 2-52 16,-3-2-60-1,0-2-160-15,4 1-36 0,-3-1-164 0,-5-1-56 16,3 1-384-16,1 1-440 0,-4-5-940 16,0-2-2389-16,0 0-4079 0</inkml:trace>
  <inkml:trace contextRef="#ctx0" brushRef="#br1" timeOffset="173411.214">23121 17577 6732 0,'0'0'3036'0,"0"0"-1771"0,0 0 123 16,0 0 232-16,0 0 296 0,0 0-300 0,0 0-480 0,0 0-436 0,0 0-100 16,0 0 48-1,35 66-284-15,-35-55-364 0,4-3-96 0,-4 2-160 16,0-3-84-16,0-2-200 0,0-2-456 15,-7 1-820-15,3-1-2388 16,-5-3-2981-16</inkml:trace>
  <inkml:trace contextRef="#ctx0" brushRef="#br1" timeOffset="173551.365">23104 17412 7416 0,'0'0'4313'0,"0"0"-2905"0,0 0-580 0,0 0 576 0,0 0-72 31,0 0-312-31,0 0-580 0,0 0-440 16,0 0-84-16,92-74-116 16,-68 65-72-16,0-3-612 0,0-1-748 0,-8 2-2721 15,8 2-3495-15</inkml:trace>
  <inkml:trace contextRef="#ctx0" brushRef="#br1" timeOffset="173802.409">23495 17548 5928 0,'0'0'3024'16,"0"0"-1960"-16,0 0-496 0,0 0 165 0,0 0 563 0,0 0 144 16,43 79-400-1,-34-57-400-15,-5 4-108 0,0 3 92 16,0 3-4-16,-4 2-136 0,4 4-100 0,-4 1-28 16,0 1-60-16,-4 4 0 0,0-5-4 15,-4 3-8-15,3-5-128 16,-2-5-152-16,-1-3-4 0,4-3-92 0,0-8-20 15,-4-5-32-15,4-3-164 0,-4-1-308 16,0-9-196-16,1 0-120 16,-6 0-348-16,1-9-856 0,4-1-1005 15,-8-12-2339-15</inkml:trace>
  <inkml:trace contextRef="#ctx0" brushRef="#br1" timeOffset="174291.398">23626 17161 796 0,'0'0'3000'16,"0"0"-2192"-16,0 0-456 0,0 0 2676 16,84 31-788-16,-60-21-591 0,-4 3-457 0,0 2-124 15,4 7-92-15,-5-2 4 0,2 6-240 16,-1-1-340-16,-5 0-80 0,-7 0-132 16,5 4-76-16,-10-1 60 0,1-2-48 15,-4 2-24-15,0 0-32 0,0 2-68 16,-4 1-48-16,-3-2 0 0,-6-1-104 15,2 1-192-15,-1-4-176 0,-4 3-228 0,-1-4-184 16,2-2-280-16,-6-3-368 0,6-7-797 0,-5 1-2363 16</inkml:trace>
  <inkml:trace contextRef="#ctx0" brushRef="#br1" timeOffset="174699.221">24283 17367 8884 0,'0'0'3149'0,"0"0"-1397"15,0 0-700-15,0 0-372 0,0 0 476 16,0 0-100-16,88 0-216 0,-60 0-248 0,4 0-288 15,4 0-168-15,-3 0-136 0,-2-3-4 0,1-3-104 16,-5-4-40-16,1 0-260 0,-8 3-676 16,1-5-408-16,-10 5-1048 15,-3 1-2517-15,-8 4-3451 16</inkml:trace>
  <inkml:trace contextRef="#ctx0" brushRef="#br1" timeOffset="174845.571">24403 17481 3588 0,'0'0'1796'0,"0"0"2928"0,0 0-2959 0,0 0-165 16,0 0-28-16,0 0-336 0,76 48-288 15,-52-46-340-15,4-2-336 0,-1-12-272 0,5-7-112 16,-4-2-408-16,0-11-464 0,0-3-792 16,-8 3-2461-16,0-17-4471 0</inkml:trace>
  <inkml:trace contextRef="#ctx0" brushRef="#br1" timeOffset="175039.135">24527 16929 6552 0,'0'0'6001'0,"0"0"-4953"16,0 0-476-16,-4 79 276 15,8-47 476-15,4 3-44 0,0 2-292 0,0 5-372 16,4 3-516-16,0 3-100 0,-5 3-76 15,1-1-108-15,-3 1-232 0,-1-1-576 0,0 1-340 16,-4-6-976-16,0-10-957 0,0 6-2915 16</inkml:trace>
  <inkml:trace contextRef="#ctx0" brushRef="#br1" timeOffset="175698.418">23447 17389 4636 0,'0'0'328'15,"0"0"64"-15,0 0 3668 0,0 0-2395 0,0 0-265 16,0 0-364-16,0 0-312 15,0 0-144-15,0 0-136 0,0 0-276 0,-32 0-168 16,41 0 0-16,-2 0 36 0,5 0-12 0,-4 3-24 16,8-3-224-16,1 3-28 15,-2 4-620-15,1-7-1556 0,7 3-4133 0</inkml:trace>
  <inkml:trace contextRef="#ctx0" brushRef="#br1" timeOffset="176314.7">25112 17323 4288 0,'0'0'584'16,"0"0"-168"-16,0 0 1980 0,0 0-608 15,0 0-147-15,5 72-345 0,3-37-184 0,3 0-248 16,-3 6-96-16,5-5-64 15,-6-1-72-15,1-10-232 0,5-6-348 0,-6-6-52 16,5-7-112-16,0-6 112 0,4-3 4 16,4-13-4-16,0-10-272 0,4-5-320 15,0-14-164-15,-4 1 76 0,-5-1 108 0,-2 1 216 0,-2 9 184 16,-7 3 164-16,0 4 16 0,-4 5 40 16,0 4-44-16,-8 4 164 15,-3-2 20-15,-6 8-20 16,2 0 276-16,-1 2-104 0,0 1 52 0,0 6-104 15,0 0 0-15,4 0-124 0,0 3-152 16,0 10-8-16,-4 2-4 0,5 8-4 0,-2-1-4 0,5 0-92 16,-4 0-152-16,8-5-224 0,0-2-880 15,4-8-1244-15,0-1-2741 0</inkml:trace>
  <inkml:trace contextRef="#ctx0" brushRef="#br1" timeOffset="176685.251">25551 16931 5684 0,'0'0'548'15,"0"0"2320"-15,0 0-503 0,0 0-549 16,0 0-64-16,0 0-516 0,0 0-464 0,0 0-360 16,0 0 44-16,0 0-172 0,64 27-120 0,-60-9 20 15,-4 8-48-15,0 9-52 0,0 3-20 0,-8 6-64 16,-5 1-112-16,2 2 0 0,3 1-24 15,0-7 40 1,4-3-4-16,4-6 52 0,0-7-76 0,7 1 112 16,6-7-176-16,2 0-20 0,2 1-28 0,2-1 36 15,5-5-48-15,0 3 24 0,0-1 24 16,1 0 148 0,-6 0 52-16,5 2-48 0,0-1 48 0,-5 1 0 15,-2 1 76-15,-6 4 196 0,2-4 4 16,-5 7-16-16,-5-5-36 0,-3 5-140 0,0 2-68 15,0-2-4-15,0 3-12 16,-3 3 0-16,-5-5-52 0,-1 3-132 0,2-2-176 0,-5 0-240 16,-1-6-320-16,6-2-900 15,-9 0-3009-15</inkml:trace>
  <inkml:trace contextRef="#ctx0" brushRef="#br1" timeOffset="190324.74">27718 15558 3860 0,'0'0'4'15,"0"0"5444"-15,0 0-3511 0,0 0-397 0,0 0-128 16,0 0-124-16,0 0-228 0,0 3-276 0,0 2-92 0,0 6-48 15,0 1-8-15,4 4-156 0,0 6 8 16,0 3 160-16,1 2-248 0,-1 6-144 0,-4 6 25 16,0 1-49-16,0 9-40 0,0 4 316 15,0 8-192-15,0 0-148 0,-9 8-72 16,1 1-84-16,0 6-12 0,1 4-84 16,-6 3 24-1,5-4 0-15,-3 3-24 0,2 1 0 0,2-8-64 16,-1-4 64-16,4-11-12 0,0-5 36 15,4-15 12-15,0-8 48 0,0-7-60 0,4-9-28 16,4 0-56-16,-4-6-24 0,-1-7-88 16,5 0-133-16,-3-3-147 0,3 0-184 15,-1-3-516-15,6-7-112 0,-2-2-628 16,-3-7-940-16,5 0-1841 0,-9 0-1543 0,3-7 5592 16</inkml:trace>
  <inkml:trace contextRef="#ctx0" brushRef="#br1" timeOffset="191070.266">28806 15954 2108 0,'0'0'628'15,"0"0"4216"-15,0 0-2216 0,-23-67-1067 0,14 45-205 0,-3 3-160 16,1 0 52-16,-2 3-264 0,-2 3-264 0,2 1-24 16,2 3-152-16,-6-2-76 0,2 6-52 15,-2-2 12-15,-2 7 76 0,-1-3-104 16,0 3 28-16,-4 5-28 0,0 5-156 15,-4 10-75-15,0 5-81 0,0 7-28 16,0 9-52-16,0 6 4 16,4 11 120-16,5 5-64 0,-1 8-64 15,4 4 52-15,4 1-52 0,4 4-4 0,8-7-8 0,0-2 8 16,16-15 100-16,4-5-4 16,0-10-84-16,8-8 84 0,4-12 72 0,0-4-8 15,3-8-76-15,-3-6-24 0,0-3-60 16,0 0-4-16,0-6 0 15,-4-5-4-15,0-3 0 16,-4-3-220-16,-5-2 32 0,-3 0-180 0,-4 0-96 16,-3 0-113-16,-5-3-207 0,-4 2-408 15,-9 2-912-15,-3 2-1096 0,-8-3-1997 0,-3 7-379 16,-9-5 2760-16</inkml:trace>
  <inkml:trace contextRef="#ctx0" brushRef="#br1" timeOffset="191357.007">28435 16418 1212 0,'0'0'1268'0,"0"0"-736"0,0 0 6252 0,0 0-4979 0,0 0-241 16,0 0-268-16,0 0-60 0,0 0-84 15,0 0-96-15,0 0 80 16,-7-7-328-16,38 11-84 0,1-1-176 0,4 0-244 16,0 0-292-16,-5-3-12 0,-3 0-124 15,0 0-168-15,-3-3-232 0,-5 0-196 0,-5 3-200 32,-2-3-452-32,-6 3-832 0,1 0-912 15,-4 0-1485-15,-4 0 289 0,0 0 1416 0,0 0 2896 16,0 0 0-16,-8 0 524 0,4 3 1040 15,1 0 508-15,-1 0 1040 16,0 3-676-16,4 4-839 0,0-1-33 0,0 1-132 16,0 5-336-16,4 2-204 0,3 2-192 15,1 2-116-15,5 4-68 0,-2 2 28 0,1 1 180 16,0-2-284-16,4-4-440 0,-4 0-36 16,0-5-200-16,3-3-216 0,-2 0-272 15,2-5-352-15,2 1-788 0,-6-7-1112 0,6 0-2205 16,-9-3-795-16,8-6 4488 0</inkml:trace>
  <inkml:trace contextRef="#ctx0" brushRef="#br1" timeOffset="191724.851">29268 15856 3800 0,'0'0'4508'15,"0"0"-2784"-15,0 0-703 0,0 0 891 0,0 0 280 16,0 0-344-16,20 70-596 0,-20-35-536 16,0 2-176-16,0 11-64 0,-4 6 36 15,-3 2-196-15,-2 6-32 0,-3 4-68 16,1 4-116-16,-2 3-52 0,-2 0 12 0,-2-3-52 16,6-3 0-16,-2-4 40 0,6-9-44 15,3-6 68-15,0-10 40 0,4-6 69 16,4-11 39-16,0-4 96 0,8-1-16 0,4-7-104 15,4 1 8-15,-1-4-72 0,9-3-8 16,4 1-16-16,0-4-108 0,0 0-4 16,-1-7-80-16,-3-2-136 0,4-2-140 15,-8-3-116-15,4-5-141 0,-7 0-127 0,-6-1-548 32,-2 1-1684-32,-6 3-2941 15,-7 3-3331-15,0 4 8740 0</inkml:trace>
  <inkml:trace contextRef="#ctx0" brushRef="#br1" timeOffset="192062.297">29531 16634 3920 0,'0'0'10153'0,"0"0"-8037"0,0 0-1152 0,0 0-208 0,0 0 160 0,0 0 284 16,12 70 68-16,-8-48-611 15,1 0-501-15,-2-3-152 0,1 0-8 0,0-3 4 16,0 0-48-16,0 3-28 0,0-4 16 15,-4-2 0-15,4 1 11 0,-4-9 49 16,4-2-8-16,0-3-188 0,0 0-108 16,4-3 124-16,0-6 56 0,4 2 64 0,0-2 48 15,4-1-124-15,-4-2-8 0,4 2-28 0,-4 4 52 16,-1 0 20-16,2 2 92 0,-2 4-64 0,1 0 60 16,-7 4-36-16,2-1-28 15,1 6 16-15,0 1 48 0,-3 2-60 16,2 1-28-16,-3 6 28 0,4 0-16 0,0 4 40 15,-3-1-88-15,-2 0-96 0,1 0-136 16,-4-3-644 0,4-3-700-16,0-3-1116 0,0-1-2273 15,0-5-1203-15,0-7 4476 0</inkml:trace>
  <inkml:trace contextRef="#ctx0" brushRef="#br1" timeOffset="192629.902">30364 15967 2904 0,'0'0'156'15,"0"0"5976"-15,0 0-3951 0,0 0-361 16,0 0-184-16,0 0-236 0,0 0-104 15,-64 70-156-15,57-35-332 0,-6 5-132 16,5 11-44 0,1 4-96-16,3 6 133 0,-1-2-169 0,5 1-76 15,0 1-88-15,5-8-140 16,-1-2-196-16,3-3 0 0,1-10-148 0,0-6-44 16,0-7-52-16,0-5-104 0,0-8-176 0,1-5-645 15,2-4-555-15,-3-3-488 0,4-6-1980 0,0-10-745 16,-4 2-2567-16,4-14 7500 0</inkml:trace>
  <inkml:trace contextRef="#ctx0" brushRef="#br1" timeOffset="192987.549">30420 16291 6260 0,'0'0'2484'0,"0"0"421"0,0 0-821 0,0 0-276 0,0 0-16 15,92-35-164-15,-57 28-436 16,5-2-292-16,8-1-436 15,3 1-220-15,5-4-147 0,0 1-97 0,4-4-12 16,-4 3-161-16,-9 2-155 0,-6 9-156 0,-6-1-68 16,-10 3 28-16,-10 3 32 0,-7 13-120 15,-8 3 156-15,-12 13 308 0,-12 6 60 0,-12 9-72 0,-3 8 72 0,-9-1 84 16,0 3 4 0,0 0 112-16,1-6 124 15,2-1 108-15,10-5 160 0,-1-8 52 0,8-1 40 16,8-11-32-16,8-2-100 15,8-11-160-15,4 1-148 0,0-7-72 16,12 4 52-16,8-1 145 0,8-3 227 16,8 1-48-16,3-4-184 0,10-3-56 0,-6-3-76 15,5-7-60-15,-4-2-84 0,-5-1-40 0,2-3-164 0,-9 1-232 0,-4-5-84 16,-1 5-76-16,-7-5-61 16,0 1-231-16,-4-2-484 0,0-2-532 15,-8-3-2040-15,-1 11-1893 0,-3-11-1530 0</inkml:trace>
  <inkml:trace contextRef="#ctx0" brushRef="#br1" timeOffset="193224.983">31208 16243 2720 0,'0'0'7856'0,"0"0"-5991"0,0 0-781 0,0 0-80 15,0 0 180-15,0 0 120 16,0 0-548-16,0 0-372 0,-71 69-184 0,47-43 8 15,-4 3 12-15,0 2 4 0,-4 4-88 16,0 0-16 0,0 7-32-16,0-1-88 0,-3 4 0 0,3 2-112 15,0-3-48-15,0 0-124 0,8-5-184 16,5-7-172-16,-1-10-96 16,12-6 12-16,-1-7-384 15,9-2-1204-15,0-4-2913 0,5-3-2047 16</inkml:trace>
  <inkml:trace contextRef="#ctx0" brushRef="#br1" timeOffset="193477.058">31292 16556 740 0,'0'0'4'0,"0"0"10064"0,0 0-7135 0,0 0-1189 0,-15 87-124 15,6-46-220-15,-2 6-112 0,-1 15-348 16,-1 1-124-16,2 10-63 0,-2 6-293 0,2 0-216 15,-1 4-100-15,3 3-144 16,2-4-192-16,-1 1-172 0,0-6 108 16,8-8-156-16,0-9-161 0,0-15 77 0,0-13-56 31,4-10 4-31,4-17-92 0,0-5-404 0,4-14-828 16,-4-12-348-16,3-9-64 0,-3-7-2033 0,1 8-1119 15,-1-23 5020-15</inkml:trace>
  <inkml:trace contextRef="#ctx0" brushRef="#br1" timeOffset="193704.161">31272 16821 2904 0,'0'0'380'15,"0"0"3784"-15,0 0-1040 0,0 0-1375 16,0 0-741-16,0 0 108 0,0 0 8 0,0 0-252 0,92-38-176 16,-72 38-200-1,0 0-160-15,-1 6-88 0,2 1-16 0,-1 2-32 16,-5 4-152-16,-2 3-44 0,-5-1-4 0,-4 8 0 15,-4-2-8-15,-4 5-204 0,-9 3 4 0,-2 3 48 16,-6-4 0-16,-3-2-140 0,1-4-72 16,3-3-52-16,-4-7-184 0,4-1-364 15,4-9-584-15,1-2-1020 0,2-7-2489 16,5-2 297-16,1-16 4196 0</inkml:trace>
  <inkml:trace contextRef="#ctx0" brushRef="#br1" timeOffset="193989.018">31702 16208 416 0,'0'0'5068'0,"0"0"168"16,0 0-3231-16,0 0-425 0,97 48-384 0,-78-30-124 15,5 1-312-15,-4 4-140 0,0 3-140 16,-4 2-160 0,0 0-112-16,-8 4-84 0,0 0-60 0,-4 4-4 15,-4-3-16-15,-4 3-44 0,-4 2-4 16,-8-3-68-16,-1 6 64 0,-2-3-128 16,-5 1-100-16,0-4 52 0,1-4-48 15,-1-6-92-15,3-2-220 0,-3-11-16 16,5-9-124-16,3-3-652 0,4-8-2705 15,-1-6-4235-15</inkml:trace>
  <inkml:trace contextRef="#ctx0" brushRef="#br1" timeOffset="194421.703">32312 15679 4956 0,'0'0'4444'16,"0"0"581"-16,0 0-3133 0,0 0-300 15,4 82-112-15,-4-47-76 0,-4-1-404 16,-4 4-431-16,5 6-229 0,3 5-48 0,0 8-40 16,0 6 256-16,0 10-12 0,3 6-268 15,-3 4-84-15,4 9-48 0,-4 0-60 16,0 1-36-16,-4-2-120 0,1-2-120 16,-1-3 72-16,4-3-112 0,0-7 40 15,0-7 12-15,0-5-40 16,0-10-84-16,0-3-8 0,4-7-40 0,-1-6-5 15,5-9-91-15,0-4-100 0,0-5-384 0,0-11-360 16,0-3-952-16,4-6-1948 0,-8-3-1257 0,4-4 85 16,-4-11 4628-16</inkml:trace>
  <inkml:trace contextRef="#ctx0" brushRef="#br1" timeOffset="195320.335">32711 16249 1280 0,'0'0'11725'0,"0"0"-9593"0,0 0-1428 0,0 0-112 16,0 0 480-16,0 0 104 0,0 0-536 0,0 0-128 15,0 0 4-15,0 0-248 0,91-88-76 16,-67 58-192-16,4-1 0 0,0 3-12 15,-5 5-36-15,-2 4-12 0,-1 4 48 0,-8 5 0 16,0 7 8-16,-4-3 4 16,0 6 172-16,-1 0-64 0,-3 0-36 0,5 0-24 0,-1 0-40 15,-1 0-4-15,1 0-4 16,-3 0-4-16,3 0-8 0,-5 9 12 16,5 4 0-16,-4 2 52 0,1 11 20 0,-5 2-60 31,0 11 28-31,0 5-40 0,0 7 0 0,-9 2 0 15,-2 2-44-15,3-1-16 16,-5-4-124-16,2-2-232 0,-2 0-48 0,5-7-136 16,-3-3-196-16,3 0-320 0,-1-3-368 15,2-4-572-15,3-1-616 16,-4-9-2485-16,-1-1-587 0,2-1 5324 0</inkml:trace>
  <inkml:trace contextRef="#ctx0" brushRef="#br1" timeOffset="195491.566">32870 17126 236 0,'0'0'8052'15,"0"0"-5580"-15,0 0-1367 0,0 0-53 16,0 0 308-16,35 73 104 0,-18-67-260 16,-6-3-172-16,6 0-428 0,-2-3-284 15,-2 0-124-15,-2-3-196 0,2-3-172 0,-1-7-456 16,-5 0-500-16,-3 4-968 0,-4-4-4757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7:45:41.63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4565 12026 3756 0,'0'0'7709'0,"0"0"-6453"0,0 0-644 15,0 0-216-15,0 0 236 0,0 0 116 0,0 0 424 16,0 0-524-16,24 71-248 0,8-40 56 15,12 10 164-15,8 11 32 0,4 8-260 0,4 12-132 0,-4 8 20 16,-5 2-156-16,-3 5-4 0,-5-5-116 16,-6-6-4-16,-5-9-60 0,0-10 0 15,-4-7-124-15,-5-12 24 0,-3-6-60 16,-5-13-64-16,6-6-144 0,-10-6-188 16,6-7-352-16,-6-3-648 0,6-14-444 15,-10-11-1097-15,6 5-1899 0</inkml:trace>
  <inkml:trace contextRef="#ctx0" brushRef="#br0" timeOffset="263.357">5227 12249 1356 0,'0'0'8516'0,"0"0"-6927"16,0 0-845 0,0 0-4-16,0 0 548 0,0 0 336 0,0 0-8 15,-40 76-440-15,28-41-464 16,1 2-380-16,-10 5 436 0,1 6-548 15,1 6-100-15,-9 2-116 0,0 9 4 16,-8 7 60-16,4 8-68 0,-8-1-44 0,0 4-56 16,1-1-168-16,-1-6-72 0,-1-2 68 0,10-11-32 15,3-6-28-15,3-6-604 0,6-14 280 16,11-10-88-16,0-8-488 0,8-13-408 16,0-3-456-16,8-3-457 0,0-6-679 15,11-13-1208-15</inkml:trace>
  <inkml:trace contextRef="#ctx0" brushRef="#br0" timeOffset="616.56">6171 12147 2084 0,'0'0'1640'0,"0"0"2568"0,0 0-3028 0,0 0-388 16,0 0 176-16,0 0 113 0,0 0 71 0,0 0 132 15,0 0-112-15,0 0-376 16,0 0-300-16,28-6 76 0,-40 37-12 16,-4 11-68-16,-7 12-208 0,-9 12-24 0,-9 8-100 15,-2 8-24-15,-9 11-124 0,-4 5-12 16,-4 7-44-16,0 2-28 15,-4 4 24-15,5-3-112 16,0-4 96-16,7-4-44 0,7-8-4 16,6-10 24-16,7-12-156 0,4-7-4 15,4-15-36-15,8-10-12 0,9-12-140 0,-2-8-324 16,9-7-400-16,0-11-692 0,13 0-504 16,2-6-233-16,5-11-1507 0,-4 4-215 15</inkml:trace>
  <inkml:trace contextRef="#ctx0" brushRef="#br0" timeOffset="989.941">6478 12804 7248 0,'0'0'3977'16,"0"0"-2029"-16,0 0-1236 0,0 0-280 15,0 0 12-15,-83 77 324 0,51-46 188 16,-5 4-244-16,1 7-340 0,1 2-164 16,-5 4-144-16,1 3-64 0,2 3 8 15,5 3-8-15,0 0-8 0,4-4-4 16,13-1-100-16,-2-5 108 0,10-2 4 0,7-8-4 16,0-1 4-16,7-4 60 0,10-4 16 15,7-3 36-15,-1 1 72 16,9-4 88-16,5-6 136 0,-2 0 268 0,1-4-152 0,0-6-204 15,3-1 32-15,-2-5-132 0,-1 0-100 16,-1-7-120-16,-7-3 0 16,0 1-84-16,-5-7 12 0,-2-3-52 0,-10-1-484 15,2-2-176-15,-5-3-424 16,-8-3-900-16,0 2-1828 0,-8-3-1545 16,0 10-783-16,-12-6 5901 0</inkml:trace>
  <inkml:trace contextRef="#ctx0" brushRef="#br0" timeOffset="1264.335">6311 13398 9492 0,'0'0'4525'0,"0"0"-3853"0,0 0-548 16,0 0 320-16,0 0 552 15,0 0 100-15,0 0-204 0,95-9-276 0,-67 3-272 0,0-1-344 0,-4-3-24 16,3-3-136-16,-6 4-112 16,-1-1-420-16,-1 4-436 0,-2 0-228 0,-2 0-284 15,-2 2-224-15,-6 4-161 0,1 0 133 16,-3 0 804-16,-5 7 1088 0,0 6 180 15,0 2 264-15,0 7 360 0,-5 7 684 16,5 3-391-16,0 6-105 0,0 3-84 16,5 3-4-16,-1 5-56 0,3-2-64 0,-3 1-68 15,4-4-176-15,1 1-156 0,-2-1-172 16,1-6-12-16,0-7-200 0,1-5-140 0,-2-4-108 16,5-9-188-16,-5-1-580 0,2-5-892 15,7 0-3089-15</inkml:trace>
  <inkml:trace contextRef="#ctx0" brushRef="#br0" timeOffset="1867.226">7474 12703 9744 0,'0'0'1497'16,"0"0"-1113"0,0 0-124-16,0 0-44 0,0 0 28 15,0 0-116-15,0 0-128 0,0 0-80 16,0 0-112-16,0 0-80 0,0 0-560 0,48 16-1925 16,-48-3-3895-16</inkml:trace>
  <inkml:trace contextRef="#ctx0" brushRef="#br0" timeOffset="2018.546">7510 13122 5440 0,'0'0'3972'31,"0"0"-3376"-31,0 0-108 0,0 0 429 0,0 0 683 0,0 0-364 0,0 0-504 16,84 36-428-16,-80-36-268 0,4 0-36 0,3-5-88 15,2-4-364 1,-6-7-932-16,5-6-1437 0,-7 6-4319 0,3-16 4348 15</inkml:trace>
  <inkml:trace contextRef="#ctx0" brushRef="#br0" timeOffset="2222.612">8068 12700 10152 0,'0'0'1921'16,"0"0"-1129"-16,0 0-356 0,95 9 516 0,-63-6 160 15,0-3-256-15,-4 0-280 16,4 0-316-16,0 0-260 0,-4 0-12 0,3-3-100 0,-6-3-224 16,-1 0-796-16,-1-1-576 15,-3 1-2653-15,-8 3-3155 0,-4 0 6432 0</inkml:trace>
  <inkml:trace contextRef="#ctx0" brushRef="#br0" timeOffset="2403.775">8208 13027 10152 0,'0'0'4273'0,"0"0"-3453"0,0 0-604 0,0 0 112 15,0 0 152-15,0 0 156 0,0 0 420 16,0 0-464-16,79 9-200 0,-47-9-120 16,7-3-64-16,-2 0-132 0,2-4-76 0,1 0-100 15,4 2-60-15,0-2-136 0,-1 1-308 16,2 3-448-16,-10-1-1140 0,14 2-3485 15</inkml:trace>
  <inkml:trace contextRef="#ctx0" brushRef="#br0" timeOffset="10430.423">10259 11851 7976 0,'0'0'4309'16,"0"0"-3425"-16,0 0-300 0,0 0 744 0,0 0-40 16,-79-62-92-16,55 49-24 0,0 1-360 15,-1 1-152-15,6-1 72 16,-5 3-160-16,4-4-159 0,4 3-121 0,0 1-24 0,4-1-100 0,4 4 0 15,0 3-20-15,4 0-16 0,0 3-12 16,0 0-72-16,4 0-48 0,-3 0-104 16,-1 6-100-16,4 6 204 0,-5 4 180 15,5 9-72-15,0 14-104 0,0 8-4 0,5 14 44 16,-1 5-40-16,3 14 80 0,1 2-84 16,-4 8-12-1,0-2-84-15,1 5 92 0,-5-8 4 0,0-6 12 16,-9-5 84-16,-3-11-88 0,1-6-8 15,-6-3-72-15,-3-10-120 16,1-5-184-16,-2-8 100 0,6-8 44 0,-1-11 40 16,4-5 20-16,-1-7 39 0,6-4-39 15,-1-4-108-15,4-6 76 0,-1-2 104 16,5-3 4-16,0 0 20 0,5-3 76 0,7 0 56 16,4-1 64-16,0 2 88 0,4 4 24 0,-1 2-16 15,-2 3 29-15,3 5 23 0,-5 3-64 16,2 4-72-16,-2 4-132 0,-3 8-8 0,0 8 4 31,0 5 4-31,-4 7 4 0,4 5 140 0,-4 11-88 0,0 6-56 0,-4 2-84 16,4 9-24-1,-4-2-4-15,4-5 4 16,-1-2 100-16,2-2 0 0,3-2 4 0,-5-8-4 16,2-3 8-16,3-6-48 0,-5-3 44 15,6-7-140-15,-2-2 8 0,6-8-205 16,2 1-71-16,1-6-172 0,5-7-468 15,-2 0-488-15,9-3-468 0,4-6-344 0,-9-4-493 16,14-15-2147-16</inkml:trace>
  <inkml:trace contextRef="#ctx0" brushRef="#br0" timeOffset="11168.171">11443 12144 416 0,'0'0'10785'15,"0"0"-8353"-15,0 0-1012 0,-28-66-312 0,15 46-132 16,-2 1 128-16,-5 3-72 0,-1 4-160 16,-2 2-300-16,-5 4-168 0,0 6 44 15,0 0-107-15,-7 6-61 0,3 9-64 0,-4 6-92 16,4 4-16-16,-1 3 12 0,2 10-108 16,4 3-4-16,-1 6 40 0,7 5-48 15,1 2 0-15,8 7 8 0,5-1-8 16,3 3-16-16,4 3 16 0,8 1 12 0,12 0 76 0,-1-4-76 15,5-5 108-15,4-4-24 0,0-10-92 16,0-3 104-16,0-9-12 16,4-7 100-16,-5-5 44 0,-3-8 88 0,4-2-28 0,-4-4-120 15,4-6-24-15,-4 0-80 16,0-3-4-16,0-7-72 0,0-2 8 16,-4-4 4-1,-5-3-4-15,2-1-8 0,-2 1-84 0,-7 0-184 0,1 0-212 16,-5 4-160-16,-1 2-124 0,-3 4-281 15,0-1-903-15,-3 1-1872 0,-5 2-1265 0,-5 1-2551 16</inkml:trace>
  <inkml:trace contextRef="#ctx0" brushRef="#br0" timeOffset="11488.755">11232 12791 4124 0,'0'0'1224'0,"0"0"4236"0,0 0-3191 15,0 0-301-15,0 0-120 0,0 0-360 16,0 0-272-16,0 0-288 0,0 0-328 15,83-19-296-15,-63 13-292 0,0 0-12 0,-1-1-208 16,2-2-120-16,-1-1-392 0,3-2-348 16,1 2-472-1,0-2-364-15,-3 2-500 16,-2 1-265-16,-3 2 41 0,-8 4 524 0,0 3 580 16,-4 0 192-16,0 3 1332 0,-4 7 772 15,4 3 1556-15,-4 2 196 0,4 5-368 16,-4 1-367-16,4 9-45 0,0-5-292 0,4 6-400 15,-5 1-56-15,2 0-96 16,-1-1-164-16,4 1-24 0,-4-3-4 0,3 3-224 16,-3-7-264-16,1-2 24 0,-1-1-244 15,0-3-88-15,0-3-144 0,-1-1-180 16,1-2-540-16,0-4 44 0,1-2-584 0,-1-4-784 16,4-3-756-16,-8 0-1929 15,3 0-2379-15,1-15 7205 0</inkml:trace>
  <inkml:trace contextRef="#ctx0" brushRef="#br0" timeOffset="11863.596">12036 12616 352 0,'0'0'10757'15,"0"0"-8057"-15,0 0-1196 0,0 0-120 0,0 0-240 16,0 0-168-16,0 0-216 0,0 0-308 16,0 0-256-16,0 0-112 0,0 0-84 0,4 0-168 0,0-8-176 15,4 2 136-15,0-5 36 0,-4 3-36 16,4 1-52-16,0 3-144 0,-4 4-152 16,-1 0 172-16,2 4 384 0,-5 6 120 15,4-1-8-15,-4 4 0 0,0 2 12 0,-4-2 48 16,-1 3-12-16,-2-3-24 0,3-4-52 15,-4-2-8-15,0-4 8 0,0 0 76 16,4 0-36-16,-4-3-24 0,4 0-52 0,0 0-48 16,1 0-140-1,-2-3-8-15,5 0-108 0,0-3-412 16,0 2-300-16,5-5-700 0,-2 2-2256 16,5-5-4069-16</inkml:trace>
  <inkml:trace contextRef="#ctx0" brushRef="#br0" timeOffset="12663.207">12590 12633 5944 0,'0'0'2896'0,"0"0"-259"0,0 0-1573 16,0 0-540-16,0 0 316 0,0 0 324 0,0 0-80 15,0 0-344-15,4-69-368 0,4 46-184 16,-1 1 48-16,-2-4-28 0,3 7-32 0,0 1-104 16,3-2-72-16,-2 7-8 15,-1 1-92-15,3 5-8 0,-2 5-16 16,2-3 124-16,-3 5 36 0,5 0-36 0,-2 7-8 15,1 3 8-15,0 3 96 0,0 3-12 16,4 6 28-16,-4 6-40 0,1 1-20 0,-2 6-4 16,5 3-44-1,-4 0-4 1,0 3-12-16,4-3 8 0,-4 1-52 0,-1-11 52 0,-2-3-104 0,3-6-16 0,-5-6-36 16,-2-6-64-1,3-1-72-15,-4-6-328 0,3 0-320 16,-3 0-392-16,5-13-728 0,-1-7-965 15,-5 6-2691-15</inkml:trace>
  <inkml:trace contextRef="#ctx0" brushRef="#br0" timeOffset="12864.318">12980 12452 9600 0,'0'0'1873'0,"0"0"-821"0,0 0 56 0,0 0 236 15,0 0-200-15,0 0-264 0,-79 67-212 0,59-45-332 16,0 6-140-16,0 0-96 15,0 8-92-15,0-1 4 0,0 3-12 0,0 0-160 16,4-3-24-16,0 2-52 0,4-4-12 31,1-4-136-31,2-1-276 0,1-6-224 0,5 1-240 16,-1-5-388-16,4-1-464 0,0-8-1065 16,0 4-2459-16,0-7 3100 0</inkml:trace>
  <inkml:trace contextRef="#ctx0" brushRef="#br0" timeOffset="15235.583">13761 11725 3508 0,'0'0'796'16,"0"0"-380"-1,0 0 2588-15,0 0-1356 0,0 0-460 0,0 0-51 16,0 0-317-16,0 0-4 0,0 0 12 16,0 0-144-16,-3 89-132 0,3-64-72 15,0 10 12 1,0 6-20-16,3 4-36 0,1 6 12 0,4 3-116 16,0 9-96-16,0 0-40 0,0 11-48 0,4 0-88 15,-4 3-56-15,0 7-4 0,4 2 0 0,-4-4-4 0,4 3 4 16,-4-5-64-16,4-1-8 0,-4-5-40 0,4-5 40 15,-5-8-52-15,6-5 116 0,-5-7-44 16,-1-12 4-16,2-2 36 0,-1-9-100 16,-1-4-72-16,-3-5 8 0,0-9-108 0,1-2 60 15,-5 1-136-15,4-7-128 0,0 0-332 16,-1 0-212-16,1-7-344 0,0 1-1061 16,-4-16-2799-16</inkml:trace>
  <inkml:trace contextRef="#ctx0" brushRef="#br0" timeOffset="15712.077">14422 12503 3220 0,'0'0'1004'15,"0"0"2568"-15,0 0-2716 0,0 0-208 0,49-70 76 16,-29 48 233-16,-5 2-137 0,6-2-76 16,-6 3-40-16,1 3-92 0,0 4-80 15,0 2-76-15,0 4-104 0,0 3 12 16,0 3 76-16,0 3 4 0,-1 6-20 16,2 8-116-16,-2 4-72 0,2 5-24 15,-2 3 12-15,1 6-28 0,-4 3-20 0,1 0 20 0,-2 0-60 16,-3-4-12-16,4 2-112 0,-4-11 12 15,0 1-24-15,-4-11-112 0,4-2-12 0,-4-7-84 16,0 1-224 0,4-7-424-16,-4-4-224 0,4-11-596 15,0 2-1328-15,-4-22-3281 0</inkml:trace>
  <inkml:trace contextRef="#ctx0" brushRef="#br0" timeOffset="15923.152">15021 12208 3024 0,'0'0'9725'0,"0"0"-8501"16,0 0-552-16,0 0 260 0,-80 70 224 0,59-48-100 16,-2 3-28-16,3 3-268 15,0-2-368-15,0 3-160 0,-4 2-180 16,4 4-52-16,-3 0-12 0,-1 0-84 16,3 0-16-16,-3 0-84 0,5-3-12 0,3-4-148 15,-4 1-208-15,8-4-104 0,0-2-100 16,4-2-396-16,0-4-980 0,4-2-1897 15,0-5-2935-15,0-3 4680 0</inkml:trace>
  <inkml:trace contextRef="#ctx0" brushRef="#br0" timeOffset="16500.427">15821 12258 196 0,'0'0'9352'0,"0"0"-7479"0,0 0-781 0,0 0-264 0,0 0-192 16,0 0-76-16,-91-28 68 15,71 28 228-15,-1 0-352 16,2 9-252-16,3 1-28 0,-4 6-24 0,4 3-76 16,0 6-64-16,4 5 52 0,0 0-36 15,8 5-4-15,4 4 28 0,0 2 24 0,4 0-48 16,12 3 16-16,-4-2-88 0,8-4 44 15,0-6 76-15,4-7-40 16,-5-3-8-16,5-6-76 0,1-3-40 0,-5-4 40 0,-1-3 0 16,-3-2-56-1,4-4-44-15,-4 0 96 0,-4-4-8 0,0-8-344 0,0-1-80 16,-4-2-188-16,0-11-492 0,-8 4-1136 0,0 3-2665 16,0-7-3135-16</inkml:trace>
  <inkml:trace contextRef="#ctx0" brushRef="#br0" timeOffset="16669.113">15646 12519 196 0,'0'0'8840'15,"0"0"-6695"-15,0 0-721 16,0 0-60-16,0 0 152 0,0 0-360 16,0 0-48-16,0 0-144 0,0 0-336 0,0 0-128 0,99-13-132 15,-75 10-88-15,4-3-144 0,0-1-128 0,0 1-8 16,0-4-112-16,0 1-252 0,-1-4-336 15,6 4-256-15,-1-4-396 0,-9 6-1260 16,13-5-2745-16</inkml:trace>
  <inkml:trace contextRef="#ctx0" brushRef="#br0" timeOffset="21746.912">16343 11693 7656 0,'0'0'792'0,"0"0"1252"15,0 0-459-15,0 0-321 0,0 0-424 16,0 0 8-16,0 0-80 0,0 0 260 0,0 0-168 16,40 85 4-16,-20-37-164 0,0 4-172 15,4 2-100 1,4 3-48-16,0 6-124 0,4 4 48 15,3 3-220-15,1 3 24 0,0-1-64 16,-5-2-44-16,1-3-112 0,0-6-56 16,-8-10-40-16,4-11 24 0,-8-5 112 0,0-12-196 0,-4-4-112 0,4-10-244 15,-4-6-16-15,-4-3-288 16,4-6-500-16,0-13-920 0,-8 3-1965 16,0-22-2663-16</inkml:trace>
  <inkml:trace contextRef="#ctx0" brushRef="#br0" timeOffset="21965.404">16909 11906 7716 0,'0'0'2968'0,"0"0"-1887"0,0 0-529 0,0 0 212 0,0 0 192 16,-72 83 208-16,56-52-56 0,1 11-408 15,-6 2-252-15,6 7-140 0,-5 8-96 0,-1 6-100 16,2 4-16-16,-5 4 28 15,-4 7-36-15,4 0-88 0,-4-5-96 0,0-5-64 16,5-3-64-16,-1-13-72 0,0-10-140 16,7-12-84-16,2-10-272 0,3-9-240 15,7-9-516-15,-2-4-1341 0,3-11-2339 0</inkml:trace>
  <inkml:trace contextRef="#ctx0" brushRef="#br0" timeOffset="22728.91">17626 11408 11109 0,'0'0'1756'16,"0"0"-1080"-16,0 0-308 0,0 0-76 0,0 0 368 0,0 0 448 15,0 0-244-15,0 0-500 0,0 0-216 16,0 0-140-16,56-74 40 15,-40 59-48-15,0 2 12 0,-4 3 32 0,0 1-44 16,-5 5-152 0,6 4 44-16,-5 0 20 15,-1 4 88-15,1 9 12 0,1 6 88 0,-5 3 60 0,0 6-36 0,-1 11-24 0,-3 1-40 16,0 15-60-16,-3 2-44 0,-5 9-56 16,-5 8-72-1,6 4-4-15,-10 6-36 0,9-5 0 16,-3-6 212-16,3-9 28 0,-1-17 208 0,6-8 0 15,3-18-124-15,-4-4-60 16,4-11-52-16,0-6-12 0,4 0-160 0,3-13 172 16,6-3 12-16,2-6-12 0,2-7 0 15,-2 4-212-15,-2-4-76 0,-2 11 104 0,2 5 84 16,-5 7 24-16,-1 2-24 0,-3 4 100 16,4 10 80-16,-3 3 192 15,-5 5 4-15,3 5-100 0,-3 2-16 0,0 0-48 16,4 0-40-16,-4 5-56 0,4-5 80 15,4 4 44-15,-4 2 44 0,0 1 12 0,4 2 76 16,0 4 76-16,4 4-16 0,0-1-88 0,4 4-36 16,-4 2-60-16,7-2-48 0,-2 0-20 31,-2-4-76-31,2-4-8 0,3 1 4 0,-5 1-4 0,2-4-44 0,2 0-28 16,-3 0 16-16,0 2 56 0,-4 1 0 15,4 1 0 1,-8 2 4-16,4-3 48 0,-4 0 4 0,-4-6 8 15,-4 0 88-15,0-7 20 16,0-3-32-16,0-5-40 0,-12-2 52 16,4-5 0-16,-12-1-64 0,0-2-84 0,-8-4-312 15,-8-3-288-15,-3 0-272 0,-13-7 96 16,-8 1-168-16,-8 0-736 0,16-1-1288 16,-27-2-3721-16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02:00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19809 6684 4000 0,'0'0'248'16,"0"0"-248"-16,0 0 0 0,0 0 1132 15,0 0-12-15,0 0-236 16,0 0-508-16,0 0-24 0,-75-20 88 0,62 17 132 15,2 3-236-15,-6-2 140 0,6 2-308 16,-9 0 28-16,4 0 292 0,0 0 121 16,-3 2-341-16,-2 4 16 0,1-3-80 0,-3 7 92 0,-1-4-184 15,0 4-96-15,-1-3 148 0,6 1-8 16,-5 3-92-16,4-2 36 16,0 1-40-16,0-1-56 0,4-3 4 0,0 4 44 15,5-1-52 1,-6 1 0-16,2 2-104 15,-1 1 92-15,-1 0 12 0,2 6-52 0,-2 0 40 16,2 0-24-16,-2 4 36 0,2-2 40 0,-1 5-40 16,0 2-48-16,4-2 40 0,-4 2-88 0,0 4 92 0,4 3 4 15,1-3-88-15,-6 6-140 0,10 0 228 16,-5 0 88-16,-1 3-76 0,2 4-4 16,-2-4 40-16,6 0 8 0,-1 0-48 15,4-3-16-15,-5 1 16 16,5-1 36-16,4-3 72 0,0-1-116 0,0-1-40 15,0-5 40-15,4 4 56 0,5-3 8 0,-1-1-56 16,3 3 4-16,2-1 168 0,2-1-104 16,-2-1 28-16,2 0 8 0,2 4-108 15,2-4 12-15,1 4 8 0,4-1 76 16,0 2-48-16,3-1 24 16,1-1 48-16,4 1-124 15,0 0-4-15,5 2-8 0,-1-5 12 16,3 3 64-16,1-3 84 0,8 2-144 15,4-2 144-15,-1-1-136 0,9-2-12 0,4-1 64 16,3 1-64-16,6-4-24 16,2-3 20-16,1 0 8 0,3-6 52 0,5-1-56 15,0-2-4-15,-1-1-8 0,1-2-116 16,4-4 116-16,3-3-164 0,1 0 164 0,4-3-156 16,-1-7 116-16,4-6-112 0,6 0 120 0,-2-6 44 15,5-3 112-15,-9-4-108 0,1-6-8 16,-5 0 0-16,-7-3-84 0,-8 0 84 15,-5-3-4-15,-3 0 8 0,-8-4 4 16,-5 1 96-16,-3-2-12 0,0 3 28 16,-7-5-40-16,-2 0 0 0,-8-2 12 0,2-1-36 0,-9-2-44 15,0-5 92-15,-8 1-92 16,-1-7 144-16,-7 4-24 0,-4-8-12 16,-3 3-112-16,-6-6 360 0,-3-1-360 0,-3-4 84 15,-10-7-88-15,-7 0 0 0,-3 1-52 16,-9 2 52-16,-4 4 60 0,-5 6 16 15,-6 3-48-15,-5 8-28 16,-8 4-140-16,-7 8 76 0,-1 2 0 16,-12 7-24-16,0 6 88 15,-3 1-60-15,-5 5-104 0,0 4 112 0,1 2 52 16,-1 6 0-16,1 1-48 0,-5 2-52 16,1 2 44-16,-6 4 48 0,2 1-32 0,3 4-64 15,-4-3 92-15,5 3 12 0,3 0 0 16,-4 3-76-16,9 6-52 0,-1 0 52 15,0 4-64-15,5 4 0 0,7 2-12 0,1 0-52 16,7 0 12-16,8 0-48 0,9-1-28 16,2-1 24-16,10-2 12 15,3-2 156-15,4 0-128 0,4-1-364 0,0 5-697 16,0-4-571-16,0 6-388 0,9-10-212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31:13.0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7697 2648 3828 0,'0'0'8725'16,"0"0"-7309"-16,0 0-844 0,-76-60-372 15,49 47-48-15,-10 3 88 0,-2 3 176 16,-8 5-204-16,-6 2 28 0,-6 0-164 16,-5 2 48-16,-4 11 144 0,5 4-44 15,-10 5-136-15,6 6-76 0,-5 7 64 16,0 3-28-16,-3 9-44 0,-9 11-4 0,-4 5-8 15,-8 10-44-15,-3 10 4 0,-4 5 48 16,-9 8-12-16,-4 8-88 0,1 8 0 0,-4 9 24 0,-5 5 4 16,1 11 72-16,-1 9 32 15,5 6-28-15,-1 4-4 0,8-3 72 0,1 5-72 16,11 0-76-16,4 5-100 16,4 5 60-16,5 1 52 15,4 5 60-15,3 1 0 0,4 9-144 0,0 4 132 0,9 5 16 0,-5 4 12 16,5 9 60-16,-2 1-72 15,2 2-4-15,3 7 4 0,0 3 44 0,4 0 44 16,1 4-76-16,3-1 28 0,8 1 60 16,4-2-64-16,4-5-36 0,9 0-64 15,6-3 64-15,10-4-8 0,6 1 8 0,9-7 100 0,5-3-100 32,11 0 8-32,4-6 16 0,12-4-24 15,3-6 212-15,14-6-72 16,2-3-132-16,12-7 16 0,5-3-24 0,16-3 0 0,4-10-12 15,11-9 0-15,9-2-200 0,12-12 72 0,7-2 80 16,12-4-132-16,9-5 40 0,11-3 76 0,5-7 68 16,7-7-152-16,4-6-68 0,13-5 76 15,3-8 64-15,12-5 40 16,4-8-40-16,4-6-40 0,8-2 16 0,5-7-4 16,3-6 108-16,4-11 8 0,4 1 128 15,4-8-64-15,0-5-64 16,4-9 0-16,0-4 48 0,8-9 4 0,4-3 4 15,0-6-52-15,0-10 56 0,8-4 28 16,0-5 12-16,0-2 152 0,4-9-136 0,-4-2-32 16,0-6-32-16,3-11-48 0,-6-4 272 15,2-11-160 1,-6-9-116-16,2-11 140 0,-3-8 20 16,-3-4-84-16,-10-8-76 0,1-8-12 15,-7-8 12-15,-6-5 48 0,-10-6 28 16,-4-6-28-16,-6-2-36 0,-6-5 176 15,-6-5 196-15,-6-11-84 0,-5-5-200 16,-12-10-100-16,-3-7-76 0,-5-6 64 16,-7-6 8-16,-5-9-60 0,-3-3-132 0,-9-11-16 0,-7 1 28 0,-13-3-68 15,-12 2 64-15,-3 4-8 16,-16 3 80-16,-9 7 104 0,-15 6-80 16,-8 3 84-16,-13 2-64 0,-11 3-40 0,-8 0 112 15,-8 4 44-15,-12 2-32 0,-4 1 12 16,-4-3-16 15,-8 5-8-31,-12 1 64 0,-8 1-64 0,-8 5 52 16,-7 2-52-16,-13 6-52 0,-4 3-24 0,-7 12 32 0,-10 9 40 15,-2 15 8-15,-9 11 120 0,-7 6 16 0,-5 11-12 16,-11 8-4-16,-5 7 164 16,-4 7-288-16,-7 6-20 0,-4 0-40 0,-5 6 120 15,0 0-60-15,-3 0 0 0,3-4 40 16,5 5-92-16,-4-8-72 0,-5 2-12 0,5-1-128 15,-9-1-40-15,1 7 28 16,0 4 200-16,-1 5 76 0,5 7 64 0,-1 7 88 0,0 6-144 16,1 6 128-16,-4 4-68 0,0-2-68 15,-5 8 0 1,4 2 88-16,-3 1-76 0,8 0-24 16,-1 3 36-16,5-4-24 0,4 2 4 0,3 2-4 0,0-4-100 0,-3-2 24 0,7 3-72 15,-3-4 60-15,-1 1 88 0,5 3 24 16,3-3 152-16,5 2 12 0,-1 2-84 0,5 4 32 31,3-2 4-31,-3 6-92 0,3 0 12 16,1 1-60-16,2 2-12 0,2 1 12 0,4 3 0 15,3-4 44-15,1-4-44 0,7 6-12 16,0-2 0-16,4-2 12 0,0-4-52 16,5 4 4-16,-1-5 40 0,1 1-168 15,7-3 128-15,-4 3 48 0,9 0 84 16,3 0-80-16,0 4 84 0,0-1-76 0,5 3-12 15,-1 1-36-15,0 3-88 0,0 0 116 0,1-1 0 16,-1 3 4-16,0 4 0 0,0-2-72 16,0 2 24-16,0-3 0 0,-3 0 24 0,7 3 28 15,-4-4 60-15,0 1-56 0,4-3 60 16,1 2 36-16,-1 2 0 16,0-4-92-16,4 6-8 0,1 0 48 0,-1 0 4 15,4 0-52 1,-3 6 4-1,2 0-8-15,6 3-4 0,-5 1 8 0,4-1 4 16,5 1-4-16,-2-4 8 0,2 1 16 0,7-1 40 16,0-6-4-16,0 3 28 0,8-3 12 0,0 0-100 15,5 0-8-15,6 0 4 0,1 0 4 16,5 0 60-16,2 0-60 0,5 0-160 16,0 0-64-16,0 0-156 0,0 0-260 15,0 0-532-15,5 0-420 0,2-3-373 16,1-1-559-16,0-3-2120 0,4-4 1972 0</inkml:trace>
  <inkml:trace contextRef="#ctx0" brushRef="#br0" timeOffset="810.377">14211 8772 10856 0,'0'0'2617'0,"0"0"-1425"0,0 0-472 0,0 0-456 15,48 85 316-15,-24-39 384 16,1 4-84-16,2 7-276 0,-3 4-176 0,4-1-8 16,0 1-116-16,4-2-108 0,-1-4 48 15,1-4-180-15,0-7 44 0,0-6-108 16,4-6-56-16,-5-7-212 0,-3-6-40 0,0-3 40 15,-3-3-176-15,-1-4-24 16,-5-5-284-16,1-1-128 0,-3-3-552 16,-2-3-336-16,-2-14-820 0,-6 5-2113 0,1-26-1611 0</inkml:trace>
  <inkml:trace contextRef="#ctx0" brushRef="#br0" timeOffset="1028.41">14893 8712 7824 0,'0'0'3909'0,"0"0"-3201"16,0 0-312-16,0 0-296 0,0 0 180 16,-84 63 180-16,56-34 316 0,0 3-32 0,-3 3-116 15,-5 0-172-15,0 3-32 0,0 3-88 16,0 0-136-16,0 4-76 0,-4 0 36 16,1 5-60-16,-2 4-96 0,2 2-4 0,-1 6-112 15,-4-6 0-15,8 5-96 16,-3-4-56-16,-1-6-148 0,3-4 32 0,6-2 32 0,-1-4 8 15,4-6-240-15,8-3-332 0,0-3-464 16,9-10-140 0,2-6-745-16,-3-8-2019 0</inkml:trace>
  <inkml:trace contextRef="#ctx0" brushRef="#br0" timeOffset="4209.604">8988 3807 104 0,'0'0'9584'0,"0"0"-8255"0,-95-30-789 0,50 24-116 15,-11 0 12-15,-2 6-360 0,-15 0 348 0,-2 0-156 32,-13 12 176-32,-7 7-48 0,-10 8-168 15,-6 4-100-15,-4 7-124 16,-9 10 84-16,-3 6-12 0,-4 0-76 0,-2 7-180 0,6 1 180 0,-4 5-8 0,3 0 0 15,5 3-144-15,-4 3-24 16,7 0 164-16,0 3 0 0,4 4-4 16,6-1-60-16,1 3 8 0,-3 4 60 0,5 3 16 15,-1 3-8-15,5 0 92 0,4 0-44 16,11-6 16-16,8 0 64 0,12-7-16 16,8-3-60-16,13-3 36 15,7-6-84-15,8-7 4 16,9 1-8-16,2-7 8 0,10-4 56 0,2 4-60 15,5-5-4-15,4 1-4 16,0 1 4-16,13-1 4 0,-2 1 0 0,10-3 48 16,-2-1-40-16,9-2-12 0,0-4 0 15,4-3-112-15,3-2 112 0,6-5 0 0,6-3 64 16,5 1 24-16,8 1 36 0,12-5 92 0,4-4 112 16,7 2-176-16,5-1 124 0,7-3 136 15,13 0 104-15,7-3-252 16,8-1 24-16,10-2-140 0,9-3 124 0,10 0-124 0,16-3-140 15,3-7 180-15,12 0-52 0,0-7 124 16,4-13 292-16,1-8-452 16,4-7 20-16,3-10 128 15,-1-2 292-15,6-8-152 0,-5 2-144 16,5-7-180-16,-9-1 128 0,4-6-44 16,-8 1 36-16,0-4-4 0,-15-3-92 15,-9-3-88-15,-12-4-144 0,-7 4 144 16,-16 0 4-16,-5 3 4 0,-16 4 128 15,-3-2 20-15,-16 5-96 0,-13 2 64 0,-7 4-15 16,-12 0 11-16,-8 2-32 0,-8 4-76 0,-8-6 96 0,-1-1-108 16,1-9-36-16,-8 1-72 15,-4-11-4-15,0 1-33 0,-4-3-99 16,-4-1-156-16,-8-3-136 0,0 3 216 0,-4 7 100 16,0 4 12-16,-8 8-12 0,-4 7 100 15,0 6 120-15,-7 10 108 16,-2 0 76-16,-7 2-176 0,0 4 236 0,-4 1-48 0,-3 2-120 15,-5-3 60-15,-4 0-136 0,-8-3-48 16,-3 0-160-16,-9-3 200 0,-4-1-64 16,-8 4-76-16,-4-3 0 0,-3 6 144 15,-8 0-156-15,-5 7 28 0,-4 3-52 0,-4 4 24 16,-4 6 60-16,1 2-8 0,-5 1 8 16,1 5 88-16,-4 4 12 15,3 3-72-15,-3 0 72 16,3 0-16-16,0 3 16 0,5 7-4 0,-5 2 4 15,9 5-12-15,-5 5 12 0,4 4-4 16,5 2-8-16,-5 3 12 16,-3 7-124-16,4 0-48 0,-6 10 36 0,2 0 40 15,-1 3-28-15,5-1-148 0,8 1-884 16,3 0-176-16,12-7 28 0,8-2-136 0,13-10-461 16,14-10-1155-16,-2-3-1640 0</inkml:trace>
  <inkml:trace contextRef="#ctx0" brushRef="#br0" timeOffset="5930.583">9832 8506 6824 0,'0'0'5357'0,"-82"-30"-4905"0,33 22-120 0,-11-3-116 15,-11 5 12-15,-13 4 0 0,-4 2 40 0,-11 13-64 16,-9 8 48-16,-7 8-48 0,-12 15-64 16,-6 10-128-16,-5 12 128 15,-10 14-140-15,-4 9-64 0,-3 7 64 0,-4 12 100 0,0 3 0 32,0 9 52-32,7 1-76 15,4 3-76-15,5 0-48 0,11-7-144 0,5-2 4 16,11-4 36-16,13-4 52 0,6 1-116 0,18-6 100 15,12 0 68-15,7-7-68 0,16-2 16 16,8-9 48-16,12-8 52 0,8-3 0 16,13-5-48-16,3-9 48 15,0 2 64-15,11-3-56 0,6-2-8 0,2 2 0 16,1 1 0-16,4 2 92 0,4-1-44 0,8 5 4 0,-4-2 36 16,7-3 92-16,6 0 48 0,2 1-92 15,5-8-20-15,-1 2 72 16,9-5 88-16,0-5 180 0,3-1-56 0,6-3-148 15,2-2-76-15,10-8 160 0,1-2-60 16,10-4-80-16,7-6 52 0,6-3 52 16,6-5-188-16,8-9-4 15,5-2 4-15,8-2 12 0,3-12 56 16,9-2-176-16,3-6 92 0,0-7 0 16,1 1 28-16,-4-1 392 0,-2-6-380 15,2 3-136-15,4-9 0 0,-1-1 4 16,9-5 120-16,-1-4-40 0,4-6 124 0,-3-2 60 15,-5-6-264-15,-3-1-4 0,-6-3-4 16,-2-4 4-16,-1-8 8 0,-6-1 104 16,2-7-104-16,-4-3 160 0,1-10-128 0,3 4-36 15,-8-4-8-15,1 2-4 0,-12 0 0 16,-9 6-128-16,-7 1 40 0,-12 5 96 16,-17 4 52-16,-7 1 44 0,-12 8-8 0,-9 2 20 15,-3 0-96-15,-12 6-8 0,0-3-4 16,-12 7-4-1,-4 0 0-15,-8-1-44 0,-4 4-148 16,-8-1 112-16,-12-2-112 0,-4 2-48 16,-3 2 244-16,-5 1-52 0,-1 1 128 15,1 3-40-15,0 0 36 0,1 3-60 0,-1 0-12 16,-4-3 88-16,0 3-84 0,1-2 68 16,-5 5 76-16,-4-2-4 15,0 1-56-15,-4 2 80 0,-4 3 4 0,1-2 36 0,-5 6-64 16,-4-2-140-16,-4 5 68 0,1 0-72 15,-9 7-40-15,0 2 40 0,-7 4 0 0,-1 6-84 16,-4 5 76-16,-3 0-124 0,-1 1 44 16,0 2 28-16,-3-2 0 0,3 2-76 15,0-3 128 1,0 3-40-16,0 1-12 0,2-4 56 0,2 7-56 16,4 0 60-16,4 3 36 0,5 3-32 15,-5 0-8-15,8 0-4 0,1 3 8 0,-6 3-112 0,6 0 108 16,-5 4-56-1,0 2 12-15,0-2 36 0,5 6-48 0,-1-3 48 0,5 0-40 16,3 2 48 0,-4 1 4-16,4 0-72 0,1 3 64 15,3 4 4-15,-4-4-44 0,4 3 48 0,0 3 4 0,5 1-4 16,-1-1-96-16,3 3 48 16,2 2-64-16,-5-3-32 0,5-2-16 15,2 5 0-15,6-8 48 0,3-3 4 0,8 0-40 16,0-3 0-16,4-4 12 15,0 1-72-15,8-3-64 0,0 2-100 16,1-5 64-16,7 0-4 0,-1-1-12 0,1-4-36 0,5 4-156 16,-1-6-388-16,0 5-108 0,4-3 20 0,-4 2-276 15,-1-4-717 1,1 3-787-16,0-3-1988 0</inkml:trace>
  <inkml:trace contextRef="#ctx0" brushRef="#br0" timeOffset="7521.01">9279 4346 9416 0,'0'0'1280'16,"0"0"-779"-16,0 0 67 0,0 0 48 0,0 0 368 15,0-67-8-15,-4 61 24 16,0 0-200-16,4 3-196 0,-4-1-180 0,0 4-88 16,0-3-100-16,-4 3 0 15,0 0 12-15,-4 0-176 0,-4 0-72 0,-3 10-148 16,-2 2-24-16,1 4 48 0,1 3 52 16,-1 9 72-16,-1 1 100 15,6 7 24-15,-2 2 24 0,6 1-100 16,3 1-48-16,4 4-4 0,0 4-44 0,4 0 40 0,4-3-4 15,8-1 4-15,-1-6 8 0,6-6 12 0,-2-1 76 16,6-8 48-16,-1-4-4 0,3-4 16 16,5-5-48-16,-4-3 60 15,-4-4-12-15,5-3-12 0,-6 0-52 0,-3-3-20 16,0-4-16-16,0-5-40 0,-4-1-8 16,-1 1-240-16,-2-8-428 0,-5 4-160 0,-4-3-252 15,0 3-584-15,-4 0-1416 16,-5 3-1709-1,-6 4-711-15,3 0 4036 0</inkml:trace>
  <inkml:trace contextRef="#ctx0" brushRef="#br0" timeOffset="7812.38">9127 4740 3036 0,'0'0'324'16,"0"0"3724"-16,0 0-2828 0,0 0-440 0,0 0-148 16,0 0 80-16,0 0 73 15,0 0 239-15,0 0 76 0,0 0-288 0,48 0-244 16,-32-4-240-16,0-1-292 0,0-2-36 0,0-3-164 15,-4 1-276-15,0 2-652 0,-4-2-336 0,0 4-697 0,0-2-1011 16,-4 0-1088-16,-4 7 1720 16,0-3 2504-16,0 3 0 0,0 3-291 0,0 4 291 15,0 5 891-15,0 1 177 0,0 6-624 16,4 0 2084-16,0 0 152 0,0 0-1448 0,0 4-568 16,3-4-108-16,2 3 256 0,-5-3 37 0,4-1-157 15,-1 1-268-15,2-6-132 16,-5 4-188-16,4-5-104 0,-5-3-168 15,10-2-24-15,-9-2-140 0,4 2-744 0,-1-7-601 16,1 0-2323 0,-3-2-508-1,3-11 3225-15</inkml:trace>
  <inkml:trace contextRef="#ctx0" brushRef="#br0" timeOffset="8157.376">9690 4692 1592 0,'0'0'8256'16,"0"0"-6811"-16,0 0-957 0,0 0-12 0,0 0 304 15,0 0 328-15,0 0-148 0,0 0-232 16,0 0-236-16,0 0-204 0,0 0-100 0,-21 0-64 16,21 0-112-16,0 0 52 0,0 0-60 15,0 0-4-15,0 0 0 0,0 0 0 16,0 0 48-16,0 0 4 0,0 0-4 0,0 0 16 16,0 0-64-16,-3 0-8 15,3 0-92-15,-4 0-188 0,0 4-36 0,4-4-16 0,0 0-140 16,0 0-160-16,0 0-144 0,0 0-144 15,0 0-440-15,4 0-565 16,0-4-619-16,-1 1-2648 0,5 0 4172 0,-19 9-216 16</inkml:trace>
  <inkml:trace contextRef="#ctx0" brushRef="#br0" timeOffset="8590.339">9984 4479 8964 0,'0'0'1124'15,"0"0"-1060"-15,0 0 156 0,0 0 553 0,0 0 127 16,0 0-244-16,0 0-160 0,0 0-164 16,0 0-204-16,0 0-124 0,0 0 4 15,48-47 108-15,-40 47 112 0,4 6-64 16,4 1-12-16,-4 2 36 0,8 4-96 15,-5-1 72-15,5 7 136 0,1-3-48 0,-2 6-88 16,-3-2 88-16,0 2-52 16,0 3-112-16,-4-2-88 0,4-4-12 0,-8 0 4 15,0-4-104-15,4 2-100 16,-4-8-104-16,0-3-684 0,0-3-436 0,0-3-1029 16,-4 0-2439-16,4-12 620 0</inkml:trace>
  <inkml:trace contextRef="#ctx0" brushRef="#br0" timeOffset="8795.405">10327 4432 2952 0,'0'0'1108'0,"0"0"4852"0,0 0-4579 16,0 0-909-16,0 0 184 0,0 0 300 0,-88 82-28 0,68-60-132 15,0 3-292-15,5 2-152 0,-2 1-280 16,2-2-72-16,2-1-160 15,6 0-116-15,-1-3-40 0,-1-2-428 16,5 2 20-16,4-6-408 16,0-4-833-16,0-2-1903 0,0-3-1256 0,4-5 4588 15</inkml:trace>
  <inkml:trace contextRef="#ctx0" brushRef="#br0" timeOffset="9029.032">10519 4619 1160 0,'0'0'224'0,"0"0"8236"16,0 0-7079-16,0 0-701 0,0 0 88 0,0 0 140 16,-5 83 44-16,5-61-260 0,-4 1-300 15,4-2-264-15,0 2-128 0,0 2-188 0,0-3-40 16,0 4-440-16,4-1-676 0,1-3-1261 15,-2-5-3359-15,5 8 1217 16</inkml:trace>
  <inkml:trace contextRef="#ctx0" brushRef="#br0" timeOffset="10029.949">10283 9655 3936 0,'0'0'1808'15,"0"0"1660"-15,0 0-1892 0,0 0-251 0,0-73-45 16,0 63 92-16,-4 1-192 0,0-1-264 0,-4 7-232 16,4 0-236-16,-4-4-104 15,0 7-60-15,0 0 36 0,-4 0-12 16,-3 0-308-16,-6 10-12 0,5 6-148 0,-3 6 48 15,-2 14 52-15,1 2 16 0,9 9 44 16,-1 7 12-16,8 7 136 0,4 5-140 16,4 1 100-16,4 0-92 0,7-4 32 15,5-6 12-15,1-9-12 0,-2-11-32 0,1-8 48 16,1-11-56-16,2-1-4 0,-3-10 68 16,4-1 4-16,0-6-64 0,-4 0 36 15,0-3 12-15,0-7 4 0,-8-2-64 16,4-5-52-16,-8-1-596 15,-1-2-164-15,-7 1-180 0,0 0-424 16,0 0-936-16,-7 0-2017 0,-1 9-1215 0,-12-5 2936 16</inkml:trace>
  <inkml:trace contextRef="#ctx0" brushRef="#br0" timeOffset="10296.181">10235 10071 888 0,'0'0'1748'0,"0"0"5140"0,0 0-5119 15,0 0-613-15,0 0 56 0,0 0 256 0,0 0-156 0,0 0-292 16,0 0-316-16,0 0-320 15,68-7-176-15,-56 0-100 0,3 1-108 0,-2 1-12 16,-2-5-136-16,2 0-384 0,-1 1-420 16,-5 3-128-16,2-1-176 0,-1 7-484 15,-1 0-260-15,1 0-41 0,1 9 913 16,-1 7 452-16,-1 4 536 16,1 2 140-16,-4 3 544 0,5 4 548 0,-6-1-200 15,5 4-104-15,-4 1-79 16,0-5-65-16,5 0-28 0,-6 1-56 0,1-4 0 15,0 0-12-15,0 1-128 0,-4-6-232 0,4-6-188 0,0-3-64 16,1-3-136-16,-2-4-132 16,1-4-200-16,4-7-772 0,0 2-921 15,0-25-3747-15</inkml:trace>
  <inkml:trace contextRef="#ctx0" brushRef="#br0" timeOffset="10509.841">10701 9950 2916 0,'0'0'6784'16,"0"0"-4991"-16,0 0-445 0,0 0 356 15,0 0-108-15,0 0-220 0,0 0-496 0,0 0-512 16,0 0-368-16,0 0-24 16,0 0 12-16,20-16-196 0,-12 4-276 0,1-1-420 15,-2 0-500-15,1 4-1100 0,-4 3-2549 16,-4 1-2499-16,0 3 6933 15,-56 78 618-15</inkml:trace>
  <inkml:trace contextRef="#ctx0" brushRef="#br0" timeOffset="10759.582">10865 9775 4408 0,'0'0'7709'16,"0"0"-6377"-16,0 0-748 0,0 0 504 15,0 0-144-15,0 0-240 16,0 0-208-16,0 0-196 0,0 0-152 0,88-31-148 16,-69 24-44-16,1 4-52 0,4 3-40 15,0 0 136-15,0 6 196 0,0 4-96 0,0 9 36 16,0 0 36 0,-5 6-36-16,2 5 52 0,-6-2-52 15,-2 0-128-15,2-2-8 0,-6-1-100 0,-2-6-72 16,1-6-52-16,-4-3-12 15,4-8-208-15,-3-2-668 0,2-2-592 16,1-5-1128-16,-4-19-3201 0</inkml:trace>
  <inkml:trace contextRef="#ctx0" brushRef="#br0" timeOffset="10944.447">11267 9657 8476 0,'0'0'4837'0,"0"0"-4013"0,-32 74-140 0,20-42 488 16,-4 4-120-16,0-3-168 0,4-1-440 0,1-3-432 0,2-4-12 0,1-3-200 16,8-3-156-16,-3 1-516 0,3-5-192 0,3-2-804 15,5-3-2009-15,5-7-1927 16,-6-3 1461-16</inkml:trace>
  <inkml:trace contextRef="#ctx0" brushRef="#br0" timeOffset="11151.527">11454 9876 1264 0,'0'0'1684'0,"0"0"3932"0,0 0-4152 0,0 0-159 0,0 0 115 16,0 0-260-16,0 0-284 16,0 0-32-16,0 0-76 0,0 0-232 0,0 0-236 15,76 49-100-15,-80-27-140 0,4 0-52 0,-4 3 80 16,4-2-40-16,0-1 28 16,0-6-76-16,4-3-72 0,5-5-64 15,6-1 0-15,1-3 124 0,0-4 8 0,4-4 4 16,3-5-88-16,5-3-808 0,-4-7-604 15,-3 5-596-15,7-4-2949 0</inkml:trace>
  <inkml:trace contextRef="#ctx0" brushRef="#br0" timeOffset="17837.682">18742 1958 10032 0,'0'0'1945'0,"0"0"-1061"0,0 0-4 0,0 0 236 32,0 0-248-32,0 0-224 0,0 0-160 0,0 0-208 0,0 0-176 0,0 0 208 0,55 70 116 15,-18-28 44-15,-1 12 284 16,-1 3-372-16,1 7-172 0,0-1-72 15,-5 0-128-15,-3 1-8 0,0-4-8 16,0-9-116-16,-3-3-60 0,-6-10 88 16,5-10-28-16,-8-6-124 0,4-9 4 0,4-6-224 15,-4-7-596 1,-1 0-652-16,-2-10-1188 0,3-19-2629 16</inkml:trace>
  <inkml:trace contextRef="#ctx0" brushRef="#br0" timeOffset="18072.128">19395 1981 7704 0,'0'0'4809'15,"0"0"-4413"-15,0 0-268 0,0 0-80 0,0 0 436 16,0 0 128-16,-95 60 260 16,67-34-80-16,0 5-284 0,-4 8-236 0,-4 5-132 15,0 7-16-15,-8 6 0 0,1 6 12 16,-5 6-48-16,-8 8-40 0,4 0 76 15,-3 2-72 1,-1 0-52-16,3-5 0 0,10-8-136 0,3-9-28 16,12-12-136-16,4-13-172 15,13-11-272-15,-2-8-328 0,9-3-620 16,4-10-853-16,0 0-2631 0</inkml:trace>
  <inkml:trace contextRef="#ctx0" brushRef="#br0" timeOffset="18379.386">20073 1870 4728 0,'0'0'7557'15,"0"0"-6165"-15,0 0-984 0,0 0-4 16,0 0 164-16,0 0 276 0,-96 69 72 0,64-37-280 15,0 4-292-15,-4 8-144 0,-4 7-76 16,1 5-116 0,-6 7 80-16,-2 8 20 15,-5 2-8-15,1 7-64 0,-5-1-36 0,4 0-4 16,3-3-108-16,6-6-8 0,7-6-16 16,8-7-136-16,4-13-40 0,13-2-84 0,3-10-240 15,3-7-320-15,5-3-560 0,13-9-656 16,6-4-589-16,5-6-1959 15,-4-3 373-15</inkml:trace>
  <inkml:trace contextRef="#ctx0" brushRef="#br0" timeOffset="18657.96">20097 2565 6916 0,'0'0'4469'15,"0"0"-3337"-15,0 0-712 0,0 0 16 16,0 0 72-16,0 0 188 0,-97 29-40 15,70-7-176-15,-6 3-156 0,2 7-104 16,4 3 4-16,-1 3 12 0,4 7 112 16,3-1 136-16,6 3 64 0,6 1-104 15,1-1-112-15,8 2-60 0,0-8-40 0,8-3-24 0,5-6-136 16,2-11-8-16,2-2 104 0,3-5 4 0,-1-5-48 16,5-2-4-16,-4-4-104 0,4-3-16 15,0-3-136-15,0-10 12 16,-4 1-96-16,3-7-220 0,-6-4-148 0,-2-3-328 15,-2 1-440-15,-6 0-948 16,-3 6-2153-16,-8-10-2299 0</inkml:trace>
  <inkml:trace contextRef="#ctx0" brushRef="#br0" timeOffset="18943.485">19929 2940 7900 0,'0'0'4397'0,"0"0"-3525"0,0 0-492 0,0 0 128 0,0 0 204 0,0 0-32 15,0 0-328-15,84 37-252 0,-69-37-100 0,6 0-140 16,3-6-700-16,-5-2-316 0,1-3-120 16,-3-1-329-16,-2-1-503 0,-7 0-608 15,1 3-96-15,-6 1 192 16,-3 6 2084-16,0 3 536 0,0 6 416 0,0 7 1504 16,-8 6-1428-16,0 7 4584 0,-4 6-3252 15,0-1-403-15,4 7-369 0,0 3-168 16,1 1-120-16,-2 2-92 0,5 1-104 15,-4-1-28-15,1 0-140 0,3-5-96 0,0-1-264 0,-1-9-40 16,5-4-164-16,0-6-92 16,0-4-384-16,-4-5-304 0,4 0-596 0,-4-3-1445 15,1-4-4019-15,-18-3 4744 0</inkml:trace>
  <inkml:trace contextRef="#ctx0" brushRef="#br0" timeOffset="19445.645">17850 1744 5244 0,'0'0'2108'16,"0"0"344"-16,7 84-1175 0,-3-36 59 15,4 9-60-15,-4 12-172 0,0 9-20 16,0 7-132-16,4 7-452 0,4 7-44 0,0 12 116 16,4 3-204-16,0 13-72 0,0 3 12 0,4 3-16 15,-5-2-180-15,2-7 120 16,-2-6-36-16,2-14-124 0,-2-6-12 0,1-9-60 0,0-12-64 15,4-14-108-15,4-9 28 0,0-10-248 16,4-8-16-16,4-11-244 0,0-6-412 16,8-9-272-1,-1-10-176-15,5-4-52 0,4-18-785 16,-9-1-2511-16</inkml:trace>
  <inkml:trace contextRef="#ctx0" brushRef="#br0" timeOffset="19947.858">20786 1689 9652 0,'0'0'1793'0,"0"0"-1173"0,0 0 196 0,0 0 548 0,0 0-12 15,0 0-124-15,0 0-408 16,0 0-436-16,0 0-100 0,4 82 52 0,-4-32 68 0,3 12 308 16,1 11-100-16,0 9-160 15,1 4-40-15,-1 9 76 0,0 3-63 16,0 4-185-16,-1 3-92 0,-3-3-16 0,8-1-24 16,-4-2-96-16,5-4 124 15,-2-6-88-15,5-4-48 0,1-5 0 16,-2-4-8-16,2-6-64 0,-2-7-28 0,1-6 16 15,0-6-48-15,-4-6-28 0,4-11-56 16,-4-2 20-16,0-9-313 0,0-8-87 16,-4-5-40-16,-1-10-304 15,2 0-304-15,-5-3-72 0,0-13-572 16,0-9-924-16,0-7-1925 0,-8 3-2163 0</inkml:trace>
  <inkml:trace contextRef="#ctx0" brushRef="#br0" timeOffset="20596.973">21399 2460 5092 0,'0'0'2280'16,"0"0"1693"-16,0 0-2409 15,0 0-532-15,0 0-72 0,0 0 224 16,0 0-56-16,0 0-164 0,100 13-136 0,-65-10-312 16,14-3-88-16,-2-3-148 0,1-3-72 0,-4-4-112 0,0-2-96 0,-1-1-72 15,-3 0-60-15,1-3-116 16,-10 4-180-16,1-2-272 0,-8 6-284 0,-8 2-584 16,-5 1-1592-16,-11 5-3457 0</inkml:trace>
  <inkml:trace contextRef="#ctx0" brushRef="#br0" timeOffset="20817.623">21411 2771 6020 0,'0'0'1728'0,"0"0"952"0,0 0-827 15,0 0-425-15,0 0-96 0,0 0-148 16,0 0-248-16,0 0-216 0,0 0-212 0,20 17 144 0,4-17 268 15,8 0-260-15,4 0-296 0,0-4-156 0,-1 1-196 16,1-7-12-16,5 2-60 0,-2-6-88 0,1 4-216 16,4-2-444-16,3 2-236 0,2 1-340 15,-2 3-1364-15,-11 2-2697 0,16 4-1079 16</inkml:trace>
  <inkml:trace contextRef="#ctx0" brushRef="#br0" timeOffset="62617.932">7669 5391 3636 0,'0'0'872'0,"0"0"-104"0,0 0-572 0,0 0-68 0,0 0 96 16,0 0 36-16,0 0 0 0,0 0 1716 15,0 0-772-15,0 0-544 16,0 0-272-16,0 0-15 0,0 0 51 0,0-3 76 16,0 3 40-16,0 0-92 15,0 0-116-15,0 0-76 0,0 0-4 16,0 0-48-16,0 0-24 16,0 0-80-16,0 0-48 0,0 0-52 0,0 0 0 15,0 0-12-15,0 0-40 0,0 0 44 16,0 0-44-16,0 0 0 0,0 0 4 15,0 0-16-15,0 0 0 0,0 0 0 16,0 0 0-16,0 0-12 0,0 0 68 16,0 0 8-16,0 0 0 0,0 0 12 15,0 0 40-15,0 0-40 0,0 0 40 16,0 0-44-16,0 0 4 0,0 0 0 16,0 0-12-16,0 0-108 0,0 0 92 0,4 0 16 15,4-3 80-15,-3 3 8 0,2 0-88 0,-3-4-40 16,0 4 32-16,0 0-56 0,-4 0 52 0,0 0-76 15,0 0 76-15,0 0-52 16,4 0 60-16,-4 0 4 0,0 0-4 16,0 0 8-1,0 4 40-15,0-1-40 0,0 0 48 0,0 3 0 0,0-2-52 16,0-2-80-16,-4 2-152 16,-4 2-48-16,4-3-40 0,1 4 16 0,-6-1-68 15,5-3-116-15,0 3 0 16,0-2-157-16,0-1-455 0,1 0-948 15,3 0-712-15</inkml:trace>
  <inkml:trace contextRef="#ctx0" brushRef="#br0" timeOffset="70538.679">10921 5534 6444 0,'0'0'1468'15,"0"0"76"-15,0 0 1225 0,0 0-1073 0,0 0-644 0,0 0-384 16,0 0-152 0,0 0-28-16,0 0-64 0,0 0 12 0,23 19 96 15,5 0 88-15,4 9-144 0,8 7-132 0,0 3-36 16,3 11-16-16,-2-3-60 0,-2 8-48 16,-3 4-12-16,-8-4-172 0,0 0 0 15,-4-7-136-15,-4-5 40 0,-4-8-12 16,-1-9-28-16,-2-5 12 0,-2-7-72 15,-3-4-108-15,1-6-408 0,-5 1-104 0,0-4-376 16,-1-4-756-16,1-2-1068 0,-4-13-2377 0</inkml:trace>
  <inkml:trace contextRef="#ctx0" brushRef="#br0" timeOffset="70717.617">11013 5635 7552 0,'0'0'2876'0,"0"0"-919"0,0 0-1101 16,-77 89-388-16,53-57-124 15,1 0-344-15,3 2-36 0,0-8-256 0,0-1-156 16,4-6-380-16,8-6-897 0,-4-7-187 16,8-6 108-16,0 0-592 0,4-8 364 0</inkml:trace>
  <inkml:trace contextRef="#ctx0" brushRef="#br0" timeOffset="70853.091">10852 5673 2672 0,'0'0'2880'0,"0"0"-524"0,0 0-684 0,0 0-7 16,0 0-89-16,97-41-112 15,-70 38-276-15,5 0-332 16,8 3-232-16,-4 0-312 0,7 6-248 0,-2 4-64 16,2-4-136-16,1 3-400 0,0 1-636 15,0 0-572-15,-9-3-1177 0,13 5-2771 16</inkml:trace>
  <inkml:trace contextRef="#ctx0" brushRef="#br0" timeOffset="71447.707">12100 5909 9188 0,'0'0'1861'0,"0"0"-781"0,0 0-340 0,0 0 116 16,0 0 244-16,0 0-404 15,0 0-144-15,0 0-48 0,-84 34 68 16,76-14-160-16,-3 5-116 0,2 3-12 0,1 7-60 16,4 6-52-16,1 7 24 0,-1 3 12 15,4 6 4-15,0 0-4 16,4 4-12-16,3-1-88 0,5 0-8 0,0-5 36 0,4-8-88 16,0-3 60-16,4-6 16 15,0-9-40-15,8-4-8 0,-4-8-72 16,8-5 4-16,-4-6 76 0,4-6-36 15,3-3 196-15,-3-6-156 0,0-10-88 0,4-6-72 16,-4-8-48-16,-1-2 8 0,-3-6-120 16,-4-6-108-16,-3-1-16 0,-2 1 48 15,-3-1-96-15,-8 3-40 0,4 1 36 16,-7 2 200-16,-5 8 68 0,0 2 4 0,-5 3 136 16,-3 7 52-16,-4 2 120 15,-4 8 64-15,1-1 60 0,-2 11 36 16,2-2-12-16,2 4 100 0,-2 0-116 0,-2 4-192 0,2 9-112 15,2-1-84-15,-2 4-100 0,2 6-12 0,2 0 8 32,-1 6-20-32,4 2-88 0,0-2-392 0,4 3-692 15,-4 1-1296-15,8-9-2441 0,0 8-3179 0</inkml:trace>
  <inkml:trace contextRef="#ctx0" brushRef="#br0" timeOffset="71620.33">12785 6509 10648 0,'0'0'4673'15,"0"0"-3753"-15,13 72-368 0,-10-40 180 0,1 7 160 16,0 1-276-16,0 4-236 0,0-5-220 0,0-1-160 16,4-6-60-16,-4 0-408 0,4-6-468 0,0-5-420 15,-1-4-1084 1,2-2-3345-16</inkml:trace>
  <inkml:trace contextRef="#ctx0" brushRef="#br0" timeOffset="73587.553">13108 6105 6856 0,'0'0'5909'0,"0"0"-4993"0,0 0-472 16,0 0-204-1,0 0 128-15,0 0 148 0,0 0 140 16,0 0 148-16,96-13-20 0,-72 7-312 16,3 4-212-16,1-5-196 0,-4 0-64 15,-4 1-12-15,0 3-160 0,-4-4-248 0,-4 4-316 16,0 0-280-16,-4 0-368 0,-4 3-744 16,0 0-1069-16,-4 3-2035 0</inkml:trace>
  <inkml:trace contextRef="#ctx0" brushRef="#br0" timeOffset="73740.582">13255 6267 4940 0,'0'0'5272'0,"0"0"-3455"0,0 0-857 15,0 0-488-15,0 0-40 0,0 0 0 16,0 0 188-16,0 0 212 0,92 44-116 0,-68-44-316 16,0-2-400-16,0-4-460 0,4-8-232 0,-5-2-428 0,5-3-828 15,-12 4-2445-15,9-14-3403 0</inkml:trace>
  <inkml:trace contextRef="#ctx0" brushRef="#br0" timeOffset="73960.949">13726 5877 6688 0,'0'0'5341'15,"0"0"-3809"-15,0 0-680 0,0 0-420 16,7 73 44-16,-3-48 252 0,0 0 188 16,0 4-304-16,0-7-364 0,1 0-248 0,-1-3-288 0,3-2-420 0,-3-4-344 15,4-7-272-15,4-3-396 16,-4-3-553-16,4 0-579 0,4-16-1236 16</inkml:trace>
  <inkml:trace contextRef="#ctx0" brushRef="#br0" timeOffset="74188.84">13992 6032 7596 0,'0'0'2824'0,"0"0"-1215"0,0 0-637 0,52 85-132 0,-35-59-140 16,-6-3-32-16,5-8-76 0,-4-5-124 15,4-7-244-15,0-3-224 0,-1-3-312 0,2-10-76 16,-2-6-140-16,6-6-40 0,-5-4 60 16,-1-6-36-16,-3 4 8 15,-3 2 24-15,-2 0 244 0,-3 7 268 0,-4 6 156 16,0 4 216-16,-4 5 100 0,-12 0 48 15,0 5-136-15,-11 2-236 0,-5 0-144 16,-4 7-8-16,-8-1-180 0,-4 2-68 0,-4 6-132 16,-4 2-508-16,-4-1-596 0,13-2-2441 0,-33 6-2107 15</inkml:trace>
  <inkml:trace contextRef="#ctx0" brushRef="#br0" timeOffset="75291.803">6231 5709 8172 0,'0'0'2292'16,"0"0"-1739"-16,0 0-553 0,0 0 0 15,0 0 52-15,0 0 388 0,0 0-20 0,0 0 4 16,0 0 36-16,0 0 52 0,0 0-52 0,8 27-56 15,-13-16-112-15,2-5 48 0,-1 0 40 0,0 1 12 16,0-5-16-16,0 5-112 0,0-7-64 16,0 3-24-16,4-3 12 0,-4 0-40 0,0 0-36 15,0 0 64-15,4-3 20 16,-8 3-72-16,4-7-48 0,1 7 60 16,-1-2-12-16,-1-1-60 15,1-4-64-15,0 4-76 0,4 0-12 16,-4 0-48-16,4-1-12 0,0 4-24 15,-4 0-76-15,4 0-152 0,0 0-180 16,0 0-96-16,0 4-184 0,0-1-232 0,-3 0-1328 16,3 7-2801-16</inkml:trace>
  <inkml:trace contextRef="#ctx0" brushRef="#br0" timeOffset="75829.714">6490 5226 8008 0,'0'0'2264'31,"0"0"-1231"-31,0 0 59 0,0 0 376 0,0 0-280 16,0 0-196-16,0 0-248 0,0 0-348 15,0 0-244-15,0 0-104 0,0 0-48 16,0 79-12-16,0-50-124 0,4 3-28 0,0-1-160 16,-4 1 40-16,4 0-272 0,-4-4-260 15,0 0-32-15,0-2-296 0,0 3-624 16,0-10-1025-16,-16 10-2855 0</inkml:trace>
  <inkml:trace contextRef="#ctx0" brushRef="#br0" timeOffset="76114.608">6255 5985 6536 0,'0'0'1984'0,"0"0"-1048"0,0 0-328 0,0 0 385 0,0 0 111 0,0 0-248 0,0 0-28 16,0 0 88-16,0 0-72 0,0 0-228 0,103-35-64 0,-70 25-44 15,-1 1-124-15,7-5-136 16,5 2-72-16,-4-1-128 16,7 1-36-16,-2-4 88 0,-6 6-100 0,1 1-12 15,-4-1-88-15,-1 1 24 0,-7 3-8 16,-4-1-164-16,1 4-136 0,-5-3-140 0,-9 6-292 16,1 0-380-16,-3 0-696 0,-5 0-757 15,-4 0-1467-15,-4 3-900 0</inkml:trace>
  <inkml:trace contextRef="#ctx0" brushRef="#br0" timeOffset="76477.285">6418 6197 9532 0,'0'0'1729'15,"0"0"-893"-15,0 0-568 0,0 0 92 0,0 0 304 16,0 0 136-16,0 0-128 0,0 0-144 0,0 0-164 15,0 0-88-15,5 73-72 16,-1-51-116-16,-1 1-24 0,1 2-56 16,0 7-8-16,0 0-76 0,0 3-88 0,5-4-40 15,-6 2 44-15,1-8-44 0,4-3-32 16,0-6-120-16,-5-4-236 16,6-9-260-16,3 1 24 0,-5-4-788 0,2-7-465 0,-1-2-1939 15</inkml:trace>
  <inkml:trace contextRef="#ctx0" brushRef="#br0" timeOffset="77674.512">6702 6181 1668 0,'0'0'2060'15,"0"0"-1016"1,0 0-588-16,0 0 12 0,0 0 208 0,0 0 224 0,0 0 60 0,0 0-132 16,0 0-152-16,0 0-108 0,0 0-80 15,-5 0-11-15,5 0 27 0,0 0 84 0,0 0 16 16,0 0-72-16,0 0-72 15,0 0-68-15,0 0-88 0,0 0-64 16,0 0-52-16,0 4-84 0,0-1-60 0,-4 3-44 16,4 4-100-1,0 2 24-15,0 1 28 0,0 3-16 16,0 0 60-16,0 3-48 0,9-3 52 0,-6-1 12 16,1 2-12-16,4-5-68 0,0-5 68 15,-5 2 76-15,6-6 12 0,-5 4-88 16,4-4-8-16,-4-3-4 0,4 0-36 15,-4 0 40-15,4 0 8 0,-4 0-8 16,3-3-212-16,2-7-72 0,-1 1-12 0,0-4-80 0,-1-4-20 16,-3-2 96-16,1 1 28 15,-1 2 76-15,0-3 88 0,-4 3 24 0,0 0-36 16,0 3 128-16,0 1 60 0,0-1 44 16,-4 7 76-16,-5 0 36 0,5-1-12 15,-3 4-24-15,-1 0-180 0,-5 0 52 16,6 3 36-16,-5 0-88 0,4 0-44 0,-4 0-120 0,0 6-92 31,3-3-140-31,2 7-260 16,-1-4-233-16,-3 7-735 0,6-7-832 0,-7 10-1648 0</inkml:trace>
  <inkml:trace contextRef="#ctx0" brushRef="#br0" timeOffset="78792.911">8051 5420 7976 0,'0'0'2576'16,"0"0"-1311"-16,0 0-945 0,0 0-92 16,0 0 248-16,0 0 264 0,0 0 172 0,0 0-92 15,28 78-180-15,-19-52-272 0,-1 3-180 0,-1-1-188 16,1 1 0-16,1 0-100 0,-5-4-48 15,0-3-248-15,-4 1-292 16,0-4-288-16,0 0-384 0,0-7-1237 0,-4 4-2035 0</inkml:trace>
  <inkml:trace contextRef="#ctx0" brushRef="#br0" timeOffset="79034.528">7832 5959 9744 0,'0'0'1485'16,"0"0"-1101"-16,0 0-384 0,0 0 424 16,0 0 64-16,0 0-40 0,0 0 340 15,0 0 240-15,0 0-248 0,105-25-376 0,-74 15-36 16,9 1-120-16,-4-1 64 16,-1 1 12-16,6-1-16 0,-9 1-108 0,3-4-200 15,1 0-36-15,-4 1-64 0,0-1-76 16,-4 3-220-16,-8-2-204 0,-1 2-280 15,-2 4-308-15,-10-1-632 0,1 1-1297 16,-8 6-2527-16</inkml:trace>
  <inkml:trace contextRef="#ctx0" brushRef="#br0" timeOffset="79265.984">8120 6035 9592 0,'0'0'1861'15,"0"0"-1361"-15,0 0-168 0,0 0 424 16,0 0 288-16,23 68-60 0,-18-49-52 16,-1 2-204-16,0-1-240 0,-1 2-280 15,-3 0-208-15,0 0-12 0,4-3-60 0,-4 0-28 16,0-2-176-16,4-5-272 0,0-3-244 0,-4-3-140 15,9-6-480-15,-5 0-1241 0,-1 0-587 16,5-13-1440-16</inkml:trace>
  <inkml:trace contextRef="#ctx0" brushRef="#br0" timeOffset="79566.568">8431 6096 3544 0,'0'0'7228'0,"0"0"-6107"16,0 0-941-16,0 0 112 0,0 0 412 0,31 67 164 16,-23-55-148-16,0-2-316 0,1-1-268 0,-2-3-136 15,5 1-4-15,4-7-112 0,0 0 104 0,4 0-176 16,-5-7 48-16,6-2-48 0,-1-4 8 16,-5-2-8-16,6-5-144 0,-10 5 40 0,2-8 116 15,-6 4 88-15,1 3 36 16,-4-3 40-16,-4 7 12 0,0 2 76 15,0 7 176-15,-8-1-84 0,-3 4-168 0,-6 0-76 16,-3 4-156-16,-3-1 44 0,-5 3 124 0,0 4-128 16,0-1-40-16,0 4-60 0,4 4-324 15,-4-3-441-15,0 5-155 0,9-2-864 16,-9 12-1088-16</inkml:trace>
  <inkml:trace contextRef="#ctx0" brushRef="#br0" timeOffset="96316.139">23252 1816 628 0,'0'0'5732'0,"0"0"-4652"0,0 0-380 16,0 0-12-16,0 0-16 0,0 0-192 16,0 0 1465-16,0 0-905 0,-52-28-264 0,48 24-256 15,0 1-88-15,4 3 20 0,-4 0 64 16,4 0 116-16,0 0-84 0,0 0-136 15,0 0-88-15,0 0-128 0,0 0-84 16,4 0-60-16,0 0-44 0,9 0 128 16,2 0 72-16,9 0-12 0,4 0-60 0,4 0-128 0,7 0 180 15,6 0-68-15,6-4 64 0,1 1 64 16,8-2 20-16,-4 1-24 0,4-3-132 16,-5 5-100-16,4-8 124 0,-6 3-132 15,3 1 40-15,-4-3-44 0,-1-1-60 16,-3 1-52-16,-8-4-36 0,3 0-20 0,-10 4-92 15,-1-4-120 1,-9 7-320-16,-7-1-132 0,-8 4-36 16,0 0-228-16,-8 3-624 0,-8 0-848 0,0 0-1773 0,-16 3-1311 0</inkml:trace>
  <inkml:trace contextRef="#ctx0" brushRef="#br0" timeOffset="96961.917">23232 1870 7140 0,'0'0'2412'0,"0"0"-1312"15,0 0-431-15,0 0 191 0,0 0 100 16,0 0-132-16,87 51-256 0,-51-39-68 15,1-1-36-15,2 1-92 0,1-3-36 0,0 0-12 16,0 1-104-16,-8 2-52 16,0-1-172-16,-8 1-36 0,-5-3-12 15,-2 4-16-15,-6 3 12 0,-3-3-8 0,1 2 12 16,-6 5 48-16,-3-1 8 0,-3 3 72 16,-6 3-76-16,-7 0 68 0,0 5-60 15,-7 1 52-15,-1 1-4 0,-4 3-60 16,-4-1-12-16,-4 4-36 0,1 1 44 15,-2-4 4-15,1 3 0 0,0 0 0 0,1 0 4 0,7-1 44 0,0-4-48 16,4 2 0-16,8-7 0 16,-4 1 0-16,8 0 0 0,4-4 76 15,0-4-28-15,4-1-44 0,0-4-4 16,4-3 0-16,0-1 0 0,4-2 52 16,0 0 36-16,4-1 24 0,4 1 48 15,0-4 12-15,4 0 40 0,0 1-28 0,4-3-24 16,-5-2-36-16,6 1 12 0,7-3-12 15,0 0 36 1,7 0 0-16,5 0-48 0,4 0-52 0,7 0 0 16,-2 0 28-16,3 0-16 15,3 0-60-15,5 0 136 0,-1 0-84 0,5 0-60 16,-4-3 4-16,4-3 4 0,-5 3-8 16,-3-4-4-16,0 0-112 0,-7 5 100 15,-6-5 8-15,0 4 0 0,-11 0 4 0,0-1-8 16,-4 4 0-16,-8-2-64 0,-3 2 64 15,-2 0-4-15,-7 0-72 0,1 0 84 0,-2 0-12 16,-7 0 12-16,4 0-8 0,-4 0-4 16,0 0 0-16,0 0 0 0,0 0-124 15,0 0-308-15,0 0-272 0,-4 2-316 16,0 2-688-16,-4-4-1424 0,-8 6-3537 16</inkml:trace>
  <inkml:trace contextRef="#ctx0" brushRef="#br0" timeOffset="100465.872">23244 3365 5348 0,'0'0'1640'0,"0"0"-1080"16,0 0 1488-1,0 0-47-15,0 0-861 0,0 0-220 0,0 0 4 16,0 0-192-16,0 0-164 0,-20-35-76 15,16 35-56-15,0 0-76 0,-3 0-36 16,2 0-100-16,-7 0-52 0,1 7-160 16,-2 2-8-16,1 4 0 0,-4 5-4 15,4 8-56-15,1 3 52 0,-6 3-32 16,6 2 28-16,-2 8 0 0,6-5-40 0,-5 9-28 0,3-5-32 16,2 7 92-16,3-1-108 15,0 1 64-15,0-1 56 16,4-3 0-16,0 0-4 0,0-4 8 0,4-3-52 15,0-5-8-15,3-4 52 0,6-5-4 16,-5-4-52-16,3-3 56 0,2-4 0 0,-2-2 0 0,6-7 8 16,-2 1 12-16,6-4 100 0,-2 0 24 0,5-7 0 15,0-3-72-15,-4-5 20 0,4-2 16 16,0-5 0-16,0-3-100 0,0 0 0 16,-1-4-88-16,1 1-24 0,0-4 16 15,-3 0 8-15,-2 0-84 0,-3-3 8 0,0 4 64 16,-4-1 92-16,-4 1-4 0,0 2 12 31,-8 4 84-31,0-2 4 0,0 2 48 0,0 6-132 16,-8 0 68-16,4 3-24 0,-4 4-44 0,0 3 4 0,0-2 64 15,0 8-72-15,1-2-48 0,-2 5-124 16,-3 0-4-16,5 0 64 0,-6 0-36 16,1 2 36-16,1 4-76 0,-2 5-36 0,2 1 32 15,-2 1 40 1,2 3 40-16,-1 2 24 0,3-2 76 0,2 4-76 0,-1-2 0 15,4-1 36-15,0-2 4 0,4-5-4 16,0-1-136-16,0 1 100 0,0-3-40 16,4-2-96-16,0 2-80 0,7-5-344 15,2 3-484-15,-1-3-204 0,3-2-521 0,-2 0-1051 16,2 0-2368-16</inkml:trace>
  <inkml:trace contextRef="#ctx0" brushRef="#br0" timeOffset="101498.98">24116 3629 1892 0,'0'0'2880'0,"0"0"-1888"0,0 0-408 0,0 0 2568 0,0 0-1099 15,0 0-833-15,0 0-444 16,0 0-100-16,0 0 108 16,0 0-120-16,0 0-184 0,-31-47-164 15,15 47-68-15,4 0-24 0,-4 0-100 0,-4 6-24 0,4 2-48 16,-4 3-44-16,0 1-8 16,-4 7 0-1,5 0-8-15,-2 1-56 0,6 1 56 0,-5 4-4 0,8 4-76 0,-1 3 76 16,6 0-88-16,3 3 52 0,0 0-28 15,4-4 68 1,0-2 0-16,4 0 4 0,4-8 4 0,3 2 0 16,2-7 12-16,6 0 0 0,-3-7 124 15,0 4-128-15,4-7 120 0,0-1-68 0,-8-3 4 16,4-2-64-16,0 0 60 0,-4 0-48 16,4-7-12-16,-5-2-212 0,2-1-652 15,-5-2-268-15,4-1-348 0,-8 4-1032 16,-4-7-2813-16</inkml:trace>
  <inkml:trace contextRef="#ctx0" brushRef="#br0" timeOffset="101667.945">23918 3864 2736 0,'0'0'4908'16,"0"0"-2732"-16,0 0-731 0,0 0-313 15,0 0-148-15,0 0-132 0,0 0-132 0,0 0-192 16,0 0 0-16,0 0-184 0,87-4-176 15,-63 1-168-15,0 0-88 0,4 0-12 16,-4-3-180-16,4-4-536 0,0 1-688 0,-5 2-1585 16,5-5-4123-16</inkml:trace>
  <inkml:trace contextRef="#ctx0" brushRef="#br0" timeOffset="102794.475">25411 3803 3676 0,'0'0'5632'0,"0"0"-3695"16,0 0-641-16,0 0 236 0,0 0 56 0,0 0-456 15,0 0-376-15,0 0-320 0,-75 81-116 16,51-48-24 0,4 9-24-16,0 0-52 0,0 2-24 15,4 0-48-15,0-5-48 0,5 1-16 0,-2-5-84 16,5-3-4-16,1-3-44 0,2-7-40 16,1-6 16-16,4-1 24 0,0-1-40 15,4-3 80-15,5 0 8 0,-2-3 52 16,5-1-4-16,0 0-48 0,0 0-104 15,1-7-80-15,-2 2-124 0,5-2-184 0,-4 0-188 16,0-6-280-16,0-4-472 0,-4 3-1044 0,-4-1-2601 0,-4-5-1215 16</inkml:trace>
  <inkml:trace contextRef="#ctx0" brushRef="#br0" timeOffset="102978.117">25192 4216 5016 0,'0'0'2732'0,"0"0"-776"15,0 0-175-15,0 0-117 0,0 0-88 16,0 0 40-16,0 0-520 0,84 0-440 16,-64-3-152-16,8-3-220 0,-4 0-140 15,0-1-144-15,0 1-148 0,-1-4-160 0,-3 0-556 16,-3 4-168-16,-2 0-340 0,-7-1-644 16,-4 7-1169-16,-4-3-2163 0</inkml:trace>
  <inkml:trace contextRef="#ctx0" brushRef="#br0" timeOffset="103113.968">25428 4171 3588 0,'0'0'4372'0,"0"0"-3012"0,0 0-248 0,0 0 113 0,0 0 235 16,0 0-12-16,-13 71-276 0,13-53-316 16,-4 1-96-16,4 0-56 0,0 0 12 0,0 0-64 15,0 1-200-15,0-5-268 0,0 2-184 16,4-2-164-16,0-2-44 16,1-3-260-16,-1-4-568 0,7 0-540 0,-7-6-1556 15,9 0-4857-15</inkml:trace>
  <inkml:trace contextRef="#ctx0" brushRef="#br0" timeOffset="103867.535">26559 1854 7824 0,'0'0'1336'16,"0"0"-572"-16,0 0 1541 0,0 0-809 15,0 0-344-15,0 0-272 0,0 0-236 0,0 0-196 16,0 0 16-16,52 16 548 0,-21-10-112 0,14 3-188 16,6-2-64-16,9-1-224 0,4-2-180 0,-1-4-36 15,10 0-100-15,-2-10-100 0,0 1-8 16,2-7-72-16,2-3 0 16,-4-1-124-16,2 1-84 0,-6-2-172 0,1-5-404 15,-12 8-408-15,-9-2-688 16,-14 4-1844-16,-10 3-2237 0</inkml:trace>
  <inkml:trace contextRef="#ctx0" brushRef="#br0" timeOffset="104339.916">26902 1956 7948 0,'0'0'2124'16,"0"0"-579"-16,0 0-225 0,0 0 144 0,0 0-104 15,0 0-316-15,0 0-384 0,0 0-312 16,0 0-116-16,0 0-20 16,0 0 20-16,23 63-68 0,-10-44-68 0,2 3 4 0,2 0-96 15,-2 1-4-15,5-1-76 16,1 3-32-16,-6-3 108 0,5 0 0 0,-4 1-4 16,-4 3-144-16,0-4 84 0,-4 3 60 0,-1 0 0 15,-7 4 0-15,0-1 4 0,-4 5 0 16,-7 1-56-16,-6 4-44 0,-2 0-48 15,-5 3-12 1,4 1 72-16,0-1 32 0,-4-3 56 16,8-3 12-16,0 0 60 0,0-7 40 0,4 2-60 15,5-5 56-15,-1-6-96 0,3 0 88 16,5-7-100-16,0 1 0 16,0-4-96-16,9-2 96 0,2 3 152 0,6-4 240 0,6 0-12 15,9-2-8-15,8-1 92 16,4 1-12-16,4-4-124 0,3 0-96 15,-3 0-84-15,5 0-52 0,2-4 12 0,-3 1 16 16,-4-4-76-16,3 0-44 0,1 1-4 0,-5-3-32 16,-2-1 28-1,-2 1-76-15,-6-1-56 0,-5 1-20 0,-5-1-64 16,-3 4-304-16,-4 0-200 0,-8-1-160 16,-4 4-340-16,-4 3-1004 0,0 0-2165 15,-8 0-1751-15</inkml:trace>
  <inkml:trace contextRef="#ctx0" brushRef="#br0" timeOffset="105534.912">26858 3530 3300 0,'0'0'3036'0,"0"0"-2048"0,0 0-416 0,0 0 2533 0,0 0-1233 16,0 0-748-16,0 0-276 0,0 0-108 0,0 0-108 15,0 0-80-15,11-9-144 16,-6 2-108-16,7 2-28 0,-5-6-24 16,6 2-64-16,-2-1-72 0,1-2-36 0,4-1-76 15,-4 4 0-15,-3-1-52 0,2 4-44 16,-3 3-80-16,0 0-20 15,0 3 8-15,-4 0-72 16,4 0 76-16,-4 0 20 0,8 6 108 16,-4 3 56-16,0 4 148 0,0 3 64 0,0 3-100 15,4 4 136-15,-4 2-148 0,-5 0-4 16,6 0-8-16,-5 4-12 0,0-4 8 16,0 1-84-16,0-1-4 0,-1-5-120 15,1-6 64-15,1 0-4 0,-1-5-48 0,4-3-36 16,-4 1-24-16,3-3-312 0,-2-4-308 15,7 0-276-15,-5-7-516 0,1 0-1109 0,8-12-2751 16</inkml:trace>
  <inkml:trace contextRef="#ctx0" brushRef="#br0" timeOffset="105795.815">27268 3346 6048 0,'0'0'2484'0,"0"0"-1164"0,0 0-67 16,0 0-45-16,0 0-368 0,0 0-316 0,0 0-232 15,0 0-140-15,0 0-24 0,-79 70 48 0,62-45-60 0,-2 1 36 16,3 2 0-16,-5 0 12 0,-2 5-16 16,-1-1-8-16,4-1-28 15,-3 4-36-15,2-3 12 0,5-1-76 0,0-6-12 16,0 1-60-16,8-3-80 0,1-4-48 15,3-6-216-15,0-4-240 0,4 1-184 0,0-7-220 16,8 0-288-16,3-3-473 0,-3 0-1295 0,12-10-1600 16</inkml:trace>
  <inkml:trace contextRef="#ctx0" brushRef="#br0" timeOffset="106059.656">27563 3479 860 0,'0'0'6220'0,"0"0"-4064"0,0 0-155 0,0 0-53 31,0 0-348-31,0 0-680 0,0 0-444 0,0 0-248 16,0 0-40-16,-80 51 0 0,68-32 36 16,1 0-88-16,2 7-12 0,5-1 24 15,0 1-36-15,4-1-48 0,0 0 48 0,0 1 112 0,8-5-128 16,1-4-84-16,2-1 40 0,1-3 52 15,0-5-100-15,0-1 4 0,4-3 4 0,0-4-12 16,0 0-108-16,0 0-188 16,0-6-724-16,0-7-260 0,0 2-224 0,-8-1-1220 15,-1-1-2813-15</inkml:trace>
  <inkml:trace contextRef="#ctx0" brushRef="#br0" timeOffset="106233.646">27443 3657 756 0,'0'0'5564'0,"0"0"-3628"0,0 0-340 0,0 0-163 0,0 0-165 16,0 0-260-16,0 0-168 0,0 0-56 15,0 0-92-15,0 0-264 0,96-44-152 0,-72 34-228 16,0 1-48-16,4-3-184 0,-5-2-136 16,5 5-344-16,0-4-700 0,-4 4-664 15,8-5-2589-15</inkml:trace>
  <inkml:trace contextRef="#ctx0" brushRef="#br0" timeOffset="107437.023">28021 3251 4412 0,'0'0'2436'0,"0"0"-800"0,0 0-188 0,0 0-15 15,0 0-177-15,0 0-184 0,0 0-232 16,0 0-388-16,0 0-96 0,0 0 84 16,0 0-180-16,-20 19-144 0,12-7 0 0,1 4-56 15,-2 7 80-15,1 0 48 0,0-2-40 16,1 8 0-16,3 0 4 0,-5 2-4 0,5 4 24 15,-3-1-32-15,-1 2-44 0,3 1-32 16,1-1-16-16,0-1 16 0,1-4-16 16,3 1 28-16,0-3-16 0,0-4-48 0,0-2 64 15,3-1 132-15,5-3-60 0,1 0-24 16,2-2-12 0,-3-6 72-16,8-1-24 15,-4 2 36-15,1-1-96 0,2-5 8 0,5-3-104 16,-4 0 60-16,4-3 8 0,0 0-72 15,0 0-52-15,4-6 48 0,-4 0-60 16,-1-8 4-16,5 2-76 0,-3-4 16 16,-2-3-4-16,1-3-12 0,0 0-24 15,-4-5 76-15,0 6-4 0,0-5-24 0,-4 4-72 0,0 0 176 16,-4 3 8-16,-5-3 112 0,2 6-104 16,-1 0 0-16,-4 3 116 0,0 1 24 0,0-1-76 15,0 1-64-15,-4-2 92 16,-1 2-32-16,2-2-68 0,-1 2-24 15,-4-1-24-15,4 1 48 0,0 2-76 0,-4 1-20 16,4 2 96 0,0 4 60-16,0 0-60 0,-4 0 8 15,4 3-12-15,1 0 4 0,-6 0-100 0,1 0-232 16,0 3 84-16,1 3-24 0,-6 4 12 16,2 3 76-16,2-1 32 0,1 4 56 15,0-4-56-15,1 2 64 0,-2-2-12 16,5 2 16-16,4-2 8 0,-4-3-12 15,4 1-12-15,0 0 0 0,0-1-28 0,8 0 64 16,5 1-12-16,-2-4 64 0,6 1 4 16,2-1-80-16,5-3 76 0,0 1-228 0,4-4-24 15,0 0-328-15,8 0-408 16,0-10-376-16,-9 3-877 0,9-8-4283 0</inkml:trace>
  <inkml:trace contextRef="#ctx0" brushRef="#br0" timeOffset="108972.528">29360 1355 612 0,'0'0'4748'0,"0"0"-2824"0,0 0-912 16,0 0-520-16,0 0-12 0,0 0 1985 16,0 0-889-16,0 0-624 0,0 0-496 15,0 0-216-15,0 0 228 0,8 29 184 0,-4-11 40 16,4 8-184-16,0 3-124 0,-5 3-24 15,1-1-100-15,1 7-112 0,-1-2 24 0,0-2-120 0,4 1-52 16,-5 0 0-16,1-3-76 16,1 0-96-1,3-3 24-15,-4-4-36 0,0-3-400 0,-4-3-136 16,3 4-160-16,-3-5-204 0,0-2-644 0,0-3-1265 0,0-1-3071 16</inkml:trace>
  <inkml:trace contextRef="#ctx0" brushRef="#br0" timeOffset="109809.237">28571 2238 1632 0,'0'0'3204'0,"0"0"-1236"16,0 0-632-16,0 0 64 0,0 0 125 0,0 0-445 16,0 0-288-16,0 0-216 0,0 0-144 15,0 0 100-15,0 0-52 0,40-6-88 0,-29 6-68 0,2-4-60 16,2 2-48-16,2 2 24 0,-2-5-28 31,5 3-12-31,5 2 12 0,-6-3-24 0,5 0 8 16,4-1 4-16,0 2-40 0,4-5 16 15,0 3-92-15,7-4 16 0,2 1-40 0,-2-3-8 0,10 2-4 0,-2-3-48 16,5 3-8 0,-5-3-4-16,1 2-148 15,0-1 72-15,-8 4 28 0,4 0 8 16,-5-1 4-16,2 4 8 0,-2-4 36 0,1 2 4 15,4 1 0-15,0 1-4 16,0-3-4-16,3-1 0 0,2 4 8 16,-2-3-96-16,1-1 44 0,-1 1-20 0,2 3 8 15,-6 0-36-15,1-3 0 0,-4 1 28 0,-4 5 60 0,-1-2-100 16,1 2 60-16,-3 0-8 0,-1 0 56 0,-9-3-4 16,1 3-44-16,-4 0 52 0,0 0 0 15,-8 0 0-15,4-3 0 0,-4 3 8 16,0-4 0-16,-5 4-4 0,-3 0 44 15,5 0-48-15,-9 0-12 0,0 0-88 0,0 0-100 32,0 0-200-32,0 0-168 0,0 0-236 0,-9 0-452 15,5 0-1048-15,-7-2-3897 0</inkml:trace>
  <inkml:trace contextRef="#ctx0" brushRef="#br0" timeOffset="110449.374">29017 2374 8484 0,'0'0'1928'15,"0"0"-1195"-15,0 0 51 0,0 0 268 0,0 0 80 16,0 0-208 0,0 0-220-16,0 0-252 0,13 86-36 15,-13-60-52-15,0 2-4 0,0 2-28 0,0 1-108 16,0 4-52-16,0 3-72 0,0 0-12 16,0 0-76-16,0 1-12 15,-5 1 0-15,5 2 0 0,-8-1-76 0,4-4 16 16,0 3 56-16,0-7-96 0,1-3-60 15,-1-8 12-15,4-3 0 0,-5-4-16 0,5-5-208 0,0-4-188 16,0 1-148-16,0-4-8 16,5 0-92-16,2-3-236 0,1 0-352 0,0-6-497 0,1-1-959 15,6-9-2120-15</inkml:trace>
  <inkml:trace contextRef="#ctx0" brushRef="#br0" timeOffset="111595.697">29822 2575 6000 0,'0'0'2404'16,"0"0"-812"-16,0 0-403 0,0 0-109 0,0 0-172 15,0 0-284-15,0 0-132 0,0 0-160 16,0 0-4-16,-88 13-52 0,69-7-36 0,2 7 48 16,2-1 28-16,-2 4-24 0,2 0 32 15,2 3-36-15,-2 3 60 0,2 3-52 0,2 2-96 16,3 0-4-16,-4 2-72 0,4 3 0 31,4 3-40-31,-4-4-80 0,4 4 60 16,4 1-16-16,0-5 16 0,0 1 8 15,0-4-68-15,4 1 72 0,0-4-68 0,4 1 4 0,4-3 136 16,0-2-76-16,3-2 40 0,2 1 48 16,-1-5-12-16,0-2-4 0,0-4 16 15,7-2-72-15,1-1 8 0,0-6-48 16,4 0-44-16,0-3 4 0,4-7-8 0,0-2 16 16,4-7-16-16,-4-3-136 15,0-1 12-15,-5-3-20 0,1 1-44 0,-3 0-32 16,-2-4-36-16,-7 4 20 0,0-3 64 15,0 2-24-15,-8-3-4 0,-1 2 40 0,-2-6-64 16,-1 1-48-16,-4 4-52 0,0-4 100 0,0 7 112 16,-4 0 12-16,-1 5 100 0,2 8 0 15,-1 2 312-15,-4 4-52 16,4-1-84-16,0 7 36 0,-4-3-40 0,4 3-124 16,-4 0-8-16,4 0-40 0,-4 0-176 15,0 3-44 1,-4 0-4-16,4 7 48 0,0 0-36 15,-4 2 124-15,8 4-48 0,-3 0 132 16,3 3-44-16,-5 0 48 0,5 0-12 16,4 0-84-16,0 0 88 0,0-3-36 15,0 0-20-15,4-3-76 0,5-1-200 0,-2-1-276 16,1-6-180-16,9 2-192 0,-2-5-728 16,1-2-865-16,8 0-2091 0</inkml:trace>
  <inkml:trace contextRef="#ctx0" brushRef="#br0" timeOffset="112033.931">30568 2482 8656 0,'0'0'3085'0,"0"0"-1509"16,0 0-484-16,0 0 184 0,0 0 76 15,-25 87-336-15,22-65-336 0,-1 6-200 0,-1-2-76 0,5 5-24 0,-4 1 36 16,0-1-52-16,4 1-44 0,0 4-92 31,0-2-56-31,0 4-112 0,0 0-48 16,0 1-8-16,0 1-4 0,0-1-12 16,0 2-48-16,4-3 12 0,0 4 0 15,1-2-16-15,-1 2 52 0,-1-4-96 0,5 0 0 16,-4-6-76-16,4-3-132 0,-3-4 72 15,-2-2-196-15,1-8-64 0,0 1-72 0,4-6-128 0,-8-1-336 16,4-3-692-16,0-6-2432 0,-4 0-3697 16</inkml:trace>
  <inkml:trace contextRef="#ctx0" brushRef="#br0" timeOffset="115629.67">27276 4201 5076 0,'0'0'2120'16,"0"0"-640"-16,0 0-196 0,0 0 1661 15,0 0-941-15,0 0-640 0,0 0-344 0,0 0-236 0,0 0-132 16,0 0-76-1,0 0 40-15,-20 66-128 0,20-35-100 0,0 7-8 16,4 8 8-16,4-2 25 0,-3 3-133 0,2 1-100 16,1-1-92-16,4-2-4 0,0-7-84 15,0-3 8-15,4-7 0 0,0-6 52 32,4-2-52-32,4-4-8 0,-1-7-72 15,5-2-72-15,4-7 8 0,0 0 16 0,4-10-60 0,4-2 8 16,0-7-1-16,-1-7-19 0,9 1 44 15,1-7 16-15,-2 0 24 0,5-3 32 0,-1-3-128 0,1 3-28 16,0 0 60-16,0 3 64 16,0 7 20-16,-4 0 84 15,-5 6-8-15,5 6-60 0,-8 4-76 0,3 4 100 16,2 5 48-16,-6 0 0 0,-3 10 12 0,1 1 108 16,-2 1 16-16,-3 4-12 0,-4 3 20 15,4 3 52-15,-9 4 12 0,5 2 12 0,-8-2 108 16,1 2-328-16,-10 4 0 0,1-4-4 15,-3 4 4-15,-2-4 0 16,-3 2-64-16,0-8 16 16,0-4-72-16,0-1 24 0,4-11 20 15,0 0-20-15,0-6 0 0,4 0-212 0,8-12 116 16,4-5 184-16,0-8-176 0,8-7-48 16,4-6-40-16,-1-3-132 0,10-4-296 15,-6 8 232-15,5-2 244 0,0 11 64 16,3 2 8-16,-2 4 16 0,-2 9 76 0,-3 1 60 0,0 9 0 15,-4 3 4-15,-8 0-4 16,4 3 224-16,-4 7 136 0,-4-1 8 16,-1 4-72-16,-3-4 88 0,4 1-28 0,-4-4 36 15,0 0-112-15,4-6-12 0,0 0 0 0,3-6-24 16,5-7-72-16,8-9-136 0,0-3-36 16,3-7-168-16,10-3-188 0,-5-2-216 15,-1-2-152-15,-3 4-200 0,-4 3-540 0,-4 3-1384 16,-16 10-2041-16,-5 1-2275 0</inkml:trace>
  <inkml:trace contextRef="#ctx0" brushRef="#br0" timeOffset="116016.371">28783 4975 8160 0,'0'0'5365'32,"0"0"-4273"-32,0 0-1092 0,0 0 124 0,0 0 28 0,-13 76 692 15,13-48 336-15,0 4-188 16,0 7-312-16,0-1-212 0,4-3-112 16,0-1-72-16,4-5-128 0,-4-4-156 0,0-5-12 15,8-4-256-15,-4-7-420 16,0-6-112-16,8-3 16 0,4-6-60 15,0-11-280-15,3-5-772 0,1-6-785 0,1-1-195 0,-5 1-1300 16,3-13 904-16</inkml:trace>
  <inkml:trace contextRef="#ctx0" brushRef="#br0" timeOffset="116162.611">29116 4975 4212 0,'0'0'3996'0,"0"0"-1928"0,0 0-315 0,0 0-297 0,0 0-212 0,0 0-300 16,0 0-224-16,-7 82-208 0,3-47-88 15,0 4 8-15,0-2 40 16,0 5-116-16,4-7-160 0,-4-3-196 0,4 2-172 0,0 2-384 15,-4-2-460-15,0 1-540 16,0-9-1284-16,-4 9-3253 0</inkml:trace>
  <inkml:trace contextRef="#ctx0" brushRef="#br0" timeOffset="116583.541">28806 6045 7200 0,'0'0'5873'15,"0"0"-4069"-15,0 0-1100 0,0 0-300 16,0 0-36-16,0 0 116 0,0 0 300 0,100-51-164 16,-73 25-388-16,1-6-232 15,4-1-24-15,0 0-76 0,-4 5-72 0,0 2 76 16,-8 7-52-16,-5 3-16 0,2 10-32 15,-9-1 96-15,-5 7-12 0,-3 0 0 16,0 0 112-16,4 0 248 16,-4 10 172-16,0 3-148 0,0 3 12 15,0 3-96-15,5 3-92 0,-5-3-32 16,4 3 56-16,0 0-44 0,-4 1 32 16,4-1-8-16,0 7 84 0,-1-1 24 0,-3 1 36 15,4-1 28-15,-4 5-104 0,0-2-56 16,0 1-100-16,0-1-8 0,0-2-4 15,-4-3-84-15,1-5-200 0,-1 2-132 16,0-8-124-16,4 2-124 16,-4-5-64-16,-5 1-132 0,5-3-204 0,1-1-400 15,-5 4-204-15,4-4-429 16,-4 4-583-16,0-7-1236 0,0 7 852 0</inkml:trace>
  <inkml:trace contextRef="#ctx0" brushRef="#br0" timeOffset="116780.45">29025 6486 2388 0,'0'0'808'0,"0"0"-312"15,0 0 1184-15,0 0 2200 0,0 0-2744 0,0 0-439 0,0 0-89 16,0 0 148-16,0 0 136 16,0 0 164-16,0 0-84 0,0 13-128 15,8-9-44-15,8-4-216 0,-4 0-16 0,8 0 88 16,-4 0-80-16,3-4-268 16,6 1-188-16,-5-4-120 0,4 4-4 0,-1-3-128 15,1 3-40-15,0 3-76 0,4-4-20 16,0 4-116-16,4 0-72 0,-4 4-124 0,4-1-104 15,0 3-20-15,-4-3-1060 0,0 0-608 16,-9-3-1653-16,9 4-2067 0</inkml:trace>
  <inkml:trace contextRef="#ctx0" brushRef="#br0" timeOffset="125259.495">24535 3517 1304 0,'0'0'7248'0,"0"0"-4251"0,0 0-1945 0,0 0-668 15,0 0-104-15,0 0 164 0,0 0 256 0,0 0-208 16,51 79-24-16,-34-43 72 0,-2 5-224 16,-2 7-152-16,-2-1-164 0,-3-5 4 15,1-4 4-15,-2-7 16 0,1-5-24 0,0-3-48 16,-3-11 36-16,2-3-100 16,-3 1-44-1,0-4 44 1,0-3-128-16,0-3-376 0,0 0-384 0,4 0-424 0,0-5-208 15,-4-2-525-15,9-12-2595 0</inkml:trace>
  <inkml:trace contextRef="#ctx0" brushRef="#br0" timeOffset="125449.154">24794 3638 5852 0,'0'0'1628'16,"0"0"-280"-16,0 0 24 0,0 0-391 0,-75 64-133 15,47-36-464-15,-4 7-192 0,4 1 0 0,-4 5-116 16,0-4-68-16,0 5 32 0,4-4-40 0,0-3-128 16,4 0-116-16,9-7-164 0,-2-1-440 31,6-6-609-31,2-5-1127 0,5-3-708 0</inkml:trace>
  <inkml:trace contextRef="#ctx0" brushRef="#br0" timeOffset="125771.097">25080 3495 7224 0,'0'0'1996'15,"0"0"-884"-15,0 0-27 0,0 0 95 16,-55 70-184-16,35-44-388 0,4-1-152 16,-4 10-140-16,-4 3-164 0,-4 7 76 0,-4 3-40 15,1 8 0-15,-5 1-100 16,0 7-80-16,-4 3-4 0,4-1-4 16,0 4-12-16,-3 3-80 0,3 1 84 0,4-5-108 15,4-5 12-15,4-8-60 16,8-5-224-16,4-9-44 0,4-10-176 15,0-7-156-15,8-3-360 0,0-6-421 0,0-4-707 16,0-5-936-16,5-1-1740 0</inkml:trace>
  <inkml:trace contextRef="#ctx0" brushRef="#br0" timeOffset="165122.535">21753 9871 888 0,'0'0'912'0,"0"0"-232"16,13-67 5288-16,-13 42-4248 0,0-4-55 15,0 1-397-15,0 2-300 0,-9 1 104 0,2 3-40 16,-1-1-204-16,-9 7 16 15,6 0-104-15,-4 1-148 0,-6-1-224 16,-3 3-172-16,0 3-52 0,-4 1 28 0,1 3-172 16,-6 3-36-16,-3 3 36 0,1 0 0 15,-1 12-84-15,-3 4-112 0,-2 6 120 0,1 13-20 0,-3 7-4 16,2 8 28-16,2 11-100 0,7 8 164 16,-4 5-52-1,8 5 8-15,4 3 40 0,5 1 0 0,6 2 12 16,6 5-4-16,7-5 4 15,4 1 160-15,12-7 112 0,3-5-188 0,5-11 76 16,4-13-52-16,0-8-8 0,8-11 84 0,-4-12-64 0,4-8 28 16,-5-8-16-16,5-3 52 0,1-10 0 31,-5-6-88-31,-4-3-36 0,-5-2-16 0,1-9-44 16,-8 5-52-16,0-4-104 0,-9-3-320 15,-3 7-112-15,1-1-256 0,-5 1-292 16,-5 3-624-16,-2 6-1364 0,-9-6-3177 0</inkml:trace>
  <inkml:trace contextRef="#ctx0" brushRef="#br0" timeOffset="165309.5">21231 10449 3192 0,'0'0'6540'16,"0"0"-4787"-16,0 0-957 0,0 0 316 0,0 0 308 16,81 25-148-16,-53-23-220 0,3 3-72 15,-3-5-204-15,4 0-200 0,0-7-268 0,0 1-148 16,-4-4-160-16,0 1-48 0,0-1-96 0,-5-3-420 15,1 0-236-15,0-1-192 16,-7 0-168-16,-2 1-592 0,-7 7-1016 0,1-1-1233 16,-9 7-87-16,0 0 920 0</inkml:trace>
  <inkml:trace contextRef="#ctx0" brushRef="#br0" timeOffset="165438.513">21667 10388 168 0,'0'0'2076'16,"0"0"-16"-16,0 0 1052 0,-28 74-1168 0,28-53-355 0,0 5-225 15,0-1-280-15,0-2-196 0,0 2-204 0,4-6-192 16,-1 4-40-16,5-4-188 0,5-4-96 15,-2 3-156-15,1-1-24 0,0-4-76 16,0-1-120-16,-1-2-180 0,2-1-580 16,-5 1-276-16,3-7-688 0,-2 4-1173 15,-1-7-2907-15</inkml:trace>
  <inkml:trace contextRef="#ctx0" brushRef="#br0" timeOffset="165839.353">22878 9575 5744 0,'0'0'5941'15,"0"0"-4965"-15,0 0-32 0,0 0 300 16,0 0-52-1,0 0-276-15,-77 74-84 0,49-42-152 0,-7 5-224 0,-1 11-160 16,-7 10-76-16,-6 1-36 0,-7 15 48 16,-7 8-120-16,-9 10-100 0,-12 6-4 15,-4 14-4-15,-7 9 100 0,-4 2-100 16,-5 4 68-16,0 7 88 16,5-4-148-16,7 0-12 0,0-4 4 15,8-1 56-15,13-4-60 0,0-7-24 0,7-10 24 0,8-5 0 16,4-10 0-16,5-9-88 0,10-11 16 0,5-12 72 15,13-13 0-15,2-12-12 16,10-9-112-16,3-8-8 0,0-8-16 16,4-2-12-16,0-5-60 0,0 0-344 0,4-2-212 15,7-8 180-15,2-5-76 0,-1-5-332 16,8-2-952 0,-9 0-2421-16,1-16-3443 0</inkml:trace>
  <inkml:trace contextRef="#ctx0" brushRef="#br0" timeOffset="168293.268">22710 10881 300 0,'0'0'680'16,"0"0"544"-16,0 0 3444 0,0 0-2888 0,0 0-320 16,5-74 13-16,-14 61 23 15,5 1-604-15,-8-1-92 0,0 3-120 0,0 1-104 16,-4 0-96-16,0 2-116 0,0-2-56 15,-3 2-120-15,-2 1 12 0,1 0-64 16,1 3 12-16,-5 0 224 0,3 3-164 16,2 0-160-16,-1 0 40 15,-4 3 0-15,5 3-80 0,-2 0 64 16,-3 7 4-16,1 0-76 0,-1 5 0 0,0 1-16 16,3 4-36-16,-2 2 52 0,3 4 48 0,4-1-36 0,0 7-12 15,4 4 60-15,4-1-16 0,0 6-40 0,1 0 56 31,3 7-52-31,4 0 64 0,0 3-68 0,4 0 0 16,-1 0 44-16,9-4 16 0,-4-4 180 0,8-5-84 16,-4-10 72-16,4-5 36 0,-1-7-20 15,2-7-116-15,-2-1 4 0,2-2-40 16,-6-6 24-16,2-3-44 0,-5 0-68 0,3 0 88 16,2 0-24-16,-2-6-20 15,2-7-52-15,-5 1-4 16,3-8-180-16,-3 1-168 15,-3 0-52-15,-1 0-148 0,-4 3-160 0,0 0-140 16,0 0-252-16,-4 3-740 0,-1-2-1148 16,-7 1-1881-16,5 6-1115 0</inkml:trace>
  <inkml:trace contextRef="#ctx0" brushRef="#br0" timeOffset="168489.33">22272 11290 208 0,'0'0'1304'0,"0"0"-416"15,0 0 1796-15,0 0 440 0,0 0-976 16,0 0-451-16,0 0-149 0,0 0-332 0,0 0-8 15,0 0-228-15,84 16-136 0,-64-16-128 16,-5 0-188-16,2 0-48 0,2-3-200 0,-3-7-96 16,4-2-136-16,-4 2-48 0,-1-3-120 15,2 3-284-15,-2 1-260 0,-2 0-176 0,-2 2-88 16,-3 2-224-16,1 1-692 0,-5 1-916 16,0 3-509-16,-1 0-647 15,-3 0 1200-15</inkml:trace>
  <inkml:trace contextRef="#ctx0" brushRef="#br0" timeOffset="168627.02">22554 11223 784 0,'0'0'1448'0,"0"0"-460"0,0 0 1840 0,0 0-412 16,-19 73-668-16,19-50-355 0,0-1-113 0,-4 1-308 0,4 2-124 15,0 0-116-15,0-2-16 0,0-2-212 16,0-1-96-16,4-2-220 0,0-5-188 0,4 0-120 16,-5-1-56-16,5-2 52 0,1-1-476 15,-5-2-408-15,7 0-548 16,-2-7-1184-16,-1 2-2313 0</inkml:trace>
  <inkml:trace contextRef="#ctx0" brushRef="#br0" timeOffset="169208.372">22930 11855 3940 0,'0'0'4156'0,"0"0"-235"16,0 0-2477-16,0 0-276 0,0 0 52 0,0 0-340 16,0 0-280-16,0 0-180 0,0 0-160 15,0 0-88-15,0 0-36 0,7-77-132 16,1 63 4-16,4-3 0 0,4 4-8 15,-4 1 0-15,0 2-60 0,-4 4-16 16,0 0 68-16,4-1 4 16,-4 4-8-16,0 0 12 15,-1 0 0-15,2 3 0 0,-5 0-72 0,4 0 68 16,-1 0 4-16,2 3 0 0,-5 6 44 16,4 1-40-16,3 3 92 0,-2 5 176 15,-1 5-40-15,3 0-8 0,-2 5-68 0,-1 0-20 16,-1 1-128-16,-3 3 56 15,4-4 20-15,1 1-80 0,-2-3 8 0,1-1 40 16,0-7-52 0,0 2-40-16,0-4-32 15,-4-7-52-15,4-2-24 0,-4-4-72 16,4-3-176-16,-4 0-108 0,0 0-240 0,4-10-216 0,0-3-628 0,0-2-640 0,-4 2-697 0,4-9-2139 16</inkml:trace>
  <inkml:trace contextRef="#ctx0" brushRef="#br0" timeOffset="169475.232">23368 11678 652 0,'0'0'5280'15,"0"0"-1132"-15,0 0-2895 0,0 0 3 16,0 0 56-16,0 0-108 0,0 0-32 0,0 0-224 16,0 0-256-16,-88 54-220 0,72-36-116 0,0 1 64 15,-4 4 56-15,4 1-60 0,-4 3-144 0,-4-2-140 16,5 7 4-16,-5 0-76 0,-1 2-52 15,1 4 4-15,1-3-12 0,-5 4-96 16,8-5 44-16,-4-2-8 0,8 0 48 16,0-6-108-16,1-5 32 0,2-1-32 15,5-5-128-15,1-2-68 0,3-3-140 0,-1-4-48 0,5-3-40 16,0-3-184-16,0 0-712 16,5 0-1152-16,-1-3-2357 0,7-10-1975 0</inkml:trace>
  <inkml:trace contextRef="#ctx0" brushRef="#br0" timeOffset="170329.283">24558 10557 1016 0,'0'0'8232'15,"0"0"-5795"-15,0 0-925 0,0 0-204 16,0 0 28-16,0 0-192 0,0 0-240 0,0 0-164 15,0 0-248-15,0 0-220 0,9 2-52 0,6 2 76 0,2-4-4 16,7 3 100-16,3-3-40 0,10 0-96 0,2 0 0 16,5 0-64-16,4 0-92 0,8-3 45 15,-1-3-61-15,5-1 40 0,3 1-112 16,6-4 84-16,6-2-48 0,5-4 72 0,3 3-32 16,5-4-88-16,0 3-160 31,-4-2 148-31,-5 2-96 0,1 2 100 0,-5 5-52 15,-2-2-28-15,-10 4-56 0,-11 0-53 0,0 3-31 16,-17-2-28-16,2 1 48 0,-14 3-96 16,1-3-112-16,-7 3-168 0,-10 0-144 0,1-3-84 0,-4 3-340 15,-4-3-820-15,0-1-2076 16,-8-5-3425-16</inkml:trace>
  <inkml:trace contextRef="#ctx0" brushRef="#br0" timeOffset="170562.146">26133 10239 4224 0,'0'0'6412'0,"0"0"-5395"15,0 0-773-15,0 0 484 16,0 0 280-16,0 0 224 0,0 0-188 0,0 0-416 16,92 16-276-16,-73-7-56 0,-3-2-196 15,-4 5-100-15,0 5-40 0,-4 5 40 16,-4 3 136-16,-4 4-72 0,-4 8 32 15,-12 1 104-15,0 4-124 0,-8-1-76 0,0 1-100 16,-4-5-88-16,0-1-160 16,0-4-148-16,-7-4-348 0,-1-3-428 0,0-2-496 15,4-11-1153-15,-16-3-3811 0</inkml:trace>
  <inkml:trace contextRef="#ctx0" brushRef="#br0" timeOffset="171495.031">24837 9681 1552 0,'0'0'716'0,"0"0"2360"0,0 0 1168 16,0 0-2940-16,0 0-375 0,0 0-85 0,0 0-64 15,0 0 96-15,0 0-32 0,13 12-252 0,-9-2-152 16,-4-4 112-16,3 3 136 0,1-2-180 15,-4 2-188 1,4-3-112-16,-4 1 52 0,0-1 12 0,0 1-52 0,5-4-48 0,-5 3-100 16,0 0-64-16,0 1 8 15,0-1-4-15,0 0-12 0,0 1-4 0,4-1-72 16,-4 0 4-16,0 7-40 0,0-3 112 16,0 5 4-16,0 2-4 0,0 2-52 15,0-3-12-15,0 3 60 0,0-1-44 0,0-1-48 16,-4 1 96-16,4-1-52 15,0-5-20-15,0 1-40 0,-5-4 16 0,5-3 8 0,0 1 80 16,0-7 8-16,0 4 0 0,0-4 60 16,0 0 40-16,0 0 12 0,0 0-28 15,0 0 4-15,0 0-4 0,0 0-8 0,0-4-76 16,0 4 0-16,0-3-52 0,0-1-44 16,0 1-76-16,0 3-12 0,0-5-4 15,0 1 28-15,0-3-36 16,0 5 24-16,5-5 8 15,-5 4 40-15,0 1 24 0,4-3 4 16,-4 3 8-16,4 2 40 0,0-4 32 0,-4 4-32 16,3-3-28-16,1 3 28 15,0-3 36-15,5 3-64 0,-5-3 76 0,3 3 12 16,1-4 60-16,5 4-72 0,-2-3 0 16,1 3-8-16,0 0-28 0,-4 0 24 0,0 7-100 15,4-1 104-15,-8 1 8 0,4 0 60 0,-4 1-60 16,0 2 12-16,0-3 112 0,-4 1-60 15,0-1-16-15,0 3 52 16,-4-2 24-16,0 3-12 0,-4-3-64 0,0-1-40 16,0 3-8-16,-4 0 0 15,1-1-4-15,-2-3 8 16,1 1 44-16,0-4-48 0,4-3-80 16,0 0-108-16,-3 0-156 0,2 0-132 15,1-3 128-15,-3-4-148 0,7 1-472 0,-1 0-632 16,1-7-604-16,4 3-1085 0,0-2-2179 15</inkml:trace>
  <inkml:trace contextRef="#ctx0" brushRef="#br0" timeOffset="171697.658">25188 9896 3172 0,'0'0'536'0,"0"0"1120"0,0 0 1216 0,0 0-672 16,0 0-207-16,0 0-269 0,8 67-536 31,-8-55-336-31,0 5-272 0,-4-5-308 0,0 4-188 16,1-4-84-16,-1 5-148 0,4-9-16 15,-5 3-124-15,5-3-392 0,0-1-376 0,0 0-772 16,0-4-1389-16,-4 3-2927 0</inkml:trace>
  <inkml:trace contextRef="#ctx0" brushRef="#br0" timeOffset="171847.533">25241 9820 5320 0,'0'0'2820'0,"0"0"-1160"15,0 0-820-15,0 0 217 0,0 0 3 0,0 0-520 16,0 0-540-16,0 0-384 16,0 0-704-16,0 0-1857 0,71-41-5499 0</inkml:trace>
  <inkml:trace contextRef="#ctx0" brushRef="#br0" timeOffset="172132.178">25591 9957 5896 0,'0'0'3896'0,"0"0"-2788"0,0 0-643 15,0 0 407-15,0 0 128 16,0 0 116-16,0 0-168 0,15 79-368 0,-10-64-140 15,-1 5-88-15,-4 2 20 0,4 3-72 16,-4 4-64-16,0 0-124 0,-4 2-40 16,-5 1-60-16,1 3-12 0,-3 0-72 0,-2-3 60 15,2 3 8-15,-1-7-60 0,-4-3 4 0,4-3-16 16,0-8 0-16,0-5-60 16,4-2-200-16,-4-7-24 0,4 0-184 0,-3-7-196 15,-2-9-472-15,9 1-1076 0,-11-21-2649 16</inkml:trace>
  <inkml:trace contextRef="#ctx0" brushRef="#br0" timeOffset="172290.146">25563 9624 6836 0,'0'0'1208'0,"0"0"868"0,0 0-555 0,0 0 243 0,0 0-192 0,0 0-516 0,0 0-564 15,80-39-480-15,-65 33-12 0,6-1-184 0,-2 4-284 16,1 0-604-16,4 0-668 16,-8 0-2497-16,0-4-4135 0</inkml:trace>
  <inkml:trace contextRef="#ctx0" brushRef="#br0" timeOffset="177372.226">27690 9632 1240 0,'0'0'756'0,"0"0"-24"0,0 0-656 0,0 0 3208 0,0 0-1192 15,0 0-860-15,0 0-316 0,0 0-115 16,0 0-57-16,0 0-64 0,-4-33-116 16,1 28-144-16,3 5-116 0,0 0-12 0,0 0 12 15,0 0 40-15,-4 0-28 32,4 0-4-32,0 0-60 0,-4 0 0 0,4 0 52 15,0 0 60-15,-5 5-128 0,5-3-24 0,-4-2-64 16,0 3-60-16,4 3 24 0,-7 1-48 15,3 0 20-15,-4 1 28 0,-1 6-112 0,2-3 0 16,-1 6-4-16,0-1 4 16,-4 3 0-16,4 0 4 0,-5 3-4 0,6-3-48 0,-5 0 0 15,4 4 44-15,0-2 0 16,0 4 4-16,-4 1-36 0,4 0 36 0,0-1 0 16,0 0-8-16,1-2-56 0,3-4-8 0,-5-3 8 15,9-1 4-15,-4-1 60 16,4-5 0-16,0 4 40 0,0-5-36 15,0 3 4-15,0-5 0 0,0 0-8 0,0-2 0 16,0-1 0-16,0 0-4 0,0 0 4 16,0 0-8-1,0-3-4-15,0 3-36 0,4-3 40 0,-4 0 8 0,4 4 44 0,1-1-44 16,-5-3-8-16,4 3 4 16,-4-3 4-16,3 0 0 0,1 3 0 0,-4-3 48 15,4 0-44-15,-4 0 4 0,0 0 44 16,4 0-40-16,-4 0 36 0,0 0-40 15,0 0 0-15,0 0 4 16,4 0-4-16,-4 0-8 0,0 0-4 0,0 3 4 16,0-3 8-16,0 0-8 0,0 0 0 15,0 0 0-15,4 0 4 0,-4 0 4 16,0 0 40-16,0 0-40 0,0 0 44 16,0 0-4-16,0 0-44 15,0 0 0-15,0 0 60 0,0 0-56 0,0 0 4 0,0 0-8 16,0 0 4-1,0 0-8-15,0 0 0 16,0 3 0-16,0-3-4 0,0 0-8 0,0 0-40 16,0 0 44-16,0 0 0 0,0 3-4 15,-4-3 4-15,4 0 8 0,0 0 0 16,0 0 4-16,0 0-4 0,-4 4 0 0,4-1 0 16,0 3 92-16,-4 0 12 0,4 1-104 15,0-1-64-15,-4 1 16 0,4 2 48 16,0 2 12-16,-4 1 48 0,4-3-16 0,0 3-44 15,0 2 0-15,0-2 4 0,0 4 68 16,0-3-20-16,0 6 28 0,0 0-80 0,0 0-48 16,4 3 44-16,0 0 4 15,4 1 60-15,1-5-60 0,-2 4 0 16,5-5 0-16,-4-2 48 0,8-2 76 0,-4 0-120 0,4 0 68 16,-1-1 52-16,2 1-24 0,-2-3-52 0,6 2 76 15,-5-3-112-15,3 1 184 16,5-4-136-16,-3 1 140 0,2-7-128 15,1 3 136-15,0-3-60 0,0-3-36 0,0-4-52 16,-1 1-52-16,5-4 0 0,-4-2 100 16,1-1-100-1,-6 1-8-15,1-1 4 0,0 0-4 16,-8 1-108-16,1 2-100 0,-6-2-88 0,1 5-36 16,-8 1-36-16,0 0-136 0,0 2-116 15,-8 1-164-15,-4-1-476 0,-8 2-804 16,0-1-589-16,5 0-431 0,-13-1-940 15</inkml:trace>
  <inkml:trace contextRef="#ctx0" brushRef="#br0" timeOffset="177609.82">27563 10251 1500 0,'0'0'980'0,"0"0"1428"0,0 0 508 16,0 0-1192-16,0 0-279 15,0 0-57-15,84-15-312 0,-61 11-200 16,5 1-132-16,0 0-176 0,0-3 48 16,0-1-128-16,-4 5-200 0,0-5-200 0,-1 2-16 15,2-2-72-15,-5 0-124 0,-5 4-124 16,5-3-128 0,-8 2-528-16,4 4-284 0,-8-3-596 15,5 3-1165-15,-6 0-2039 0</inkml:trace>
  <inkml:trace contextRef="#ctx0" brushRef="#br0" timeOffset="177782.925">27997 10226 1004 0,'0'0'1148'0,"0"0"-328"0,0 0 4648 16,0 0-3980-16,-8 74-391 0,5-56-145 0,3 1-56 0,-4 3-4 15,4 1 84-15,0 2-232 0,0-3-164 0,0 4-28 16,0-5 8-16,0 6 12 0,0-2-116 0,0 0-36 0,0-2-196 0,0 2-64 16,0-2-148-16,4-1-12 0,-1 0-24 31,-3-7-88-31,4 5-96 0,0-8-100 0,4-2-448 15,-4-1-140-15,4-2-184 0,-4-7-612 0,4 0-1084 16,0 0-1897-16,-3-7-1743 0</inkml:trace>
  <inkml:trace contextRef="#ctx0" brushRef="#br0" timeOffset="178024.749">28543 10255 2480 0,'0'0'10001'16,"0"0"-8317"-16,0 0-924 0,0 0 108 16,0 0 100-16,0 0 224 0,0 0-392 0,0 0-712 0,0 0-88 15,0 0-196-15,0 0 108 0,0 0-136 16,0 0-108-16,68-31-276 15,-60 27-288-15,-5 4-640 0,6-2-1300 0,-9-5-2981 16,-88 51-491-16</inkml:trace>
  <inkml:trace contextRef="#ctx0" brushRef="#br0" timeOffset="178442.135">28950 10096 9500 0,'0'0'3181'0,"0"0"-2489"16,0 0-604-16,0 0 396 0,0 0 400 15,0 0 64-15,0 0-444 0,0 0-504 0,55-79-100 16,-30 63 100-16,-2 0 12 0,5 3-12 16,-4 0 0-16,0 7 112 15,0 3-24-15,-1 3-24 0,-2 0 84 0,-1 7 52 16,-5-1 60-16,2 6-208 0,-2 1 308 0,1 0 112 0,0 6-128 16,-4 0-160-16,0 4-60 0,0 2 48 15,-4 3-36-15,4 4 48 0,-4 3 0 16,0 3-132-16,-4 0 108 0,4 0-112 15,0-3-48-15,-1-3-160 16,6-7 100-16,-5-2 8 0,4-8-108 0,0-2 28 16,3-6-92-1,-2-4-244-15,2-3-276 0,1-10-200 0,0-5-832 16,0-2-1424-16,5-21-3381 0</inkml:trace>
  <inkml:trace contextRef="#ctx0" brushRef="#br0" timeOffset="178680.138">29638 9836 980 0,'0'0'9844'15,"0"0"-8391"-15,0 0-917 0,0 0 296 16,0 0 384-16,-91 45 80 0,71-27-96 0,-4 5-260 16,0-1-496-16,0 6-136 0,-3 4 12 15,-1 7-184-15,0-1 96 0,-4 3-124 16,0 0-108-16,1 3-12 0,-6 0-120 0,10-2-140 0,-5 2-72 0,8-2-148 15,0-1-224-15,4-3 96 0,0-3-140 16,4-10-384-16,4-2-516 0,8-11-976 16,-4 1-2253-16</inkml:trace>
  <inkml:trace contextRef="#ctx0" brushRef="#br0" timeOffset="180163.609">18372 13240 6412 0,'0'0'3052'15,"0"0"-1167"-15,0 0-921 0,0 0 184 0,-5-74-284 16,5 66-156-16,5 1-116 0,-5 3-40 15,3 4-148-15,1 0-304 0,4 11-92 16,0 0 340-16,4 11 24 0,-4 8 152 0,0 11-56 16,-1 9-196-16,2 10-64 15,-9 8-136-15,4 8 28 0,0 3 24 0,-4 7-52 16,0-3-72-16,4 2 8 0,-4-2-8 16,0-7 44-16,4-3-44 0,-4-10-104 15,3-2 100-15,1-11-116 0,1-8-40 0,3-4-24 31,0-13-248-31,-1-2-148 0,2-11-216 0,3-2-344 16,-1-4-352-16,2-6-880 0,-2 0-633 16,6-9-2367-16</inkml:trace>
  <inkml:trace contextRef="#ctx0" brushRef="#br0" timeOffset="180548.653">19558 13376 4760 0,'0'0'6477'31,"0"0"-5705"-31,0 0-352 0,0 0 296 16,0 0 164-16,0 0-20 0,-87 29-104 0,55-1-356 0,-4 4-156 16,0 6 92-16,-3 3-48 0,2 4-76 15,1 2-76-15,1 4 212 0,3 3-100 0,0-4 72 31,4 8-48-31,4-4-100 0,5 3-120 16,2 4 8-16,10-5 0 0,3 2-8 16,4-4-40-16,0-7-12 0,11-6 8 0,2-11 64 15,6-5 40-15,1-6 84 0,8-6-136 16,0-5 308-16,0-3-72 0,-1-5 96 0,5-5-224 0,-4-3 100 16,0-9-72-1,-4-2-136-15,0-2-52 0,-3-5-8 0,2-3 0 16,-7 1-120-16,3-1-172 0,-6 0-244 15,2 4-52-15,-2-4-236 0,-5 7-128 0,-1 3-140 16,-3 3-708-16,-4 1-732 0,5 5-549 0,-5 1-1699 16</inkml:trace>
  <inkml:trace contextRef="#ctx0" brushRef="#br0" timeOffset="180797.106">19332 13932 952 0,'0'0'6280'16,"0"0"-4296"-16,0 0-872 15,0 0 269-15,0 0 3 0,0 0-280 0,0 0-144 16,0 0-180-16,0 0-24 0,91 45-108 16,-79-31-92-16,4 6 64 0,-4 2-56 15,-1 7-196-15,2-1-196 0,-5 7 12 0,-1 6-180 16,6 1 44-16,-9 2 4 16,0 7-40-16,0-3-12 0,-4 3 8 15,3-1 32-15,-3-5-40 0,0-1-64 0,4-13 48 0,0-1-104 0,1-14-40 16,-1-4 24-16,0-6-108 15,0-6-188-15,3 0-208 0,1-9-76 16,1-7-196-16,-2-4-672 0,1 1-1420 0,5-14-2693 16</inkml:trace>
  <inkml:trace contextRef="#ctx0" brushRef="#br0" timeOffset="181043.14">19940 14151 3088 0,'0'0'9705'16,"0"0"-7873"-16,0 0-936 15,0 0 136-15,0 0-64 0,0 0 132 16,0 0 20-16,0 0-340 0,0 0-316 16,0 0-392-16,0 0-72 0,13-16 0 15,-9 6 8-15,4-6-8 0,0 1-100 16,0-2-96-16,-4 8 28 0,0 0-4 0,0 5-48 15,-4 1-100-15,0 3-240 0,0 0-216 16,0 3-412-16,0 4-1436 0,0-1-1781 0,-12 3-5323 16</inkml:trace>
  <inkml:trace contextRef="#ctx0" brushRef="#br0" timeOffset="181482.604">20682 13379 1528 0,'0'0'10029'16,"0"0"-7677"-16,0 0-1300 15,0 0-232-15,0 0-52 0,0 0-120 0,0 0 132 0,0 0 108 16,0 0-448-16,-31 83-304 0,26-55-72 16,5 4-52-1,0 10 232-15,0 5 0 0,0 4-84 0,0 6-16 0,5 3-20 16,-1 4 72-16,-1-1 48 15,5 3-220 1,-4 2-24-16,4-2-100 0,0 0-8 0,0-2-100 0,0 0 52 0,-1-4-40 0,2 1 24 16,3-11-268-1,-5-3 120-15,6-7 60 0,-5-9-84 0,3-6-36 16,-2-9-364-16,-1-6-128 0,-1-7-224 16,1-3-304-16,-3-10-708 0,-1 1-1885 15,0-17-1191-15</inkml:trace>
  <inkml:trace contextRef="#ctx0" brushRef="#br0" timeOffset="181766.302">21364 13836 4364 0,'0'0'8237'0,"0"0"-7165"0,0 0-996 0,0 0-76 0,0 0 444 0,0 0 556 15,83 19 172-15,-63-19-412 16,4 0-376-16,4-6-224 0,0-3-160 16,0-1-36-16,4-6-64 15,-5 0-120-15,6 1-104 0,-10 2-352 0,5 1-332 16,-8-2-548-16,-5 9-1273 0,-2-2-3379 15</inkml:trace>
  <inkml:trace contextRef="#ctx0" brushRef="#br0" timeOffset="182001.773">21455 14103 7036 0,'0'0'7701'0,"0"0"-6353"0,0 0-1256 0,0 0-84 0,0 0-8 0,0 0 492 31,0 0 316-31,0 0-40 0,0 0-252 16,0 0-196-16,76-6-184 0,-48-1-136 0,3 1-12 16,-3-4-100-16,4 4-8 0,0 3-104 0,-4-3-156 0,4 6-176 15,-4-4-176-15,4 4-272 0,-4 0-788 16,-4 0-2061-16,4 0-3255 0</inkml:trace>
  <inkml:trace contextRef="#ctx0" brushRef="#br0" timeOffset="182837.587">23156 12964 208 0,'0'0'7992'0,"0"0"-6528"0,0 0-492 0,0 0-95 16,0 0 211-16,0 0 176 0,0 0 12 16,0 0-256-16,4 82-320 0,4-50-188 15,1 9-28-15,-2 4-100 0,1 5 60 16,0 7 8-16,1-3-80 0,-2 4-80 15,1-1-168-15,-4-4 20 0,4-2-44 0,-4-4-100 16,0-2-72-16,4-7-60 16,-4-3-52-16,4-5 36 0,0-5-60 0,4-6-136 15,-1-7-284-15,2 1-236 0,2-10-156 16,2 0-440 0,2-3-840-16,-6-3-1789 0,11-17-2075 15</inkml:trace>
  <inkml:trace contextRef="#ctx0" brushRef="#br0" timeOffset="183231.8">24200 12769 208 0,'0'0'8012'0,"0"0"-6832"16,0 0-692-16,0 0 380 0,0 0 417 0,0 0 187 0,0 0-368 16,0 0-372-16,-84 14-332 0,69 7-36 15,-5 5-32-15,-1 6-108 0,2 6-12 16,-1 3 24-16,-4 1 72 0,8 8 116 0,0 1-40 16,1 4-128-16,6 1-32 15,1 4-88-15,4-3 36 0,0 0 36 0,4-3-24 16,4-6 12-1,4-10-48-15,5-6 0 0,-2-9 20 16,6-8-164-16,2-5 180 0,5-4-12 0,0-6 36 16,4-4-12-16,0-11-4 0,-1-3-192 15,1-6-132-15,-4-1-184 0,-4 0-136 16,-4-4-28-16,0 4-120 0,-4 0-188 16,0 6-500-16,-8-1-912 0,0 7-1677 15,-4 4-1223-15</inkml:trace>
  <inkml:trace contextRef="#ctx0" brushRef="#br0" timeOffset="183503.257">24101 13290 1472 0,'0'0'9541'0,"0"0"-7641"0,0 0-1364 16,0 0-396-16,0 0 152 0,0 0 656 0,0 0 260 0,0 0-440 16,0 0-368-16,51 0-264 0,-31-6-136 15,-4-3-12-15,0-1-176 16,0 0-160-16,4 1-380 0,-4-1-344 0,-4 1-256 15,3 3-680-15,-2 1-589 0,-5 5-387 16,-1 0 1132-16,2 7 1852 0,-5 3 0 16,-4 6 912-16,4 0 484 0,-4 6 212 0,4 3-76 15,-4 2-279-15,0-2-137 0,0 0-116 0,3 0-148 16,-3 4-232-16,4-4-124 16,0-3-172-16,-4 0-84 0,5-2-12 0,-1-5-228 15,0-2-140-15,3-1-136 0,-3-5-88 16,4-7-168-16,5 0-356 0,-2-7-120 0,-2 1-713 15,6-19-2471-15</inkml:trace>
  <inkml:trace contextRef="#ctx0" brushRef="#br0" timeOffset="183738.16">24850 12725 5380 0,'0'0'5781'0,"0"0"-4601"0,0 0-732 0,0 0 112 16,0 0 256-16,-24 70 520 0,16-44-176 16,4 2-352-16,0 1-348 0,-1 2-252 0,5 7-84 15,0 1-80-15,0 5-44 16,0-3-148-16,5 4-12 0,-1-1-136 0,0-2-52 16,4-1-488-16,-1-3-612 0,-3 0-952 15,1-13-2433-15,-1 7-2299 0</inkml:trace>
  <inkml:trace contextRef="#ctx0" brushRef="#br0" timeOffset="184238.736">22897 14249 3400 0,'0'0'2252'15,"0"0"292"-15,0 0-1324 0,0 0-508 0,0 0 797 16,0 0 191-16,0 0-152 0,0 0-292 0,0 0-288 16,100 6-248-1,-72-6-80-15,4-3-24 0,0 0-40 16,7-3-36-16,1-4-100 0,8 1-184 16,8-4-36-16,-1 0-16 0,10-2-80 0,2-2-40 15,9-2-12-15,4 4-24 0,8-1 0 16,-2 3 88-16,6 0 169 15,5 4-257-15,2-1-48 0,0 1-8 0,5 2-140 0,0-2 64 16,-1 3-133-16,-4-1-15 0,-3 1 36 0,-4 2 76 16,-9-1-28-16,-11-2-32 15,-4 4 20-15,-13-3-48 0,-10 2-12 0,-10 1-84 16,-10-1-112-16,-6 4-52 16,-10 0-72-16,-2 0-188 0,-7 0-220 0,0 0-92 15,-7 4-272-15,-10 3-1312 0,2-1-2845 0</inkml:trace>
  <inkml:trace contextRef="#ctx0" brushRef="#br0" timeOffset="184793.208">23598 14497 496 0,'0'0'3156'0,"0"0"3300"16,0 0-5215-16,0 0-649 0,0 0-92 15,0 0 8-15,0 0 320 0,0 0 224 0,0 0-308 0,0 0-392 16,0 0 4-16,0 0-56 0,9 67 12 16,-1-36 48-16,-4 7 36 0,3 1-36 15,-3 3-88-15,0-2-76 0,1 4 4 0,-1 1-80 16,3 2-20-16,-3 1-92 16,0 3-8-16,0 0 0 0,0-4-112 15,1 1 40-15,-1-4-16 0,-4 1 4 16,3-7 36-16,-3-7 32 0,4-1-104 15,-4-9-56-15,4-4-44 16,-4-5-128-16,4-6-260 0,0-6-52 0,0 0-792 16,4 0-720-16,0-2-1 0,0-12-2215 0</inkml:trace>
  <inkml:trace contextRef="#ctx0" brushRef="#br0" timeOffset="185688.288">24352 14621 836 0,'0'0'1056'15,"0"0"-628"-15,0 0-216 16,0 0 804-16,0 0 3388 0,47-70-3252 16,-43 60-440-16,1 1-28 0,-5 2 25 0,4 0 155 15,-4 5 224-15,0-2-96 0,0 1-184 0,-4 1-204 16,-5 2-140-16,5-4-84 0,-7 4-56 0,2 0 40 16,-3 0 20-16,-3 0-148 0,-1 4-112 15,0-2-116-15,0 5 40 0,-1 2-48 16,2 1 0-16,-5 6 4 0,4 3-4 0,-4 0 0 15,1 6-96-15,2 4 8 16,-3 2 36 0,8 4 44-16,-4 3-40 0,4 1 44 0,1 2-60 15,2-3 64-15,5 4 0 0,4-2 8 16,0-1 80-16,0-1 36 0,4-7-124 16,1 1 76-16,3-7 24 0,-1-2-88 0,1-7 124 15,5-4-64-15,-2-3 76 16,2-4 24-16,2-3-24 0,2-2 112 15,-2 0 144-15,5 0-168 0,-4-7-152 0,0 1-80 0,0 1-4 16,-4-5-132-16,4 0-40 0,-4-2-172 16,0-1-120-16,-1 1-156 0,-2-5-88 0,-1 4-392 15,-1 1-828-15,-3 2-964 0,-4-2-2265 16</inkml:trace>
  <inkml:trace contextRef="#ctx0" brushRef="#br0" timeOffset="185909.518">24296 15005 64 0,'0'0'10036'32,"0"0"-8451"-32,0 0-1301 0,0 0 128 15,0 0 532-15,0 0 464 0,0 0-172 16,0 0-384-16,0 0-476 0,0 0-284 16,67-16-92-16,-50 10-296 0,-6 0-280 0,1-5-140 15,1 6-116-15,-6 2-336 0,5-4-44 16,-3 7-897-16,-6 0-1027 0,5 0 64 15,-8 0 584-15,4 3 805 0</inkml:trace>
  <inkml:trace contextRef="#ctx0" brushRef="#br0" timeOffset="186026.015">24459 14966 1356 0,'0'0'1904'16,"0"0"-236"-16,0 0 0 0,0 0-56 0,0 0-320 0,-4 71-296 15,4-59-195-15,0 4-81 0,0 0-104 16,0 0-144 0,0 3-64-16,0 0 12 0,0 0-52 0,0-3-92 15,4 0-124-15,0-6-152 0,0-1-156 0,4 0-48 0,-4-2-148 16,4-1-424-16,0-3-632 0,4 0-861 31,-4-3-2491-31</inkml:trace>
  <inkml:trace contextRef="#ctx0" brushRef="#br0" timeOffset="186367.377">24802 15268 6948 0,'0'0'4065'16,"0"0"-2549"-16,0 0-1080 0,0 0-324 15,0 0 296-15,0 0 292 0,0 0 212 0,0 0-372 16,0 0-388-16,0 0-152 0,68-38-52 16,-53 19-172-16,2 4-56 0,2-2 56 15,-2 4 84-15,-2 1-48 0,1 9 84 16,0-1-8-16,-4 4 108 0,4 4 4 15,-4 6 88-15,0 1 36 0,-4 6 92 16,4 2 24-16,-4 0 24 0,0 3-76 16,-1 1-24-16,-2-2 12 0,3 2-12 0,-4-2-12 0,3 0-140 15,-3-6-12-15,0 1-120 0,1-7 8 0,-5 1-52 16,4-7-12-16,-4 0-300 16,0-3-308-16,4 0-448 0,-4-3-884 15,0-6-1981-15,4 3-1467 0</inkml:trace>
  <inkml:trace contextRef="#ctx0" brushRef="#br0" timeOffset="186573.822">25140 15179 860 0,'0'0'1604'16,"0"0"5892"-16,0 0-6051 0,0 0-869 0,0 0 424 16,0 0 156-16,0 0-80 0,-91 39-132 15,79-27-244-15,-4 7-212 0,0 0-104 16,0 3 12-16,0 4-12 0,-4 6-88 0,1-1-112 15,-2 4-132-15,1-3-52 0,1 1-112 16,-1-3-60-16,3-4-48 0,6-3-52 16,3-8-136-16,4-2-348 0,0-8-200 15,4-5-412-15,0-2-1052 0,4-4-2965 16,0-16-755-16</inkml:trace>
  <inkml:trace contextRef="#ctx0" brushRef="#br0" timeOffset="186927.15">25407 14541 3944 0,'0'0'404'15,"0"0"-28"-15,0 0 1824 0,0 0-1536 16,0 0 116-16,0 0 48 0,0 0 104 16,0 0 189-16,0 0-69 0,0 0-296 0,0 0-120 15,32 54 36-15,-32-38 12 16,0 6-168-16,0 0-100 0,0 0-164 0,0 5-24 16,0 1-44-16,0 4-108 0,0 2-76 0,0 1-60 15,4 4-40-15,4 2 0 16,-3 7-28-16,2-4-48 0,1 3 48 15,-4 5-60-15,4-5-76 0,-3 0-188 0,2-2-308 0,-3-4-128 32,0 1-464-32,0-10-465 0,5-1-1019 0,-9-12-1680 0</inkml:trace>
  <inkml:trace contextRef="#ctx0" brushRef="#br0" timeOffset="195539.185">21937 8843 2692 0,'0'0'6284'0,"0"0"-5068"15,0 0-804-15,0 0 53 0,-100-36 151 16,72 30 168-16,-3 2 32 0,-1 4-180 0,-4 0-24 31,-3 0 16-31,-2 0 40 0,1 4-88 16,-3-1-92-16,-1 3-52 0,0-3-152 0,0 8-12 15,-3-6-208-15,-6 2-4 16,1 2 4-16,-3-3-60 0,-4 5-4 0,-1-2-72 16,-4 0 64-16,0 7-4 0,1-3 12 15,-6 6 48-15,2 3-40 0,3-3 0 16,-4 6 44-16,5 1 8 0,-5-1-52 0,4 1 80 0,-4 2-4 16,4 1-20-16,1 0-64 0,-1-1-4 15,-4 7 0-15,1 0-120 0,-6 3-112 16,-6 7-12-16,-1 5 164 0,1 1 84 0,-5 3 124 15,0 3-24-15,-4 0-100 0,2 0-16 16,-2 4-108-16,0 2 120 0,-4 0 4 16,5 1 48-16,-1 3-44 0,0 0-4 0,5 2 0 15,-5 1-148-15,0 4 96 16,4 1-12-16,-3 6 56 0,4-3-60 0,-5 2 64 16,8 6 4-16,-4-4 52 0,9 0-52 15,-1 1 0-15,0 3 0 16,5 0-4-16,3-1 4 0,0-3 16 0,0 7-16 15,8-3-40-15,0 3 28 16,1 0-60-16,4 0 56 0,-1 4-80 16,4-5 32-16,3 1-24 0,6 3 80 15,3-3 0-15,5-3-4 0,3 2-48 16,4 5 48-16,0-1-60 0,8-1 72 0,-1 2 0 16,6-1 0-16,-2 3 0 0,6-2-64 0,-1-2 52 15,8-2 0-15,-4 3-52 0,8-3 52 16,0 0-36-16,0 3-16 0,0 0 56 15,4 4 0-15,4-1 8 0,4 0 8 16,4-2-8-16,0 1-4 0,4-1 4 0,-1-5 68 16,5 1-8-16,4-3-52 0,4-1 80 15,4-2-80-15,4 3-4 16,0-3 8-16,3-1 64 0,6-3-12 0,3 1-60 16,-5-4-4-1,5-3-4-15,4 0 4 0,3-3 8 16,1-4-4-16,0-2 56 0,3-4-52 15,6-3-8-15,2 1-60 0,1-4 60 0,4-4-4 16,3 5 4-16,1-8 0 0,8-3 0 16,0 2 0-16,3-6-12 0,5 2 8 15,3-4-4-15,1 0 8 0,4-3 8 16,3 0 0-16,1 0 40 0,3 0-48 0,1-7-8 0,-1 4 8 16,8-1 0-1,5-2 8-15,3 0-4 0,6-4 4 0,2 1-8 16,5-1 52-16,-2 0-52 0,6-3-12 0,-1 1-52 15,5 2 16-15,7-6-40 0,0 2 76 16,4 3 12-16,2-6 8 16,2 5 140-16,-4-1-48 0,0-3-36 0,9 3-52 0,-1-2-8 0,5-5 4 15,-2 4 0-15,6-3 52 0,0 0-60 16,-2 0-36-16,-2-3 32 0,8 3-4 16,-1-4-4-16,4 1 4 0,1-1 8 15,-2-2-180-15,-3 0 172 0,1-1-120 16,3-3 116-16,-3-2-84 0,3-4 96 15,0 0 4-15,-3 0 4 16,-2 0-8-16,-2-4-100 16,3-2 52-16,-3 0 44 0,3-1-60 15,0 1-24-15,-3-4-248 0,-5 1 284 0,-4 0-124 16,0-4 164-16,1 0 12 16,-5 1 0-16,5-8 0 0,-9-2 16 15,0-3-16-15,-7-4 0 0,3 1-4 0,-3-7 4 16,-1-4 8-16,5 2-8 0,-5-1 12 0,-4-4 48 15,0 1-48-15,-7-1 12 0,-1 0-24 0,1 2 0 16,-5-2 12-16,1-2 0 16,-5 0 68-16,1-4 8 0,-9 1-12 15,1-7-28-15,-5-3-48 0,5-7 0 16,-8-3-100-16,-1-9 96 0,0 1 0 0,1-8-84 16,-4 1 88-1,-1-2 0-15,-3-2 0 0,-5 2 64 0,1-6 24 16,-4 5-16-16,-1-5-68 0,1 1 0 15,-5 1 96-15,1-10-100 16,0-1 8-16,-4-6 120 0,-5-3-116 0,0-1 36 16,-6-1-44-16,-2-4-4 0,1-3 8 15,-9-5-16-15,-2 2-56 0,-2-7-12 16,-3 0-60-16,-4-3 24 0,-4 2 12 0,-5 5 92 0,1 2-52 16,-9 4 52-16,-2 2 8 0,-5 1-52 15,-1 0 24-15,-3-3 24 0,-4-1-60 16,-4 0 60-16,-1 1-84 0,-2 2 76 15,-10-3 0-15,-2 5-40 0,-5-1 4 16,-4-1-64 0,0 5 104-16,0 1 8 0,-8 4 72 0,-5 6 28 0,2 7-36 0,-9 1 124 0,4 5-8 15,-4 4-80-15,0 0-36 16,0 1-16-16,-4 2-48 0,0 0-12 31,-4 3-80-31,-4-1 88 0,-3 1 8 0,3 0-8 16,-4 3 12-16,-4 0-4 0,0 0 60 15,-3 6-56-15,3 1 164 0,-4 6 28 16,0 2-24-16,-4 1 60 0,1 3-148 0,-2 0 8 0,2 3-96 16,-5 1 76-16,0 2-76 0,-4-4-48 15,1 6 44-15,-5-2-148 0,-4 0 144 0,5 1-52 16,-10 2-52-16,2-3 108 0,-1 4-4 16,-3 3-40-16,-6-1 48 15,6 1 4-15,-5 6 4 0,-3 3-8 0,2 1 52 16,-2 3 32-16,-1 2-80 0,-4 3 28 0,1-2-28 15,-1 6-8-15,-3-3 0 0,3 0 0 0,-3 0 4 16,3-1-4-16,-4 0 4 0,-4 4 24 16,5-2-24-16,-1 1 0 0,-4 5 0 15,-3-4 60-15,-1 3-52 0,1 3-8 0,-5-3 0 16,1 4-140-16,-5-1 128 16,0 3-28-1,5-2 32-15,-1-2 4 0,-4 6-84 16,5-5 40-16,0 1-92 0,-2 1 4 0,2-1 136 15,-1-1-260-15,-3 3 252 16,-1 1-80-16,-3 0 48 0,-1 2 40 0,5 1 64 16,-5 2 48-16,0 2-12 0,4 2-92 15,5 0 68-15,-1 0 24 16,1 0-100-16,0 0-4 0,-2 0 0 0,2 0-260 0,0 0 204 0,-1 0 8 16,0 0 40-16,1 0-112 15,-1 0 12-15,1 0 4 0,3 0 108 0,-4 0 156 16,8 0-152-16,-3 0 8 0,3 2 40 15,-3 2-52-15,3-1-92 0,0 0 84 16,1 4-100-16,-1-4 100 0,4 0-68 0,1 0 68 16,-1-3 8-1,4 0 0-15,1 0 4 0,0 0 68 16,-1 0 48-16,4 0-116 0,0-3 72 16,0 0 8-16,1 0-84 0,-1-1-48 15,0 1 40-15,1 3 8 0,3-3 60 0,-3 3-52 16,2 0-4-16,2-3-8 15,-1 3-68-15,4 0 72 0,1 0 12 16,-1 0-12-16,0 0-8 16,1 0-44-16,2 0-64 0,-2 3 68 0,0 0-16 15,-2 0 64-15,2 1-76 0,-1 2 64 0,1-3 8 0,-5 0-48 16,4 0 40-16,0 0 24 0,1 1 16 16,-1 2-16-1,0-3 36 1,4 3-44-16,-3 1 0 15,0-1 72-15,-2 3-76 0,6 1 4 0,-1-3-4 0,-3 2-52 16,2 1-12-16,-2-1-24 0,3 3 40 0,1-1-68 0,-2 3 68 16,2 0-16-16,3 2 64 0,-4-4 52 0,5 5-40 0,-1-2-4 15,0-2 0-15,1 3 144 0,3-3-140 16,0-1 100-16,4 2-12 0,0-2 28 16,4 1 112-16,5-1-104 0,-2 1-24 15,2 0-60-15,3-4-52 0,0 4-16 16,9-3 8-16,-6-1 0 0,2 0-76 0,3 1-4 15,4-1 88-15,4 1-8 0,0-1 16 16,0 1 52-16,4-4 64 0,5 1-24 0,2 0-88 16,2-5 164-1,2-2-12-15,6 3 32 0,3-3 152 0,0 0-136 16,0 0-40-16,4 0-36 0,0 0-76 0,0 0-56 0,0 0-4 16,0 0-4-16,0 0-56 0,0 0 12 15,0 0-28-15,0 0 16 0,0 0 8 16,0 0 40-16,0 0 0 0,0 0 12 15,0 0-48 1,0 0-164-16,0-3-520 0,0 1-1252 0,0-12-3573 16,0 33-3915-1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34:31.94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3661 1791 5944 0,'0'0'1900'0,"0"0"1024"0,0 0-1947 16,0 0-309-16,0 0 100 0,0 0 260 0,0 0-16 15,0 0-208-15,0 0-236 0,-16-29-68 0,16 36 20 16,-4-2 12-16,4 2-88 15,0 3-88-15,0 8 88 0,9 8-16 0,-6 6-132 16,5 12 128-16,0 8 112 0,-4 6-268 16,4 13-144-16,-4 6-124 0,0 5-8 15,-4 6-80-15,4 8 16 16,0 2 68-16,0 4-56 0,0 0-8 0,-4-4 68 0,3-3 0 16,-3-6-104-16,0-6 56 0,0-10-12 15,0-10-24-15,0-6-28 0,0-12-44 0,0-10 8 16,0-14-24-16,0-4-280 0,5-11-308 15,-1-6-212-15,4-3-272 0,0-6-436 16,4-10-800-16,-4 2-1549 0,3-24-995 0</inkml:trace>
  <inkml:trace contextRef="#ctx0" brushRef="#br0" timeOffset="306.212">4159 2044 13637 0,'0'0'1772'16,"0"0"-1656"-16,0 0-56 0,0 0 256 0,24 73 412 0,-12-44 56 15,8 6-100-15,4 3-228 16,4 0-184-16,8 7-140 15,3-1-80-15,1 6-52 16,4-1-12-16,0 4 12 0,-5-2 12 16,-2 0-12-16,-1-3-12 0,-4-4-52 0,-4-9-32 0,-1-6-140 15,-7-8-96-15,0-7-436 0,0-9-304 16,-4-5-464-16,0-8-868 0,-4-3-2265 16,-1-22-2307-16</inkml:trace>
  <inkml:trace contextRef="#ctx0" brushRef="#br0" timeOffset="547.824">4829 2080 13121 0,'0'0'1664'0,"0"0"-1464"16,-64 72 4-16,40-36 536 0,-8 4 340 0,0 5-176 15,-3 6-336-15,-1-1-308 0,-5 8-52 16,2 2-108-16,-5 4-40 15,0 6-56-15,-3 6 4 0,-2 3 40 0,-3 3-48 16,5-1 0-16,3-12 0 0,4-6-8 16,4-12-80-16,12-9-132 0,4-11-28 0,5-8-332 15,3-8-336-15,3-5-300 16,9-1-704-16,0-6-1112 0,0-6-2721 0</inkml:trace>
  <inkml:trace contextRef="#ctx0" brushRef="#br0" timeOffset="902.742">5717 1908 11897 0,'0'0'2348'16,"0"0"-2020"-16,0 0-328 0,0 0 116 0,0 0 360 0,-72 86 128 16,49-59 4-16,-1 6-60 0,0 2-88 15,-4 6-204-15,-4 3-252 0,0 14-4 16,-8 2 64-16,-4 13-56 0,-7 10 36 16,-5 8-44-16,-4 8-4 0,-4 7 4 15,1 7 0-15,-1 5-4 0,-5 2 0 16,6 1-84-16,-1-7-60 0,8-9 76 15,5-10-40-15,7-12-124 0,4-17-52 16,12-15-124-16,9-13 8 0,2-10-100 16,6-8-316-16,7-10-180 0,4-10-416 15,0 0-709-15,4-13-2539 0</inkml:trace>
  <inkml:trace contextRef="#ctx0" brushRef="#br0" timeOffset="1255.485">5804 2781 10888 0,'0'0'2477'15,"0"0"-1489"-15,0 0-532 0,0 0 100 16,0 0 208-16,-95 64 4 0,67-36-124 15,-4 10-84-15,-4 3-80 0,0 7-184 0,5 6-124 16,-5 3-100-16,4 3-8 0,4 4-64 0,0 3 84 16,13-6 16-16,-2-1 60 0,13-7 24 15,4-6 268-15,4-2-112 0,13-3-120 0,2-7-60 16,5-3-28-16,8-4-8 16,4-3-64-16,3-9 316 0,6-3-47 15,-2-7-157-15,5-6-40 0,-4-2 48 0,0-12 4 16,-4-5-64-1,-5-2-120-15,-7-6-132 0,-4-1-268 16,-3 0-185-16,-10-4-547 0,-3 1-300 0,-8 2-896 16,0 4-1808-16,-12-5-2473 0</inkml:trace>
  <inkml:trace contextRef="#ctx0" brushRef="#br0" timeOffset="1422.157">5665 3346 14189 0,'0'0'1968'0,"0"0"-1564"0,0 0 104 0,0 0 756 16,100 25-144-16,-72-21-200 16,3-4-324-16,-3 0-436 0,0-6-160 0,-3 0-548 15,3-8 108-15,-5 2-224 0,-3-4-416 0,-4 0-756 0,0 0-928 0,-5 0-1221 16,-6 7-455-16,3-4-48 0</inkml:trace>
  <inkml:trace contextRef="#ctx0" brushRef="#br0" timeOffset="1570.222">6019 3302 4180 0,'0'0'6004'0,"0"0"-4011"0,0 73-789 0,0-38-240 0,0 6 160 16,0 3-28-16,0 1-164 0,5-1-128 0,-1 1-112 16,0-4-264-1,4 1-184-15,-5-2-144 0,1-4-100 16,5-1-12-16,-5-4-260 0,4-6-352 0,-1-2-228 16,-3-8-376-16,5-4-1356 0,-5-11-2993 15</inkml:trace>
  <inkml:trace contextRef="#ctx0" brushRef="#br0" timeOffset="2054.577">6725 1895 13609 0,'0'0'2168'16,"0"0"-2168"-16,0 0-116 0,0 0 116 15,0 0 608-15,0 0 252 0,0 0 56 0,8 86-284 16,-4-48-128-16,0 6-196 0,0 10-52 16,0 6-60-16,3 4 72 0,2 9 36 15,-1 7-72-15,0 2-24 0,-1 11-112 16,2 1-92-16,-1 6-4 0,-4-6-8 15,3 1-64-15,-3-9 0 0,1-3-16 16,-1-10-8-16,0-10-136 0,0-6 12 16,-4-8-12-16,3-5-12 0,-3-6-24 0,0-4-40 15,0-1-112-15,0-5-132 0,0-3-268 0,-3-6-568 16,-1-3-668-16,0-6-1133 0,-9-1-2927 16</inkml:trace>
  <inkml:trace contextRef="#ctx0" brushRef="#br0" timeOffset="2727.533">7474 2539 10000 0,'0'0'2973'0,"0"0"-1397"0,0 0-616 0,0 0-92 15,83 7-72-15,-46-7-136 0,-1 0-216 0,-1 0-220 16,1 0-152-16,0-2-24 0,-4-5-36 16,-4 3-12-16,0-2-84 15,-4 3-152-15,-5 0-208 0,1-4-464 0,-3 7-636 31,-6-3-1156-31,-3 3-2785 0</inkml:trace>
  <inkml:trace contextRef="#ctx0" brushRef="#br0" timeOffset="2925.245">7630 2845 4484 0,'0'0'5968'16,"0"0"-3703"-16,0 0-1005 0,0 0-232 15,0 0-124-15,0 0-88 0,0 0 32 0,0 0-96 16,99-17-184-16,-67 8-188 0,4-3-156 16,-1-1-224-16,1-4-28 15,1 3-156-15,2 0-136 0,5-2-256 0,4 4-128 16,-5-1-1212-16,-6 7-2116 16,10-1-3701-16</inkml:trace>
  <inkml:trace contextRef="#ctx0" brushRef="#br0" timeOffset="3621.806">9056 1821 9128 0,'0'0'2541'0,"0"0"-1245"0,0 0-356 15,0 0 212-15,0 0 108 0,103 0-288 0,-51 5-140 0,8-5-276 16,11 0-188-16,9-5-60 0,12 0 36 16,4-4 340-16,3-4-356 0,5-4-192 0,-1 2-92 15,-3-3-44-15,-9-6 0 0,1 2-124 0,-12 0-96 0,-12-3 40 16,-5 2-140-16,-7 4-416 15,-12 1-160-15,-8 1-404 0,-12 8-972 0,-8 2-1993 32,-12 4-2331-32</inkml:trace>
  <inkml:trace contextRef="#ctx0" brushRef="#br0" timeOffset="4011.317">9486 2007 6948 0,'0'0'5309'16,"0"0"-3221"-16,0 0-1204 0,0 0-468 0,0 0-176 15,0 0 128-15,0 0 32 16,88-5 232-16,-52 5-36 0,3 0-324 0,-3 5-208 0,-3 4-64 16,2 1-132-16,-7 8 8 15,-1 5 116-15,1 5 0 0,-7 10 0 0,-10 13-192 0,2 3 12 0,-9 12 16 16,-4 4 12-16,-4 4 24 0,-9-1 64 15,-6 2 72-15,2-4 60 0,-2-1 40 16,-1-11 36-16,0 2 16 0,8-14 108 16,1 1 24-16,2-9-48 0,9-7-16 15,0-7 4-15,0-3-64 0,9-3 0 0,6-3-112 16,5-4 100 0,8-2 60-16,8 0 12 0,7-7 112 15,6-3 508-15,-2 0-328 0,5-3-232 16,0-7-144-16,-1 0-136 0,-3-2-52 0,5-1-32 15,-2-3-96-15,1 4-100 0,-4-1-136 16,-1 0-672-16,-2 3-412 0,-6 1-1236 0,-7 6-2749 16,8-3-3439-16</inkml:trace>
  <inkml:trace contextRef="#ctx0" brushRef="#br0" timeOffset="4871.739">9750 3403 6564 0,'0'0'4537'16,"0"0"-2717"-16,0 0-712 0,0 0-96 16,0 0 80-16,0 0-112 0,0 0-236 0,0 0-16 0,0 0-52 15,0 0-172-15,-65-34-480 0,57 47-24 0,-3 5-72 0,-2 11-4 16,1 6 76-16,5 6 48 0,-1 10 12 16,8 3-52-16,-5 6-8 0,5 4 4 15,5 3-4-15,3 2-12 0,3 1-76 16,6-3 16-16,2-4 68 0,5-5-68 0,-4-15 64 15,8-4-44-15,0-11-44 16,-1-9 20 0,6-6 76-16,-1-4 0 0,0-9 72 15,0 0-68-15,0-6 4 0,-1-10 4 0,1-3 136 16,-4-6-64-16,4-6-24 0,-4-9-60 16,-1-4-56-16,1-6-92 0,-8-2-120 15,4 2 120-15,-8-1-12 0,0 1 36 0,-4 8 52 16,-8 2 72-16,1 0 12 15,-5 9 172-15,-9 6-124 0,-3 3-48 0,-8 0-12 0,1 9 116 16,-2-1-108-16,1 6 24 0,-4 4-32 16,5 2-12-16,2 2-60 0,2 2-16 0,-5 8-20 15,8 3-104-15,0 9-56 16,0 3 32-16,4 3 172 0,4 4 64 16,0-4 112-16,4 1-112 0,0-4-8 0,4-2-176 15,4-4 48 1,4-3-24-16,4-3 112 0,3-1 44 0,5-5 4 15,1-1-148-15,6-6-124 0,1 0-116 16,4-6-200-16,0-7-168 0,8-6-380 0,-8 7-852 16,16-14-2833-16</inkml:trace>
  <inkml:trace contextRef="#ctx0" brushRef="#br0" timeOffset="7078.476">13475 1632 860 0,'0'0'1004'16,"0"0"-756"-16,0 0-248 0,0 0-280 0,0 0-752 15</inkml:trace>
  <inkml:trace contextRef="#ctx0" brushRef="#br0" timeOffset="11781.678">10824 3451 1016 0,'0'0'9108'0,"0"0"-7179"0,0 0-777 0,0 0 108 0,0 0-24 31,0 0-296-31,-83-28-240 0,63 28-56 16,0 9 60-16,1 0-236 0,-9 4-236 16,3 9-96-16,-3 0-52 15,4 7 28-15,-3 3-64 0,7 3-44 0,0 3 40 16,1 7-44-16,6 5-72 0,5 0 64 0,8 5-40 0,0-3-40 0,0-8 28 16,8-4-52-16,1-5 40 0,6-6 72 15,2-7-4-15,2-6 4 0,1-2 0 0,-1-6 20 16,5-5-16-16,-3-3 40 15,3 0-44-15,-1-3-4 16,-3-10-4-16,-3-2-64 0,-2-1-4 16,2-3-256-16,-10 0-296 0,1 0-164 0,-4-1-328 15,-4 2-824-15,0 2-1196 0,0-4-3505 16</inkml:trace>
  <inkml:trace contextRef="#ctx0" brushRef="#br0" timeOffset="11949.48">10558 3832 3244 0,'0'0'128'16,"0"0"4772"-16,0 0-2896 0,0 0-959 16,0 0 123-16,0 0 172 0,0 0-300 15,0 0-336-15,96 0 240 0,-65-6-408 0,5-7-124 16,0-4-220-16,4 5-192 16,-4-4-112-16,0 0 4 0,-4 4-216 0,3-1-412 15,-3 3-676-15,-12 5-1028 0,12-9-3397 16</inkml:trace>
  <inkml:trace contextRef="#ctx0" brushRef="#br0" timeOffset="12173.249">11204 3317 6776 0,'0'0'2556'0,"0"0"-1044"0,0 0-1007 0,0 0 419 16,0 0 392-16,71 71-12 0,-51-43-44 0,8 4-24 15,0 6-268-15,-1 6-256 0,1 3-280 16,4 8-16-16,-4-1-380 0,0 0-36 31,0 0-172-31,-4-10-36 0,-4-9-272 0,-4-10-244 16,-5-6-68-16,6-12-356 0,-6-7-868 16,-7-7-1897-16,9-18-1859 0</inkml:trace>
  <inkml:trace contextRef="#ctx0" brushRef="#br0" timeOffset="12394.439">11645 3346 1828 0,'0'0'9577'15,"0"0"-8397"-15,0 0-580 0,0 0 568 0,0 0 184 16,-91 80-272-16,67-42 0 16,-4 0-276-16,1 9-388 0,-1 4-144 0,-4 3-16 15,0 4-48-15,0-2-72 0,0 5-64 16,1-1-64-16,-2-3-8 0,6-2-132 0,3-5-116 15,3-6-8-15,10-5-456 0,2-5-128 0,5-8-440 16,4-10-1040-16,9-3-1897 16,14-7-2027-16</inkml:trace>
  <inkml:trace contextRef="#ctx0" brushRef="#br0" timeOffset="12643.75">12231 3327 6656 0,'0'0'4100'15,"0"0"-2367"-15,0 0-725 16,0 0-308-16,0 0 48 0,0 0 144 0,0 0 100 0,-84 50-320 16,57-17-76-16,-6 8-176 0,2 6-212 0,-9 11-60 15,0 9-100-15,-4 5 32 0,-7 8-72 16,-1 5-4-16,-4 4 0 0,0 0-4 15,1 1-76-15,3-2 16 0,8-12 0 0,4-2-188 16,12-17-60-16,9-7-224 16,6-12-112-1,9-13-324-15,4-8-808 0,0-11-828 0,17-9-2469 16</inkml:trace>
  <inkml:trace contextRef="#ctx0" brushRef="#br0" timeOffset="12963.374">12179 3810 8200 0,'0'0'3145'16,"0"0"-2017"-16,0 0-616 0,0 0 480 15,0 0 196-15,0 0-100 0,-92 76-140 16,65-41 276-16,-1 3-448 0,4 6-284 0,0 1-200 16,4 2-120-16,1 0-40 15,2 5-8-15,6-1-120 0,-1-1 4 0,7-3 76 16,5 2-20-16,0-5-4 0,9-6 72 0,-1 0-20 0,7-9-64 15,-2-3 48-15,2-4-96 0,5-9 88 0,-3-4-84 16,2-9 4-16,5 0 76 16,0-7-84-16,-1-5 168 0,5-11-80 15,-3-5-88-15,-1-7-124 0,0 0-180 0,-9-3-280 16,2 2-172-16,-6 1-168 0,-3 10-24 16,-3 3-172-1,-1 3-148-15,-4 10-632 0,-9 0-897 16,-3 2-2043-16,1 4-1055 0</inkml:trace>
  <inkml:trace contextRef="#ctx0" brushRef="#br0" timeOffset="13128.08">12064 4213 3252 0,'0'0'2280'16,"0"0"2640"-16,0 0-3615 0,0 0-397 0,0 0 468 0,0 0-88 16,0 0 20-16,79 54-248 0,-66-48-504 15,-2-2-200-15,6-2-244 0,-2-2-112 16,2 0-208-16,2-2-28 0,1-8-372 0,-4 0-396 15,4 1-520-15,-4-1-1016 0,-8 4-2297 16,4-3-1895-16</inkml:trace>
  <inkml:trace contextRef="#ctx0" brushRef="#br0" timeOffset="13259.26">12355 4273 4180 0,'0'0'432'15,"0"0"6245"-15,0 67-5677 0,0-39-512 0,0 7 212 16,0 4 264-16,0-2 224 0,0-2 16 0,0 4-284 15,0-4-364-15,0-4-480 0,4-2-76 16,4 0-124-16,-4-8-100 0,4-2-420 16,0-5-516-16,-1-9-1228 0,2-1-2981 0</inkml:trace>
  <inkml:trace contextRef="#ctx0" brushRef="#br0" timeOffset="14068.676">13666 1774 7008 0,'0'0'4857'15,"0"0"-4165"-15,0 0-104 0,107-9 672 0,-59 6-300 16,0 3-420-16,0-4 128 0,4 2-60 15,3-5-84-15,5-3-32 0,8-2-268 16,7-4 0-16,6-3-92 0,5-3-68 16,-2 0-60-16,0 2-4 0,-8 1-164 15,-9 4 76-15,-7 2-172 0,-8 6 40 16,-8 2-464-16,-8 5-236 0,-8 0-500 0,-5 0-792 0,-6 2-885 16,-17 11-2879-16</inkml:trace>
  <inkml:trace contextRef="#ctx0" brushRef="#br0" timeOffset="14494.11">13928 1946 8052 0,'0'0'4413'15,"0"0"-3353"-15,0 0-412 0,0 0 336 16,0 0-104-16,0 0-236 15,-56 63-160-15,56-44-160 0,0-3-88 0,9 3-112 16,7 0-12-16,4 4-40 0,4-4-72 0,4 1-12 16,4-1-48-16,3-5 56 0,5 3 4 0,3-4 72 15,2-1-60-15,2 1-12 0,-6 0-92 16,-6 2 84-16,-3 1-108 0,-4 3-100 16,-9 3 216-16,-6 10 60 0,-9 0-60 15,-4 8-36-15,-4 6-124 0,-12 1 148 0,-4-3 12 16,-4 5 84-1,0-5 16-15,-4-3 88 0,0 0-76 16,0 1-52-16,1-4 16 0,-1-3 8 0,4-4 4 0,0-6-16 16,8-2-72-16,4-6 0 0,8-9-4 0,4-2-56 15,0-1-76-15,8 1-104 0,8-4 240 16,8 4 76-16,8-1 20 0,8-3 128 16,3-2-112-16,5 0-28 15,4-2 128-15,-4-5-40 0,4 1-48 16,4-5-40-16,4 5-24 0,-1-2-60 15,5 1-48-15,-4 0-88 0,-1 0-60 16,1 5-740-16,-8-2-520 0,-4 1-120 0,-16 3 740 16,0 0-6109-16</inkml:trace>
  <inkml:trace contextRef="#ctx0" brushRef="#br0" timeOffset="14977.599">13809 3746 2520 0,'0'0'7676'15,"0"0"-5759"-15,0 0-1569 0,0 0-168 0,0 0-116 16,0 0 408-16,20-69 100 15,-4 56 12-15,0-3-180 0,8 3-88 0,-5 1-164 16,9 5-116-16,0 1-36 0,-4 3-12 16,0 3 0-16,1 3 12 0,-2 6 188 15,-3 7 4-15,0 3 44 0,0 4 196 16,-4 2-60-16,4 3-84 0,-8 5-200 16,-1-5 72-16,2 4-56 0,-1-4-104 15,-5 0-4-15,2 2-4 0,-5-5-80 0,3-6-60 0,-3-7-128 16,-4-2-108-16,4-3-384 15,-4-7-368-15,4 0-508 0,-4-7-1237 0,0-15-4111 0</inkml:trace>
  <inkml:trace contextRef="#ctx0" brushRef="#br0" timeOffset="15193.739">14327 3445 3008 0,'0'0'7973'0,"0"0"-6589"0,0 0-680 0,0 0-180 0,0 0 136 0,0 0 124 15,-96 89 60-15,72-55-104 0,1 1-228 16,-5 7-104-16,4-5-144 0,0 8-92 0,4-4 0 16,-4 4-36-16,0-1-48 15,8-6-84-15,0-3-4 0,0-2-176 16,8-8-92-16,4-3-80 0,1-6-236 16,3-4-296-16,7-2-288 0,10-4-840 15,-6-3-1101-15,17-9-2883 0</inkml:trace>
  <inkml:trace contextRef="#ctx0" brushRef="#br0" timeOffset="15431.276">14701 3419 10088 0,'0'0'1225'16,"0"0"-633"-16,0 0 548 0,0 0 484 16,0 0-224-16,0 0-548 0,-55 90-292 0,31-50-152 15,4 7 0-15,4 2 48 0,4 1 72 16,0-5 12-16,8-1-184 15,4-2-88-15,0-8-132 0,4-2-132 0,8-7-4 16,0-2-52-16,0-7-92 16,4-7-64-16,0-3 128 0,0-2 80 0,0-4 0 0,4 0 0 15,-5-10-48-15,6-6-136 0,-6-3-736 0,-2-6-400 16,-6 4-856-16,1 1-2344 0,-8-6-3441 16</inkml:trace>
  <inkml:trace contextRef="#ctx0" brushRef="#br0" timeOffset="15593.878">14542 3771 3556 0,'0'0'9801'0,"0"0"-8237"0,0 0-1264 0,0 0-296 15,0 0 248-15,0 0 792 0,0 0 100 0,0 0-424 16,88 4-240-16,-60-11-124 0,8-2-284 16,-1-4-72-16,1-3-184 15,1 0-120-15,-2 0-340 0,1 0-956 0,-8 4-1204 16,12-1-4813-16</inkml:trace>
  <inkml:trace contextRef="#ctx0" brushRef="#br0" timeOffset="17950.759">15188 3292 3652 0,'0'0'7497'16,"0"0"-6021"-16,0 0-732 0,0 0-124 15,0 0-148-15,0 0-44 0,0 0 164 16,0 0 12 0,0 0-288-16,0 0-316 0,0 0-12 15,0 0 12-15,-44 79 56 0,40-54 68 0,-4 8-36 16,8-2 48-16,-4 4-128 0,0 4 116 15,4 4-124-15,0 6 0 0,0-2-124 16,8 3 24 0,-5 4 12-16,6-5 0 0,-1 2-24 15,3-7 52-15,2-2-16 0,2-9 24 16,2-3 44-16,-6-5-56 0,10-3-40 0,-6-6 20 0,1-7-68 16,5-2 152-16,-2-3 12 0,5-4 128 0,-4-4-16 15,4-6 80-15,4-6-104 0,-4-6 0 16,4 0-92-16,-4-3 68 15,0-7-28-15,-1 0-48 0,1-2-88 0,0-5 76 16,-4 1-136-16,0-1 8 0,-4 2-52 0,0 1-8 0,0-1 12 16,-4 2 12-16,-5 0 76 0,-3 1-40 0,1-2 80 15,-5 7-16-15,0 1 64 0,-5 3-76 16,-2 2 88-16,-5 5 12 16,-1 2-4-16,2 3 56 0,-6 3 84 0,6 3-44 15,-1 5 32-15,0 2-60 0,0 0-64 16,-4 7 28-1,0 2 32-15,5 3-8 0,-6 8-56 0,6 2 0 16,-2 3-8-16,6 3-12 0,-1 1-64 16,4 0-24-16,4-8 0 0,0 5-64 15,0-6 12-15,4-5-36 0,4-2-12 16,-1-4 48-16,6 1 88 0,-2-7-52 16,10-3 112-16,-6 0-8 0,5 0-40 15,4-3-48-15,0-7-292 0,0 1-744 0,-4-4-985 0,8-6-2719 16</inkml:trace>
  <inkml:trace contextRef="#ctx0" brushRef="#br0" timeOffset="19697.953">17199 1117 4680 0,'0'0'8201'0,"0"0"-7105"0,0 0-1004 0,0 0-88 0,0 0 72 15,0 0 200-15,0 0 620 0,0 0 64 16,17 73-324-16,-13-37-212 0,-1 8-164 16,1 3-88-16,1 5-24 15,-5 0-148-15,0 3 0 0,0-1-60 0,0 0-100 16,-5 0 36-16,1-3-212 0,-3-1-264 16,-1-5-304-16,-5-1-432 0,6-15-1292 15,-14 12-2961-15</inkml:trace>
  <inkml:trace contextRef="#ctx0" brushRef="#br0" timeOffset="19999.109">16383 2216 10224 0,'0'0'1689'16,"0"0"-781"-16,0 0 24 0,0 0-156 0,0 0-236 0,0 0-160 0,0 0-116 15,0 0 12-15,0 0 392 0,80-13 40 16,-40 4-112-16,7-1-188 0,9-3-40 0,4 0-96 16,7-1-16-16,9-3-72 15,0 1-36-15,12 0-12 0,3 3-136 16,9-2 0-16,0 5 72 0,3-3-72 0,4 7 0 16,-2 0-4-16,-6 2-8 0,-4-3-84 15,1 7-76-15,-8-2-24 0,-8-1 96 0,-9 3-60 16,-3 0 0-16,-12-3-24 0,-13 3-112 15,-6 0-320-15,-10 0-32 0,-11 0-248 0,-4 0-680 16,-7 0-1152-16,-14 0-1981 16</inkml:trace>
  <inkml:trace contextRef="#ctx0" brushRef="#br0" timeOffset="20417.32">17049 2479 7172 0,'0'0'4289'0,"0"0"-2777"0,0 0-1272 0,0 0-188 16,0 0 88-16,-9 86 332 0,9-57 224 15,0 3 100-15,0 5-144 0,0 2-220 0,0 8-72 16,4 0-72-1,1 5-76 1,-1-2-52-16,0 4-24 0,-1 1-12 0,-3-2-52 0,4 1-72 16,-4-5-100-16,0-2-124 0,0-6-12 0,0-10-36 15,4-2-104-15,-4-6-168 0,4-5-320 0,0-5-604 16,4-7-952-16,-4-2-2101 0,4-4-2063 0</inkml:trace>
  <inkml:trace contextRef="#ctx0" brushRef="#br0" timeOffset="21038.847">17936 2454 5044 0,'0'0'5812'16,"0"0"-3719"-16,0 0-1441 0,0 0-272 16,-79-13 52-16,59 13 76 0,1 0 144 0,-5 0-36 15,0 0-236-15,3 10-80 0,-2 2-128 16,3 7-160-16,0 7 64 15,-5 10 36-15,6 4 48 0,3 11 76 0,0 3 64 16,4 9 144-16,4 1 72 0,4-1-84 16,4-2-116-16,0-5-96 15,0-4-84-15,12-8-12 0,0-13-112 0,4-2-8 16,0-10 4-16,3 1 32 0,2-8-28 16,3-5 96-16,-4-1 4 0,3-3 8 0,1-3-68 15,-3 0 0-15,3-3-52 0,-5-6-124 0,1-4 28 16,-4 1-64-16,0-1-84 0,-4-4-72 15,0 2 68-15,-4-1 28 16,-4 0-64-16,0 0-84 0,-4 0 12 16,0 3-152-16,0 1 112 0,-8 2-80 0,-5-2-72 15,2 2-68-15,-5 1-444 0,4 2 284 16,-4 1 268-16,8 3 128 0,-4-4 160 16,5 5 80-16,3-3 88 0,0 3 52 31,-1-4-12-31,1 0-40 0,4-1 56 0,0-3-8 0,0 1-68 15,0 2 8-15,0 0 64 0,0 5 76 16,0-2 4-16,4 1-80 0,1 0-244 16,-5 3 12-16,8-3-360 0,-5-1-1381 15,1 2-247-15,0 2-56 0,0-4 140 0,0 4-316 16,1-3 2444-16,-5 3-363 0</inkml:trace>
  <inkml:trace contextRef="#ctx0" brushRef="#br0" timeOffset="22219.21">17777 2463 2612 0,'0'0'340'0,"0"0"-16"0,0 0 4404 0,0 0-3136 0,0 0-544 16,0 0 33-16,0 0 35 0,0 0 16 0,0 0 44 15,0 0-92-15,0 0-360 0,-4 10-188 16,1-1-164-16,-5 7-52 0,-1 3 16 15,1 3 32-15,1 8 12 0,-5-3-60 16,3 3-112-16,-2 1-72 0,3 4-28 16,-1 3-32-16,2 1-4 0,-5 5-72 15,3 3-8-15,2 4-52 0,-1 1 8 0,0 1 4 16,0 4 40-16,4-3 8 0,0 1 0 0,4-5 0 16,0-6 48-16,0-3 76 0,4-6-16 15,4-5-8-15,0-2-40 16,4-9 24-16,0 0-20 0,4 0 8 0,8-4 0 0,0-2 0 15,4-3-20-15,4-3 8 0,0-2 12 16,3-5 52 0,5 0-76-16,-1-3 48 0,2-6-48 15,-1-7-44-15,-1-3-4 0,2-3 12 16,-2-10-12-16,1-2 0 0,-5-4-56 0,2-8-176 16,-5-4 0-16,0 2 76 15,-5-3-28-15,-3 4-48 0,-4-1 100 16,-4 4-52-16,0-1 0 0,-8-3 0 15,-4 1-12-15,-4-2 108 0,0-1-132 0,-8 3-52 0,-4-1-36 16,-4 0 148-16,-3 4-184 0,-2 4 156 0,5 4-172 16,-3 7 360-16,2 4 0 15,6 6 164-15,-6 5-52 0,6 6 60 16,-1 5 212-16,0 0-52 0,4-1-36 0,-5 4 12 16,2 0-124-16,-1 0-112 0,0 4-20 15,-4 2-52 1,0 0-28-16,0 3-44 0,0 4-28 15,-3 3 16-15,-2 0-4 0,1 3-20 0,1 3 20 16,2 1-8-16,2 3 44 16,-1-1 52-16,4 0 76 0,3 0 20 15,2 0-8-15,-1-2-4 0,4-1 4 0,0 0-16 16,4-3-8-16,0 3-52 0,0-2 60 16,0-4 40-16,8 3 20 0,0-4-8 0,-1 1 48 0,2 0-36 15,3-3-28-15,-1-1 16 16,2-2 44-16,2-1-8 0,2 1 24 0,-2-4-28 15,5-2-20-15,0-1 20 0,5-3 4 16,-2 0 20-16,1-3-32 16,0-4-15-16,0-2-9 0,4-4-28 0,-5 0-36 15,1-3-12-15,-3 0-8 0,-2-2-40 0,-3-1-108 16,5-4-52-16,-10 4-93 0,1-2-39 0,-4 2-136 16,0-1-56-16,0 4-56 0,0 0-120 15,-5 0-164-15,2 0-252 0,-5 4-952 16,0-4-1048-16,0 5-2505 0,0-3-1107 15</inkml:trace>
  <inkml:trace contextRef="#ctx0" brushRef="#br0" timeOffset="22558.987">18550 2391 2764 0,'0'0'7840'16,"0"0"-6179"-16,0 0-909 0,0 0 16 0,0 0 320 15,0 0 68-15,0 0-52 0,0 0-348 0,13 12-260 0,-6 1-64 16,-3 6-76-16,4 6-24 0,1 4-64 16,-2 3-12-16,-3 5-24 0,4 5-48 0,1 3 12 15,-6 5-52 1,5 4-80-16,0 10-4 0,0 2-12 15,0 4-36-15,-4 0-12 16,4 0-60-16,0-1-76 0,-5-1-192 0,6-5-52 16,-1-3 16-16,-4-6 8 0,0-6 12 0,4-7 12 0,-4-3-88 0,4-9 12 0,0-6-176 31,-5-9-252-31,6-3-272 16,-1-8-856-16,-4-3-1001 0,0 0-2231 0,-4-16 372 0</inkml:trace>
  <inkml:trace contextRef="#ctx0" brushRef="#br0" timeOffset="24337.744">19614 2149 1120 0,'0'0'3260'15,"0"0"1292"-15,0 0-2780 0,0 0-563 0,0 0-197 16,0 0-144-16,0 0-260 0,0 0 48 16,0 0 124-16,0 0-172 0,72 7-100 0,-44-5-160 15,4-2-124-15,-4 0-48 0,3 0-52 16,-3 0-116-16,-3 0-8 0,3-2-96 0,-5-2-64 16,1 1-28-16,-4 0-148 0,0 1-460 15,0-3-316-15,-4 5-1004 0,-4 0-753 16,-5 0-2707-16</inkml:trace>
  <inkml:trace contextRef="#ctx0" brushRef="#br0" timeOffset="24527.327">19686 2495 716 0,'0'0'1540'15,"0"0"2796"-15,0 0-2388 0,0 0-640 16,0 0-368-16,0 0 361 0,0 0-61 0,0 0-20 15,80 0-352-15,-48-3-224 16,0-3-216-16,3-1-68 0,1 1-136 16,0 0-112-16,0-1-112 0,0 1-136 0,0 0-64 15,-1-1-160-15,1 4-20 0,4-3-852 0,-9 2-1312 0,14-3-4329 16</inkml:trace>
  <inkml:trace contextRef="#ctx0" brushRef="#br0" timeOffset="24931.691">20838 1638 8944 0,'0'0'5617'16,"0"0"-4921"-16,0 0-696 0,0 0-432 0,0 0 432 15,79-10 644-15,-43 3 32 0,8 5 180 0,7-4-12 0,9 2-188 16,4 2-140-16,0-3-124 0,0 3-232 0,0-4-160 16,-8 3-60-16,2-4-4 15,-5 0-32-15,-5-1-52 0,-5-3-244 16,2 5-524-16,-10-2-312 0,-7 1-1004 0,-8 3-2209 16,-13 4-3463-16</inkml:trace>
  <inkml:trace contextRef="#ctx0" brushRef="#br0" timeOffset="25304.488">20937 1873 13401 0,'0'0'2640'0,"0"0"-1660"15,0 0-928-15,0 0-52 0,0 0 0 16,0 0 388-16,0 0 180 0,0 0-196 15,79 3-124-15,-47 1-164 0,-4 5-84 16,4 4-144-16,-4 2 84 0,-4 5 60 0,-4 8 4 16,-4 3 4-16,-9 11 88 15,-7 5-96-15,0 12-48 0,-7-3-12 0,-9 7-28 16,-8-2 88-16,0-1 48 0,-4-3-48 16,0-6 12-16,5 1 96 0,-1-8-104 15,4-6 60-15,4-7-60 0,4-6 4 0,4-5-4 0,8-8 4 16,0 1-8-16,0-1-56 0,11 1 56 15,6-2 0-15,11 3 244 0,0 0 16 0,11-5 156 16,1 1-84-16,8-4-100 16,-1-3-124-16,2-1-108 0,3-2 0 15,-1 0-136-15,-3 0-108 16,-1 0-244-16,6 0-276 0,-9 0-448 0,-1 0-1220 16,-7 0-2401-16,0 0-4363 0</inkml:trace>
  <inkml:trace contextRef="#ctx0" brushRef="#br0" timeOffset="26323.655">21295 3267 1736 0,'0'0'808'16,"0"0"-236"-16,0 0 3772 16,0 0-2500-16,0 0-360 0,0 0-159 0,0 0-85 15,0 0-360-15,-75-10-72 0,63 10-104 16,0 0-124-16,0 7-156 0,0 2-60 0,-4 4-68 0,0 6-20 15,-3 3-16-15,2 7-28 16,2 6 16-16,-2 3 0 0,2 3-28 0,-2 3-48 16,6 1 48-16,-2 6-72 0,6-4 12 15,3 8 0-15,0-4 0 0,4-1-52 16,0 1 4-16,8-1-40 0,4-5 0 16,4-3-68-16,4-8-4 0,-1-5 0 0,1-4-8 15,8-9-60-15,0-7 68 0,0-2 56 16,4-7-56-16,0-4 0 0,0-8 56 0,4-7 4 15,-1-7-56-15,1-5-4 0,-4-4-80 16,0-10-100-16,-1 1-92 0,1-4-20 0,-4 1-16 16,-4 0 64-16,-3-2 72 15,-2 5-28 1,-6 0 16-16,-6 2 0 0,-3 4 84 0,-4 1 20 16,0 4 76-16,-8 5 8 0,1 3 60 15,-2 5 132-15,-6 1-144 0,3 6 20 0,-4 5 28 16,-1-3 36-16,6 8-64 15,-1 0-20-15,-4 3 44 0,4 3-96 0,-1 11-296 16,2 0-12-16,-4 9 0 0,2 6 124 16,5-1 84-16,1 4 52 0,3-4 40 0,-1-3-40 15,5-2-76-15,0 0 76 0,5-8-52 16,-1 1-100-16,7-3 64 0,1 3 60 16,0-4-36-16,7-2 64 0,2-1-52 0,-1-2 12 15,8-4-136-15,4-3-672 0,4-3-580 16,-5-4-876-16,17-15-2257 0</inkml:trace>
  <inkml:trace contextRef="#ctx0" brushRef="#br0" timeOffset="27352.918">22558 1774 1056 0,'0'0'848'16,"0"0"4912"-16,0 0-3984 16,0 0-263-16,0 0-101 0,84 0-72 0,-52 3-160 15,4 1-160-15,4-1-152 0,4 1-124 0,0-1-100 16,3 0-200 0,-2-3-112-16,-2 0-196 0,4 0-76 0,-6 0-60 15,2 0-132-15,-7-3-40 0,1 0-64 0,-5-1-444 16,-5 1-424-16,-3 3-580 0,-12-4-2172 15,-4 4-2729-15</inkml:trace>
  <inkml:trace contextRef="#ctx0" brushRef="#br0" timeOffset="27726.044">22762 1921 7476 0,'0'0'1932'16,"0"0"-331"-16,0 0-841 0,0 0-120 0,0 0 320 15,0 0 268-15,0 0-280 0,0 0-496 16,0 0-236-16,0 0 248 0,32 28 60 16,-12-14-40-16,4-6-288 0,-1 5-96 15,-3-1-100-15,1-1-24 0,-2 1-64 16,-3 4 76-16,-4 0-112 0,-8 6 40 0,0 3 84 16,-4 10 0-16,-8 6-12 0,-7 11-212 0,-10 1-136 15,1 7 60-15,-4 1 64 0,-4 6 88 16,1-4 84-16,3 1-24 0,0-1 48 15,5-3 40-15,-2-8 116 0,9-8 272 16,4-9 12-16,5-7-104 0,7-6-96 0,0-3-116 16,0-6-80-16,11 1 160 15,1-2 108-15,8-3 108 16,4-3 272-16,4-2-184 16,4-2-88-16,4 3-124 0,-4-5-48 0,3 0-160 15,-3-7-48-15,4 3-60 0,-4-2-88 16,-1-1-364-16,-3 1-272 0,4-2-144 0,-8 4-712 15,-3-3-2428-15,-2 7-3597 0</inkml:trace>
  <inkml:trace contextRef="#ctx0" brushRef="#br0" timeOffset="28096.787">22853 3542 11997 0,'0'0'2616'0,"0"0"-2616"0,0 0 36 0,0 0-36 0,0 0 216 15,0 0 500-15,0 0 204 0,0 0-236 0,81-28-396 16,-53 16-200-16,-1-1-88 0,-3 3-52 15,4 4-36-15,-4 3 4 0,0 3 20 16,-5 3 16-16,1 6 48 0,1 7 160 31,-6 3 28-31,5 6-40 0,-4 4 88 0,-4 7-52 16,0-2 0-16,0 2-24 0,-4 1-92 0,0-2-68 0,0-7-88 16,0 2 40-16,0-8-76 15,-4-6-72-15,0-7-88 0,3-3-312 16,-3-6-456-16,5-6-420 0,-1-6-628 15,-1-4-1041-15,1-16-3495 0</inkml:trace>
  <inkml:trace contextRef="#ctx0" brushRef="#br0" timeOffset="28293.3">23351 3384 10460 0,'0'0'1557'0,"0"0"-1033"0,0 0 180 16,-71 70 260-16,47-42 60 0,-4 2-232 15,-4 0-124-15,0 5-308 0,0 1-236 0,0 2-124 16,-3 0-184-16,3 0 8 16,0-2-60-16,4-3-168 0,0 0-276 0,4-8-364 0,5 0-1084 15,2-6-3029 1,-3 4-1151-16</inkml:trace>
  <inkml:trace contextRef="#ctx0" brushRef="#br0" timeOffset="29401.033">23849 3330 964 0,'0'0'1056'16,"0"0"3980"-16,0 0-3064 0,0 0-808 0,0 0-183 15,-83 39 83-15,67-26-104 16,-3 5-236-16,2 5-164 0,1 2-68 16,0 0 24-16,0 7 64 0,4 0-4 0,1 6 24 0,2-3-40 15,1 0-152-15,8-1-52 0,0 1-72 16,0-9-16-16,4-1-84 0,5-6-60 16,2 0-24-16,1-9-88 0,1 0 48 0,2-4 12 15,5-3-8-15,-4-3 8 0,4 0-72 16,0 0-12-16,-4-6-196 0,0-1-88 15,3-2-144 1,-6 0-140-16,-2-4-248 16,2 0-412-16,-9 3-952 0,0 1-2001 15,-4-1-2143-15</inkml:trace>
  <inkml:trace contextRef="#ctx0" brushRef="#br0" timeOffset="29565.942">23658 3686 4076 0,'0'0'1760'15,"0"0"1748"-15,0 0-1932 0,0 0-611 0,0 0 391 16,0 0 52-16,0 0-36 0,0 0-380 0,0 0-236 16,96-19-260-16,-68 16-212 0,0-4-160 0,0-2-124 15,3-1-8-15,1-2-168 0,0-4-192 16,0 2-476-16,0 2-232 0,-4-1-888 16,4-2-3249-1</inkml:trace>
  <inkml:trace contextRef="#ctx0" brushRef="#br0" timeOffset="30129.975">24304 3207 132 0,'0'0'8112'16,"0"0"-6260"-16,0 0-807 0,0 0-93 15,0 0 328-15,0 0 64 0,0 0-348 0,0 0-264 16,0 0-336-16,0 0-244 16,0 0-152-16,0 0-4 0,0 0-4 0,-40 38-8 0,28-23 12 0,0 4 0 31,0 7 4-31,0 6 88 0,0 2 36 16,-4 8 28-16,4-1 56 15,-3 7 28-15,2-1-12 0,2 7 12 16,-2-6 8-16,5 6-44 0,1-3-64 0,3 0-28 0,4-1-8 15,0-5-24-15,0-7-76 16,11-3-12-16,-3-3-52 0,5-7 64 16,2-3 4-16,-2-3 4 0,2-3-8 15,5-7 8-15,0 2 64 0,0-8-64 0,4-3-8 16,4 0 0-16,-4-10-84 0,3-6-16 0,5-3 28 16,-4-6-16-16,0-7-60 0,-4-3-12 0,0-6 12 0,4-1-84 15,-4-2-40-15,-4-1 24 16,0 5 48-16,-1-2 152 0,-6 3-80 0,-6 5 4 15,-3 2 24-15,-4 4-12 0,0 3 52 0,-11 4 48 16,-6 0-88-16,-2 5 24 0,-1 0 0 16,0 3 4-16,0 4 144 0,0 2 56 15,0 4 244-15,4 3-196 0,0 3-76 16,0 7-100-16,5 2-48 0,-2 8 40 16,2-1-4-1,2 0 4-15,5 4-128 0,0-2-28 16,4-2-36-1,0-6 40-15,8 3-4 0,1-3-12 0,2-4 124 16,2-3-24-16,2 1 24 0,2-7 48 0,2 0-272 0,5 0-240 16,0-3-872-16,-4-1-900 0,8-5-2789 0</inkml:trace>
  <inkml:trace contextRef="#ctx0" brushRef="#br0" timeOffset="32731.799">26356 873 692 0,'0'0'4348'15,"0"0"1136"-15,0 0-3299 0,0 0-669 0,0 0-216 0,0 0-72 16,0 0-120-16,0 0-268 0,0 0-176 15,0 0-212-15,-8 0-144 0,8 3-140 16,0 0-112-16,0 10-48 0,0 3 32 16,0 9-28-16,0 7 60 0,0 3-68 0,0 6 56 15,0 1 40-15,0 2-92 0,0 0-8 16,0 4-8-16,0-4-128 0,0 1 4 0,4-1 8 0,-4-2-8 16,0-4-76-16,0 0-28 15,0-3-436-15,0-3-92 0,0-4-92 16,0-2-584-16,0-4-756 0,0-7-1837 0,-4 5-2459 15</inkml:trace>
  <inkml:trace contextRef="#ctx0" brushRef="#br0" timeOffset="33256.411">24925 2092 5380 0,'0'0'4684'15,"0"0"-3551"-15,0 0-449 0,0 0 84 16,0 0 444-16,0 0-136 16,0 0-184-16,0 0-148 0,0 0-308 0,0 0-348 0,0 0 120 15,0 0 228-15,52 6 316 16,-20-6-160-1,0 0-236-15,7 4-24 0,2-1-28 0,2-3 28 16,6 3 32-16,2-3-84 0,9 0 64 16,-1 0-176-16,1 0-84 0,8-3-80 15,0 0 60-15,4-4-4 0,3 1-48 16,1-1-8-16,-1-2 0 0,5 3-4 16,-4-1 0-16,0 4-48 0,-5-3-16 15,1 3 60-15,0-1-8 0,-1 1 0 0,-3 0-36 0,4 0 40 16,-4 0 4-16,-4-3-104 0,3 1 36 15,-7 3-28-15,4-1 16 0,-5 0 24 16,-3-1-76-16,0-3 40 0,-1 1-40 16,1 1-44-16,0-2 32 0,-7 0-48 15,2 1-24-15,-7-2 48 0,0 1 64 0,-5 0 96 16,5-3-112-16,-8 4-132 0,-4-3 24 0,0 2-76 16,-4-2 12-16,-4 3-12 0,-5-1-76 0,-2 1-76 15,-2 2-212-15,-2-1-196 0,-10 5-176 16,1-4-236-16,-4 4-176 15,0 0-65-15,0 0-339 0,-7 0-804 0,-1 4-2188 16,3-4 3669-16</inkml:trace>
  <inkml:trace contextRef="#ctx0" brushRef="#br0" timeOffset="37269.494">26264 2374 2396 0,'0'0'784'0,"0"0"100"15,0 0 3608-15,0 0-2992 0,0 0-531 16,0 0-145-16,0 0-92 0,0 0-80 16,0 0-44-16,0 14-124 0,0-2-68 15,0 1-36-15,4 6 72 0,0 3 40 16,-4 3-64-16,4 4-104 0,0 0 24 16,0 5-112-16,-4 2-48 0,0 2-16 0,0-1-72 15,0 2 0-15,0-2-16 16,0 1-32-16,-4-2-52 0,0-5-48 0,0-2-60 15,4-4 8-15,0-9-24 0,0-5-76 16,4-6-408-16,4-5-408 0,8 0-92 0,-1-12-416 16,6-4-372-16,-1-7-2513 0,-1 4-711 15,1-15 3488-15</inkml:trace>
  <inkml:trace contextRef="#ctx0" brushRef="#br0" timeOffset="37582.282">26862 2308 260 0,'0'0'9252'0,"0"0"-7319"16,0 0-1085-16,0 0-260 0,0 0 140 16,0 0 184-16,0 0-64 0,0 0-196 0,0 0-232 0,-68 80-236 15,53-49-20-15,-2 4 60 0,-3 3 12 0,4 3 24 16,0 1-12-1,4-1-24-15,1 3-28 0,2-6-8 16,5 1-4-16,4-7 12 0,0-5 0 16,0-4-12-16,4-4-36 0,5-3-60 15,2-3-40-15,1-4-48 0,4 1 0 0,0-4-60 16,0-6-212-16,5 0-84 0,-2 0 36 16,-3-6 36-16,4-4-148 0,-4-3-304 15,-1-2-328-15,-6-1-464 0,-1-3-816 16,-4 2-817-16,-4 5-3419 0</inkml:trace>
  <inkml:trace contextRef="#ctx0" brushRef="#br0" timeOffset="37742.13">26710 2730 6340 0,'0'0'5753'0,"0"0"-4209"0,0 0-1096 0,0 0-220 0,0 0 100 16,0 0 528-16,0 0 376 0,0 0-288 15,0 0-348-15,0 0-400 16,0 0-196-16,69-3-196 0,-50-7-324 15,1-3-248-15,-1-2-324 0,2 2-420 16,-5 0-912-16,-1 1-1693 0,-7 2-899 0</inkml:trace>
  <inkml:trace contextRef="#ctx0" brushRef="#br0" timeOffset="37889.753">26917 2635 184 0,'0'0'1980'0,"0"0"-1012"0,0 0 4632 0,0 0-3696 16,0 0-991-16,0 0-169 0,-11 82 228 15,11-62 172-15,0 6-172 16,0-5-192-16,0 5-276 0,4-8-144 15,0 5-136-15,-1-7-224 0,5-4 0 16,-4 1-112-16,1-7-136 16,6-2-684-16,-3-4-364 0,5 0-520 0,-6-7-1453 15,9-15-3759-15</inkml:trace>
  <inkml:trace contextRef="#ctx0" brushRef="#br0" timeOffset="38195.618">27248 2352 4412 0,'0'0'1108'16,"0"0"3392"-16,0 0-3251 0,0 0-785 0,0 0 180 0,0 0 476 0,0 0-40 15,0 0-220-15,25 48-372 16,-22-29-248-16,1 0-76 0,4 3-36 0,-4 4-16 0,0 2-24 0,0 2-4 15,0-3-16-15,-4 5-68 16,4 3-64-16,-4-3 52 0,0 2-48 16,0-1-40-16,0-1-52 0,0-5 28 0,0-4-104 15,4-1-148-15,-4-6-344 0,0-3-204 0,4-7-208 16,0 0-316-16,0-6-917 31,-4 4-1911-31,4-4 264 0</inkml:trace>
  <inkml:trace contextRef="#ctx0" brushRef="#br0" timeOffset="38975.429">27961 2311 3668 0,'0'0'300'0,"0"0"1692"0,0 0 1964 0,0 0-2447 16,-55 70-353-16,34-38-264 15,-2 0-80-15,3 9 24 0,-8 0-8 0,0 9-160 0,0 1-144 16,-4 7-164-16,-4 0-76 15,5 5-48-15,-9-3-52 0,4 0 4 16,0 1-28-16,4-4-112 0,0-4-4 0,0-2-44 16,9-6-176-16,3-7 68 15,-1-6 8 1,10-7-48-16,-1-5-88 0,7-8-48 0,2-6-64 0,3-3-136 16,0 1-160-16,0-4-284 0,3 0-744 15,6 0-120-15,3-7-597 0,-1-3-167 16,6-2-1544-1,-10-1 2664-15</inkml:trace>
  <inkml:trace contextRef="#ctx0" brushRef="#br0" timeOffset="39475.976">28289 2676 1280 0,'0'0'1004'0,"0"0"-276"0,0 0 4000 0,0 0-3340 0,0 0-652 0,0 0-104 16,0 0 209-16,0 0 107 0,-9-9 228 15,9 9-108-15,-4 0-300 0,0 0-164 16,0 0 36-16,0 0 60 0,-3 3-116 16,-6 0-356-16,2 0-228 0,-6 7-160 15,-2 2 148-15,-5 4 12 0,0 7 4 16,0 5 8-16,-1 3 64 0,2 1-4 0,3 7 52 15,0-2-12-15,0 5 24 0,4 3 12 16,4-1 0 0,0-3-24-16,4 0 48 0,4-2 0 15,4-4 120-15,0-7 40 0,8 1-148 16,5-7-60-16,2-3-16 0,9-3 16 16,-4-7-40-16,8 4-24 0,-1-10-48 0,1 1-4 15,4-4-8-15,-4 0-96 0,0-4-76 16,-4-5-132-16,0-3-76 15,1-2-184-15,-10-5-140 0,5 0-64 0,-8 3-428 16,-4-6-720-16,-5 10-1228 0,-3-7-2925 0</inkml:trace>
  <inkml:trace contextRef="#ctx0" brushRef="#br0" timeOffset="39808.542">28184 3089 4272 0,'0'0'5156'0,"0"0"-1975"16,0 0-2209-16,0 0-744 0,0 0 544 0,0 0 588 0,0 0-204 15,0 0-300-15,0 0-328 0,0 0-268 16,88 9-260-16,-71-12-96 0,2-6-352 16,-3 2-96-16,4-5-224 0,-8 2-212 0,4-2-292 15,-9 5-484-15,2 1-128 16,-5 2-57-16,-4 4 269 16,0 0 1072-16,0 0 600 15,0 4 796-15,0-1 268 0,0 3 60 0,-4 1 0 16,0 2-131-16,4 7-85 0,-5-3-4 15,5 3-140-15,0 3-132 0,0 0-68 0,0-1-112 16,0 6-96-16,0-6-32 16,0 5-40-16,0-5-8 0,0-2-128 15,0 0-148-15,5 0-92 0,-5 0-32 0,8-4-48 16,-8-2-264-16,8-3-608 0,-5-1-536 0,6-6-976 16,-1 0-3357-16</inkml:trace>
  <inkml:trace contextRef="#ctx0" brushRef="#br0" timeOffset="40173.6">28599 3369 4440 0,'0'0'7409'0,"0"0"-6065"0,0 0-1344 0,0 0 52 15,0 0 100-15,0 0 432 0,0 0 252 16,0 0-80-16,0 0-452 0,0 0-256 0,60-17-48 16,-41 5-164-16,2 2-36 0,-1 1 88 15,-1-3 60-15,-2 5 4 16,-2 0-56-16,1 4-8 0,-4 3 112 0,0 0 100 16,-4 0 116-16,0 6 36 0,0 5 12 15,-4 1-28-15,-1 4-32 0,2 3-68 16,-1 2-60-16,0 2 88 0,0 6-64 0,-4-4 0 0,0 3-28 15,4-1 16-15,-4-6-80 0,0 1-8 16,4-6-48-16,-4-2-52 0,3-8 0 0,-3 0-52 16,5-6-452-16,-1 0-476 0,0-10-224 15,4-9-572-15,-1 6-937 16,10-18-3095-16</inkml:trace>
  <inkml:trace contextRef="#ctx0" brushRef="#br0" timeOffset="40340.809">28977 3254 5308 0,'0'0'4364'0,"0"0"-1891"0,0 0-1617 0,0 0-320 31,-87 67 276-31,66-44 376 0,-2 2-184 0,-1-3-256 0,0 3-348 0,4 0-204 16,-3-2-100-16,-2 2-96 0,1-2-76 16,0-5-120-16,1 4-264 0,-5-6-464 15,0 4-412-15,-4-5-720 0,0 1-1081 16,8-3-2823-16</inkml:trace>
  <inkml:trace contextRef="#ctx0" brushRef="#br0" timeOffset="40838.793">27890 2708 732 0,'0'0'1212'0,"0"0"-248"31,0 0 3248-31,0 0-2124 0,0 0-548 0,0 0-487 16,0 0-205-16,-20 83-20 0,20-58 12 15,0 4-20-15,0 5-176 0,0 4-28 16,0 3-80-16,4 4-12 0,0 3-80 16,3-1-72-16,-2 7-100 0,-1 1-100 15,0-2-24-15,0 1-148 0,0 1-72 0,-1-8-12 16,1 1-40-16,0-7-196 0,5-6-88 0,-2-7-136 0,5-8-232 16,8-12-480-16,1-4-224 0,2-4-552 15,5-16-757-15,-8 0-3071 16,8-25 3528-16</inkml:trace>
  <inkml:trace contextRef="#ctx0" brushRef="#br0" timeOffset="41262.894">29193 2638 3708 0,'0'0'4176'16,"0"0"-1648"-16,0 0-931 0,0 0 39 0,7 79 20 15,-3-52-212-15,-4 4-412 0,9 1-164 16,-1 2-292-16,-5 4-72 0,9 6-140 16,-3 2-56-16,-2 4-64 0,1 1-88 0,0 0-44 15,-4-1-76-15,1 5-36 0,-2-2-72 16,-3 2-40-16,0-1-56 0,0-4-128 15,-3-2-264-15,-2 0 32 0,1-7-100 0,0-3-176 16,4-3-212-16,-4-4-568 0,4-8-880 16,-4-4-2205-16,4-6-2031 0,-4-5 6072 15</inkml:trace>
  <inkml:trace contextRef="#ctx0" brushRef="#br1" timeOffset="56906.609">18834 2279 5640 0,'0'0'4032'15,"0"0"-3668"-15,0 0-356 16,0 0 60-16,0 0 64 0,-97-53 240 16,74 36-7-16,-9 2 239 0,0-2-28 0,-4-2-152 15,-4 5-132-15,1 0-48 0,-10 5 112 16,6-1 168-16,-5 7-132 16,1 0-164-16,-2 3-88 0,-2 3-100 0,-1 3-40 0,0 4-60 15,-4-1 60-15,-4 4 8 0,5-1 44 16,-5-1 48-16,4 1-100 0,-3-2 0 15,3-1 64-15,0-2-64 0,-4 2-32 16,5-4 28-16,-1 0-56 0,0 1 60 0,-4 0 52 16,0-3-4-16,0 4-48 0,-3-1 100 15,3 0-32-15,0 4-60 0,4-1 124 16,0-2 56-16,5 5-60 0,-1-6-68 0,5 4 28 0,-5 0 52 16,7-4-68-1,-2 3-68-15,2-2-4 0,2-1 12 16,3 0 12-16,5 5-24 0,-2-3-52 0,5 6 48 15,0-2-72-15,1 6 20 0,3 2 56 0,4-1 88 16,0 7-76-16,0-1 36 0,0 3 16 16,5 8-64-1,-1-1 52-15,-1 3 4 0,6 0-52 0,2 3-8 16,6 1-56-16,3-4-144 0,0 6 192 16,4 0 0-16,0 5-36 0,0-2-16 15,0 3-48-15,0 1 112 16,4-3 0-16,0 6 60 0,3-3 28 0,2 2-84 15,3 5 72-15,4-4-68 16,7 3-8-16,5-1-4 0,9-2-8 0,2 1 12 0,9-5 0 16,8 5-12-16,11-1 4 0,5-3-44 0,8-1 8 15,7 0 44-15,9 2 12 0,3-1-4 16,9-1 92-16,4 1-96 0,3-1 60 0,5-1-64 16,-1-8 0-16,5-3 0 15,-4-13-100-15,-9-6-112 0,4-12 84 16,-7-7 128-16,3-19 256 15,-3-9-244-15,-4-8 200 0,-4-11-164 16,-8-7-48-16,-6-3 0 0,-5-10 0 16,-10 1 12-16,-11-5 24 0,0-2-32 15,-12-2 48-15,-1-2-52 0,-6-2-12 0,-6-5-52 16,-7-4-36-16,0-3 0 0,-8-5 48 16,0-2-312-16,-9-1 188 0,-7-2 52 0,0 2-4 15,-4 4-112-15,-4 2 240 0,-7 5-4 16,-10 2-40-16,-2 6 36 0,-1 8 16 15,-4 5 60-15,-4 6-8 0,1 10 116 0,-9 7 4 16,-1 9-56-16,-10 7-124 16,-5 9-228-16,-11 6 4 0,-13 7 84 15,-8 6-392-15,-8 6-408 0,-12 7-596 0,29 3-1409 16,-52 15-2995-16</inkml:trace>
  <inkml:trace contextRef="#ctx0" brushRef="#br1" timeOffset="58455.594">26754 2286 4224 0,'0'0'652'15,"0"0"-444"-15,0 0-128 0,0 0 2404 16,-87-23-1084-16,59 14-468 0,-4 0-168 16,0 2 137-16,0 1-145 0,0 6-92 15,-3 0-344-15,-1 0-192 0,-1 3-116 16,2 3 76-16,-5 7 128 0,4 0-48 15,-8 2-168-15,4 1 48 16,-3 3 4-16,-2 3 60 0,-2 4-20 0,3 0-92 0,-3-1-12 16,2 4 12-16,-2 2 0 15,3 4 0-15,0 0-12 0,5 3-60 16,-6 4 68-16,6 2 8 0,3 0-16 16,-1 5 12-16,5-5-88 0,5 3 84 15,-1-3 4-15,8 2 84 0,0-6-84 0,8 2-56 16,1-4 48-16,6 0 16 0,1-3-16 0,4 3-80 15,0 0 84-15,9 3-96 0,2 3-16 16,5 4 116-16,4 2 100 0,0 2-96 16,4-5 0-16,3 4-8 0,5-1 8 15,5-1 188-15,2 1-184 0,5-3 120 16,4 5-128-16,8-1-24 16,0-1 24-16,8 1 8 0,7-1 0 15,4 2 0-15,5-2 156 0,8-2-152 16,8 2 116-16,-1 2-120 0,9 2 92 15,-4 0 44-15,3 3-140 0,0 0-8 16,-2 4-80-16,2-4 84 0,4-3 40 0,1-4-28 0,-1-6-12 0,5-8 48 16,0-11 104-16,-1-9-24 15,1-9 72-15,0-7 104 0,-5-4-304 16,5-9 0-16,3-6 204 0,-3-4 48 16,3 2-100-16,5-2 484 0,-9 4-112 0,1 0-188 15,-9 4-152-15,-7-1-60 16,-8 0-24-16,-1 0-100 0,-3-6 8 0,-5-4 512 15,5-6 228-15,0-2-452 0,-8-11-200 16,0 1-96-16,-5-8 4 0,-7 2-4 0,-4-4 48 16,-4-7-36-16,-4 2 84 0,-5-8-96 15,1-7-8-15,-4-1-56 0,-1-1 56 16,-2-6-136-16,-2-2-28 0,-3-1 12 16,-4-4 24-16,-4 3 28 0,-8 1 8 15,-8 2 28-15,-5 7 72 0,-7 6 0 16,-7 6 172-16,-13 7 120 15,-4 3-192-15,-12 0-16 0,-8 4-80 0,-12 1 64 16,-8 2-60-16,-7-1 32 16,-9 7 104-16,-3 0-128 0,-5 6-16 15,0 0-64-15,-3 3-120 0,-5 1 180 0,-3 2-228 16,-5 1-136-16,-4-1 196 0,-3-3 60 16,-5 4 112-16,1-4-84 15,-9 0-104-15,5-4 128 0,-9 3-12 0,1-3 60 0,-1 1 4 0,0-2-152 16,1 5 160-16,0 0-124 15,-1 4 76-15,1 5 12 0,0 4-164 0,-2 3 88 16,2 7-60-16,3 5-16 0,5 4-8 16,0 7-104-16,7 6-176 15,4-1 60-15,1 8 116 0,4-5-92 0,2 3 40 16,2 1-244 0,7-2 116-16,8 2-824 0,5 4-637 0,19-5-2127 15,-27 11-1244-15</inkml:trace>
  <inkml:trace contextRef="#ctx0" brushRef="#br1" timeOffset="59841.986">18511 4171 8748 0,'0'0'1576'0,"0"0"-1200"0,0 0-15 0,0 0 103 16,0 0-280-16,0 0-184 0,0 0-4 0,0 0 4 15,0 0 88-15,0 0 40 0,24 4 104 16,-5 3 12-16,5 5-64 16,0 4 188-16,4 0 16 0,8 3-180 0,0 6 164 15,4 0-292-15,4 1 0 0,4 2-60 16,-1 1 60-16,5 0-76 0,4-4-12 16,-1 3 12-16,5-4 12 0,-4-3 12 0,4 2-24 15,3-4-68-15,-3 2 68 16,4-1 0-16,3 2-12 0,-3 0 0 0,5 3 12 15,-2 2-4-15,1 0 0 16,3 2 4-16,-2-1 0 0,-2 1-16 16,1 0-148-16,-5-1 64 0,5-3 84 0,-4 1 28 15,8-3-24-15,-4-2 12 0,7-2-4 16,1 1-4-16,3-5-152 0,1 2 160 16,-5-5 68-16,6 1-68 0,3-4 0 15,-2 1 132-15,-1 3-128 0,6-4-8 16,-3 1 0-16,-5-3 4 0,5 1 4 0,0 2 208 15,-1-3-212-15,5-4 0 0,-4 2 0 16,4-5 88-16,4 4-88 0,-1-4-76 16,-4 0 76-16,5 0-12 0,-1-4-92 15,1 2 92-15,-4-4 12 0,0 2-4 0,-1-3 4 16,1 4 8-16,-4-2-4 0,-1 1 4 0,1 2-8 16,0-5 0-16,-5 3 0 15,5 1-12-15,-4 0 4 0,-1 3 4 16,5 0-56-16,-5 0 8 0,5 0 52 0,4-2 52 15,-4 2-48-15,4-5 60 0,-1 3-52 16,0-5-12 0,1 4-144-16,0-3 56 0,0 2 12 0,-4-2-88 15,-1 0-28-15,5-4 88 0,-4 4 100 16,0-3 0-16,2-4 8 16,-2 0 4-16,4 0-4 0,0 0 44 0,-5-2 4 15,5-2 36-15,-1-2-28 0,1 0-60 16,4 0-4-16,0-6-4 0,3 0-60 15,-3-3 68-15,3-1-4 0,-3-3 0 0,0 3 0 0,-5 2 4 16,1 0 8-16,-4-1 4 0,-5 6-12 16,-7-1 180-16,-4 0-120 15,-8 9-48-15,-5-2 0 0,-3-1-12 0,-7 5 0 16,-6 2-8-16,-3 2-56 0,-8 1 56 16,-4 0-132-16,-5 1 12 0,1 2-28 15,-12 1-544-15,0 0-124 0,1 3 248 0,-9 0 187 16,0 0-11-16,-9 0-180 0,1 0-1144 15,-16 0-2164-15</inkml:trace>
  <inkml:trace contextRef="#ctx0" brushRef="#br1" timeOffset="62078.71">18650 4509 2916 0,'0'0'2244'16,"0"0"2148"-16,0 0-3616 0,0 0-412 0,0 0 33 15,0 0-9-15,0 0-208 0,0 0-104 0,0 0 16 0,-40 73 8 16,40-61-8-16,0 1-16 0,0-4 64 16,0 1 52-16,0-1 76 0,0 1 68 15,0-1-44-15,4 1 104 0,1-1-116 16,2 2-116-16,-3-3-160 0,8-2 0 16,4 5 96-16,0-3 168 0,4 3-180 0,-4-3-88 31,7 3-96-31,-2-2 96 0,3-4 24 0,4 6-16 15,-5-2 0-15,-3-2 56 0,4-1 0 16,0 1-52-16,-4-1 100 0,0-3-24 16,0 3-148-16,-4-2 60 0,4 2-12 15,-5 0-40-15,2-3 0 0,2 4 40 16,1-1-44-16,1-3 56 0,2 3 0 0,5-2-24 16,0 2 12-16,0 0-76 0,0 0 84 15,4 1 4-15,-1-1 44 0,-3-2-44 0,4 3 0 16,4-1-48-16,-4-4 96 15,0 4-48-15,-1-2 4 0,6-4-4 0,-1 3 52 16,0-3-52-16,-1 0 52 0,5 4-48 0,-5-4-8 16,2 3 4-16,-5 0-76 15,4-1 68-15,-4 5 8 0,3-1 64 0,-3 1 12 0,-4-2-76 16,4 6 52-16,0-5-44 16,-4 1-4-16,4 2 96 0,-1-2-100 0,1-1-100 15,0-3 100-15,0 3-4 0,0 1-112 0,0-1 100 16,-1 0-72-16,1-3 88 0,4 4 8 15,-4-1-8-15,-4-3 12 16,4 4-12-16,-1-4 12 16,-3 3 64-16,4-3-76 0,0-3 152 15,0 4-100-15,-4-4-52 0,4 2 0 16,0-2 12-16,-1 0 40 0,1 5-104 16,1-5 40-16,-1 2 4 0,0-2-80 0,0 3-12 15,0 0 100-15,-4-3-88 16,3 4 80-16,1-2-160 0,-4 3 168 15,4-5 0-15,0 2 52 0,0-2 64 0,0 0-108 0,-1 0-4 16,5 0-4-16,0 0 36 0,-1 0 52 16,1 0-176-16,1 0 64 0,2 0 24 0,-3 0 36 15,4 0-32-15,-5 0-4 16,6 0-128-16,-5 0 128 0,3 0 24 0,2 0-12 16,2 0-8-16,-3-2 0 0,0-3 0 15,4 3 4 1,-5-2 68-16,6-2-76 0,-6 4 0 15,1-5 0-15,4 0 0 0,-4 4 64 0,-1 0-52 16,6 0 4-16,-6-1 32 16,1 1-48-16,4 3 0 0,-4 0 48 15,3 0-48-15,1 0-4 0,0 0-60 0,0 0 64 16,0 0-52-16,0-3 156 0,3 3-180 0,-2-3 136 16,-2 0-72-16,0 0 12 0,2-1-36 0,-2-2-16 15,2 0 52-15,-2 3 0 16,5-4 64-16,-4 1-60 0,4-1-4 15,-1 1 8-15,2 0-32 0,-6 0 24 0,5 2-100 16,-4-2 100-16,-1 3 0 0,1-1 4 16,4-3-4-16,-4 2-4 0,3-2-4 15,2 1 8-15,-1-1-60 0,3-1 60 0,-3-3 12 0,3 3 0 16,-2-3-4-16,3 5-8 16,-1-2-8-16,-3 1 8 0,4 3 48 0,-8-2-48 15,8 3-16-15,-5 0-120 0,1-1 72 31,-4 1 64-31,4 3 0 0,-1 0-24 0,1-3-24 0,0 0 44 0,0 0 0 16,4 0 4 0,-5-1-4-16,2-2-4 0,2 3-4 15,-3 0-52-15,4 0 56 0,-1 0 8 0,-3-1-8 16,5 1 8-16,-2 0 92 0,-3 3-44 16,4-3-48-16,-1-3 8 0,1 2 56 15,-4 1-64-15,4-3-4 0,0-1-32 0,0 1-28 16,3-1 64-16,-3-2-12 0,4 3-64 15,-5-7 24-15,5 7 0 0,-4-4 52 0,0 0 64 16,-1 5-64-16,1-6 0 0,-8 5 0 16,8-2 76-16,-4 1-76 0,0-3 116 15,0 0-116-15,-1 4-12 0,5-3 12 0,0-1 12 16,-4 1-4-16,4-4-8 16,-4 4-44-16,-5-4 44 0,5 3-88 15,-8 0 88 1,0 1 0-16,-1-1 4 0,-7-3-4 0,5 5 0 15,-2-6-56-15,-7 5 56 0,4-4 0 16,0 5-4-16,-4-3-8 0,0 2 0 16,-5 2-52-16,1-2 12 0,0 6-8 0,-4-4 12 15,0 1 48-15,-4 3 76 16,0-3-68-16,-4 6 68 0,-4-4-68 0,-4 1 0 16,0 3-4-16,0 0 60 0,-4 0 52 0,0 0 36 0,0 0-52 15,0 0-100-15,0 0-52 16,0 0 44-16,0 0 8 0,0 0 60 15,0 0 16-15,0 0 24 16,0 0 28-16,0 0 36 16,0 0-12-16,0 0-4 0,0 0 28 0,0 0-24 15,0 0-40-15,-4-3-60 0,0 3-48 0,4-3-4 0,-4 3 76 0,-4-3-76 32,4-1-40-32,0 4-120 0,-4-2 56 0,-4 2-56 15,0 0-180-15,-4 2-444 0,-4 8-704 16,0 0-969-16,-16 5-3527 0</inkml:trace>
  <inkml:trace contextRef="#ctx0" brushRef="#br0" timeOffset="66523.334">7681 7372 9292 0,'0'0'2913'0,"0"0"-1269"0,0 0-692 0,0 0-672 16,0 0-280-16,0 0 0 0,0 0 228 0,0 0 464 16,68 22-152-1,-32-12-176-15,4-4-40 0,-1 1 60 0,6 0 24 16,2-7-248-16,-3 0 0 0,0-5-40 0,0-4-120 15,-1-7-12-15,1 0 8 0,-4-3-44 16,0 1-176-16,-4-1-244 0,-5 0-516 16,1 5-1080-16,-11 5-1841 0,-6 6-2607 15</inkml:trace>
  <inkml:trace contextRef="#ctx0" brushRef="#br0" timeOffset="66740.471">7777 7868 6216 0,'0'0'5397'16,"0"0"-4177"-16,0 0-560 0,0 0-136 15,0 0-208-15,0 0-52 0,0 0 244 16,0 0 220-16,0 0 52 0,0 0 56 0,0 0-292 16,107 3-188-16,-67-6-132 0,8-8-76 15,-4 6 16-15,4-4-164 0,-1-5-72 0,1 4 72 16,5-2 0-16,-6-4-136 15,9 0-248-15,-4 1-880 0,-5 2-1236 16,-6 0-540-16,6-6-2601 0</inkml:trace>
  <inkml:trace contextRef="#ctx0" brushRef="#br0" timeOffset="67698.618">10422 6903 6928 0,'0'0'3088'0,"0"0"-2135"0,0 0-321 31,0 0 88-31,0 0 72 0,0 0-40 0,0 0-172 0,0 0-136 16,0 0-180-16,0 0-264 0,-51 31 52 15,79-34 60-15,15-4 544 16,21-2 232-16,12 0-276 0,11-8-364 15,10 5-124-15,6-4 36 0,0 0-72 16,1 0-80-16,-8 0 176 0,-1-3-172 0,-7 3-12 16,-5-3 0-16,-3 1-148 0,-8-6 60 15,-4 3-84-15,-13 2-188 0,-7 1-84 0,-8 4-232 0,-12 4-56 16,-4 4-248-16,-12 6-684 16,-9 0-685-1,-3 0-1675-15,-15 16-2320 0</inkml:trace>
  <inkml:trace contextRef="#ctx0" brushRef="#br0" timeOffset="68098.168">10773 7074 5276 0,'0'0'6589'0,"0"0"-5373"0,0 0-1216 0,0 0-52 0,0 0 52 16,0 0 624-16,0 0 252 0,76 54-84 0,-41-46-324 15,6 3-28-15,2-2-12 0,2 1-216 16,-2-4-188-16,-3 4-24 0,0 2-88 16,-8 4 80-16,-4 3-60 15,-9 6 68-15,-6 4 84 0,-6 5-84 0,-7 12-136 16,-3 1-128-16,-10 4 88 0,-6-1 68 16,-9 8 108-16,0-3 156 0,-4-5 32 15,0 1-40-15,0-1-24 0,0-1 16 16,4-5-132-16,0-6 40 0,8 3 40 15,1-10-80-15,6-2 76 0,6-7-84 0,7-2-4 0,3-8-160 16,18 1 40-16,3-4 124 0,12-2 112 16,7-4-12-16,9-3 88 0,4-7 8 15,4-5-8-15,-1-5-16 0,9 3-84 0,-4-5-24 16,3-1-64-16,1 4-76 16,3-3-112-16,6 0 52 0,-2 3-272 15,1 4-276 1,3 5 440-16,1 3-356 0,-4 4-1172 0,0 0-952 15,-20 0-461-15,15 0-3303 0</inkml:trace>
  <inkml:trace contextRef="#ctx0" brushRef="#br0" timeOffset="69424.26">21909 3854 2844 0,'0'0'1552'16,"0"0"2260"-16,0 0-2648 0,0 0-412 0,0 0 32 16,0 0 29-16,0 0-221 0,-51-9-196 0,38 9 64 31,-6 6-144-31,-1 7-100 0,4 0 16 0,-8 2-4 16,4 5 76-16,-1 2 76 0,6 0 20 0,-5 6-148 0,4 1-128 15,4 3-124-15,0 0 0 16,5 3 84-16,3-1-36 0,-1 2 52 15,5-5-12-15,0-2-76 0,0-4 76 0,9-6-88 16,-2-7-48-16,1 1-16 0,5-7-48 16,-6 1-8-16,5-7 120 0,0 0 0 15,4 0-76-15,-4-3 68 0,4-7-44 16,-5-3-124-16,2-1-544 0,-2-6-408 16,-2 1-612-16,-1 6-1437 0,-8-9-3003 15</inkml:trace>
  <inkml:trace contextRef="#ctx0" brushRef="#br0" timeOffset="69585.53">21667 4109 2100 0,'0'0'392'0,"0"0"5792"0,0 0-4732 15,0 0-1116-15,0 0-272 0,0 0 669 0,0 0 63 16,0 0-28-16,0 0-40 0,90 0-296 0,-66 0-244 16,1 0-188-16,-1-7-116 15,0 3-200-15,4-5-104 0,-5 4-616 16,-3-6-777-16,-4 5-2379 0</inkml:trace>
  <inkml:trace contextRef="#ctx0" brushRef="#br0" timeOffset="70149.435">22056 3816 1540 0,'0'0'808'0,"0"0"3768"0,0 0-2552 0,0 0-524 15,0 0-491-15,0 0-189 0,0 0-208 0,0 0-124 16,0 0 8-16,13 76 164 0,-1-47-32 16,3 9-24-16,5-3-164 0,-3 3-60 15,6 0 56-15,-3 1-176 0,0-8-148 16,0 0-112-16,0-1-40 0,-4-8-60 15,0-3-36-15,0-4 0 0,-4-2-140 16,-1-4 28-16,2-4-348 0,-2-3-408 0,2-2-432 16,-5 0-780-16,-1 0-1081 15,1-16-2691-15</inkml:trace>
  <inkml:trace contextRef="#ctx0" brushRef="#br0" timeOffset="70339.068">22391 3924 6368 0,'0'0'4296'0,"0"0"-3379"0,0 0-445 0,0 0 44 0,-75 67 148 0,55-45 72 15,-4 7-164 1,-1-1-144-16,2 4-188 0,-5 0-132 0,0 2-108 0,4 5-88 0,-4-4 12 16,0 0-12-16,0 2-48 0,5-2-120 15,-5 0-400-15,0 4-120 0,4-5-416 16,0 1-765-16,9-6-867 0,-13 3-1996 15</inkml:trace>
  <inkml:trace contextRef="#ctx0" brushRef="#br0" timeOffset="72905.636">10706 9024 4120 0,'0'0'2864'15,"0"0"-516"-15,0 0-1260 0,0 0-443 0,0 0-29 0,0 0 28 16,0 0-172-16,0 0-76 15,0 0 36 1,0 0-12-16,-41-83-64 0,50 60-76 0,2 1-116 0,1 0-32 16,1-1-132-16,-2 4-8 0,6 4-144 0,-6 5 40 15,1 0-52-15,0 7 12 0,-4 0-52 0,0 3 52 16,4 0 148-16,0 3-96 0,4 7 100 16,0 6 120-1,4 2 72-15,4 12-16 0,-1 5 76 16,1 6-72-16,0 3 120 0,1 6 4 0,-2 5-116 15,-3-4 24-15,0-3 16 16,-4-8-180-16,-4-4 96 0,4-5-132 0,-4-12-12 16,-4-3-52-16,0-6-128 0,-1-4 8 0,2-3-68 0,-5-3-88 0,4-9 28 0,-5-10-372 15,5-7-688-15,-4 1-1105 0,1-23-3595 16</inkml:trace>
  <inkml:trace contextRef="#ctx0" brushRef="#br0" timeOffset="73140.04">11179 8775 4012 0,'0'0'6844'0,"0"0"-5323"15,0 0-793-15,-67 80-104 0,39-48 340 16,4 6 68-16,0 0-216 0,-4 3-192 0,1 0-128 16,-1 1-136-16,4-1-124 0,3-3-104 15,2 0-132-15,-1-4 0 0,3-1-76 16,6-5-48-16,-1-2 16 0,4-1-40 0,4-6-52 0,0 0-60 15,4-3-200-15,4-3-128 16,12-6-104-16,0-2-188 0,8-5-644 0,0 0-1041 16,8-19-2779-16</inkml:trace>
  <inkml:trace contextRef="#ctx0" brushRef="#br0" timeOffset="73375.123">11462 8826 2612 0,'0'0'7780'0,"0"0"-6475"0,0 0-525 0,-60 86 396 0,41-48 52 16,-5 4-172-16,4 2-240 0,0 0-80 15,8 1-216-15,0-1-236 0,8-3-208 16,1-2-36-16,3-1-32 0,0-7-16 16,7-5-40-16,1-4-52 0,0-9 88 15,4-4-124-15,0-5 72 0,-1-4-32 0,6 0 20 16,-6-4 76-16,6-5-4 15,-6-7 4-15,2-3-212 0,-2 0-532 16,-3-7-412-16,1 3-584 0,-5 4-1397 16,-4-6-3343-16</inkml:trace>
  <inkml:trace contextRef="#ctx0" brushRef="#br0" timeOffset="73538.063">11307 9169 6368 0,'0'0'4056'31,"0"0"-2435"-31,0 0-521 0,0 0-588 16,0 0-208-16,0 0 176 0,0 0 180 0,0 0-8 0,0 0 268 0,39-6-148 0,-14 0-364 16,2-4-348-16,1-3-60 0,4-3-124 15,-4 1 0-15,4-1-260 0,-4 0-412 16,0-4-376-16,0 5-816 0,-9 3-2245 0,5-8-3255 16</inkml:trace>
  <inkml:trace contextRef="#ctx0" brushRef="#br0" timeOffset="73806.98">11750 8624 4576 0,'0'0'6377'0,"0"0"-5297"16,0 0-796-16,0 0 508 0,0 0 176 15,0 0 144-15,0 0-52 16,0 0-264-16,83 79-260 0,-63-51-140 0,0 7-124 15,3 3-112-15,1 3 60 0,4 7-144 0,4-3-76 16,-4 2 8-16,0 0-8 16,4-3-76-16,-4-2-8 0,0 0-100 0,-5-8 8 15,5-4-80-15,-4-9-216 0,-3-2-364 16,-2-7-208-16,1-8-392 0,-3-4-952 0,-6-4-1897 0,1-15-2831 16</inkml:trace>
  <inkml:trace contextRef="#ctx0" brushRef="#br0" timeOffset="74054.391">12283 8696 7460 0,'0'0'3200'0,"0"0"-1375"0,0 0-905 0,0 0-68 0,0 0-80 16,0 0-32-16,0 0 28 0,-84 73-56 0,60-48-204 15,5 10-224-15,-1 4-148 0,-4 2-136 0,-1 3-8 16,2 7 8-16,-5 2 0 15,-4 2 4-15,1 2-4 0,-1 3-136 16,0 1-12-16,-4-4 12 0,3 3 12 0,-2-10-100 16,7 2-60-16,1-11-52 15,6-9-164-15,1-4-296 0,9-9-264 16,3-5-388-16,-1-8-580 0,9-6-961 0,0-6-3531 16</inkml:trace>
  <inkml:trace contextRef="#ctx0" brushRef="#br0" timeOffset="76240.995">15251 5750 5136 0,'0'0'3148'15,"0"0"-1852"-15,0 0-664 0,0 0 93 0,0 0 199 16,0 0-116-16,0 0-168 0,0 0-4 16,0 0 48-16,-15-16-304 15,15 16-380-15,0 9-128 0,0 7 128 0,8 6 208 16,-1 10 244-16,1 6-64 0,4 7-112 16,-4 2-72-16,0 4-196 0,1 0 116 15,-2 2-36-15,-7 2-88 0,4-1 0 0,0-7-148 16,-4 2-16-16,0-5-152 0,0-6 16 15,0-1-368-15,0 0-192 0,0-10-160 16,0 4-308-16,-8-1-981 0,4-8-663 0,-12-3-2440 16</inkml:trace>
  <inkml:trace contextRef="#ctx0" brushRef="#br0" timeOffset="76756.734">14084 7096 5672 0,'0'0'2224'16,"0"0"16"-16,0 0-1219 0,0 0-869 0,0 0-8 15,0 0 408-15,0 0 200 0,0 0 208 16,0 0-60-16,0 0-156 0,76-32-268 0,-48 27-112 16,0 0-24-16,4 0 12 0,3-2-16 15,1 0-100-15,8 1 172 0,0 1-196 0,3-2 32 16,5-3-132-16,8 0 60 0,4-2 12 16,7-1-8-16,5-3-20 0,0 1 32 15,8-4-188-15,-9 3 12 0,5-4-12 16,0 4 0-16,-1 0 0 0,1 0-44 0,-1 1 40 31,5-1 0-31,-4 0 0 0,0 3-68 16,0-2 68-16,-5 2-72 0,5-1 64 15,0 2-36-15,-1-3 44 0,1 2 4 0,-4-6-48 16,0 6 44-16,-9-3-72 0,1 3 76 16,-8 0-8-16,-8 4-100 0,-1 0 100 15,-7-1-116-15,0 4 112 0,-9-1-124 0,-3 1 36 0,-4 0-24 16,0 3-108-16,-8 0-104 15,-4 3 24-15,-4-4 28 0,-4 4-116 0,-4 0-60 16,-4 0-108-16,0 0-212 0,0 0-260 16,0 0-632-16,-12-3-2941 15</inkml:trace>
  <inkml:trace contextRef="#ctx0" brushRef="#br0" timeOffset="77417.718">15088 7363 1696 0,'0'0'7728'16,"0"0"-6268"-16,0 0-535 0,0 0-257 15,0 0-168-15,0 0 20 0,0 0 168 16,0 0-232-16,0 0-152 0,0 0 36 16,4 73 0-16,4-29 100 0,4 10 100 0,0 3 8 15,4 1-164-15,0 1-136 0,-5 2-96 31,2-1-4-31,-2 0-40 0,2 4-108 0,-5-4-64 0,-1-2-120 16,1-1 20-16,-3-7-120 16,-1-4 0-16,4-13-92 0,-5-3-36 15,5-11-556-15,5-7-500 0,-2-12-868 0,2 0-1829 16,2-21-2035-16</inkml:trace>
  <inkml:trace contextRef="#ctx0" brushRef="#br0" timeOffset="77728.6">15849 7334 2508 0,'0'0'8477'0,"0"0"-6977"16,0 0-784-16,0 0-156 0,-83 41 48 16,62-22 116-16,-3 11 16 15,1-2 16-15,3 2-160 16,-1 10-124-1,2 1-148-15,7 6-104 0,0 7-96 0,4 4 12 16,4-2 88-16,-4 4 84 0,8-5 72 0,-4-5-160 0,4-5-60 16,0-7 36-16,8-7-76 15,4-5-68-15,0-3-4 0,4-7-36 0,3-4 108 16,6-5-68-16,-1-7-44 16,4 0-8-16,4-7 8 0,-5-5 40 0,5-9-48 0,-4-4-48 15,0-2-112-15,-5-5-352 0,2 3-164 16,-9 1-200-16,-4 2-204 0,-5 7-624 0,-7 0-836 15,0 9-1625-15,-11-2-1683 0</inkml:trace>
  <inkml:trace contextRef="#ctx0" brushRef="#br0" timeOffset="77886.098">15666 7829 3556 0,'0'0'7605'0,"0"0"-6017"0,0 0-336 0,0 0-128 16,0 0-132-16,0 0-76 0,0 0 16 15,0 0-252-15,0 0-632 0,0 0-48 0,0 0-184 16,0 0 168-16,32-12-116 15,-13-1-140-15,5 0-748 0,1-3-344 0,-5 4-596 16,-5-1-792-16,-3 4-1785 0,4-1-1715 16</inkml:trace>
  <inkml:trace contextRef="#ctx0" brushRef="#br0" timeOffset="78027.777">15857 7750 3664 0,'0'0'276'0,"0"0"4516"0,0 0-3600 0,0 0-416 0,16 88 189 16,-8-55 227-16,0-1 44 0,0 1-48 0,4 0-28 15,-4 2-264-15,7-1-192 16,-2 2-308-16,-1-4-396 0,4-2-12 0,-4 0-212 16,4-8-96-16,3-3-248 0,1-2-392 15,5-12-76-15,-2-5-632 0,-7 0-1321 0,12-19-3327 16</inkml:trace>
  <inkml:trace contextRef="#ctx0" brushRef="#br0" timeOffset="78297.099">16419 7334 7952 0,'0'0'5085'0,"0"0"-4005"0,0 0-496 0,0 0-92 16,0 0 236-16,0 0 440 0,0 0-216 0,0 0-420 15,16 85-212-15,-12-47-124 0,8 8-96 16,-5 1-92-16,6 7-8 0,-5 3-40 0,3 4-96 15,-2 2-24-15,2 4 12 0,-3-1-172 16,5 1 48-16,-2-1-88 0,-3-6-24 0,1-2-12 16,2-3-216-16,-3-8-208 15,4-10-404-15,-4-2-344 0,4-9 16 16,-4-7-409-16,0-6-819 0,0-4-1872 0</inkml:trace>
  <inkml:trace contextRef="#ctx0" brushRef="#br0" timeOffset="82378.391">16076 5715 4424 0,'8'-17'468'16,"-4"5"368"-16,-4-1 1388 0,5 1-824 0,-5-4-328 15,0 0 177-15,-9 0-45 0,1 3-80 32,-8 1-24-32,0-1-220 0,-4 6-312 0,-3 0 92 0,-5 2-28 15,4 5-260-15,-4 0-176 0,4 3-96 0,-4 6-4 16,5 4 4-16,-2 6 12 15,-3 4-52-15,8 5-60 0,-4 5 0 0,5 7 0 16,-1 8 40-16,4 6-28 16,7 4 40-16,2 5-44 0,3 0-8 15,4-3 8-15,0 1 76 0,8-7 16 16,4-7-4-16,7-9-44 0,-2-3 120 0,2-12 24 0,1-4-124 16,1-7 64-16,-6-2-124 0,5-4 80 0,-4-6-92 15,-4 0 0-15,0 0 12 0,0-3 36 16,-4-3-48-16,4-7 0 0,-5 0 0 15,2-5-464-15,-1-1-284 0,-4 0-228 0,0-4-140 16,-4 1-608-16,0 2-880 0,-4 5-1461 16,-8-8-735-1</inkml:trace>
  <inkml:trace contextRef="#ctx0" brushRef="#br0" timeOffset="82545.72">15790 6080 1828 0,'0'0'1252'0,"0"0"4604"0,0 0-4108 0,0 0-695 16,0 0-397-16,0 0 264 0,0 0 388 15,0 0-212-15,0 0-192 0,0 0-292 16,43 0-192-16,-30 0-232 0,2 0-188 0,1-7 0 16,4 1-64-16,-4-4-160 0,3-2-472 15,-2-1-808 1,-2 1-880-16,-2 2-2461 0,-2-3-2995 0</inkml:trace>
  <inkml:trace contextRef="#ctx0" brushRef="#br0" timeOffset="82703.34">16013 6022 4468 0,'0'0'5472'0,"0"0"-4255"0,0 0-513 16,0 0 104-16,-12 76 316 0,12-52 4 15,0-6-12-15,0 5-172 0,0-5-224 0,0 1-252 16,8 0-208-16,-4-3-260 0,3 1-60 0,1-2-76 0,1-2-176 0,2-4 52 16,1-2-124-16,0 0-476 15,-4-5-296-15,8-2-364 0,-8 0-848 16,4-7-2393-16</inkml:trace>
  <inkml:trace contextRef="#ctx0" brushRef="#br0" timeOffset="83079.845">16315 6178 808 0,'0'0'7068'16,"0"0"-1995"-16,0 0-3977 0,0 0-576 15,0 0-116-15,0 0 24 0,0 0 112 0,0 0-248 16,0 0-204-16,0 0-88 0,28 3 88 16,-16-9-12-16,4 0-72 0,4-4-4 15,-4-2-88-15,3 1-48 0,-2-1 128 0,-2 3 8 16,-2-1-80-16,-2 3 68 16,-3 5-64-1,1 2 64-15,-1-4-64 0,-5 4-32 0,5 0 108 0,-4 6 60 16,1 1 80-16,3 3 100 0,-5 3-40 0,1 2-12 15,0 5-24-15,0 2 148 0,1 0-52 0,-1-3 124 16,3 3 0-16,-3-3-100 16,0 0-4-16,-4 0-92 0,4-7-68 0,0 2-64 0,1-5-56 15,-2-2-124-15,-3-1-208 0,4-3-112 16,0-3 96-16,4 0-84 0,0-3-376 0,-4-7-400 16,4-5-804-16,0-2-1097 0,0-8-2647 15</inkml:trace>
  <inkml:trace contextRef="#ctx0" brushRef="#br0" timeOffset="83242.335">16638 6035 3484 0,'0'0'1068'15,"0"0"1652"-15,0 0 104 0,0 0-1287 16,0 0-425-16,0 0-116 0,0 0-72 16,-79 54 24-16,62-28-4 0,6-1-212 0,-6 7-196 15,6 0-116-15,-6-4-188 0,2 7-144 16,-2-4-88-16,2 2-48 0,-1-1-88 15,0-4-160-15,0 0-164 0,4-5-348 16,0-4-108-16,8-7-344 0,-4-5-688 16,4-1-737-16,0-8-2287 0</inkml:trace>
  <inkml:trace contextRef="#ctx0" brushRef="#br0" timeOffset="83590.302">16778 5505 2552 0,'0'0'8292'0,"0"0"-6619"0,0 0-1049 0,0 0-128 31,0 0 660-31,0 0 140 0,0 0-304 16,28 76-300-16,-21-50-260 0,-3 2-108 0,4 1-80 0,1 5-108 16,-6 2-24-16,5 5-108 0,0 4-4 15,1-1-64-15,-2 7-20 0,1-3-100 0,0 2-76 16,0-2-60-16,4-4-224 0,0-6-204 16,-4 0 8-16,8-6-76 0,-5-3-360 15,2-4-572-15,2 0-545 0,-6-8-987 16,3 2-3487-1</inkml:trace>
  <inkml:trace contextRef="#ctx0" brushRef="#br0" timeOffset="90567.509">7598 11283 7704 0,'0'0'4161'15,"0"0"-2777"-15,0 0-988 16,0 0-396-16,0 0 0 0,0 0 660 0,0 0 348 15,0 0-204-15,92 13-176 0,-64-9-164 16,3 2-304 0,5 0 64-16,-4-3-200 0,4 1 52 0,-8-1-76 15,3-3 0-15,-3 0-48 0,0 0-76 16,-3 0-148-16,-6 0-212 0,5 0-612 16,-9 6-468-16,-2 0-964 0,-5 1-2233 15,-8 12-2054-15</inkml:trace>
  <inkml:trace contextRef="#ctx0" brushRef="#br0" timeOffset="90736.453">7626 11747 5580 0,'0'0'4724'0,"0"0"-3771"0,0 0-745 0,0 0-200 0,0 0-8 16,0 0 256-16,0 0 424 0,0 0 468 0,0 0-120 15,92 10-308-15,-57-14-180 16,5 1-324-16,-1 0-92 0,10 0-124 15,-6-4 0-15,5 4-76 0,4-3-88 16,-1 3-348-16,5-3-1196 0,-16 6-2233 0,20-4-3007 16</inkml:trace>
  <inkml:trace contextRef="#ctx0" brushRef="#br0" timeOffset="91175.858">9733 10281 12913 0,'0'0'3076'15,"0"0"-1748"-15,0 0-956 0,0 0-372 16,0 0 0-16,0 0 12 0,0 0 236 15,0 0-16-15,0 0 28 0,4 91-24 0,-4-39-100 0,0 0-136 16,-4 9-28-16,4 1-104 0,-8-3-80 16,5-2-60-16,-6 0-84 0,1-5-376 15,-3-2-248-15,-6-2-392 0,-2-4-880 16,2-15-2265-16,-14 13-3442 0</inkml:trace>
  <inkml:trace contextRef="#ctx0" brushRef="#br0" timeOffset="91469.477">8816 11437 9188 0,'0'0'2645'0,"0"0"-2365"0,0 0-280 0,0 0-268 16,0 0 268-16,0 0 668 0,0 0 188 0,0 0 144 15,84-36 100-15,-48 30-204 0,9 0-372 16,-2-1-164-16,9 1-112 0,-1-1 48 15,5 2-36-15,4-2 100 0,-4 3-4 16,8-2-208-16,-1 3-72 16,9 0-76-16,0 3 0 0,-1-4 0 15,1 4 0-15,4 0 8 0,-5-3 0 0,6 3-4 16,-6 0-4-16,1-3-52 0,-5 3 52 16,-2 0 40-16,-5-3-40 0,-5 0-248 0,-3 0-12 0,-4 0-368 15,-5-1 96-15,-11 1-708 0,-4 0-1032 0,-12 0-725 16,-4 0-1903-16</inkml:trace>
  <inkml:trace contextRef="#ctx0" brushRef="#br0" timeOffset="91878.579">9168 11674 7128 0,'0'0'2232'16,"0"0"-527"-16,0 0-1125 16,0 0-364-16,0 0 260 0,0 0 328 0,-9 73 416 15,5-44-132-15,0 9-320 0,0-1-232 16,4 12-160-16,0-2-92 0,4 7 16 16,4 7-76-16,-3-4-64 0,3 3 60 0,-1-2-104 0,1-2-116 15,-4 1-8-15,5-5-40 16,-6-8-76-16,5-3-48 0,0-9-140 0,1-4-96 15,2-9-164-15,-3-2-296 0,4-11-404 16,4-4-648-16,-8-2-1297 0,8-12-3175 16</inkml:trace>
  <inkml:trace contextRef="#ctx0" brushRef="#br0" timeOffset="92223.222">10036 11849 8140 0,'0'0'4993'0,"0"0"-4305"0,0 0-420 15,0 0 36-15,0 0 176 0,0 0 264 16,0 0 360-16,-84-64-72 0,69 64-168 16,-2 0-320-16,2 7-448 15,-9 5-96-15,3 7-60 0,-7 4 60 0,4 9 8 0,1 5 64 16,3 8-60-16,0-1-12 0,4 8-4 15,0-5-20-15,8 0 24 0,0-2 124 16,5-3 60-16,3-11 72 16,0-2 12-16,3-7-120 0,5-2-100 0,5-9-48 15,-2 3-8-15,10-6-64 0,-6 3 68 0,9-8 4 16,0-3-48-16,4 0 36 0,-5-7-40 0,1-6-204 16,1-3 0-16,-5-2-160 0,-5-5-336 15,-3-2-336 1,0 3-552-16,-4-1-1188 0,-4 7-2369 15,-4-5-1811-15</inkml:trace>
  <inkml:trace contextRef="#ctx0" brushRef="#br0" timeOffset="92492.372">9829 12160 4408 0,'0'0'7577'0,"0"0"-5533"0,0 0-1576 0,0 0-292 0,0 0 16 0,0 0 300 15,0 0 296-15,7 12-184 0,6-12-192 16,-2 0-188-16,10-6-224 0,-2 0-12 0,-3-7-524 0,5 5-328 15,-6-6-144-15,-2 1-4 0,-6 4-212 32,1 3-124-32,-4-1-17 0,0 4 149 15,-4 3 632-15,0 0 584 0,0 3 260 0,0 7 708 16,0 2-204-16,0 8-52 0,4 5 21 16,-4 3 63-16,5 1-80 0,-2 3-156 15,1 0-16-15,4-1-12 0,-4 4-40 16,4-7-16-16,0 2-184 0,-4-2-232 15,4-6-60-15,0-6-236 0,0-3-344 16,0-7-204-16,0-6-332 0,-1 0-828 0,6-19-2697 16</inkml:trace>
  <inkml:trace contextRef="#ctx0" brushRef="#br0" timeOffset="92767.981">10478 11851 1880 0,'0'0'10433'16,"0"0"-8597"-16,0 0-928 0,0 0 200 0,0 0-8 16,0 0-108-16,0 0-216 0,0 0-236 15,0 0-236-15,-19 83-168 0,19-57-124 0,7 3-4 16,1 5-4-16,0 5 40 16,1 2-44-16,2 3-8 0,1 4-4 0,-4 6-72 15,4 3-100 1,-4 3-232-16,4 4-16 0,-4-1-196 15,0-3-112-15,4-2-320 0,0-1-224 16,-5-6-552-16,6-6-833 0,-5-7-1775 16,-1-10-840-16,1-2 4285 0</inkml:trace>
  <inkml:trace contextRef="#ctx0" brushRef="#br0" timeOffset="94109.844">12335 10537 260 0,'0'0'9824'16,"0"0"-8227"-16,0 0-941 0,0 0-424 16,0 0 48-16,0 0 204 0,0 0 76 0,0 0 228 0,0 0 156 15,72-3-176-15,-37 3-256 0,5 0-188 16,8 0 72-16,-4 0-100 0,8-6 4 16,-4-4-152-16,-1 1-148 0,2-4 0 15,-2 0-4-15,-3 1-60 0,0 3-36 16,-9-4-72-16,1 3 24 0,1 3-260 15,-10 1-676-15,-3 0-200 0,-4 6-568 0,-4 0-729 0,-8 0-1791 0,-4 6-1924 16</inkml:trace>
  <inkml:trace contextRef="#ctx0" brushRef="#br0" timeOffset="94618.541">12387 10725 1332 0,'0'0'9460'16,"0"0"-7787"-16,0 0-1365 0,0 0-296 0,0 0 500 16,0 0 264-16,0 0 132 0,0 0-216 0,91 22-264 15,-67-16-288-15,0 5-140 0,4-3 0 0,-4 2 16 16,0 0-16-16,0-1-56 0,-4 1-8 15,-4 3 56-15,-4 2-4 16,-4 4-76-16,-1 6 80 0,-7 4-116 0,0 0-52 16,-3 8-76-16,-9 3 0 0,0-3 64 15,-9 4 76 1,2-3-16-16,-1 4 120 0,-4 0 8 0,0-2 40 16,-4 2-40-16,0-5 8 0,4-2 44 0,4-3 12 0,1-3 36 0,2-4-48 15,2-2 8-15,6-4 4 16,5-4 64-16,4-2 108 0,0 0-148 15,9-1-72-15,6-1 56 0,6-3 16 16,3 3 112-16,8-5 32 0,0-3 28 16,3 0 92-16,1-3 144 15,4 0-36-15,0 0-64 0,3 0-212 0,1-3 40 16,4 0-104-16,4-3-8 0,-1 1-100 16,-2-1-12-1,3 1-100-15,-1-5-20 0,1 3 108 16,0-2-188-16,-5 2 104 0,2-2-152 15,-2-1-584-15,-3 4-240 0,-4 0-936 16,-12 3-2057-16,0-1-2531 0</inkml:trace>
  <inkml:trace contextRef="#ctx0" brushRef="#br0" timeOffset="95479.932">12491 11953 9108 0,'0'0'1656'16,"0"0"-871"-16,0 0-205 0,0 0 200 0,0 0 240 0,0 0-48 15,0 0-340-15,0 0-420 0,0 0-204 16,0 0-8-16,0 0 164 0,27-21-40 16,-15 8-76-16,0-3-44 0,8 0-4 15,-4 0 0-15,4 3-124 16,-4 1-4-16,4 3 4 0,-4 5-152 0,3 4 112 15,-2 6 164 1,3 6 64-16,-5 5 36 0,2 2 164 16,-2 6-116-16,-2 0-32 0,-2 4 56 0,1 2 8 0,-3 2-176 0,2-1 236 0,-7 3-80 15,4 0-108-15,0-1-44 0,-4-3 64 32,0 2-20-32,-4-11-52 0,4-3 0 0,0-6-52 15,0-4-120-15,-4-5-64 0,0-1-44 16,4-3-8-16,-4-3-104 0,3-7-488 0,2-6-544 15,-5 3-885-15,4-18-2835 0</inkml:trace>
  <inkml:trace contextRef="#ctx0" brushRef="#br0" timeOffset="95711.364">12877 11871 5164 0,'0'0'5496'15,"0"0"-4759"-15,0 0-313 0,0 0 380 0,0 0 16 16,-76 76-136-16,60-54-176 0,4 4-140 16,-4-1-116-16,1 4-92 0,-2 0-84 15,6 2 52-15,-6 1-4 0,6-1 40 16,-1-1-76-16,3 1-88 0,-2-6-124 0,3 1-64 0,3-1-104 16,1-2-336-16,1-2-312 0,3-5-92 15,0 1-456-15,3-8-849 0,6-7-2051 16</inkml:trace>
  <inkml:trace contextRef="#ctx0" brushRef="#br0" timeOffset="96081.534">13223 11871 4888 0,'0'0'1420'0,"0"0"1728"15,0 0-2256-15,0 0-107 0,0 0 399 0,0 0-136 16,0 0-84-16,-75 22-68 0,67-19-128 16,-1 4-276-16,2 2-256 15,-1 1-164-15,0 5-72 0,0 8 0 0,0 0 48 16,0 5 40-16,4 4-24 0,-4-1 36 0,4 1 24 15,4 1 48 1,0-6 4-16,0-4-28 0,0-1 48 0,12-6 76 16,-4-4-96-16,7-2-80 0,-2-1-84 15,7-5 44-15,0 2-48 16,0-6-4-16,-1 0 80 0,5-3-44 0,-4-4-40 16,1-2-64-16,-2-1-108 0,-3-2-76 15,0-1-780-15,-4-4-76 0,0 5-316 16,-4-4-884-16,-4 7-2641 0</inkml:trace>
  <inkml:trace contextRef="#ctx0" brushRef="#br0" timeOffset="96266.698">13156 12090 2948 0,'0'0'8'0,"0"0"7028"0,0 0-5627 0,0 0-921 0,0 0-220 15,0 0 372-15,0 0 596 0,0 0-136 16,0 0-320-16,0 0-224 0,72 22-256 0,-53-22-264 15,5 0-36-15,0 0-4 0,0-3-208 16,4-3-140-16,-4 3-920 16,-4-4-760-16,4 1-2861 0</inkml:trace>
  <inkml:trace contextRef="#ctx0" brushRef="#br0" timeOffset="96527.866">13582 11837 692 0,'0'0'5156'16,"0"0"5"-16,0 0-4325 0,0 0-324 16,0 0 448-16,0 0 92 0,0 0-16 0,80 56-88 15,-61-34-312-15,5 7-140 0,4 3-136 0,-3 6-64 0,3 0-124 16,0 3-96-16,-5 0 20 0,1 1-96 0,0-2 0 0,4 2-160 15,-9-3 64-15,5-4-80 0,-3-1-8 16,-2-5-248-16,-3-8-268 0,1-1 24 16,-6-7-92-16,1-6-596 0,-3-5-1016 0,2-2-2481 15</inkml:trace>
  <inkml:trace contextRef="#ctx0" brushRef="#br0" timeOffset="96761.738">14012 11811 8776 0,'0'0'3929'0,"0"0"-3229"0,0 0-280 16,0 0 304-16,-84 67 248 0,60-45-4 0,5 6-108 16,-5 1-192-16,4 3-260 0,0-1-160 0,4 5-200 15,-3-2-48-15,2 8-112 0,-3-2-60 16,1 4-48-16,-2 2-104 0,-3 1-48 0,5-3-160 15,-1-2-80-15,-1-7-308 0,10-3-532 16,-1-10-720-16,8-6-1889 16,-4-7-3127-1</inkml:trace>
  <inkml:trace contextRef="#ctx0" brushRef="#br0" timeOffset="97650.182">14658 10201 4288 0,'0'-13'2680'0,"0"10"-124"15,0 0-1444-15,0 0-351 0,0 3 59 0,0 0-28 0,0 0 76 16,0 0 108-16,0 6-372 0,0 8-452 31,8 5 160-31,-1 12 168 0,6 13-20 0,-2 7 28 0,2 9-180 0,-1 7-108 16,-1 3 36-16,2 7-4 0,-6-2-32 16,5 8-92-1,-3 3-32-15,2 2-72 0,-3-1 0 0,4-2-4 16,-4-6-40-16,9-9-96 15,-2-4-48-15,1-11-152 0,4-8-160 0,0-12-48 16,-1-9-80-16,5-7-524 0,-3-10-204 0,-1-6-516 16,-5-3-605-16,2-16-1851 0</inkml:trace>
  <inkml:trace contextRef="#ctx0" brushRef="#br0" timeOffset="98010.841">15829 10204 8008 0,'0'0'4157'0,"0"0"-3441"0,0 0-268 0,0 0 152 0,0 0 120 15,0 0 316-15,-88-32-156 0,64 36-244 16,1 5-240-16,3 7-36 0,-4 9-164 0,0 7-72 15,0 13 24-15,0 9 88 0,-4 7-16 16,8 8-12-16,-3 7 40 16,3 4-76-16,-1 2-64 0,6 0-8 0,2-6-40 15,6-2 12 1,7-11 16-16,0-12 84 0,0-10 192 16,4-6-144-16,8-10-172 0,4-5-44 15,0-5 4-15,7-4-8 0,5-3 12 16,0-4 112-16,4-4-112 0,0 0 60 0,0-10-72 15,-4-3-48-15,3 1 40 0,-3-7 8 16,-3 3-124-16,-1-7-424 16,-9 5-260-16,1-5-236 0,-4 1-708 0,-4 3-1288 0,-8-4-3021 15</inkml:trace>
  <inkml:trace contextRef="#ctx0" brushRef="#br0" timeOffset="98183.196">15574 10871 1292 0,'0'0'11341'0,"0"0"-9309"16,0 0-1540-16,0 0-288 16,0 0 412-16,0 0 660 0,0 0-88 0,0 0-388 15,0 0-432-15,88-20-208 0,-68 12-160 0,4-3-64 0,-4 3-96 0,3-5-112 16,-3 1-244-16,4 2-1004 16,-8-3-500-16,0 6-2176 0,-4 4-2281 0</inkml:trace>
  <inkml:trace contextRef="#ctx0" brushRef="#br0" timeOffset="98326.969">15813 10883 6292 0,'0'0'2208'0,"0"0"457"0,0 0-1573 0,-12 67-440 0,12-41 88 0,0-3 8 0,0 2 36 15,8-1 8-15,-4 2-188 0,8-4-204 16,-4 4-200-16,5-1-200 0,-6 0-124 0,9-2-100 16,-4 2-388-16,0 1-748 0,-1-7-992 15,2 9-3581-15</inkml:trace>
  <inkml:trace contextRef="#ctx0" brushRef="#br0" timeOffset="98711.835">16291 11392 3756 0,'0'0'5068'0,"0"0"-1143"0,0 0-2889 0,0 0-200 15,0 0-44-15,0 0-324 0,0 0-88 0,0 0-92 16,0 0-280-16,0 0 92 16,0 0-100-16,32-64 0 15,-15 36-16-15,2-1-156 0,1 4 84 0,-1 2 12 16,-2 4 72-16,3 4-60 0,-4-2 56 0,0 9-68 15,-1-3 0-15,-2 8-52 16,-1 0 80-16,-1 3 48 0,2 0 0 16,-6 3 72-16,5 4 64 15,0 2 56-15,-4 3 44 0,4 5-8 0,-4 2-68 16,4 6 4-16,-4 1-16 0,4 2 24 16,-4 1-76-16,0-1-96 0,-1 0-88 15,2-5-72-15,-1-1-40 0,0-6-124 0,-5-7-240 16,2-2-416-16,-1-7-464 0,0-4-1156 0,0-10-3529 15</inkml:trace>
  <inkml:trace contextRef="#ctx0" brushRef="#br0" timeOffset="98927.981">16662 11100 652 0,'0'0'10481'0,"0"0"-8953"31,0 0-608-31,0 0 424 0,-75 89-164 0,54-60-88 0,5 1-104 16,-3 9-368-16,-2-4-228 0,6 3-172 16,-1 3-196-16,0 1-24 0,0-1-84 15,-5 0-124-15,6-2-212 0,-1-8-196 0,0-3-140 0,4-5-168 16,-4-4-308-16,5-10-696 0,2-5-1013 16,-3-4-2951-16</inkml:trace>
  <inkml:trace contextRef="#ctx0" brushRef="#br0" timeOffset="99312.493">16980 9909 2824 0,'0'0'8004'16,"0"0"-6639"-16,0 0-509 0,21 73 72 0,-14-42 136 15,2 5 56-15,-1 2-108 0,-1 6-228 16,5 1-304-16,-3 3-124 0,2 2-144 0,6 7-64 15,-6 4-52-15,6 2 4 0,-2 4-28 16,1 5 28-16,0-1-96 0,0-2-4 16,0 1-144-16,-5 0-76 0,2-3-40 0,-2-4-60 15,2-2-212-15,-1-4-88 0,-5-7-164 16,2 1-244-16,3-3-832 0,-5-4-904 16,-3-9-1849-16,9 10-1766 0</inkml:trace>
  <inkml:trace contextRef="#ctx0" brushRef="#br0" timeOffset="117823.687">17881 10601 1696 0,'0'0'5804'0,"0"0"-891"0,0 0-3841 0,0 0-232 0,0 0 32 0,0 0 148 15,-24 6-72-15,24-2-28 0,12-2-96 0,8 3-160 16,8 1 68-16,12-1 88 0,-1 2-372 16,6-7-180-16,-2 3-111 0,-2-3-85 15,-10 0-72-15,1-3-76 16,0-1-56-16,-4-2-185 0,-5 0-427 0,1-1-84 16,-3 5-216-16,-10-2-464 0,-3 1-1200 15,1 3-2121-15,-9 0-2543 0</inkml:trace>
  <inkml:trace contextRef="#ctx0" brushRef="#br0" timeOffset="117990.624">17857 10953 8764 0,'0'0'3201'0,"0"0"-1033"0,0 0-1356 0,0 0-120 0,0 0 188 15,0 0-120-15,0 0-140 0,0 0-100 16,96 51-112-16,-60-51-76 0,-1-5-224 15,10-5-108-15,-2-1-144 0,1-1-76 16,4-4-632-16,-4 0-376 0,-4 4-1176 16,16-4-3169-16</inkml:trace>
  <inkml:trace contextRef="#ctx0" brushRef="#br0" timeOffset="118307.082">19355 9734 13509 0,'0'0'1128'16,"0"0"-824"-16,0 0-168 0,0 73 320 15,0-31 248-15,-8 5 468 0,4 7-32 0,0 7-500 16,1-1-296-16,3 6-136 0,0 1-184 16,0 0-24-16,0-4-88 0,0-3-56 0,0-3-80 15,0-12-20-15,0-7-52 0,0-9-408 16,0-10 0-16,-4 0-380 0,4-7-1100 16,-4-5-2869-16,-13-1-3451 0</inkml:trace>
  <inkml:trace contextRef="#ctx0" brushRef="#br0" timeOffset="118561.045">18677 10766 11429 0,'0'0'1844'0,"0"0"-928"0,0 0-420 0,0 0 120 0,0 0 176 15,0 0 520-15,0 0-272 0,0 0-128 0,112 26-180 16,-59-26-144-16,6 0-112 0,9-7-112 15,-4 0-168-15,3-2-63 0,1 4-73 0,0-6-56 16,-4 5-4-16,0-4 0 0,-5 4-12 16,1 0-73-16,-9-1-75 0,1 1-276 0,-8 3-160 15,-4 0-4-15,-4 0-48 0,-8 0-200 16,-9 3-452-16,-2 0-708 16,-6 0-968-16,-7 0-3121 0</inkml:trace>
  <inkml:trace contextRef="#ctx0" brushRef="#br0" timeOffset="119193.084">19259 11382 2888 0,'0'0'5632'0,"0"0"-4052"0,0 0-287 0,0 0-293 31,0 0 84-31,0 0 108 0,0 0-144 0,0 0-204 16,0 0-272-16,0 0-188 15,-91-60-84-15,71 60-56 0,-4 6-68 16,4 7-40-16,-3 10 12 0,-1 2 72 0,0 6-12 16,-4 7 88-16,7 7 256 0,-2 5 0 0,3 5-128 0,3-1-68 0,2-1-4 15,7-1 25-15,4-5-25 0,0-3-136 16,4-6-44-16,0-6-40 15,8-3 0-15,8-8-44 0,0-2-16 0,3-2-60 16,6-5 48-16,3-5-56 16,-4-1-4-16,0-6-12 0,-1 0-60 0,1 0 12 0,-4-9-112 15,-4-1-56 1,-4-2-196-16,0-1-209 0,-4-6-159 16,-4 0-320-16,-4-4-712 15,0-2-676-15,0 6-1877 0,-16-6-1375 0</inkml:trace>
  <inkml:trace contextRef="#ctx0" brushRef="#br0" timeOffset="119345.295">19100 11820 1696 0,'0'0'10089'0,"0"0"-8325"0,0 0-976 0,0 0 48 0,0 0 472 15,0 0-28-15,92 31-228 16,-76-31-428-16,3 0-380 0,-2-2-176 16,-2-4-68-16,-2-4-196 0,2-3-396 0,-2 4-232 15,-2-5-268-15,1 2-260 0,-3-1-736 16,-5 8-2065-16,-1-9-719 0</inkml:trace>
  <inkml:trace contextRef="#ctx0" brushRef="#br0" timeOffset="119499.37">19308 11785 652 0,'0'0'7508'0,"0"0"-5360"16,0 0-615-16,0 0-433 0,-17 89-4 16,13-57 144-16,4-1-56 0,0 4-164 0,-4 1-316 15,4-1-296-15,0-4-172 16,-3 1-116-16,-1-4-120 0,-4-2-48 0,3-3-432 0,1-9-412 15,-3-3-176-15,-1-5-432 0,4-4-864 16,-9-2-2545-16</inkml:trace>
  <inkml:trace contextRef="#ctx0" brushRef="#br0" timeOffset="119802.088">18765 11274 10636 0,'0'0'1157'15,"0"0"-861"-15,0 0-92 16,0 0 464-16,0 0 324 0,-4 90 236 0,1-59-196 16,-1 7-296-16,-4 7-188 15,-1 8-64-15,5 8 108 0,-3 5 60 0,-5 8-148 0,3 5-16 0,2 0-60 16,-1 0-184-16,4-2-136 0,-5-4-8 15,9-3 44-15,-3-10-12 16,3-6-68-16,0-13-64 0,0-6-44 0,8-10-128 16,0-6-216-16,4-12-332 0,0-4-140 0,7-3-236 15,2-12-332-15,3-14-760 16,-5 3-1905 0,13-21-1647-16</inkml:trace>
  <inkml:trace contextRef="#ctx0" brushRef="#br0" timeOffset="120034.523">19674 11385 12237 0,'0'0'1852'16,"0"0"-980"-16,0 0-356 0,4 77 0 0,-4-39 412 15,0 3 376-15,-8 7-224 0,0 6-452 16,4 3-276-16,0 3-144 0,0 3-72 15,-4 7-136-15,5 1 4 0,3-2-4 16,-4 1-100 0,-1-4-180-16,5-5-88 0,0-4-192 0,0-10-132 15,0-5-196-15,5-10-320 0,-1-10-820 16,-1-6-2921-16,5-6-3875 0</inkml:trace>
  <inkml:trace contextRef="#ctx0" brushRef="#br0" timeOffset="120743.006">20686 10418 7584 0,'0'0'2616'16,"0"0"-567"-16,0 0-661 0,107 40-296 16,-54-27 16-16,3-1-4 0,3 1-248 15,1-3-260-15,-1-7-240 0,1-3-48 0,0 0-112 16,-1 0 64-16,1-9-164 0,-4-1-24 16,4-4-72-16,-8 3 0 0,-5-5-220 15,-2 3-380-15,-9-3-176 0,-5 0-228 16,-10 4-188-16,-6 2-740 15,-7 0-2037-15,-8 4-2031 0</inkml:trace>
  <inkml:trace contextRef="#ctx0" brushRef="#br0" timeOffset="121087.569">20925 10588 3648 0,'0'0'4752'0,"0"0"-3132"0,0 0-99 0,0 0 3 0,0 0-48 15,0 0-168-15,87 36-240 0,-55-31-284 16,-4 2-144-16,4 0-132 0,-4-4-116 0,-4 2-60 16,-3 6-160-16,-2-5-172 15,-3 2-8-15,-8 9-56 0,-4-4-44 0,-4 6-16 0,0 6-60 16,-8 3-36-16,-12 12-124 16,-4-3-112-16,-3 8 48 0,-10-1 132 15,5 1 168-15,-7 3 100 0,3-4 0 0,4-3 8 16,0-6 100-16,4-3 188 15,8-7 20-15,8-2-48 0,5-12-88 16,3 3-48 0,4-8 48-16,0 0-36 0,8 1-16 0,7-1 40 15,5-3-12-15,8 0 96 0,4 0 28 0,4-3-28 16,3 0-96-16,6-3-28 16,-6 0-108-16,1 0-12 0,0-3-72 15,-4 3-112-15,0-4-392 0,-1 4-296 0,-3 0-288 16,0 0-716-16,-12 3-2460 15,5 0-4589-15</inkml:trace>
  <inkml:trace contextRef="#ctx0" brushRef="#br0" timeOffset="121554.783">20829 11830 11205 0,'0'0'2204'16,"0"0"-1388"-16,0 0-704 16,0 0 104-16,0 0 312 0,0 0 516 0,0 0-376 15,84-54-420-15,-64 42-160 0,0-2 24 0,-4 8 12 0,-1-1-88 16,2 7-36-16,-6 0 0 0,2 0 76 16,-1 7 36-16,-1-1-12 0,2 8-4 15,2-2 16-15,-6 1 12 0,2 2 0 16,1 1 0-16,-3 1-24 0,-2-3 72 15,1 6-12-15,0-1-48 0,-3 0-28 16,-1-3-24 0,-1 3-60-16,5-3 0 0,-8 2-12 0,4-5-60 15,0-7-76-15,-4 1-480 0,4-7-376 16,4-3-352-16,0-9-260 0,4-11-1464 16,0 4-1385-16,4-16-1023 0</inkml:trace>
  <inkml:trace contextRef="#ctx0" brushRef="#br0" timeOffset="121735.19">21287 11671 3068 0,'0'0'6812'0,"0"0"-4915"0,0 0-861 0,0 0-244 16,0 0-4-16,-87 48 108 0,64-26-28 0,-2 4-252 15,-3 2-132-15,4 3-88 0,-4 5 0 16,0 2 12-16,5-6 0 16,-1 0-76-16,4-7-136 0,8-3-156 31,0-7-40-31,8-2-172 0,4-6-516 15,0-4-288-15,7-3-280 0,10 0-548 0,7-3-964 0,-9-4-1837 16,17-9-2327-16</inkml:trace>
  <inkml:trace contextRef="#ctx0" brushRef="#br0" timeOffset="122251.63">21602 11706 10332 0,'0'0'2137'0,"0"0"-1101"0,0 0-516 0,0 0 48 16,0 0 64-16,0 0 48 0,0 0-124 16,-92 28-256-16,73-12-188 0,3 6 12 15,-4 1-36-15,0 2 72 0,5 6 112 16,2 2 140-16,2 2 140 0,2-1-168 16,5 2-100-16,0-5-52 0,4-5-24 15,0-4-12-15,4-3-36 16,5-6-64-16,2-1-48 0,6-5-48 15,-2-4-80-15,2-3-68 16,2 0-144-16,1-13-140 0,4-6-292 0,-8 0-268 16,4-6-284-16,-9-5-408 0,2 11-1136 15,-5-6-2349-15</inkml:trace>
  <inkml:trace contextRef="#ctx0" brushRef="#br0" timeOffset="122427.959">21399 11906 1800 0,'0'0'9969'0,"0"0"-8013"0,0 0-1312 16,0 0-188-16,0 0-24 0,0 0 168 16,0 0 356-16,92 22-360 15,-64-31-360 1,0-4-236-16,4-3-72 0,0-3-488 0,0-3-332 16,-4-1-328-16,-9 8-848 0,5-7-2949 0</inkml:trace>
  <inkml:trace contextRef="#ctx0" brushRef="#br0" timeOffset="122711.308">21858 11484 12149 0,'0'0'1952'0,"0"0"-1280"0,0 0-296 0,0 0 228 15,0 0 688-15,15 85 144 0,-6-53-364 31,-1 0-448-31,3 6-220 0,2 3-112 0,2 4 12 0,-3 2-72 16,4 7-64-16,4 7 4 0,-4-4-15 0,0 0-73 16,0-6-40-16,0-1-44 0,-4-5-60 15,4-8 48-15,-4-4-36 16,3-4 0-16,-2-10-97 0,-2-4-183 0,2-8-260 16,-6-4-156-16,5-3-224 0,1-13-216 15,2-6-688 1,-7 0-932-16,4-19-3037 0</inkml:trace>
  <inkml:trace contextRef="#ctx0" brushRef="#br0" timeOffset="122952.726">22339 11639 11925 0,'0'0'1868'0,"0"0"-1260"0,0 0-404 0,-64 67 48 15,41-39 504-15,-8 7 760 0,-2 4-388 16,1 2-500-16,-4 3-320 0,-3 4-76 16,3 0-60-16,-9 0-88 0,10-1-32 15,-5-3-52-15,1 0 0 0,7-5-4 0,0-7-96 0,4-4-144 32,4-2-236-32,7-8-184 0,2-1-156 15,7-8-248-15,0-3-688 0,4-3-2241 16,0-6-3127-16</inkml:trace>
  <inkml:trace contextRef="#ctx0" brushRef="#br0" timeOffset="123846.374">23491 10446 4820 0,'0'0'1184'15,"0"0"-352"-15,0 0-156 0,0 0 2588 16,0 0-1619-16,0 0-329 0,0 0-228 16,92 19 8-16,-45-10-92 0,5 0-172 15,4 1-152-15,8-7-136 0,-4 1-116 0,7-4-172 16,-7 0-108-16,4-4-148 0,-4-5-124 16,-4-4-36-16,-5 4-48 0,-3-7-284 0,-5-1-212 15,-2 5-200-15,-9-4-364 0,0 0-660 16,-13 7-1337-16,-3-4-2215 0</inkml:trace>
  <inkml:trace contextRef="#ctx0" brushRef="#br0" timeOffset="124240.177">23675 10658 8808 0,'0'0'1900'0,"0"0"-883"0,0 0-361 0,0 0 200 15,0 0 516-15,0 0 224 0,0 0-656 16,99-9-380-16,-67 9-204 0,0 0-56 16,-1 6-16-16,1 4-88 15,-8-1-88-15,-3 7-108 0,-6-3-36 0,-7 6-296 16,-4 3-36-16,-4 3-4 0,-4 5 60 16,-8 1 4-16,-8 4-40 0,-4 3 36 15,1 0 36-15,-5 3 108 0,-4-3 168 0,4 0 0 16,0-3 64-16,4-3 16 15,5 0 80-15,-2-7 128 0,5-3 60 16,4-3-24-16,5-5-52 0,3-5-96 0,-1-4-28 0,5 2-12 16,5-3 36-16,6-1 100 15,5 0-40-15,8 3 4 0,4-6 72 16,4 4 84-16,3-4 108 0,10 0 48 0,-2 0-180 16,9-4-152-16,-4-2-56 0,4 0-160 15,-4-1-64 1,-1-2-72-16,-6 2-20 0,-2 0-368 0,-3 1-236 15,-4 0-132-15,0 0-232 0,-4 3-572 0,-13-1-1252 16,5 4-3285-16</inkml:trace>
  <inkml:trace contextRef="#ctx0" brushRef="#br0" timeOffset="125141.501">23941 11737 3524 0,'0'0'5100'0,"0"0"-3688"0,0 0-431 0,0 0 267 0,0 0 80 15,0 0-160-15,0 0-252 0,-75-50-232 0,63 56-236 16,-1 7-60-16,-2 9 8 0,-1 10 60 16,0 3 152-16,0 9 28 0,4 1-132 15,-4-4-100-15,8-2-24 16,0-12-100-1,5-4-172-15,3-11-108 0,0-5-172 0,0-7-72 16,7 0 136-16,1 0 60 0,8-10-40 0,0-5-168 16,0-4-196-16,0-4-88 0,0 4 24 0,-1-3 32 0,-2 0 140 15,-5 6 72 1,-4 7-40-16,-1-1 112 0,-3 7 124 16,0 0 28-16,4 3 36 0,-4 0 12 0,0 3 8 15,4 3 68-15,0 7 184 16,1 3 52-16,3 3 72 0,-5 3-16 15,5 3-44-15,-4 0-80 0,5 4 16 0,-5 0-28 16,-1 0-36-16,5 2-24 0,-4 1-60 16,0 3 96-16,1-3-48 0,-5-3-52 0,0 2 28 0,0-6-4 15,0 1-8-15,0-6-4 16,-9-2-48-16,5-3-8 0,-4-1-4 0,-4-9 36 16,0 1-20-16,-3 1-40 0,-5-3-36 0,-1-4-172 31,2 0-180-31,-9 0-52 0,4-6-24 15,0-1-52-15,0-5 52 0,1-7-104 16,-2-4-84-16,5 1-144 0,5-7-380 16,6 4-284-16,5-1-296 0,4 1-969 15,0 6-1459-15,17-4-1695 0</inkml:trace>
  <inkml:trace contextRef="#ctx0" brushRef="#br0" timeOffset="125388.446">24419 11769 1120 0,'0'0'6356'0,"0"0"-4556"0,0 0-880 0,0 0 561 0,0 0-57 16,-56 77-116-16,28-49-224 15,0 7-300-15,1 3-136 0,3 4 112 16,0 2 92-16,8-3-152 0,4 0-148 16,1-3-88-16,11-2-184 0,0-4-108 15,0-4-76-15,11-6-32 0,1-6 4 0,8-6-68 16,4-4-172-16,-1-6 4 0,5-3 8 15,0-13-120-15,4 0-320 16,-4-6-284-16,-4-3-356 0,-3-1-560 16,-10 7-1256-16,1-7-2797 0</inkml:trace>
  <inkml:trace contextRef="#ctx0" brushRef="#br0" timeOffset="125543.25">24200 12037 3724 0,'0'0'6008'0,"0"0"-4667"0,0 0-697 0,0 0 176 0,0 0 380 16,0 0 16-16,25 66-284 0,-2-63-264 0,5-3-172 16,7 0-148-16,2-9-172 0,3-7-176 15,-1-3-300-15,-3 0-224 16,4-4-92-16,-4 0-172 0,0 2-324 0,-8 5-904 0,11-3-2733 16</inkml:trace>
  <inkml:trace contextRef="#ctx0" brushRef="#br0" timeOffset="125842.728">24902 11643 5260 0,'0'0'6409'0,"0"0"-4973"0,0 0-712 0,0 0 152 0,0 0 268 16,-84-6 0-16,64 18 8 0,0 4-388 16,4 0-284-16,1 9-124 0,2-3-52 15,1 10-60-15,0 0-24 16,4 6 24-16,0 3-36 0,1 0 0 15,2 7 60-15,-3-4-16 0,4 1 5 16,-3-1-61-16,3-5-52 0,4-5-48 0,0-5-96 16,0-3 64-16,0-4-56 0,7-7-4 15,1-2 4-15,0-6-8 16,1-1-208-16,-2 0-96 0,5-6-61 0,-3 0-47 16,-2-6-124-1,1-4-236-15,0-6-392 0,0 1-520 0,-8-5-880 16,4 5-1801-16,-4-8-743 0</inkml:trace>
  <inkml:trace contextRef="#ctx0" brushRef="#br0" timeOffset="126002.886">24663 12139 9460 0,'0'0'2873'0,"0"0"-1177"0,0 0-772 16,0 0-144-16,0 0 288 0,0 0 360 0,0 0-200 0,0 0-480 0,63 18-356 16,-39-22-136-16,0-8-124 0,0-1-132 15,0 0-148-15,0-2-304 16,-5-1-244-16,1 0-164 0,-8 0-140 0,4 3-268 15,-8 4-548-15,-4-1-640 0,-4 4-625 16,0 3-115-16,0 3-832 0,-12 0 2045 16</inkml:trace>
  <inkml:trace contextRef="#ctx0" brushRef="#br0" timeOffset="126134.239">24861 12043 380 0,'0'0'3220'0,"0"0"-276"0,0 0-748 0,0 0-428 0,0 0-287 0,-39 79-113 0,39-60-72 16,0 0-48-16,0 0-232 0,0-1-108 0,0 1-80 15,4 2-164-15,3-2-200 0,2-4-196 16,-1 1-156-16,3-3-112 0,-2-4-172 15,3 1-452-15,-5-4-400 16,6 3-300-16,-2-2-472 16,-3-4-1024-16,0-3-2537 0</inkml:trace>
  <inkml:trace contextRef="#ctx0" brushRef="#br0" timeOffset="126343.582">25073 12287 10452 0,'0'0'2445'0,"0"0"-1605"0,0 0-676 0,16 70 216 16,-8-44 416-16,-1-1 628 0,6 3-364 0,2 1-556 15,2-4-180-15,2 0-4 16,1 1-36-16,-4-7-188 0,0 0-96 16,0-3-12-16,0-3-552 0,-4-5-252 0,0-1-304 15,-4-3-316-15,0-1-888 0,4-3-2689 16</inkml:trace>
  <inkml:trace contextRef="#ctx0" brushRef="#br0" timeOffset="126531.949">25288 12446 9488 0,'0'0'1833'0,"0"0"-1189"0,0 0-168 0,-64 76 188 15,44-48 316-15,-3 1 68 0,-1 0-456 16,-1-1-392-16,5-2-192 0,-3-1-8 16,3-3-488-16,3-3-420 0,2-6-352 0,3-1-1253 31,0-5-2923-31</inkml:trace>
  <inkml:trace contextRef="#ctx0" brushRef="#br0" timeOffset="128016.487">25698 10718 7704 0,'0'0'376'0,"0"0"2032"0,0 0-799 0,0 0-101 15,0 0-240-15,0 0-136 0,0 0-204 16,0 0-208-16,0 0-312 0,0 0-208 0,0 0-4 0,80-69-108 15,-60 46-88-15,0-2-136 16,0 0-148-16,0-1-36 0,-1-2-28 16,-2 2-136-16,2-2 108 0,-3 3 28 0,0-5 68 15,-4 2-60 1,0 2 52-16,1 4-40 0,-6 3 124 0,-3 4 204 16,-4 5 88-1,4 4 28-15,-4 2 48 0,0 4-40 0,0 0-36 16,0 0 52-16,0 0-16 0,0 0-36 15,0 0-36-15,0 0-4 0,-4 0-48 0,4 4-8 16,-8 2-156-16,5 4 16 0,-6 2 148 16,5 7 108-16,0 0 204 15,0 10 20-15,0 7-32 0,1 1 12 0,-6 8 12 16,5 5-52-16,-4 7-36 0,-3 4-100 0,-2 2-12 16,5 0-40-1,-7 1-32-15,2 0 132 0,2-4-60 0,-2-3 112 16,6-6-28-1,-1-7 36-15,4-6-120 0,0-9-52 16,-1-4-72-16,5-8-60 0,0-5-52 0,0-5-144 0,0-7-112 16,0 0-252-16,0 0-272 0,0-4-604 0,0-6-744 0,0 5-2237 0,-11-15-2143 0</inkml:trace>
  <inkml:trace contextRef="#ctx0" brushRef="#br0" timeOffset="128415.885">25483 11164 10092 0,'0'0'1521'0,"0"0"-445"0,0 0-576 0,0 0 84 16,0 0 356-16,0 0 192 0,0 0-200 15,0 0-300-15,0 0-136 0,0 0-88 0,40 18 48 16,-24-15 84-16,0 4-48 0,3-2-136 0,2 2-112 15,3 0-12-15,0-4-76 16,8 3-20-16,3-3-28 0,5-3-32 0,4 0-64 16,4 0 64-16,4-3-72 0,-1-3-4 0,9-4 12 15,-4 1 84-15,3-1 4 16,-6 1-88-16,-1-1-12 0,-5 1 4 16,1-1 4-1,-8 0-8-15,-1 1-4 0,-11 3 4 0,-7-1 0 16,-6 4-12-16,-6 0-40 0,-5 0-20 15,-4 3 12-15,0 0-36 0,0 0 8 16,0 0-56-16,0 0-112 0,0 0-184 16,-13 0-160-16,5 0-344 15,-3 0-592-15,-2 0-1116 0,-6-3-3069 16</inkml:trace>
  <inkml:trace contextRef="#ctx0" brushRef="#br0" timeOffset="132770.372">7836 14332 11141 0,'0'0'1924'0,"0"0"-1212"16,0 0-584-16,0 0 344 0,0 0 472 15,104 0 252-15,-64 0-248 0,4 0-156 16,0 0-276-16,4-4-120 15,-1 1-68-15,2-4-328 0,-2 1-40 0,1-3 28 16,-5 0-244-16,-3-4-4 0,-3 0-320 0,-5 0-396 16,-4 4-252-16,-9-1-1192 15,-7 4-2561-15,-8 3-3467 0</inkml:trace>
  <inkml:trace contextRef="#ctx0" brushRef="#br0" timeOffset="132965.403">8024 14677 8824 0,'0'0'4477'16,"0"0"-3185"-16,0 0-596 15,0 0-268-15,0 0-316 0,0 0 368 0,0 0 208 16,0 0 280-16,83 10-264 0,-47-10-276 0,8-3-192 0,0 0-236 0,4-4-124 16,-5 1 12-16,10 0-328 0,-1-1-564 31,8 4 324-31,-6 3-688 0,-9-3-4025 0,11 3-2767 15</inkml:trace>
  <inkml:trace contextRef="#ctx0" brushRef="#br0" timeOffset="133470.97">9538 13706 2632 0,'0'0'9293'0,"0"0"-7285"16,0 0-668-16,0 0-284 16,0 0-168-16,0 0 76 0,0 0 84 15,0 0-264-15,-4 71-320 0,8-40-172 16,0 7-196-16,-4 3-96 0,0 7-136 16,0 0-72-16,-4-4-256 0,-4 0-256 15,4-6-116-15,-4-3-168 0,0-7-408 16,-4 2-760-16,4-14-1957 0,-20 9-2715 15</inkml:trace>
  <inkml:trace contextRef="#ctx0" brushRef="#br0" timeOffset="133723.794">9127 14389 8080 0,'0'0'4217'0,"0"0"-3205"0,0 0 4 0,0 0-232 0,0 0 8 0,0 0 124 0,0 0 312 16,0 0-216-16,0 0-164 0,88 25-68 15,-47-25-352-15,-2 0-64 0,8 0-48 0,5-3-99 16,4-6-117-16,12-4 140 0,-1 1-128 16,10-5 212-16,2-2-68 0,5 0-88 0,0-3-36 15,-1-1-120-15,1 1-12 16,0 3-72-16,-9-3-120 0,-3 3 0 0,-8 3 20 16,-8 3-68-16,-9 5-16 0,-7 1-96 15,-8 0-197-15,-8 7-143 0,-8 0-164 16,-8 3-520-16,-4 8-940 15,-4-3-872-15,-16 12-2129 0</inkml:trace>
  <inkml:trace contextRef="#ctx0" brushRef="#br0" timeOffset="134312.455">9503 14789 6960 0,'0'0'5369'15,"0"0"-4653"-15,0 0-132 0,0 0-88 0,0 0 340 0,-5 73 320 16,1-51-240-16,4 7-172 15,0 5-236-15,4 2-40 0,1 5-48 0,2 3-128 16,1 7-84-16,-4 2-96 16,0 5-112-16,4-1-24 0,-4 0-136 15,0-5 76-15,0-5-76 0,0-3-48 0,4-5-88 16,0-7-212-16,4-7-284 0,4-10-364 16,3-8-1076-16,-6-7-1973 0,10-9-3411 15</inkml:trace>
  <inkml:trace contextRef="#ctx0" brushRef="#br0" timeOffset="134590.267">10199 14777 11221 0,'0'0'4324'0,"0"0"-3428"0,0 0-560 0,-75 21 0 15,47-5 420-15,4 3 144 0,-4 7-212 0,4 2-320 16,4 7-220-16,0 6-64 0,5 1-24 15,2 5-60-15,5 5 0 16,5-2 12-16,3-2 108 0,0-1-32 0,0-6 104 0,11-5 16 16,-3-4-24-16,4-11-12 15,4-2-88-15,0-6 96 16,4 0-32-16,0-7-144 0,0-3-4 0,4-3-60 16,-1 0-28-16,1-6-164 0,4-7-188 15,-3-5-60-15,-1-8-284 0,-5 0-188 0,1 1-652 16,-12-4-1136-16,0 11-1945 0,-8-2-1331 15</inkml:trace>
  <inkml:trace contextRef="#ctx0" brushRef="#br0" timeOffset="134755.576">10016 15237 7840 0,'0'0'5173'16,"0"0"-3621"-16,0 0-680 0,0 0-484 16,0 0 468-16,0 0 448 15,0 0 28-15,0 0-464 0,0 0-344 0,84 0-268 16,-64-7-132-16,3-2-112 15,-3-4-12-15,5 1-296 0,-6-5-288 16,1-1-336-16,-3 1-508 0,-2 2-1172 0,-2 2-3013 16,-10 1-3511-16</inkml:trace>
  <inkml:trace contextRef="#ctx0" brushRef="#br0" timeOffset="134926.088">10255 15208 7292 0,'0'0'2736'0,"0"0"-279"0,0 0-1689 0,0 0-296 15,-4 85 604-15,4-62 476 0,0 2-172 16,4 4-292-16,4-3-388 0,-4-1-188 0,4 3-244 16,0 2-268-16,0-5-36 0,0-3-232 15,0 0-404-15,4-4-328 16,-4-7-348-16,4-5-864 16,0-6-928-16,4-10-2101 0</inkml:trace>
  <inkml:trace contextRef="#ctx0" brushRef="#br0" timeOffset="135149.195">10582 14798 3332 0,'0'0'7653'15,"0"0"-3617"-15,0 0-2992 0,0 0-640 0,0 0-92 16,0 0 472-16,0 0 376 0,12 86-396 15,-5-48-400-15,-3 6-216 0,5 8-148 0,-1 4-120 16,-1 7 0-16,-3 8-64 16,5 0-160-16,-5 4-284 0,4 1-260 0,-5-2-332 15,1-1-808-15,0-20-1012 0,0 21-2693 16</inkml:trace>
  <inkml:trace contextRef="#ctx0" brushRef="#br0" timeOffset="159548.201">12188 13852 612 0,'0'0'1044'16,"0"0"-628"-16,0 0-416 0,0 0-104 15,0 0-144-15,0 0-140 0,0 0-240 0,0 0-75 0</inkml:trace>
  <inkml:trace contextRef="#ctx0" brushRef="#br0" timeOffset="159831.345">12175 13758 456 0,'0'-11'612'0,"0"8"-36"0,0-2 192 0,0 1 252 16,0 1 124-16,0 3 132 0,0 0-12 0,0 0-4 15,0 0-304-15,0 3-308 0,0-3-220 0,-4 0 1141 16,0 0-289-16,4 4-440 0,-3-4-208 0,3 0 12 0,0 0 8 16,0 0-60-16,0 0-68 0,0 0-28 15,0 0-60-15,0 0-140 0,3 2-220 16,14 4-68-16,2 5 168 0,9 1-64 0,8 1-36 15,8 2-16-15,7-2-48 0,1-3-4 0,8-8 52 16,0-2 40-16,8 0-100 16,-5-9 0-16,5-7-136 0,-8 1 132 15,3-4-80-15,-10 2-40 0,-1-5-112 0,-5 3-144 16,-7 0-228-16,0 3-264 0,-12 0-372 0,0 4-568 31,-13 5-440-31,-6 1-957 0,-9 6-2103 16</inkml:trace>
  <inkml:trace contextRef="#ctx0" brushRef="#br0" timeOffset="160239.058">12403 13979 9096 0,'0'0'1925'0,"0"0"-1037"15,0 0-684-15,0 0 40 0,0 0 600 0,0 0 136 16,0 0-120-16,0 0-268 0,99 16-240 15,-75-13-140-15,1 1-96 0,-2 2-64 16,-3 0-52-16,0 3-100 0,-4 4-68 0,-5 0-8 16,-2 6-252-16,-5 3 152 0,-4 7 136 0,-4 3-84 15,-9 6 44-15,-6 3 56 0,-5 3 124 0,-4 0 96 16,-4 4 4-16,0-3 104 0,-7 3-52 16,-2 0 24-16,2-2 152 15,3-4 60-15,4-7 68 0,4-6 40 16,12-7 4-16,4-6-180 0,8-9-144 15,0-2-40-15,4-5 0 16,0 5-52-16,8-3-72 0,4 0 112 16,12 2 60-16,4-1 40 0,4 1-76 15,7-1-16-15,-2-3-32 0,2 0-28 16,1 0 52-16,1 0-124 0,-2 0 40 0,5 0-40 16,0 0-60-16,-1 0 0 0,6 0-64 15,-6 0-72-15,0 0-88 0,-2 0-196 16,-2 0-324-16,1 0-92 0,-8 0-364 0,0 0-768 15,-12 0-1829-15,0 0-2535 0</inkml:trace>
  <inkml:trace contextRef="#ctx0" brushRef="#br0" timeOffset="164221.544">12207 13816 364 0,'0'0'1724'16,"0"0"-576"-16,0 0-248 0,0 0 48 16,0 0-948-16,0 0 328 0,0 0 48 15,0 0 1576-15,0 0-564 0,-4 5-328 0,4-10-171 16,0 5-105-16,0 0-104 0,0 0-80 0,0 0 64 16,0 0-4-16,0 0-80 0,0 0 12 0,0 0-104 15,0 0-132-15,0 0-32 0,0 0-64 16,0 0-48-16,0 0 0 15,0 0-28-15,0 0-60 0,0 0-36 0,0 0-36 16,0 0 20-16,0 0 40 0,0 0-28 16,0 0-8-1,0 0 0-15,0 0-20 0,0 0-56 16,0 0-12-16,0 0-64 0,0 0-8 0,0 0-92 16,4 0 176-16,5 7 16 0,2 0 92 15,1-1-96-15,4 1 52 0,-4-1-60 16,4 0 100-16,-4 1-96 0,4 2-8 15,0-3 12-15,0 1-8 0,-4 3-4 16,4-5 0-16,-4 5-12 0,-1 0 0 0,2-4-112 0,-2 4 56 16,2-1 60-16,-2 0-32 0,1-2-84 15,1 3 12-15,-2-8-36 0,2 5 12 16,-2-3-64-16,1-1-84 0,0 0 24 16,-4-1-52-16,4-2-56 0,-4 4-148 0,4-1-164 15,-8 1-240-15,8-1-316 16,-8 0-460-16,0 3-525 15,0-2-599-15,0 5-1376 0</inkml:trace>
  <inkml:trace contextRef="#ctx0" brushRef="#br0" timeOffset="165523.09">13004 14786 5288 0,'0'0'900'0,"0"0"596"16,0 0 744-16,0 0-847 0,0 0-453 16,0 0-188-16,0 0 76 15,0 0-52-15,0 0-132 0,0 0-92 0,0 0-108 0,0 0-60 16,0 0-32-16,0 0-16 16,0 0-4-16,0 0 16 0,0 0-40 0,0 0-72 15,0 0-88-15,0 0-36 0,0 0-40 0,0 0-12 16,0 0-48-16,4 0-12 0,-4 0 0 15,9 0 0-15,2 0 64 0,1 0 8 0,8 0-8 16,4 0-4 0,4 0-12-16,4 0 0 0,0 0 4 0,7-3-44 15,6-1-8-15,-2 2-76 0,1-3 76 16,4 3 0-16,-1-4 8 16,5 0-4-16,-4-5-4 0,4 3 0 15,-8-2-64-15,-1-1 60 0,-2 2-68 0,-2 0 68 16,-7-1-4-16,-4 4 0 0,-4-1-92 15,-4 2 100-15,0-2-136 0,-8 4 128 16,-5 3-104-16,-7 0-72 0,5 0 100 16,-5 0-28-16,0 0-160 0,0 0-360 0,-9 6 36 15,-2 7-244-15,-6-1-760 0,6-1-1376 0,-21 7-2877 16</inkml:trace>
  <inkml:trace contextRef="#ctx0" brushRef="#br0" timeOffset="166383.919">12598 15290 6596 0,'0'0'2144'16,"0"0"-492"-16,0 0-451 0,0 0-189 16,0 0-80-16,0 0-208 0,0 0-52 15,0 0-208-15,0 0-212 0,0 0-112 0,8-28 20 16,4 15 132-1,0 4-64-15,-1-4-92 0,6 4-24 16,-1-1-12-16,-4 7-36 0,3 0-56 16,-2-1 40-16,2 4 64 0,1 0 124 15,-4 4-12-15,4 5-100 0,0 4-12 16,0 3 36-16,0 6-72 0,0-3-64 0,0 7-4 16,-4 2 76-16,0-2-84 15,-1 2-76-15,-2-3 0 0,-1 1-84 0,-4-7 24 0,-1-4-112 16,1-5 24-16,-4-3-36 0,5-5-76 15,-5 2-172-15,0-4-208 0,0-4-356 16,0-5-276-16,0-7-821 0,0 3-2235 16</inkml:trace>
  <inkml:trace contextRef="#ctx0" brushRef="#br0" timeOffset="166556.968">12901 15132 4060 0,'0'0'6364'0,"0"0"-5139"0,0 0-789 0,0 0 192 0,0 0 240 0,0 0 132 16,-84 82-128-16,68-56-308 0,-4-1-260 16,5 0-212-16,-6 8-92 0,5-5-124 15,1 0-68-15,-6 1-32 0,6 0-80 16,2-4-300-16,2-3-204 0,-2 1-276 16,6-4-464-16,-1-8-581 0,8 3-1119 0,0-7-2408 15</inkml:trace>
  <inkml:trace contextRef="#ctx0" brushRef="#br0" timeOffset="166787.445">13168 15455 3664 0,'0'0'7060'0,"0"0"-5915"0,0 0-593 0,0 0 64 16,4 86 288-16,-13-57 172 0,5-1-260 15,-3-2-436-15,3 2-380 0,0-1-68 16,0-8-104-16,0-5-144 0,4 0-36 16,0-11-280-16,0-3-280 15,0 0-452-15,8-10-889 0,-4 3-507 0,7-21-1644 16</inkml:trace>
  <inkml:trace contextRef="#ctx0" brushRef="#br0" timeOffset="168010.781">13339 15284 6564 0,'0'0'4144'16,"0"0"-3127"-16,0 0-413 0,0 0 352 0,0 0 228 15,0 0 52-15,-28 67-156 0,24-41-372 0,4-1-224 16,0 3-152-16,0-6-120 16,0 0-212-16,0-9-8 0,4-3-228 15,0-3 0-15,4-4-36 0,0-3-12 0,0-3 60 16,3-4-60-16,2-6 108 0,-1-3 124 15,0-3-120-15,0 0-4 0,-1-3 40 16,-2 5-56-16,3 3 76 0,-1 3 16 16,-2 6 0-16,2-2 12 0,2 7 88 15,-2 0 28-15,-3 0 308 0,0 0-132 0,-3 0 24 0,2 4 84 16,-3 1-64-16,0-2-36 0,0 4 48 16,0-1-60-16,0 1 20 0,-4-2 52 15,0 2-96-15,0-3-68 16,0 2-32-16,0 0-16 0,0 1-8 15,0-4-4-15,0-3 12 0,0 3 4 0,0-3-4 0,0 0 0 16,0 0-60 0,0 0-68-16,0 0-116 0,0 0-28 15,0 0 4-15,0 0-52 0,0 0 12 0,0-3-84 16,0 0-56-16,-4 3-96 16,4-3 116-16,-4-1-72 0,0 1-12 15,0 0-140-15,4-3-68 0,-4 2-216 0,1 2-200 16,-1-3 268-16,4 5 215 0,0-2 141 15,0 2 156-15,0-3 180 0,0 0 116 0,0 3 60 16,0-4 208-16,0 4 212 0,0-2 37 16,0-2-29-16,0 1-64 0,-5-1-272 0,5-1 168 15,-4 2-64-15,4-4-24 16,0 4-80-16,-4-1 52 0,4-3-12 0,-4 5-144 16,0-1 4-16,4 0-52 0,-3-3 52 15,-1 2 88-15,0 1-72 0,-1-1-60 0,1 1 136 0,0-2-92 16,-3-2 24-16,3 3 112 0,0-2 4 15,-5 3-132-15,5 0 80 16,1 3-52-16,-5-2 12 0,4 2 52 16,0 0-148-16,-1 0 124 0,1 0-16 15,-3 2-72-15,-1-2 20 16,4 3-20-16,-5-3 36 0,2 3-68 16,-1 0 52-16,0-3-60 0,3 3-4 15,-2 1-8-15,-1-1-36 16,0 1 44-16,4-1 0 0,-4 2 0 0,4-1 4 0,-4 3 0 15,4 2 0-15,0-4-60 0,-4 6 60 16,4 2 12-16,0-1 52 0,0 4-16 0,0 3 52 16,4 0 76-16,0 3-12 15,4 1 16-15,0-4-80 0,4-1 0 0,0 2-24 0,4-8 60 16,-4-2-124-16,4-3 64 0,0-4-28 16,4-3 16-16,-4 0-56 0,-1-7 0 15,6 1 0-15,-6-7 4 16,2 1-4-16,-1-4-8 15,-1-7-64-15,2 4-100 0,-6-3-12 0,6 0-8 0,-5 3-72 16,-1 0 92-16,1 2 64 16,-4 5 88-16,1 6 4 0,-1-1 4 15,-4 3-108-15,3 4 112 0,-3 0 12 16,0 0 324-16,0 0 84 16,4 7-60-16,-4 7 88 0,4-2 24 0,0 7-136 15,0 0-216-15,0 3-8 0,1-3-36 16,-2 6-4-16,5 1 28 0,-4 0-40 15,4 6-52-15,4-1 4 0,-4 1 148 16,0 3-108-16,0 0-40 0,0 0 100 0,0-5-4 0,-4 3-8 16,3-4-40-16,-7-1 40 0,5-6-4 0,-5 1 76 15,4-2-72-15,-4-4 44 0,0-2-44 16,0-3 44-16,-4 2 28 0,-1-1-24 16,2-7-28-16,-5 3-8 0,4 1 8 15,0-3 4-15,-4-4-64 0,0 3 24 0,0-3-20 16,-4 0-60-16,0 0-4 0,0 1 0 0,-4-4-64 15,-3 3-68-15,2-3-4 16,2 0-20-16,-2 0 20 0,2 0-60 0,2-3 0 16,2-4 184-16,3 4-184 0,-1-3-84 15,6 0 12-15,-5-1 108 16,4 1-36-16,0 0-28 16,4-7-48-16,0 3 52 0,0-2 20 15,0-1 4-15,8 0 72 0,0-3 24 16,4-3-12-16,0 0 28 0,-1 0-80 0,2 3-60 15,2-3-100-15,2 0-112 16,-2 0-332-16,5 3-228 0,-4-1-456 16,4 5-717-16,-7 3-1971 0,6 0-1060 0</inkml:trace>
  <inkml:trace contextRef="#ctx0" brushRef="#br0" timeOffset="174388.495">12542 16627 4484 0,'0'0'2280'0,"0"0"-1812"0,0 0-92 0,0 0 16 16,0 0 2492-16,0 0-1187 0,0 0-805 0,0 0-396 15,0 0-64-15,-40-73-52 0,36 64 48 16,-3 2 12-16,-2 0-40 16,1 5-44-16,1-1-32 15,-1 3 64-15,-1 0 208 0,1 0-104 16,-3 0-144-16,2 3-200 16,-6 3-148-16,2 4-72 0,2 1-48 0,3 6-56 0,0 3-8 0,0 2-24 0,4 3 20 0,4 0 40 15,0-3 12-15,0 1 24 0,4-7-36 16,4-4-4-16,-4-2 28 15,0-4-48-15,4-2 20 0,-1-4 140 0,2 0-76 16,-1 0-60-16,3-10 20 0,2 0 128 16,-2-2-4-16,1-8-52 0,-3 5-72 0,2-4 16 15,-3 6 12 1,-4 0 52-16,1 4 44 0,-5 6-48 16,4 3-12-16,-4 0 16 0,0 0 40 15,3 0 8-15,-3 3 48 0,4 6 316 16,4 4-72-16,-4 3-40 0,0 0-104 0,4 5-48 15,-4-2-12-15,0 8-88 0,0-2 60 16,-4 3-8-16,4 1 24 16,-4 6 8-16,0 0 28 0,0 0-36 0,0 0 48 0,-4 0 12 15,0-1-48-15,0 1 24 0,0-2 36 16,-4-2-36-16,4-3-4 0,-4 1-8 16,4-7-52-16,-7 0 40 0,6-6-12 15,-3-2-4-15,4-2 52 0,-7-5 60 0,2-1-12 16,1-4-24-16,1 2-12 0,-6-2-4 15,1-2 4 1,1 5-124-16,-2-5 36 0,-2 0-48 16,-1 0-36-16,4-5 28 0,0 3 8 0,0-2 88 15,0-2-52-15,0 4-36 0,4-5-12 16,0 0 4-16,4 2-80 16,-4-2 4-16,4-3 24 0,4 0-16 0,-4 1-60 15,4-4-36-15,0 0-12 0,0 1-48 16,4-4-16-16,0 3-24 0,4-2-148 0,0-1-176 15,4 2-176-15,0 0-364 0,0 1-724 16,4 2-937-16,-4 2-1791 0,-1-3-1415 16</inkml:trace>
  <inkml:trace contextRef="#ctx0" brushRef="#br0" timeOffset="174768.593">12888 16862 9068 0,'0'0'1897'16,"0"0"-1585"-16,0 0-312 0,0 0 0 15,0 0 552-15,0 0 612 0,0 0-20 16,0 0-660-16,0 0-296 0,0 0-24 0,0 0 24 15,5 0-60-15,-1 0-52 16,-4-3 136-16,0 3-60 0,0-3 12 0,0 3 12 16,0 0 28-16,0 0 8 0,0 0 24 0,0 0 100 15,0 0 52-15,-4 3-264 0,-5 0-124 0,2-3 0 16,3 3 0-16,0-3 0 16,0 0 4-16,-5 0 40 0,6 0-40 0,-1 0-4 15,-4 0-172-15,4-3 8 0,0-3 164 16,0 6 8-16,0-4 92 0,0 1-100 15,0 3-8 1,4-3-52-16,0 3-64 0,0 0-40 0,0 0-148 16,0 0-304-16,0 0-212 0,0 0-272 15,4-3-660-15,4 0-1073 16,-4 0-1883-16</inkml:trace>
  <inkml:trace contextRef="#ctx0" brushRef="#br0" timeOffset="175137.585">13204 16652 10997 0,'0'0'2024'16,"0"0"-1972"-16,0 0-48 0,0 0-4 15,0 0 220-15,0 0 136 0,0 0-216 0,0 0-136 16,0 0-4-16,0 0-76 0,0 0-104 16,83-54 52-16,-67 54-76 15,0 0 64-15,0 0 128 16,4 13 12-16,0 0 88 0,0 6 192 16,-5 6-76-16,6 0 0 0,-5 5-52 0,-1 1 40 0,-2-2-40 15,-2 3-52-15,1 2 64 0,1-2-152 0,-6-3 48 16,5-8-60-16,-3 2-60 15,-2-10-32-15,-3 0-8 0,4-10-88 0,-4-3-196 16,4 0-776-16,-4-10-613 16,0-2-1187-16,4-18-2528 0</inkml:trace>
  <inkml:trace contextRef="#ctx0" brushRef="#br0" timeOffset="175337.495">13602 16624 6472 0,'0'0'4372'16,"0"0"-3483"-16,0 0-181 0,0 0 260 16,0 0 112-16,-84 82 168 0,60-53-116 0,0-1-412 15,1 5-252-15,-1 5-120 0,-4 0-200 16,-4 2-148-16,4 6-112 0,-4-9-96 16,4 5-116-16,4-7-268 0,5-3-196 15,2-10-116-15,6-3-436 0,2-6-788 16,5-7-2169-16,4-6-1567 0</inkml:trace>
  <inkml:trace contextRef="#ctx0" brushRef="#br0" timeOffset="175554.085">13749 16735 12357 0,'0'0'2076'15,"0"0"-2076"-15,0 0 0 16,0 0 228-16,0 0 404 0,0 0 72 31,0 0-336-31,0 0-208 0,92-35-148 0,-76 33 16 16,-1-5-28-16,2 3-176 0,-2-2-28 0,-2 4-536 0,-2 2-524 16,-2 0-432-16,-5 0-1109 0,-4 0-2683 15</inkml:trace>
  <inkml:trace contextRef="#ctx0" brushRef="#br0" timeOffset="175775.895">13709 16919 9852 0,'0'0'2113'0,"0"0"-1165"16,0 0-440-16,0 0 104 0,0 0 312 15,0 0 348-15,0 0-172 0,0 0-344 16,0 0-276-16,88 7-124 0,-68-14-160 15,4 0-196 1,0-1-68-16,0-5-152 0,-4 1-116 0,3-2-256 16,-2 1-288-16,-5 1-424 0,3-1-820 15,-6 4-2425-15,2-4-2423 0</inkml:trace>
  <inkml:trace contextRef="#ctx0" brushRef="#br0" timeOffset="176123.223">14175 16512 9440 0,'0'0'5469'0,"0"0"-4825"0,0 0-644 16,0 0-440-16,0 0 440 15,0 0 276-15,0 0 188 0,36-75-336 0,-23 59-128 16,2-3 72-16,5 3-72 0,-3 3-148 15,2 1-52-15,-3 5 72 0,-4 4-8 16,4 3 136-16,0 0 272 0,0 10 40 16,-4 2-108-16,4 4-76 0,-4 3 108 15,-1 3-100-15,2 4 28 0,-1-1 48 16,-1 4 48-16,2-4-112 0,-2 3 40 0,-2 2-76 16,-1-2-40-16,-1-3 28 0,1-3 36 0,5 1-64 15,-6-4 16-15,-3-3-88 0,4-4-80 16,1 1-28-16,-6-6 20 15,5-2-60-15,-4-5-88 0,0 0-496 0,4 0-184 16,0-9-244-16,0-3-220 0,-4-1-980 16,4-12-3205-16</inkml:trace>
  <inkml:trace contextRef="#ctx0" brushRef="#br0" timeOffset="176347.59">14678 16351 6004 0,'0'0'5981'0,"0"0"-4829"0,0 0-592 0,0 0 76 0,0 0 60 16,0 0 232-16,-80 76-72 0,64-54-396 15,-4 8-236-15,4-3 0 0,-3 5-88 16,-6 3-76-16,1 3-60 0,0 7-72 16,-4-3-64-16,1 5-236 0,-6-3-300 15,2 4-148-15,-1-4-248 0,0 1-544 0,0-4-997 16,9-13-2051-16,-14 11-968 0</inkml:trace>
  <inkml:trace contextRef="#ctx0" brushRef="#br0" timeOffset="181647.028">12390 15189 4880 0,'0'0'1848'0,"0"0"-912"0,0 0-520 0,0 0 40 16,0 0 112-16,0 0-244 0,0 0 828 0,0 0 457 16,0 0-933-16,0 0-368 0,0 0 8 15,-15-3 256-15,15 3 52 16,-4 0 4-16,0 5-188 0,-4 2-224 0,0 6-56 0,0 0-152 16,0 6 40-16,0 3-48 15,0 3-64 1,4 1-60-16,0-1 24 0,0 4-40 0,4-1 16 15,0 4-28-15,0-3-12 0,0-1-24 0,4-3-12 0,4-2-104 16,0 0-252-16,8-8-160 0,0 1-344 31,4-3-753-31,0 0-635 0,-1-7-788 0,9-6-1559 16</inkml:trace>
  <inkml:trace contextRef="#ctx0" brushRef="#br0" timeOffset="182209.638">13913 14991 548 0,'0'0'3116'16,"0"0"-1148"-16,0 0-380 0,0 0-84 0,0 0 164 0,0 0-55 16,0 0-321-1,0 0-416-15,75 33-256 0,-62-17-152 0,-2 3-68 16,1 3 64-16,0 1 4 0,-4 2-68 15,0 0-52-15,4 4-64 0,-8-1-96 0,4 1-64 16,0-1-124-16,-4 1 12 0,0 0-12 16,0-1-12-16,-4 1-76 15,0-4 12-15,0 0-36 0,0 1-24 16,-8-4-112-16,0 4-248 0,0 0-28 16,0-5-96-16,-4 2-72 0,0-2-92 15,-4-1-248-15,0 2-620 0,4-10-725 16,-4 8-2203-16</inkml:trace>
  <inkml:trace contextRef="#ctx0" brushRef="#br0" timeOffset="185835.688">15160 13808 8656 0,'0'0'2573'15,"0"0"-881"-15,0 0-636 0,0 0-256 16,0 0 180-16,0 0 164 16,0 0 48-16,0 0-172 0,0 0-320 0,0 0-248 15,0 0-256-15,-16 6-148 0,20-12-40 16,4-11-8-16,8-4 4 0,0-8-4 0,4-6-48 15,4-3-124-15,-5 0 64 0,5-1-64 16,-3 8 24-16,-6-1 28 0,1 4-4 16,0 5 4-16,-4 1-4 0,-4 7-12 0,0 2 64 15,0 0 64-15,-5 7 4 0,-3 0 4 0,5 2 72 16,-5 1 40-16,0 3-16 0,0 0-32 16,0 0-64-16,0 3-108 0,0 4 48 15,0 2-76-15,-5 10 12 0,2 6 52 0,3 10-28 16,-4 11 96-16,0 4 0 15,0 7 0-15,4 6 4 0,-8 5-4 16,8-2 4-16,-4 7 0 16,0-3 0-16,0 3 60 0,0-7-8 0,0-2-48 15,4-7-4-15,-4-13 8 0,4-9-8 16,0-7 0-16,0-9-12 0,4-2-64 16,-4-8-44-16,0 1-40 0,4-7-64 15,-4 0-332-15,0-3-336 0,0 4-352 0,0-4-640 16,0 0-1008-16,-8-4-3193 0</inkml:trace>
  <inkml:trace contextRef="#ctx0" brushRef="#br0" timeOffset="186100.26">15092 14471 4136 0,'0'0'4508'16,"0"0"-3048"-16,0 0-491 0,0 0 163 15,0 0 360-15,0 0 4 0,0 0-236 0,0 0-364 0,0 0-312 16,0 0-92-16,0 0-124 0,-24 19-196 0,33-19-156 31,6 0 56-31,5 3 504 0,3 1 160 0,5-1-372 0,0 0-240 16,4-3-4-16,-4 0-36 0,0 0-16 15,0 0-68-15,4 0-52 0,-4 0-20 16,4-3-36-16,-4 0-16 16,4-1-20-16,-4 1-88 0,-4 0-136 15,-1 0-232-15,-3 3-52 0,0 0-88 16,-8 0-288-16,4 0-528 0,-8 6-800 0,0-3-1569 15,-4 7-1263-15</inkml:trace>
  <inkml:trace contextRef="#ctx0" brushRef="#br0" timeOffset="193461.057">16877 14570 5836 0,'0'0'5925'0,"0"0"-5105"16,0 0-808-16,0 0 52 0,0 0 372 0,0 0 188 15,96 25 124-15,-76-22-204 0,4 1-332 16,-1-4-136-16,1 0-76 0,0 0-64 0,-3 0-24 16,-2-4 0-16,-3-3-176 0,-4 5-304 15,-1-1-300-15,-6 0-396 16,-1 3-821-16,-4 0-1003 0,0 6-1520 0</inkml:trace>
  <inkml:trace contextRef="#ctx0" brushRef="#br0" timeOffset="193640.704">16857 14872 4772 0,'0'0'1784'16,"0"0"-808"-16,0 0-368 0,0 0 444 0,0 0 420 0,0 0-119 0,0 69-509 15,12-59-296-15,8-3-164 16,4 1 48-16,0-4 8 0,8-2-96 0,0-2-156 15,3 0-88-15,1-9-100 0,4 0-140 16,4-4-604-16,-1-3-640 0,-10 4-1069 16,18-8-2775-16</inkml:trace>
  <inkml:trace contextRef="#ctx0" brushRef="#br0" timeOffset="193909.065">18316 13712 7764 0,'0'0'5445'0,"0"0"-4489"0,0 0-816 0,0 0-128 15,32 67 304 1,-25-35 352-16,1 0 236 0,1 2-264 16,-2 1-448-16,-3 4-192 0,0-1-176 0,0 3-120 15,-4 0-436-15,0 4-312 16,0-3-492-16,0-11-1097 0,-16 10-2147 0</inkml:trace>
  <inkml:trace contextRef="#ctx0" brushRef="#br0" timeOffset="194177.604">17766 14621 6900 0,'0'0'5505'0,"0"0"-4317"16,0 0-1176-16,0 0 104 0,0 0 316 0,0 0 224 0,0 0 212 15,111-10-60-15,-71 7-296 0,7-3-188 16,6-1-152-16,3-2 28 0,-1 2-188 15,0-2 172-15,1 3 40 0,4-5-16 0,0 2-84 16,0 0-48-16,-4-1-68 0,4 1 28 16,-8 0-36-16,-1-1-148 0,-7 3 100 15,0 1-40-15,-9-4-172 16,-7 7-148-16,0-3-336 16,-7 3-136-16,-2 0-252 0,-6-1-544 0,-6 4-2185 15,-7 0-2359-15</inkml:trace>
  <inkml:trace contextRef="#ctx0" brushRef="#br0" timeOffset="194947.716">18024 14859 8560 0,'0'0'2044'16,"0"0"-999"-16,0 0-557 0,0 0 36 16,0 0 380-16,0 0 0 15,0 0-84-15,0 0-228 0,-15 73-100 0,15-42-44 16,-4 4-124-16,4 4-112 0,0 5-28 15,0 0-32-15,4 3-40 16,0 5-104-16,-4-2-8 0,0 2 0 0,4-1-16 0,-4-4-108 0,0-3-12 16,0-3 24-16,3-6-72 0,1-2-152 15,0-12-124-15,1-4-172 0,3-8-60 16,-1-3-308-16,5-6-476 0,1 0-877 0,-6-6-643 16,10-13-1912-16</inkml:trace>
  <inkml:trace contextRef="#ctx0" brushRef="#br0" timeOffset="195250.74">18610 14961 10044 0,'0'0'1897'15,"0"0"-861"-15,0 0-260 0,0 0 12 16,0 0 284-16,-96-10-16 0,77 17-384 0,-1-2-252 15,3 9-84-15,-2 0-164 16,7 9-112-16,0 6-8 0,0 7 20 16,4 4-60-16,4 4-8 0,4 4 48 0,-4 0-4 15,4 0-40-15,0-7-8 0,4-3 124 16,4-6 0-16,0-7-16 0,4-3 16 0,-1-6 12 0,6-4 0 16,-2 2-76-16,2-9-16 15,-6-1-44-15,6-1 0 0,-2-3-60 0,2 0-28 16,-2-10-108-16,-2-2-112 0,2-4-332 0,1-3-188 15,-4-6-248-15,-3 2-272 16,-6-2-468 0,-3 6-1009-16,0 3-1463 0,-3-1 16 15</inkml:trace>
  <inkml:trace contextRef="#ctx0" brushRef="#br0" timeOffset="195405.284">18503 15316 7128 0,'0'0'2696'15,"0"0"-1003"-15,0 0-553 0,0 0-96 0,0 0 124 16,0 0 28-1,79 38-144-15,-63-38-396 0,5 0-296 0,-6 0-164 16,1-6-196-16,0-1-12 0,-5-2-260 16,6 0-172-16,-6-5-288 0,-2 5-260 15,3-1-268-15,-8-1-916 0,-1 4-1757 0,1-3-1155 16</inkml:trace>
  <inkml:trace contextRef="#ctx0" brushRef="#br0" timeOffset="195569.495">18677 15249 8112 0,'0'0'1940'0,"0"0"-775"0,0 0-317 0,0 70 32 16,0-41 152-16,0 2 156 16,5 1-116-16,-1 0-320 0,0-1-144 0,0-1-140 15,4-5-184-15,-5-6-284 0,6-1-12 16,-1-5-208-16,0-3-476 0,-1-10-224 0,10 0-352 16,-2-12-168-16,5-14-632 15,-8 8-2213-15,8-28-2707 0</inkml:trace>
  <inkml:trace contextRef="#ctx0" brushRef="#br0" timeOffset="195776.02">19005 14979 9624 0,'0'0'2229'0,"0"0"-1445"0,0 0-452 16,0 0 152-16,7 70 468 0,-7-40 572 15,4-2-420-15,1 9-508 16,-1 2-224-16,0 2-136 0,0 7-152 15,-4 6-44-15,0-1-40 0,0 1-76 0,0 0-96 16,0-4 24-16,0 2-312 0,-4-11-424 16,4 1-336-16,0-10-476 0,0-5-668 0,0-7-1957 0,0-1-1747 15</inkml:trace>
  <inkml:trace contextRef="#ctx0" brushRef="#br0" timeOffset="196450.389">20247 14205 10496 0,'0'0'2057'16,"0"0"-665"-1,0 0-644-15,0 0-196 0,0 0 116 0,0 0 172 16,0 0-168-16,0 0-88 0,0 0-52 0,101-47-88 15,-58 30-140-15,5 1-68 0,7 3 104 16,1 1 16-16,4 2-40 0,0-3-84 0,0 1-120 16,-4 2-32-16,4 1-80 0,-8-1-108 15,-1-3-4-15,-3 4 16 0,-5 0-28 16,-3-1-144-16,-3 4-232 0,-5-4-236 16,-9 3-240-16,-3 5-352 0,-4-2-1040 15,-8 4-2073-15,-8 0-1623 0</inkml:trace>
  <inkml:trace contextRef="#ctx0" brushRef="#br0" timeOffset="196882.768">20423 14170 5548 0,'0'0'6077'0,"0"0"-4793"16,0 0-940-16,0 0-88 0,0 0 568 0,0 0 564 15,0 0-248-15,0 0-416 0,0 0-216 16,0 0-200-16,92 44-124 0,-72-37-72 16,-5-1 12-16,2 3-112 0,-2-2-12 15,-2 2-12-15,-2 4-64 16,-3-1 16-16,-4 8 56 0,1 1-8 0,-5 8-136 16,0 7-76-16,-9-1 40 0,-3 2 12 0,-4 5 48 0,1-4 120 15,-6-1 4-15,6-1 0 0,-5-1 8 16,-1-1 0-16,2-2 76 0,3 0-76 0,0-7 8 15,4-2 44-15,4-4 0 0,0-6-60 0,8-4 0 16,0 1-48-16,0-4 48 16,4 0 64-1,4 1 96-15,8-4 124 0,0 0-40 16,8 0 4-16,4 1-28 0,4-4-12 16,-1 0 0-16,5-4 36 0,5 1 64 0,-2-7-52 15,1 1-72-15,4 0-76 0,0-4-20 16,-1-3-76-16,1 4-12 15,0-5-52-15,0 2-92 0,0-2 8 0,-1 5-32 0,-2-1-80 16,-2 5-152-16,-3-6-376 0,-1 4-320 16,2 1-564-16,-5 2-776 0,-9 1-1973 0,5 3-2147 15</inkml:trace>
  <inkml:trace contextRef="#ctx0" brushRef="#br0" timeOffset="198099.81">20937 15468 5288 0,'0'0'1264'15,"0"0"-276"-15,0 0-132 0,0 0-28 0,0 0 272 16,0 0-171-16,-76-44 59 0,64 34-80 16,1 1-4-16,-2 2-296 15,2-2-52-15,3 6-128 0,-5-4 0 0,6 5 64 16,3 2-108-16,0 0 40 0,-5 2 220 16,2 8-396-1,-1 6-244-15,0 9-4 0,-1 4-84 0,6 9 84 16,-1-2 52-16,0 1-52 15,4-2 0-15,0-7-88 0,0-5-36 0,0-7-12 16,4-7-48-16,0-3-52 0,-1-2-76 16,1-4-112-16,5 0 164 0,-1-7 36 15,-1 2 104-15,6-6 8 0,-5-1 64 16,3-1 44-16,-2 0-84 0,-1 4 72 0,-1 3 4 0,1-1-100 16,1 4 64-16,-1 3 48 15,-1 0 36 1,1 0 164-16,5 3-88 0,-2 4 80 0,-3-1 24 0,1 3-56 0,2 4 76 15,-7-4-60-15,4 4-40 16,0 3-48-16,0 1 0 0,-4-3 72 0,0 5 0 16,3 1 28-1,-2 2-64-15,-1 1 60 0,0-1 12 0,-4 3 16 0,4-3-16 0,-4 6 12 16,0-2-36-16,0 3-12 0,0-4-12 16,0 4 0-16,-4-4-52 0,0 4-32 31,0-6-4-31,-4-2 12 0,4-2 28 0,-4 0-28 15,0-6 16-15,5-1-16 0,-6-2 24 16,1 0-8-16,0-7 32 0,1 3 52 0,-6-2-52 0,2-4 40 16,3 0-148-16,-9 0 84 0,6 0-68 15,-6 0-16-15,2-7-24 0,-5 1-28 16,-1 0 28-16,6-4 0 0,-1-1 4 0,0 3-136 16,4-2 96-16,0 3-28 0,4-1 32 15,4 1 40-15,0 0-64 16,4 2-20-16,0-6 4 0,0 2-36 0,4-1 56 0,0-2 56 15,4 2-52-15,0 1-12 0,4-4 8 16,0 4 56-16,-1-4 8 0,6 3-8 16,-2 1 8-16,2 3-4 0,-6-4-56 0,6 4 52 15,-2 0-40-15,2-1 36 16,-2 1-112-16,-2 0 40 0,-2-1-16 0,2 1 4 16,-2 3-64-1,-3 0-148-15,0-1-196 0,-3 1-224 0,2 3-340 16,-3 0-1124-16,0 0-2741 15,-4 0-4055-15</inkml:trace>
  <inkml:trace contextRef="#ctx0" brushRef="#br0" timeOffset="199054.808">21427 15344 2620 0,'0'0'2088'0,"0"0"-332"0,0 0-104 0,0 0-164 15,51-65 37-15,-42 51-341 0,-5 1-188 16,-4 4-68-16,4 3-20 0,-4-1-152 16,0 7-40-16,-4-3-68 0,0 3-64 15,-8 0-152-15,0 0-160 0,-4 0-88 0,0 6 52 16,-4 7-128-16,1 0 4 0,2 7-64 0,-3 5-48 0,1 3 60 31,2 6-44-31,6 5-8 0,-2 5-8 0,5 0-8 16,5 0-116-1,3 2 24-15,0-8 40 0,3-3 48 0,10-4-100 16,-1-9 104-16,-1-2 8 0,6-5 100 16,-2-3-64-16,-2-5-32 0,-2-4-4 15,2 1 76-15,-2-4-76 0,1 0-60 0,-3-7-136 16,2-5-112-16,-3-1-372 0,1-6-324 16,-6 4-316-16,1-8-716 0,-4 4-1017 15,0 6-2903-15,-7-6 1453 0</inkml:trace>
  <inkml:trace contextRef="#ctx0" brushRef="#br0" timeOffset="199218.216">21300 15586 7704 0,'0'0'2124'0,"0"0"-743"0,0 0-441 0,0 0 160 0,0 0 168 15,0 0 20-15,0 0-136 16,0 0-268-16,0 0-292 0,87 5-76 0,-63-5-172 16,0 0-268-16,0-2-76 0,4-4-112 15,-5-4-132-15,5-5-124 0,4-6-708 16,-4 0-664-16,-4 2-1440 0,12-10-4129 15</inkml:trace>
  <inkml:trace contextRef="#ctx0" brushRef="#br0" timeOffset="199493.698">21993 15037 12285 0,'0'0'1596'0,"0"0"-924"0,0 0-344 0,0 0 152 0,-84 53 516 15,65-27 396-15,-2 2-368 16,6 7-468-16,-2 4-188 0,10-2-76 0,-1 5-12 0,3 2 0 16,5 1-36-16,0-4-24 15,0-3-96-15,5-3-64 16,3-2-52-16,-1-12 112 0,10-5 28 0,-2-3 8 16,2-5 16-16,2-1-15 0,1-3-109 15,1-4-48-15,-6 0-72 0,5 0-109 16,-4-6-51-16,-4-4-204 0,0-3-92 15,-1 1-204-15,-2-5-324 0,-5 2-640 16,-4 2-1068-16,-4-3-3145 0</inkml:trace>
  <inkml:trace contextRef="#ctx0" brushRef="#br0" timeOffset="199755.327">21914 15509 11489 0,'0'0'2100'15,"0"0"-1492"-15,0 0 404 0,0 0 308 16,0 0-260-16,79-28-196 0,-55 12-432 0,-4-6-432 15,3-3-24-15,-2-2-496 16,-1-1-356-16,-5 6-144 0,2 0-164 16,-6 7-604-16,-7 1-760 0,0 8-1597 0,-4 6 1725 15,0 3 632-15,-8 7 1384 0,-3 9 404 16,-2 0 1216-16,2 7 736 0,-2-1 28 0,5 0-140 16,1 1-172-16,7 2-163 0,0-2-345 0,0 2-244 15,0-3-96-15,7 4-52 16,1 0 12-16,5-1-72 0,-6 1-188 15,1-4-160-15,1 0-132 0,-5-3-228 16,3 1-136-16,-3-4-148 0,0-6-384 16,5-1-304-16,-5-2-564 0,3-3-1160 15,1-4-3189-15</inkml:trace>
  <inkml:trace contextRef="#ctx0" brushRef="#br0" timeOffset="200430.668">23177 13953 7504 0,'0'0'2308'16,"0"0"-875"-16,0 0-661 0,0 0-80 15,0 0 300-15,0 0 100 0,0 0-148 0,0 0-52 16,0 0-108-16,87-14-88 0,-43 10-44 15,3 1-172-15,5-4-136 0,0 4-136 0,0-3-60 16,0-4-64-16,4 1-72 0,-4-4-4 16,-1-3-8-16,1-3-72 0,-5 0-64 0,1 0-60 15,-4-3-48-15,-4 3-432 0,-8 0-360 16,-4 3-540-16,-8 6-1192 16,-8 1-2965-16</inkml:trace>
  <inkml:trace contextRef="#ctx0" brushRef="#br0" timeOffset="200851.987">23312 13983 11685 0,'0'0'1908'0,"0"0"-1324"15,0 0-532-15,0 0 328 0,0 0 916 0,0 0 180 16,0 0-536-16,0 0-420 0,0 0-252 0,67 69-132 15,-54-56-60-15,-2 6-76 16,1-3-4-16,4 3-4 0,0 1 0 0,0 1-100 16,-8 5 20-16,5-1-32 0,-6 4 8 15,-7 2-184-15,0 5-76 0,0-2 40 16,-12-3 84-16,0 5 100 16,1-4 108-16,-2-1 40 0,5-5 48 15,-3-5 0-15,2 2-36 0,1-6 64 16,4-9-12-16,1-2-52 0,3-1-8 15,0-3-4-15,0-2 0 0,7 4 72 0,5-4 276 16,8 0 48-16,0 0-140 0,0 0 16 16,8-4 0-16,3-3-40 0,1 1-12 15,5-2 60-15,-1-3-24 0,3 5-36 0,5-3-24 0,4-1-124 16,4 0-68-16,-1 1-4 16,5 3-80-16,-4-4 8 0,-1 0-28 15,-2 4-156-15,-6-3-184 0,1-1-344 0,-4 4-176 16,0-4-308-16,-4 4-640 15,-13 3-2145-15,-2 0-3327 0</inkml:trace>
  <inkml:trace contextRef="#ctx0" brushRef="#br0" timeOffset="201873.83">23583 15141 1604 0,'0'0'4396'15,"0"0"-3432"-15,0 0 1748 0,0 0-1035 0,0 0-369 16,0 0-224-16,0 0-172 0,0 0-256 0,0 0-252 15,0 0-192-15,8-69-112 0,-1 56-12 0,2 3 0 16,-1 1-20-16,3-1 20 16,-3 7-80-16,5 0 4 15,-2 3 52-15,2 0 72 0,2 9 76 0,-3 1 76 16,4 6-104-16,-4 4-36 0,-4 1-12 0,4 1-120 0,-4 3 44 16,4-2-52-16,-4 3 52 0,-4-4-60 0,3-3-4 15,-3-1 4-15,5-1-4 0,-9-5 4 16,4-3-76-16,0-2-72 0,0 0 36 0,3-5-100 15,-3-2-212-15,1 0-468 16,3-2-332-16,-4-8-540 0,3 3-2265 0,2-15-2623 0</inkml:trace>
  <inkml:trace contextRef="#ctx0" brushRef="#br0" timeOffset="202105.597">23922 14972 10364 0,'0'0'1993'16,"0"0"-1237"-16,0 0-300 0,0 0 332 0,0 0 588 16,0 0-60-16,0 0-448 0,-81 71-520 15,66-55-140-15,-1 6 16 0,4 4-52 0,-8-1-48 16,4 4-52-16,0 1-72 16,4 0-52-16,-4-2-24 15,4 2-84-15,0-2-136 0,0-3-96 0,5-3-80 16,-2-3-88-16,5-3-164 0,0-3-284 0,4-7-420 0,0-3-652 15,8-3-593-15,-3 0-599 16,10-3-1036-16</inkml:trace>
  <inkml:trace contextRef="#ctx0" brushRef="#br0" timeOffset="202358.751">24156 15011 7688 0,'0'0'2152'0,"0"0"-1019"0,0 0 127 0,0 0 516 0,0 0 40 16,0 0-448-16,0 0-764 0,0 0-344 0,0 0-84 16,-40 68 108-16,37-47-28 15,-1 4-8-15,0 1-28 0,4 2-96 0,0-2-40 16,0-1-44-16,4 0-40 0,3-6-48 16,5 0 48-16,-3-5 76 0,6-2-68 15,-2-5-8-15,6-4-64 0,-3-3 60 0,0 0-116 16,0-6-224-16,0-8-312 0,0-2-444 15,-4-3-528-15,0 7-1468 16,-8-13-5005-16</inkml:trace>
  <inkml:trace contextRef="#ctx0" brushRef="#br0" timeOffset="202534.028">24088 15154 11009 0,'0'0'2092'0,"0"0"-1608"15,0 0-64-15,0 0 312 0,0 0 664 0,0 0-156 0,0 0-596 16,105-25-408-16,-70 8-236 0,-3 2-36 0,4-3-200 16,-4-6-248-1,0 2-476-15,-1-3-572 0,-6 6-768 0,6-9-3141 16</inkml:trace>
  <inkml:trace contextRef="#ctx0" brushRef="#br0" timeOffset="202756.919">24555 14846 11417 0,'0'0'2072'0,"0"0"-1056"15,0 0-256 1,40 67 132-16,-25-45 580 0,2 1-236 0,2-2-364 16,5 2-420-16,-3-4-344 0,7 0-20 15,-5 0-88-15,5-4-112 0,-4-2-132 16,4-3-368-16,0-3-312 0,0-7-140 15,0 0-172-15,-5-4-576 0,-3-6-820 0,-3 4-2337 0,-6-10-1079 0</inkml:trace>
  <inkml:trace contextRef="#ctx0" brushRef="#br0" timeOffset="202906.843">24973 14744 11581 0,'0'0'1996'0,"0"0"-1248"15,0 0-16-15,0 0 224 0,0 0 308 16,0 0-112-16,-88 83-536 0,60-55-296 0,4 7-160 0,-7 4-64 0,-1-2-96 16,0 5-40-16,-8 2-84 0,1 4-316 15,-2 3-228-15,-2 0-148 0,-1-4-416 16,13-9-1128-16,-10 10-3485 0</inkml:trace>
  <inkml:trace contextRef="#ctx0" brushRef="#br0" timeOffset="204792.427">23838 16074 248 0,'0'0'2712'0,"0"0"-1252"0,0 0-588 0,0 0 768 15,0 0-212-15,0 0 128 0,0 0-187 16,0 0-357-16,0 0-280 16,0 0-20-16,0 0 124 0,0 0 36 0,3-6-120 15,-3 6-124-15,0-3-168 0,-7 3-248 0,3-3-64 16,-5 3-12-16,1-3-60 0,1 3 8 16,-1 0-84-16,-1 0-8 0,-2 3 4 15,-1 0 4-15,4 6 0 0,-4 4-76 0,4 4-36 16,-4 2 0-16,8 6 24 15,-4-3-8-15,8 4 88 0,-4-7-192 16,4-4 100-16,0-2-60 16,0-7-16-16,4-6-112 0,0 0 164 15,0 0-80-15,8 0 52 0,-4-6 148 16,0 0-144-16,4-7 20 0,-4 0 80 16,4-2-52-16,-5-1-28 0,2 3 64 15,3 0-36-15,-5 4-64 0,2-1 152 16,-5 4-124-16,4 3-44 0,-1 0 168 15,-3 3-104-15,5 0 116 0,-1 0 176 0,-1 6 200 0,1 0-84 16,-3 4-140-16,3-1-4 0,-1 0-60 0,-3 5 12 16,4 1 120-16,1 1-72 15,-2 3-36-15,-3 0 24 0,0 0-8 16,5 3-16-16,-5 3-4 0,-1 1-108 0,1-1-8 16,0 5 8-16,-4-5 4 15,0 3 80-15,0 0-32 0,0 2 72 0,0-5-24 0,0 0 12 16,-4-3 36-16,0 0 12 0,1-2-36 0,-1-1 36 31,-5-4-48-31,5-2-24 0,-4 1-28 16,1-2 40-16,-2-5 12 0,1-1-16 0,1 0-20 15,-6-4 20-15,1-2 40 0,1 0 36 16,-2 0-164-16,-2-2 128 16,2-8 12-16,2 3-48 0,-1-5 8 0,0 3-104 0,0-7 4 15,4 3-8-15,0-3-148 16,4 0 148-16,0-2-172 0,0-2 40 15,4-2-52-15,0 0-40 0,8 3 52 0,-4 0-36 16,8 7 32-16,-4-5 16 0,0 7 12 16,-1 1-100-16,2 3-308 0,-1-1-108 15,-1 4-152-15,1 3-132 0,1-3-332 0,-1 3-784 0,-5 0-2061 16,10 0-1943-16</inkml:trace>
  <inkml:trace contextRef="#ctx0" brushRef="#br0" timeOffset="205077.031">24172 16265 7096 0,'0'0'5129'0,"0"0"-4193"0,0 0-812 16,0 0 96-16,0 0 324 0,0 0 480 16,0 0-80-16,0 0-540 0,0 0-404 15,0 3-4-15,0-3 4 0,0-3 12 0,0 3 64 16,0-3 12-16,0 0-12 0,0 0-68 16,0 3-8-16,0 0-224 15,0-4-256-15,0 4-376 0,0 0-460 0,0 0-936 0,0 0-3085 16,0 16-875-16</inkml:trace>
  <inkml:trace contextRef="#ctx0" brushRef="#br0" timeOffset="205394.088">24332 15963 6504 0,'0'0'4793'16,"0"0"-3665"-16,0 0-860 0,0 0 28 16,0 0 392-16,0 0 428 0,67 80 56 15,-50-58-608-15,2 4-276 0,1-5-152 16,0 2-136-16,-4-2 4 15,4 0-8-15,0-6-76 0,-4 1-20 0,0-6-64 0,-4-1-416 16,-1-3-300-16,2-2-208 16,-2-4-260-16,-3 0-801 15,1 0-2343-15</inkml:trace>
  <inkml:trace contextRef="#ctx0" brushRef="#br0" timeOffset="205592.851">24687 15948 9488 0,'0'0'1669'0,"0"0"-977"0,0 0 140 15,0 0 292-15,-56 82 244 0,39-53-236 16,-2-1-496-16,-1 1-460 0,3 0-164 0,-2 3-12 16,-1-1-72-16,1 1-100 0,-2-4-340 15,5 2-296-15,0-5-200 0,0 0-364 16,4-6-860-16,1-3-1989 15,-2-3-703-15</inkml:trace>
  <inkml:trace contextRef="#ctx0" brushRef="#br0" timeOffset="205794.613">24790 16079 6644 0,'0'0'6433'0,"0"0"-5109"0,0 0-896 0,0 0 216 16,0 0 240-16,0 0-36 0,0 0-280 0,84-27-368 16,-69 18-200-16,2 3-4 15,-2-4-380-15,-2 4-648 0,-2-4-444 0,1 7-592 16,-7 0-2821-16,-5 3-3230 0</inkml:trace>
  <inkml:trace contextRef="#ctx0" brushRef="#br0" timeOffset="205979.59">24861 16230 8112 0,'0'0'4365'0,"0"0"-3509"0,0 0-396 0,0 0 364 0,0 0 348 16,0 0 92-16,0 0-356 16,0 0-512-16,77 0-396 0,-58-9-16 0,-3-4-304 15,0 3-236-15,0-2-268 0,0-1-456 16,-8 3-1068-16,4-5-3573 0</inkml:trace>
  <inkml:trace contextRef="#ctx0" brushRef="#br0" timeOffset="206341.938">25228 15846 8928 0,'0'0'1152'16,"0"0"-960"-16,0 0 92 0,0 0 453 0,0 0 187 0,0 0 152 0,0 0 0 16,76 3-204-16,-56 10-192 0,-4 4-64 0,3 2 32 0,1 2-64 15,1 4-4-15,-2 4-84 16,1-4-204-16,-3 1-144 0,2-4-88 0,1 4-60 16,-8-7-12-16,4-1-88 0,0-1-60 15,0-1-232-15,-4-4-276 0,4-3-236 16,-4-2-364-16,-1-7-624 0,-2 0-1040 0,2-9-2817 15</inkml:trace>
  <inkml:trace contextRef="#ctx0" brushRef="#br0" timeOffset="206542.09">25626 15856 6624 0,'0'0'5553'0,"0"0"-4645"15,0 0-560-15,0 0 208 0,-83 82 460 16,63-57 12-16,0 4-324 0,-4 0-540 0,5-1-164 16,-2 4-124-16,-3-4-76 0,5 5-344 15,-5-5-448-15,3 0-540 0,6-5-1381 0,-9-1-3387 16</inkml:trace>
  <inkml:trace contextRef="#ctx0" brushRef="#br0" timeOffset="207327.221">25718 13970 9956 0,'0'0'2357'16,"0"0"-981"-16,0 0-564 0,0 0-28 16,0 0 276-16,0 0-116 0,0 0-248 15,36-76-400-15,-16 40-148 16,0-1-148-16,0-1-44 0,0 2-44 15,-5 1 16-15,6 7 20 0,-1-1 4 16,-5 4 0-16,2 3-28 0,-2 0 4 16,-2 2 64-16,-2 5-52 0,-3 3 60 15,1 1 0-15,-2 5 0 0,-3 3-48 16,-4 3 32-16,0 0 16 0,0 0 16 0,0 0 328 16,0 6-60-16,4 3-124 0,0 8 64 15,0 4-28-15,0 9-60 0,1 4-4 0,-2 4-68 16,5 0 32-16,0 3 16 0,0 4 36 15,0 3-4-15,0 0-8 0,-4 2-12 16,4 4-124-16,-5 0 0 0,-3-3-68 0,5-1 20 16,-5-1-48-16,0-8 80 0,4-3-92 15,0-10 48-15,0-2-4 0,4-3-32 0,-5-9-136 16,1 3-212-16,-4-11-88 0,5 4-120 16,-5-4-380-16,0-3-732 0,0 1-844 15,0-4-1489-15,-12 0-2087 0</inkml:trace>
  <inkml:trace contextRef="#ctx0" brushRef="#br0" timeOffset="207569.58">25858 14459 9904 0,'0'0'1817'16,"0"0"-921"-16,0 0 88 0,0 0 572 0,0 0-120 15,0 0-180-15,0 0-480 0,0 0-356 16,0 0-64-16,0 0-136 15,-12 15-172-15,24-12 200 0,11 1 140 0,1-4 124 0,8 3-84 16,0-3-148-16,0 0-136 0,8-3-136 0,-4-4-8 16,7-2-68-16,-3-1-4 0,1 1-60 15,2-1-88-15,-7 1-328 16,4-4-124-16,-4 4-88 0,-4-1-348 0,0 1-572 16,-12 2-1316-16,3 0-3673 0</inkml:trace>
  <inkml:trace contextRef="#ctx0" brushRef="#br0" timeOffset="209533.615">27033 14055 6096 0,'0'0'2260'15,"0"0"-1584"-15,0 0 268 0,0 0 1309 16,0 0-493-16,0 0-216 0,0 0-352 0,0 0-384 15,79-3-188-15,-47 3-188 16,0 0-148-16,0-3-136 0,-4 0-88 0,4 0-60 0,-8-4-96 16,0 4-64-16,-4 0-100 15,0 0-468-15,-4-1-328 0,-8 4-704 0,-1 0-2308 16,-7 7-3189-16</inkml:trace>
  <inkml:trace contextRef="#ctx0" brushRef="#br0" timeOffset="209692.303">27041 14328 5472 0,'0'0'4936'16,"0"0"-3815"-16,0 0-905 0,0 0 220 0,0 0 984 0,0 0-52 15,0 0-160-15,0 0-468 0,96 11-356 16,-61-15-384-16,1-6-136 0,4-3-460 16,0 1-548-1,3-4-312-15,-10 6-1128 0,11-9-3009 16</inkml:trace>
  <inkml:trace contextRef="#ctx0" brushRef="#br0" timeOffset="210924.1">28388 13243 7672 0,'0'0'1880'16,"0"0"-31"-16,0 0-1041 0,0 0-208 15,0 0 396-15,0 0 244 0,0 0-196 16,0 0-404-16,0 85-164 0,0-53-56 15,0 3-108-15,0 3-104 0,0 0-172 16,0 3-36-16,0 0-196 0,-4-3-52 16,-1 4-160-1,1-4-316-15,1-3-92 0,-9 0-144 0,4-4-244 16,-4-1-868-16,4-5-1957 0,-12 3-1367 16</inkml:trace>
  <inkml:trace contextRef="#ctx0" brushRef="#br0" timeOffset="211145.455">27973 14119 6504 0,'0'0'1872'16,"0"0"-824"-16,0 0 24 0,0 0 537 0,0 0-405 16,0 0-264-16,0 0-92 0,0 0-96 0,108-13-144 15,-72 10-196-15,3 0-88 0,6-3 48 16,-2 2 84-16,5-5-60 0,0 2-224 0,0-2-172 0,-1-1-48 15,1 1-112-15,-4-4 24 0,-4 3-88 16,-4 1-272-16,-4 0-288 0,-4-1-332 16,-5 4-704-16,-10 3-1385 0,-6 0-3247 0</inkml:trace>
  <inkml:trace contextRef="#ctx0" brushRef="#br0" timeOffset="211425.32">28042 14271 9128 0,'0'0'2013'16,"0"0"-1189"-16,0 0-336 0,0 0 468 15,0 0 404-15,0 0-268 0,0 68-460 16,0-41-320-1,0 5 12-15,0 3-28 0,3 3 4 16,-3 3-40-16,4 0 72 16,0 4-72-16,-4 0-112 0,4 2-148 15,0-5-8-15,0-2-128 0,0-1-36 0,4-7-248 0,0-7-424 16,0-3-232-16,4-3-448 0,0-9-1372 0,12-10-3001 16</inkml:trace>
  <inkml:trace contextRef="#ctx0" brushRef="#br0" timeOffset="211706.803">28439 14471 12741 0,'0'0'1732'0,"0"0"-1328"0,0 0-128 16,-79 38 556-16,55-25 220 0,4 6-108 15,4 4-512-15,0 2-272 0,8 7 0 31,0-4 24-31,4 7-12 0,4-3-12 0,0-4-12 16,0 0 24-16,4-2-24 0,4-6-64 16,5-1 16-16,-6-7-52 0,1-2 84 15,4-1-32-15,4-3-52 0,-4-1-48 16,8-5 0-16,-5 0-84 0,9 0-112 0,-3-5-36 16,3-4-272-16,-1-4-172 15,1-2-252-15,-4-4-256 0,1-1-552 0,-14 5-1044 0,5-8-3021 16</inkml:trace>
  <inkml:trace contextRef="#ctx0" brushRef="#br0" timeOffset="211878.968">28431 14718 8960 0,'0'0'3261'0,"0"0"-1461"0,0 0-964 0,0 0-20 0,0 0 340 0,0 0-64 16,0 0-216-1,0 0-372-15,0 0-244 16,0 0-260-16,56-2 0 0,-32-7-260 0,-4-8-268 15,0 1-200-15,4-3-412 0,-5 4-480 16,-2-1-792-16,-6 3-1513 0,-2 4-471 16,-1 2-155-16</inkml:trace>
  <inkml:trace contextRef="#ctx0" brushRef="#br0" timeOffset="212011.125">28611 14643 6312 0,'0'0'2584'0,"0"0"-748"0,0 0-395 0,-17 66-237 0,14-43-240 16,-1-4-144-16,0 2-76 15,4 5-40-15,0-6-8 0,0 2-196 0,0-3-376 16,4-4-124-16,0-2-288 0,-1-3-444 15,10-7-260-15,-5-3-204 16,4 0-264-16,0-3-953 0,3-15-2383 16</inkml:trace>
  <inkml:trace contextRef="#ctx0" brushRef="#br0" timeOffset="212226.117">28846 14433 1644 0,'0'0'10717'16,"0"0"-9097"-16,0 0-1300 0,0 0 236 0,0 0 688 15,0 67 180-15,0-49-420 0,0 5-648 0,4 2-296 16,4 4-48-16,0 6 88 0,0 0-88 16,-4 9-12-16,4 1-72 0,-4 6-76 15,0 3-64-15,-4-4-380 0,0 4-152 0,0-3-228 16,0-6-540-16,0 0-380 0,0-8-625 15,0-12-347-15,0 5-1056 0</inkml:trace>
  <inkml:trace contextRef="#ctx0" brushRef="#br0" timeOffset="213001.548">29336 13595 6096 0,'0'0'1624'0,"0"0"-664"16,0 0-208-1,0 0 2085-15,100 16-1001 0,-61-13-700 0,1-3-444 16,4 2-260-16,4-2-196 0,0 0-236 0,-9 0-64 15,6-2-60-15,-6-4-36 0,-3 3-384 0,-4-4-692 16,-8 4-520-16,-9-1-1413 0,-2 2-2459 0</inkml:trace>
  <inkml:trace contextRef="#ctx0" brushRef="#br0" timeOffset="213326.813">29363 13795 7924 0,'0'0'3057'0,"0"0"-1045"16,0 0-728-16,0 0-424 0,0 0-28 16,0 0 8-16,0 0 68 15,101 10-364-15,-73-7-296 0,4-3-188 0,-4 3-60 0,-9 0-88 16,1-1-48-16,-4 9-12 16,-8 2-12-16,-4 2-72 0,-4 11 32 0,-4 5-84 15,-12 4-16-15,-4 9 40 0,-4 1 32 0,0 3 144 16,-4 0 68-16,4-1 8 0,0 1 8 15,9-4 4-15,-2-3 108 0,6-6 76 16,3-3 188-16,4-3-28 0,4-10-100 16,4 0-188-16,8-6-48 0,4-1 88 15,3-6 12-15,5 1 72 0,4-4-108 16,4 0-28-16,0-3-48 0,0 0-60 0,0 0-164 0,0 0-420 16,-1-3-204-16,1-3-408 0,-8 2-864 15,8 1-3265-15</inkml:trace>
  <inkml:trace contextRef="#ctx0" brushRef="#br0" timeOffset="213881.15">29702 14770 10044 0,'0'0'1753'0,"0"0"-1213"15,0 0-308-15,0 0 404 0,0 0 368 0,-79-41 108 16,63 37-164-16,-4 4-448 0,8 0-116 0,-4 7 12 0,4 8-60 16,0 2 36-16,1 8-64 0,2 4-88 15,-3 2-8-15,8 1 44 16,-3-4 64-16,2-5 84 15,5-8-220-15,0-8-184 0,0 0-96 0,5-7-100 16,2 0 64-16,9-7 120 0,0-6-160 16,0-3-112-16,0-2 40 0,4-5-28 0,-8 1-12 0,3 3 76 15,-6 3 8-15,3 7-8 16,-5-1-4-16,-2 10 52 0,3 0-28 16,0 0 40-16,-1 6 148 0,2 4 224 0,3 6 36 15,-5 3-48-15,6 3-140 0,-1 4-56 16,-5-1-8-16,6 6 88 0,-6 2 4 15,-3-2 0-15,0 4 108 0,-4 3 4 0,0-1 8 16,-4 5 12-16,-3-3-48 0,-2-2-48 16,-6 1 24-16,3 1 12 0,-1-8-40 15,2 2-32-15,-6-8-16 0,6-3-8 16,-1-6 8-16,0-1-24 0,-4-5-8 0,4-3 44 0,0-7-48 16,0 0-48-16,0 0-352 0,-3-7 80 15,-2-5-56-15,2-5-140 16,-2-5-72-16,6-3-52 0,-2-6-180 0,9 2-64 15,4 0-724-15,0 0-564 0,8 11-1745 16,12-17-1167-16</inkml:trace>
  <inkml:trace contextRef="#ctx0" brushRef="#br0" timeOffset="214093.378">30005 14814 10768 0,'0'0'2261'15,"0"0"-1689"-15,0 0-12 0,-32 67 676 16,17-41 208-16,-2 2-116 0,2-2-464 0,2 2-348 0,6-3-176 0,3-2-20 16,4-5-100-16,0-1-124 0,4-2-44 15,3-2 8-15,6-1-60 0,-1-5-64 16,4-1-132-16,-1-2 24 0,6-4-60 0,-2 0-48 16,1-10-128-16,0-2-268 15,0-8-300-15,-8 1-484 0,0 0-952 16,-4 7-2041-16,-4-7-1615 15</inkml:trace>
  <inkml:trace contextRef="#ctx0" brushRef="#br0" timeOffset="214244.308">29926 14991 10392 0,'0'0'2825'16,"0"0"-1401"-16,0 0-844 0,0 0 200 15,-24 64 744-15,24-51-252 0,0 0-324 0,4-7-568 0,7-3-64 16,6 0-220-16,7-3-96 0,0-9-328 15,3-7-124-15,5-6-224 0,4-10-284 16,-4 1-668-16,-4 6-1508 0,8-17-4353 0</inkml:trace>
  <inkml:trace contextRef="#ctx0" brushRef="#br0" timeOffset="214487.482">30480 14624 7220 0,'0'0'6333'0,"0"0"-5305"16,0 0-460-16,0 0 476 0,-76 90 456 15,56-60-144-15,4 3-376 0,0 4-428 16,4-2-188-16,0 0-60 0,8 0-48 16,1 0-48-1,3-6-63-15,0-1-61 0,0-2-80 0,7-8-4 16,1 1-72-16,0-6-113 16,4-3-91-16,0 0-28 0,-1-8 8 15,2 1 116-15,2-3-64 0,2-3-124 0,3-6 24 16,-4-4-84-16,4-6-136 0,-9 0-288 15,6 0-628-15,-10 0-768 0,1 4-1669 16,-8-4-1111-16</inkml:trace>
  <inkml:trace contextRef="#ctx0" brushRef="#br0" timeOffset="214660.019">30388 15008 11537 0,'0'0'2096'0,"0"0"-1508"16,0 0 32-16,0 0 648 0,0 0 84 15,0 0-512-15,0 0-520 0,0 0-280 16,32 71-40-16,-20-66-148 0,0 1-40 16,0 4-20-16,-5 2-28 0,-3 5 52 0,-4 5-176 15,0 4-176-15,-4 5-144 0,1 1-172 16,-5 2-680-16,0-8-2861 0,-4 9-4263 0</inkml:trace>
  <inkml:trace contextRef="#ctx0" brushRef="#br0" timeOffset="-212879.349">23192 13465 4804 0,'0'0'2796'16,"0"0"120"-16,0 0-1375 0,0 0-757 16,0 0-260-16,0 0-92 0,0 0-116 15,0 0-100-15,0 0-12 0,0 0 84 16,-92 67 40-16,77-46-48 0,-5 5-56 15,-1 9 4-15,-3 0-40 0,-3 6 28 0,-4 8 20 16,-1-2-36-16,-1 7 36 0,-7 3-96 0,1 4-140 0,3 2-124 16,-8 6-16-16,4 5-60 0,1 5 64 15,3 0-28-15,-1 7-28 0,1 3 68 16,8 0 0-16,0 2 48 0,9 2-48 16,-5-1 72-16,8 0-48 0,-4 0 92 0,4-1 0 15,1 2-92-15,-2 0 84 0,-2-2-84 16,2 7 12-1,2 1 0-15,2 2-36 0,2 2 20 0,3-6 92 16,3-4 8-16,5-5-96 16,0-8 0-16,9-1 8 0,3-5-8 15,4-4 12-15,3-1 76 0,2 1 12 0,3 0 0 16,-1-3 76-16,5 3 164 16,4-1 12-16,-4 1-176 0,3-3 12 0,1 3-84 15,0-4-4-15,0-5 0 0,0-4 12 0,1-3 0 16,-1-4 4-16,3-5 208 0,1-4-48 15,0-3-88-15,3-3 140 0,6-2-80 0,2-2-8 16,-3-6-48-16,7 1-92 0,-2-4 0 16,-1 0-8-16,-1-3-60 0,1 3 68 0,-4-3 56 15,4 1 180-15,-5 2-112 16,6-6-60 0,-2 3 24-16,5-3-4 0,-1-4-76 0,5 1 48 15,-4-3-56-15,8-1-100 16,-4 0 52-16,4-2 48 0,-5-1 120 15,5-2 64-15,3-4 28 0,-3 0-24 0,5 0 256 16,-6-10-132-16,1 0-172 0,-1-5-140 16,1-2-64-16,0-5-108 0,4-3 160 15,-1-4 4-15,1-6-116 0,5 0 76 0,-2-6 44 0,1-6-108 16,3-2 108-16,1-1 4 0,-4-4 84 16,-1 0-20-16,1 0 32 0,0-3-80 15,-4 0-8-15,-5 0-8 0,1-4 4 16,5 1-8-16,-10-3-36 0,0-1-68 15,1 1-204-15,0-1 40 0,-4 1 136 0,4 2 24 16,-4 1 100-16,0 0 12 0,-1 2 0 31,5 2 48-31,-8 2 88 0,-1-1-24 0,-2-2 0 16,-6 0-104-16,-3 0 4 0,0-3 0 16,-4-4-12-16,-1-2-24 0,-3-1-248 15,0-3-164-15,0 0 24 0,0 3-32 0,-4 4 4 16,0 3 152-16,-4 3 224 0,0 3 64 15,-8 2 316-15,0 5 200 0,-4 2 52 0,0 4-60 16,-4-3-12-16,-1-1-72 0,-3 1-56 16,0-4-20-16,0-2-4 0,0-5-196 15,0-2-148-15,-3-6-88 16,-1-4 40-16,0-3-12 0,0-2-40 0,0 5 60 16,0 0 40-16,4 10 208 0,0 2 88 15,0 8-88-15,0 3-72 0,0-1-40 0,0 4 0 0,0 4 4 16,0-2 24-16,-5-3 8 0,-2 5 88 15,-1-1-96-15,0 0-80 0,-8-4-44 16,4 1-12-16,-8-4-148 0,5 0 0 0,-10-5 100 16,1-1-172-16,-4-3-72 0,0 4 80 15,0 3 80-15,0 5 144 0,0 7 0 16,1 3 0 0,-1 7 48-16,-3 6 36 0,-10-1 28 0,1 7-16 15,-3 1-12-15,-9 3-84 16,0-1-88-16,-8 4 76 0,0-1-120 0,-3 1 20 15,-5-4-36-15,0 1-60 0,1 3 72 16,-1-7 136-16,-4 0-4 0,8 1-8 16,-7-1 12-16,3-3 0 0,-4 0 8 15,4 4-8-15,-7-2 8 0,3 5 68 0,0 2-64 0,-4 5 48 16,5 2-48-16,-4 0 148 16,-2 0-112-16,2 7-48 0,-1 1-4 0,-3 5 0 15,2-3-4-15,2 3-112 0,-1-4 120 16,1 1-100-16,-1-1 40 0,0 4 8 15,1-4-8-15,-5 4-88 0,0 0 148 16,1-1-36-16,2 4 36 16,2-3 0-16,-1 2 8 0,5 2-8 15,-1 4-36-15,-4 5-64 16,5-1-60-16,3 7 156 0,-4 6-72 0,8 1 76 0,0-1-72 16,8 0 60-16,9 0 8 0,4-7-72 15,6-2-20-15,9-3-92 0,9-7-84 16,2 0-672-16,6-3-64 0,3-4-88 15,8-2-160-15,0-2-1157 0,0-1-2091 0,8 0-1184 16</inkml:trace>
  <inkml:trace contextRef="#ctx0" brushRef="#br0" timeOffset="-212087.346">25611 17272 6460 0,'0'0'416'15,"0"0"2412"-15,0 0-1832 16,0 0-687-16,0 0 451 16,0 0 328-16,0 0 108 0,0 0 20 0,-52-67-196 15,52 64-448-15,-4 3-48 0,4 0-100 0,0 0-56 16,0 0 40 0,0 0-52-16,0 0-132 0,4 3-116 0,4 9-32 15,4 1 168-15,4 9 0 0,4 5-36 0,3 0-60 0,5-2-64 16,-4 2-84-16,0-5 0 0,0-3-84 15,4-1 76-15,-4-5-80 0,-4 0 76 16,8-2-132-16,-8-3-200 0,3 2-308 0,-3-3 64 16,1-2-32-16,-6 2-248 0,-7-4-552 15,4 1-620-15,-8-2-1013 0,0-2-2175 0</inkml:trace>
  <inkml:trace contextRef="#ctx0" brushRef="#br0" timeOffset="-211876.282">25830 16872 7312 0,'0'0'3264'16,"0"0"-2195"-16,0 0-801 0,0 0 132 0,28 70 596 16,-13-42 400-16,6 7-264 15,3 3-376-15,3 3-408 0,1 4-48 16,4-4-88-16,0 0-212 0,-4-3-8 0,0 0-168 15,-1 1 16-15,1-7-488 0,-3 2-284 16,3-2-40-16,0 0-568 16,-9-9-1313-16,1 4-2175 0</inkml:trace>
  <inkml:trace contextRef="#ctx0" brushRef="#br0" timeOffset="-210811.526">26531 17195 5156 0,'0'0'5236'16,"0"0"-3715"-16,0 0-777 0,0 0-144 15,0 0 216-15,0 0 356 0,0 0-60 0,0 0-316 16,0 0-384-16,0 0-140 0,0 0-12 16,0 54 48-16,0-24 84 0,0 8 16 15,0 6-88-15,0 0-112 0,8 10-88 16,-4 4 76-16,0 2-72 0,0 3 24 15,4 1-76-15,-8 5-72 0,3-2-44 0,-3-1-176 0,0 1 48 16,0-3-24-16,0-7-12 16,0-6-76-16,0-7 4 0,0-6-128 0,0-11-136 0,0-6-200 15,5-5-380-15,-1-9-564 16,8-7-1068-16,-5 0-1545 0,2-14-975 16</inkml:trace>
  <inkml:trace contextRef="#ctx0" brushRef="#br0" timeOffset="-210207.426">27053 17364 9652 0,'0'0'1565'15,"0"0"-553"-15,0 0-804 0,0 0-96 0,0 0 632 16,0 0 296-16,0 0 8 0,0 0-128 16,63 79-296-16,-35-38-100 15,4 6-104-15,0 5 12 16,1-1-60-16,-1-1-16 0,-5 4-88 15,1-3-156-15,3-3-100 0,-6-1-12 16,2-2-40-16,-2-7-36 0,-6-3-32 0,1-10-128 16,-3-3-180-16,-2-5-92 0,-2-4-60 15,-2-8-68-15,-3 2-228 0,0-7-344 16,-4 0-904-16,-4-4-1737 0,0-11-1055 16</inkml:trace>
  <inkml:trace contextRef="#ctx0" brushRef="#br0" timeOffset="-209975.753">27475 17373 10856 0,'0'0'1365'0,"0"0"-1145"16,0 0 84-16,0 0 540 0,-75 74 612 0,59-49-272 15,-4 1-408-15,0 5-304 0,4 1-64 16,-4 2 24-16,-4 1-72 0,0 3-176 0,5 0-88 15,-5 1-80-15,-1-4-16 16,5-1-80-16,1-5-92 0,3-4-160 16,0-2-40-16,7-8-136 0,2-2-124 0,3-3-272 0,4-8-472 15,4 3-708-15,0-5-917 16,12-5-1427-16</inkml:trace>
  <inkml:trace contextRef="#ctx0" brushRef="#br0" timeOffset="-209443.185">27894 17098 9624 0,'0'0'4221'0,"0"0"-3485"16,0 0-632-16,0 0 348 0,0 0 784 15,-88 19-16-15,76-10-416 0,4 3-484 16,0 4-316-16,4 0-4 0,4 0-88 15,0 3 4-15,0 0-64 0,0-6-64 16,0-3-20-16,4-5-68 0,4-5 4 16,-4 0 96-16,4 0 40 0,4-5-188 0,0-8 120 15,0-4-76-15,0 2-20 16,0-4 148-16,0 0-100 0,-1 0 84 16,-2 3 4-16,-1 4 184 0,0 1-84 0,-1 5 80 0,-7 4 8 15,4 2 228-15,-4 0 172 0,5 0-20 16,-5 6 60-16,4 0 36 0,0 7-104 0,-1 2-60 15,1 5-212-15,0-2-40 0,5 8-8 16,-1-1-52-16,3 0 12 16,2 2 36-16,-6 0 16 0,5-2 20 0,1 5-76 15,-2-2 44-15,-3 0-4 0,1 2 28 0,-6-2 20 16,1-3 40-16,0 1-24 0,-4-4 48 16,0 0 36-16,0-3 4 0,-8 0 8 15,5-3 0-15,-10-3-12 0,1-1-36 16,0-2-28-1,-4-4 4-15,0 1-52 0,-3-4 16 16,-5-3-28-16,0 0-72 0,-1 0-60 16,2-7-124-16,-1-2-60 0,0-1-76 0,8-2-36 0,0-4-96 15,0 3-116-15,8-3-92 0,0-3-124 16,8 4-748-16,0-5-1060 16,0 5-2701-16,0-8-1791 0</inkml:trace>
  <inkml:trace contextRef="#ctx0" brushRef="#br0" timeOffset="-209077.102">28344 17098 6916 0,'0'0'4009'0,"0"0"-3173"0,0 0-364 0,8 82 220 0,-8-51 720 16,0 5 0-16,4-2-480 15,-4 8-532-15,4 2-152 0,-4 4 12 0,0 2-124 16,0 4-48-16,0 0-84 0,0 7-4 15,0-4 0-15,4 6-12 0,0 1-76 0,-4 2-160 16,4 1 12-16,-1 0-140 16,1-1 68-16,-4 1-200 0,5-6-232 15,-5-7-56-15,4-3-204 16,0-4-240-16,0-9-341 0,0-3-375 0,-4-10-1004 0,7 4-2212 0</inkml:trace>
  <inkml:trace contextRef="#ctx0" brushRef="#br0" timeOffset="-206286.214">30766 13564 3116 0,'0'0'2776'0,"0"0"-2112"0,0 0-456 16,0 0 52-16,0 0 208 0,0 0 1400 0,0 0-680 15,0 0-555-15,0 0-245 0,21-30-44 16,-21 30 132-16,0 0 252 15,0 0 12-15,0 0-144 16,0 0-116-16,0 0-104 0,0 0-24 0,0 0 24 16,0 0 4-16,0 0 8 0,0 0-76 0,0 0-88 15,0 0-64-15,3 7 0 0,-3 3 52 0,0 3 36 16,0 9-100-16,4 0 0 0,0 10 0 16,-4 2-76-16,4 1 64 15,0 3-132-15,-4 1 8 0,4 2 4 0,-4 0 116 16,0 3-132-16,0 4 52 0,0 3-48 0,0 0-4 15,0 6 8-15,0-4 0 0,0 2-8 0,0-1-8 32,0 0-44-32,0-6 4 0,0-4 44 15,0-3-44-15,0-6-28 16,5-10 64-16,2-2-60 0,-3-8-16 0,4-4-196 0,-4-5-296 0,4-6-28 0,-4 0 108 31,4 0-116-31,-4-11-136 0,4-1-680 0,0-7-700 0,-4 3-2157 16,4-12-1531-16</inkml:trace>
  <inkml:trace contextRef="#ctx0" brushRef="#br0" timeOffset="-205801.062">31304 13741 10184 0,'0'0'2149'16,"0"0"-2033"-16,0 0-116 0,0 0 0 15,0 0 792-15,0 0 428 0,0 0 104 0,0 0-472 16,88 82-352-16,-60-50-92 0,0 7-48 15,3 2-48 1,-3 1-92-16,0 4 40 0,0 2-148 16,0 0-64-16,-4-3-48 0,0-4 0 15,0 0-64-15,0-10-56 0,-9-1-28 0,6-9-64 16,-5-5-36-16,-8-7-36 0,3-2-296 16,2-7-84-16,-5 0-228 0,-1-9-700 15,-3 2-1116-15,0-19-2661 0</inkml:trace>
  <inkml:trace contextRef="#ctx0" brushRef="#br0" timeOffset="-205500.405">31726 13722 1828 0,'0'0'9937'15,"0"0"-8697"-15,0 0-1020 0,0 0-56 16,0 0 688-16,0 0 512 0,0 0-148 0,-87 44-544 15,71-27-360-15,-4 8-92 0,1 3 4 16,-2 1-40-16,1 5 0 0,-4 6 4 16,1-2-4-16,-1 3-52 0,-4 0-20 15,0 0-28-15,4 3-84 16,-8 1-52-16,4-1 4 16,0-3-40-16,5 1-8 0,-1-5-124 0,-1 1-88 15,5-5-52-15,5-8 76 0,3-3-64 0,3-6 12 16,2-10 0-16,7-2-136 15,0-4-224-15,0 0-652 0,4 0-284 16,3-10-345-16,2 4-975 0,6-13-1452 0</inkml:trace>
  <inkml:trace contextRef="#ctx0" brushRef="#br0" timeOffset="-205023.274">31973 13465 11281 0,'0'0'1984'0,"0"0"-1600"0,0 0-336 15,0 0 336-15,8 67 716 0,-3-39 108 16,-5 10-396-16,4 4-428 0,4-1-212 0,-5 3 16 15,5 1 20-15,1 6 16 0,-1-1-4 16,-1 4 52-16,-3 4-4 0,5-1-144 16,-5-3-60-16,-4-4-60 0,4 1-4 15,-1-6-12-15,-3-1-52 16,4-10-32-16,0 1-88 16,0-9-100-16,5-7-136 0,-2-9-236 0,5-4-152 15,0-6-32-15,8 0-344 0,-4-12-568 16,3-7-649-16,-2 2-1895 15,3-10-1776-15</inkml:trace>
  <inkml:trace contextRef="#ctx0" brushRef="#br0" timeOffset="-204098.311">31930 13139 3332 0,'0'0'1808'0,"0"0"-1000"0,0 0-444 15,0 0 52-15,0 0 2220 16,0 0-1396-16,0 0-439 16,0 0-301-16,0 0-88 0,0 0 160 0,-60-71 56 0,52 68-96 0,0 0-76 15,0 3-76-15,0 0 36 0,-4 3-88 0,4 10-64 16,-4-1-104-16,5 10-72 0,-2 5 20 16,1 0-60-16,5 5 16 15,-1 0 8-15,4-4-8 0,0-2-64 0,0-10 0 16,4-4-88-16,3-2 28 0,-3-4-40 15,5-2-108 1,-2-4 84-16,1 0-12 0,0-4 72 0,4-5-124 16,-4-4-180-16,4-3 28 0,-4-3-52 15,4 3 88-15,-4-3 40 0,-1 4-44 16,-2 2 180-16,-5 0 128 0,4 7 56 16,-4 3 172-16,0 0 4 0,0-1-44 15,0 4-72-15,-4 0 112 0,-1 0 24 0,2 0 28 16,-1 10-232-16,0-1-44 0,4 4-4 0,-4 6 100 15,4 0-24-15,0 3 40 0,0 4-68 16,0 2-44-16,0 0 4 0,0 2 120 16,4 1-128-16,-4-2 0 0,0-1 0 15,0 1 60-15,0-1-12 0,0-3-40 16,-4-2 0-16,-4-1 4 0,4-4 64 16,0 2-68-16,-4-4 0 15,4-3 56-15,-4-1-64 16,1-2 0-16,-2-3-64 0,5-2-124 0,-4 2-124 15,1-7-92-15,-2 3 76 0,-3-3 60 16,5 0 16-16,-10 0-180 0,2-3 36 16,-5 0 12-16,4-3-152 0,-4-1-272 0,0-2-485 0,0 2-635 15,8 1-868-15,-8-4-1308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02:59.6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4227 8468 2660 0,'0'0'652'0,"0"0"392"0,0 0 2888 0,0 0-2068 0,0 0-559 15,0 0-177-15,0 0 56 0,0 0-156 0,7 8 16 16,-2 3-240-16,-1 1-180 0,4 1-140 16,-1 6-52-16,2 0 28 0,3 3-156 0,-1 7 116 15,6 6-52-15,-2 3-40 0,5 6-108 16,5 7 24-16,-1 6-24 15,-1 4-72-15,5 5-136 0,-4 5 72 0,-4 1-76 16,3 1 80-16,1 3-76 0,-3-3-16 0,-6-3 8 31,2-7-8-31,-2-5-68 0,-2-10-12 0,-2-11 36 16,2-5-40-16,-2-9-68 0,-3-4-64 16,0-6-112-16,0-1-216 0,0-6-412 15,0-2-216-15,-1-4-712 16,6 0-508-16,-1-13-637 0,-4-3-2559 0</inkml:trace>
  <inkml:trace contextRef="#ctx0" brushRef="#br0" timeOffset="265.082">4853 8804 784 0,'0'0'9708'0,"0"0"-8251"0,0 0-1009 0,0 0-92 16,0 0 524-16,0 0 188 0,0 0-336 0,-97 13-208 15,78-1-180-15,-5 10-20 16,0 3-72-16,-12 11-80 0,0 8-48 16,-3 10-124-16,-9 7 4 0,0 2 72 0,-4 10 60 15,-4 3-84-15,0 1-40 0,0 2-12 16,1-6 0 0,7 0-4-16,5-9-84 15,2-10-72-15,9-7 20 16,4-9-60-16,9-6 4 0,3-6-56 0,0-8-216 15,7-1-272-15,6-11-272 0,3-3-412 0,0-3-725 0,0 0-959 16,8-7-2116-16,8-14 2937 0</inkml:trace>
  <inkml:trace contextRef="#ctx0" brushRef="#br0" timeOffset="518.476">5187 9026 1892 0,'0'0'8612'0,"0"0"-7619"0,0 0-709 0,0 0 280 15,96 23 852-15,-73-17-564 0,1 3-272 16,1-2-76-16,-5-4-180 0,3-1-20 16,1 2-188-16,0-1-116 0,0-3-16 15,4 0-212-15,-5 0-488 0,-2 0-900 31,-6-7-1240-31,-2 7-3369 0</inkml:trace>
  <inkml:trace contextRef="#ctx0" brushRef="#br0" timeOffset="717.353">5179 9268 104 0,'0'0'8556'16,"0"0"-7144"-16,0 0-471 0,0 0 395 0,0 0-136 15,0 0-336-15,0 0-332 0,0 0 148 16,0 0 88-16,0 0 16 0,0 0-164 16,95 66-236-16,-67-60-148 0,4 4-76 0,0-7-12 15,0 1-148-15,0-1-56 16,0-3-32-16,-1 0 16 0,6 0-140 16,-5 0-144-16,0 0-812 0,-9 0-1124 0,9-7-3173 0</inkml:trace>
  <inkml:trace contextRef="#ctx0" brushRef="#br0" timeOffset="3880.659">3960 12693 2212 0,'0'0'1696'0,"0"0"2640"0,0 0-2988 0,0 0-688 16,0 0 49-16,0 0 139 0,0 0 52 16,0 0-84-16,0 0-68 0,0 0-140 15,0 0-180-15,0 0-136 0,0 0-104 16,0 0-88-16,-5 4-24 0,5-4-68 0,-3 3-4 16,-5 3 32-16,0 3-36 0,-4 4-112 31,0 0 48-31,4-3-12 0,-4-1 64 0,4-3 0 15,0-3-36-15,1 0 48 0,2-3 0 16,1 0-4-16,0 0 4 16,0 0-64-16,4-3 0 0,-4-2-124 0,4-6-16 0,0 2-60 15,0-1-76-15,4-2 136 0,4 2 52 0,5 1 140 16,-6-1-112-16,5 4 44 16,0 0 72-16,-4 3 0 0,4-1-4 0,-4 4-140 15,0 0 64-15,-4 0 88 0,4 0 4 16,-8 4 60-16,3-1 24 0,2 0 24 15,-5 3 68-15,0-3 20 0,0 4 28 16,0-4-24-16,-5 0 0 0,2 0-104 16,-5 0-92-16,0-3 56 0,0 0-28 0,4 0-36 15,-4 0-200 1,0-3 8-16,4-3-8 0,-3 3-4 0,2-4-60 0,1 1 32 16,0 3-124-16,4 0-12 15,0 0-64-15,0-1-236 0,8 1-36 16,0 0-589-16,0 0-1179 0,0 3-2072 0,8-3 1461 0</inkml:trace>
  <inkml:trace contextRef="#ctx0" brushRef="#br0" timeOffset="4836.482">5267 13408 2580 0,'0'0'12'15,"0"0"-12"-15,0 0 1888 0,0 0-388 16,0 0-564-16,0 0-80 0,0 0 92 16,0 0 180-16,0 0-240 0,0 0-163 0,0 0-137 15,32 54-76-15,-36-45-52 16,0-3 28-16,-4 1-8 0,3-1-84 0,-2 1-68 15,-1-4-76-15,0 3-64 0,-4-6-112 16,4 0-12-16,-4 0-64 0,0 0-64 0,0-3 60 0,0 0-108 16,4-7 72-16,4 1 28 0,0-4 12 0,0 0-340 15,4 1 60-15,0-1 40 16,8 4-12-16,0 2 48 0,4 1 64 16,0 0-24-16,-1 6 60 0,2 0 40 15,-1 0-64-15,0 0 28 0,0 6 100 0,-8 0 0 16,3 3 88-16,-2 1 116 15,-1 3-52-15,-4-4-24 0,0 4-76 0,0-4 24 16,0 1-64-16,0 0-12 0,0-4-124 16,-4 0-344-16,-1 1-352 15,1-4-657-15,1 0-555 0,-1 0-668 0,0-3-1756 0,0 0 3580 16,4 3 73-16</inkml:trace>
  <inkml:trace contextRef="#ctx0" brushRef="#br0" timeOffset="5921.942">5737 14893 1500 0,'0'0'572'0,"0"0"-348"0,0 0 324 16,0 0 2320-16,0 0-1504 0,0 0-440 16,0 0-68-16,0 0 204 0,0 0 25 0,0 0-97 0,0 0-156 0,0 11-128 15,0-11-120-15,0 0-64 0,0 0-40 16,0 0-16-16,0 0 0 16,0 0-172-16,0-4-80 0,0 1-112 15,3-1-100-15,-3 1-56 0,5-3-56 0,-1 3 12 16,0 1-12-16,0-3-108 0,0 5-16 15,0 0 8-15,-1 0 92 0,1 0 8 16,1 0 80-16,3 0-4 0,-4 5 52 16,0 0 140-16,-1 4-52 0,-3-2 12 15,4 0 52 1,-4 2-16-16,0-3 52 0,0 1 0 16,-4 2-32-16,1-3-32 0,-1-3-48 0,-4 4-28 15,4-7-48-15,-5 0-12 0,2 0 0 16,-1 0-124-16,0-3-64 15,0-7 56-15,0 1 32 0,0-1-140 0,-1 1 64 0,9 3-64 16,0-1-140-16,0 0-36 16,0 7-144-16,5 0-320 0,3 0-1289 0,4 0-1959 15,-9 7-1060-15</inkml:trace>
  <inkml:trace contextRef="#ctx0" brushRef="#br0" timeOffset="7052.632">5557 16418 5244 0,'0'0'784'0,"0"0"3380"16,0 0-3508-16,0 0-563 0,0 0 203 0,0 0 412 0,0 0 20 15,0 0-64-15,0 0-80 0,0 0-568 16,-39-10-16-16,39-5-128 0,7-2 128 15,2 4 176-15,-1 4 4 0,-1 0-116 16,1 2 60-16,1 7 104 0,-5 0-100 16,0 0-76-16,-1 0 60 0,-3 0 140 0,4 0 12 15,-4 0 12-15,0 0 28 16,0 4-52-16,-4-1-40 0,1 3-84 0,-5-1-44 0,-5 2-84 16,6-3-148-16,-9-1-40 0,4-3-40 15,-4 0-236-15,0 0-104 0,4-7 188 0,-4 5-60 16,4-5 72-16,0 1 36 0,4 3-52 15,0-4-60-15,4 0-184 0,1 5-80 0,3-4 139 16,0 2-423-16,0 4-1288 0,0-3-3496 0,0 3 4836 16</inkml:trace>
  <inkml:trace contextRef="#ctx0" brushRef="#br0" timeOffset="8102.34">3605 16440 600 0,'0'0'1500'16,"0"0"2756"-16,0 0-3552 0,0 0-224 16,0 0 388-16,0 0 272 15,0 0-80-15,0 0-79 16,0 0-109-16,0 0-56 0,0 0-216 16,28-10-92-16,-20 10-28 0,1 0-116 15,-6-3-72-15,1 3-92 0,0-3-48 16,0 3-28-16,-4 0-24 0,0 0 40 0,0 0 36 15,0 0 12-15,0 3 24 0,0 7 0 16,-4-1-24-16,-7 7-188 0,-2 3-88 16,1 0-76-16,-4-3 116 0,5-3 40 0,-2-4 8 15,1-2-112-15,5-4-64 0,-6 0 28 0,5-3 24 16,1 0 124-16,-1 0-88 0,3 0 72 16,5 0-188-16,0 0 4 0,0 0 100 15,5-3-36-15,3 0-40 0,-4 0 164 0,3-1 0 16,2 4 4-16,-1 0 8 15,-4-3 152 1,3 3 100-16,-3 0-52 0,-4 0-64 16,0 0-44-16,0 0-16 0,0 0 76 0,0 3-28 15,0 1-124-15,0-1 0 0,-4 3-468 16,-3-1-324-16,-1 2-128 0,-5-3-328 16,2-1-1061-16,-2-3-2519 0,5 0-12 0,-11-7 3669 15,102-21 1170-15</inkml:trace>
  <inkml:trace contextRef="#ctx0" brushRef="#br0" timeOffset="8917.625">2585 15627 132 0,'0'0'1368'0,"0"0"-312"0,0 0-940 0,0 0 4112 0,0 0-2800 15,0 0-468-15,0 0-304 0,0 0 16 16,0 0 193-16,0 0 71 16,4-16-168-16,0 13-168 0,9 3-172 0,-6-3-32 0,1 0-44 0,0 3-48 15,0 0 36-15,0 0-28 0,-4 0 4 31,0 0-128-31,4 6-180 0,-4 4 4 16,0 2 112-16,0 7 24 0,-4 0-84 16,0 4-52-16,0-8 60 0,0 2-56 15,0-9 32-15,0 2-48 0,-4-7-80 0,0 1-180 16,4-1-16-16,-4-3-16 0,0 0 104 16,0 0 100-16,-4-3-136 0,4-7-44 0,0 1 264 15,1-1-4-15,-2-3-228 0,1 0 32 16,4 4 152-16,0-1-112 0,0 1 52 15,0 0-52-15,0-1 24 0,0 4-228 0,0-4-360 16,0 1-192-16,0-1-689 0,0-3-515 16,0 4-1896-1,0-3-375-15</inkml:trace>
  <inkml:trace contextRef="#ctx0" brushRef="#br0" timeOffset="9777.954">2574 14436 572 0,'0'0'1240'16,"0"0"-820"-16,0 0-408 0,0 0 900 15,0 0 3128 1,0 0-2648-16,0 0-188 0,0 0 49 0,0 0 147 16,0 0-264-16,0 0-212 0,-65-31-268 15,61 28-140-15,4 3-52 0,0-4-32 16,0 1-184-16,0 3-236 0,0 0-12 0,4-4-200 16,5 4 64-16,-1 0 72 15,-1 0 64-15,2 0 76 0,3 0-76 16,-5 7-48-16,1-3-40 0,1 2 88 0,-5 0 52 0,-1 4-48 15,1-7-8-15,-4 3-64 0,0 1-88 16,0-4-244 0,0 0-4-16,-4 0 128 0,1-3 252 0,-5 0 24 15,-1 0 124-15,1 0-36 0,-3-6 0 16,-2-1-88-16,2-5-112 0,-6-1 104 0,2-3 4 16,2 0-44-16,-2 1 0 15,7-2-128-15,-1 5-52 0,2-1-76 0,3 3-52 16,4 1-88-16,0 0-156 15,0-1-104-15,0 3-564 0,4-2-1281 16,0 6-2539-16</inkml:trace>
  <inkml:trace contextRef="#ctx0" brushRef="#br0" timeOffset="11159.577">4116 11471 4424 0,'0'0'16'0,"0"0"4792"0,0 0-3476 0,0 0-571 15,0 0 23-15,0 0 224 0,0 0-192 16,0 0-156-16,-41 79-332 0,33-53-88 16,5 2-64-16,-1 1-12 0,-4 3-116 15,8-4 24-15,-5-2-72 0,5 2-100 16,0-3-40-16,0-2-36 0,0 2-64 0,0-6-24 0,0 4-244 15,0-4-764-15,0-4-652 0,0 1-1013 0,0-3-2487 16</inkml:trace>
  <inkml:trace contextRef="#ctx0" brushRef="#br0" timeOffset="11975.081">5498 12690 8268 0,'0'0'1228'16,"0"0"-464"-16,0 0 449 0,87-19 147 0,-59 16-444 15,0 0-192-15,-4 3-244 0,0 0-204 0,-4 0-112 0,-4 3-152 16,-1 7-12-16,-2-1 0 0,-1 4-60 16,-9 6-76-16,-3 6 132 0,0 7-132 15,-11 6-164-15,-6 4-168 0,-2-1 48 0,-1-6 100 16,-4-1 156-16,5-2 164 0,-2-7 72 16,6-2 132-16,-2-7-52 0,6 0-64 15,2-7 68-15,5-6 68 0,0 4-32 16,4-4-192-16,0-3-12 0,8 3 12 0,5 3 152 15,2-3 552-15,5 4-176 0,1-1-120 16,2-3-84-16,5 1-100 16,-4-2-176-16,0 3 80 0,0-5-84 0,3 0-44 0,-3 0-148 31,4 0-52-31,-4-5-368 0,4 5-740 0,0 0-1084 0,-12 0-3021 0,8 7-483 31</inkml:trace>
  <inkml:trace contextRef="#ctx0" brushRef="#br0" timeOffset="12532.436">6294 14186 6836 0,'0'0'2248'0,"0"0"-1072"0,0 0-852 15,84-7 49-15,-63 7 387 0,-10 4 228 0,2 2-96 16,-9 0-68-16,-1 4-192 0,-3-1-204 16,0 7-64-16,-3 3-164 0,-6 3-84 15,-3 4-40-15,1-5-76 0,-2 5-12 16,5-6 0-16,1-1 12 0,-2-7 4 16,5 1 8-16,0-3-12 15,0-1 0-15,4 0-64 0,0 1-52 0,8-1 104 16,5 4 12-16,-2-4 48 0,6 4-48 15,2 0-52-15,1-4 44 0,4 1-92 0,-4 0 100 16,0-1 88-16,0 1-88 0,-4-1 64 31,4 3 76-31,-9-1 88 0,-3 1 120 16,1-2 188-16,-5 6-164 0,-4-1-124 0,0 4-100 16,-4 7-40-16,-9 0-32 0,2 2-72 15,-6-3 4-15,-6 4-8 0,3-4-64 0,-8 1-100 0,0-1-132 16,-4-3-136-1,0-2-240-15,-3-2-436 0,-1-5-940 16,0 3-2501-16,8-9-2551 0,-12 2 6148 0</inkml:trace>
  <inkml:trace contextRef="#ctx0" brushRef="#br0" timeOffset="13217.763">6287 16363 5624 0,'0'0'532'16,"0"0"3644"-16,0 0-3567 15,0 0-417-15,0 0 184 0,0 0 136 0,-60 83-88 0,44-55 20 16,4 2-8-16,-4 1-144 0,0 4-100 16,4 0-40-16,0 0 40 0,4 4 36 15,4-6 136-15,4-3 280 16,0-5-168-16,0 1-136 0,12-8-48 0,0-2-44 0,4-3 152 0,8-4-64 15,-4 1 0-15,8-4 84 0,0-3-112 0,0 1-24 16,-1-4-40-16,1-7-120 0,-4-2-124 16,0-4-208-16,1-3-224 0,-2-3-64 15,1-3-356-15,-8-1-576 0,3 2-1232 16,-6-2-2593-16,-5 8-2283 0,-1-8 7456 16</inkml:trace>
  <inkml:trace contextRef="#ctx0" brushRef="#br0" timeOffset="13392.421">6438 16605 808 0,'0'0'9108'0,"0"0"-8011"0,0 0-969 0,-39 95-48 15,22-57 432-15,9 4 296 0,-3-1-80 16,-2 3-92-16,2 1-204 0,-2-4-240 16,5 3-192-16,-3-2-116 0,-2-4-136 15,2 4-92-15,3-8-984 0,-5 1-729 16,6 0-2119-16,-1-13-1192 0,-8 7 5368 0</inkml:trace>
  <inkml:trace contextRef="#ctx0" brushRef="#br0" timeOffset="14288.881">3414 17081 1880 0,'0'0'624'0,"0"0"-520"16,0 0 2736-16,0 0-68 0,0 0-1064 0,0 0-595 15,0 0 79-15,0 0 112 0,0 0 64 16,0 0-208-16,16 73-372 0,-20-57-312 0,0 0-204 16,-4 3-148-16,4 0-24 0,-4 0 12 15,0 3-16-15,-4-3-84 0,5 7 40 16,-6-5-52-16,5-1 48 0,-3 2 8 0,2-6-56 16,1-3-8-16,5 0-40 0,-1-4-40 15,4 1-32-15,0-4 8 0,0 1 12 16,0 0 0-1,0-2-24-15,7 1 36 0,-3 1 84 16,0-4 0-16,5 1 0 0,-5-2 4 16,3 1 52-16,-3 0 8 0,0 1 52 0,-4 3-64 15,4-5 92-15,-4 4-32 0,0 5 28 16,0-2 52-16,0 1-28 0,0 5-36 16,-4-2 0-16,0 3-16 0,-3 3 4 15,-6-4 12-15,5 1-40 0,-3-3 4 0,-6 0-28 16,2-4 8-16,-5 1-68 0,-1-1-208 0,2-6-172 0,-5 1-236 15,0-4-292-15,0-7-216 0,0-5-808 16,0-6-1240-16,4-9-2201 0,9 5 281 0,3-19 4920 16</inkml:trace>
  <inkml:trace contextRef="#ctx0" brushRef="#br0" timeOffset="14478.889">3454 17211 8160 0,'0'0'2072'16,"0"0"-643"-16,0 0 211 16,0 0-120-16,0 0-536 0,84 23-492 0,-73-23-340 15,10 0-152-15,-6 0 0 0,1-4 0 16,0-5-544-16,4-1-412 0,-4 1-616 0,0-1-1625 0,-4 4-4935 16,0 0 7192-16</inkml:trace>
  <inkml:trace contextRef="#ctx0" brushRef="#br0" timeOffset="15584.455">2346 15827 1396 0,'0'0'196'15,"0"0"-92"-15,0 0 2972 16,0 0-124-16,0 0-1616 15,0 0-880-15,0 0-16 0,0 0 308 0,0 0 65 16,0 0-109-16,0 0-152 0,-24-3-132 16,24 3 24-16,0 0 40 0,0 0-52 15,0 0-40-15,-4 0-64 0,4 0 0 16,0 0-16-16,0 0-24 0,0 0-8 16,0 0-80-16,0 0-28 0,0 3-32 15,0-3-4-15,0 0-12 0,0 0 24 16,0 0-12-16,0 0 0 0,0 0-24 15,0 0-12-15,0 0 12 0,0 0-12 0,0 0-16 0,0 0 28 16,0 0 0-16,0 0 36 0,-4 3-12 16,4 0 12-16,-4 1-64 0,1-1 40 0,-5 3-40 15,4 0 16-15,-1 4-40 16,-3-4-48-16,5 7-4 0,-5-1 40 0,-5 4-48 0,6 6-52 31,-5 8 40-31,-1 5-120 0,2 2-16 0,-1 9 12 16,4 1 64-16,-4 4-4 0,8 5-60 15,0 2 0-15,4-7 24 0,0-4 52 16,0-12-12-16,4-10 20 16,0-9-20-16,-4-2 20 0,4-9-84 0,4-2 0 15,-5 1 52-15,6-4 40 0,3 0 44 0,-1 0 8 0,6-10-8 16,-2-3-60-16,2-6 52 16,-6-3-4-16,2 0 8 0,-2 0 4 15,-3 0 4-15,1-1 104 0,-6 11-92 16,1-2 108-16,-4 6 24 0,0 4 96 0,0 2-32 15,-7 2-176-15,-2 0-36 0,-3-5-12 16,-3 5-136-16,-5 0-12 0,3 0-52 0,-6 5-48 16,3 1-336-16,-4 0 48 0,0 0-268 15,4 4-420-15,-4-5-636 16,0 6-457-16,5-5-2623 0,2 0-32 0,1-4 4657 0</inkml:trace>
  <inkml:trace contextRef="#ctx0" brushRef="#br0" timeOffset="16554.462">1676 14183 3040 0,'0'0'168'0,"0"0"928"0,0 0 3032 0,0 0-2640 0,0 0-351 16,0 0-137-16,0 0 104 16,0 0-12-16,0 0-132 0,0 0-180 0,0 0-152 15,0 0-104-15,0 0-16 0,0 0-112 16,0 0-124-16,0 0-72 0,0 0-104 15,0 0-96-15,0 0-44 0,5 0-68 0,3 0 100 16,0 0 12-16,8 0 12 16,0-4 88-16,0 4-96 0,3-2 4 0,-2-3 40 15,-2 5-48-15,5-2 0 0,-3-2 0 16,2 4-8 0,1-2-32-16,0-2 40 0,-4 2 0 0,4-3-4 15,-4 3-56-15,0-2 56 16,0 1 4-16,-4 0-4 0,0 1-8 15,-1-2 8-15,-2 1-92 0,-5 3 44 0,4-4 44 16,-8 4-4-16,0-3-60 0,3 3 20 16,-3 0 40-16,0 0 0 0,0 0-60 15,0 0 20-15,0 0 40 0,0 0-60 0,0 3 68 0,0 1-8 16,0-1-64-16,0 6 64 16,0 5 12-16,-3 5 100 0,-1 6-92 0,0 6 4 15,-5 1-12-15,5 3-64 0,-3 0 52 16,-1 0-100-16,-5 3 4 0,6 3-20 0,-1-3-44 15,4-3-88-15,-5 1-64 0,5-8-316 16,4-3-192-16,-3-3-264 0,3-6-308 0,0-3-673 16,0-3-2339-16,3-5-1880 0</inkml:trace>
  <inkml:trace contextRef="#ctx0" brushRef="#br1" timeOffset="28430.245">5302 13544 1396 0,'0'0'4380'0,"0"0"-1692"0,0 0-1548 0,0 0-672 15,0 0-200-15,0 0 184 0,0 0-11 16,0 0 59-16,0 0-88 0,-47-63-80 15,47 57 0-15,0 2-76 0,0 1-52 16,0 3-116-16,0-3-88 0,0 3-88 16,12-3 88-16,-1-1 64 0,2 4 216 0,2 0-36 15,2 0-144-15,-2 4-88 0,5 5-12 16,-8 1 8-16,1-1 36 0,-2 1-36 16,-3 2 92-16,-3-2-84 0,-1 0 108 15,-4 2-24-15,0-3 16 0,0 4-116 0,-4 0-64 16,-5-3-12-16,1-1 76 0,-3-2 4 15,-2-4 4-15,2-3-4 0,-6 0 100 16,6 0 8-16,-10-6-36 0,6-7-76 0,-2 0-4 16,-2-3-72-16,3 0 12 15,0 0-12-15,4 0 64 0,0 1-100 0,8 2-4 16,0 4 116 0,4-1 0-16,0 3 164 0,4 1-164 0,4 3-12 15,0 0-76-15,4 0-64 16,0 3 24-16,-1 0 28 0,-2 0 88 0,3 6 8 15,-1 0 4-15,-6 1 0 0,3 2 140 16,-4 4 60-16,0-4-60 0,-4 4-40 16,0-3 4-16,0 2-16 0,0-1 12 0,-4-3 16 15,0-2 20-15,0-1 4 0,-5-3 24 16,2 2-12-16,-1-4-64 0,0 0-24 16,-4 0-64-16,4-4-92 0,-4-5-120 0,4-1 12 15,0 1-40-15,4-1 48 0,0 0 52 16,4-2 40-16,0 2 88 0,8-3-104 15,0 4 4-15,0-1-28 0,4 4 12 16,-4 0 68 0,4 0 56-16,-4 2-80 0,0 1 8 0,-5 3 0 15,-3 0-64-15,0 0 140 0,0 0 176 16,0 3 164-16,0 4-84 16,-3 5-4-16,-1 4-252 0,-8 0-64 0,3 3-76 0,-2-3 52 15,3-6 84-15,-1-1-8 16,2-3 4-16,3-6 0 0,0 4 8 15,-4-4-116-15,4 0-88 0,0-4-88 0,0 1-128 16,4-2-204-16,-4-6-148 0,4 2-553 0,0 2-331 16,0-2-1244-16,0 6-2044 0,4-4 4029 15</inkml:trace>
  <inkml:trace contextRef="#ctx0" brushRef="#br1" timeOffset="29619.712">5689 16356 2632 0,'0'0'260'16,"0"0"376"-16,0 0-36 0,0 0-496 15,0 0 4-15,0 0 644 0,0 0 280 0,0 0 252 16,0 0 16-16,0 0-212 0,0 0-480 15,60-8-172-15,-52-2-11 0,0-2 115 16,-5-4-24-16,6 4-56 0,3-5-92 0,-8 4-60 16,3 4-196-16,-3-1-32 0,1 7-80 15,-1 0-12-15,-4 0 12 0,0 3 44 0,0 0 44 16,0 0 116-16,0 3 128 0,0 6-144 16,-4 4-188-16,-1 6-216 15,-3 7 52-15,5-1 24 0,-9 3 140 0,3-2 88 0,-2 0 64 16,-5-4 16-16,0 0-4 15,-1-2-40-15,-2-8 4 0,3 3 48 16,-3-9 28 0,-6 1-4-16,5-7-100 0,1 0 40 0,-1-9-140 15,-1-3-128-15,6-7 28 0,2-4-88 16,2-3 188-16,7-2-8 0,0-1-72 16,4 4 80-16,4 3 108 0,4 2-8 15,4 5 64-15,4-2-76 0,0 8-88 16,-1 0 0-16,2 5-88 0,-2 1 28 0,2 3 60 15,-2 3 144-15,-2 7-28 0,-6 0-4 16,1 2 12-16,0 2-36 0,-4 0 48 16,-4 3-16-16,0 2-60 0,0 0-52 0,-4-3 72 15,-4-1-80-15,-3-2-72 0,-2-3 20 16,-2-4 52-16,-2-3 84 0,2-3-84 16,-6 0-292-16,-3-9 128 0,5-1 52 0,-1-5-100 15,4-1 8-15,4-3 64 0,4 3-84 0,8-6-56 16,0 3 80-1,4-1 188-15,4 1-128 0,4 3 76 0,0 7-24 16,-1 2 0-16,2 4 88 0,-2 0 48 0,2 3 56 16,-1 3 172-16,-5 4 80 0,1 2-156 15,-3 4-88-15,-1 0-48 0,-4-1 24 16,0 4-88-16,0-4 0 16,0 2-252-16,-9-2-124 0,1-2-184 15,1-2-416-15,-5-1-664 0,3 0-1201 16,-2 3-2683-16</inkml:trace>
  <inkml:trace contextRef="#ctx0" brushRef="#br1" timeOffset="33885.058">7718 11734 8296 0,'0'0'1336'0,"0"0"-472"15,0 0 437-15,0 0 7 0,0 0 52 16,0 0-88-16,0 0 32 0,0 0-188 0,-21-63-316 15,21 60-368-15,0 3-420 0,0 0-12 16,0 0-136-16,0 3-36 0,0 4 36 16,8 8 136-16,-4 14 40 0,5 9 264 0,-2 16-148 15,-3 13-156-15,0 2-12 0,-4 7-60 0,0 4 60 16,0-10 12 0,-4-3-100-16,0-13-24 0,4-10 52 0,-4-9-64 0,4-14-196 15,0-2-432-15,0-12-68 0,0 0-296 16,0-7-676-16,0-7-460 0,0-8-781 15,0 2-2499 1</inkml:trace>
  <inkml:trace contextRef="#ctx0" brushRef="#br1" timeOffset="34216.387">7705 11778 5228 0,'0'0'2316'0,"0"0"-240"0,0 0-1356 0,20-78-111 15,-8 59 163-15,4 0 12 0,3 0-72 16,2-1-36-16,-1 5 48 0,3-1-80 0,5 7-268 15,0-2-188-15,4 8-176 16,-4 1 64-16,4 2-72 0,0 9-4 0,-4 7 52 16,0 6-48-16,0 7-4 0,-4 6 0 15,-5-1 72-15,-3 7 96 0,-4 1 32 16,1 0-60-16,-10-5 8 0,-3 1 52 16,0 0 24-16,-7 1 36 0,-6-2-48 0,-2-1 12 15,-2-5-64-15,2 1-36 0,-5-4-28 16,-5-2 16-16,1-3-24 0,-3-2-40 0,-1-1 4 15,0-5-48-15,0 1 52 0,-3-6-56 16,-1-1-112-16,4-2-72 16,-4-4-52-16,4 0-136 0,4-3 64 0,8 0 60 15,4 0-76 1,4 0 60-16,4 0-52 0,4 0-388 16,0 0-568-16,4 0-1104 0,4 0-865 15,1 0-1267-15</inkml:trace>
  <inkml:trace contextRef="#ctx0" brushRef="#br1" timeOffset="34664.224">8514 12179 7552 0,'0'0'3881'0,"0"0"-3881"0,0 0 28 0,0 0-28 0,0 0 500 16,0 0-24-16,83-7-68 0,-62 4-52 16,-2-2 0-16,1-2 28 0,4 0-132 0,1 1-252 15,-2 1-60-15,1 0 52 0,4 3-40 16,-4-2 32-16,-4 4-72 0,-1 0 0 15,-2 0-28-15,-2 4 108 16,-2 5 0-16,-5 3 8 0,-5 4 124 0,1 4 80 16,0 5-28-16,-4 4-36 0,0 2-52 0,0 7 100 15,0 0-84-15,-8 3-4 0,5 4-12 16,-1 3-24-16,-5 2 0 0,5 5-64 16,-7-1 48-16,3 0-48 0,-5 0 0 0,6-3 0 15,-1-7-88-15,-5-3 0 0,9-9-76 16,1-4-24-16,3-9-28 0,0-6-52 15,0-3-240-15,0-8-308 0,0-2-296 0,0-2-941 16,0-4-751-16,0-11-3748 0</inkml:trace>
  <inkml:trace contextRef="#ctx0" brushRef="#br1" timeOffset="41597.418">4514 11890 756 0,'0'0'1372'0,"0"0"1180"0,0 0-664 0,0 0-548 0,0 0-496 0,0 0-196 16,0 0 36-16,0 0-52 0,0 0-51 15,27-12-5-15,-14 8 80 0,7 1-32 0,-1 0-88 16,2 3-16-16,3 0-12 0,-1 0-4 16,5 6 0-16,0 1-28 15,0 5-72-15,0 1-28 0,4 3-128 0,-4 6-52 0,3 0-44 31,-3 7-56-31,0-1 4 0,-4 5 0 16,0-2-96-16,-4 1-8 0,0-4-52 16,-1 1 52-16,-2-3-72 0,-6-5 0 15,6-5 4-15,-9 1 60 0,-1-5-100 0,1-2 24 16,1-1-72-16,-5-3-340 0,-1 4-356 0,-3-7-200 16,0 3-532-16,0-3-1197 0,-3 4-2683 15</inkml:trace>
  <inkml:trace contextRef="#ctx0" brushRef="#br1" timeOffset="41844.928">4880 12322 3876 0,'0'0'1564'16,"0"0"88"-16,0 0-704 0,0 0-620 16,0 0 200-16,0 0 676 0,40 73 37 0,-28-64-229 15,0-2-396-15,0-2 32 0,0-5 116 16,4 0-108-16,-4 0 60 15,0 0 40-15,4-5-144 0,0-4-128 0,-1-2-76 0,2-4-60 16,-2-1-116-16,2-3-120 16,-2-7-28-16,2 1-84 0,-2-3-64 0,1-4-120 15,-8-3-188-15,4 6-332 0,-8 2-120 0,0-3-344 16,-4 8-540-16,0 0-760 0,0 6-2205 16</inkml:trace>
  <inkml:trace contextRef="#ctx0" brushRef="#br1" timeOffset="42746.721">6294 13436 3372 0,'0'0'0'0,"0"0"1800"0,0 0-784 0,0 0-628 15,0 0 96-15,0 0 244 0,0 0 336 16,0 0-16-16,0 0-212 0,0 0-175 16,0 0-173-16,-51-38-92 0,51 38-36 15,0 0-68-15,0 4-124 0,4 2-40 16,4 2 200-16,-1 9 56 0,10 5 8 15,-2 4-128-15,2 5 68 0,-2 8-68 0,5 1-112 16,1 5-52-16,-6 0-28 0,5-1-72 16,-8-3-140-16,4-2-24 15,-4-11-12-15,-4-9 36 0,0-3-36 0,-4-10-12 0,4-3-92 32,-4-3-280-32,-4 0-844 0,0 0-733 15,0-12-1935-15,0 2-416 0</inkml:trace>
  <inkml:trace contextRef="#ctx0" brushRef="#br1" timeOffset="42973.683">6290 13684 1044 0,'0'0'1044'0,"0"0"1940"0,0 0-1604 0,0 0-768 32,-7 63-132-32,11-38 336 0,-1 5 172 0,6-2-124 15,3-3-232-15,-5 4-103 0,6-7-181 16,-5-3-128-16,3-3-16 0,-3-6 12 15,1-8-8-15,-5 3 96 0,3-5 360 16,1 0 112-16,1-7 8 0,2-5-4 16,6-8-364-16,-6-2-116 0,5-10-176 0,0-3-124 15,-1-6-52-15,2 3-76 0,-2-1-68 16,6 4-212-16,-1 4-408 0,-1 6-296 16,1 2-728-16,-3 11-957 0,-2 2-2207 0</inkml:trace>
  <inkml:trace contextRef="#ctx0" brushRef="#br1" timeOffset="43879.465">6709 15268 2072 0,'0'0'1516'16,"0"0"2956"-16,0 0-3228 0,0 0-380 15,0 0 133-15,0 0 171 0,0 0-148 0,0 0-484 16,0 0-132-16,0 0-48 0,0 0-204 15,-39 61-52-15,34-32 28 16,5 9 60-16,0-1-12 0,-4 9 76 0,4 4 0 16,-8 0-116-16,4 1-136 0,1 3-24 15,-5-3-112-15,-5 0 48 0,6-7-28 0,-6-2-84 0,1-8-128 16,1-2-200-16,-6-3-144 0,6-7-40 16,-6-3-4-16,6-9-184 15,3-7-1-15,-1-3 229 0,2-6-180 0,-1-11-1356 16,0-8-760-16,0-4-1043 0,0 4 4011 15</inkml:trace>
  <inkml:trace contextRef="#ctx0" brushRef="#br1" timeOffset="44096.566">6446 15719 1788 0,'0'0'1056'0,"0"0"-888"0,0 0 1904 0,0 0-600 0,16 89-664 16,-12-57-252-16,0 2-180 0,-4 1 196 15,4 4-92-15,0-1-104 0,-1-3-160 16,-3 0-148-16,9-4 8 0,-5-9 28 15,4-2 24-15,-1-7 28 0,2-7 36 16,7 0-24-16,0 1-63 0,3-7 127 0,9 0 256 16,-4 0-232-16,4 0-128 0,4-10-116 0,-4-3-8 15,4 1-4-15,0-8-12 16,0 1-396-16,3-6-381 0,-3 3-527 0,0-3-1072 16,-8 6-1744-16</inkml:trace>
  <inkml:trace contextRef="#ctx0" brushRef="#br1" timeOffset="44934.936">5856 16931 2668 0,'0'0'0'0,"0"0"0"16,0 0 256-16,0 0 2988 0,0 0-1488 0,0 0-744 0,0 0-184 15,0 0 64-15,-56 77 101 0,41-67 7 16,-2 2-172-16,-2-5-180 0,3 3-104 0,-8-1-112 15,4 0-16-15,-4 1-52 0,-4-1-204 16,-4 5-84-16,-3-2-64 16,-1 4-4-16,-5 3-8 0,-6 3 4 0,-1 3 48 15,1 0-52-15,-5 5-68 0,-4 2 68 0,4-5 4 16,0 5 0-16,4-3 8 0,5-4 0 16,3-5 52-16,12-5 12 0,8-2 32 0,8-6-108 15,0-5-4-15,8 3-8 0,0-5-52 16,4 0-36-16,0 0-64 0,0 0-76 15,0 0-72-15,0 0-120 0,0-7-312 16,4-3-424 0,0-6-88-16,4-6-365 0,-4-1-647 15,0 1-724-15,-4-1-1420 0</inkml:trace>
  <inkml:trace contextRef="#ctx0" brushRef="#br1" timeOffset="45482.332">4968 17192 2460 0,'0'0'300'0,"0"0"-300"0,0 0 2100 0,0 0-836 0,0 0-552 16,0 0-88-16,-72 67-104 0,56-47-208 16,-3 1-52-16,2 5 0 0,-2-1-40 15,-1 7-80-15,-1 0-8 0,-2 7 8 16,7-6-36-16,-5-1-36 0,10 0 100 16,-1-6 100-16,0-4 44 0,8-7-56 0,-4 1-88 15,8-3-52-15,0 0-63 16,0-7-49-16,0 4 0 0,4-1-4 15,8 1 64-15,0 0 80 0,4-1-80 0,8 0 104 16,-4 1 88 0,8-3 296-16,0-1 0 0,-5-3-236 15,5 0 156-15,-4 0-164 0,0-3-156 0,0 0-28 16,0 0-124-16,4 0-152 0,-4-3 40 16,0 0-16-16,4-4-240 15,-5 0-580-15,1 2-581 0,-4-2-811 0,1 5-2484 16</inkml:trace>
  <inkml:trace contextRef="#ctx0" brushRef="#br1" timeOffset="49334.339">2840 17335 2600 0,'0'0'9057'16,"0"0"-7241"-16,0 0-1064 0,0 0-400 16,0 0 596-16,0 0 356 0,0 0-160 15,0 0-404-15,0 0-272 0,0 0-200 16,-32-25-120-16,21 8 36 0,-6 3-60 16,2-9-120-16,-2-3 56 0,-2 1-60 0,-5-7-100 0,0 1 40 15,-4-1 52-15,-4-3-116 0,4 0-228 16,-4 0 116-16,4 3-144 0,0 4 72 15,5 2 48-15,-1 5-12 0,4 4 36 16,4 4 52-16,4 1-40 0,0 5-52 16,4-2-48-16,0 6 112 0,4-4-192 0,-4 4-348 15,0 0-656 1,0 0-840-16,0-3-685 0,4 2-2579 16</inkml:trace>
  <inkml:trace contextRef="#ctx0" brushRef="#br1" timeOffset="49525.594">2314 16761 6036 0,'0'0'444'0,"0"0"2460"16,0 0-1920-16,0 0-636 0,-39 85 41 0,26-52 215 16,2-2 76-16,-1 4-92 0,-1-4-256 15,6-5-128-15,-1-4-204 0,4-3-28 0,0 0-124 16,-1-6-88-16,5-4-120 0,-3-2-652 15,3-7-445-15,0 0-991 0,0-12-2064 0,3 1 1540 0</inkml:trace>
  <inkml:trace contextRef="#ctx0" brushRef="#br1" timeOffset="49673.005">2394 16767 5884 0,'0'0'2248'15,"0"0"-744"-15,0 0-704 0,0 0-63 0,79 16 175 16,-58-3 36-16,-1-4-212 0,3 1-352 15,-3 2-248-15,1-2-136 0,-2-1-124 0,1 1-168 16,0-7-512-16,-4 0-668 0,0 0-1229 16,0-3-2931-16</inkml:trace>
  <inkml:trace contextRef="#ctx0" brushRef="#br1" timeOffset="50525.393">2119 15656 2200 0,'0'0'340'0,"0"0"-316"16,0 0 5312-16,0 0-3692 0,0 0-416 0,0 0-83 15,0 0 163-15,0 0 12 0,0 0-48 0,0 0-56 16,0 0-372-16,0 0-228 16,-4-10-172-16,1 1-148 0,-6-10-136 15,1-3-12-15,0-4-148 0,-4-7-8 16,0-4-128-16,1-1-24 0,-6-3-96 16,6-1-4-16,-2-2-220 0,2-1-76 15,-1 1-228-15,0 0-144 0,0 3-432 0,-1 5-524 16,2 1-429-1,-1 7-1879-15,0 6-388 0</inkml:trace>
  <inkml:trace contextRef="#ctx0" brushRef="#br1" timeOffset="50704.516">1868 15002 3728 0,'0'0'132'0,"0"0"4460"0,0 0-3608 0,0 0-492 0,0 0-12 15,0 0 369-15,-59 82 143 0,42-59-136 16,6-1-348-16,-6 0-292 0,6-3-76 15,-1 0-128-15,0-3-12 0,0-3 0 16,3-7-164-16,5 0-92 0,-3-6-560 0,-1 0-144 16,4-9-265-16,0-4-171 15,-1-6-900-15,2-4-112 0,-1 1-304 16,4-3 1068-16</inkml:trace>
  <inkml:trace contextRef="#ctx0" brushRef="#br1" timeOffset="50809.689">1708 15040 1392 0,'0'0'1044'0,"0"0"-536"16,0 0 1132-16,0 0 1212 0,0 0-1308 15,88-22-356-15,-68 22 41 0,4 0-37 16,-4 0-400-16,4 0-348 0,0 0-164 16,0 3-228-16,-1-3-52 0,5 0-76 0,-4 3-472 15,4-3-872-15,-7 0-1441 0,3 0-3559 16</inkml:trace>
  <inkml:trace contextRef="#ctx0" brushRef="#br1" timeOffset="51464.295">1988 13777 3068 0,'0'0'9409'15,"0"0"-7713"-15,0 0-1696 16,0 0-368-16,0 0 368 0,0 0 0 16,0 0 596-16,0 0-40 0,0 0-76 15,0 0-192-15,79-80-136 0,-51 45-92 16,8-4 4-16,0-5 8 0,8-7-68 15,7 0 28-15,1 1-32 0,4-5-100 0,4 2 56 16,4-1 36-16,-1 3-72 0,1 3 16 16,-4 1-48-16,-4 3-16 0,0 2 40 15,-13 4 0-15,-3 7 0 0,-4 1 0 16,-9 5-188-16,-2 3-384 16,-9 0-456-16,3 0-704 0,-10 6-1049 0,-1-7-1687 15</inkml:trace>
  <inkml:trace contextRef="#ctx0" brushRef="#br1" timeOffset="51769.805">2864 12656 8000 0,'0'0'1048'15,"0"0"-828"-15,0 0 208 0,0 0 128 16,80-67 193-16,-64 54 151 0,0 1 8 15,0 1-220-15,4 2-304 0,-1-1-156 16,1 4-64-16,5 0 64 0,-5-1-24 16,3 4-104-16,1-3 16 15,-4 3-56-15,3 0-60 0,-2 3-40 16,-5 0-76-16,-4 0-4 16,-5 3 116-16,2 6-52 0,-5 11 56 0,-4 5 192 0,0 9 120 0,-9 18-172 0,-10 8-140 15,-1 9-216-15,-8 5 16 0,-4 2-128 16,-4 0-524-16,-3 4-640 0,-2-11-697 15,2 0-1887-15,11-20-1312 16</inkml:trace>
  <inkml:trace contextRef="#ctx0" brushRef="#br1" timeOffset="54142.449">9645 11830 5500 0,'0'0'3108'0,"0"0"-1180"0,0 0-1011 15,0 0-725-15,0 0 12 16,0 0 452-16,0 0 312 0,0 0 212 16,0 0-144-16,0 0-368 0,80 3-172 15,-55-6-120-15,-2-1-128 0,-3 1-112 16,4 0 64-16,-5-1-140 0,2 2-60 16,-5-4-88-16,3 2 88 0,-2 1-124 0,-2-3-60 15,-2 3-424-15,2 0-348 0,-7 3-368 16,1 0-776-16,-6 0-809 0,-3 0-1579 0,0 6-603 15</inkml:trace>
  <inkml:trace contextRef="#ctx0" brushRef="#br1" timeOffset="54336.356">9753 12049 5548 0,'0'0'2240'16,"0"0"-712"-16,0 0-816 0,0 0-272 15,0 0 229-15,0 0 435 0,0 0 8 0,0 0-196 16,0 0-448-16,0 0-276 0,0 0-56 15,-8 25 380-15,24-25 244 0,4 0-152 16,4 0-260-16,0 0-160 0,4 0-52 0,3-3-72 0,-3 0-12 16,4 0-52-16,0 0-88 0,0-1-84 15,4 2 24-15,-4-2-164 0,-1 4-388 16,5 0-496-16,-3 0-848 0,-10 0-2057 16,5 10-3583-16</inkml:trace>
  <inkml:trace contextRef="#ctx0" brushRef="#br1" timeOffset="56816.482">11140 11462 404 0,'0'0'196'0,"0"0"1160"0,0 0 1708 16,0 0-1828-16,0 0-272 0,0 0 36 0,0 0 232 16,0 0-8-16,0 0-127 0,0 0-237 15,4-11-184-15,-4 11-116 0,0 0-116 16,-4 0 12-16,4 0-40 0,0 4-88 0,-4-1-40 16,-5 1-76-16,-2 5-212 0,-1 1-148 15,-4 5-40-15,-4 8 40 0,0 2 60 31,-4 3-12-31,0 8-28 0,-4-1 28 16,-4 3 0-16,4 0-16 0,-4 0 28 0,1 0 76 16,-1 0-128-16,4-3 140 0,0-3-8 0,5-7-36 0,-2 0 44 15,9-6 76-15,4-3 36 16,5-4 40-16,-2-1-40 0,5-5 16 16,0 0 36-16,4-3 72 0,0-3-96 0,0 0-140 15,0 0-52-15,0 0-60 0,0 0 12 16,0 3 100-16,4-3 52 0,0 4 48 0,5-1-12 15,2 1-28-15,-3 2 4 0,5 0 36 16,2 1 0-16,1 5-48 16,4-2-4-16,0 2 100 0,4 4-148 0,0 0 0 15,-1 1 0-15,1-3 160 0,1 2-160 16,-5 0-4-16,3 1 4 0,-7-5 28 16,0 1-16-1,0-3-12-15,-4 2 4 0,-3-5 56 0,-2 2-44 16,1-3 96-16,-4 1-100 0,0-1 48 15,-4-3-60-15,4 0-44 16,-4 0 40-16,0-3-4 0,0 0-80 0,0 0-36 16,0 0-220-16,0 0-384 0,0 0-204 15,0 0-300-15,0 0-716 0,-4-6-1053 0,0 3-1979 16</inkml:trace>
  <inkml:trace contextRef="#ctx0" brushRef="#br1" timeOffset="59297.789">11941 11525 1580 0,'0'0'12'15,"0"0"744"-15,0 0 2268 0,0 0-1812 16,0 0-304-16,0 0-116 0,0 0 192 16,0 0 40-16,0 0-71 0,0 0-129 0,-4-6-184 15,-1 6-220-15,1 0-152 0,0 0-104 16,-3 0-8-16,-1 0 32 0,4 0 16 0,-5 0-64 16,-2 3 12-16,-1 0-52 0,0 3 40 0,0 0-88 0,-4 1-4 15,-4 2-44-15,4 2 48 16,-8 1-44-16,5 4 108 0,-6 0-72 0,1-1-44 15,-4 5-4-15,0-1-60 0,0 3-24 16,0 0 88-16,1 4 4 31,-4-5-4-31,-2 4-44 16,6-2 36-16,-1 2 8 0,4-2 8 0,-1-1 80 0,5-3 24 0,5-3 0 0,3 3 28 16,-4-3 64-16,4 0 44 0,0-1-72 0,4-2-76 0,0 3 16 15,4-3-56-15,-4-1-60 16,8-1 0-16,-4-2-8 0,4-3 4 31,0 0-4-31,0-2-68 0,0 2 64 0,9-3 12 0,-2 4 8 0,1 2 4 16,4-3 40-16,0 1 36 0,4-4-24 15,0 3-12-15,3-3 12 0,-2 0 36 0,3 1-28 16,-1-4-60-16,-2 0 76 0,2 0-80 16,1-4 44-16,-3-2-4 0,-2 0 40 15,5-4 0-15,-4-2-40 0,-4 2 16 16,4-3-52-16,-4-2 52 0,-4 2-52 0,0-1-4 15,-1-1 40-15,-3 3 4 0,1-1 32 0,-5-3-76 16,4 3-4-16,-4-2 4 0,0 2-8 16,0-6-52-16,-4 3-84 15,-5 0 60-15,2-1 68 0,-5 3-40 0,3 0-4 16,-2 2-8-16,3 2 60 0,0 1 8 16,-4 2-8-1,4 0-112-15,-3 1 0 0,2 3 48 16,1 1-12-16,0 2-48 0,5 0-36 0,-6-3-84 15,5 3-120-15,0 0-140 16,0 0-228-16,0 3-296 0,1 2-392 0,3 1-489 16,0 1-267-16,0 3-488 0,7-1-1644 15,-3-2 3405-15</inkml:trace>
  <inkml:trace contextRef="#ctx0" brushRef="#br1" timeOffset="59934.83">12283 12008 1316 0,'0'0'8924'15,"0"0"-7159"-15,0 0-909 0,0 0-640 16,0 0-76-16,0 0 320 0,0 0 604 0,0 0-116 0,0 0-408 31,0 0-312-31,0 0-144 0,4 29-72 16,-8-14 36-16,4 7-48 0,0 1-48 15,-4-1 44-15,4 0-148 0,0-3 16 16,0-3-44-16,0 3 4 0,0-3-124 16,0-4-332-16,0 2-748 15,0-5-668-15,0 1-2197 0,0-4-2035 0</inkml:trace>
  <inkml:trace contextRef="#ctx0" brushRef="#br1" timeOffset="61236.666">12665 11630 3344 0,'0'0'1536'0,"0"0"1240"0,0 0-1388 0,0 0-212 0,0 0-167 15,0 0 3-15,0 0-76 0,0 0-212 16,0 0-128-16,17-7 340 15,2 7 84-15,5 0-336 0,0 3-124 16,4 1-128-16,0-4-36 0,0 0-100 16,0 0-124-16,-5 0-124 0,2 0-48 0,-1 0-76 15,-4 0-32-15,3 0-64 0,-3-4-52 16,-3 1-232-16,2-2-140 0,1 1-212 16,-8 1-360-16,4-4-492 0,-4 7-716 15,-4-3-1885-15,-5 3-1043 0</inkml:trace>
  <inkml:trace contextRef="#ctx0" brushRef="#br1" timeOffset="61540.286">12936 11687 3588 0,'0'0'0'16,"0"0"0"-16,0 0 2356 0,0 0-924 0,0 0-344 15,0 0 0-15,0 0-104 0,0 0-171 0,0 0-185 16,-27 73-204-16,27-57-192 0,-4 0-44 15,0 0-8-15,4-1-52 16,-4 5-12-16,4 2-40 0,-4-3-24 0,4 3-40 16,0-3 40-16,0 3-52 0,4 0 60 15,0-2 4-15,4 2-60 0,-1 0 112 0,2-3 24 0,2 0-128 16,1-6-12-16,4 3 88 0,0-7 16 16,0 1-40-16,5-4 48 0,-2-3 40 15,-3-3 216-15,4 0 0 16,0 0-168-16,-4-3-124 0,4-3-76 0,-4-4-12 15,-1 1-140-15,2-4-48 0,-2 0-396 0,-2-3-460 16,6-3-428-16,-3-4-925 0,-4 4-2855 0</inkml:trace>
  <inkml:trace contextRef="#ctx0" brushRef="#br1" timeOffset="61903.293">13765 11487 7960 0,'0'0'1128'0,"0"0"-444"16,0 0 132-16,0 0 113 0,0 0-5 15,0 0-148-15,0 0-188 16,88 57-120-16,-72-44-136 0,0-1-68 0,3 2-88 0,2 0-112 16,-5 7-64-16,-1-2 0 15,2 2 0-15,-6 5-4 0,-3 2 4 16,1 1-76-16,-2-1-12 0,-7 4-12 0,0-3 36 16,0 3 12-16,-7-1 44 0,-2 1-56 15,-3-4-36-15,-8 4 24 0,1-3 0 16,-1 3-100-16,-8 0-92 0,-4-1-216 0,0-1-152 15,-4 0-288-15,4-4-493 0,-3 2-679 16,-1-5-724-16,8-4-1120 0</inkml:trace>
  <inkml:trace contextRef="#ctx0" brushRef="#br1" timeOffset="64925.546">5379 11315 4164 0,'0'0'624'0,"0"0"1212"0,0 0 192 0,0 0-400 16,0 0-387-16,0 0-37 0,0 0 44 16,0 0-96-16,0 0-108 0,-13-3-316 15,5 3-380-15,1 0-112 0,-10 3-88 0,2 1-24 16,-5 2-116-16,-1 3-8 15,-2 4-60-15,-5 0-4 0,0 3 60 16,0 3-68-16,0 4-52 0,-4 2 24 0,4 0 36 16,-3 0-72-16,3 7 36 0,0-4 12 15,3 2-12-15,2-5-24 0,11 0-24 16,-4-3-28-16,9 1-52 0,-2-5 12 16,5-2 56-16,0 0 60 0,4-3-116 15,0-1-24 1,4-1 64-16,9-3 40 0,-6-2 132 0,9 1-36 15,0-3 40-15,3-4 52 16,6 0 100-16,-5 0 24 0,0-4-28 16,3-5 44-16,-6 0-68 0,-2-5 12 0,2 2 40 15,-6-4-100-15,-3 3 0 0,1 4-8 16,-6-4-8-16,1 1 12 0,-4 2-72 16,0 0-112-16,0 1-104 0,0-1-24 0,-4 4 64 15,-3-1 164-15,-6 4-112 0,2 0-156 16,-2 1-84-16,-2 2 112 0,-2 0-64 0,2 0-68 15,-2 0 4-15,6 5-732 0,-6 2-945 16,6 0-599-16,3-1-1612 16</inkml:trace>
  <inkml:trace contextRef="#ctx0" brushRef="#br1" timeOffset="65811.83">3781 10462 28 0,'0'0'4304'16,"0"0"1956"-16,0 0-4807 0,0 0-977 15,0 0-4-15,0 0 332 0,0 0 400 16,0 0-212-16,0 0-524 0,0 0-456 15,0 0-12-15,4 21 0 0,-4-1 104 16,4 8-16-16,-1 7-88 0,1 3-8 16,0 7-156-16,1-1-140 0,-1 4-260 15,0 5-824-15,0-11-1180 0,-4 25-2081 16</inkml:trace>
  <inkml:trace contextRef="#ctx0" brushRef="#br1" timeOffset="66003.864">3841 11643 900 0,'0'0'6780'16,"0"0"-6028"-16,0 0-532 0,-9 89 568 0,9-61 336 15,0-3-15-15,-4 4-417 0,4-4-216 16,0 4-260-16,0 3-216 0,4 0-24 0,5 2-296 16,-2 1 36-16,-3 1-380 15,4-2-225-15,-4-2-79 0,1 4-196 16,-1-6-160-16,-4 5-772 0,0-9-992 0</inkml:trace>
  <inkml:trace contextRef="#ctx0" brushRef="#br1" timeOffset="66181.012">3908 12741 3436 0,'0'0'300'0,"0"0"2016"0,0 0-584 0,4 70-1216 0,0-48-216 16,-4-3 232-16,4 0 88 0,-4 3-296 15,4-3-196-15,-4 3-128 0,4 4-208 16,0 3-24-16,0-2-144 0,4 6-504 0,-4-1-172 15,0 3-392-15,-4 0 104 0,3-3 428 16,-3-4 168-16,0 1 196 0,0 2 300 16,0-2-192-16,0 3-1232 0</inkml:trace>
  <inkml:trace contextRef="#ctx0" brushRef="#br1" timeOffset="66345.07">4039 14008 1084 0,'0'0'9072'15,"0"0"-7435"-15,0 0-1341 0,0 73-240 16,0-54-56 0,0 0-76-16,0 1 12 0,0-1-116 0,4 0-40 15,0-1-128-15,1 5-385 0,3-1-611 0,-1 3-368 0,-3-3-332 16,4 7 128-16,-3-4 352 0,-1 6 180 0,0-1 825 16</inkml:trace>
  <inkml:trace contextRef="#ctx0" brushRef="#br1" timeOffset="66544.894">4144 15383 5652 0,'0'0'6049'0,"0"0"-5885"0,0 0-164 0,0 0-396 16,0 0 396-16,0 0 152 0,0 0 184 15,0 0 152-15,3 72-184 0,-3-55-156 0,0-5-148 16,0 1-128-16,4 2 24 0,-4 6-88 15,0-3-168-15,0 4-796 0,0 3-1145 32,0-5-2815-32</inkml:trace>
  <inkml:trace contextRef="#ctx0" brushRef="#br1" timeOffset="66913.602">4179 16074 248 0,'0'0'1408'0,"0"0"-364"0,0 0 2124 0,0 68-2832 0,0-47-336 15,0 5-456 1,0 0 40-16,0-1 324 0,0 0 92 16,0 1 0-16,0-1 40 0,0-3 12 15,4 1-52-15,-4-1 0 0,4 0 0 0,0 0 220 16,-4 0 212-16,4 1 36 0,0-2-196 16,-4 5-88-16,3 0-184 15,2 2 0-15,-5 1-4 0,4 6-128 0,-4 0-192 16,4 3 24-16,-4 6 172 0,4-2-916 0,-4-1 1044 15,4-3 1980-15,-4-3-788 0,0-3-776 0,4-1-336 16,-4 4-80-16,3-6 0 16,-3-4 1148-16,4-3 437 0,1-8-685 0,-5 0-796 15,4 0-104-15,4-2-128 0,-4 4 112 16,-1 0-48-16,1 0 64 0,1 3-12 16,-1-3-140-16,0 3-108 0,4 0-8 0,-5 1-52 0,1 1 47 15,0 2-179-15,1-1-192 0,3 0-120 16,-8-3-68-16,4 3 224 0,-1-3 516 15,1 8-312-15,-4-2-988 0,4 2-784 16,0 9-808-16,1-8 2445 0</inkml:trace>
  <inkml:trace contextRef="#ctx0" brushRef="#br1" timeOffset="67118.485">4414 17992 2764 0,'0'0'404'0,"0"0"1096"0,0 0 2748 0,0 0-3408 0,24 80-712 16,-20-61 80-16,8-4 72 0,-4 8-280 0,4-1-92 15,0 0 88-15,0 7 4 16,-1-4 12-16,-2 4-12 0,3-1-16 16,-5 1 16-16,6 0 8 0,-5-4 444 0,-5 0 181 15,5-3 35-15,1 4-320 0,-1-4-348 16,3 7-284-16,6 3-460 16,-2 9-509-16,-2-9-935 15,6 28-2704-15</inkml:trace>
  <inkml:trace contextRef="#ctx0" brushRef="#br1" timeOffset="68157.935">3155 10818 4864 0,'0'0'7105'15,"0"0"-5597"-15,0 0-1100 0,0 0-408 16,0 0 0-16,0 0 12 0,0 0 76 16,0 0-36-16,0 0-52 0,0 0-204 0,4 0-392 15,-4 2-648-15,4 2-1969 0,-4 8-2951 16</inkml:trace>
  <inkml:trace contextRef="#ctx0" brushRef="#br1" timeOffset="68805.647">3128 10674 4044 0,'0'0'5384'16,"0"0"-4428"-16,0 0-800 0,0 0-64 15,0 0 24-15,0 0 217 16,0 0 3-16,0 0 128 0,-32 70-28 0,32-55-68 0,4 4-148 16,3 4-80-16,1 0 64 0,5 2-52 0,2 0-88 15,1 1 116-15,0 2-176 0,4-3 4 0,-1 4-4 16,2-4 8-16,-1-2-12 0,3-2-76 16,1-1-40-16,4-8 116 0,0 5-24 0,4-8 76 15,4 1-40-15,-1-4 100 0,6-3-100 16,-1 0 100-16,-1-3 4 15,2 0-68-15,-2-6-36 16,-3 0 100-16,3-7 16 0,2 0-124 0,-1-6 4 16,-5-4 132-16,5 2-132 0,0-8 80 15,0-3 0-15,-1 0-80 0,-3 1-8 16,5-4-4-16,-6 3 4 0,-3 0 0 16,-4 1 76-16,-4 5 0 0,-1 1-24 15,-2 6-44-15,-10 0 44 0,-2 6 36 0,-1 4-12 16,-4 2 12-16,-4 4 36 0,0-1 8 15,0 2-132-15,-4-4-544 0,-4-1-200 16,-5 0-316-16,2 4-348 0,-2-3-621 0,2 4-643 16,-10-9-1736-16</inkml:trace>
  <inkml:trace contextRef="#ctx0" brushRef="#br1" timeOffset="69069.02">4135 10509 2660 0,'0'0'364'0,"0"0"4364"0,0 0-3740 15,0 0-848-15,0 0 236 0,0 0 308 16,0 0 156-16,32 0-143 0,-20 0-69 16,4 0-76-16,0 0-232 0,3 0 12 15,2 3-80-15,-5 3-20 0,3 1-56 16,2 2 28-16,-6 4-64 0,2 3-64 15,-6 3 12-15,2 0-76 0,-9 9 140 0,-1 1-76 16,-3 9 88-16,0 0-164 0,-7 4-88 0,-2 0-24 0,-3-2-132 16,5-2-60-16,-10-3-204 0,10-7-204 0,-5-5-312 15,7-4-573-15,-3-9-903 0,1-3-2392 0</inkml:trace>
  <inkml:trace contextRef="#ctx0" brushRef="#br1" timeOffset="69552.378">4645 10424 1068 0,'0'0'8896'16,"0"0"-7787"-16,0 0-721 0,0 0 124 0,0 0-24 16,84 25 216-16,-68-23 72 0,4-2 60 0,3 0-44 15,-3 0-176-15,5-2-212 16,-1-1-192-16,-1-4-172 0,5 4-40 0,-8-4-72 0,4 2-140 15,-8 1-232-15,0 2-296 16,-1-3-156-16,-2 3-592 0,-5 2-1109 16,-4 0-2579-16</inkml:trace>
  <inkml:trace contextRef="#ctx0" brushRef="#br1" timeOffset="69786.704">4892 10503 1280 0,'0'0'1980'15,"0"0"2788"-15,0 0-3952 0,0 0-504 16,0 0 232-16,0 0 452 0,0 0 85 0,0 0-57 16,-31 75-260-16,31-59-192 0,0 3-164 0,0 0-132 0,0 0-24 15,0 6 76-15,0-1-100 0,0-2-40 16,0-3-64-16,0-1-12 16,0-1-96-16,3-4 84 0,5-1-100 0,5-2 0 15,-2-1 4-15,6-3 40 0,2-2-44 16,5-4 0-16,0 0 56 15,4-4-56-15,4-4-4 0,0-11-276 0,0-2-576 16,3 0-156-16,-7-5-620 0,-4 7-2325 16,3-10-4311-16</inkml:trace>
  <inkml:trace contextRef="#ctx0" brushRef="#br1" timeOffset="73263.557">20642 11912 7596 0,'0'0'4989'0,"0"0"-3485"0,0 0-620 16,0 0-532-16,0 0 64 0,0 0 304 16,0 0 188-16,0 0-288 0,0 0-372 15,0 0-152-15,0 0 276 0,0 0-28 0,0 89-24 16,0-60-124-16,0 6-196 0,0-3 0 16,0-1-124-16,0 1-72 0,-4-1-88 15,0 8-144-15,0-4-440 16,1 6-1204-16,-1-13-2136 15,-9 17-2737-15</inkml:trace>
  <inkml:trace contextRef="#ctx0" brushRef="#br1" timeOffset="73907.709">21738 13176 9940 0,'0'0'5781'15,"0"0"-4053"-15,0 0-1728 0,0 0-28 0,0 0 28 16,0 0 264-16,0 0 292 0,84-37-52 0,-72 32-136 16,3 3-120-16,-2 2-76 0,-2 0-172 15,-7 0-56-15,1 0-76 0,-1 0 80 16,-4 7 44-1,0 1 8-15,-9 9 0 0,-6 8 64 16,-2 2-64-16,-11 6 0 0,5-1-64 16,-5-1 64-16,4 1 4 0,4-7-4 0,8-3-76 15,1 1-96-15,6-1 36 0,5-3 12 16,0-3 16-16,12 0 96 0,4-3 4 16,8-1 8-16,4-2 0 0,4 0 108 15,3-8-32-15,1 3-64 0,5-5-12 0,-6 0-84 16,1 0-336-16,0-7-220 0,-5 0-220 0,1 4-748 15,-11 0-1532-15,3 3-3205 0</inkml:trace>
  <inkml:trace contextRef="#ctx0" brushRef="#br1" timeOffset="74771.321">22049 14633 3412 0,'0'0'0'16,"0"0"0"-16,0 0 2748 0,0 0-1188 15,0 0-196-15,0 0-112 0,0 0-51 0,0 0-125 16,0 0-80-16,80 7-132 0,-65-4-260 16,2 0-124-16,-2 0-152 0,-3 0-104 15,0 0 8-15,-4 1-96 0,0-1-124 16,-3 0 52-16,-5-3 84 0,0 3 28 0,0-3 72 16,0 6 64-16,0 1 8 0,-9 2-72 0,1 8-112 15,0-6-24-15,0 6-52 16,-4-5-56-16,4 5-4 0,1-2 4 15,-2 2 0-15,-3 1 0 0,1 5-4 0,-9 5-4 16,3 0-56-16,-6 1-16 0,-1 3-16 16,-4-3 92-1,4-1 0-15,-4-2-44 0,4-8 44 0,4 1 52 0,0-3 32 16,5-2-8-16,2-6-16 16,5-1-52-16,1-4-4 0,7 0-4 0,0-3-48 15,0 4-136-15,4-4-212 0,7 3 372 16,6 0 24-16,2-1 136 0,5 2-52 15,0-1-84-15,4 0 112 0,0 4-36 16,-4 0 48-16,3-2-4 0,-3 1 4 16,-3 5 12-16,-1-3-12 0,-5 3 12 15,-7 1 96-15,1-2 76 0,-5-1-52 0,-4 4 16 16,0 3-28-16,-4 1-72 0,-5-3-64 16,-6 5-100-1,-2 1 4-15,-2-1-4 0,-1-4-8 0,-1-2-44 0,-2-3-16 16,-1-1-112-1,-4-2-356-15,0-1-368 0,-8-3-300 16,5 1-768-16,3-1-1108 0,-25 3-4113 0</inkml:trace>
  <inkml:trace contextRef="#ctx0" brushRef="#br1" timeOffset="75299.745">21192 16370 1864 0,'0'0'980'0,"0"0"5364"0,0 0-4960 0,0 0-703 15,0 0-205-15,0 0 12 0,0 0 12 16,-47 70 60-16,38-51-100 16,5 1-52-16,0-1-120 0,4-5 68 0,0 0 84 15,4 2 52-15,4-4 76 0,4 1-44 16,0 3-52-16,4-3-48 0,0-4-92 16,4 1-60-16,0-1-12 0,0-3-40 15,8 1 40-15,0-4-76 0,0 0-36 0,3-3-140 16,5 0 52-1,-4-6-60-15,0-4-292 0,3-2-240 16,-3-5 4-16,0 2-104 0,-4-5-204 16,-4 2-456-16,-3-1-1096 0,-10 3-1757 0,2-10-1095 0</inkml:trace>
  <inkml:trace contextRef="#ctx0" brushRef="#br1" timeOffset="75468.651">21510 16284 4372 0,'0'0'156'15,"0"0"5388"-15,0 0-4099 0,0 0-625 0,-63 72-208 16,47-35 280-16,0 7 124 0,0 3-84 16,0 0-392-16,1 2-176 0,2-2-240 15,5-2-124-15,1-7-64 0,-1-3-344 16,4-7-552-16,-5 1-620 0,5-10-684 0,-3 0-2557 0,-1-7-1898 0</inkml:trace>
  <inkml:trace contextRef="#ctx0" brushRef="#br1" timeOffset="76444.107">18754 16363 1172 0,'0'0'772'0,"0"0"-200"0,0 0 3564 16,0 0-2576-16,0 0-408 0,0 0-144 0,0 0 77 15,0 0 95 1,0 0-300-16,0 0-220 0,0 0-216 16,7 64-168-16,-14-29-84 15,-1 1-56-15,-5 4-132 0,2-2 8 0,-1 1-12 16,-4-5 104-16,4-2-56 0,0-3-40 15,4-4 80-15,0-2 28 0,4-8 8 16,0 1-48-16,4-3-76 0,0 0-12 0,0-4-64 16,4 1 72-16,8-1 4 15,3-3 0-15,2 1 100 0,3-1 12 0,-1-3 0 0,2 4-108 16,-6-4 60-16,-2 3-28 16,-2-3 16-16,-3 4-52 0,-3 2 92 15,-5 1 172-15,0 3 184 0,0-1 172 0,-9 1-236 0,-2 6-172 16,-1-3-116-16,-4-4-88 0,0 4-4 15,0-6-4-15,-5-1-12 0,6-2-48 16,-5-7-224-16,0-3-412 0,4-10-340 16,-4-6-424-16,4-10-676 0,0-9-1717 15,1 9-1063-15</inkml:trace>
  <inkml:trace contextRef="#ctx0" brushRef="#br1" timeOffset="76594.308">18714 16556 1032 0,'0'0'9152'16,"0"0"-7683"-16,0 0-853 0,0 0-16 0,96-2 204 16,-77 2-92-16,1 0-132 0,4 0-380 0,-4 0-200 15,4-3-52-15,-4-3-188 0,4-4-520 16,-5 1-360-16,2-5-496 0,-10 8-2265 0,2-9-2975 16</inkml:trace>
  <inkml:trace contextRef="#ctx0" brushRef="#br1" timeOffset="77127.971">18243 15186 6140 0,'0'0'2572'0,"0"0"-1252"0,0 0-676 0,0 0-231 0,0 0 387 16,0 0 212-16,0 0-108 0,0 0-220 15,0 0-280-15,0 0-76 0,-75 93-12 16,67-60-28-16,0 6 0 16,0 6-20-16,4 2-180 0,-4 3-80 0,4-2-8 15,1 0-24-15,3-7 24 0,0-6 84 16,0-7-84-16,7-9-12 16,5-2-88-16,4-11 40 0,4-3 52 15,0-3-44-15,4-12-176 16,0-5 76-16,-1-8-12 0,1-3-48 0,1-7 12 15,-6 3 96-15,-7 1 92 16,0 2 8-16,-3 4 4 0,-9 5 76 16,0 8-12-16,-9-1-16 0,-6 0 16 0,-6 4 12 15,-3 2 12-15,-8 1-76 0,0 0 72 16,1 6-84-16,-5-4-12 0,-4 4-100 16,8 0 12-16,-3 4 24 0,7-1-188 0,0 3-16 15,4-3-160-15,0 4-400 0,8-1-832 0,4-3-1285 16,0 3-3175-16</inkml:trace>
  <inkml:trace contextRef="#ctx0" brushRef="#br1" timeOffset="77696.839">18112 13964 6280 0,'0'0'1144'0,"0"0"1032"0,0 0-856 0,0 0-395 16,0 0 11-16,0 0-108 0,0 0-256 0,0 0-256 16,0 0 340-16,0 0-124 0,0 0-108 0,103 22-168 15,-66-19-56-15,-1-3-76 16,-4 0-32-16,-1 0-92 0,-3 0-100 16,0 0 12-16,-5 0 24 0,-2 0 4 0,-10 0-92 15,-2 0 24-15,-1 2-24 0,-8 12 92 16,0 2 60-16,-4 9 160 0,-9 6-40 15,-2 4-112-15,-5 6-8 0,0 4-12 16,0 0 12-16,-4-1-92 0,5 1-72 16,-2-5-12-16,5 2-136 0,4-7-156 0,5-7-164 0,3-5-372 15,4-7-480-15,0-10-889 0,0-3-2067 16</inkml:trace>
  <inkml:trace contextRef="#ctx0" brushRef="#br1" timeOffset="79312.582">19650 13662 808 0,'0'0'744'16,"0"0"3880"-16,0 0-3520 0,0 0-872 0,0 0-8 15,0 0 396-15,0 0 288 0,80-7 24 16,-52 1-107-16,4 3-233 0,8 0-308 0,-1-4-156 0,-3 4 0 16,8-3 76-16,0 2 128 0,4-3 116 31,3 2-28-31,1-1-128 0,4-4-72 0,4 4-96 0,0-7-112 0,0 3 4 16,-1 4 32-16,1-3 20 0,-5-1-68 15,5 1-8-15,-8 2-68 0,4 1 24 16,-4-1-12-1,-5 1-88-15,-2 0-24 0,-9 3 24 0,-1-4-40 16,-3 4-12-16,-8-3-152 16,-5 0-272-16,-2-1-220 0,-6-3-233 0,-3 4-603 15,-3 0-1056-15,-1-7-2784 16</inkml:trace>
  <inkml:trace contextRef="#ctx0" brushRef="#br1" timeOffset="79550.715">20977 13339 992 0,'0'0'4864'16,"0"0"-2704"-16,0 0-1552 0,0 0-152 16,0 0 204-16,0 0 64 0,0 0-79 15,0 0-5-15,0 0-112 0,84 33-28 0,-69-22-104 16,-6-3-168-16,-1 6 0 16,-5-3-12-16,-3 6 16 15,0-1 96-15,-11 6-24 0,-9 0-52 0,-5 4-100 0,-3 2-152 16,-3 1-60-16,-5 0-128 15,-7-1-292-15,-2-3-472 0,-11-2-328 0,-4-1-573 16,17-6-2111-16,-41 0-1864 16</inkml:trace>
  <inkml:trace contextRef="#ctx0" brushRef="#br1" timeOffset="79830.845">19686 13341 496 0,'0'0'7872'0,"0"0"-6992"0,0 0-764 0,0 0-12 16,0 0 244-16,0 0 492 15,0 0-195-15,20 73-309 0,-40-41-68 0,0 6-140 16,-7 0-120-16,-5 4 0 15,4-1-8-15,-8 0-40 0,8-6-12 16,0 0-24-16,4-4-80 0,4-1 28 0,4-5-52 16,8 3-116-16,0-3-493 0,8 4-787 15,4-4-228-15,12-2-72 16,4 3 184-16,12-7 216 0,8 2 16 0,3-1 1013 16</inkml:trace>
  <inkml:trace contextRef="#ctx0" brushRef="#br1" timeOffset="80467.424">19152 15307 1668 0,'0'0'1332'0,"0"0"3604"0,0 0-3676 0,75 2-392 15,-43-2 97-15,0 0 51 16,5-5-80-16,2 1-96 0,5 1-144 0,4-4-64 16,8 4-104-16,4 0-100 0,11 3-172 15,1-3-56-15,8 1-88 0,-1-3-76 16,1-1-36-16,-5 0-48 0,1-1-36 0,-4-2 80 15,0 0 4-15,-4-1-112 16,-5 1 36-16,1-1-60 0,-12 0 4 0,-5 1 56 16,-2-1-160-16,-9 1-180 31,-5 0-152-31,1-1-216 0,-8 0-312 0,-4 4-480 16,-4-4-893-16,-1 1-1715 0,-6 2-440 0</inkml:trace>
  <inkml:trace contextRef="#ctx0" brushRef="#br1" timeOffset="80713.79">20956 14900 912 0,'0'0'8896'0,"0"0"-7683"0,0 0-737 0,0 0 140 16,0 0 216-16,0 0 200 0,0 0 68 16,77 29-408-16,-66-20-364 0,2-3-72 15,2 4-56-15,-7 2-52 0,5-1 12 16,-10 1-72-16,5 1 12 0,-8 3 64 15,0 3-40-15,-8-1 100 0,-8 8 24 0,-3 0-28 16,-13 2-120 0,0 3-96-16,-12 5-4 15,-7-1-184-15,-5 2-140 0,-12 1-284 0,-4 1-128 16,-4-1-284-16,0-3-196 16,-3-7-480-16,-5-1-713 0,24-13-2255 15,-31 2-611-15</inkml:trace>
  <inkml:trace contextRef="#ctx0" brushRef="#br1" timeOffset="81068.008">19388 14925 4124 0,'0'0'576'16,"0"0"3208"-16,0 0-3100 0,0 0-528 15,0 0-64-15,0 0 128 0,-92 77 116 0,72-58-28 16,-1 0-100 0,2 3-64-16,-1 3 36 0,-4 0 77 15,4 4 91-15,0 2 88 0,0 5 0 16,8-7-104-16,5 2-76 0,2-2 92 15,5-3-120-15,9-1-36 0,10 0-92 16,9-2-92-16,4-1 44 0,12-3-52 0,3-4-52 16,9 1-532-16,0-3-16 15,4 3-416-15,-4-4-285 0,-13-2-1315 0,13 12-2416 16</inkml:trace>
  <inkml:trace contextRef="#ctx0" brushRef="#br1" timeOffset="81636.333">19603 16767 1644 0,'0'0'5428'16,"0"0"-2484"-16,0 0-1515 0,0 0-901 0,0 0-156 15,0 0 64-15,0 0 340 0,0 0 316 0,0 0-360 16,0 0-116-16,103 0-172 0,-67 0-72 0,-1 0-96 15,10 6-68-15,2-6-68 0,1 3-4 16,3-3-52-16,9 0 28 16,4-3-108-16,0-3 8 0,0-3-12 0,0-1-4 15,0 0 0 1,-8 1-40-16,-1-1-80 0,-7 1-76 0,-5-1-160 16,-2 1-52-16,-9-1-64 0,-4 4-192 0,-9-4-124 31,-3 7-324-31,-4-3-636 0,-8 2-685 0,-4 1-811 0,0 0-980 15,-4 0 2309-15</inkml:trace>
  <inkml:trace contextRef="#ctx0" brushRef="#br1" timeOffset="81879.442">20638 16504 2284 0,'0'0'284'16,"0"0"5840"-16,0 0-4856 0,0 0-636 15,0 0 297-15,0 0 135 0,0 0-4 0,0 0-160 0,76 27-332 16,-64-20-192-16,-1 3-188 0,-2-4-12 16,-5 7-168-16,0-4 120 0,-4 4 48 0,-4 3-12 15,-12 6-24-15,0 0-104 16,-8 4-36-16,0-1-88 0,-8 1 0 16,-4-1-52-16,-7-3-400 0,-1 1-404 0,-9-1-108 15,-1-6-276 1,-6-4-629-16,-4-9-2099 0,12 0-1860 15,-24-3 5521-15</inkml:trace>
  <inkml:trace contextRef="#ctx0" brushRef="#br1" timeOffset="82211.209">19407 16498 680 0,'0'0'6868'16,"0"0"-5948"0,0 0-816-16,-56 78-24 0,44-52 412 0,-4 2 400 15,4-2 77-15,5 2-429 0,-1-2-192 16,3-1-208-16,5 1 92 0,5-4-16 15,3 0-88-15,7 0 320 0,5-3 252 0,8-3-368 16,0 3-220 0,4-2 68-16,8-5-56 0,-1 1-48 0,6-7-76 0,-2 0-60 0,5-3-368 15,0 1-692-15,4-4-160 0,-20 0-2977 16</inkml:trace>
  <inkml:trace contextRef="#ctx0" brushRef="#br1" timeOffset="83234.273">20909 10830 2916 0,'0'0'288'0,"0"0"3680"0,0 0-2412 0,0 0-68 0,0 0-159 15,-11 85-253-15,2-56-332 0,1-4-276 16,1 5-468-16,-1 1-8 0,-1 1-232 0,-2 2-104 16,-2 7-360-16,-2 7-552 0,-2 6-681 15,-2 7-843-15,2-14-2012 16</inkml:trace>
  <inkml:trace contextRef="#ctx0" brushRef="#br1" timeOffset="83434.67">20483 12271 836 0,'0'0'1028'0,"0"0"-532"0,-32 86-236 0,24-54-64 15,-4 2 2204 1,0-1-944-16,4-2-284 15,1 1-176-15,-2-4-204 0,1 1-160 0,4-3-116 16,-3 2-235-16,2-2-281 0,1 2-233 16,-4 0-259-16,1 7-980 0,-1 1-1844 15,3-8-2072-15,-10 23 5229 0</inkml:trace>
  <inkml:trace contextRef="#ctx0" brushRef="#br1" timeOffset="83551.524">20220 13462 2872 0,'0'0'92'0,"0"0"-92"0,-16 70-248 0,8-42-168 16,4 3-640-16,-4 5 12 0,0-1 845 16,4-10 199-16</inkml:trace>
  <inkml:trace contextRef="#ctx0" brushRef="#br1" timeOffset="83618.222">20133 13979 516 0,'0'0'0'0</inkml:trace>
  <inkml:trace contextRef="#ctx0" brushRef="#br1" timeOffset="83775.655">20056 14760 272 0,'0'0'8420'0,"0"0"-6896"0,0 0-1124 0,0 0-400 16,-11 70-148-16,7-54 32 0,4 0-92 0,0 1-244 16,-4 1-1064-16,-1 1-396 0,1 3-612 15,0 1-84-15,1 2 2084 0,-5 3-36 16,4 4 513-16,-5 3 47 0,5 3 0 0,-3 4 0 15,3-14 0-15</inkml:trace>
  <inkml:trace contextRef="#ctx0" brushRef="#br1" timeOffset="84214.858">19854 15796 3404 0,'0'0'548'15,"0"0"2824"-15,0 0-3372 0,0 0-208 16,0 0-416-16,0 0 140 0,-9 69 304 15,9-55 24-15,0-2 64 0,-4 3-76 16,0 5 168-16,4-2 0 0,-4 5 12 0,1-1 144 16,-1 0 364-16,-5 0-208 0,1 4-36 15,4-1-276-15,-3-3 0 0,-1 3-8 0,-5 0-96 16,6-1 0-16,-1 4-156 0,-5-3-584 16,6 4-304-16,-1 2 288 15,-1-1 468-15,2 3 392 0,-1 0 548 0,0 2 92 0,-1 0-92 16,2-3 88-16,-1 0-180 15,4-1 0-15,-4-2-456 0,0-1-112 0,4 4-20 16,-4 0-256-16,1-1-188 16,-2 1-244-16,-3 3-676 0,5 3-20 0,-6 0 1048 15,1 4 468-15,1-2 288 0,-2-1 780 16,6-4 80-16,-5-3 988 0,-1-1-328 0,6-1-288 16,-1-5-252-16,-1-3-468 0,2 0-439 15,3 0-361-15,-4 0-36 0,4 4-173 0,-5-1-463 16,6 4-388-1,-5-1 12-15,0 4 124 0,-1 3 224 16,2 3 256-16,-1 0 340 0,-4 0 104 0,4 0 404 16,-4 1 468-16,4-4 36 15,0-4-12-15,-4 1-392 0,5-3-332 16,3-4-172-16,-5 4-544 0,1-4-816 0,4 0-1216 16,-3-3-2244-16,-2 10 4740 0</inkml:trace>
  <inkml:trace contextRef="#ctx0" brushRef="#br1" timeOffset="84414.932">19268 18221 940 0,'0'0'7412'31,"0"0"-5548"-31,0 0-1528 0,0 0-336 16,0 0-180-16,0 0-12 0,0 0 76 16,0 0 12-16,0 0-52 0,-5 80 0 0,10-68 40 15,-5-2-12-15,0-2 12 0,0 3 116 16,0-2 48-16,0-2 56 0,0-4-104 0,-5 3 0 0,1-6-596 0,0 3-400 15,1-3-524-15,-1 3-1232 0,0-3-560 32,-4 0 3049-32</inkml:trace>
  <inkml:trace contextRef="#ctx0" brushRef="#br1" timeOffset="95309.254">9076 14325 9772 0,'0'0'556'0,"0"0"941"0,0 0-1305 0,0 0 128 16,12 86 140-16,-5-45 128 0,2 4 148 0,-5 9-116 15,-4 0-28-15,4 6-76 0,0 4-124 16,-4-2-116-16,3 2-124 0,-3 0-140 0,0-4 96 15,0-9-108-15,0-7-188 16,0-11 88-16,4-11-228 0,-4-14-276 16,4-1-340-16,-4-7-212 15,0-7-672-15,5-1-1273 0,-5-21-1287 16</inkml:trace>
  <inkml:trace contextRef="#ctx0" brushRef="#br1" timeOffset="95643.582">9060 14402 9276 0,'0'0'880'0,"0"0"-756"0,0 0-116 0,0 0 476 16,0 0 161-16,0 0 23 0,104-42-92 15,-77 42-168-15,5 6 28 0,4 5 8 16,4 1-76-16,-4 7-52 0,-1 0-264 16,-3 3-4-16,-4 3-48 0,-4 4-8 15,-3 0 8-15,-6 5 208 0,-7 5-148 16,-3 2 168-1,-5 3-88-15,0 5 36 16,-5-2-128-16,-7-3 92 0,-3 5-28 0,-6-6 28 0,-3 1-28 16,0 1-12-16,-4-4-48 0,-4 0 164 0,0-2-84 0,-3-8-132 15,3 2-12-15,0-8 12 0,0-6-8 16,8-7-92-16,1-2 36 0,7-7-240 0,4 0-172 16,3-3-156-1,2 0-12-15,7-6-244 0,0-1-416 16,3 1-537-16,5 0-1059 0,5-7-304 15</inkml:trace>
  <inkml:trace contextRef="#ctx0" brushRef="#br1" timeOffset="95961.128">9729 15214 8492 0,'0'0'2961'16,"0"0"-2057"-16,0 0-900 0,0 0 184 16,0 0 364-16,0 0 108 0,0 0-52 15,0 0-176-15,79 13-244 0,-55-13 52 0,4 0-152 16,0 0-88 0,0 0-12-16,0 0 0 0,-3 0-24 0,-6 0 36 15,-3 10 0-15,-4-1 48 0,0 7 116 16,-4 6-164-16,-4 3 200 0,-4 3-196 0,0 8 224 15,0-1-148-15,-4 3-72 0,0 3-8 0,0-2 4 16,-4 1 4-16,4 2-8 0,0-4-100 0,0 0 96 16,0-6-136-16,0 0-20 0,1-7-180 15,-2-7-180-15,1-1-148 0,0-7-172 0,0-1-672 16,4-6-1069-16,-8-3-2323 0</inkml:trace>
  <inkml:trace contextRef="#ctx0" brushRef="#br1" timeOffset="96412.042">8431 13922 10044 0,'0'0'1113'15,"0"0"-885"-15,0 0-84 0,0 0-28 16,0 0 320-16,0 0 164 0,-9 83 0 15,5-45-40-15,0 9 52 0,0 7-8 0,0 7-224 16,4 8-28-16,0 8-76 0,0 5-60 16,8 7-204-16,-4 10-8 15,9 5-4-15,-6 4-8 0,5 3-96 0,-3 4 92 16,2-4 4-16,1 0-108 16,-4-3 16-16,4-10-72 0,0-2 20 0,-4-11-24 15,4-12-52-15,-1-6-124 0,6-13-192 16,-1-12 12-16,3-11-184 0,2-12-280 0,7-12-537 15,-4-7-991-15,12-26-1392 0</inkml:trace>
  <inkml:trace contextRef="#ctx0" brushRef="#br1" timeOffset="96713.166">10459 14087 13625 0,'0'0'1748'16,"0"0"-1748"-16,0 0 0 0,11 73 152 16,-7-35 436-16,0 10 140 0,-4 9-56 15,4 6-128-15,5 11-124 0,-6 8-84 16,5 7-216-16,0 7-8 0,1 2-104 15,-2 4-8-15,1-1-12 16,-4-2-148-16,4-4-24 0,-4-7 36 0,4-5-64 16,-8-13 40-16,4-9-60 0,0-11-44 15,0-6-20-15,0-9-164 0,-4-3-76 0,8-10-296 16,-4-3-332 0,0-13-704-16,0-6-1329 0,0-12-2371 0</inkml:trace>
  <inkml:trace contextRef="#ctx0" brushRef="#br1" timeOffset="96917.3">10936 14922 12553 0,'0'0'2012'16,"0"0"-1696"-16,0 0-228 0,0 0 252 0,0 0 300 15,77 0-48-15,-58 0 20 0,5 0-104 16,0 0-208-16,4 0-132 0,4-3-168 15,0-3-136-15,0-3-236 0,-1-2-548 16,-6 5-364-16,-2 0-360 0,-11 4-1301 0,-4 2-3203 0</inkml:trace>
  <inkml:trace contextRef="#ctx0" brushRef="#br1" timeOffset="97098.086">11052 15170 12105 0,'0'0'1648'0,"0"0"-1368"0,0 0-104 0,0 0-84 0,0 0 552 0,0 0 236 16,0 0 224-16,79 60-248 16,-55-53-272-16,4-1-228 0,4-3-220 0,0 0-136 15,4-3-132-15,-4 0-176 0,4 0-484 16,0 0-228-16,0 0-400 0,3 0-816 16,-11 0-837-16,8 0-2155 0</inkml:trace>
  <inkml:trace contextRef="#ctx0" brushRef="#br1" timeOffset="97923.421">12375 14414 5320 0,'0'0'4424'0,"0"0"-3648"0,0 0-712 0,0 0 24 0,0 0 353 16,0 0 227-16,0 0 240 15,0 0-104-15,0 0 100 16,12 93-260-16,-9-36-128 0,-3 9-52 0,0 11-160 16,-3 5-16-16,-1 3-64 0,-4-1-36 15,-5-5-12-15,6-4-28 0,-5-1-148 16,4-11-12-16,4-3-164 0,0-8-8 0,0-8-328 15,4-9 56-15,0-7-260 16,12-5-320-16,-4-10-452 0,8-13-877 0,-4 0-1771 0,7-20 1192 16</inkml:trace>
  <inkml:trace contextRef="#ctx0" brushRef="#br1" timeOffset="98199.939">13072 14532 7200 0,'0'0'2040'0,"0"0"-1692"0,0 0-220 0,0 0 492 16,0 0 297-16,0 0 315 0,0 0 72 16,8 63-572-16,-20-25-288 0,-4 3-80 15,-4 7-96-15,1 2-56 0,2 2 12 32,6-2-32-32,-2 1-104 0,9-6 64 0,4-4-4 15,0-3 40-15,8-6-112 0,8-1 120 0,0-6-8 0,12 1 0 16,0-6 48-16,4-5-40 0,8-2-36 0,0-6-48 15,3-7 36-15,5 0-24 16,0-7-72-16,0-6-52 0,-1-2-196 16,-2-5-112-1,-2-2-164-15,-7-3-136 0,-3-1-220 0,-6 4-116 16,-7 0-360-16,-4 3-816 0,-4 3-2033 0,-8-6-1499 16</inkml:trace>
  <inkml:trace contextRef="#ctx0" brushRef="#br1" timeOffset="98430.877">13419 14577 7524 0,'0'0'1244'16,"0"0"-896"-16,0 0-76 0,0 0 260 16,-36 91 396-16,28-52 129 0,0 5-57 0,4 3-288 15,0 7-176-15,4 7-196 16,-4-2-164-16,4 9-176 0,-5 1-12 15,2 5-228-15,-1-5 36 0,0 5-72 0,0-4-220 16,0-1-28-16,4-5-436 0,-4-2-729 0,4-4-279 0,0-14-696 0,0 11-1592 16</inkml:trace>
  <inkml:trace contextRef="#ctx0" brushRef="#br1" timeOffset="110876.215">14662 11537 6264 0,'0'0'832'0,"0"0"2240"16,0 0-1871-16,0 0-573 0,0 0-356 0,0 0 8 15,16 13 524-15,-8-13-88 0,7 0-48 0,9-6-36 16,4-1 144-16,8-2-308 16,8-4-156-16,-4 4-124 0,7-4-176 0,-6 4 0 15,-2-4-8-15,-7 4 60 0,0-2-64 16,-4 6-8-16,-4-2-104 16,-5 1 36-16,2 3-148 0,-5-4-40 0,-4 7-176 15,-5-3-504-15,2 3-588 0,-5 0-1068 0,-4 0-2025 0,-9 6-1754 16</inkml:trace>
  <inkml:trace contextRef="#ctx0" brushRef="#br1" timeOffset="111092.026">14725 11769 3068 0,'0'0'5828'0,"0"0"-4792"0,0 0-520 0,0 0-400 16,0 0 597-16,0 0 247 0,0 0 52 0,0 0-148 15,0 0-204-15,88 0-108 0,-64-2-136 16,0-1-176-16,3-1-140 16,-2-3-92-16,3 1-8 0,0 0-60 15,-1-1-52-15,1-2 0 0,0-1-140 16,-3 1-276-16,2-4-496 0,1 4-496 16,-8-1-1181-16,0-2-2683 0</inkml:trace>
  <inkml:trace contextRef="#ctx0" brushRef="#br1" timeOffset="120189.774">16837 10750 4728 0,'0'0'872'16,"0"0"-400"-16,0 0 2800 0,0 0-939 16,0 0-1421-16,-52 68-504 0,28-43-100 15,0 0-104-15,-3 7 60 0,-5 2-8 0,4 1 8 16,-4 0 40-16,-4 4-36 0,4-1-44 0,0 0-220 16,-4 0 120-16,8 0-124 0,-3-1-12 0,3-1-52 15,0 2 52-15,1-7 4 0,2-2-44 16,1 0 8-16,8-4 44 0,4-6 12 15,1 0-4-15,2-6-4 0,1 0 0 16,5-4-4-16,3 1 0 0,0-4 8 16,0 4-8-1,0-4-12-15,3 3 12 0,5 1 0 0,9 3 216 16,7 2-52-16,0 2 248 0,3 2-148 16,5-1 92-16,4 5 352 15,4-1-160-15,-4 0-376 0,3-3-48 0,-2 3-116 0,-5-6 216 16,-1 1-136-16,-7-6-80 0,0 0-4 15,-4-5 160-15,-5 0-164 0,2 1-64 0,-9-4-20 16,-1 0-104-16,2-3-20 16,-1 0 108-16,-1 0-196 0,6 0-652 15,-5-6-244-15,3-5-656 0,-3 3-1285 0,1-12-2731 0</inkml:trace>
  <inkml:trace contextRef="#ctx0" brushRef="#br1" timeOffset="120790.628">17670 10874 4196 0,'0'0'4612'16,"0"0"-3692"-16,0 0-44 0,0 0 77 0,0 0 75 15,0 0 44-15,0 0 16 0,0 0-80 0,0 0-76 16,0 0-212-16,16-28-408 0,-32 37-300 0,-4 7-12 16,-4 3-12-16,-4 6-40 0,-4 1 44 0,0 5-76 15,-4 1 80-15,-3 1-108 0,3 1 108 16,-4 4-4-16,0 0-8 15,4 4-56-15,1-1-28 0,-1 3 100 0,4-3-100 0,0-3 92 16,8 1-40-16,4-5 0 16,4-5 48-1,4-3 0-15,4-7-8 0,8-7-116 16,0 1 48-16,0-4-48 0,4-2 124 0,9-1 60 16,2 0-52-16,1-2 128 0,8-4 152 15,0 0-92-15,4 0-120 0,0-4 148 16,0-5-100-16,0-1 24 0,0 1-68 15,0-4-80-15,-1 1 0 0,-3-1 80 16,-4-3-4-16,-1 3-64 0,-2-2 36 0,-6 2 12 0,-2 3 4 16,-1-2 8-16,-4 1 64 15,-4 3 0-15,0-5-36 0,0 3-52 0,-4 1-36 16,-4-1 0-16,-5 0-12 0,2 1-12 16,-2 0-112-16,-2 2-48 0,-2 1-12 15,2 3-12-15,-1-4 32 0,0 4-8 0,5 3 0 16,-2-3-100-16,1 0-240 0,5 3 0 0,-2 0-292 15,5 0-524-15,0 0-428 0,4 0-793 16,0 0-2023-16</inkml:trace>
  <inkml:trace contextRef="#ctx0" brushRef="#br1" timeOffset="121244.179">18028 10851 3024 0,'0'0'8421'16,"0"0"-7085"-16,0 0-952 0,0 0-116 0,0 0 428 15,0 0 432-15,0 0-160 0,0 0-368 16,0 0-140-1,100 25-112-15,-76-20-24 16,0-3-188-16,4-2 60 0,0 0-148 0,4 0 164 16,-1 0-140-16,1 0 64 0,0 0-84 0,0-2 8 0,0 2-56 15,-4 0-8-15,-4 0-140 0,-4 0 20 0,-4 0 76 16,-5 6 44-16,-2 0-96 0,-5 1 36 0,-4 5 64 0,0 1 84 0,-4 3 52 16,-5 2 76-16,-6 5-128 15,-6 2-24-15,2 0 28 0,-1 1-44 16,-4-1-44-16,0 4-12 0,0 0-36 0,0 2 40 15,-4 1-40-15,0 3 32 16,-3 0-80-16,-5 3 36 0,4 0-4 0,-4 1-72 16,1-5 0-16,2 1-36 0,6-3 0 15,3-10-40-15,7-6-60 0,10-3-24 0,3-10-140 16,4 0-152-16,0-3-168 16,0 0-140-16,4-3-28 0,7-4-224 15,6-5-729-15,-2 2-1023 0,1-15-3268 0</inkml:trace>
  <inkml:trace contextRef="#ctx0" brushRef="#br1" timeOffset="122414.552">19614 10287 3132 0,'0'0'1496'16,"0"0"1616"-16,0 0-1764 0,0 0-340 0,0 0-131 15,0 0 203-15,0 0-56 0,0 0-132 0,0 0-308 16,0 0-256-16,4 13-128 0,-11 2 144 16,-6 7 8-16,-2 4-104 0,-2 3-108 15,-2 3-76-15,-1 2-56 0,-5-2 44 16,6 3-52-16,-5-1-4 0,4 1-4 0,0 0 0 16,0-2 0-16,4-5 4 0,0-3 4 15,9-3 0-15,-2-2-44 0,1-5-4 0,8 2 48 16,0-5 92-1,0-2-20-15,0 3-56 0,8-7-16 16,1 3 60-16,2 1 4 0,6-1 72 16,-2 1-36-16,5 3-88 0,3-4 236 15,-2 4-160-15,3-1 0 0,0-2-24 16,-1 2-4-16,-3-2-52 0,1 0 44 0,-2-1-4 16,-3 1-12-16,0-4-24 15,0 1-24-15,-4-4-72 0,0 0 32 0,0 1-96 0,-4-2 36 16,4-2-52-16,-4 0-148 0,0 0-404 15,-5 0-164-15,10 0-132 0,-9-2-456 16,0-5-1081-16,3-7-2379 0</inkml:trace>
  <inkml:trace contextRef="#ctx0" brushRef="#br1" timeOffset="122666.476">19945 10318 7672 0,'0'0'3881'0,"0"0"-3149"0,0 0-232 0,0 0 228 0,96-12 196 0,-68 6-140 15,4-1-204-15,-4 1-180 0,-1-5-156 0,1 6-244 0,0-4-64 16,0 2-140-1,-4 1-112-15,-4 0-96 0,-1-1-624 0,-2 0-516 16,-6 4-953-16,-3 1-2403 0</inkml:trace>
  <inkml:trace contextRef="#ctx0" brushRef="#br1" timeOffset="122895.119">20260 10341 3360 0,'0'0'4192'0,"0"0"-2584"16,0 0-960-16,0 0-120 0,0 0 417 15,0 0 275-15,-28 72-152 0,24-56-268 0,0 4-180 16,4-1-152-16,-4 3-104 16,4 0 52-16,0 0 12 15,0 3 8-15,0 1-176 0,-5-4-48 16,5 0-28-16,0 0-72 0,0-2-24 16,0-4-88-16,5 0-8 0,3-4-32 0,0-2 32 0,3-1 8 0,2-2-136 15,-2-1 0-15,6-3 88 0,2-3-64 0,-2 0 24 16,3 0-12-16,-1-9-396 0,1-1-248 15,1-6-108-15,2-3-516 0,-7 6-1320 16,8-15-3657-16</inkml:trace>
  <inkml:trace contextRef="#ctx0" brushRef="#br1" timeOffset="123287.371">20977 10118 10012 0,'0'0'2917'0,"0"0"-1785"0,0 0-676 0,0 0 12 16,0 0 164-16,0 0 384 16,0 0-280-16,0 0-252 0,0 0-164 15,0 0-148-15,76 32 4 0,-57-25-104 0,2-1-68 16,3 0 84-16,-5 1 72 15,5-4-112-15,-4 0-48 0,0 0-4 16,4 0 4-16,-8 1 48 0,3-2-48 0,-2-2-44 0,-2 5-16 0,-2-3 60 16,-2-2 0-16,2 3-4 0,-5-3 8 15,-1 0 0-15,-3 0-4 0,0 3-4 0,-4-3-84 16,4 4-24-16,-4-4 4 16,0 7-40-16,0-1 148 0,0 6 0 0,-8 3 196 15,-3 8-120-15,-10 6-68 0,-3 2-8 16,-8 7-64-1,1 8-156-15,-9 1-152 0,-3 0-272 16,2 0-392-16,-2 1-424 0,11-12-1228 0,-8 4-4249 16</inkml:trace>
  <inkml:trace contextRef="#ctx0" brushRef="#br1" timeOffset="125446.894">22240 10290 4316 0,'0'0'92'16,"0"0"4308"-16,0 0-3612 0,0 0-152 15,0 0-404-15,0 0 168 0,0 0 321 0,0 0 343 0,0 0-172 0,0 0-204 16,0 0-172-16,91-14-236 15,-70 12-80-15,-2-1-84 0,1 0-68 16,4 3-44-16,-4-4-4 0,-4 4-200 0,1 0-28 16,-2 0-36-16,-4 0-460 0,2 4-716 15,-9-1-1249-15,-4 2-3059 0</inkml:trace>
  <inkml:trace contextRef="#ctx0" brushRef="#br1" timeOffset="125613.215">22244 10518 4804 0,'0'0'560'0,"0"0"2596"0,0 0-2052 15,0 0-664-15,0 0-208 0,0 0 244 16,0 0 425-16,0 0-1 0,0 0-276 16,76-12-292-16,-44 2-204 0,0 1-128 15,3-2-128-15,1 3-116 0,0 2-48 0,-1-1-372 16,-7 3-1241-16,4 2-2847 0</inkml:trace>
  <inkml:trace contextRef="#ctx0" brushRef="#br1" timeOffset="126431.325">24053 9874 4460 0,'0'0'144'0,"0"0"-144"0,0 0 1184 0,0 0 1080 0,0 0-360 32,0 0-267-32,0 0-281 0,0 0-284 15,0 0-200-15,0 0-64 0,4-3-104 0,-4 3-104 0,0 0-16 16,0 0-64-16,0 0-64 0,0 0-160 16,-4 0-160-16,0 0-136 0,-4 0-124 0,-4 0 48 15,4 0 28-15,-4 0-36 16,0 3-4-16,0-1-12 0,-4 5 4 0,0 0 32 15,-4 2 60-15,0 1-4 0,1-1 8 16,-6 4-4 0,1 0-44-16,-4 6-4 0,-7 0-44 15,-1 3-52-15,-4 3 72 0,-4 3 16 0,1 2-4 16,-2-2 56-16,2 4-68 0,3 0 16 16,5 2 52-16,3 2 0 0,8 2-44 15,3 0-44-15,6 0-16 0,6 0 36 16,5-3-72-16,4-6 144 0,4-4-116 15,9-6 120-15,2-6 272 0,5-4-96 0,5-6 84 0,3-3-12 16,3 0-64-16,1-9 32 0,0-7-212 16,4-3 56-16,-8 0-52 15,0-1 64-15,-5 1-12 0,-3 0-60 0,-3 5-48 0,-6 0-16 16,-3 1 52-16,-4 4-64 16,1 3-8-16,-5 2 72 0,0-2-52 15,0 0 4-15,-5-1 56 0,-3-2-44 0,-4 2-40 0,0 1-72 16,0 0 152-16,1 3-80 0,-6 0-172 15,6 3-164-15,-6 0 12 0,6 0-28 16,-2 0-88-16,-2 6-164 0,7 0-576 16,-1 0-596-16,2-2-781 0,-1 5-1799 15</inkml:trace>
  <inkml:trace contextRef="#ctx0" brushRef="#br1" timeOffset="126833.943">24586 10043 8808 0,'0'0'4385'15,"0"0"-2697"-15,0 0-780 0,0 0-808 16,0 0-40-16,0 0-60 0,0 0 556 15,0 0 228-15,0 0-100 0,101-19-328 0,-66 6-232 0,5-4-124 16,3 2-64-16,-2 2-60 0,-2 0-76 0,-3 0-144 16,-4 7-80-16,-4-3-148 0,-4 6-368 15,-8-1-308-15,-8 4-816 0,-4 0-1197 16,-4 7-1987-16</inkml:trace>
  <inkml:trace contextRef="#ctx0" brushRef="#br1" timeOffset="127085.396">24766 10115 3192 0,'0'0'1444'0,"0"0"1368"0,0 0-1564 0,0 0-420 0,0 0 128 0,-60 70 125 15,48-54-29-15,0 1-196 0,4 1-120 0,0 1-252 16,1 2-80-16,-2 6-116 16,5-2-48-16,0 4 12 15,0-1-16-15,1-2-148 0,3-5 104 16,0 2-116-16,0-4 96 0,3 0-8 0,1-3-4 15,9-3-84-15,-5-1 124 0,7 1-40 16,1-3-12-16,0-1-8 0,8 1-136 0,0-8-4 16,4-2-4-16,8 0-96 15,-1-2-472-15,1-5-76 0,5-5-184 0,-6-1-192 16,1-3-488-16,-8 3-889 0,8-9-2427 0</inkml:trace>
  <inkml:trace contextRef="#ctx0" brushRef="#br1" timeOffset="128825.003">24128 9443 2844 0,'0'0'624'31,"0"0"-220"-31,0 0 0 0,0 0 1744 16,0 0-536-16,0 0-380 0,0 0-468 0,0 0-208 15,0 0 177-15,0 0 207 0,0 0-96 16,52-17-296-16,-39 8-192 16,-2 2-64-16,-3 4-64 0,0-3-40 0,-3 4-36 0,2 2-64 15,-3 0-88-15,0 0-88 0,0 0-100 16,0 5 84-16,-4 4 104 0,4 4 152 0,0 4-12 16,-4 8-40-16,0-3 140 15,0 6-164-15,0-2-28 16,0-1 4-16,0-2-44 0,4-5-8 15,4-4-24-15,-4-6 20 0,4-1-8 0,0 0 12 16,0-4 8-16,3-3 4 0,-2 0 40 0,3-3-52 0,-1-7-92 16,2-2-460-16,-2-5-452 0,-3-2-348 15,1 3-809-15,-1-12-2215 0</inkml:trace>
  <inkml:trace contextRef="#ctx0" brushRef="#br1" timeOffset="128986.955">24240 9134 3148 0,'0'0'5060'0,"0"0"-2163"0,0 0-1769 0,0 0-1048 16,0 0 112-16,0 0 188 0,0 0-48 16,0 0-332-16,88-54-36 0,-64 48-220 0,-1 0-100 15,1 0-144-15,-4 1-1421 0,1 3-2135 16</inkml:trace>
  <inkml:trace contextRef="#ctx0" brushRef="#br1" timeOffset="130156.226">25404 9462 4728 0,'0'0'224'16,"0"0"256"-16,0 0 1848 0,0 0-836 0,0 0-380 0,0 0-131 15,0 0-69-15,0 0-44 0,0 0-168 0,0 0-204 16,15 0-204-16,-15 0-128 0,5 0-12 15,3 2-16-15,-1 2 16 0,5 2 0 16,0 7 12-16,0-1-52 0,1 7 12 16,-2 0 40-16,-3 4 12 0,1-1-8 0,-9 6 32 15,0 1-100-15,0 0 36 0,-5 2-24 0,-7 1-48 16,4-3-4-16,-4-1 4 0,0-5-16 16,1-2-40-16,2-2-8 0,1-6-4 15,-3-1-56 1,2-1 56-16,1-5 0 0,-3 0-96 0,-2-2-336 0,2-4-296 15,-1 0-160-15,-1-10-596 0,2 0-1193 0,-2-22-3179 16</inkml:trace>
  <inkml:trace contextRef="#ctx0" brushRef="#br1" timeOffset="130345.3">25563 9038 10436 0,'0'0'1981'16,"0"0"-1085"-16,0 0-528 0,0 0 116 16,0 0-4-16,0 0-88 0,0 0-392 0,75-72-76 15,-55 62-240-15,8 1-100 16,0 3-4-16,4 3-896 0,-8-1-1489 0,4 4-3443 16</inkml:trace>
  <inkml:trace contextRef="#ctx0" brushRef="#br1" timeOffset="131015.81">26555 11360 1800 0,'0'0'8028'16,"0"0"-6956"-16,0 0-1068 0,0 0 281 15,0 0 435-15,0 0 292 0,0 0-144 0,87-67-224 16,-66 61-224-16,3 0-196 0,-1 6-84 15,-3 0-40-15,4 2 16 0,-8 8-56 16,4 3 56-16,-4 3-104 0,-4 3 100 16,-4 6 64-16,-4 1 256 0,-4 5-48 15,0 1-108-15,-8 3-40 0,-4 3-36 0,0-6-76 16,0 0-52-16,0-10-64 0,4-3 4 16,0-6-12-16,4-4 0 0,1-6 4 0,3 1 48 15,-5-4-52-15,1 0-136 0,4-7-588 16,-8-9-632-16,4-3-604 0,4 0-1121 0,-7-22-2399 15</inkml:trace>
  <inkml:trace contextRef="#ctx0" brushRef="#br1" timeOffset="131173.812">26702 10883 2888 0,'0'0'7476'0,"0"0"-6215"15,0 0-1081-15,0 0 92 0,0 0 188 0,0 0 40 16,0 0-188-16,88-44-312 0,-68 41-280 0,4 3-152 0,-4 0-520 16,-5 0-1525-16,5 0-3883 0</inkml:trace>
  <inkml:trace contextRef="#ctx0" brushRef="#br1" timeOffset="132075.635">26384 11232 4744 0,'0'0'492'0,"0"0"2332"15,0 0-1696-15,0 0-352 0,0 0-132 16,0 0 193-16,0 0-117 0,0 0-4 15,0 0-52-15,0 0-204 0,0 0-172 0,43-25-84 16,-63 41-204-16,-7 7-8 0,-1 5 8 0,-4 4 0 16,0-1 128-16,4 1-124 15,-3 0 8-15,-1 4 28 0,8-8-40 0,-1 3-48 16,5-5-28-16,1-4 76 0,10-2-12 16,2-8-4-1,7 1-96-15,0-5 112 0,3 6 88 0,10-5 88 0,-2 1 68 16,6-1-108-16,2 1 68 0,1-4-116 15,-4-3 48-15,4 4-60 16,0-7-24-16,-8 0-52 0,4 3-76 0,-4-3-76 16,0 0 12-16,-4 0-300 0,0 3-496 15,-8 0-404-15,0 1-1041 16,0-4-1539-16,-8 6-460 0</inkml:trace>
  <inkml:trace contextRef="#ctx0" brushRef="#br1" timeOffset="132259.231">25877 11747 4248 0,'0'0'520'0,"0"0"-208"0,0 0 1796 0,0 0-940 0,0 0-300 16,0 0-76-16,0 0-72 0,77 36-47 16,-58-30-133-16,9-3-284 15,-4 0-160-15,4-1-96 0,0 5-152 0,4-3 24 0,0 2-192 16,-4-4-633-16,-4 2-923 0,4 2-2340 0</inkml:trace>
  <inkml:trace contextRef="#ctx0" brushRef="#br1" timeOffset="133151.783">25284 11500 4256 0,'0'0'208'16,"0"0"80"-16,0 0 1428 0,0 0-220 0,0 0-444 15,0 0-264-15,0 0-128 0,0 0-15 16,0 0 11-16,-84 64 8 16,76-39-24-16,1 6-4 0,-2 0 0 0,1 5-116 0,0-4-104 0,8-4-100 0,-3-6-92 15,3-2-60-15,0-8-164 0,7-5-76 16,5-1-36-16,0-6 64 0,4 0 48 15,4 0 52-15,4-10 36 0,4-5-84 16,-5-2-4-16,5-5-112 0,0 0-80 16,-4-3-96-16,-3 0 100 0,-2-2 48 15,-3 2-24 1,-4 0 24-16,-3 7 52 0,-2-1 76 0,-3 2 4 16,-4 4-132-16,-4 4-76 0,-3-4 52 15,-6 4-64-15,2 2-64 0,-2 1 152 16,-2 3-104-16,2 0-64 0,-2 3-188 15,3 6-84-15,-1 0-449 0,6 4-379 16,3-1-292-16,4 1-784 0,0-1-2036 16</inkml:trace>
  <inkml:trace contextRef="#ctx0" brushRef="#br1" timeOffset="133552.777">27726 11207 3360 0,'0'0'10029'0,"0"0"-8521"0,0 0-1420 0,0 0-88 15,0 0 0-15,0 0 104 0,0 0-12 16,-79 19-92-16,47-2-72 0,-5 5 68 16,6 3-4-16,-5 4-108 0,0-1-8 0,4 1 36 15,0 3 32-15,1-3 48 16,7-8 16-16,-1-1 60 0,14-5-60 16,3-2-4-16,4-7-4 0,4 1-88 0,0-4 88 15,0 3 12-15,8 0 140 0,4 1-144 16,4-1 16-16,4 0-24 0,0-6-136 0,0 0-244 15,-1 0-216-15,-3 0-56 0,0 0-396 16,-4 0-537-16,-8 0-1055 0,0 0-2360 16</inkml:trace>
  <inkml:trace contextRef="#ctx0" brushRef="#br1" timeOffset="133722.541">27336 11651 3024 0,'0'0'6816'16,"0"0"-6328"-16,0 0-356 0,0 0-132 0,0 0 681 0,0 0 347 16,0 0 48-16,0 0-324 15,0 0-284-15,64 71-204 0,-36-65-256 0,4 0 4 0,3-3-12 0,1-3-52 16,4 0-216-16,-5 0-440 0,2-5-672 0,-5-2-717 16,7-12-2811-16</inkml:trace>
  <inkml:trace contextRef="#ctx0" brushRef="#br1" timeOffset="134066.44">28280 10937 5824 0,'0'0'6909'15,"0"0"-5965"-15,0 0-944 0,0 0-100 16,0 0 100-16,0 0 1000 0,-32 67 236 0,17-28-420 15,-6 5-428-15,6 10-52 0,-5 0-76 16,3 6-12-16,-2 4-100 0,3-7-48 16,4 0-52-16,4-6-48 0,3-10-48 15,5-6 36-15,5-12-40 0,3-5-4 0,11-8 56 16,2-3 0-16,6-7 56 0,5-7-56 16,0-7-124-16,0 0-184 0,0-9-16 0,-4 0 28 15,-8 1 44-15,-4 3 104 0,-9 1 96 16,-2 5 52-16,-5-1 0 0,-9 6 0 15,-6-5-184-15,-9 3-8 0,-8 4 28 0,-4 3 24 16,-3 0 4-16,-13 3 12 16,0 10-92-16,-4 2-312 0,1 4-628 0,6-4-1016 15,-22 14-2785-15</inkml:trace>
  <inkml:trace contextRef="#ctx0" brushRef="#br1" timeOffset="134827.95">26674 13151 7220 0,'0'0'3304'0,"0"0"-1863"0,0 0-789 0,0 0-356 0,0 0 100 16,0 0 292-16,0 0 172 0,0 0-244 15,0 0-540-15,0 0 288 16,28 35 128-16,-4-52 20 0,8-1-164 16,0-8-348-16,-4 4 0 0,4 0-8 15,-8 6-140-15,-5 6-28 0,-6 4 28 16,-2 6-16-16,-3 0 28 0,1 3-28 0,-1 7 164 15,-5 6 76-15,1 6 148 0,0 3-72 16,-4 8-92-16,4-2-60 16,-4 3 0-16,4 5-4 0,5-1 8 0,-6 3 44 0,1 1 0 31,0 2 16-31,0 0-20 0,0 4-40 0,-4-3 56 16,4-1 40-16,-4-6-4 0,0-3 56 0,5-7 56 15,-5-2 28-15,3-8 48 16,-3-1-24-16,0-4-136 0,4-7-116 0,-4 0-4 15,0-3 0-15,0 1 4 0,0-4 80 16,0 0-88-16,0-4-244 0,-7-3-212 16,-6-7-436-16,-2-5-188 0,-10-14-204 0,5-8-496 15,5 9-765-15,-13-34-2435 0</inkml:trace>
  <inkml:trace contextRef="#ctx0" brushRef="#br1" timeOffset="134980.298">26858 12728 7672 0,'0'0'1920'0,"0"0"-936"0,0 0-623 15,0 0-53-15,0 0 244 0,0 0-76 0,76-16-436 16,-57 13-40 0,5 0-196-16,0 3-112 0,-4-3-396 0,0 0-1845 15,-4 3-5379-15</inkml:trace>
  <inkml:trace contextRef="#ctx0" brushRef="#br1" timeOffset="136781.8">26268 12983 1032 0,'0'0'7292'16,"0"0"-6180"-1,0 0-852-15,0 0-116 0,0 0 384 16,0 0 337-16,-43 69-109 0,22-43-396 15,1-1-292-15,1 0-68 0,-5 5 0 0,0-2 0 16,0-3 116-16,4 0 12 16,0-3 100-16,4-2-36 0,0-5-24 0,5 4-96 15,2-6-72-15,9 1 0 0,0-6 0 0,0 3 12 16,4-5 0-16,8-1 52 0,4 2 0 16,0-4-12-16,0 1 24 0,4-4-64 15,-5 0-12-15,5 0 12 0,-7 0-12 16,-1 0-128-16,-5 0-24 0,1 0-40 15,-3 0-100-15,-5 3-516 0,0 0-657 16,0-3-1279-16,-5 6-2956 0</inkml:trace>
  <inkml:trace contextRef="#ctx0" brushRef="#br1" timeOffset="136948.94">25918 13481 1604 0,'0'0'7076'0,"0"0"-5972"16,0 0-964-16,0 0-76 0,0 0 620 0,0 0 269 0,0 0-53 16,0 0-376-16,87 19-332 0,-63-19-192 15,0 0-116-15,-4 0-76 0,0 0-88 0,-4 0-488 16,-1 0-677-16,-6 0-1155 0,-9 0-3724 16</inkml:trace>
  <inkml:trace contextRef="#ctx0" brushRef="#br1" timeOffset="137285.254">25320 13240 5428 0,'0'0'3264'15,"0"0"-2592"-15,0 0-544 0,0 0 68 16,87-13 332-16,-55 13 120 0,-4 0-31 15,0 3-181-15,0 3-256 16,0 4-172-16,-5 2-8 0,-6 1-56 0,-2 3 56 16,-6 0 80-16,-5 0 84 15,-4-3 68-15,0 2 240 0,-8 2 192 0,-1-5-80 16,-6 1-192-16,2 0-88 16,-2-4-80-16,3-4-208 0,-4 0-16 15,4-5 0-15,0 0-204 0,4-10-84 16,0-3-120-16,0-2-164 0,0-8-36 0,4 2 8 15,4-2-108-15,0 0 80 0,0 8-369 16,8-1-387-16,1 6-1160 0,6-6-2780 0</inkml:trace>
  <inkml:trace contextRef="#ctx0" brushRef="#br1" timeOffset="137678.942">27986 12871 1172 0,'0'0'10985'0,"0"0"-10257"0,0 0-676 0,0 0-52 15,-92 13 296-15,60 0 428 0,0 2-116 16,0 5-240-16,1 1-192 0,3 9-176 16,-4-2-56-16,4 4-56 0,4-4 36 15,3 1 76-15,2-7 120 0,7 0-68 16,8-8 0-16,0-3-44 0,4-1 92 0,0 0 64 16,4-1-28-16,8 1 80 0,-4-2-28 15,7-1-12-15,2 3-64 0,-2-3-32 16,5-4-80-16,-3 3-8 0,-2-3-48 15,6-3-56-15,-10 0-128 0,1 3-488 16,-7-3-424-16,2 3-788 0,-7-3-2613 16,0 0-2926-16</inkml:trace>
  <inkml:trace contextRef="#ctx0" brushRef="#br1" timeOffset="137832.7">27583 13421 6656 0,'0'0'4609'0,"0"0"-2801"15,0 0-1576-15,0 0-168 0,0 0 416 16,0 0 648-16,0 0 196 0,87 25-452 16,-50-25-448-16,2 0-252 0,5-6-160 0,0-1-12 15,0 1-148-15,-5-5-136 0,5 6-188 16,-8-1-448-16,-4-1-224 0,-4-2-724 0,-4 3-2357 16,0-5-3551-16</inkml:trace>
  <inkml:trace contextRef="#ctx0" brushRef="#br1" timeOffset="138085.191">28495 12760 6200 0,'0'0'4464'0,"0"0"-2511"0,0 0-1009 0,0 0-396 16,0 0 224-16,0 0 852 0,0 0-316 0,9 89-372 15,-9-54-420-15,0 6-136 16,4 6-120-16,-4 4-68 0,0 4-80 16,0 1-112-16,3 1-124 0,-3-2-204 0,0 2-64 15,4-7-136-15,0-1-128 16,0-5-160-16,4-3-600 0,0 0-564 0,-4-16-1285 16,0 11-3095-16</inkml:trace>
  <inkml:trace contextRef="#ctx0" brushRef="#br1" timeOffset="139349.19">26687 11309 2872 0,'0'0'288'0,"0"0"-284"0,0 0 1052 0,0 0 1248 16,0 0-832-16,0 0-308 0,0 0-192 16,0 0-71-16,0 0-129 0,0 0-168 15,-9-16-208-15,13 13-76 0,1 0-40 16,3-1 104-16,-1-1 20 0,5-2 28 15,-3 1-92-15,2-1-24 0,-3 4-28 0,1-4 0 16,-2 2-60-16,1 1-36 0,0-3-104 16,0 7-88-16,-4-2-48 0,0 2-40 15,4-4-52-15,-4 4-36 0,4 0 0 16,-4 0 0-16,4 4 164 0,0-2 12 0,-1 5 0 0,2 0-40 16,-1-2 40-16,-4 6 100 15,3-5-20-15,-3 0-80 0,1 1-12 16,-5-1 8-16,4 0 4 0,-4 1 0 0,0-1 16 15,0 0 96-15,0 1-104 0,0 2 128 0,-4 4 4 16,-5 3-8-16,2 3-132 16,-1 2-52-16,0 5 40 15,0-1-28-15,-4 8 28 0,4-2 12 16,-4 4 0-16,4-4 100 16,0-1-32-16,4-8-68 0,4-3-92 0,0-6 92 15,0-4 84-15,0 1 4 0,4-1-28 16,0-3 176-16,4-2-8 0,-4-1-16 0,4 0-28 15,0-3-48-15,4 0 28 16,-5 0 268-16,10-6 260 0,3-4-300 0,3-6-220 0,1-3-172 16,0-3-136-16,4 0 52 0,-3-6-136 15,3 2-64-15,-5-3-296 0,-3 4 20 16,-5 3-360-16,2-1-944 0,-9 2-904 0,-1 7-2109 16,-7-12-1995-16</inkml:trace>
  <inkml:trace contextRef="#ctx0" brushRef="#br1" timeOffset="141045.998">24184 9525 1852 0,'0'0'1876'0,"0"0"-1876"0,0 0 0 0,0 0 56 31,0 0 2012-31,0 0-64 0,0 0-800 16,0 0-476-16,0 0-56 0,0 0-15 0,0 0 99 16,0 0-240-16,0 0-132 15,0 0-4-15,-51-16-72 0,42 13-132 0,5 0-20 16,-3 3-108-16,-1-4-48 0,-1 4 0 16,1-3-64-16,1 3 4 0,-1-3 60 15,-1 3 88-15,2 0-88 0,-1-3 52 0,0 3 8 0,0 0 96 16,0 0 20-16,4 0-36 0,4 0 76 15,-4 0-104-15,4 0-12 16,0 0-48-16,0 0-44 0,0 0 0 0,0 0 0 16,0 0 44-16,0 0 12 0,0 0-52 15,0-3 0-15,0 3-4 0,0 0-8 16,0 0-8 0,0 0-104-16,4-4 112 0,0 4 112 0,4-2 64 15,0-3 12-15,4 3-12 0,4-4-164 16,0 0 4-16,0-1-8 0,-1-3-8 15,2 4 0-15,-2-1-100 0,-2 1 48 16,2 4 0-16,-3-2-36 0,0 1 12 16,-4 3-48-16,0 0-76 0,-4 0 32 0,-4 0 68 15,5 0 24-15,-5 0 76 0,3 0-8 16,-3 0-56-16,0 0 64 0,0 0 4 0,0 0 72 0,0 0-12 16,0 0-52-16,0 0 64 15,0 0-76-15,0 0 0 0,0 0-88 16,0 3-12-16,0-3 100 0,0 4 100 0,0-4 76 15,0 2-60-15,0 1-68 16,4-3-48-16,-4 3 4 0,0 1 100 0,0-1 20 0,0 1-24 16,0 2-36-16,0 2 12 0,0-1 12 15,0 3-80-15,0-1 116 0,0 4-8 16,0 0-108-16,0 0 48 0,0-1-52 16,0 4 8-16,-4 0 72 0,1 0-84 0,-2-4-40 15,5 4 36-15,0-2 4 16,0-2-88-16,0 1 80 15,0-5-80-15,0 3 24 0,5-3 56 16,-5-1 8-16,3 0-40 0,1-1 40 0,-4-3 40 16,4 1-40-16,-4-1 0 15,4-3 4-15,-4 0 4 0,0 0 44 0,4 0 12 16,-4 0 24-16,4 0 12 0,4 0 192 16,0-7-44-16,0 1 4 15,3-4-104-15,-2-2-60 0,3-2-48 0,0 3-40 0,4-3-112 0,-5-1-48 16,6-1-16-16,-2 3-88 0,5-3-40 15,-3 1-208-15,-2 2-652 0,-2 0-452 16,-2 4-1085-16,-3-7-2527 0</inkml:trace>
  <inkml:trace contextRef="#ctx0" brushRef="#br1" timeOffset="151328.748">6820 8111 6504 0,'0'0'4641'16,"0"0"-4009"-16,0 0-480 0,0 0-60 16,0 0 152-16,0 0 112 0,-79-68 576 0,63 61 84 15,4 3-220-15,4 1-108 0,5 3-208 0,-6-3-204 16,9 3-112-16,-4 0-16 16,4 3 212-16,-4 4 196 0,4 2 76 0,-4 3-140 15,4 5-272-15,-4 5-12 0,1 7-124 16,-1 6-84-16,-5 12 0 0,1 7 0 15,4 10 44 1,-3 5 112-16,-2 8-80 0,1-1-76 16,-3 6-144-16,-2-5-88 0,5-8 96 15,-3-6 28-15,-2-11 96 0,6-11-52 0,3-9 52 16,-4-13 12-16,-1-4 0 0,5-2 48 16,1-6-36-16,-1-4 36 0,4-3-48 15,-4 0-124-15,4 0-12 0,0 0-108 0,0-3-52 16,0-1 48-16,0-2-24 0,0 3 88 15,4-4 180-15,0 2-4 0,-1 1-44 16,1 1 52-16,1 0-60 0,-1 3-52 0,4 0 12 16,-4 0 100-16,3 0 40 15,2 10 36-15,-1-1 96 0,-1 7 52 0,1 3 24 16,1 9 36-16,-1 7-112 0,-1 7-112 16,-3 2-52-1,5 7 44-15,-1-4-48 0,-1 8 4 16,1-8 0-16,5 0-8 0,-6-5-4 0,1-1-8 15,0-9-40-15,0-4 4 0,0-2-48 16,0-3 80-16,-1-4-104 16,6 0-56-16,-5-7 28 0,4 1-36 0,0-1 84 15,3-2-96-15,2-1-104 0,-2-2-220 16,5-1-976-16,1-3-364 0,-2 0-392 0,-3-3-2161 0,0 0-2447 16</inkml:trace>
  <inkml:trace contextRef="#ctx0" brushRef="#br1" timeOffset="152292.65">7334 8591 7008 0,'0'0'5625'0,"0"0"-4669"0,0 0-688 0,0 0 224 0,0 0 316 16,-91 41 188-16,75-24-232 0,0 2-168 16,4 0-172-16,0 6-192 15,0 4-108-15,8 2-84 0,1 7-40 0,3 7 0 16,0 6 4-16,3-1-4 0,9 4-8 0,1 0-128 31,2 0 64-31,1-6-28 0,0-4-36 16,0-3 24-16,3-5-112 0,2-8 28 15,-1-5-40-15,3-4-40 0,-3-10-412 0,8-6-408 16,-3-3-692-16,3-12-236 0,-9-1-1081 16,9-19-1751-16</inkml:trace>
  <inkml:trace contextRef="#ctx0" brushRef="#br1" timeOffset="152674.392">7765 8851 6884 0,'0'0'2312'16,"0"0"-335"-16,0 0-1401 0,0 0-380 15,0 0 240-15,0 0 724 0,-79-22 148 0,58 25-264 16,1 8 84-16,5 3-496 0,-6 5-308 16,6 11-64-16,2 2-76 0,6 5-60 0,-1 1 60 15,8 0 0-15,0-2-60 0,0-5-124 0,0-8-44 16,4-7-92-16,4-4-48 0,-5-6-52 16,10-6 40-16,-1 0 184 0,3-6 12 15,1-10-148-15,5-6-100 0,-2-6-40 16,-3-7-8-16,0-4-52 0,0 2 84 15,0 1 4-15,-4 8 172 16,0 6-40-16,0 3 28 16,-4 12-40-16,-4 3 140 0,4 4 140 15,-5 0 300-15,1 7 20 0,5 6 64 16,-5 3-128-16,4 3-24 0,-1 6-176 0,6 1 16 16,-5-1-80-16,-5 4 4 15,9-3 112-15,-7-1-88 0,3 0-16 0,-1 1-144 16,1-4-40-16,-3-3-120 0,3-4-60 0,-5-2-52 15,5 0 52 1,-4-4-100-16,0 0-276 0,5-2-448 0,-6-3-756 0,1-4-1360 16,0 0-3465-16</inkml:trace>
  <inkml:trace contextRef="#ctx0" brushRef="#br1" timeOffset="153049.96">8203 9147 1864 0,'0'0'10017'0,"0"0"-8765"0,0 0-1252 0,0 0-280 0,0 0 280 31,0 0 992-31,0 0 376 0,0 0-464 0,0 0-376 0,24 85-200 16,-20-60 32-16,0 5-88 0,1 1-100 15,-2-2-72-15,-3 3-4 0,0-4-96 16,0 1-124-16,0-1-52 0,0-5-56 31,4-4-168-31,0-3-400 0,-4-4-344 0,4-6-556 0,-4-2-1329 16,0-4-4387-16</inkml:trace>
  <inkml:trace contextRef="#ctx0" brushRef="#br1" timeOffset="153962.955">8792 9226 6320 0,'0'0'2288'15,"0"0"-708"-15,0 0-807 0,0 0-321 16,0 0 216-16,0 73 356 15,0-47-32-15,0-1-120 0,0 0-268 0,0-1-212 16,0 1-128-16,0-6-124 0,-3 0-28 16,-1-5-100-16,4 3-4 0,-4-7-8 0,0-1-148 0,4-3-184 15,-4-2-332-15,4-4-208 0,0 0-284 32,0-7-444-32,0-9-1433 15,0 4-2055-15</inkml:trace>
  <inkml:trace contextRef="#ctx0" brushRef="#br1" timeOffset="154347.103">9314 8849 10708 0,'0'0'1493'15,"0"0"-869"-15,0 0 296 0,0 0 260 16,-99 69-88-16,75-43-136 0,5-1-248 0,2 0-176 0,2 7-164 15,2-3-120-15,9 3-140 0,0-7-44 16,4 1-64-16,0-7 0 0,0-4-4 0,4-5-60 16,5-4-32-16,-1-6 8 0,-1 0 16 0,5 0-100 15,4-9 60-15,0-7 0 16,4-6-124-16,-3-3 64 0,-2-8 48 16,1 5 12-16,-4-3 0 15,-4 1 64-15,4 8 40 16,-4 6 4-16,-4 4-108 0,3 6 0 0,-7 2-12 15,9 4 72-15,-5 0 52 0,0 0 252 16,4 4 120-16,-1 5-16 16,6 7 16-1,-2 3-136-15,2 0 8 0,-5 6-132 0,3 0 24 16,2 0-136-16,-5 5-100 0,-1-5-132 0,1 1-16 0,1-1-368 0,-5-3-268 16,-1 0-256-16,-3-5-1044 0,0 2-3513 0</inkml:trace>
  <inkml:trace contextRef="#ctx0" brushRef="#br1" timeOffset="154616.546">9733 9157 2736 0,'0'0'8573'0,"0"0"-7201"0,0 0-988 16,0 0 380-16,0 0 540 0,0 0 256 0,0 0 236 15,0 0-396-15,0 0-688 0,0 0-396 16,20 53-220-16,-23-34-92 0,-2 3 8 0,-3-2-12 15,4 2-48-15,-4 0-12 0,5 1 0 16,3-8-40-16,0 1-68 0,0-3-40 0,0-1-48 0,7-5 24 16,5 2 84-16,-3-2 48 15,2 0 40-15,5-2 48 0,0 2 12 0,4-7 4 16,-4 3-4-16,4-3-56 0,-1 0-216 16,1-3-144-16,-3-1-228 0,2-4-344 15,-6 4-1184-15,2-9-2901 0</inkml:trace>
  <inkml:trace contextRef="#ctx0" brushRef="#br1" timeOffset="154864.54">10212 9207 6672 0,'0'0'2480'0,"0"0"-311"0,0 0-1729 16,0 0-428-16,0 0 192 0,15 69 552 0,-15-49 136 0,0 2-244 15,0 4-356-15,-4-1-140 16,-3 0-152-16,3 1-128 0,-1 3-84 0,-3-4-220 16,0 0-640-16,1-2-696 0,-6-1-1081 15,5-6-1175-15</inkml:trace>
  <inkml:trace contextRef="#ctx0" brushRef="#br1" timeOffset="155471.216">10992 9055 3908 0,'0'0'6020'16,"0"0"-5128"-16,0 0-339 0,0 0 255 0,0 0 128 16,0 0-196-16,92-4-272 15,-80 4-152-15,4 0-292 0,-1 0-24 0,2-2-152 16,-2-4-124-16,-2 1-820 0,2-1-684 16,-6 0-2205-16,-1 4-3039 0</inkml:trace>
  <inkml:trace contextRef="#ctx0" brushRef="#br1" timeOffset="155633.34">11490 9024 600 0,'0'0'8280'0,"0"0"-7192"0,0 0-688 0,0 0 373 0,0 0 383 16,0 0 84-16,0 0-160 0,84 27-464 16,-76-23-264-16,3-4-176 0,6 0-64 15,3 0-112-15,3 0-140 0,5-6-100 16,4 0-352-16,0-5-1016 0,-4 3-2265 15,8 1-3627-15</inkml:trace>
  <inkml:trace contextRef="#ctx0" brushRef="#br1" timeOffset="155872.497">12418 8817 784 0,'0'0'1380'0,"0"0"-804"0,0 0-368 0,0 0-156 16,0 0-52-16,0 0-80 15,0 0-700-15,0 0-1268 0,0 0 1957 0</inkml:trace>
  <inkml:trace contextRef="#ctx0" brushRef="#br1" timeOffset="156181.219">12367 9057 1460 0,'0'0'4368'16,"0"0"1257"-16,0 0-4717 0,0 0-368 0,0 0 56 16,20 68 344-16,-17-52 96 0,1 0-64 0,1-1-252 15,-5 1-272-15,0 0-100 0,0 0-128 16,0 0-96-16,0-1-112 0,-5 5 0 0,1-1-8 0,-7 0-4 15,-1 0-8-15,-4 0-312 0,-4 0-288 16,0 0 12-16,-4-3-8 0,4-4 4 0,1-5-144 16,-2-1-856-16,6-6-720 0,-9 0-2429 15</inkml:trace>
  <inkml:trace contextRef="#ctx0" brushRef="#br1" timeOffset="156651.887">13068 8896 7160 0,'0'0'6377'16,"0"0"-5709"-16,0 0-664 0,0 0 172 0,-79 0 88 15,54 0 480-15,5 0 264 0,-3 3-112 16,3 4-372-16,3 8-316 0,6 5-144 16,-6 5-16-16,10 10 76 15,-1 2 84-15,4 8 76 0,0 0 0 16,0-4 12-16,4-6-152 0,0-7-68 16,0-9-4-16,4-6-72 0,0-9 0 0,8-4-132 15,-5-4-140-15,10-5 88 16,3-14-100-16,-1-5 28 0,5-7-80 0,-3-6-84 15,-2-4-64-15,1 5 36 16,1 1 248-16,-6 4-12 0,1 0 124 0,-4 10 76 16,-4 6-36-16,0 5 44 0,-4 9 4 15,0 2 4-15,-4-1 280 0,4 4 92 16,-4 4-64-16,0 4-100 0,4 9 96 16,0 5-24-16,0 4-148 0,4 8-36 15,0 4 36-15,4 0-12 0,0 1 48 16,4-1-172-16,-4-3-12 0,4-6-112 15,-5-4-88-15,5-6-108 0,-4-6-424 16,4-5-496-16,-8-3-1500 0,9-5-3797 0</inkml:trace>
  <inkml:trace contextRef="#ctx0" brushRef="#br1" timeOffset="158021.205">13378 9287 9348 0,'0'0'1420'0,"0"0"-751"0,0 0 39 0,0 0 364 16,0 0 164-16,0 0-304 0,0 0-380 16,0 0-132-16,0 0-160 0,80 9-24 15,-59-12-8-15,-2-3-20 0,1-1-32 0,-4 1-16 16,4-4-96-16,-4 3-16 31,-4 1-40-31,4 0-8 16,-8 4-4-16,0-3-84 0,0 3-12 0,-5 2-8 15,-3 0-16-15,5 0 36 0,-1 0 16 0,-4 0 72 16,4 9 64-16,0-3-60 0,-4 7 0 16,0 3 4-16,0 3-8 0,0 3-8 0,0 4-56 15,0 2-60-15,0 1 12 0,0 6-12 0,0 2-12 0,0 2-64 16,-4 3-40-16,0 0-52 16,0-2 28-16,4-5 40 15,-5 0 60-15,5-10 36 0,0-2 4 16,0-11-92-16,0-2-100 0,5-7-204 15,-1 0-396-15,0-3-532 0,4-6-97 0,-1-4-775 16,2-9-1992-16</inkml:trace>
  <inkml:trace contextRef="#ctx0" brushRef="#br1" timeOffset="158384.33">14033 8662 8716 0,'0'0'2393'15,"0"0"-1777"-15,0 0-256 0,0 0-80 0,0 0 400 16,83 44 412-16,-63-32 224 0,4 4-284 15,0 3-420-15,-1 0-228 0,1 3-60 0,0-3-164 16,1 6 12-16,-10-1-84 16,5 4-76-16,-8 0-4 0,-4 7 52 0,-4 0-8 0,-4 6-52 15,0 1-12-15,-4 3-84 16,-4-1-52-16,-4-3-88 0,-4 3-24 0,0-6-136 16,-4-3-80-16,0 0 4 0,-3-6-348 0,-5-4-432 15,8-6-828-15,-5-2-2005 0,6-9-1491 16,-1-8 3129-16</inkml:trace>
  <inkml:trace contextRef="#ctx0" brushRef="#br1" timeOffset="158822.774">14996 7991 3208 0,'0'0'10137'0,"0"0"-9349"0,0 0-788 0,0 0 0 16,-11 77 128-16,2-44 768 0,5 9 516 16,4 6-444-16,0 6-324 0,0 2-148 0,4 9-44 31,0 1-132-31,9 8-136 16,-6 2-12-16,5 6-160 0,0 10 220 0,4 3 12 15,-4 4-120-15,4 0-124 0,0 2-4 0,0-6-204 16,-4 0-24-16,4-6-136 0,0-6-220 0,-4-3-52 15,4-10-152-15,-4-7-168 0,-1-6-172 0,-2-7 200 16,3-8-108 0,-5-10-8-16,2-7-505 0,-1-3-891 0,-4-6-640 15,-4-10-2116-15,0 1 5200 0</inkml:trace>
  <inkml:trace contextRef="#ctx0" brushRef="#br1" timeOffset="160324.827">16439 8575 2704 0,'0'0'432'0,"0"0"-172"0,0 0-144 0,0 0 2488 16,0 0-1068-16,0 0-392 0,0 0-96 16,0 0-144-16,0 0-31 0,0 0-13 15,0 0-80-15,-48-47-104 0,40 41 44 16,0-1-36-16,0-2-184 0,0 2-148 15,0 1-112-15,0 3-64 0,0-4-76 0,0 4 0 16,0-1 36-16,1 4 16 0,-2 0 84 0,-3 0 16 0,1 7-252 16,-6 7-200-16,6 7 40 15,-6 4 76-15,6 11 84 0,-2 5 100 16,6 3-88-16,-5 7 0 0,8 3 76 16,-1-3-88-16,5 0 0 15,0-10-80-15,0-6 8 0,0-7-56 0,5-11 56 16,3-5-4-16,0-9 76 15,4 0 56-15,0-3-48 16,-1-3 40-16,6-10-48 0,-2-6-48 0,1-6-352 16,5-7 24-16,-10-3-68 0,5-3 68 15,-4 3 36-15,4 0 0 0,-4 10 124 16,-4 3 140-16,4 9 68 0,-4 4-56 16,0 2 60-16,0 7 4 0,-1 0 0 0,-2 4 304 15,3 5 140-15,0 4-4 0,-1 3-76 0,-3 3-100 16,1 0-112-16,3 3 36 0,-4 1-76 15,0-2-60-15,-4 2-44 0,3-4-8 16,1 0-52-16,0 0-184 0,-4-3-68 16,9-7-212-16,-5-3-504 15,0 1-492-15,-1-7-825 0,1 0-2595 16</inkml:trace>
  <inkml:trace contextRef="#ctx0" brushRef="#br1" timeOffset="160531.917">16746 8829 664 0,'0'0'8628'0,"0"0"-7364"0,0 0-683 0,0 0 215 16,0 0 232-16,0 0 104 0,0 0-32 0,28 70-284 16,-28-54-324-16,0 3-156 0,0 3-184 15,0-3-152-15,-4 0-68 0,-1-3-108 16,1 0-48-16,4-6-76 0,-4-3-256 0,-3-1-288 15,3-6-612-15,-5 0-1677 0,-2-13-4299 16</inkml:trace>
  <inkml:trace contextRef="#ctx0" brushRef="#br1" timeOffset="160676.041">16714 8649 392 0,'0'0'10124'15,"0"0"-8515"-15,0 0-1341 0,0 0-204 0,0 0 268 16,0 0 64-16,0 0-244 0,0 0-152 0,0 0-356 0,88-25-1052 16,-73 18-1889-16,9-3-4575 0</inkml:trace>
  <inkml:trace contextRef="#ctx0" brushRef="#br1" timeOffset="161164.544">17594 8312 2936 0,'0'0'4664'15,"0"0"-1364"-15,0 0-2155 0,0 0-733 16,0 0-4-16,0 0 268 0,0 0 264 0,-79-6-120 0,62 15-340 15,2 10-192-15,2 3-136 0,-2 7-76 0,2 3-68 16,2 6 44 0,-1 0 8-16,4 3-48 0,4 0 52 0,0 1-16 15,4-2-32-15,0 2 144 0,8-7 64 0,4 0 100 16,0-7 12-16,4-1-140 16,0-6-108-16,0-4-88 0,-1-8 0 0,6 0 0 15,-2-6 0-15,-3 1 0 0,5-4 0 16,-2-4 0-16,-3-5-8 0,0-3-152 0,-4-1-388 0,-4-7-112 15,0 1-96-15,-4 0-300 16,-4 0-828-16,0 3-997 0,-8 1-2727 0</inkml:trace>
  <inkml:trace contextRef="#ctx0" brushRef="#br1" timeOffset="161336.675">17411 8626 6884 0,'0'0'1340'0,"0"0"912"0,0 0-1219 16,0 0-713-16,0 0-52 0,0 0 436 15,0 0 380-15,0 0-96 0,0 0-332 0,0 0-256 16,0 0-160-16,95 0-100 0,-71 0-140 0,0-2-36 16,4-2-196-16,0 1-380 15,0-4-780-15,-5 4-972 32,10-3-3741-32</inkml:trace>
  <inkml:trace contextRef="#ctx0" brushRef="#br1" timeOffset="162227.033">18344 7915 7416 0,'0'0'932'0,"0"0"560"0,0 0-680 0,0 0-207 15,0 0 207-15,0 0 416 0,0 0 80 16,0 0-24-16,0 0-332 0,0 0-316 16,0 0-412-16,-49 16-224 0,29 13-40 31,-7 12 40-16,3 9 100-15,0 5-36 0,0 2-64 16,4 4-4-16,0 2-148 0,4-7 44 0,0 2-44 0,4-10-20 16,8-10-28-16,0-10 64 0,4-9-40 15,0-10 64-15,0-2-136 0,8-4-8 0,0-3 44 0,0 3 24 16,4-3-12-16,0 0 72 0,0-3 128 16,4 3 12-16,0 0 64 0,0 0-24 0,0 0-44 15,0 7 192-15,-4 5 24 16,4 1 144-16,-4 6 44 0,-5 3-48 0,6 1-80 15,-5 2 0-15,-5 0-48 0,1 1-112 16,-4-1-12-16,4 0-68 0,-4 1-44 0,0-1-48 16,0 0-28-1,4-8-132-15,1-2-76 0,-1-2-4 0,0-3-8 0,-1-4-44 16,9 0-276-16,-3-6-164 0,-2 0-432 0,5 0-536 0,-3-3-737 16,2-13-1971-16</inkml:trace>
  <inkml:trace contextRef="#ctx0" brushRef="#br1" timeOffset="163237.134">18702 7849 4924 0,'0'0'6205'0,"0"0"-4869"0,0 0-800 0,0 0-52 0,0 0 268 16,0 0 408-16,0 0-64 0,0 0-312 15,0 0-412-15,0 0-196 0,24 8 328 16,-17 34 188-16,6 6-152 0,-5 12-296 16,-1 7-84-16,-3 0-160 0,-4 2 0 15,0-3-100 1,0 1-56-16,0-6-52 0,0-8 24 15,0-7-64-15,0-11 100 0,0-13 12 16,0-3-24-16,0-13 12 0,4-3-48 0,-4 0-88 16,5-3 24-16,-5-3 24 0,8-3 8 15,-1-4 228-15,5-2 64 0,1-5-24 16,2 2-40-16,1 2-48 0,0 1-40 16,0 6 0-16,0-1 40 0,0 7-16 0,-4 0 56 15,0 0 8-15,0 0 88 0,-8 7 220 0,-1 2 104 16,2-3-16-16,-5 7-100 0,0-4-52 15,0 4-96-15,-5 3-12 0,-2-4 12 16,-9 1-36-16,4 0-64 0,-4-1-48 16,-4-1-36-16,0-3-148 0,1-2-136 15,-2-1-76-15,1-3 0 0,5-2 24 0,-6 0-112 0,6-2-212 16,-2-9-172-16,6-4-356 0,-1-5-432 16,7-2-385-16,2 7-1171 0,3-17-2336 0</inkml:trace>
  <inkml:trace contextRef="#ctx0" brushRef="#br1" timeOffset="163518.873">19049 8306 1540 0,'0'0'2764'0,"0"0"3989"16,0 0-5637-16,0 0-896 0,0 0 60 15,0 0 180-15,0 0 140 0,0 0 20 0,0 0-336 16,0 0-284-16,0 35-12 15,0-26 12-15,4-3 84 0,0 4 168 0,-4-4 76 16,4 1 24-16,-1-1-100 0,-3 0-116 0,4-3 16 16,-4 4 16-16,4-4-56 0,-4-3-40 15,4 3-72-15,-4 0-4 0,0-3-44 0,0 0 36 16,0 0 4-16,0 0 8 16,0 0 48-16,0 0 4 0,0 0-40 0,0 0-12 15,0 0-40-15,0 0-412 16,0 0-468-16,0-3-496 15,0 0-744-15,0-10-2797 0,0 32-1671 16</inkml:trace>
  <inkml:trace contextRef="#ctx0" brushRef="#br1" timeOffset="163913.012">19025 7807 4028 0,'0'0'652'15,"0"0"1732"1,0 0-840-16,0 0-572 0,0 0-276 16,0 0 105-16,0 0 303 0,0 0 60 15,0 0-208-15,0 0-112 0,0 0-152 0,0 64-136 16,0-36 4-16,0 1-12 0,0-1-100 0,0 4-80 15,0-1-96-15,0 4-12 0,4 4-52 0,-4-1-36 16,4 3-48-16,-4 0-52 0,3 7-60 16,-3-1-12-16,0 1-44 0,0 3-4 15,0-1-16 1,4-4 64-16,-4-2-72 0,4-3 72 0,1-5 8 16,3-9 92-16,-4-2-100 0,-1-8-48 0,5-2-72 15,1-2-52-15,-5-6-64 0,0-1-184 16,3-6-160-16,1 0-128 0,-4 0-168 15,5-3-156-15,2-7-120 0,1-5-568 0,-4-4-677 16,4 0-1843-16</inkml:trace>
  <inkml:trace contextRef="#ctx0" brushRef="#br1" timeOffset="164249.917">19240 8394 3860 0,'0'0'64'0,"0"0"5416"16,0 0-4344-16,0 0-451 0,0 0 175 0,0 0 316 15,0 0-108-15,0 0-160 0,19 70-216 16,-19-54-224-16,4 3-104 0,-4 0-56 16,5-6-108-16,-1-1-200 0,-4-5-12 0,4-4-148 15,-4 0-104-15,4-3-8 16,-1 0 160-16,10-9-40 0,-5-4 76 0,3-3-164 16,6-9-112-16,-6 3 48 0,1-4 40 0,0 1 64 15,-4 2 60-15,0 8 140 0,-3-1 52 16,-2 6 48-16,-3 4 40 0,4 6-16 0,-4 0 16 15,0 0 248-15,0 0 0 16,4 6-56-16,-4 7 44 0,8 6 20 16,-4 3-36-16,4 4-136 0,-4 0 36 0,4-1 112 15,0 0-16 1,-1-6-148-16,-2 0-132 0,3-3-76 16,-4-3-148-16,0-4 24 0,0 0-136 0,3-5-108 15,2-4-600-15,-1 0-484 16,3-7-1120-16,2-2-2681 0,-2-10-2614 15</inkml:trace>
  <inkml:trace contextRef="#ctx0" brushRef="#br1" timeOffset="164544.83">19718 8480 6492 0,'0'0'5193'0,"0"0"-4193"0,0 0-652 0,0 0-56 16,0 0 64-16,0 0 252 16,0 0 104-16,0 0-148 0,0 0-88 0,84 58-184 15,-64-74-128-15,-5 0-164 0,6-7-148 16,-2-3-120-16,-3 5 16 0,-4-2 64 15,0 4-52-15,-4 4 152 16,-4 5 88-16,0 1 140 0,-4 5 172 16,0 1 144-16,-8 0-228 0,-8 3-104 0,0 0-64 0,0 0 128 15,-3 3 24-15,2 10-160 0,2 3-48 16,2 3 8-16,2 4-4 16,-1 4 80-16,3 2 60 0,2-1 0 0,7-2-112 15,-4 0-36 1,4-4-48-16,0-7-28 0,7 1-24 0,1-5 96 15,5-6-92-15,-2-2-104 16,10-3-288-16,-1 0-192 0,7-12-276 0,1-4-552 16,-4 0-1265-16,8-9-3515 0</inkml:trace>
  <inkml:trace contextRef="#ctx0" brushRef="#br1" timeOffset="165822.398">21220 8074 2844 0,'0'0'6100'15,"0"0"-5272"-15,0 0-40 16,0 0 141-16,88 48 7 16,-60-23 48-16,-9 3-56 0,1 4-120 0,-3 4-240 15,-2-3-104-15,-7 6-124 0,-3 2-88 16,-5 0-68-16,0-2-108 0,0-1-12 16,-9-6-16-16,5-7-40 0,-4-9 104 0,5-3 100 15,-1-10 12-15,4 0 24 16,0-3-28-16,0 0 52 0,0 0 24 0,0-6 0 15,0-7-196-15,0-3-96 0,0-9-8 16,4-7 0-16,-1-6-56 0,5-1-40 16,0-5-120-16,4 3-112 0,0 0-188 0,1-1-300 15,2 4-308 1,1 3-660-16,-4 10-1296 0,3 0-3077 0</inkml:trace>
  <inkml:trace contextRef="#ctx0" brushRef="#br1" timeOffset="166131.919">21667 8331 7672 0,'0'0'2552'0,"0"0"-1543"0,0 0-545 0,0 0-120 0,0 0 336 0,0 0 404 0,0 0-32 15,0 0-120-15,0 0-252 16,79 22-96-16,-63-44-272 0,0-8-288 16,0 3-24-16,-1-4-88 0,2 1 4 0,-6 2-4 15,1 6-100-15,-7 0 28 0,-1 9 160 16,-4 3 88-16,0 3-76 15,-4 2 112-15,-13 0-124 0,2 5 0 0,-9 0 68 16,0 0 60-16,0 14-56 0,-1 2-72 16,6 9-100-16,-1 4 16 0,5 3 84 15,-2 6 60-15,9 0 40 0,1 0-52 16,-2 0-48-16,9 0-12 0,0-7-124 16,0-5-36-16,0-7-28 0,13-5-88 0,2-12 36 0,5-2 48 15,1-2-336-15,5-15-140 0,6-8-716 16,-8 2-1257-16,17-21-3555 0</inkml:trace>
  <inkml:trace contextRef="#ctx0" brushRef="#br1" timeOffset="166565.068">22228 8045 7008 0,'0'0'5025'0,"0"0"-4153"0,0 0-632 0,0 0 232 15,-56 80 392-15,32-49 448 0,0 10 140 0,1 0-164 16,3 4-244-16,3 0-272 15,6-7-200-15,3-3-244 16,8-7-232-16,0-8-96 16,0-5-12-16,0-8-108 0,8-2-28 0,8-5 4 0,-1-5 72 0,10-11-28 15,3-10 40-15,0-9-208 0,3-9-172 0,1-5-172 0,-4-1-64 16,0 0 256-16,-5-1-48 0,5-3 92 16,-7 3 16-1,-1 0-12-15,-9-2-28 0,-3 5 72 16,-4-2 164-16,-4 1 160 0,-8 5 8 0,-3 5 4 15,-6 2 128-15,6 6 80 16,-6 5 64-16,6 3 92 0,3 7-60 16,3 7 72-16,-3 3 52 0,5 3 8 15,3 3-64-15,0 0-48 0,0 0-148 0,0 0-48 16,0 0-136-16,0 6-36 16,0 3-52-16,3 10 88 0,5 4 172 0,1 9-60 15,-5 2-40-15,3 8-8 0,1-1-56 0,-3 6 0 16,-1 1-8-16,0 2-48 0,-4 5-28 15,4-2-84-15,-1 2-84 0,1-4-4 16,-4-4-144-16,8-2-236 0,-3-5-168 0,-1-4-128 16,7-4-752-16,-3-10-696 0,1-9-1997 15,2-4-1207-15</inkml:trace>
  <inkml:trace contextRef="#ctx0" brushRef="#br1" timeOffset="170996.69">20774 8451 10124 0,'0'0'1969'16,"0"0"-577"-16,0 0-972 0,0 0-268 0,0 0 152 0,-24 77 316 0,11-52 12 16,2 7-180-16,-1-4-224 0,0 2-104 15,0-5-36-15,0 0-80 0,0-3-8 16,4 1-48-16,1-8-104 0,-2 1-116 16,1-3-232-16,4-7-220 0,4 0-268 0,0-3-428 15,0-3-1521-15,0-6-4163 0</inkml:trace>
  <inkml:trace contextRef="#ctx0" brushRef="#br1" timeOffset="171594.231">22917 7317 11385 0,'0'0'1424'15,"0"0"-1424"-15,0 0 128 0,0 0-88 0,0 0 544 0,0 0 140 16,0 0 136-16,0 0-292 0,0 0-180 16,0 0-20-16,68 87-96 15,-68-62 16-15,0 10-52 0,-8 7-124 16,-4 12-72-16,-8 5-40 0,-4 8-48 15,0 3-28-15,-3 0-120 0,3-7 188 16,0-9 8-16,8-9 4 0,4-9 4 0,8-11-8 0,4-10-152 0,0-5-184 16,7-4 36-16,6-3 96 0,6 0 116 15,2-3 88-15,7 0-12 16,0 0-40-16,3 0 52 0,1 4 40 0,0 2 36 16,0-1 24-16,0 9 84 0,-8-1-176 15,-1 6 244-15,-3 3-252 0,-7 0 300 0,-5 4-76 31,-1 6 0-31,-3-5-76 0,-4 9-72 16,0-1 8-16,0 3-68 0,-4 1-16 16,0-1-64-16,1-3-48 0,-1-1-84 0,0-2-56 15,4-7-156-15,-5-9-148 0,5-3-60 0,0-10-176 16,0-3-288-16,0-7-492 16,0-2-1237-16,0-20-1547 0</inkml:trace>
  <inkml:trace contextRef="#ctx0" brushRef="#br1" timeOffset="172204.944">23487 7261 11881 0,'0'0'1808'0,"0"0"-1808"0,0 0-316 0,0 0 316 0,0 0 584 16,0 0 340-16,44-67-28 0,-37 61-380 0,6 3-104 31,-5 0-76-31,3 3-148 0,-2 0-76 0,-1 0 36 0,-1 3 52 15,1 3 32-15,-3 3-132 16,3 4-12-16,-1 0-40 0,-3 6-36 0,4 3-12 0,-8 7 12 0,5 3 64 0,-5 6-28 16,0 3-96-16,0 4 44 15,0 6 4-15,0 2 48 0,0 4 16 16,0-2-52-16,0 2 184 0,0-10-96 16,4 0-100-16,0-9-8 0,3-2-80 15,1-4 40-15,1-4-28 0,-2-3 68 16,1 1-80-16,0-1 80 0,4 0 16 15,-4 1-16-15,4 0 8 16,0-1-160-16,0 0 100 0,0 1-16 16,0-1-108-16,3 0-52 0,-2 4 64 0,-5 3-164 15,3 0 100-15,2-4-40 0,-6 4 140 16,1 0 128-16,-3-4 8 16,3 1-64-16,-4 0 140 0,3-4-76 0,-3-3 8 0,0 3-4 15,1-3 56-15,-1 5 24 0,0-6 28 16,-1 5 24-16,-3-1-132 0,4 0 116 0,-4 1 52 15,4-1 16-15,0-3-80 0,-4 1-104 16,4-4 0-16,-4-4 0 0,0-4 44 16,0-5 116-16,0-3-152 0,-4-3-12 15,0 0-1472-15,-4-3-1080 0,-8-10-3629 16</inkml:trace>
  <inkml:trace contextRef="#ctx0" brushRef="#br1" timeOffset="175868.478">14207 1816 8764 0,'0'0'6473'15,"0"0"-5617"-15,0 0-540 0,0 0-316 16,0 0 0-16,0 0 0 0,0 0 400 16,0 0 372-16,-19 35-56 15,19-3-160-15,0 12-140 0,0 10-60 0,4 9 0 16,4 14-100-16,-1 2-48 0,2 10-60 15,-5 6-64-15,3 7-76 0,1 6 100 16,-4 6-108-16,5 4 12 0,-5 0 28 16,-1-5-36-16,-3-1-4 15,0-11-160-15,0-8 64 0,0-15-124 0,0-14 120 0,4-17-192 16,0-15-100-16,4-13-48 0,1-19-200 16,2-7-140-16,1-18-340 0,0-16-300 0,0 6-1312 15,0-44-2637-15</inkml:trace>
  <inkml:trace contextRef="#ctx0" brushRef="#br1" timeOffset="176147.573">14845 1927 11909 0,'0'0'1536'0,"0"0"-912"0,0 0-272 0,56 82-8 0,-32-43 132 15,4 5 192-15,4 3 360 0,0 5-72 16,3 8-92-16,1 3-124 0,4 7-180 16,-1 3-216-16,2 7-248 0,-2-1-8 0,1 0-4 15,-3 1-36-15,-6-4-24 16,-4-6-24-16,1-9-40 16,-7-8 32-16,-1-15-200 15,-1-9-132-15,-6-10-188 16,-2-13-12-16,-3-6 0 0,5-10-204 0,-6-12-312 15,1-9-528-15,-4-1-1224 0,5-31-2517 0</inkml:trace>
  <inkml:trace contextRef="#ctx0" brushRef="#br1" timeOffset="176381.759">15546 2032 10516 0,'0'0'1529'0,"0"0"-773"0,0 0-40 0,0 0 196 16,-80 82 60-16,52-44 224 0,-3 6-188 15,-1 5-120-15,0 8-232 0,0 4 16 0,-4 2-220 16,-3 9-196-16,-2 5-168 0,2 2-28 16,-9 11 12-16,4-2-60 0,-8 3-24 0,5 2 12 31,-2-4-36-31,6 0-60 0,0-10 8 16,6-8-80-16,9-15-40 15,9-11-160-15,6-14 12 0,9-15-296 0,4-13-532 16,9-3-1208-16,10-22-2405 0,-2 3-807 15</inkml:trace>
  <inkml:trace contextRef="#ctx0" brushRef="#br1" timeOffset="176707.68">15909 1821 10196 0,'0'0'1545'16,"0"0"-1185"-16,0 0 344 0,0 0 228 0,0 0 56 15,0 0 96-15,0 0 144 0,0 0-260 16,83 81-140-16,-70-37-252 0,-2 12-268 16,1 9-124-16,0 12-100 0,-4 5 24 0,4 9-20 15,0 8 48-15,-4 6 8 16,5 6 88-16,-2 1-136 0,-3-5-96 15,4-6-68-15,-4-5 20 0,-4-11-36 16,4-11-112-16,-4-14 0 0,-1-10-24 16,2-8 24-16,-1-10-36 0,0-7-160 15,0-9-372-15,0-3 108 0,-4-10-636 16,4-3-460-16,-4 0-708 16,0-10-3273-16</inkml:trace>
  <inkml:trace contextRef="#ctx0" brushRef="#br1" timeOffset="177221.955">16913 2476 12137 0,'0'0'1648'0,"0"0"-876"0,0 0-256 0,108 19-136 16,-65-12 60-16,5-5 28 0,0-2-44 16,-4 0-236-16,0 0-188 0,-5-6 0 15,2 0-100-15,-6 0-52 0,-3-4-172 16,-4 1-672-16,-9-1-560 0,2 4-1012 0,-14 3-2057 16,-7 3-1671-16</inkml:trace>
  <inkml:trace contextRef="#ctx0" brushRef="#br1" timeOffset="177410.721">17076 2777 10997 0,'0'0'1964'0,"0"0"-1216"0,0 0-516 0,-32 68-4 16,32-53 188-16,5-2 128 0,6 0 184 0,5-4 4 0,12-2-72 0,8-1-4 16,4-3-160-16,7-3-188 0,5-7-236 15,4-8-72-15,0-7-12 0,-1-7-108 0,5-6-448 16,-4 1-288-16,-4-5-460 15,-8 11-1288-15,4-17-4113 0</inkml:trace>
  <inkml:trace contextRef="#ctx0" brushRef="#br1" timeOffset="177775.85">18069 2191 16101 0,'0'0'2268'0,"0"0"-2048"0,0 0-156 0,107-26-24 0,-72 19-40 15,-3 1-8-15,-8 3 8 0,-7 3 208 16,-2 0 196-16,-2 7-96 0,-2 2-200 16,1 3-108-16,-3 7 0 0,-5 6 64 15,-4 11-4-15,-4 5 4 0,-13 10-64 16,-7 3-40-16,-4 3-8 0,-4 0 48 15,4 3 0-15,-4-2 0 0,5-1-8 16,-1-3-56-16,8-4 64 16,4-1 8-16,4-8-8 0,8-6 0 0,1-4-80 15,3-6-16-15,0-2-28 0,11-7-24 16,5 0 28-16,4-3 120 16,4-7 72-16,8 3 148 0,7-9-96 0,2 0-40 15,2 0-68-15,2 0-16 16,2-6-40-16,-3 3-156 0,0-3-12 15,-1-1-196-15,-2 4-200 0,-6 0-352 0,1-1-808 16,-12 2-1244-16,12 2-2845 0</inkml:trace>
  <inkml:trace contextRef="#ctx0" brushRef="#br1" timeOffset="178507.892">18737 1213 7916 0,'0'0'6541'0,"0"0"-5217"0,0 0-964 0,0 0-296 15,0 0 104 1,0 0 104-16,0 0 104 0,0 0-16 0,0 0 420 16,101 0-152-16,-58-6-320 0,5-1-156 15,0-3-152-15,0 1-84 0,-1-1 84 0,-2-3-4 16,-6 4 4-16,1-3-112 0,-5 2 108 15,-3 0-120-15,-8 4 40 0,-3 3-28 16,-6 3-36-16,-2 0-12 0,-10 6 48 16,5 7 112-16,-4 6 184 0,-4 9-48 15,0 11 12-15,0 11-140 0,-4 7-8 0,-4 11 0 16,-3 1-96-16,2 11-52 0,1-1-112 16,5 0-112-16,-1 0-284 0,0 1-472 15,0-7-304-15,-1-6-516 0,1-17-2009 0,4 11-2359 16</inkml:trace>
  <inkml:trace contextRef="#ctx0" brushRef="#br2" timeOffset="130146.114">7868 12566 5004 0,'0'0'792'0,"0"0"628"0,0 0 500 0,-8-76-1028 16,8 57 193-16,-4 0-57 0,4 6 20 15,-3 1-208-15,3 1-208 0,-4 6-128 16,4 2 16-16,-4-1 60 0,0 4-32 15,-1 0-100-15,1 4 84 0,-3 2 24 16,-5 3-72-16,-1 7-216 0,-2 10-268 0,-5 6 0 16,1 12-108-16,-2 10-16 15,1 9 116-15,1 11-252 0,-2 2-48 0,5 0-236 16,4-9-100-16,1-7-68 0,6-16 444 0,1-12 268 16,0-13 0-16,4-9-112 0,0-7-188 15,0-3-216-15,8 0-496 0,1-3 632 0,2-1 12 16,6-2 368-16,-2 3 0 15,2-3-112-15,2 6 108 0,1-4 8 32,0 4 176-32,0 4 84 0,-4 5-8 0,-1 4-40 0,2 0 76 0,-9 8 112 0,-1 2-104 15,2-1-160 1,-5 7 12-16,0-1-104 0,-4 1-32 16,0 6-16-16,0-3-104 0,0 0-224 15,0-1-200-15,0-2-448 0,-4-4-456 16,4-3-705-16,-4-6-1067 0,4-3-2528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06:44.44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2295 2209 1084 0,'0'0'5276'0,"0"0"-4312"0,0 0-588 0,0 0 0 15,0 0 2148-15,0 0-967 0,0 0-521 16,0 0-540-16,0 0-164 0,0 0 176 16,47-13 612-16,-19 8-340 0,4-2-216 15,0-3-80 1,7 1-88-16,-3 0-148 0,5-3-88 0,-2-5 24 0,-3 1-84 16,4 0-96-16,-4 1-4 0,0-5-36 15,0 4-52-15,-1-2 4 0,-3 1-16 0,-4 4-124 16,-4 1-148-16,-4 5-160 0,-4 1-328 15,-5 4-352-15,-6 2-792 0,-1 0-965 16,-4 12-1955-16</inkml:trace>
  <inkml:trace contextRef="#ctx0" brushRef="#br0" timeOffset="199.04">2482 2556 5776 0,'0'0'2432'0,"0"0"-1228"0,0 0-300 0,0 0 349 0,0 0-101 0,0 0-592 16,0 0-420-16,0 0 76 0,0 0 484 16,0 0-16-16,79-4-168 0,-43-9-140 15,-4 1-136-15,4-4-176 16,-4-3-64-16,-5 0-56 0,6-3-96 0,-10 3-88 16,5-6-36-16,-7 2-556 0,3 2-524 15,-9-5-504-15,-2 10-1097 0,-6-10-2663 16</inkml:trace>
  <inkml:trace contextRef="#ctx0" brushRef="#br0" timeOffset="492.877">2569 1848 7444 0,'0'0'2812'15,"0"0"-1831"-15,0 0-109 0,0 0 600 0,0 0-116 16,0 0-324-16,0 0-468 0,0 0-364 16,0 0-200-16,0 0 0 15,-23 89 124-15,23-45 64 0,0 13 88 0,8 3-56 16,-1 13 56-16,1 1-240 0,5 8-36 16,-2-2-12-16,2-1-88 0,-2-7-24 0,1-2-172 0,0-12-68 15,0-11-120-15,0-15 64 0,-4-6 60 16,-4-14-32-16,4-8-328 0,-4-4-700 0,4-4-168 15,-4-8-1073-15,0-21-1971 0</inkml:trace>
  <inkml:trace contextRef="#ctx0" brushRef="#br0" timeOffset="744.57">2637 1692 10604 0,'0'0'1789'0,"0"0"-1229"0,0 0 52 0,0 0 216 0,0 0-96 16,0 0-192-16,0 0-324 16,0 0-104-16,28 85-12 0,-12-46 68 15,8 8-8-15,0 7-72 16,-1 3-24-16,1 7-56 0,1 6 56 16,-1-1-64-16,-5 5-12 0,1-1 12 0,0-1-12 15,-4-1-60-15,0-1-104 16,-4-4-4-16,-4-6-108 0,4-2-128 15,-8-10-60-15,4-10 84 0,-4-7-152 0,-1-6-168 16,1-6-620-16,1-3-833 0,-1-10-1103 0,4-6-2388 16</inkml:trace>
  <inkml:trace contextRef="#ctx0" brushRef="#br0" timeOffset="1757.395">4144 2352 28 0,'0'0'2072'15,"0"0"-652"-15,0 0-584 0,0 0-616 0,0 0 4028 0,0 0-2800 16,0 0-467-16,-24-70-105 0,11 61-72 16,5-1-76-16,-3 4 8 0,-2 0-168 0,5 0-88 15,-3 2-140-15,-2 1 152 0,6 0-68 16,-5 3-136-16,3 0-40 0,2 3 76 16,-1 4-152-16,0 2-128 0,-1 10-44 0,6 3-84 15,-1 7 80-15,4 5 0 0,0 2 0 0,4-2 4 16,-1-5-88-16,6-4-60 0,3-9-40 15,-8-3 64-15,8-10 0 0,-4 0 112 16,3-3 0-16,2-6 12 0,2-10 24 16,6-9-24-16,-6-7-376 0,2-10-128 15,-6-2 16 1,2-6 8-16,-2-4 128 0,1 2 136 16,-4 0-48-16,0-3 188 0,0 4 72 0,-4 1 4 15,0-1 0-15,-4-1 64 0,0 5-16 16,0 5 44-16,-4 8 212 0,0 9 60 0,0 8-12 15,0 8 52-15,4 3 48 16,0 3-12-16,0 3-44 0,0 0-84 16,0 3-312-16,0 3-52 0,0 7-168 15,0 9 220-15,4 9 84 0,-4 11 104 0,4 9-64 0,0 6-112 16,0 4-12-16,-1-1-64 0,2 3 4 16,-1-3-112-16,0 4 108 0,0-7-36 15,0 0-88-15,0-10-136 0,-1-2-240 16,1-7-88-16,1-13-32 0,3-2-328 0,-4-11 68 31,3-7-288-31,2-5-353 0,-1-5-683 16,3-13-2184-16</inkml:trace>
  <inkml:trace contextRef="#ctx0" brushRef="#br0" timeOffset="1900.693">4541 2308 5040 0,'0'0'328'0,"0"0"3428"0,0 0-3164 0,24 86 212 16,-20-54 469-16,-4-1 7 15,0 1-120-15,0-4-228 0,0 1-224 0,-8-4-240 16,5-2-296-16,-1-4-164 0,4-6-8 16,-4-7 0-16,4-3 0 0,-4-3-516 15,4 0-328-15,-5-14-380 0,-3 6-1336 16,1-24-3185-16</inkml:trace>
  <inkml:trace contextRef="#ctx0" brushRef="#br0" timeOffset="2070.094">4359 2048 8976 0,'0'0'2609'16,"0"0"-1765"-16,0 0-256 0,0 0 484 0,0 0 28 15,0 0-348 1,0 0-420-16,0 0-332 0,0 0-168 16,0 0-96-16,0 0-176 0,99-39-216 15,-83 39-1404-15,12 0-3561 0</inkml:trace>
  <inkml:trace contextRef="#ctx0" brushRef="#br0" timeOffset="2401.72">4940 2121 12101 0,'0'0'1624'16,"0"0"-1332"-16,0 0 76 15,0 0 364-15,-68 86 108 0,53-67-308 16,2 0-244-16,2-4-104 0,3-2-56 31,-1-7-68-31,5 4-60 0,4-7-8 0,0 3-228 0,0-2-88 16,4 2-28-16,5 0 260 0,-1 1-8 15,7 2 28-15,1-2 60 0,5 0 8 16,-2-2 8-16,-3 2-4 0,4 0 72 16,-8-1-68-16,4-1-8 0,-8 5-32 0,4 0 36 15,-4-4 100-15,-1 4-36 0,-2 1 40 16,-1 0-16-16,-4 2-4 0,0-1 4 15,0 4 64-15,-4-3-4 0,-5 3-136 0,-2-1-12 16,-1 1-248-16,-4-3-156 16,4-1-260-16,-4-1-168 0,4-3-400 15,0-4-1256-15,-7-4-2441 0</inkml:trace>
  <inkml:trace contextRef="#ctx0" brushRef="#br0" timeOffset="3143.047">5398 1765 4072 0,'0'0'784'0,"0"0"1780"0,0 0-440 0,0 0-792 15,0 0-279-15,0 0 35 0,0 0-28 0,0 0-164 16,0 0-164-16,0 4-320 0,0 8-196 16,0 7-16-16,-4 13-12 0,4 12 36 15,0 10 76-15,0 10-4 0,4-1-32 16,0 4-20-16,-4-3-80 0,5 2 44 16,-5-6-24-16,4-3-60 0,-1-7-124 0,1-4-60 15,0-15-16-15,0-5-24 0,0-11 4 0,0-5-4 16,0-3-60-16,0-5 12 15,-4-2-36-15,4 0 32 0,0-2-44 16,-4-8-440-16,4-3 8 0,0-6-200 0,-4-6-488 16,0-4-1600-16,-8 7-2193 0,-8-9-447 0</inkml:trace>
  <inkml:trace contextRef="#ctx0" brushRef="#br0" timeOffset="3295.733">5160 2174 5548 0,'0'0'4636'0,"0"0"-3603"0,0 0-1033 0,0 0 4 0,0 0 752 15,0 0 244-15,0 0 96 16,0 0-248-16,90 7-168 0,-62 0-168 16,0-4-308-16,0 0-112 0,4-1-92 15,-4-2-136-15,0 0-56 0,4 0-476 0,0 0-1076 16,-8 0-2241-16,8-8-2783 0</inkml:trace>
  <inkml:trace contextRef="#ctx0" brushRef="#br0" timeOffset="3471.755">5817 2108 416 0,'0'0'9924'16,"0"0"-8787"-16,7 63-917 0,-7-34 524 0,0 9 632 16,0-3-48-16,-3 0-28 0,-1-4-320 15,0-1-272-15,0-3-276 0,-5 3-320 16,9-5-112-16,-4-3-248 0,1-3-148 0,-1-3-420 31,0-3-20-31,0-7-48 0,-5-3-376 16,9-3-1344-16,-11-3-3537 0</inkml:trace>
  <inkml:trace contextRef="#ctx0" brushRef="#br0" timeOffset="3605.665">5729 2089 7036 0,'0'0'4921'0,"0"0"-4845"0,0 0 192 16,0 0-204-16,0 0 244 0,0 0-308 0,0 0-172 15,0 0-8-15,88-38-116 16,-77 38-332-16,10 0-1337 15,-14 0-1991-15,14 9-1448 0</inkml:trace>
  <inkml:trace contextRef="#ctx0" brushRef="#br0" timeOffset="3888.51">5980 2241 7824 0,'0'0'1336'16,"0"0"-960"-16,0 0 192 0,7 86 453 16,-7-61 199-16,5-3-148 0,-5 0-104 0,4-5-312 15,-4-4-380-15,4-7-212 0,0 0-64 0,4-3 0 16,-1-3 0-16,6-3 36 0,-2-9-36 0,10-4-364 15,-6-6-332-15,9-8-268 16,-3 5-108-16,3 3-32 0,-9 3 355 16,5 6 373-16,-4 7 208 0,-4 3 160 15,0 3 8-15,-4 0 168 0,-5 3 865 16,2 3 135-16,-1 7-44 0,-4-1 20 16,0 8-260-16,0 0-308 0,0-1-172 0,0 2-40 15,0-2 8-15,0-3-48 16,0 0-248-16,4-6-76 0,0 2-232 0,4-6 92 15,-5 1-20-15,6-4-16 0,3-3 4 0,-1 0-40 16,6-6-608-16,3-4-416 0,-5 1-1044 16,10-18-3049-16</inkml:trace>
  <inkml:trace contextRef="#ctx0" brushRef="#br0" timeOffset="4037.954">6530 2403 11701 0,'0'0'2616'0,"0"0"-2224"0,0 0-100 0,0 0 600 0,-36 86 236 15,28-71-484-15,3 2-272 0,2-5-372 0,3-1-172 16,0-6-264 0,8 2-8-16,4 0 32 0,3-7-220 0,6-7-248 15,7-10-320-15,0-8-524 0,-4 3-93 16,11-25-3847-16</inkml:trace>
  <inkml:trace contextRef="#ctx0" brushRef="#br0" timeOffset="4390.186">6936 1769 12269 0,'0'0'2896'0,"0"0"-2616"0,0 0-16 16,0 0 516-16,0 0 204 0,-64 91-8 0,57-53 8 0,-1 3-272 0,4 11-200 15,4-2-148-15,0 4-60 0,4 3-84 0,4 4-112 16,3-1-44-16,2-3-64 16,-2-6-136-16,1-11 16 0,4-4-52 15,-4-7-48-15,0-7 16 0,-4-6 92 0,4-3-68 16,-7-4-52-16,-2-3-28 0,1-2-8 15,-4-4 0-15,0 0-16 16,0 0 4-16,-4 0-16 0,-8-10-296 16,-4-3-188-16,-8-6-280 0,-8-6-28 0,1-1 68 0,-5-2-12 15,4 0 200-15,4 2 832 0,8 10 140 16,8 3 692-16,3 7 72 0,9 4-360 16,0 2-168-16,0 0-20 0,13-5 120 0,2 5 404 15,10 0 52 1,-1-6-316-16,8 0-268 0,-1 0-140 15,5-4-196-15,0-3-12 0,1 4-120 16,2-7-64-16,1 3-432 0,4 1-576 0,-8 2-656 16,15-7-3381-16</inkml:trace>
  <inkml:trace contextRef="#ctx0" brushRef="#br0" timeOffset="5085.145">8279 2241 6384 0,'0'0'4641'15,"0"0"-3893"-15,0 0-288 0,0 0 28 0,0 0 508 16,0 0-200-16,0 0-100 0,0 0 84 0,0 0 184 0,0 0-180 15,71 63-340-15,-63-23-36 0,-3-3-124 16,-5-2-172-16,0 0-68 16,0-4-44-16,0-2-112 0,0-7 4 15,0-6-104-15,0-7 64 0,0-4 0 16,4-5 36-16,4 0 16 0,-1-11-152 0,6-2-64 16,2-5 128-16,6-8 60 0,-2-2-28 15,1 2 140-15,0 1 12 16,4 3 12-16,-4 2 0 0,0 9-12 0,-5 4-60 15,2 0-88-15,-6 7-64 0,2 0 212 16,-5 7 136-16,-1 2 164 0,1 7-4 16,1-1 76-16,-5 5-12 0,-4-1-112 15,4 3-88-15,-4 0-108 0,0-3-52 16,0 4-60-16,0-5-128 0,0-1-44 0,0 2-140 16,0-6-260-16,0-5-360 0,0 3-580 0,3-8-928 15,-3 0-1689-15,8-6-1767 0</inkml:trace>
  <inkml:trace contextRef="#ctx0" brushRef="#br0" timeOffset="5403.906">8981 2308 7340 0,'0'0'3008'0,"0"0"-963"0,0 0-1573 0,3 73 0 0,-3-47 584 15,0-5 404-15,4-4-292 0,-4-5-596 16,4-6-572-16,4-6-76 0,1 0 76 15,6-3 36-15,1-9 200 0,7-8-236 16,2-1-124-16,-5-12-196 16,-1 5-180-16,-2-1 28 0,-6 4 80 0,-2 6 76 15,-5 6 80-15,-4 4 96 0,0 3 76 16,-9-1 56-16,-6 7-220 0,-2 0 140 16,-6 0-124-16,3 7 72 0,-1 5 140 0,2 7 12 15,3 7 204-15,0 2-76 0,8 7 36 16,0 0 112-16,4 3 40 0,0-3-16 0,4 0-80 31,0-4-72-31,4-5-160 0,4-7-124 0,4-7-120 0,4-5 120 16,4-7-12-16,4-3-380 0,8-16-432 15,-13 3-784-15,17-25-3421 0</inkml:trace>
  <inkml:trace contextRef="#ctx0" brushRef="#br0" timeOffset="5600.004">9454 2356 11129 0,'0'0'4016'0,"0"0"-3676"0,0 0 124 15,-48 79 616-15,36-60 60 0,9-3-364 0,-1-7-356 16,4 1-420-16,0-7-164 0,0 0-84 16,4 0 4-16,7-3-4 0,2 0-120 15,2 0-192-15,2-9-172 0,-2-7-224 0,5-6-656 16,-8 3-1612-16,8-17-3469 0</inkml:trace>
  <inkml:trace contextRef="#ctx0" brushRef="#br0" timeOffset="5806.608">9514 1581 2644 0,'0'0'7280'0,"0"0"-6247"0,0 0-1033 0,0 0 348 16,0 0 476-16,-11 98 364 0,11-50-20 0,0-1-208 15,3 11-284 1,5 2-60-16,0 4-28 0,0 1-120 0,0 9-180 16,0-4-68-16,-4 0-180 0,4-3-40 15,0-6-172-15,0-11-160 16,3-9-524-16,2-6-300 0,6-16-672 0,5-16-1080 16,-3-3-1641-16,14-22-1919 0</inkml:trace>
  <inkml:trace contextRef="#ctx0" brushRef="#br0" timeOffset="6041.392">10068 2095 8052 0,'0'0'4485'16,"0"0"-2349"-16,0 0-1364 0,0 0-460 15,0 0 144-15,0 0 220 0,-92 42 256 16,68-23-280-16,0-1-268 0,1 4-384 0,3-2-12 16,-1 2-136-16,6 3-88 15,7-6-60-15,-1 3 88 0,9-2 84 16,0 0 48-16,0-6 28 15,0 2 48-15,9-2 0 0,-1-2 0 0,3 1 84 16,6-5-84-16,2 3-8 0,1-5-40 0,5 1-112 16,-1-4-40-16,-5-3 16 0,5 0-304 0,0 0-168 15,4-3-336-15,0-4-784 0,-1 1-2485 16,1 2-3091-16,17-3 5685 0</inkml:trace>
  <inkml:trace contextRef="#ctx0" brushRef="#br0" timeOffset="6515.123">10435 1555 236 0,'0'0'9552'16,"0"0"-7659"-16,0 0-673 0,0 0-508 0,0 0 64 15,0 0 44-15,0 0-104 0,0 0-236 16,0 0-80-16,7 66 148 0,1-4 36 16,5 11 44-16,-2 9-112 15,-3 1-148-15,4-2-72 0,-4-7-64 16,0-1-176-16,1-9-56 0,-2-4-160 15,1-9-120-15,0-10-16 0,0-10-48 0,0-8-172 16,4-7-500-16,0-13-320 0,0-3-416 16,-1-6-1300-16,6-19-3337 0</inkml:trace>
  <inkml:trace contextRef="#ctx0" brushRef="#br0" timeOffset="6950.254">10697 2213 7764 0,'0'0'2812'0,"0"0"-1667"0,0 0-877 15,0 0-100-15,0 0 728 0,9 69 628 0,-9-62-36 16,0-4-600-16,4-3-428 0,-4 0-224 31,7 0-60-31,5-6 20 0,4-4 52 0,5-3-148 16,-2 1-100-16,5-7-236 0,-4 0-48 16,0 2 48-16,0-2 0 0,0 5 76 15,-5-3-28-15,2 1 176 0,-6 3-152 16,1 4 4-16,-3-1 124 0,-5 4 36 0,-1 3 96 15,-3-4 32-15,0 5-28 0,0-2-52 0,0 1-44 16,0 0-4-16,-3 3-8 0,-5-3 4 16,3-1 4-16,1 4 4 0,-4-3 132 15,5 3-48-15,-5-3-24 0,3 3 60 16,-3 0-64-16,-3 0 4 0,3 0 44 16,-5 0-56-16,2 0-52 0,-2 3-64 0,2 4-108 15,-1 2 12-15,-4 4-28 0,4 3 12 16,0 6 28-16,4 3-52 0,0 4 112 0,1 3-12 0,-2 3 92 15,9-1-152-15,-4 1 92 16,4-6 68-16,0-1 92 16,0-8 8-16,4-1 4 0,5-6-104 0,-2-1-100 15,5-2 48-15,4-1 48 0,0-3-68 16,4 1 56-16,4-7-276 0,4 0-160 16,-1 0-200-16,6-10-452 0,-1-2-876 15,-9 2-1237-15,13-15-2843 0</inkml:trace>
  <inkml:trace contextRef="#ctx0" brushRef="#br0" timeOffset="7942.652">11359 2054 1148 0,'0'0'4064'16,"0"0"-1632"-16,0 0-1408 0,0 0-376 31,0 0 104-31,0 0 281 0,0 0-161 0,-84 51-180 16,72-45-192-16,0 4-144 0,0-4-28 0,-4 4-8 0,4 2-28 16,1 4-64-16,2 3 24 0,1 6-28 15,1 4-44-15,3 0-44 16,-5 2 16-16,9-2 0 0,-4-4-16 0,4-3-132 15,0-5-4-15,0-8-64 0,0-2 56 16,9-4-64-16,-5-3-4 0,3 0 24 0,5 0-60 0,1-3 12 16,-2-8 88-16,6-4-4 0,2-3-84 15,-3-6-36-15,0-1 20 0,0-3-60 0,-4 2-64 16,0 4 24-16,-4 0-36 16,0 2 112-16,-1 5 40 0,-2 3 92 15,-1 6-120-15,-4 1-104 0,4 5-20 0,0 0-16 16,0 5 268-1,0 3 36-15,3 9 372 0,-2-2 52 16,-1 8-156-16,0-1-40 0,0 0-60 16,3-3-76-16,-7 0-128 0,9-3-68 15,-9-3-32-15,8-1-68 0,-4-5-32 16,3 0-28-16,1-1-128 0,1-6-408 0,-2 0-596 16,5 0-717-16,-3 0-2015 0,6-13-1108 15</inkml:trace>
  <inkml:trace contextRef="#ctx0" brushRef="#br0" timeOffset="8567.32">10857 2165 432 0,'0'0'1836'0,"0"0"-1572"0,0 0 296 0,0 0 2032 16,0 0-432-16,0 0-528 0,0 0-456 16,0 0-183-16,0 0-237 0,0 0-144 0,0 0-176 15,-28-54-120-15,20 51-36 0,0 3-40 16,4-3 4-16,-4 3-44 16,0 0 28-16,0 6-176 0,0 4-52 0,0 8-164 15,0 8 156-15,4 5 8 0,0 5 60 16,0 5 44-16,4 0-32 15,0-3-64-15,-4-6 84 16,4-6-88-16,0-10 44 0,0-10 16 16,0 0-64-16,0-6-64 0,4 0 56 0,4 0 8 15,4 0 88-15,4-6-88 0,0-5-64 16,4 0-24-16,4-8-24 0,0-1-116 16,-4-2-164-16,-1 0-12 0,2-1 112 15,-1 5 60-15,-5-1 4 0,2 3 48 0,-6 3 116 16,1 3-36-16,-3 3-40 0,-2 7 36 0,-3 0-88 0,4 0 188 15,-4 11 4 1,4 2 576-16,-4 2 12 16,0 7-220-16,4 0-152 0,-4 1 12 15,0-1-40-15,-1-2-188 0,2-8-40 0,3 1-164 16,0-7-12-16,4 1 28 0,4-7 84 0,4 0-136 0,-1-11-756 16,5-4-596-1,-7-1-1253-15,15-12-3555 0</inkml:trace>
  <inkml:trace contextRef="#ctx0" brushRef="#br0" timeOffset="9096.441">11522 2028 1280 0,'0'0'6460'0,"0"0"-5228"0,0 0-872 0,0 0 148 16,-92 52 484-16,68-37 101 0,1 4-169 0,-1 0-148 15,0 4-128-15,4 2-40 16,0 1-40-16,8 2-92 0,0 0-56 15,1 1-60-15,6 0 16 0,1-4-168 0,0 0-208 16,4-8 0-16,0-5 0 0,0-2-12 16,8-7-48-16,-3 0-40 0,10-3 48 15,1 0-120-15,8-9-192 0,4-4-128 16,0-10-136-16,3-4-152 0,1-3-184 0,-4-2-20 16,4 1 216-16,-8 6 204 15,0 6 111-15,-4 3 53 0,-4 6 208 0,-1 6 192 16,-6 1 48-1,3 3 288-15,-5 3 385 0,2 4 243 16,-5 5-32-16,4 1-16 0,-1-1-172 16,-3 5-176-16,5-4-128 0,2-4-392 15,1-2 4-15,1-4-40 0,2-3 64 16,9-7-72-16,-4-2-4 0,0-7-384 0,4-3 80 0,-4 0-100 16,-4 0-304-16,0 3-152 0,-8 0 180 15,-1 4 132-15,-2 2-4 0,-5 7 140 16,0 0 64-16,-8 3-89 0,-4 0 305 15,-1 3 4-15,-6 3 24 0,-1 3-36 16,1 8-28-16,-2 1 72 0,5 4 96 0,4 3 440 16,5 2 333-16,-2 1 91 0,5 0 56 15,0 1-40-15,4-4-16 0,0-2-56 16,0-4-316-16,8-3-216 0,4-6-48 0,4-4 48 16,12-3 24-16,0-3 12 0,8-9-240 15,4-4-72-15,0-6-496 0,-1-4-260 0,2 1-264 16,-2-3-524-16,-11 5-1085 0,8-8-3519 31</inkml:trace>
  <inkml:trace contextRef="#ctx0" brushRef="#br0" timeOffset="10206.712">12912 1952 4728 0,'0'0'10009'0,"0"0"-8209"0,0 0-1572 0,0 0 120 0,80-3-200 15,-48 0-60-15,-4-4 48 16,0 5-136-16,0-2-64 0,-5 1-20 0,5 0 72 16,-3 0-152-16,-5 3-148 0,-1-3-640 15,-3-1-272-15,-8 1-1208 0,-4 0-3289 16</inkml:trace>
  <inkml:trace contextRef="#ctx0" brushRef="#br0" timeOffset="10366.748">12881 2200 5928 0,'0'0'6117'16,"0"0"-5525"-16,0 0-388 0,0 0 460 15,83 7 148-15,-55-11-56 0,8-3-76 0,-4-1-148 16,8-6-296-16,4 3-160 15,-1-6-76-15,2 1-440 16,2 0-844-16,-15 4-584 0,20-1-3125 0</inkml:trace>
  <inkml:trace contextRef="#ctx0" brushRef="#br0" timeOffset="11123.038">14658 971 3736 0,'0'0'508'15,"0"0"3992"-15,0 0-2484 0,0 0-487 16,0 0-213-16,0 0-176 0,0 0-56 0,0 0-140 15,0 0-224-15,0 86-52 16,0-48-148-16,0 11-152 0,4 3-12 0,0 9-72 16,-1 12-40-16,1 6-88 0,1 10-20 15,-5 9-36-15,4 11-100 0,0 2 4 0,-4 3 0 32,0 4 28-32,0-3-32 0,0-5-196 15,0-6 120-15,0-5-8 0,0-6-24 0,0-14-64 0,4-6 48 16,3-17-144-16,1-12 8 0,5-5-60 15,-6-10-260-15,6-10-324 0,2-6-612 16,-3-7-160-16,4-6-972 0,5-6-3053 16</inkml:trace>
  <inkml:trace contextRef="#ctx0" brushRef="#br0" timeOffset="11699.173">15678 1298 4028 0,'0'0'7117'16,"0"0"-5089"-16,0 0-1112 0,0 0-208 0,0 0 172 0,0 0 140 15,43 73-88-15,-19-35-92 16,4 7-160-16,4 3-240 0,4 5-96 15,0 5-16-15,-4 2-84 0,0 0 48 0,0 1-48 16,-4 2-180-16,-1-6-64 0,-3-6-8 16,0-3-92-16,-4-7-84 15,4-6-32-15,-8-3-64 0,4-7-76 0,-4-2-244 16,0-4-384-16,0-7-332 0,0-5-452 16,-1-7-336-16,2-4-553 0,-6-5-583 15,1-22-2716-15</inkml:trace>
  <inkml:trace contextRef="#ctx0" brushRef="#br0" timeOffset="11963.579">16475 1320 5824 0,'0'0'2404'16,"0"0"-464"-16,0 0-1280 15,0 0-183-15,-68 82 447 0,44-49 328 16,0 2-108-16,-4 6-376 0,0 3-204 0,-8 10-120 15,-3 7-108-15,-6 6-60 0,-2 9-4 16,-5 0 88-16,-4 4 136 0,1-1-124 0,-5-3-140 16,4-4-228-16,0-1-4 0,9-8-8 15,-1-2-76-15,12-11-92 0,4-9-20 16,8-6-112-16,8-6-88 0,4-10-228 16,8-7-152-16,4-5-432 0,0 0-504 15,0-7-945-15,4 3-1291 0,12-9-1980 0</inkml:trace>
  <inkml:trace contextRef="#ctx0" brushRef="#br0" timeOffset="12416.116">17674 1044 168 0,'0'0'2976'15,"0"0"3592"-15,0 0-4811 0,0 0-833 0,0 0-120 16,-68 93 328-16,41-61 80 0,-5 1-156 15,-4 9-224-15,-1 0-272 0,2 9-204 16,-9 2-180 0,0 11 20-16,-3 6-72 0,-9 6-16 15,3 3-44-15,-6 11-16 0,-1-2-48 16,-4 4-8-16,-3 3-52 0,3 0 56 0,0 1-72 16,-3-4 68-16,7 0-40 15,-4-3 48-15,8-3 96 0,4-7-32 0,9-8 20 0,3-5-84 0,3-9 4 16,6-7 4-16,7-9-8 15,4-5-4-15,9-7-44 0,-2-7-24 16,5-10-64-16,4-2-100 0,1-4 4 16,3-6-64-16,0 0-112 0,0 0-152 15,0 0-212-15,7-6-100 0,1-7-88 16,8-3-1012-16,-8 4-1985 0,9-20-3275 0</inkml:trace>
  <inkml:trace contextRef="#ctx0" brushRef="#br0" timeOffset="12982.499">17311 1892 4108 0,'0'0'1472'0,"0"0"1836"0,0 0-1676 15,0 0-475-15,0 0-209 0,0 0-40 16,0 0 184-16,0 0 104 16,17 89-252-16,-10-49-236 0,1 9-64 0,5 5-128 15,-6-1-72-15,-3 5-24 16,0 2-176-16,-4-3-36 0,0 4-196 0,0-4-12 16,-4-3-88-16,0-7-120 0,0-5-24 15,1-10 48-15,3-7-36 0,-5-9-224 0,5-10-160 0,0-3-304 16,0-3-584-1,0 0-352-15,5-6-692 0,-5-16-2633 0</inkml:trace>
  <inkml:trace contextRef="#ctx0" brushRef="#br0" timeOffset="13286.441">17419 1974 432 0,'0'0'1460'0,"0"0"4464"16,0 0-4408-16,0 0-388 0,0 0 173 15,83-35 3-15,-59 33-96 0,-3-5-208 0,7 4-108 16,0 3-216-16,-1 0-288 0,1 0-140 16,0 6-112-16,-4 7 12 0,0-1 12 15,0 7 88-15,-9 4-60 0,2 5-4 0,-6 4 12 16,-7 6 0-16,-4 1 16 0,0 5-80 16,-7 1-56-16,-1 2-4 0,-12-3 40 0,3 4-4 15,-6 0-8-15,-1-1-88 16,-4-3 72-16,0-2-76 0,0 0 68 15,-4-9-76-15,-4 6 0 0,5-7 0 0,-1-3-64 16,4-1-68 0,0-8-140-16,4-5-232 0,4-5-124 15,4-8-164-15,0-2-188 0,4-2-496 16,0-11-1256-16,8-3-2941 0,1-16-819 0</inkml:trace>
  <inkml:trace contextRef="#ctx0" brushRef="#br0" timeOffset="13833.918">17961 2577 5460 0,'0'0'4904'15,"0"0"-3447"-15,0 0-753 0,0 0-308 0,0 0 304 0,0 0 340 16,0 0-208-16,0 0-152 0,0 0-276 16,0 0-216-16,91 17-64 0,-70-17-40 0,-2 0-80 15,-3 0 0-15,1 0-4 16,-2 0-4-16,-3 0-96 0,0 0-12 15,-4 6 48-15,0 4 64 0,0 8 64 0,-4 2 20 32,-4 5 68-32,0 6-104 0,0 4 40 0,0 1-28 15,-4 5-56-15,-1 0-8 0,2 0-8 16,3 5-100-16,-4-6 28 16,4 2 76-16,0-4-132 0,0-10-32 0,0-3-80 15,4-2-152-15,4-5-364 0,-4-5-456 0,8 0-420 16,-8-6-1025-16,3-4-2623 0</inkml:trace>
  <inkml:trace contextRef="#ctx0" brushRef="#br0" timeOffset="14487.899">18761 1177 1840 0,'0'0'376'15,"0"0"408"-15,0 0 3792 0,0 0-3124 0,0 0-584 16,0 0-352 0,0 0 37-16,0 0 131 0,0 0-4 15,0 0-156-15,4-12-52 0,-4 12 12 16,0 0 24-16,0 0-64 0,0 0-92 0,0 0-64 16,4 0-48-16,-4 0-16 0,5 0 40 0,-1 0 40 0,4 0-4 15,-1 4-48-15,1 1-68 0,5 5-48 31,-2 2-60-31,2 5 48 0,-2 8 76 0,1 4-28 0,-3 2 88 0,-2 8 136 16,1 1-40-16,-4 4-184 16,4 5-172-16,-4 1-36 0,4 11 36 0,0 9-8 15,-1 6 8-15,-2 6-12 0,-1 11-88 16,0-1-60-16,0 6 0 0,0-6 24 0,0 3-36 16,-4-9-172-16,3-6 20 0,2-11-160 15,3-8-64 1,0-8 196-16,-1-11 124 15,2-8 28-15,-1-1-960 0,0-12-888 0,-5-4-825 16,10-4-1719-16</inkml:trace>
  <inkml:trace contextRef="#ctx0" brushRef="#br0" timeOffset="15353.824">17272 3352 4128 0,'0'0'1240'0,"0"0"2012"0,0 0-2136 0,0 0-576 0,0 0 80 16,0 0 281-16,0 0 47 0,28 64 8 16,-21-42-128-16,1-3-288 0,1 0-72 15,-2-6-40-15,-3-4-112 0,4 2-104 16,-4-8-64-16,5-1-36 0,-2-2 64 15,5 0-76-15,4-5 24 16,0-6-12-16,0-5-60 0,3 1-52 0,-2-4-140 16,3 3-96-16,-4 0 0 0,4 10 12 15,-5-1 12-15,2 7-56 0,2 7 268 16,-3 2 24-16,0 10-24 16,0 0 88-16,-4 6 28 0,-4-2 0 15,0 2-116-15,0-6 72 0,-4 0-20 16,-4-3 8-16,4-4-8 0,-4-5-52 0,0 0 0 15,3-4-124-15,-3-3-28 16,0 0 48-16,5 0-20 0,-1-3-28 0,4-4 152 0,0 0-100 16,4-5-12-16,0 3-16 15,4-3 80-15,0 5-40 0,0-3 76 16,-1 6-52-16,6 4-100 0,-6 0 164 0,5 0 12 0,4 0 0 16,-4 0 116-16,0 0-40 15,4 0-84-15,0-5 8 0,3-5 84 0,-3-3-96 16,4-3-452-16,-3 0-548 0,-5 1-644 15,-1-1-1049-15,-6 6-2215 0</inkml:trace>
  <inkml:trace contextRef="#ctx0" brushRef="#br0" timeOffset="15714.411">17575 3975 1228 0,'0'0'5440'0,"0"0"-2624"0,0 0-1199 15,0 0-705-15,0 0-132 0,0 0 88 16,0 0 132-16,4 82-180 0,-8-62-228 0,4-2-288 0,0 1-168 16,0 1-136-16,0-8 0 0,0 1-48 15,0-4-16-15,0-2-48 16,0-4-80-16,0-3-272 0,0 0-128 0,0 0-228 16,7-10-72-16,-3-2-168 0,4-4-613 0,4-3-683 15,-4-7-1972-15,4 4 1056 0,-4-3 2800 16</inkml:trace>
  <inkml:trace contextRef="#ctx0" brushRef="#br0" timeOffset="15853.309">17730 3924 1932 0,'0'0'508'0,"0"0"2032"0,0 0 608 0,0 0-1504 0,0 0-868 15,0 0-195 1,0 0 51-16,8 89 124 0,-8-67-16 0,0 3-192 16,0 1-204-16,0-3-180 0,0-2-164 15,4-2-52-15,-4 0-164 16,3-5-484-16,-3 0-436 0,0 0-525 0,0-5-1095 15,0-2-2944-15,0-1 4160 0</inkml:trace>
  <inkml:trace contextRef="#ctx0" brushRef="#br0" timeOffset="16264.885">17753 4588 1772 0,'0'0'1904'15,"0"0"4888"-15,0 0-4787 0,0 0-997 16,0 0-244-16,0 0-44 0,0 0 100 16,0 0 72-16,0 0-220 0,0 0-288 15,0 0-76-15,-64-16-172 0,53 16-60 0,-6 10-76 16,2 2-52-16,-1 7 52 0,-4 6 16 0,4 7 132 15,-3 7 24-15,-2 1 36 0,5 8 52 0,1 0 60 16,-2-4 60-16,9 1-64 0,1-4-84 16,-1-6-24-16,4-3-24 15,4-10-52-15,0-2-32 0,8-8-40 0,3 1 0 16,6-5 28 0,2 3-28-16,5-5 48 0,0 0 88 15,4-6-64-15,0 0-120 0,0 0-12 0,-5-4-60 16,2-4-160-16,-5 1-60 0,-5-5 48 15,2 1-120-15,-10-1-64 0,-3-1-232 16,0-3-200-16,-4 1-488 0,0-1-888 16,-4 0-1632-16,-7 0-1377 0,3 3-654 0</inkml:trace>
  <inkml:trace contextRef="#ctx0" brushRef="#br0" timeOffset="16526.702">17634 4936 5004 0,'0'0'5660'15,"0"0"-3183"-15,0 0-1013 0,0 0-748 0,0 0-248 16,0 0 236-16,0 0 352 0,0 0 8 0,0 0-348 15,0 0-364-15,87 13-352 16,-70-22-24-16,-6 3-292 0,6-7-16 16,-10 3-124-16,1 2-212 0,1-3-40 0,-5 5-76 15,-4-1-84-15,4 7 60 0,-4 0 300 16,0 0 372-16,0 5 136 0,0 3 276 16,0 5 16-16,0 6 212 0,0 4 64 15,0 2 24-15,0 0-68 0,0 1-176 0,3-1-112 16,1 4-72-16,0-1-40 15,0-2-116-15,1 2 60 0,3-2-68 16,-5-4-12 0,5 0-100-16,0-6-96 0,-3 3-380 0,2-6-376 0,1-4-752 15,0-3-3213-15,-4-2-3039 0,0-4 7432 0</inkml:trace>
  <inkml:trace contextRef="#ctx0" brushRef="#br0" timeOffset="17517.143">19901 1994 7160 0,'0'0'4093'16,"0"0"-2501"-16,0 0-636 0,0 0-552 16,0 0 28-16,0 0 96 0,0 0 40 0,0 0 12 15,0 0-68-15,0 0-64 0,99 15-224 16,-71-11-36-16,0-4-188 0,0 0-16 15,0 0-68-15,-4 0-40 0,-4-4 0 16,4-3-40-16,-8 1-456 0,0 1-488 0,-4-2-792 16,-4 0-2617-16,-8 1-3715 0</inkml:trace>
  <inkml:trace contextRef="#ctx0" brushRef="#br0" timeOffset="17692.847">19850 2321 484 0,'0'0'9580'0,"0"0"-7943"0,0 0-1637 0,0 0 4 0,0 0 796 15,0 0 384-15,0 0-16 0,87 18-352 16,-47-18-324-16,4-2-252 0,0-8-228 0,7 0-12 16,-3-3-160-16,3 1-120 15,-2-1-512-15,-1 1-1240 0,-12 2-2129 16,7-6-3023-16</inkml:trace>
  <inkml:trace contextRef="#ctx0" brushRef="#br0" timeOffset="18116.821">21686 673 8088 0,'0'0'1452'0,"0"0"-1036"0,0 0 204 0,0 0 921 0,0 0-33 16,0 0-452-16,0 0-176 15,4 98-112-15,0-50-44 0,1 6-64 0,-5 6-44 16,0 7-220-16,0-1-188 0,0-2-84 16,-5 2-124-16,1-1-60 0,0-2-76 15,-4-3-24-15,1-6-52 0,-2 0 4 16,1-7-52-16,-3 2-396 0,2-5-364 15,-3-3-696-15,5-9-1268 0,-14 12-3049 16</inkml:trace>
  <inkml:trace contextRef="#ctx0" brushRef="#br0" timeOffset="18425.098">20842 2156 11849 0,'0'0'2324'16,"0"0"-2044"-16,0 0-280 0,0 0-64 0,0 0 64 15,0 0 656-15,0 0 24 0,0 0 136 16,0 0-128-16,111 7-256 0,-63-7-20 0,8 0-44 16,11 0-48-16,5-7-24 0,8 0-76 15,4-3-36-15,3 4-48 0,4-6-24 0,5 2-64 16,0-3-48-16,0 4 4 0,-4-4-4 15,-1 0-40-15,1 4 28 0,-5-1-184 16,-7-2 132 0,-4 1-56-16,-5 6-52 0,-11-4-28 15,-4 4-204-15,-12-1-188 0,-1 4-4 16,-11-1-228-16,1 3-396 0,-10-3-652 0,-3 3-1053 16,-8-4-3215-16</inkml:trace>
  <inkml:trace contextRef="#ctx0" brushRef="#br0" timeOffset="19295.154">21280 2565 2692 0,'0'0'0'0,"0"0"4072"0,0 0-2460 0,0 0 120 16,0 0-351-16,0 0-21 0,0 0-136 15,0 0-112-15,0 0-248 0,0 0-344 16,0 0-148 0,0 4-60-16,0 11-64 0,4 14-48 15,-4 12 72-15,3 9 12 0,5 15 36 0,-3 1 12 16,-1 1-36-16,0 2-76 0,-4 1-60 15,0-3-148-15,0 0-12 0,0-1-132 0,0-2-52 16,-4-6 12-16,0-2-84 16,4-8-52-16,0-6-200 0,0-14-36 15,4-6-104-15,7-6-228 0,6-9-384 0,-2-7-572 16,6 0-1009-16,-6-7-1627 0,9-19-520 0</inkml:trace>
  <inkml:trace contextRef="#ctx0" brushRef="#br0" timeOffset="19659.112">22101 2537 7036 0,'0'0'3204'0,"0"0"-1635"0,0 0-825 0,0 0-476 16,-104 44 128-16,72-18 280 0,0 8 528 0,4 7-164 16,-4 7-236-16,8 3-244 15,1 6-112-15,3 3-68 0,4 5-44 0,0-2 8 16,8-3-76-16,4 0-8 0,4-3-52 16,0-6 48-16,4-3-12 15,8-13-36-15,0-3-60 0,4-7-64 0,8-3-76 16,0-6 52-16,-1-7-52 0,5-2-4 0,4-4-4 15,-4-3-232-15,4-6-72 0,-4-7 12 16,-4-3-52-16,0-6-196 0,-5-1-164 0,-2 1-248 16,-6-4-712-16,-7 5-932 15,-4 5-2273-15,-4-6-2839 0</inkml:trace>
  <inkml:trace contextRef="#ctx0" brushRef="#br0" timeOffset="19822.242">21882 3194 5976 0,'0'0'6429'0,"0"0"-4733"0,0 0-924 0,0 0-380 0,0 0-40 16,0 0 540-16,0 0 104 0,0 0-240 0,0 0-288 16,95 51-236-16,-75-55-156 0,4-5-76 15,0-7-48-15,0 0-716 16,-1 0-116-16,-3-3-448 0,-3 0-920 0,-6 0-2097 16,-3 6-2471-16,-4 4 4209 0</inkml:trace>
  <inkml:trace contextRef="#ctx0" brushRef="#br0" timeOffset="19958.261">22124 3165 2936 0,'0'0'5676'16,"0"0"-3011"-16,0 0-1525 0,-4 76-488 0,4-47-92 0,0-4 368 15,0 1 168-15,4 2-216 16,1-6-244-16,3 1-212 0,-1-1-152 0,-3-3-164 16,4-3-108-16,1-3-188 0,-2-4-144 15,5-6-392-15,0-3-192 0,8-9-584 16,-8-4-1296-16,16-18-4669 15</inkml:trace>
  <inkml:trace contextRef="#ctx0" brushRef="#br0" timeOffset="20196.588">22578 2744 5156 0,'0'0'7041'16,"0"0"-4913"-16,0 0-1420 0,0 0-344 0,0 0 304 0,0 0 520 0,0 69-24 31,4-41-240-31,5 4-424 0,-5 3-180 0,4 6 8 0,-1 1 0 0,1 8 16 0,-3 1-88 16,3 3-120-16,-5 7-136 0,1-1-96 15,0 0 8-15,-4 1-140 16,0-4-224-16,0 0-160 0,0-7-48 0,0 1-236 16,0-6-456-1,0-1-528-15,0-9-916 0,4-10-2145 16,0 0-2143-16</inkml:trace>
  <inkml:trace contextRef="#ctx0" brushRef="#br0" timeOffset="21714.504">23873 1384 2036 0,'0'0'156'0,"0"0"4100"0,0 0-1376 0,0 0-827 16,0 0-693-1,0 0-568-15,0 0-256 0,0 0-8 16,0 0-48-16,0 0-24 0,0 0 20 16,120-26 28-16,-72 26-140 0,7 0-68 0,5 0-108 15,0 4-4-15,7 3 80 0,2-2 128 16,-2-2 68-16,5-3-328 16,0 0-132-16,0-3-8 0,-5-6-100 0,-3-4 104 15,-8 0-120-15,0-2-224 0,-13 2-492 0,-2-3-232 16,-14 4-440-16,-3-1-764 0,-12 6-985 15,-8-2-2111-15</inkml:trace>
  <inkml:trace contextRef="#ctx0" brushRef="#br0" timeOffset="22083.853">24041 1479 888 0,'0'0'2136'0,"0"0"2212"15,0 0-3116-15,0 0-236 0,0 0 517 0,0 0-177 16,0 0-176-16,79 67-120 0,-51-48-144 0,4-3-244 16,0 3-336-1,-4-3-164-15,4 3-40 0,-8-3-112 16,0 3-176-16,-5 0 52 0,-2 6 36 16,-10 0 0-16,-3 7 76 0,-4 6-144 15,-7 7 108-15,-10-1 36 0,-2 4-104 16,-1 0 104-16,-4-7 12 0,4-3 44 15,-4-3 80-15,4-6 4 0,4-1-24 16,0-5-92-16,8-4 100 0,4-7 0 0,4 1 0 16,0-4-104-16,16 4 92 0,4-4-24 0,8 1 108 15,8-1-20-15,-1-2 108 0,10-4 284 16,-2 3-108-16,6-6-240 0,-2 0-124 0,5 0-84 16,0 0-120-16,-1-6-52 15,1 0-620-15,-3-1-784 0,-14 1-1496 16,12-7-6009-16</inkml:trace>
  <inkml:trace contextRef="#ctx0" brushRef="#br0" timeOffset="22932.146">24403 2965 1828 0,'0'0'952'16,"0"0"-772"-16,0 0 1504 0,0 0 1188 0,0 0-976 16,0 0-616-16,0 0-251 15,0 0-17-15,0 0-196 0,0 0-116 16,-79 26-104-16,59-4-144 0,4 6-88 15,-4 4-60-15,0 6-40 0,4 0-36 0,4 1 56 16,4-8-84-16,8-5-100 0,0-4-100 16,0-10-160-16,0 1-52 0,8-7-28 15,4-2 12-15,0-4 128 0,4 0 24 16,0-4 16-16,0-2-92 0,3-7-88 16,-2-2 56-16,-2 2 184 0,2-3 4 0,-6 4 4 15,2 2-8-15,-6 4-76 0,1 2-72 16,-4 4-56-16,5 4 180 0,2 5 24 0,-3 4 300 15,8 6-20-15,-4 3 20 0,1 3-112 0,-2 1 80 16,1 2-4-16,0 0-40 16,-4 2 72-16,-4-2-60 0,0 1 76 15,0 2 36-15,-4-3 108 0,-4 5 72 0,0-5-156 16,-4-2-152 0,-3-1-12-16,2-6-12 0,1 0-76 0,0-6-20 15,0-4 20-15,0-2 40 0,0-4-24 0,-3 1-4 16,-2-1-132-16,2-3-24 0,-2 0-48 15,-2 0-76-15,2-10-36 16,-6 0-84-16,2-3-148 16,2-6 72-16,-2 0 12 0,2-3-172 0,3-1 48 15,0-2-4-15,8 3-48 0,0 0-192 0,4-3-484 16,0 2-300-16,8 1-704 0,7 0-785 0,-2 3-2083 16</inkml:trace>
  <inkml:trace contextRef="#ctx0" brushRef="#br0" timeOffset="23186.063">25160 2813 3876 0,'0'0'3060'16,"0"0"-192"-16,0 0-1615 0,0 0-317 16,0 0 256-16,-84 85 408 0,57-50-316 15,3 3-432-15,-4 4-328 0,8 2-180 16,0-3 52-16,8 1 12 0,5-5-76 15,3-1-60-15,4-4-164 0,0-4-92 16,7-3-16-16,1-9 0 0,0 0-52 16,8-6 52-16,-4-1 12 0,4-6-12 15,0-3-44-15,0 0-140 0,0-6-76 16,-4-6-184-16,3-1-112 0,-6-6-348 16,-1-4-880-16,0 8-3109 0,-5-11-3103 0</inkml:trace>
  <inkml:trace contextRef="#ctx0" brushRef="#br0" timeOffset="23349.089">24913 3123 848 0,'0'0'1472'16,"0"0"2784"-16,0 0-1116 0,0 0-1179 0,0 0-461 16,0 0-216-16,0 0-276 0,0 0-332 0,84 23-196 15,-60-23-256-15,4-6-224 0,3-7-384 16,-3-3-108-16,4-3-300 0,4-6-412 15,-8 6-1340-15,12-16-3005 0</inkml:trace>
  <inkml:trace contextRef="#ctx0" brushRef="#br0" timeOffset="23611.66">25595 2695 3588 0,'0'0'8709'15,"0"0"-7369"-15,0 0-804 0,0 0 372 16,-79 35 516-16,58-9-132 0,-3 2-316 15,4 9-384-15,-3 9-176 0,6 4-12 0,-3 4 156 16,8 1 160-16,-3-5-199 0,6-3-133 0,2-1-144 0,3-5-28 16,4-6-80-16,0-7-40 0,0-6-88 31,4-6 52-31,3-4-60 0,2-1-72 0,3-5 0 16,-1-2-88-16,2-4-80 0,2 0-52 15,2-10 64-15,-2-3-101 0,1-3-195 16,-4-7-208-16,1 1-576 0,-6 0-844 15,-3 3-2540-15,-4 0-2681 0</inkml:trace>
  <inkml:trace contextRef="#ctx0" brushRef="#br0" timeOffset="23770.572">25364 3169 6340 0,'0'0'5993'0,"0"0"-4921"0,0 0-436 0,0 0 516 0,0 0 208 0,0 0-92 15,79 13-416-15,-59-18-324 0,5-1-308 16,-6-7-120-16,5 1-88 0,0-4-12 15,-5-3-452-15,5 0-212 0,-3 0-340 0,-6 0-372 16,-2 3-744-16,-2 1-1029 0,-3 2-1451 16,-3 6-264-16,-1 0 3561 0</inkml:trace>
  <inkml:trace contextRef="#ctx0" brushRef="#br0" timeOffset="23886.194">25666 3035 2164 0,'0'0'756'0,"0"0"4652"0,-19 70-2563 0,10-42-1369 15,5 2-824-15,-4 1-92 0,5-2 200 0,-1 2 248 16,0-3-176-16,0 1-308 0,4-3-216 0,0 0-132 15,0-1-140-15,4-3-36 0,0-3-560 16,3-3-444-16,-3-4-572 0,4-5-1412 16,-3 2-4065-16</inkml:trace>
  <inkml:trace contextRef="#ctx0" brushRef="#br0" timeOffset="24592.324">26085 1495 2692 0,'0'0'456'0,"0"0"5008"0,0 0-3188 0,0 0-287 31,0 0-321-31,0 0-272 0,0 0-292 15,0 0-272-15,0 0-164 0,95 32 8 16,-59-7-76-16,5 4-148 0,2 6-24 0,0 6-124 16,2 7 48-16,-2 3-72 15,2 2-47-15,-2 1-61 0,-3 0 8 16,-4 0-180-16,0-6-72 0,-8-4-24 0,0-5-112 16,-1-8 23-16,-3-1-43 0,-4-5-164 15,1-6-352-15,-2-7 24 0,-3-3-240 16,-4-5-612-16,-1-4-1144 0,-2 0-2013 0,-5-16-2267 15</inkml:trace>
  <inkml:trace contextRef="#ctx0" brushRef="#br0" timeOffset="24820.225">26695 1514 5488 0,'0'0'4'15,"0"0"4812"-15,0 0-3667 0,0 0-741 0,0 0 236 16,0 0 464-16,-80 67 148 0,64-29-200 0,-4 6-376 15,0 4-144-15,-4 6-40 0,0 2-100 0,-4 6-88 16,-4-1-60-16,-3 4-148 0,-6-1-100 16,6 0-124-16,-5-5 48 15,0-1-84-15,5-8-160 0,7-8 24 16,4-11-164 0,7-8-164-16,13-13-404 15,4-7-872-15,0-3-2129 0,8-17-1523 0</inkml:trace>
  <inkml:trace contextRef="#ctx0" brushRef="#br0" timeOffset="25435.499">27507 971 416 0,'0'0'952'0,"0"0"4540"0,0 0-2600 0,0 0-983 0,0 0-745 15,0 0-28-15,-84-25-84 0,65 37-248 16,-1 4-236-16,0 12-68 0,-4 8 32 16,0 2-8-16,8 0-144 0,0-3-44 0,5-3-164 15,2-11-172-15,5-2-12 16,4-8-148-16,0-5-64 0,4-3-48 0,5 0 88 15,6-3 48-15,5-3-24 0,3-10-140 16,2 1 28-16,-1-10-216 0,0-1 72 0,-5 1 104 16,1 3-80-16,-3-3 180 15,-2 6 112-15,-2 3-88 0,-6 7 112 16,1 3-28 0,0 3-20-16,-4 0 124 0,4 9 152 15,0 7 300-15,-4 6-176 0,8 7-72 0,-4 2 44 16,-4 1-120-16,8 7 188 0,-5 2 68 15,-2-3 64-15,-1 4-72 16,-4-4-128-16,4-4-140 0,-4 1-96 0,0-6 76 16,0-1 12-16,-4-6-4 0,-5 0-32 15,2-3 8-15,-5-2-8 0,0-4-64 0,-4-1-284 16,0-6-260-16,-7-2-188 0,-9-1-324 16,-5-3-708-16,5 0-2305 0,-28-3-2695 0</inkml:trace>
  <inkml:trace contextRef="#ctx0" brushRef="#br0" timeOffset="25888.71">25834 911 1528 0,'0'0'6972'15,"0"0"-4231"-15,-24 89-1229 0,16-41-120 16,4 9 20-16,0 7-144 0,0 5-236 16,4 7 28-16,0 4-336 0,0 2-272 15,0 7-48-15,8 6-88 0,-4 7-144 16,0 6-60-16,0-1-52 0,4-2-60 16,-5 1 0-16,2-5-56 0,-1-2 44 0,-4-11-52 15,4-1-156-15,4-5-144 16,-4-6-28-16,3-6-36 0,6-10-36 15,-2-7-28-15,6-1-188 0,7-14-152 0,-1-4-444 16,5-8-668-16,4-10-832 0,-4-7-1577 16,8-9-1931-16</inkml:trace>
  <inkml:trace contextRef="#ctx0" brushRef="#br0" timeOffset="26304.777">28491 974 4048 0,'0'0'284'16,"0"0"4484"-16,0 0-2263 0,0 0-865 15,4 77-204-15,-4-45-80 0,0 2-140 16,0 11-112-16,0 2-268 16,-4 5-176-16,0 4-132 0,-3 4 8 0,-2 4-60 15,1 6-88-15,-3 3-71 0,3 6-29 0,-1 4-116 16,2-1-40-16,-1 4-132 0,0-6-52 0,-1-1-104 15,2-6-76-15,3-3 12 0,-4-7-57 16,8-3 21-16,-5-5 0 16,5-4 12-16,0-7-60 0,0-6-100 15,5 4-256-15,-1-11-52 0,0 1-260 16,0-7-360-16,0-3-632 0,-1-3-688 16,-3-6-1841-16,0 0-1967 0</inkml:trace>
  <inkml:trace contextRef="#ctx0" brushRef="#br0" timeOffset="73837.166">2462 7252 3404 0,'0'0'0'0,"0"0"-272"0,0 0-904 0,0 0 1176 16,0 0 80-16,0 0 284 0,0 0 432 16,0 0-208-16,0 0 220 0,-4-64-212 15,4 61 276-15,0 0-260 0,0-4-364 0,0 4-104 0,0 0 128 16,0 0 1740-16,0-4-1288 0,0 4-480 16,0-3-236-16,0 3 601 0,0-1 47 0,0 2-16 15,0 2-52-15,0-5 28 16,0 3 132-16,0 2-88 0,0 0-184 15,-4 0-84-15,-5 0-80 0,-2 0-96 0,3 0-100 16,-12 2-16 0,4 5-64-16,-8 6-36 15,-4 3-48-15,-7 6 40 0,-1 8 4 0,-5 0 0 0,2 2 4 0,-1 6 4 16,0 1 60-16,4-5-64 0,4 1 76 0,4-3-16 16,5 0-60-16,3-4-60 15,7-5 8-15,2-4 40 0,7-3 12 16,0-7 88-16,4 1-12 0,0-4-76 15,8-3 112-15,3 4-24 0,2 0 208 16,7 1-120-16,-1 3-128 0,6-2 88 16,6 3 52-16,-3-2-4 0,0 5 152 0,4-1-64 15,-4 1-140-15,0 1-20 0,-5 3 48 16,1-3-84-16,-7 0-4 0,-2 0 88 16,-6 0-48-16,3-1 32 0,-9-2-20 15,1-1-12-15,-4 2-4 16,0-2 76-16,0-2-48 15,-4 3 72-15,-7-4 12 0,-2 4-64 0,-2-5-92 0,-2 3-64 0,-2-2-232 0,-5 1 28 32,0-4-28-32,4-3-64 0,-4 0-72 15,0-3 36-15,0 0 0 0,4 0 0 0,1 0-36 16,2-3-40-16,2-3-116 0,6 3-24 0,5-3-256 16,0-4-292-16,4 1-224 0,0-1-576 15,8-6-609-15,1 4-743 0,10-11-1252 16</inkml:trace>
  <inkml:trace contextRef="#ctx0" brushRef="#br0" timeOffset="74167.299">2550 7591 6612 0,'0'0'1324'16,"0"0"-504"-16,0 0 228 15,0 0 617-15,0 0-129 0,0 0-312 0,7 63-228 0,-7-37-152 16,0 2-192-16,0 5-152 15,-3-2-216-15,3 1-136 0,0-4-148 16,0-3-60-16,0-4-104 0,3-10 16 16,1-1-24-16,4-3-16 0,-3-7 88 15,3 0 100-15,-1 0 52 16,10-13 28-16,-6 0-76 0,6-6-8 0,2-6-108 0,-3-4-112 16,-4 0-24-16,4 1-8 15,-4 3 80-15,-1 6 28 0,-2 6-28 16,-1 6-40-16,0 1-8 0,-5 4 32 0,1 2 192 15,1 0 100-15,-5 2 356 0,4 7 172 0,-4 1 12 16,4 9-180-16,-4-1-100 0,0 6-100 16,0 1-100-16,-4 3-160 0,4-5-84 15,-4 2-328-15,4-6-556 0,0-6-164 16,0-7-296-16,4-2-756 0,4-4-409 0,-1-7-695 16,6-15-816-16</inkml:trace>
  <inkml:trace contextRef="#ctx0" brushRef="#br0" timeOffset="74384.886">2999 7661 1384 0,'0'0'5440'0,"0"0"-3736"16,0 0-864-16,0 0 296 0,17 92 397 15,-17-57-357-15,0 3-108 16,-4 10-4-16,-4 9-96 16,-1 6-244-16,-2 7-176 0,3 16-128 0,-4 7-100 15,0 5-48-15,4 4-88 0,-8-2-120 16,4 0-52-16,4-9-12 0,-4-15-124 0,4-12-36 15,4-13-12-15,1-16-212 0,3-13-212 16,0-12-224-16,0-10-512 0,3-4-992 16,5-5-245-16,4-29-1959 0</inkml:trace>
  <inkml:trace contextRef="#ctx0" brushRef="#br0" timeOffset="74638.544">3087 7878 7868 0,'0'0'4837'0,"0"0"-4441"0,0 0-232 0,0 0 104 16,0 0 532 0,0 0-40-16,0 0-56 0,0 0-248 0,0 0-284 15,0 0-120-15,0 0 236 0,52-26 184 16,-36 48 48-16,-4 12-136 16,0 11-124-16,-8 12-188 0,-1 13-72 0,-3 3-8 15,0 6-116-15,-11-3-72 0,3-2-64 16,-4-7 24-16,-4-13-60 15,5-10-128-15,-6-9-328 0,6-10-92 0,2-8-240 0,1-15-356 0,1-4-601 16,3-9-2707-16,4-27 276 0</inkml:trace>
  <inkml:trace contextRef="#ctx0" brushRef="#br0" timeOffset="74883.336">3482 7741 8584 0,'0'0'2777'0,"0"0"-2173"0,0 0-272 16,7 85 284-16,-3-40 680 16,-4 6-172-16,0 9-256 0,0 9-352 0,0 8-80 15,0 8-12-15,-4 3-80 0,-3 5-156 16,-1 3-28-16,-5-7-148 16,2-4 0-16,-6-2 76 0,2-10-4 0,3-6-32 0,-4-10-52 15,4-9-4-15,4-14-60 16,4-5-20-16,0-13-64 15,4-11-176-15,0-5-320 0,0-2-264 16,0-10-76-16,4-14-244 0,0-16-544 16,4 8-1373-16,-4-50-2635 0</inkml:trace>
  <inkml:trace contextRef="#ctx0" brushRef="#br0" timeOffset="75084.997">3534 7778 12045 0,'0'0'1536'16,"0"0"-1472"-16,0 0-56 0,0 0 624 15,0 0 216-15,0 0 312 0,0 0-276 0,0 0-460 16,0 0-128-16,0 0 40 16,47 58-104-16,-34-26-20 0,-6 6-40 15,-3 9-172-15,-4 7-224 0,-4 7-60 0,-3-4-232 16,-6 0-244-16,2-10-204 0,3-12 124 16,4-9-8-16,-1-15-156 0,5-11-324 15,0-4-593-15,9-19-395 0,-1 4-588 16,12-32-1768-16</inkml:trace>
  <inkml:trace contextRef="#ctx0" brushRef="#br0" timeOffset="75354.424">3940 7813 2720 0,'0'0'5924'0,"0"0"-3716"0,0 0-819 0,36 67-9 16,-32-41 316-16,-1 2-152 0,-3-2-300 16,4-4-420-16,-4-3-404 0,0-10-300 0,0-2-120 15,5-7-144-15,-1 0-28 16,4 0 36-16,3-4 60 0,2-8 76 15,2-1-84-15,-2-6-176 0,-2 0-60 0,-3 0-24 16,-4 3 108-16,-4 7 236 16,0 2 60-16,-4 4 116 0,-11 0-80 15,-6 3-84-15,-3 0 12 0,-4 0 28 16,1 0 96-16,-1 3 12 0,0 7 12 0,4-1-172 16,4 1 0-16,5-1-172 0,2 0-64 0,9 1-160 15,0-3-136-15,4-1-644 0,0-3-512 16,13-3-1328-16,6-3-1197 0,1-3 1413 15,16-20-1567-15</inkml:trace>
  <inkml:trace contextRef="#ctx0" brushRef="#br0" timeOffset="75624.791">4378 7610 5868 0,'0'0'2144'0,"0"0"-268"0,0 0 21 16,0 0-145-16,0 0-144 0,48 73-112 16,-52-41-276-16,-12 6-380 0,1-3-200 15,-6 3-28-15,5-7-124 16,1-5-232-16,-2-6-244 0,9-8-12 0,5-2-60 15,-1-7-52-15,4 0-144 0,0 0-196 0,4-1-48 16,3 3 376 0,10 1 124-16,-2 0 124 0,5 4 20 15,1-4-20-15,-6 3-116 0,1 1 92 16,0-4-28-16,-5 4 0 0,-2 3 112 0,-5-4-60 16,0 8-40-16,0-3 52 0,-4 5-124 15,0 4-12-15,-8 0-60 0,-5-4-236 16,6 0-340-16,-1-7-224 0,4-2-132 15,0-4-100-15,0-6-156 0,4-6-372 0,0-7-468 16,0 4-881-16,0-20-1859 0</inkml:trace>
  <inkml:trace contextRef="#ctx0" brushRef="#br0" timeOffset="75924.863">4752 8017 7492 0,'0'0'2112'16,"0"0"-743"-16,81 9-93 0,-50-9-256 0,-3 0-292 15,4-7-236-15,-4-5-252 0,0-1-140 0,-5-6-48 0,1-3-12 16,-3 3-36-16,-6-7-8 0,-2 4 0 0,-6 0-88 16,1 3 80-16,-8 3 12 0,0 6 40 0,-4 1 224 15,-7 6-124-15,-6 0 60 0,-2 0 112 16,-1 3-60-16,-4 3-76 0,4 6 40 0,0 7-40 16,0 4-28-16,4 5 40 0,-4 4 48 15,9 4 136-15,-2 3 212 0,1 2-128 16,5 3-100-16,3-6-148 0,-1 1-60 15,5-11-84-15,0-6-4 16,13-7 196-16,2-2 76 0,5-10-184 0,4 0-28 16,4 0-108-16,8-13-12 0,0-2-232 15,3-11-184 1,2-2-196-16,2-2-264 0,1-1-640 0,-13 10-1016 16,18-9-2613-16</inkml:trace>
  <inkml:trace contextRef="#ctx0" brushRef="#br0" timeOffset="77397.302">7753 7572 628 0,'0'0'2100'16,"0"0"4212"-16,0 0-4956 0,0 0-707 0,0 0-121 15,0 0-44-15,0 0 440 16,-40-66 68-16,32 63-4 0,-4-1-84 0,0 1-260 15,-4 3-84-15,5 0-284 0,-6 10-80 16,-3 2-56-16,5 6-68 0,-6 12 16 0,6 5 48 16,-5 2 60-16,12 5 28 0,-5 0-152 0,10-4-72 15,3-7-184-15,0-9-52 16,3-6-60-16,6-9 36 0,3-7 136 0,-1 0 32 16,10-10 92-16,-1-3 124 0,3-9-124 0,-3-3-72 15,1 0-28-15,-6-1 36 16,1 0 56-16,-4 5 4 0,1 5-8 15,-6 0-100-15,5 6-36 16,-3 8-28-16,2-3-60 0,-3 5 144 16,4 5 92-16,0 7 200 0,3 1 160 0,2 6-60 15,-2 2-16-15,2 5-60 16,-2 6 12-16,-2 3-16 0,-2 2-20 16,2 5 96-16,-6 3-112 0,-3 2-48 15,-4 4 36-15,0-1-52 0,-4 4 28 0,-3-2-24 0,-6-2 36 16,-2 1 36-16,-2-4-12 0,-2-2-76 15,-1-4-60-15,3-6-44 0,-2-2 8 16,3-12 0-16,0-5 76 0,0-3 20 0,4-7 28 16,0 1-64-16,-4-7-24 15,0 0-48-15,0-7-220 16,-4-3-48-16,5-5 12 0,-2-2 148 0,2-2-64 16,6 0 72-16,1-2-84 0,8 1 64 0,0-2-16 15,0-3 24 1,13 3-48-16,-1 0-12 0,8-4 0 0,-1 3 84 0,5-2 16 15,4 0-16-15,4 0-20 0,4-1-4 0,-4 4-36 16,3-4-16-16,1 4-8 0,-3 0-52 0,3 3-284 16,-5 0-436-16,1 3-568 0,-8 3-1052 15,3 1-2645 1</inkml:trace>
  <inkml:trace contextRef="#ctx0" brushRef="#br0" timeOffset="78132.829">8618 7769 9564 0,'0'0'2129'15,"0"0"-989"-15,0 0-72 0,0 0-92 16,0 0-244-16,0 0-180 0,15-89 12 0,5 63-28 0,8-2-4 16,0-1-84-16,8 4-152 15,0 0-112-15,3 6-60 0,-2-1-40 0,-1 8 28 16,-4 2-28-16,3 6-84 0,-3 4 0 15,-4 0 128-15,4 7-40 0,-8 3-76 16,4 6 108-16,-5 3-104 0,-3 0-4 16,5 6 72-16,-6 4-36 0,1 0-48 0,-3-1-4 0,2-3 4 15,1 1 4-15,0-7 8 0,0-3 40 16,0-6 8-16,4-1-60 0,-1-3 8 0,1-6 88 16,8 0 16-16,0-6 72 0,4-10-12 15,4-1-76-15,0-4-96 16,3-5-52-16,-2 1-84 0,-6 6-108 0,-3-2-232 15,-4 4-496 1,-8 7-252-16,-4 4-720 16,-8 3-1904-16,-4 3-3021 0</inkml:trace>
  <inkml:trace contextRef="#ctx0" brushRef="#br0" timeOffset="78849.321">9012 8134 4288 0,'0'0'6480'16,"0"0"-5387"-16,0 0-577 0,0 0 364 15,0 0 340-15,0 0 4 0,0 0-308 16,0 0-356-16,0 0-200 0,-87 16-112 0,74 6-36 16,1 7 24-16,5 6 72 0,3 5 108 0,-1 2-8 0,5 0-200 15,0-5-208-15,0-2-36 0,5-3-76 0,3-9-48 16,-5-7-72-16,5-7-76 0,5-6-60 16,-2-3-92-16,6 0-72 0,2-7 84 15,5-4-112-15,0-10-348 0,0 0-356 16,-4-8-252-16,0 0-204 0,-1 1 207 15,-6 0 453 1,-2 5 436-16,-2 4 624 0,-1 7 0 0,-4 5 220 16,-4 7 208-16,3 0 804 0,-3 7 317 15,0 3-37-15,0 5-336 0,0 7-240 16,0 0-116-16,0 1-52 0,0-1-32 16,0-6-52-16,4-7-192 0,0-3-292 15,0-2-140-15,5-4 52 0,2 0 168 16,1-7-32-16,4-5-28 0,0-8-220 0,0-5 0 0,1 0-172 15,-2-4-172-15,-3 1-12 16,4-1 36-16,-8 4 96 0,-1 6-12 0,2 3 64 0,-9 3 136 16,0 7 36-16,0-1 108 0,-4 4 44 15,-8 3-148-15,4 0 144 0,-8 0 88 16,4 6-52-16,0 7-100 0,0 3-84 16,0 1-12-1,0 4 4-15,4-2-104 0,0 4-96 16,4-9-164-16,1 3-284 0,3-4-472 15,0-3-612-15,0-4-2177 0,11-6-1655 16</inkml:trace>
  <inkml:trace contextRef="#ctx0" brushRef="#br0" timeOffset="79190.508">9526 8115 3892 0,'0'0'5716'16,"0"0"-4151"-16,0 0-665 15,0 0 468-15,0 0 100 0,20 89-248 0,-28-57-216 16,-4 3-172-16,4-5-56 15,-4 0-296-15,4-8-432 0,4-6-48 16,0-3-220-16,4-7-64 0,0-3 28 16,0-3-80-16,0 0-156 0,8-3-120 15,0-10 276-15,4 1 36 0,4-8-40 16,0-1-60-16,4-2-132 0,-5 0 268 0,2 4 140 16,-2 5 112-16,2 0-80 0,-6 9 44 15,2-2 48-15,-5 3 148 0,-1 1 292 16,-3 3 212-16,0 0 56 0,0 0-212 0,-4 3-120 15,5 1-92-15,-1 3-12 0,-4 1 60 16,0 3 76-16,0 1 12 0,0 4-52 0,0 3 36 16,0-1-124-16,0 5-144 0,-9-1-136 15,5 0-92-15,-4 0-140 16,1 1-96-16,3-5-544 0,0-5-328 0,4-2-412 0,0-9-928 16,4-2-2705-16,7-13-1379 15</inkml:trace>
  <inkml:trace contextRef="#ctx0" brushRef="#br0" timeOffset="79547.947">10020 8201 5064 0,'0'0'2408'0,"0"0"-1720"0,0 0-684 15,0 0 320-15,0 0 464 0,0 0 352 0,0 0-175 0,0 0-373 16,0 0-156-16,0 0-12 0,0 0 96 16,44 73-84-16,-40-54-120 0,0 0-64 15,0 7 64-15,0-1-24 0,-1 0 0 16,-3 4 20-16,0-1-72 0,0 3-16 16,0 5-32-16,-3-5-40 0,-1 5-40 15,-4-2 24-15,0 2-36 0,0-2-88 16,0-2 128-16,0 0-56 0,-4 0 92 0,4-4-40 15,0-6 0-15,-3 0 40 0,2-5 8 16,1-5 52-16,0-5-12 16,1-4-16-16,-2 0-208 15,-3-3-60-15,1-6-412 0,-6-7-384 16,-3-6-196-16,1-12-92 0,-5-8-1020 16,7 7-1853-16,-11-28-4275 0</inkml:trace>
  <inkml:trace contextRef="#ctx0" brushRef="#br0" timeOffset="79704.196">10028 7960 11821 0,'0'0'1888'16,"0"0"-1416"-16,0 0 352 0,0 0-160 16,0 0-376-16,0 0-112 0,0 0-176 0,0 0-52 15,87-42-88-15,-74 35-248 0,-6 2-1268 16,5-2-2553-16</inkml:trace>
  <inkml:trace contextRef="#ctx0" brushRef="#br0" timeOffset="80752.768">11187 7452 2856 0,'0'0'2112'16,"0"0"-316"-16,0 0-224 0,0 0-120 0,0 0-71 16,-28-67-9-16,20 60-160 15,1 1-272-15,-6 3-60 0,2 3-24 16,-5 0-32-16,0 0-192 0,-4 6-148 0,4 7-116 0,-4 3-108 16,1 9-88-16,2 10-40 0,-3 4-8 15,4 8-24-15,5 0 8 0,2-1-108 0,1-9-124 16,8-6-36-16,0-11-100 0,0-8 76 15,8-5 12-15,1-4-24 0,6-3-52 16,2-6 136-16,2-7 64 0,5-6-100 0,0-10-124 16,-1-3-64-1,-2 2-36-15,-1 0 60 0,-1 5 112 16,-2 9 136-16,-6 6-60 16,6 8-4-16,-6 2 16 0,2 2 112 0,2 11 216 15,2 6 296-15,-6 3-100 0,6 5-116 16,-6 1-84-16,1 0 48 15,0 3 0-15,0 1-28 0,-8 3-32 0,4 0 8 16,-4 6-12-16,-4 4 76 0,0 6-28 0,-4 6-48 16,-8 0-24-16,0 1 48 0,0-2 12 15,-4 2 24-15,0-7-24 0,0-7-52 16,0-6 40-16,1-6 36 0,2-9 49 0,-2-4 47 16,7-11-96-16,-5 3-76 15,2-9-36-15,-2-2-56 0,2 0-88 0,-5-2-228 16,0-9-148-16,-4-8-133 15,0-9 45-15,0-7-48 0,0-3 24 16,8-10-124-16,1-3-112 16,2-6-348-16,9 4-812 0,0-5-784 0,0 13-1973 0,0-18-2103 15</inkml:trace>
  <inkml:trace contextRef="#ctx0" brushRef="#br0" timeOffset="80975.34">11658 6953 9956 0,'0'0'2829'16,"0"0"-1581"-16,0 0-576 0,0 0 272 15,0 0 360-15,0 79-236 16,-5-47-328-16,1 3-396 0,0 7-276 0,1-1-68 0,-1 1-112 16,0 1-72-16,4 1-76 15,0 4-144-15,0-3-268 0,0-4-548 16,0 0-900-16,4-9-2145 0,-4 6-2699 0</inkml:trace>
  <inkml:trace contextRef="#ctx0" brushRef="#br0" timeOffset="81545">13622 7734 10452 0,'0'0'2201'31,"0"0"-1345"-31,0 0-324 0,0 0 480 16,0 0-20-16,0 0 64 0,87 35-188 15,-47-35-188-15,8 0-140 0,0-9-160 0,4-4-88 16,-4 0-240-16,3-6-52 0,-7 0-76 16,0 1-56-16,0-6 8 0,-4 2-160 15,-5 3-108-15,-3 3-520 0,-4 1-344 16,-8 2-1172-16,-4 4-2953 0</inkml:trace>
  <inkml:trace contextRef="#ctx0" brushRef="#br0" timeOffset="81775.887">13964 7175 11489 0,'0'0'1244'0,"0"0"-936"0,0 0 212 0,-15 102 232 16,11-48 180-16,4 9 204 0,-4 4-176 15,4 8-292-15,-4 6-272 0,4 1-148 0,-5 4-104 31,1-3-144-31,1-4-84 0,3-7-124 16,0-11-76-16,3-16-176 0,6-17-48 0,3-15 8 16,3-13-64-16,9-6 48 0,4-20-352 15,4-12-768-15,-8 3-1593 0,12-32-2743 0</inkml:trace>
  <inkml:trace contextRef="#ctx0" brushRef="#br0" timeOffset="82120.109">14562 6928 3876 0,'0'0'8605'16,"0"0"-6973"-16,0 0-960 0,0 0-104 0,0 0 96 16,-20 72 328-16,5-27 112 15,2 9-268-15,-2 6-232 0,2 10-164 0,-2 7-96 16,2 5-112-16,5 1-76 0,-3 2-56 0,-2-3-100 0,6-5-112 16,-1-10-84-16,8-17-24 15,0-11-24-15,0-17 36 0,8-9 24 0,-1-8 0 16,6-5-96-16,6-8 156 0,1-9-72 31,8-8-224-31,-7-4 24 0,2-2-36 16,-3 2 72-16,0 0 100 0,-4 11 84 0,0 1 40 15,3 12-40-15,-6 5 76 0,2 0 100 0,-6 8 432 16,3 9 304-16,-5 5-144 0,1 3-148 16,-3 4-112-16,-5-4-48 0,4 3 24 15,0-5-88-15,-4-4-112 0,4-3-108 16,3-3-168-16,-3-7-68 0,5-4 28 15,2-2-308-15,1 0-396 0,0 0-84 16,4-5-776-16,-4-4-1048 0,0-2-2309 16,8-1-191-16</inkml:trace>
  <inkml:trace contextRef="#ctx0" brushRef="#br0" timeOffset="82424.905">14957 7886 6900 0,'0'0'2956'16,"0"0"-559"-16,0 0-537 0,0 0-156 0,0 0-412 15,0 0-176-15,79 29-256 0,-59-29-124 16,1 0-208-16,2-9-260 0,1-4-48 15,4-6-208-15,-4-3 24 0,4-1-36 16,-5-2-76-16,-3-1-68 0,1 8-124 16,-10-6 0-16,2 10-40 0,-6 3 64 0,-7 3 220 15,0 1 24-15,0 0 116 0,-12 4-116 16,0 0 0-16,-8 0 56 16,1 3-48-16,2 0 180 0,-2 3 32 0,7 10-136 15,-4 2-36-15,0 10-48 0,0 8 52 0,4 5 92 0,0 0 28 16,0 3-28-16,4-2-20 15,0-8-52-15,4-2-72 0,4-7 0 16,0-5-184-16,4-9-144 16,8-2-196-16,4-6 44 0,3 0 76 15,6-12-136-15,3-7-452 0,7-10-708 16,-11 4-2108-16,16-17-2189 0</inkml:trace>
  <inkml:trace contextRef="#ctx0" brushRef="#br0" timeOffset="82672.969">15586 7785 10844 0,'0'0'2693'0,"0"0"-1385"0,0 0-592 16,0 69 28-16,-4-43 392 0,-4-3 236 16,0-4-308-16,4-7-524 0,4 1-308 0,0-7-148 15,0-6-76-15,0 0 52 0,4 0-60 0,4 0-88 16,8-10-120-16,4-2-12 0,4-4-96 16,4-6 8-16,-1 0-84 0,1 3 84 15,0 3 16-15,-4 6 116 0,-3 3-8 16,-2 5 48-16,-3 2-12 0,0 2 148 15,-4 8 172-15,-4-1 124 0,0 7-48 16,-4 1-40-16,0 1 28 0,0 1-188 0,-4 4-48 0,0-1-36 16,0 7-212-16,0-4-144 0,0-3-300 15,0 3-576-15,0-3-1176 0,0-5-2489 16,0 1-3631-16</inkml:trace>
  <inkml:trace contextRef="#ctx0" brushRef="#br0" timeOffset="84944.828">18316 7238 8732 0,'0'0'1348'0,"0"0"-692"0,0 0 1757 0,0 0-761 16,0 0-292-16,0 0-148 0,0 0-136 15,0 0-264-15,0 0-308 0,0 0-224 16,0 0-60-16,7 68 184 0,9-11 228 15,4 9-108-15,0 13-219 0,4 7-281 32,0 6-24-32,0 0 0 0,0 4-48 0,0-4-12 0,-5-9-88 15,5-7-33-15,1-13 9 0,-1-15-84 16,4-8 76-16,-5-15-64 16,5-4-24-16,-4-12-356 0,-4-2-24 0,-1-7-140 15,2-4-624-15,-1-12-964 0,-8 4-2629 16,3-26-2903-16</inkml:trace>
  <inkml:trace contextRef="#ctx0" brushRef="#br0" timeOffset="85160.579">18774 7499 12925 0,'0'0'1500'16,"0"0"-1032"-16,0 0-264 0,-92 67 212 0,56-32 172 15,0 7 192-15,-7 1 176 0,-2 7-128 16,2 5-312-16,-1-1-172 0,0 7-124 0,1-1-220 15,-2 0-56-15,2 0-116 16,7 1-124-16,0-4-160 16,8-10-60-16,8-5-128 15,5-7-176-15,2-13-260 0,5-3-360 16,4-9-624-16,1-4-1033 0,3-6-2351 16</inkml:trace>
  <inkml:trace contextRef="#ctx0" brushRef="#br0" timeOffset="85569.141">19364 7089 8280 0,'0'0'3257'0,"0"0"-1861"0,0 0-492 0,-92-15 324 15,64 15 8-15,4 10-252 0,3 2-240 0,6 7-384 0,-1 7-176 16,8 8-124-16,0 4-60 0,4 1 0 15,4-5-96-15,4-3-152 0,8-5 0 16,0-10-24-16,4-9 64 0,4-4 8 16,-5-3 52-16,10-6-128 0,-5-7 64 15,-1-3-88-15,1-7-40 0,1 1 12 16,-2 0 28 0,-6 0 124-16,2 3 48 0,-3 3 40 0,-4 6 12 15,0 4-24-15,-4 3-12 0,0 3-40 16,0 0 152-16,0 9 636 0,4 4-8 0,-4 6-112 15,0 3-68-15,0 7-48 0,-1 3-52 16,-3 0-12-16,0 3-116 16,0 0-20-16,0 0-52 0,-3-5-136 0,-5-1 84 15,0 1-8-15,-4-8 36 0,4 0-16 0,-4-6-20 16,0-4-88-16,0-1-92 0,-4-3-364 16,-3 3-456-16,-6-5-436 0,-3-1-772 15,4-2-3085-15,-23 1-2935 16</inkml:trace>
  <inkml:trace contextRef="#ctx0" brushRef="#br0" timeOffset="86014.915">17470 6988 5944 0,'0'0'3896'15,"0"83"-2103"-15,0-37-333 0,0 15-52 0,-3 15-220 16,3 11-260-16,-4 1-192 0,0 11-228 16,4 9-76-16,0 6-248 15,-4 10 52-15,4 3-112 0,0 6-124 0,0 4-136 16,0-7 36-16,0-6-24 0,0-11-96 15,8-10 8-15,-1-15-36 0,6-11-24 0,2-14-324 0,2-15-156 16,6-10 112-16,1-13-232 16,4-6-652-16,0-12-204 0,-4-7-637 0,8-10-1939 15</inkml:trace>
  <inkml:trace contextRef="#ctx0" brushRef="#br0" timeOffset="86431.455">20073 6969 12509 0,'0'0'1796'16,"0"0"-1040"-16,0 0-224 0,0 0 472 15,0 0 488-15,0 0-28 0,11 80-256 0,-11-52-404 16,0 6-291-16,0 5-125 16,0 8-76-16,4 8-56 0,-4 4-124 15,4 12-12-15,-4 1-60 16,5 15-12-16,-5 1-48 0,0 8-4 15,0 3 4-15,4 2 44 0,0 3 4 16,3 1-48-16,-3-1 0 0,4-1-60 0,-3-12-100 16,2-5 40-16,-3-10-84 15,0-13-64-15,0-5 12 0,4-10-56 16,-3-10-93-16,2-10-199 0,1-8-348 0,0-7-372 16,4-11-860-16,-4-2-944 0,3-9-2333 0</inkml:trace>
  <inkml:trace contextRef="#ctx0" brushRef="#br0" timeOffset="87308.341">21005 7747 7232 0,'0'0'2076'15,"0"0"-796"-15,0 0-19 0,0 0 147 16,0 0-188-16,0 0-72 0,0 0-156 16,0 0-244-16,0 0-228 0,0 0-184 0,0 0-104 15,0 0 164-15,48 3 180 16,-21-3-12-16,6 0-232 0,3 0-52 15,3-3-88-15,1-3 16 0,4-4-48 0,-1 4-52 0,-3-4-48 0,4 1-60 16,-4-1-24-16,-1 0-108 16,2 2-16-16,-9-6-44 0,0 7-76 0,-4 2-52 15,-9-2-244-15,1 0-256 0,-8 7-368 16,-3 0-724-16,-2 0-1244 0,-7 0-3077 16</inkml:trace>
  <inkml:trace contextRef="#ctx0" brushRef="#br0" timeOffset="87595.429">21061 8101 11057 0,'0'0'1564'16,"0"0"-452"-16,0 0-504 0,0 0 240 15,0 0 472-15,0 0-212 0,0 0-216 16,0 0-340-16,0 0-344 0,0 0-156 0,35 7 216 16,-7-7 12-16,4 0-60 15,4 0 16-15,3 0-80 0,2 0-20 0,-1 0-76 0,-1 0 48 0,6 0-108 16,-6 0 0-16,4-2-8 0,2-3-148 16,2 3-64-16,-2-4-88 15,2-1-108-15,-3 1-368 0,3 0-316 0,2 3-632 16,-14-4-1344-16,10 4-2981 0</inkml:trace>
  <inkml:trace contextRef="#ctx0" brushRef="#br0" timeOffset="88165.391">22344 7059 8280 0,'0'0'2240'15,"0"0"-519"-15,0 0-277 0,0 0-304 0,0 0-80 16,0 0-84-16,0 0-152 16,0 0-72-16,4 75-112 0,-4-34-24 15,0 8 8 1,0 7-140-16,0 5-20 0,-4 5-76 0,-5 1-119 16,5 9-109-16,-3 3-100 0,-6 10 36 15,5 10-88-15,-3-1-8 0,-2 6-48 16,2-1 0-16,3-6-36 0,4-4-4 15,0-11 28-15,4-5 0 0,0-14-61 0,8-12 21 0,0-7 16 16,3-9-24-16,-2-6-4 0,3-7-144 16,-1-6-96-16,2-6-136 0,-2-10-88 15,6 0-172-15,2-7-252 16,5-9-896-16,-7 1-1168 0,11-26-2221 16</inkml:trace>
  <inkml:trace contextRef="#ctx0" brushRef="#br0" timeOffset="88582.485">23053 7397 9564 0,'0'0'2293'16,"0"0"-693"-16,0 0-356 0,0 0-12 0,0 0 96 15,0 0-224-15,32 83-220 0,-17-52-208 0,10 11-140 16,-1 2-24-16,4 4-96 0,-1 3-188 16,1 0-128-16,0-1-92 0,0 2-8 0,0-5-52 0,-4-2-44 15,0-4-36 1,-1-4-52-16,-3-5-84 0,1-3-60 0,-2-3-76 16,-3-4-72-16,0-3-64 15,-4-6-260-15,-4-4-400 0,0-9-592 0,4 0-708 16,-4-9-1785-16,0-20-2579 0</inkml:trace>
  <inkml:trace contextRef="#ctx0" brushRef="#br0" timeOffset="88813.65">23630 7449 12597 0,'0'0'816'0,"0"0"-356"0,0 0-168 0,0 0 288 0,-83 40 540 16,59-21 272-16,0 9-388 0,-4 5-412 15,0 2-248-15,0 4-64 0,-4 1-84 16,-4 5-84-16,1 2 12 0,-5 4-20 0,0 1-104 16,-4 1-124-16,-4 1-108 0,5-1-172 15,-6 5 0-15,2-7-4 0,8-4-24 16,2-5-248-16,9-7-244 0,5-9-548 16,6-8-472-16,6-5-1309 0,3-10-3955 0</inkml:trace>
  <inkml:trace contextRef="#ctx0" brushRef="#br0" timeOffset="89900.669">24137 6953 5744 0,'0'0'4620'0,"0"0"-3395"0,0 0-509 0,0 0 232 15,0 0 284-15,0 0-172 0,0 0-240 0,-84-10-324 16,67 30-120-1,2 5-52-15,-1 4 48 0,0 6-28 16,5-1-48-16,-2-3-124 0,9-5-132 0,0-6-40 0,4-11-120 16,0 1 8-16,0-7-84 0,4-3-88 15,4 0 148-15,8-3 12 0,8-10 24 16,-4-3-64-16,8-6-132 0,-4-3-88 0,0 3 8 16,-5-3 112-16,-2 4 172 0,-6 7-8 15,6 0-12-15,-10 8-12 0,1 2-28 16,1 4 0-16,-2 0 152 0,1 10 252 15,0 4 164 1,1 4 188-16,-2 4-232 0,1 6-72 16,-4 2 20-16,0-2-72 0,4 4 24 0,-4-1 24 15,-4 1-88-15,0 3 136 16,0 2-84-16,0-1 60 0,0-1 32 0,-8 3-68 16,0-7-92-16,0 1-8 0,-3 1-12 15,-2-8-40-15,-2 0 4 0,2-6-64 0,1-3 0 16,1-6 28-16,2-3 32 0,-2-5-96 15,-2 1-36-15,1-3-96 0,-8-3-148 0,5-6-144 16,-9-7-40-16,8-3-280 0,-8-7-16 16,4-2 8-16,4-4-264 0,4 0-28 15,4 0-516-15,4 10-1100 0,4-16-2901 16</inkml:trace>
  <inkml:trace contextRef="#ctx0" brushRef="#br0" timeOffset="90185.464">24603 6677 6372 0,'0'0'2484'0,"0"0"-147"0,0 0-501 0,0 73-212 0,-8-45-264 16,3 1-168-16,1-1-412 0,-3 4-336 16,3-3-236-16,0-1-208 0,4 1-148 15,-4 3-48-15,4-4-212 0,0 1-484 16,0 3-340-16,0-7-472 0,0-2-1509 16,0-2-3467-16</inkml:trace>
  <inkml:trace contextRef="#ctx0" brushRef="#br0" timeOffset="90602.98">25136 6899 11981 0,'0'0'1892'0,"0"0"-1184"0,0 0-188 0,0 0 448 0,32 76 368 16,-24-54-308-16,1 5-388 0,2 1-172 15,2 4-236-15,-2 6 24 0,1-1-12 0,0 8-36 16,0 3-48-16,0-1-64 0,-4 1-36 16,-4 2-8-1,0-2-52-15,0 3-4 0,-4 0-132 31,0-1 128-31,-4 5-76 0,-4-4-52 0,0 2 4 0,-4 1-40 0,0-3-96 0,-4 3-100 0,4-3-76 16,-4-4-72-16,1 4-4 0,-2-4-24 16,6-2-16-16,-2-4-76 0,1-2-108 0,5-1 4 15,-1-4 56-15,3-1 48 16,1-5-4-16,0 0 92 16,1-1 72-16,-1-6 64 0,0-4 28 15,4-5-261-15,0-3-79 0,0-2 348 0,0-7 40 16,0 0-508-16,0 0-1052 0,4-7-516 15</inkml:trace>
  <inkml:trace contextRef="#ctx0" brushRef="#br0" timeOffset="99258.502">1741 10201 1592 0,'0'0'6016'0,"0"0"-4224"0,0 0 29 0,0 0-461 16,0 0-264-16,0 0-384 0,0 0-244 16,-9-2-16-16,18 2-36 0,7 0 48 0,0 0 352 15,7 0-272-15,9 2-72 0,5-2-136 16,2 3-216-16,1-3 68 15,-1 0-88-15,2-3-100 0,-5 1 0 0,-5-5-72 16,1 0-16-16,-8 4-232 0,-1-3-868 0,-2 2 132 16,-5-2-340-16,0 6-1048 0,-4-3-1897 15,-12-1-1583-15</inkml:trace>
  <inkml:trace contextRef="#ctx0" brushRef="#br0" timeOffset="99659.145">2004 10287 7476 0,'0'0'1724'0,"0"0"-1140"0,-32 72 204 0,24-32 281 0,-5 4 31 16,6 6-256-16,-1-2-84 31,4-1-152-31,-5-3-292 0,6-2-268 0,3-4-48 0,-4-9 0 0,4-1-4 16,0-5-108-16,0-4-140 0,0 0 76 0,-4-3-16 15,4 0-264 1,-4-2-460-16,0 3-348 0,0-1-269 15,-4-3-99-15,0-1-196 0,-4-2 356 0,0-4 376 16,0 1 44-16,-3-5 960 0,-2-2 92 16,1 0 600-16,1 0 416 0,-6-2 88 15,6-2 236-15,-2-2-324 0,2 3-84 16,-1 0 100-16,8 3 41 0,4-4 31 16,0 4-260-16,4-3-160 0,0 3-264 0,0-3-240 0,0 3-180 15,0 0-164-15,8 0 164 0,7 0 100 16,6 3 280-16,3 0 176 0,8 4-40 0,3-1-292 15,1 1-224-15,4 0 0 0,-4 1-24 16,4-2-28-16,-5-2-24 16,5 3-136-1,-7-1-64-15,6-2-492 0,-7-2-272 0,-4 1-644 16,-4 0-961-16,-1-3-1827 0</inkml:trace>
  <inkml:trace contextRef="#ctx0" brushRef="#br0" timeOffset="100258.692">2550 10696 10272 0,'0'0'1945'0,"0"0"-1725"16,0 0-172-16,0 0-48 0,0 0 128 0,0 0 268 16,0 0 180-16,0 96-132 0,7-62-228 0,-3 5-52 15,0-1-116-15,0-7-48 0,1-1-4 0,-1-9-60 16,0-11 12-16,-4-4-60 0,3-6-16 15,1 0 52-15,0-2 76 16,4-12 216-16,4-2 100 0,0-6-292 0,4-3-24 16,-4 3-216-16,4-2 52 0,0 6 24 15,0 6-24-15,0 5-28 16,0 4 4-16,-1 3 112 16,2 0-20-16,-6 7 96 0,2 1 8 15,-5 3 260-15,-1 1 12 0,1 1-64 0,-4 6 12 16,1-3 0-16,-5 6-24 0,0 3-204 15,0 1-64-15,0-1-100 0,0 1-444 16,0-1-360-16,0-6-520 0,0-3-537 0,0-3-911 16,8-7-1288-16</inkml:trace>
  <inkml:trace contextRef="#ctx0" brushRef="#br0" timeOffset="100545.771">3502 10759 10724 0,'0'0'4145'0,"0"0"-3769"0,0 0-360 0,0 0-16 0,0 0 576 0,0 0 116 16,0 0 44-16,96 61-164 0,-69-49-228 15,1-1-156-15,8-3 20 0,-4-1-84 16,4-3-124-16,-1-1-12 0,1-3-88 0,-4 0-48 16,0 0 24-16,0-3-160 0,-4-4-432 15,0-5-284-15,-4-1-260 16,0-6-360-16,-5 0-636 0,-6 3-1701 0,-6-19-1939 16</inkml:trace>
  <inkml:trace contextRef="#ctx0" brushRef="#br0" timeOffset="100871.168">3805 10404 10424 0,'0'0'1569'16,"0"0"-1053"-16,0 0 212 0,0 0 136 15,0 0-244-15,0 0-152 16,0 0-92-16,-65 72 64 0,65-36-24 16,0 5-64-16,0 7-92 0,9 6 52 15,3 6-16-15,-1 1-24 0,-2 6-36 0,2 2 12 16,-3-3-16-16,1 2-44 15,-1-2-16-15,-5 0-64 0,-3-5 16 0,0 3-24 16,0-7 8-16,0-3-20 0,-7-6-40 16,-1-7-36-16,-1-7 0 0,2-4 48 0,-1-12 40 0,-1-2 8 15,1-6 76 1,1-3 48-16,-5-5 36 0,3-2-268 0,-6 0-24 16,2-9-168-16,-2-7-384 0,-1-3-24 15,0-10-16-15,8-3-212 0,8 1 32 16,0-7-32-16,16 0-192 0,12 2-424 15,8-2-616-15,8 0-353 0,-12 10-1547 16,28-17 728-16</inkml:trace>
  <inkml:trace contextRef="#ctx0" brushRef="#br0" timeOffset="101195.405">4303 10862 312 0,'0'0'8084'16,"0"0"-5832"-16,0 0-1095 0,0 0 315 16,0 0-100-16,0 0-36 0,0 0 176 0,0 0-584 15,0 0-496-15,0 0-212 16,-73 88-36-16,50-49 64 0,-1-2 104 15,0-5 104-15,9 0-128 0,-2-7-208 16,6-3-120-16,2-2-72 0,5-11-48 16,0 1-4-16,4-8 16 15,0-2-112-15,0 0-124 0,0 0-48 0,8-2-52 0,8-5 136 16,0 2 176-16,4-9-20 0,4 1-20 16,0-2-72-16,-4-1-104 0,4 6 112 0,-4 1 60 15,-5 5 52-15,6 2 36 0,-10-1 88 16,6 3 12-16,-10 0 60 0,5 3 140 15,-3 3 308-15,-2 0 12 0,1 1-124 0,0 2-76 16,1 4-24-16,-6-1-28 16,5 1-20-16,0 0-80 0,-4-1-180 0,4 1-96 15,-4-6-88 1,0-2 60-16,4 2-8 0,-1-7-140 16,2 0-316-16,3 0-340 0,0-9-240 0,8-8-696 15,-8 5-2329-15,11-20-3587 0</inkml:trace>
  <inkml:trace contextRef="#ctx0" brushRef="#br0" timeOffset="101449.965">4916 10836 6340 0,'0'0'7465'16,"0"0"-6037"-16,0 0-1000 0,0 0 192 0,0 0 52 16,0 0-60-16,-83 38 340 0,58-19 252 15,1 3-388-15,1 4-376 0,7-1-184 0,0 4-84 16,4-4-28-16,0 1-36 15,3-1-32-15,6-9-76 0,3 0-4 16,0-7-204-16,0-2-120 0,0-1 12 0,8-3 108 16,-4 0 60-16,8-3 16 15,4 0-112 1,3 0 72-16,2-3 24 0,3-3-144 0,0-4-4 0,-1-2-132 16,1-5-116-16,0 2-212 0,4-7-216 0,0-4-524 15,-5-5-1044-15,2 1-2453 0,3-17-2455 0</inkml:trace>
  <inkml:trace contextRef="#ctx0" brushRef="#br0" timeOffset="101835.261">5358 10239 12269 0,'0'0'2796'16,"0"0"-1940"-16,0 0-452 0,0 0-128 16,0 0 372-16,0 0 244 0,0 0-188 0,0 0-300 0,-20 102-132 15,16-55 44-15,4 4-44 0,-4 6-16 0,4 4 0 16,0 2-36-16,8 0-100 0,-4-5-24 15,5 0-96-15,-5-8-44 0,3-6-28 16,-3-12-12-16,0-7-40 0,1-9-60 16,-1-6-60-16,-4-4-60 0,0-3-196 15,0-3 8 1,0 0-52-16,0 0 0 0,0-3 88 0,-4-3 72 0,-9-4-180 16,-7-3-76-16,1 1 84 0,-9-1-24 15,-8 0 0-15,0-2-224 0,0 2 52 0,0 2 752 16,4 3 12-16,13 5 564 0,6-4 164 15,6 7-160-15,7 0-236 0,0 0-16 16,0-3-116-16,11 3-60 0,6 0 288 16,2 0 276-16,14 0 32 0,-2 0-168 15,5-4-184-15,4 2-112 0,-1-4-76 16,6-5-36-16,-6 3-72 0,5-5-100 16,-4 3-216-16,4 1-56 0,0-1-248 0,3 0-768 15,2 2-308-15,-14 3-3049 0,9 5-2435 16</inkml:trace>
  <inkml:trace contextRef="#ctx0" brushRef="#br0" timeOffset="102756.885">8294 10676 9004 0,'0'0'1412'15,"0"0"1373"-15,0 0-1857 0,0 0-572 16,0 0-192-16,0 0 204 0,0 0 548 16,0 0 224-16,32 74-444 0,-23-48-200 15,-1 2-200-15,-4 4-172 0,-1-3-124 0,1-1-88 16,0-6-36-16,-4 0 0 0,5-9-72 15,-5-4-236-15,0-2-488 0,0-7-336 16,0 0-528-16,0-2-748 0,-9-15-3021 0</inkml:trace>
  <inkml:trace contextRef="#ctx0" brushRef="#br0" timeOffset="102905.638">8275 10496 9036 0,'0'0'3017'0,"0"0"-2377"0,0 0-420 0,0 0-220 16,0 0 560-16,0 0-396 0,88-6-164 16,-61 6-12-16,1 0-192 0,4 0-280 0,-4 0-1080 0,-4 3-1397 0,4 7-3871 15</inkml:trace>
  <inkml:trace contextRef="#ctx0" brushRef="#br0" timeOffset="103049.693">8741 10801 9820 0,'0'0'1241'15,"0"0"-533"-15,0 0 520 0,72 73-68 0,-52-60-288 16,4-4-444-16,-1-9-228 0,5 0-88 16,0-13 104-1,4-5-180-15,-4-15-36 0,4-7-652 16,-8 7-1272-16,-4-26-2973 0</inkml:trace>
  <inkml:trace contextRef="#ctx0" brushRef="#br0" timeOffset="103328.033">8844 10366 10556 0,'0'0'2033'0,"0"0"-1457"0,0 0-284 0,0 0 88 15,0 0 28-15,-31 80 136 16,31-55 224-16,7 4-100 0,6 8-192 16,-2 8 36-16,6 9-80 0,-2 6-84 0,2 3-28 15,-2 8-120-15,-2 2-4 0,-6 2 36 16,5 5 52-16,-3-4 84 0,-2 4 96 0,1-4-204 15,0 0-140-15,-4-3 0 0,1-6-104 0,-5-4 32 16,0-2 12-16,0-10-56 0,0-7-4 0,0-5 0 16,-5-8 0-16,1-3 12 0,-4-8-8 0,4-5 8 15,0-5 72-15,-3-4-84 16,-2-2-208-16,-3-1-256 0,-4-3-16 0,-7 0-20 16,-5 0-56-16,-4-10-24 0,-5-6-16 15,2-2-236-15,-1-5-388 0,-4-2-440 0,12 3-1080 16,-11-17-2465-16</inkml:trace>
  <inkml:trace contextRef="#ctx0" brushRef="#br0" timeOffset="104252.292">11251 10303 7112 0,'0'0'1452'16,"0"0"436"-16,0 0-251 0,0 0-321 16,0 0-388-16,0 0-272 0,0 0-124 0,0 0 20 15,0 0 12-15,0 0-88 0,88 50-180 16,-56-46-184-16,-1-2-48 16,5-2-60-16,1-2 0 0,-2-2-4 15,-3-2-76-15,0-4 16 16,-4 4-64-16,-9 0-12 0,2 6-116 15,-10 0 52-15,2 0-124 0,-6 9 96 0,-3 10 16 16,4 4 212-16,-3 5-4 0,-5 7-48 16,0 2 44-16,0 5 4 0,0-1 4 15,0 4 44-15,-5 0 32 0,1 2-72 16,-4 4 92-16,5 1-92 0,-9 0 136 0,3 3-64 16,-2-4 96-16,-2-7-108 0,6-2 60 0,-5-4-112 15,4-10-4-15,3-3 0 0,-2-9-8 16,7-6-72-16,-4-4 8 0,4 0 16 15,0-6 48-15,0 0-264 0,0 0-316 16,-4-3-228-16,-4-6-624 0,4 2-1157 16,-16-12-2583-16</inkml:trace>
  <inkml:trace contextRef="#ctx0" brushRef="#br0" timeOffset="104446.804">11267 10849 11205 0,'0'0'1220'0,"0"0"-848"0,0 0-360 16,0 0 500-16,0 0 288 0,0 0 12 0,79-10-56 0,-58 7-188 16,3-1-368-16,0 2-188 15,-5-2-24-15,1 4-116 0,-4 0-88 0,0 0-148 0,-4 0-340 16,-3 10-640-16,-6 3-752 16,1-4-977-1,-4 16-1907-15</inkml:trace>
  <inkml:trace contextRef="#ctx0" brushRef="#br0" timeOffset="104584.166">11311 11112 7460 0,'0'0'2000'16,"0"0"-427"-16,0 0-325 0,0 0-188 0,0 0-296 0,0 0-120 15,0 0-252-15,0 0-188 0,0 0 248 16,20 19 76-16,0-19-28 0,7 3-200 0,1-3-76 16,4 0-40-16,5-6-184 15,-2-3 0-15,5-4-136 0,0 3-160 0,4-3-252 16,3 4-888-16,-11 3-1452 0,16-4-4609 0</inkml:trace>
  <inkml:trace contextRef="#ctx0" brushRef="#br0" timeOffset="105234.518">12446 10157 10828 0,'0'0'1169'16,"0"0"-641"-16,0 0-376 0,0 0 220 0,0 0 124 0,0 0 140 0,0 0 488 15,0 0-256-15,28 92-164 0,-24-48-144 16,4 7-104-16,-3 6-132 0,2 4-40 16,-7 5-112-16,0 0 0 0,0 2-172 15,-7 1-8-15,2-1-68 0,-3-5-108 16,4-7-12 0,0-8-4-16,4-10 40 0,0-10 24 15,0-12 12-15,0-6-24 0,8-10-24 16,-4 0 132-16,9-10 40 0,-2-1 148 0,1-8-72 0,4-4-64 15,-4 0 0-15,0 1 40 16,0 6-52-16,-4 4-64 0,4 2-72 16,-4 7-64-16,3 0 4 0,-2 3 140 0,3 0 56 15,-1 6 164-15,6 4-4 16,-6 2 40-16,6 1-4 0,-6 4-72 0,6-3-36 0,-6 3 12 16,-3 2-88-16,4-3-4 0,-4 0-8 15,0 3-8-15,1-1-92 0,-2 2-48 16,1-1-136-16,0-7-352 0,4 4-192 0,0-6-76 15,0-4-488-15,0 0-1324 0,8-2-2565 16</inkml:trace>
  <inkml:trace contextRef="#ctx0" brushRef="#br0" timeOffset="105794.649">13705 10500 9216 0,'0'0'1668'16,"0"0"-679"-16,0 0 39 0,0 0-72 16,0 0-44-16,0 0 156 0,0 0-324 0,0 0-208 15,-91-10-52-15,75 16-100 0,0 4-112 16,1 6-76-16,-2 6 28 0,1 3-64 0,4 7-24 0,4 10-28 16,1-2 16-16,7 8-112 0,0 3 100 15,0-3-64-15,0-2-48 0,11 0 0 16,-3-9-60-16,8-4-4 0,-4-7-8 15,4-7-40-15,0-8 28 0,4-1 8 0,-4-6 72 16,4-4-8-16,-5 0 4 0,6-4-104 31,-1-6-208-31,-5-6-308 0,2-2-316 0,-2-4-288 16,-6 2-664-16,-2 1-1257 0,-7-3-2647 16</inkml:trace>
  <inkml:trace contextRef="#ctx0" brushRef="#br0" timeOffset="105971.646">13554 10830 10997 0,'0'0'1836'16,"0"0"-868"-16,0 0-360 0,0 0-64 0,0 0-64 16,0 0 96-1,0 0-48-15,0 0 220 0,0 0-140 0,0 0-136 16,96 9-164-16,-68-9-212 16,3 0-96-16,5-7-36 0,-4 5-88 0,5-4-48 15,-6 2-124-15,5 2-284 0,0 2-580 16,0 0-540-16,-9 0-1376 15,9 2-3121-15</inkml:trace>
  <inkml:trace contextRef="#ctx0" brushRef="#br0" timeOffset="107690.534">15104 10344 1644 0,'0'0'2348'31,"0"0"-772"-31,0 0-288 0,0 0-160 0,0 0-36 16,0 0-8-16,0 0-87 0,0 0-305 15,0 0-216-15,0 0-168 0,-8-41-56 0,4 38 16 16,4-1 16-16,0-2 32 0,-4 3 28 16,4-3-40-16,-4 1-40 0,0 0-60 15,1-2-28-15,-2 1 40 0,1 3 36 16,-4-3 24-16,4 0-64 0,-3-1 68 0,-2 3-116 15,1-2-88-15,4 0-68 16,-3 4-4-16,-2-3 48 0,1 3-48 0,0-2 0 0,1 1-8 16,-2 3 4-16,-2 0-64 0,3 0 4 0,-5 3-28 15,2 1 80 1,-6 5-44-16,6-3 4 0,-1 7 36 0,-4-3 12 16,4 3 8-16,-4-4 4 0,4 3-4 0,1-2-8 15,-6 3-4 1,9-1-76-1,-4 1 32-15,0 3 36 0,1 0 12 0,-2 3 4 16,2 3 104-16,-6 3-8 0,2 1-40 0,-2 0 28 0,2 2 12 16,2 4-12-16,-2-1 72 0,-1 1-60 0,4 0 40 0,0 3-4 15,4 0-12-15,0 0 24 0,4 0 40 16,0 0-16-16,4 0-72 0,0-5-40 16,4 0 40-16,4-2 36 15,4 2 0-15,4-5-12 0,0 0-4 0,4-2 56 16,0-2-56-1,-1-5 4-15,1 0-40 0,1-6-32 0,-2-1 68 16,5-3-8-16,0-2-24 0,-4-4-40 0,4 0-36 16,0-4 0-16,-4-5-12 0,-1-4-52 15,2-2-108-15,-1-5-420 0,-5-1-232 0,-2-2-332 16,-2 1-376-16,-7-1-788 0,0 7-2217 0,-8 0-1823 16</inkml:trace>
  <inkml:trace contextRef="#ctx0" brushRef="#br0" timeOffset="108005.363">14757 10818 9732 0,'0'0'1433'16,"0"0"-161"-16,0 0-328 0,0 0-208 15,0 0-40-15,0 0 24 0,0 0-16 16,0 0 72-16,0 0-192 0,0 0-224 0,0 0-360 16,76-40-12-16,-60 34-176 15,0 3-96-15,0 0-76 0,0 1-328 0,0-3-544 16,0 5-312-16,-1-2-736 0,-2 2-461 15,-1 0-103-15,-5 0 980 0,2 0 628 16,-1 0 1116-16,-5 0 120 0,1 2 1436 16,-4 5 984-16,4 3-352 0,0 6-296 15,0-1-315-15,1 8-165 0,2-2-232 0,-3 4-276 16,4 5-192-16,1 1-152 16,-2-2 16-16,5 4-20 0,-4-2 12 0,0-3 72 15,0 1-284-15,0-4-236 16,0-3-172-16,0 1 8 0,4-8-20 15,-1 2-40-15,-2-2-348 0,3 1-308 0,-1-4-256 16,6 2-592-16,-6-9-1373 0,6 6-3299 16</inkml:trace>
  <inkml:trace contextRef="#ctx0" brushRef="#br0" timeOffset="108609.182">17498 10681 8612 0,'0'0'2072'0,"0"0"-1920"0,0 0-76 0,0 0-76 0,0 0 465 15,4-68 587-15,-4 66 380 16,0 2-92-16,-7 0-292 0,-1 0-288 16,-9 7-324-16,-2 7-312 0,-5 5-112 0,-4 6 72 15,0 5 28 1,0 1-24-16,0 1 12 16,9 0-4-16,-1-3 16 0,3-4-36 0,9-9-64 15,5 0-12-15,3-3-108 0,3-4-8 0,10 4 116 0,2-1 64 31,10-2-52-31,-1 3 48 0,4-4-56 0,-1 3-4 0,-3-1 8 0,4-1 4 16,-8-2-12-16,-1 3 64 16,-2-3-64-16,-6 5 136 15,-2-4-12-15,-5 5 220 0,0-2 24 0,-4 1-36 16,0 0-76-16,-8-4-96 0,-1 4-88 0,-6-1-72 16,-2-2-208-16,-2-1-72 0,-1-2-28 0,0-1 0 15,4-6-72-15,4 0-88 0,0 0-188 16,4-9-256-16,1-7-408 0,7-3-732 0,0 0-2081 15,3-16-2031-15</inkml:trace>
  <inkml:trace contextRef="#ctx0" brushRef="#br0" timeOffset="108950.308">17850 10836 9836 0,'0'0'2969'0,"0"0"-1809"16,0 0-528-16,7 70 304 0,-14-42 220 0,-2 2 272 15,-3-2-172-15,1-6-472 16,2-4-356-16,5-4-428 0,0-9-40 16,4 2-264-16,0-7 0 0,4 0 144 15,9-7-60-15,-2-5 216 0,13-9-292 0,0-5-256 0,0-7-164 16,0-1-176-16,0-1-152 0,-9 3 292 0,2 10 108 16,-2 0 100-16,-6 9 252 15,3 4 100-15,-9 6 40 0,1 3 152 0,5 3 432 16,-5 6 468-16,0 4 44 15,-4 3-176-15,4 5-92 0,-4 4-84 0,3 2-36 16,-3-2-48-16,0 4 8 0,0-1-16 16,0-2 4-16,0-5-164 0,0 2-316 0,0-4-24 15,0-3-268-15,4-3-24 0,4-4 24 0,-3-2-136 16,6-1-272-16,1-6-128 0,4 0-324 16,5-3-820-16,-6-7-2665 0,9-9-3195 31</inkml:trace>
  <inkml:trace contextRef="#ctx0" brushRef="#br0" timeOffset="109168.615">18495 10826 12137 0,'0'0'1784'0,"0"0"-1236"0,0 0 336 0,0 0 84 16,-76 48 252-16,48-22 104 0,0 5-356 0,4 2-296 15,5 2-100-15,2-4-108 0,6-3-147 0,7-3-185 16,0-2-132-16,4-4-104 0,0-3-93 15,8-7-19-15,7-2-76 16,1-4 12-16,9-3 72 0,2-13-24 0,1-3-108 16,8-9-176-16,0-7-172 0,-4-3-396 15,3-3-676-15,1-4-972 0,-12 14-1589 16,16-22-1479-16</inkml:trace>
  <inkml:trace contextRef="#ctx0" brushRef="#br0" timeOffset="109492.83">18901 10176 11357 0,'0'0'1960'16,"0"0"-1160"-16,0 0-228 0,0 0 32 0,-16 95 456 15,4-54 380-15,0 10-304 0,0 6-400 16,1 4-112-16,-2-1-36 0,-2 3-104 16,-2 1-216-16,6-4-168 0,-6 1-100 15,6-7-208-15,3-7-48 0,4-6-24 0,4-8-184 16,0-12-72-16,0-7 48 0,12-6 156 15,-5-8 132-15,10 0-8 0,-2-8 60 16,6-9-12-16,-1-6 0 0,-1 1-36 0,1 3 60 31,-4 1-52-31,0 8 52 0,-4 3 24 0,-5 7-72 16,2 0 184-16,-1 4 212 0,0 9 212 16,-5 5 44-16,2 1 12 0,3 3-196 15,-4 1-88-15,0 2-108 0,0-2-40 16,-4-2 60-16,3 2-32 0,1-4-76 0,5-3 0 15,-5-3-152-15,0-1-32 0,3-9-172 16,-3 1-496-16,9-1-300 0,-5-3-1376 16,-5 0-2405-16,5-3-3163 0</inkml:trace>
  <inkml:trace contextRef="#ctx0" brushRef="#br0" timeOffset="109947.621">20108 10804 11281 0,'0'0'2480'0,"0"0"-1112"0,0 0-712 0,0 0-280 15,0 0 28-15,0 0 688 0,0 0-128 16,107 58-300-16,-62-44-220 0,2 0-164 16,5-4-168-16,4-7-8 0,4-3-104 0,4-10-60 15,-4-9-64-15,3-9-20 0,1-4-288 16,-4-6-552-16,-8-1-204 16,-5-2-764-16,-11 13-2573 0,-8-11-3235 0</inkml:trace>
  <inkml:trace contextRef="#ctx0" brushRef="#br0" timeOffset="110128.425">20586 10512 12297 0,'0'0'1508'0,"0"0"-1152"0,-12 95 60 0,12-47 340 0,0 6 380 16,0 1 280-16,0 1-552 15,0-5-432-15,0-4-432 0,0-1-100 16,12-11-168-1,1-4-460-15,2-13-4 0,1-8-92 0,9-10 32 0,2-7 124 16,5-14-876-16,-9-2-2461 0,18-25-1839 0</inkml:trace>
  <inkml:trace contextRef="#ctx0" brushRef="#br0" timeOffset="110540.89">21076 10099 11177 0,'0'0'1616'0,"0"0"-916"0,0 0-456 0,0 0 404 0,0 0 624 0,17 89 8 16,-17-38-372-16,-8 13-280 0,-1 5-60 16,-2 8 84-16,3-1-68 0,-5 0-192 15,6-1-260-15,-5-7-132 0,3-5-140 0,5-5-68 16,1-14 36-16,3-9 16 0,0-10-128 16,3-9 52-16,6-6-24 0,3-6-28 0,8-4 28 15,-1-10-4 1,5-13-148-16,1-2 0 0,6-7-100 0,-6-3-40 0,-2 7-156 15,-3 6 376-15,-9 5 280 0,2 11-28 0,-5 4 76 16,-1 2 124-16,2 8 380 0,-5 5 196 16,0 6-64-16,0 4-140 0,0 2-152 0,-1 3-96 15,-3-2-52-15,4-1-12 16,0 1 76 0,1-4-52-16,3 1-48 0,-4-5-112 15,3-2-40-15,2-4 4 0,-5-2 88 16,0 0-92-16,3-1-8 0,-3-2 0 15,4 2-48-15,1-3 44 0,-2 4-4 0,5-4-44 16,-3 4-20 0,2-4-40-16,1-3-204 0,0 4-140 0,0-5-348 15,1 2-340-15,-2-4-1412 0,1 0-2857 0</inkml:trace>
  <inkml:trace contextRef="#ctx0" brushRef="#br0" timeOffset="111209.144">21941 10937 9248 0,'0'0'1396'16,"0"0"-727"-16,0 0-321 0,0 0 140 15,0 0 332-15,0 0 324 0,0 0 84 0,0 0-488 0,0 0-260 16,0 0-120-16,0 0-72 0,-100-15 20 0,76 40 128 16,-3 10-56-16,-1 1-32 15,4 1-80-15,0 1 4 0,4-3-124 16,8-6-88-16,4-10-60 0,5-6-12 0,3-7-136 16,0-4-48-16,3-2 0 0,13-5 196 15,4-9 124-15,8-7-124 0,4-8-248 0,4-6-72 0,-1-3-112 16,-3 3 124-16,0 7 132 0,-4 5 40 15,-4 11-12-15,0 2 48 16,-5 7 100-16,6 3 0 0,-5 6 260 0,-1 8 164 16,-2 0 56-16,-2 7-60 0,1 0-124 15,-4 5-76-15,1-4-72 16,-6-3-64 0,5-3-84-16,-3-7 0 15,-2 1-120-15,5-10-40 0,0 0 36 16,8-7 120-16,0-12-624 0,4-9-376 0,4-8-508 0,4-4-980 15,-8 5-2765-15,12-16-2523 0</inkml:trace>
  <inkml:trace contextRef="#ctx0" brushRef="#br0" timeOffset="111417.488">22666 10347 12057 0,'0'0'1600'16,"0"0"-1220"-16,0 0 0 0,-20 99 264 15,8-52 580-15,1 7 268 16,-2 3-332-16,2 4-372 0,7 2-116 0,-5-2-172 15,5 1-184-15,0-4-280 0,1-8-36 16,3-2-144 0,0-9-248-16,7-11-12 0,-3-9-24 15,5-6-36-15,-1-7-52 0,-1-6-236 0,-3 0-488 16,0-9-924-16,1-1-896 0,-5-15-4657 0</inkml:trace>
  <inkml:trace contextRef="#ctx0" brushRef="#br0" timeOffset="111565.413">22335 10782 11869 0,'0'0'2500'0,"0"0"-1628"0,0 0-544 0,0 0-24 0,0 0 412 16,88-13 652-16,-48 8-480 15,12-2-436-15,0-3-156 0,8-3-296 0,0 4-48 16,3-4-224-16,-3 1-220 0,0 5-768 16,-21-3-1068-16,14 8-4133 0</inkml:trace>
  <inkml:trace contextRef="#ctx0" brushRef="#br0" timeOffset="112541.869">10191 12741 8248 0,'0'0'804'15,"0"0"192"-15,0 0 1053 0,0 0-861 0,0 0-156 16,8-70-8-16,-16 61 168 16,1 3-172-16,-2-1 32 15,-6 4-300-15,2 3-276 0,-2 0-192 0,-6 6 20 16,2 13-96-16,-9 10-208 0,0 10 0 15,0 8 60-15,-4 10 100 0,0 0 32 16,8 1 4-16,4-14 168 0,5-6-148 0,7-13-216 16,-1-12-84-16,9-7-76 15,0-3-108-15,0-3-108 0,9-9-16 0,10-11 308 16,1-8 36-16,5-7-284 0,3-9-96 0,-5-1-36 0,5 4 8 16,-8 3 60-16,4 8 100 15,-8 9 148-15,0 9 12 0,-1 5 24 0,-2 7 24 16,-2 3 88-16,1 13 64 0,1 5 284 15,-2 5 60-15,2 7 20 0,-2-2-108 32,1 7-108-32,0 1 32 0,0-1-12 0,-4 6 48 15,-3 0-44-15,2 5 20 0,-7-2-40 0,0 3 40 16,-4 4-48-16,-8-3 24 16,0 3-64-16,-4-3 16 0,0 0-15 0,0-7 27 0,-3-2 8 15,-2-9 16-15,6-3 20 0,-5-5-32 16,3-6-52-16,2-6-24 0,-1-7-8 15,0 1-28-15,-4-4-88 0,1-3-8 16,-2 0-8-16,-3-7-160 0,-4-6-124 0,0-5-120 16,0-5-108-16,5-5 59 15,3-4-75-15,0-2-124 0,8-8-220 16,4 1-300-16,0-7-828 0,8-2-912 0,-4 8-2125 16,4-18-2915-16</inkml:trace>
  <inkml:trace contextRef="#ctx0" brushRef="#br0" timeOffset="112779.791">10519 12243 12089 0,'0'0'1672'0,"0"0"-1088"0,0 0-52 0,0 0 188 0,0 0 696 15,0 0-92-15,0 0-252 0,0 0-472 16,35 89-244-16,-31-57-76 0,0 1-124 15,-4 9-156-15,4 3 0 0,-4 3-168 16,4-1-52-16,0 1-24 0,-1-1-272 16,2 1-356-16,3-6-324 0,-4-4-844 15,0-10-1956-15,3 4-2265 0</inkml:trace>
  <inkml:trace contextRef="#ctx0" brushRef="#br0" timeOffset="112989.715">10957 12912 16369 0,'0'0'2444'16,"0"0"-2336"-16,0 0-56 0,0 0 120 0,99 10 0 15,-67-13 96-15,-4-7-244 16,4 1-24-1,-1-7-268-15,1 3-212 0,-8 0-656 0,-4 4-1076 0,-8 6-4089 0</inkml:trace>
  <inkml:trace contextRef="#ctx0" brushRef="#br0" timeOffset="113139.65">11036 13169 13805 0,'0'0'2160'0,"0"0"-1884"0,0 0 52 0,0 0 220 0,0 0 160 15,0 0 316-15,0 0-532 0,95 17-176 0,-67-27-316 0,0-2-36 16,4-1-440-16,-4 1-596 16,-4-2-836-16,4 5-3425 0</inkml:trace>
  <inkml:trace contextRef="#ctx0" brushRef="#br0" timeOffset="113966.012">12160 12239 600 0,'0'0'6220'15,"0"0"-4972"-15,0 0-16 0,-13-73 100 16,9 54 93-16,1 4 7 0,3 5-60 0,0 3-104 16,0 4-300-16,0 3-300 0,0 0-72 15,0 3-92-15,0 4-148 0,3 10-136 16,1 10 296-16,5 11 276 0,2 14-132 16,-3 4-284-16,1 11-83 0,-1 3-77 15,-5 3-44-15,-3 0-76 0,0 3-48 16,0 0 12-16,0 4-60 0,-3-1-84 15,-5-2-124-15,-1-8 100 0,5-12-36 16,0-8-52-16,4-18 63 0,0-12-63 16,0-6 16-16,4-7-40 15,0-6-48-15,9 0 72 0,-2-11 52 0,10-3-40 16,-2-12 100-16,5-3 20 0,-4-6-80 0,1 1 32 0,-2-1 40 16,-3 6-16-16,0 4 4 0,0 5-16 15,-4 4 16-15,4 7-16 0,-8 4 4 0,-1 0 20 16,1 5 76-16,1 5 136 15,2 3 268-15,-3 5-60 0,5 3-112 0,-2 6-12 16,1 1-100 0,0 2-32-1,-4 0-28-15,4 4 12 0,-4-1-12 0,0 2-60 16,0-5-60-16,1-4-84 0,-2 2-88 0,1-7-24 0,0-1-136 16,0-5-380-16,0-7-648 15,4 1-916 1,0-4-1812-16,0-10-2349 0</inkml:trace>
  <inkml:trace contextRef="#ctx0" brushRef="#br0" timeOffset="114445.855">13200 12934 2736 0,'0'0'11909'0,"0"0"-10157"16,0 0-1064-16,-80 26 68 0,52-10-40 0,-4 10 132 15,4 2 132-15,0 7-260 0,4 3-236 16,5 0-71-16,6-3-49 16,1 0-108-16,9-6-140 0,3-7-116 0,0-6-132 15,0-4-136-15,3-5-72 0,9-7-37 16,4 0 97-16,0-7-12 0,12-8 124 16,-4-11-28-16,8-2 0 0,-4-7-36 0,0-4-60 0,-4 4-4 15,0 7 28-15,-5 2 48 0,-2 11 108 0,-6 2-12 16,2 10 40-16,-5 3-16 15,3 0 100-15,-3 9 260 0,1 7 108 16,2 7 0-16,-3 2-160 0,1 3-76 16,-2 4 4-16,1 6-12 0,0 4 8 0,4 2-8 15,-4 4 8-15,0 6-44 0,-4 3-16 0,4 0 36 16,-8 3-8-16,4-4-28 0,-4 2 24 16,0-4-12-16,0-3-8 0,-9-3 68 15,6-4-48-15,-5-9-20 0,0-2-28 16,0-8 25-16,0-10 23 0,0-5 4 0,-4-1 44 15,0-5 36-15,-4-4-128 16,-8 0-52 0,0-7-52-16,-4-2 52 0,-7-7-108 0,-1-3-120 15,0 0-29-15,0-4-107 0,5 1 96 16,-1 0-100-16,8 3-32 0,3 0-224 16,2 0-136-16,3 0-400 0,4-4-344 0,3 1-212 15,2-3-1100-15,3 5-89 0,4-17-5235 16</inkml:trace>
  <inkml:trace contextRef="#ctx0" brushRef="#br0" timeOffset="115284.575">13773 12284 1332 0,'0'0'2816'16,"0"0"-668"-16,0 0-460 15,0 0-40-15,0 0-203 0,0 0-197 0,0 0-188 16,0 0-172-16,0 0-140 0,0 0-20 16,0 0 316-16,24 19-64 15,-16 6-248-15,1 7-120 0,-2 10-108 0,1 5-40 16,4 7-84-16,-4 7-52 0,-4 2 4 16,4 3-116-16,-8 7-44 0,0 0-164 15,0 4-8 1,0-4-108-16,-4 0 20 0,0-10 16 0,4-5 60 15,-4-18-48-15,4-5 12 0,0-15-52 0,0-8-20 16,0-5-64-16,0-7-132 0,4 0-124 16,4-4 48-16,3-5 292 15,2-7 92-15,-1-6-76 0,4-8-28 16,-4 3-20-16,0-4-40 0,0 1 36 0,-1 5 24 16,2 3 12-16,-2 9-8 0,1 3 32 0,-3 7 4 15,-2 3 72-15,5 0 208 0,0 7 112 16,-4 2 124-16,4 7-104 0,0 3-80 15,4 3-52-15,-4 1-88 0,-4-2-120 0,4-2 0 16,-4 1-52-16,0-1-44 16,0-6-112-16,-1-4-40 0,-2 1-192 0,-1-7-200 15,0 0-384-15,-4-3-540 0,4 0-848 0,-4 0-1877 32,0-10-1251-32</inkml:trace>
  <inkml:trace contextRef="#ctx0" brushRef="#br0" timeOffset="115605.671">14283 12572 4456 0,'0'0'7169'16,"0"0"-5709"-16,0 0-820 15,0 0 132-15,0 0 200 0,0 0 60 0,0 0 88 0,0 0-280 0,0 0-272 16,0 0-176-16,0 0-108 0,8-8-140 16,4 8 88-16,4 2 344 0,4 1 180 15,4-3-380-15,0 3-183 0,8-3-81 16,-4 0-16-16,3-3-96 0,-3 0-40 16,4-3-32-16,0-7-40 0,0 5-93 31,0-6-271-31,-4-2-500 0,0 0-236 0,0-3-468 15,-13 7-1508-15,-2-4-4145 0</inkml:trace>
  <inkml:trace contextRef="#ctx0" brushRef="#br0" timeOffset="115831.065">14805 12227 11761 0,'0'0'1916'0,"0"0"-900"0,0 0-60 0,0 0 136 0,0 0 88 15,0 0 56-15,0 0-356 0,0 0-488 16,0 0-184-16,0 0 12 0,4 73-64 0,0-41-48 31,-4 2-108-31,4 8 0 0,-4 6-52 16,0-1-68-16,0 3-52 0,0 8-340 16,-4-4-48-16,4 3-204 0,0-3-408 15,0 0-640-15,0-6-764 0,0-14-2445 0,0 7-2471 16</inkml:trace>
  <inkml:trace contextRef="#ctx0" brushRef="#br0" timeOffset="118872.415">7641 14351 6960 0,'0'0'1116'16,"0"0"-596"-16,0 0 2285 0,0 0-1025 16,0 0-448-16,0 0-320 0,0 0-56 0,0 0-272 15,0 0-200-15,4 0-136 16,0 9-188-16,5 1 100 0,2 9-64 16,6 0 40-16,-2 6 44 0,5 1 4 0,0 2-76 0,4 7 0 0,-4 1-24 15,4 1-72-15,-1 4-16 0,5 10-12 16,0 3 64-16,0 7-60 0,0 2-88 15,0 1-60-15,0-2 12 0,0 6 36 16,0-8-72-16,4 4 20 0,-4-4 56 0,-1-3-52 16,1-3 56-16,0-3-8 15,0-4-48 1,-4-2 8-16,0-7 44 0,-5-3 4 0,2-3 4 16,-10-7 0-16,6-3 88 0,-10-6-76 15,6 0-12-15,-5-6-72 0,-4-1-72 16,-1-3-140-16,1-6-56 0,0 3-140 0,0-3-100 15,-4 0-64-15,0-3 36 16,5-5-80-16,-1-9-572 0,0-5-1000 0,-4 3-2301 16,0-19-2455-16</inkml:trace>
  <inkml:trace contextRef="#ctx0" brushRef="#br0" timeOffset="119306.025">8390 14528 5228 0,'0'0'4472'0,"0"0"-2679"0,0 0-1021 0,0 0-96 15,0 0 128-15,0 0 172 16,0 0-168-16,-79 32-40 0,62-15-168 0,2-3-104 15,-5 6-36-15,1 5-88 0,-6 4-40 16,1 6-60-16,-4 4-64 16,-4 8-72-16,1 4 36 0,-5 2-12 0,-9 8-76 15,2 2 0-15,-5 4-84 0,1 3 8 16,-2 0 68-16,2-1-16 0,3 2-12 16,0-2-48-16,9-6 4 0,-1 2 84 15,4-8-88-15,8-7-8 16,4-6 8-16,-1-5 0 0,10-4-8 0,-1-3-104 15,3-7 16-15,2 0-4 0,-5-3 88 16,8-3-36-16,-4-2-52 0,4-5-120 16,4-3 24-16,-4-5 84 0,4-1-36 0,0-3-108 15,0 0-64-15,0 0-116 0,0 0-144 16,0-3-168-16,0-7-184 16,4-2-676-16,0-2-1284 0,8-19-2857 0</inkml:trace>
  <inkml:trace contextRef="#ctx0" brushRef="#br0" timeOffset="120220.745">8953 14309 5744 0,'0'0'796'15,"0"0"3617"-15,0 0-2845 0,0 0-508 0,0 0 120 16,0 0 52-16,0 0-192 0,-84-41-296 16,63 41-76-16,2 0-236 0,-1 6-76 15,0 4 48-15,4 3 36 0,-4 2-84 16,1 8-100-16,2 2-48 0,-3 4-52 16,8 3-56-16,1-1-96 0,-2 4-4 0,5-6-60 15,5-4 8-15,3-6-104 0,0-7-52 16,0-1-96-16,3-8-16 0,5 0 88 15,5-3 36 1,2 0 156-16,2-10 32 0,6 1-44 0,-3-8-72 0,4 5 12 16,-5-4 4-16,-2 0 20 0,3 4 80 0,-5 2 0 15,-2 0 4-15,-1 4-56 16,-1 3 56-16,-2 0 0 16,-1 0 0-16,-1 3-44 0,1 0 48 15,-3 0 16-15,3 3 128 16,-1 6-68-16,1 1 48 0,1 3 8 0,-2 6 4 15,5 4 24-15,-4 4 24 0,-3 2 60 0,-2 6-112 0,5 0-32 16,-8 0-16-16,4 4-36 16,-4-6-44-16,0 0 48 0,0 2-48 0,0-3 0 15,4-4 56-15,-4 1-48 0,0-4 48 16,0-2 24-16,0-4 40 0,-4-1 8 16,0 1-20-16,0-3 8 0,-3 0 4 0,2-2-4 15,-7-3-48-15,4-1 16 0,1-1-4 16,-6 1-23-16,2-4 23 31,-2-2 0-31,-2-1-40 0,2 0-44 16,-2-3-196-16,3 0 39 0,-4-3-75 0,0-4 172 0,0 1 52 15,4-1-44-15,0 2 40 0,0-5-68 16,0 0 76-16,0 2-212 0,4-6 84 0,1 4-16 16,-2 1 88-16,5 0 48 0,0-1-160 15,4 4 64-15,0-1 36 0,0-2-16 16,0 2 16-16,0-2 12 0,8-1 48 0,1 1 12 15,2 0 12-15,1-1 60 16,4 0-12-16,-4 1-52 0,4-1 44 0,-1 1-40 16,6 3-4-16,-1-4-8 0,-1 0-60 0,2 4-12 15,3-3-12-15,-1 2-4 0,1 1-32 16,0-1 32-16,-4 1 4 0,0 0 20 0,-4 3-20 16,-1-4-64-16,-2 4-108 0,-1 3-64 0,-5-3-64 15,-3 3-232-15,1 0-528 0,-5 0-552 16,0 0-628-16,0 0-1797 0,-9 6-2275 15</inkml:trace>
  <inkml:trace contextRef="#ctx0" brushRef="#br0" timeOffset="121176.064">10156 15074 4744 0,'0'0'768'15,"0"0"4877"-15,0 0-3353 0,0 0-760 16,0 0-272-16,0 0-136 0,0 0-208 16,0 0-224-16,0 0-192 0,0 0-252 15,0 0-248-15,0 0 8 0,0 0 164 16,60 7 84-16,-32-1-12 0,3-3-36 15,5 0 12 1,0-3-64-16,3 0-44 0,6 0 32 0,2 0-12 16,1-3-20-16,3 0-28 0,5-3 12 15,4-1-20-15,4 1-68 0,3-3 101 16,2 2-13-16,2 1-84 0,-3 0 48 16,-1-1-56-16,2 4 8 0,-2-3 48 15,-3 3-60-15,0 0 0 0,-4-4-100 0,-1 4 88 16,-3 0-48-16,-4 0 52 0,-4-1-64 0,-5 2 23 15,-2 2 41-15,-6-5-92 0,-3 5 88 0,0-2-84 16,-8 2 24-16,-1-3-112 16,1 0-20-16,-3-3-104 0,-2-5-44 15,5 3-40-15,-7-6-144 0,2-5-188 0,1 3-364 16,-8-3-368-16,4-3-804 0,-8 3-841 0,-4 7-2059 31</inkml:trace>
  <inkml:trace contextRef="#ctx0" brushRef="#br0" timeOffset="121505.054">11849 14754 4852 0,'0'0'156'0,"0"0"-12"15,0 0 2600-15,0 0-788 16,0 0-447-16,0 0-85 0,0 0-304 0,0 0-104 15,0 0-212-15,0 0-84 0,79 54-184 0,-62-41-64 16,2-1-88-16,1 4-64 16,0-3-24-16,0 4-160 0,0-3 0 0,-4 0-132 0,0 1 108 15,-5-2-72-15,2 3-40 0,-5-4 0 16,-1 4 44-16,-7 1-32 0,0-2 64 31,0 1 8-31,0 3-72 0,-11 0-12 0,-1 3-40 16,-4 0-144-16,-8 1-64 0,4 3-84 15,-8-5-36-15,-3 5-80 16,3-4-124-16,0-3 12 0,0 0-108 0,7-5-392 16,2-6-696-16,7-2-2149 0,-4-6-2063 0</inkml:trace>
  <inkml:trace contextRef="#ctx0" brushRef="#br0" timeOffset="122277.791">13423 14665 6048 0,'0'0'4768'31,"0"0"-2611"-31,0 0-493 0,0 0-328 0,0 0-148 0,75 60-232 16,-43-34-204-16,0 2-112 0,4 4-128 15,4 3-108-15,0 0-64 0,-1 6-72 0,2 0 24 16,-2 4-132-16,1 2-100 16,0 2-20-16,-4 1-40 15,4 1-84-15,-9-1 80 0,-3-1-8 0,0-5 12 16,0-3 0-16,-4 0-36 0,-4-3-24 15,0-6-76-15,0 1 4 0,-8-5-124 16,3-10-220-16,-6 1-64 0,-1-9-96 16,-4-3-104-16,-1-7-100 0,-3 0-292 0,0-7-416 0,0-10-548 0,0 5-1185 15,0-26-3231-15</inkml:trace>
  <inkml:trace contextRef="#ctx0" brushRef="#br0" timeOffset="122579.365">14108 14747 640 0,'0'0'10569'0,"0"0"-9157"0,0 0-924 0,0 0 148 0,0 0 392 0,-79 64 168 0,66-45-280 16,-2 0-344-16,-2 4-212 15,-3 5-116-15,-3 4-44 0,-5 6-16 16,0 6-72-16,-4 4-12 0,-4 2-88 0,-4 1-12 15,4 4-76 1,-7-1-24-16,2 0 52 0,2-3-24 16,3-7-16-16,4 0 76 0,4-5-148 0,8-8 12 15,4-5-76-15,5-8-60 0,2-1-76 16,5-8-140-16,4-3-16 16,0-2-340-16,0-1-332 0,0-3-340 0,13 0-40 15,2-3-681-15,-3-4-1015 0,12-15-2163 16</inkml:trace>
  <inkml:trace contextRef="#ctx0" brushRef="#br0" timeOffset="123193.938">14972 14277 416 0,'0'0'2244'0,"0"0"-1800"0,0 0-208 0,0 0 2940 16,0 0-852-16,0 0-512 0,0 0-383 16,-84-28-329-16,69 28-108 15,-1 0 32-15,-4 3-84 0,4 4-336 0,0-1-4 16,0 0-56-16,1 4-48 0,-2 3-104 15,2 2-48-15,2 4-96 0,-2 6-76 16,2 1-64-16,2 3-20 16,3-4-44-16,-1 1-44 15,5-4-100-15,1-3-44 0,3-7-40 16,0-2-64-16,3-7 16 0,1 0 12 0,5-3 156 16,3 0-60-16,4 0-48 0,3-10 36 15,1-1-172-15,1-9 60 0,-2 4 0 16,5-3-12-16,-4 3 120 0,-4 4 40 0,4 2-24 0,-8 4 52 15,4 0-4-15,-4 6 0 16,-1 0 68-16,2 0 8 0,-2 6 112 0,-2 4 164 16,3 2 84-16,-5 1-36 0,1 6-52 15,5 0-12-15,-6 7 48 16,1 2-24-16,-4 3 48 0,5 1-52 0,-6 6-56 16,-3 0 56-16,0 2-84 0,0 0 36 15,0 2-12-15,-3-5-60 0,-1 2 44 16,-5-4-8-16,5-4 36 0,-4-3 24 0,1-5 24 0,3-4-111 15,-5-3-97-15,5-7 4 0,-3 1-68 16,-1-4 100-16,-1-3-12 0,2 0 8 16,-5-3-104-16,-4 0-72 0,0 0-228 15,-4-9-45-15,4 0-127 0,-4-7 144 0,0-7-88 16,1 2-156-16,-2-9-104 16,5 2-136-16,4-7-488 15,5 0-860-15,-1 10-1680 0,8-16-1713 16</inkml:trace>
  <inkml:trace contextRef="#ctx0" brushRef="#br0" timeOffset="123459.379">15530 13932 7628 0,'0'0'5117'0,"0"0"-3233"0,0 0-476 0,0 0-252 16,0 0-240-16,0 0-104 0,0 0-64 0,0 0-332 16,0 0-180-1,0 0-92-15,13 79-72 16,-13-47-72-16,0 6-36 0,0 0-96 0,-4 7-124 16,-1-1-52-16,1 0-168 0,-4 4-412 15,1 3-224-15,-6-4-780 0,5-12-2528 0,1 9-3337 0</inkml:trace>
  <inkml:trace contextRef="#ctx0" brushRef="#br0" timeOffset="124711.215">8040 16786 6672 0,'0'0'1572'0,"0"0"1533"0,0 0-1517 0,0 0-392 16,0 0-20-16,0 0 172 15,0 0-428-15,0 0-452 0,0 0-208 16,0 0-88-16,0 0-36 0,7-69 24 16,-3 52-36-16,9-2-24 0,-5 0-88 15,3 0-4-15,2 0-8 0,-2 0-52 0,6 0 40 0,-6 3-72 16,6 0-16-16,-6 4 92 15,1 1 8-15,0 3 4 0,0 1 60 16,1 1-60-16,-2 2 0 0,-3 4-4 0,1 0 12 16,-2 0 28-16,5 0-40 0,-4 6 0 15,0 5 4-15,4 1 96 0,-5 4 20 16,-3 3-20-16,5 4-16 0,-1 2-80 16,-4 3 44-16,-1 1-48 0,1 0 0 0,0 2 48 15,1 4-36-15,-1-3-12 0,0 6 60 16,-4-3-56-16,4 2 60 0,-1 2-56 15,-3-4 52-15,4-3 24 0,0-3-80 0,1-8-8 0,-1-2-68 16,0-2 64-16,3-9-112 16,-3-1-16-16,4 0 24 0,-3-4 40 0,-1-1-16 15,3-2 84-15,-3 0-44 0,4 0 48 16,-4 0 8-16,5-2 4 0,-2-8 48 16,1 1 88-1,-4-3-148-15,5-7-540 0,-2-4-360 16,5-3-396-16,-3-2-1188 0,-6 6-2281 15,5-10-2475-15</inkml:trace>
  <inkml:trace contextRef="#ctx0" brushRef="#br0" timeOffset="125111.655">8566 16554 5440 0,'0'0'640'15,"0"0"-288"-15,0 0 1648 0,0 0-408 16,0 0-135-16,0 0-329 16,0 0-348-16,0 0-80 15,0 0 8-15,0 0-180 0,-25-6-136 0,18 12-168 16,-5 3-84-16,0 4 28 0,0 4-32 0,1 1 12 16,-6 5 16-16,2 2-40 0,-6 0 0 15,5 3-60-15,-3 2-20 16,2 1-44-16,-2-2-4 0,-1 6-44 0,-1-4-4 15,6 5-36-15,-5-5 4 16,0 1-4-16,0 0 12 0,4-4 64 16,0 1 4-16,0-4 0 0,1-2 8 0,-2-4-52 0,6 0-60 15,3-7-12-15,-1 1-4 0,5-4 64 0,0 1-60 16,1-7-16-16,3 0-72 0,-4 0 12 0,4-3 20 16,0 4-8-16,0-4-24 15,0 0-4-15,0 0-52 0,0 0-72 0,0 0-144 16,0 0-192-16,0 0-180 0,0 0-241 0,4 0 337 15,3 0-340-15,-3 0-896 0,0-7-884 16</inkml:trace>
  <inkml:trace contextRef="#ctx0" brushRef="#br0" timeOffset="126502.017">10012 16598 5064 0,'0'0'716'0,"0"0"-328"16,0 0 1708-16,0 0 552 0,0 0-1067 16,0 0-813-16,0 0 72 0,0 0 196 0,0 0-204 15,48 74-116-15,-36-53-156 0,-4 9-140 16,4-2-60-16,-4 4-52 0,-1-4-96 0,-3 4-112 16,0 4-60-16,1-3-40 0,-5 0-88 15,0 2-36-15,0-4-36 0,0 1 0 16,0-7-172-16,0-2-228 0,0-4 24 15,0-10 8-15,0-2-124 0,0-4-408 16,0-3-568-16,4 0-813 0,-4-10-2207 0</inkml:trace>
  <inkml:trace contextRef="#ctx0" brushRef="#br0" timeOffset="126846.294">10315 16818 5380 0,'0'0'1680'0,"0"0"-812"16,0 0 752-16,0 0 229 0,0 0-377 0,0 0-324 16,0 0-212-16,95 3-92 15,-67-3-152-15,4 0-144 0,0 0-124 16,4 0-40-16,8 0-88 0,-4 3 88 0,7-3 20 16,1 0-72-16,1 3-208 0,2-3 12 0,5 0-40 15,0 0 68-15,3 0-164 0,1-3-12 16,4 0 12-16,-4 3-44 0,3 0 44 0,1 0 0 15,-4 9 0-15,-4 1-148 0,-1 6 88 16,-3-4 56-16,0 4-20 16,-5 0 12-16,-6 1 12 0,2-5-8 0,-3-3 8 15,0-2 0-15,-4-1 8 16,4-3 68-16,-5-3-72 0,-3 0 0 0,-4-3-4 0,0-6-12 0,-4-2-172 31,-8 3-320-31,0-5 12 16,-8 3-188-16,0 1-116 0,-4-1-132 0,-4 1-396 0,-4-1-788 0,0 4-1757 0,-12-1-1675 15</inkml:trace>
  <inkml:trace contextRef="#ctx0" brushRef="#br0" timeOffset="127160.148">11928 16659 3848 0,'0'0'5036'0,"0"0"-3160"0,0 0-1115 16,0 0-185-16,0 0 332 0,0 0 88 0,0 0-252 16,0 0-188-16,0 0-64 0,80 9-128 15,-68-2-160-15,4-1 32 0,-4 4-72 16,0-1-80-16,-4 3 28 0,0 5-24 16,0-1-24-16,0 2-52 0,-8 2 48 15,4-1 16-15,-4-3-12 0,-4 6-8 16,-1 0-56-1,-6 0-12-15,-1 6-200 0,-8-2-324 0,0 3-92 16,0-1 0-16,-4-2-144 0,0-4-216 16,9-3-172-16,-2-6-797 15,2-7-2827 1</inkml:trace>
  <inkml:trace contextRef="#ctx0" brushRef="#br0" timeOffset="140747.265">13869 16411 1148 0,'0'0'300'16,"0"0"4800"-16,0 0-3128 0,0 0-728 16,0 0-144-16,0 0 81 0,0 0-29 0,0 0-212 15,0 0-268-15,0 19-168 16,0-9-100-16,0 6-28 0,0 2-8 16,-4 1 28-16,4 0-56 0,0 0-80 15,0 6-52-15,0-1 56 16,0 4-56-16,-4 1-60 0,4 6 48 0,0 3-60 15,0 3-36-15,0 7 36 0,0-1 24 16,0 5-76-16,0-2-20 0,0 4-52 16,0-4-4-16,0 2 100 0,0 2-96 0,0-7-12 0,0 4 0 15,-4-3-72-15,4-1-28 16,0-3 88-16,0-5 12 0,0-5 88 16,4-8-4-16,-4-3 76 0,4-11-60 0,-4-3-100 15,0-5 0-15,4-1-60 0,-4-3-4 16,0 0-32-16,0 0-28 0,3 0 0 0,2-7 124 15,3-5 92-15,4-4-92 0,-5-3 0 16,2-7-64-16,-1 1-8 0,-1 0 24 16,2-1-76-16,-1-2 24 0,3 5 88 0,2-3-112 15,-2 1 64-15,-3 3 20 0,5 4 40 16,2-5 8-16,-2 4 4 0,-2 3 0 16,-3 0-4-16,5 4-8 0,-6 2-4 0,1 4-44 15,0-1 48-15,-4 4 0 0,-4 3 4 31,4 0 44-31,-4 0-36 0,4 7 100 0,0 2 208 16,0 7-88-16,4 9 16 0,-4 0-128 16,-1 5-32-16,2 2-84 0,-1 1-4 0,0 0 4 15,4 2-4-15,-4-7 0 16,-1 1 0-16,-3-4-12 0,5-3-4 16,-1 0-32-16,0-5-24 0,-4-4-40 0,4-1 28 15,0-2-40-15,0-1-48 0,-4-3-160 0,3 1-76 16,-3-1-124-16,4-6-272 0,-4 3-288 15,5-3-524-15,3 0-716 0,0-9-405 16,-5 2-1735-16</inkml:trace>
  <inkml:trace contextRef="#ctx0" brushRef="#br0" timeOffset="141413.827">14523 17317 520 0,'0'0'10545'16,"0"0"-8813"-16,0 0-1156 0,0 0-120 16,0 0 128-16,0 0 452 0,0 0-308 0,0 0-488 15,0 0-152-15,0 0 48 16,0 0 4-16,23-68-16 15,-14 56-76-15,2 5 40 0,-7 1 0 16,4-1 24-16,0 5 0 0,-4-2 0 0,0 4-112 16,0 0 8-16,-4 0-4 0,0 0 8 15,0 0 0-15,0 0 36 0,0 0-32 16,0 0 80-16,0 0 68 0,0 0-16 16,0 0 12-16,0 6 24 0,-4-2-120 15,0 2-52-15,0-3-12 0,-4 1 136 0,4-1 60 0,0-3-72 16,-4 0 0-16,4 0-112 0,1 0 96 15,-6 0 24-15,9 0-132 0,-4-7-124 0,4 1-84 16,0-1-24-16,0 1-80 16,0 0 104-16,0 0 60 0,4 2 36 15,0 1-12-15,1 3 36 0,-5-3 84 0,0 3 4 16,0 0 112 0,0 0 52-16,0 0 56 0,0 0 40 15,0 3-76-15,0 0-60 0,0 4 36 0,0 2-48 16,-5-3-104-16,1 1-8 0,0-1-124 15,0-2 12-15,0-4-96 16,4 3-40-16,-4-3 4 0,1 0-32 0,-1 0-96 16,-1 0-60-16,1 0-144 0,0-3-304 15,0-4-508-15,4-3-756 0,0 1-981 0,0 0-2447 16,0-4 2480-16</inkml:trace>
  <inkml:trace contextRef="#ctx0" brushRef="#br0" timeOffset="141886.803">15032 17151 10296 0,'0'0'1777'16,"0"0"-1369"-16,0 0-164 0,0 0 76 0,0 0 264 16,-8-67-36-16,16 45-372 0,9-3-176 15,-6 3 0-15,9-4-48 0,-4 4-44 0,0 6-8 16,4 0-28-16,-4 4 28 0,-1 6 100 0,2-1 64 15,-2 7 188-15,-2 0-12 0,-2 2-72 0,6 5 196 16,-6 5 52-16,1 5-24 0,0 5-32 16,0 1-128-16,1 2-56 15,-2 6-164-15,1 1 100 0,-4 4-24 0,0-2-80 32,-4 1-8-32,4 0-4 0,-4-4 4 0,0-2 8 15,0-4-8-15,4-2 0 0,-4-7-8 16,0 0-104-16,3-7-4 0,-2-3 32 0,3-2 8 15,0-4 12-15,-1 0 60 0,6-13-804 16,-5-3 16-16,3-9-900 16,2-3-2241-16,-5 5-3323 0,3-12 7200 0</inkml:trace>
  <inkml:trace contextRef="#ctx0" brushRef="#br0" timeOffset="142149.943">15487 16900 10068 0,'0'0'1801'0,"0"0"-1069"0,0 0-104 0,0 0 148 15,-88 73 284-15,64-51-116 0,0 1-416 16,0 2-288-16,0 0-80 0,-4 5-24 0,4-2-84 16,-4 4-48-16,-4 2 0 0,1 1-4 15,-1 3-12-15,0 3-76 16,0 1-60-16,0-4-40 0,4 0-12 15,4-6-64-15,5-4 24 16,2-2 28-16,6-10-228 0,3-4-204 16,3-5-308-16,1-4-348 0,4-3-849 0,0 0-2151 15,0-3-1448-15,4-11 5668 0</inkml:trace>
  <inkml:trace contextRef="#ctx0" brushRef="#br0" timeOffset="158383.515">21778 14747 716 0,'0'0'104'0,"0"0"7752"0,0 0-6572 0,0 0-432 0,0 0-91 15,0 0 223-15,0 0 52 0,0 0-84 16,0 0-220-16,0 0-244 0,0 0-96 16,0 0-16-16,0 0 100 0,0 0-4 15,0 0-100-15,0 0-164 16,0 0-32-16,-79-60 32 15,66 54-72-15,5 2 60 0,-3 1-48 0,-2 1-36 0,-2 2 0 16,2 0-4-16,-2 5-8 0,-2 11-100 0,-2 5-100 16,3 6 40-16,-1 4 52 0,2 8 8 0,7-1 48 15,-5-3-44-15,6 0-4 0,3-10-48 16,4-3 48-16,0-9-48 0,0-6-64 16,0-4-24-16,4-3 24 0,3 0 100 15,6 0-72 1,-1-10 84-16,4 1 48 0,3-3-48 15,-2-8-168-15,2 4 32 0,-6 1-12 0,2-2 36 16,1 8-24-16,-4 2 0 0,4 5 52 16,-4 2 72-16,1 0-36 0,-2 7 48 15,1 1 12-15,4 9 164 0,-8 1 8 16,3 4-48-16,-2 0-24 0,-1 3-28 0,-1 2 52 16,-7 1 24-1,4 5-48-15,-4-3 0 0,0 5-4 16,-4 0-20-16,-3 4 8 0,-1-2-20 0,-1-2-4 0,2 4 4 15,-1-2 44 1,-4 2-72-16,4-4 100 0,-4-3-36 16,4-4 20-16,-4-5 16 0,4-2-12 15,0-4-16-15,1-5 4 0,-2-2 8 0,5-2 4 0,-7-3 32 0,2 1-8 0,-3-3-28 16,1-3-96 0,-6 0-36-16,2 0-120 0,-9-7 0 0,3-2-52 15,2-7-120-15,-5 1 72 0,4-2 24 0,4-1-108 0,4-1 72 16,4 2-4-16,0-2-20 0,5 0-100 0,3-6-200 15,0-1-236-15,3-6-404 0,5 1-264 16,4-4-420 0,0-3-613-16,0 3-383 0,4-3-1516 0</inkml:trace>
  <inkml:trace contextRef="#ctx0" brushRef="#br0" timeOffset="158668.039">22161 14402 1408 0,'0'0'9300'0,"0"0"-7347"0,0 0-969 0,0 0-248 16,0 0 372-16,0 0 136 0,0 0-248 15,0 0-352-15,-21 69-324 0,14-33-64 0,-2-2 40 16,1 8-24-16,1 2-100 0,-6 3-172 16,5 4-40-16,1 3-80 15,-1-3-176-15,-1 0-132 0,5-7-476 0,0-3-40 16,4-2-724-16,0-17-1548 0,4 6-3937 16</inkml:trace>
  <inkml:trace contextRef="#ctx0" brushRef="#br0" timeOffset="159268.854">22627 15135 10372 0,'0'0'1853'31,"0"0"-1225"-31,0 0-180 0,0 0 328 0,0 0 348 0,0 0-420 0,0 0-668 16,0 0-28-16,0 0-8 0,0 0 188 16,0 0-68-16,19 0-20 0,-19 0 24 15,4 0 124-15,-4 2 40 0,0 5 60 16,0 3 24-16,0-1-64 0,-8 5-96 16,-3-2-100-16,-2 1-108 0,1-1 56 0,1-2-48 31,2-4 52-31,-2 1 56 0,7-7 16 0,-4 3-36 15,3-3 48-15,1-3-148 0,4-7-248 16,0 1-156-16,0-4 56 0,0-1 64 16,4 2 84-16,5-1 64 0,-1 8 48 0,-1 2-20 15,-3-1 56-15,1 4 52 16,-1 0 0-16,0 0 148 0,0 0 88 0,-4 4 88 16,3 1-4-16,-3 2-36 0,0 0-96 0,0-1-116 15,0 0-60-15,0 1 0 0,0-1-12 0,0-6 0 16,-3 6-172-16,-1-6-224 15,4 0-96-15,-8 3-92 0,3-3-28 16,1 0-120-16,0 0-184 0,1-3-636 0,-1 0-973 16,4 0-1799-16</inkml:trace>
  <inkml:trace contextRef="#ctx0" brushRef="#br0" timeOffset="160332.552">23344 14636 1148 0,'0'0'6884'16,"0"0"-3983"-16,0 0-1617 0,0 0-748 15,0 0 40-15,0 0 264 0,0 0 272 0,0 0-248 16,0 0-332-16,-60 0-272 0,60 0-124 0,0 0-48 16,0 0-12-16,0 0-28 0,-4 4 4 0,4-1-44 15,0 3 0-15,-4 0 4 16,0 1 0-16,4-1 36 0,0-2 28 15,0-4 36-15,0 0 12 0,0 0-24 0,0 0 0 16,0 0-28-16,0 0-8 0,0 0-16 16,0 0-44-16,0 0-4 0,0 0-12 15,0 0-52-15,0 0-8 0,0 0 8 16,0 0-8-16,0 0-4 16,0 2 16-16,0 1-4 0,-4 4 64 15,4 2 172-15,-8 7-12 0,0 7-24 0,0-1-76 0,-4 7-48 0,0 2-4 16,1 4-8-16,-2 0-44 0,1 6 40 31,5 0-56-31,-2 7 44 0,9 0-92 0,0 2 56 16,0 1 40-16,0 4-36 0,4-5-16 0,5-2-8 15,2-6-76-15,-3-9 24 16,4-3-40-16,4-11-20 0,0-4 8 0,4-8-48 16,4-1 160-16,-4-6-136 15,4-3-352-15,-1-10-344 0,1-2-332 0,-7-8-844 16,2-2-1817-16,-6 6-1903 0</inkml:trace>
  <inkml:trace contextRef="#ctx0" brushRef="#br0" timeOffset="160770.923">23698 14344 168 0,'0'0'9644'0,"0"0"-8223"0,0 0-765 0,0 0 228 31,0 0 720-31,8 89-132 0,-8-51-328 16,4 7-412-16,-4 5-288 0,0 8-84 16,0 8-28-16,0 8-48 0,0 5-112 0,-7 0-112 15,-2 1 32-15,5-8-92 16,-4-2-84-16,4-9-64 0,4-11 148 0,0-12 4 0,0-12 52 15,4-8-56-15,0-7-60 0,4-5-64 0,1 1 112 16,-2-7 12-16,-3 0 64 16,4 0 56-16,4-3-32 0,-4-7 20 15,4-6-48-15,0 3-56 0,0-2-8 16,-1-5-4-16,2 8-104 0,-5 2 16 0,3 3-64 16,2 1-40-16,-6 6 56 0,6 0 32 0,-5 0 56 15,-1 6 56-15,1 4 12 0,-4 4 196 0,1-3-60 16,-1 6-24-1,0-1-52-15,-4-4-60 16,3 1-12-16,-3 0-84 0,0-8-116 16,0 2-192-16,0-3-584 0,0-2-208 0,0-2-860 0,-3 0-2549 0,-1 0-4607 15</inkml:trace>
  <inkml:trace contextRef="#ctx0" brushRef="#br0" timeOffset="161024.879">24148 15090 1828 0,'0'0'8480'0,"0"0"-7011"0,0 0-597 16,0 0 516-16,0 0 204 15,0 0 72-15,0 0-448 0,0 0-540 0,0 0-344 16,0 0-100-16,45 68-124 0,-50-60-8 16,1 3-92-16,-4-2 40 0,1-4 24 0,-1 0-72 15,-5-3-188-15,2 2-204 0,-2-4 48 16,5 0 184-16,-3 0 108 0,2-6-156 0,-2-1-136 15,3-5-76-15,4 1-52 0,0-1 176 0,4-1-280 16,4 1-40-16,4 2-440 0,3-2-464 16,6-2-864-16,-6 5-2957 0</inkml:trace>
  <inkml:trace contextRef="#ctx0" brushRef="#br0" timeOffset="161350.805">24586 14954 628 0,'0'0'13565'16,"0"0"-10833"-1,0 0-2148-15,0 0-576 0,0 0 388 0,0 0 136 16,0 0 48-16,0 0-324 0,0 0-212 0,77-41-44 0,-46 18-52 15,-3 7-132-15,4 1-60 0,0 8 108 16,-4 1-24-16,0 6 12 0,-9 6-36 16,5 10 132-16,-7 6 52 0,-2 4 136 15,-3 5 76 1,-3 5-92-16,-6-1 16 16,5 2-60-16,-8-2-76 0,4 0 0 0,-4-2-52 0,4-8-8 15,-4-3-52-15,9-6-36 16,-6-4-60-16,5-5-176 0,0-7-372 15,4 0-484-15,4-13-692 0,-4 0-2441 0,4-15-3811 16</inkml:trace>
  <inkml:trace contextRef="#ctx0" brushRef="#br0" timeOffset="161548.659">25168 14783 3464 0,'0'0'9181'0,"0"0"-7285"0,0 0-1076 0,-79 69 124 15,51-37 228-15,-4 3-72 0,0 0-228 16,-8 2-368-16,4 5-320 0,0-3-184 16,1 1 0-16,-5-1-160 0,4-1-72 0,0 3-76 15,0-3-440-15,4 1-180 0,4-5-528 16,9-5-1096-16,-1-3-1553 0,7-14-1871 16</inkml:trace>
  <inkml:trace contextRef="#ctx0" brushRef="#br0" timeOffset="161829.095">25523 14722 8536 0,'0'0'4569'0,"0"0"-3665"15,0 0-524-15,0 0 60 0,0 0 244 16,0 0 672-16,83 61-92 0,-74-39-584 15,-1 3-448-15,-1 4-72 0,-3 2-92 16,0 8-64-16,-4 2 0 0,0 3-4 16,-8 7 0-16,1 3-96 0,-5-3-28 0,-4 0 24 15,0-7-44 1,-4-2-424-16,4-8-376 0,-4-2-280 16,0-7-452-16,8-5-800 0,0-11-1533 15,4-6-1811-15,0-9 5140 16</inkml:trace>
  <inkml:trace contextRef="#ctx0" brushRef="#br0" timeOffset="162022.628">25873 15040 10876 0,'0'0'5153'15,"0"0"-4785"-15,0 0-68 0,0 0 308 16,0 0 460-16,81 15 88 0,-66-15-484 15,9 0-428-15,0 0-244 16,-4-3-36-16,4-3-272 0,-8 3-572 16,0 0-180-16,-4 3-668 0,-8 0-2412 15,-4 3-2837-15</inkml:trace>
  <inkml:trace contextRef="#ctx0" brushRef="#br0" timeOffset="162189.227">25786 15316 7020 0,'0'0'6261'16,"0"0"-5369"-16,0 0-476 0,0 0 468 16,0 0 184-16,80 25-44 0,-52-25-184 15,4 0-360-15,3-9-296 0,-3 0-144 16,0-2-40-16,0-1-172 0,0 2-456 16,-8-1-472-16,0 0-768 0,-5 5-2837 0,-2 3-5399 0</inkml:trace>
  <inkml:trace contextRef="#ctx0" brushRef="#br0" timeOffset="163292.903">26862 14335 7672 0,'0'0'2516'0,"0"0"-419"0,0 0-757 0,0 0-588 0,0 0 68 0,0 0 148 16,0 0-92-16,0 0-80 0,12 89-228 0,-8-36-200 15,4 9-120-15,-5 4-28 16,-3 3 40-16,0 1-64 0,0 0-64 15,-3 0-132-15,-5-7-48 0,4-5-36 0,-5-8-64 16,6-8-60 0,3-14 48-16,0-6 72 0,0-8-8 15,0-9-52-15,0-5-88 0,0 0 4 16,3 0 56-16,6-3 164 0,3-6-24 0,4-8 28 16,-1 2-80-16,-3-3 76 0,4-2 12 0,-4 4 0 0,1 3-36 15,-2 7-76-15,-3 3 0 0,4 3 28 0,0 3 84 16,1 7 224-16,-2 3 96 15,1 2-60-15,-4 5 36 0,4-2-152 0,-4 1 4 16,-1-2-148-16,2-1-4 0,-5-4-156 16,8 1-12-16,-9-1-124 0,6-5-344 15,-1-1-644 1,0 0-1096-16,-1-6-2489 0,2 0-3107 0</inkml:trace>
  <inkml:trace contextRef="#ctx0" brushRef="#br0" timeOffset="163720.411">27492 14904 5368 0,'0'0'7813'15,"0"0"-6253"-15,0 0-752 0,0 0 560 16,-101 66 32-16,69-34-156 0,9-1-500 0,-1-2-304 16,4-4-172-16,8-3-268 15,8-6-36-15,1-6-148 0,3-4-8 16,0-3-76-16,3-3-28 0,5 0 64 0,4 0 72 15,4-9 112-15,0-4-100 0,4-2-48 16,-4-8 36-16,0 4-12 16,0 0 48-16,-4 3 28 0,3 7-4 0,-2-1-24 15,-6 4 16-15,5 3-4 0,-3 3 12 16,-2 0 92-16,5 6 8 16,-3 4 64-16,-2 5 56 0,1 1 56 0,0 7-16 15,4 2 24-15,-4 7 96 0,4 0 200 16,-4 5-196-16,0 2-140 0,-4 5 28 0,-4 1-76 0,0 2-32 15,0 1-4-15,-12-1 8 0,4 1-64 16,-4-3 0-16,0-4 0 0,0-6 4 16,0-10 0-16,5-3 44 0,-6-6 20 15,5-4-12-15,-3-5 52 0,-2-7-112 0,2 0-124 16,-10-7-268-16,2-5-96 0,-1-9-212 16,0-6-136-16,-5-7-192 0,2-7-600 0,-1-3-420 15,4-5-877-15,1 2-235 0,2-4-1764 16,6 13 2353-16</inkml:trace>
  <inkml:trace contextRef="#ctx0" brushRef="#br0" timeOffset="164089.8">27826 14290 1264 0,'0'0'11085'0,"0"0"-9173"0,0 0-888 0,0 0 508 0,8 89-20 15,-8-54-184-15,4 6-484 0,0 4-404 16,-4 2-280-16,4 4 20 16,-4 3-20-16,0 1-24 0,0-2-136 0,0 5-72 15,-4-8-36-15,0-5-4 0,0-4-44 16,0-12 8-16,4-7 4 16,0-6-4-16,0-7-24 0,4-9-120 0,0 0-160 15,8 0 232-15,0-6 208 0,4-4-88 0,0-2-8 16,3-4-28-16,-2 2 0 0,3 3 24 31,-5 1-32-31,2 3 20 0,-6 4 0 16,5 3 32-16,-8 3 92 0,0 4 188 0,4 5 44 15,-7 2 212-15,-2 0-152 0,-3 3-72 16,0 2-60-16,0-3-88 0,0 3-20 16,0-2-52-16,-3-3-12 0,-6 0-52 15,5-5-96-15,0-3-352 0,0-3-524 0,0-3-552 16,-4 0-840-16,8-3-2573 0,-8-12-3959 0</inkml:trace>
  <inkml:trace contextRef="#ctx0" brushRef="#br0" timeOffset="164261.898">28248 14507 6884 0,'0'0'7885'16,"0"0"-6261"-16,0 0-912 0,0 0 464 0,0 0 288 15,0 0-416-15,0 0-608 0,92 40-428 16,-72-40-12-16,-1-6-196 0,5-7-472 16,1-3-568-16,2-3-792 0,-11 3-2900 0,8-6-4457 15</inkml:trace>
  <inkml:trace contextRef="#ctx0" brushRef="#br0" timeOffset="164406.37">28611 14379 8292 0,'0'0'4693'0,"0"0"-3245"0,0 0-916 16,-36 89 148-16,28-60 588 0,0-1-188 0,0 0-920 0,4-2-160 15,0-3-592-15,-3 5-1072 0,2-9-1132 16,-15 19-4869-16</inkml:trace>
  <inkml:trace contextRef="#ctx0" brushRef="#br0" timeOffset="164939.948">26504 14509 2556 0,'0'0'288'16,"0"0"2540"-16,0 0 1156 15,0 0-2627-15,0 0-173 0,0 0 40 0,-77 80-4 0,62-55-172 0,6 10-180 0,1 3-232 16,1 10-92 0,3 6-60-16,4 3-152 0,0 6-148 0,0 0-184 0,8 8-52 15,3-2-108-15,6-2-112 0,-2 0-136 16,5-6-436-16,8-5-112 0,4-8-388 16,4-4-1128-16,3-8-2169 0,-7-11-1595 0,28-8 5220 15</inkml:trace>
  <inkml:trace contextRef="#ctx0" brushRef="#br0" timeOffset="165307.537">29002 14859 912 0,'0'0'3144'16,"0"0"4049"-16,0 0-6025 15,0 0-236-15,0 0 592 0,0 0 76 16,0 0-256-16,0 0-320 0,63 79-496 0,-55-56-284 15,4-1-48-15,-4 3-96 0,-4 4-100 16,4-1 36-16,-4 4-36 0,-4 3-4 16,0-1-72-16,0 8 16 0,-4-1-36 15,-8 0-4-15,0 1-72 0,-8-4-48 0,4-6-88 16,1-1-284-16,-2-2-36 0,-3-7-232 16,4-6-520-16,0-4-1260 0,-12-1-3313 15</inkml:trace>
  <inkml:trace contextRef="#ctx0" brushRef="#br0" timeOffset="166177.872">29575 15021 11717 0,'0'0'2376'0,"0"0"-1580"0,0 0-480 0,0 0 248 0,0 0 292 16,0 0-244-16,0 0-412 0,4-3-188 0,4-1 172 31,-4 4 76-31,4 0-88 0,-4-3-160 0,-4 3-12 0,4 0 0 16,-4 3 44-16,0 4 80 0,-4 2 184 15,-4 7-24-15,0 0-176 0,-4 3-104 16,-4-7 60-16,9 2-56 0,-2-9 52 0,5-1-60 0,0-4-60 15,0 0-76-15,4 0 128 0,0 0 0 0,0-7-140 16,0 2-160-16,0-6-324 0,0 2 312 16,0-3 108-16,8-5 24 0,0 8-12 0,-3-4-8 15,2 4-180-15,1-1-296 16,-4 4-336-16,4-4-632 0,-4 8-1333 0,4-5-3767 16</inkml:trace>
  <inkml:trace contextRef="#ctx0" brushRef="#br0" timeOffset="166494.452">30077 14541 6552 0,'0'0'3204'15,"0"0"-1155"-15,0 0-1085 0,0 0-224 0,-63 70 576 0,46-51 56 16,6 6-444-16,-2 1-508 0,2 7-244 31,3 0-16-31,-1 6 40 0,2 5-52 0,-1 5-28 16,4-3-32-16,4 6-12 16,0-2-76-16,0-3-60 0,8 1-52 15,-1-7 16-15,10-2-52 0,-6-8 24 0,6-5-52 16,2-6 68-16,1-9-292 0,4-1-220 15,1-10-376-15,-2-3-820 16,-3-7-2289-16,12-15-2811 0</inkml:trace>
  <inkml:trace contextRef="#ctx0" brushRef="#br0" timeOffset="166890.023">30484 14265 1708 0,'0'0'9188'16,"0"0"-7631"-16,0 0-701 0,0 0 516 15,0 82 252-15,0-40-156 0,0 2-456 0,0 10-396 0,0 3-188 16,-4 4 12-16,4 6 48 0,-9-4-244 16,5 0-156-1,-3-2-88-15,-1-4-4 0,4-7-84 16,0-8-44-16,-1-7-76 0,5-13 48 0,0-3-8 15,5-10-80-15,-1-2-8 0,0-7-72 16,0 0 20-16,3 0 184 0,6-10 120 0,-1-1-68 16,-1-6 68-16,2 1 4 15,-2 0 0-15,6 7-60 0,-10-1-48 16,5 7-28-16,-3 3 136 0,-2 0 60 0,5 6 112 0,-4 7 76 16,-4 0-16-16,4 2-120 0,-4 4 20 15,0 0-8-15,0-3-120 16,-4 4-4-16,0-5-4 0,0-1-96 0,0-2-84 15,0 1-172-15,-4 0-432 0,-4-1-476 16,-4-2-932-16,4-4-1692 16,-4 0-1713-16</inkml:trace>
  <inkml:trace contextRef="#ctx0" brushRef="#br0" timeOffset="167182.908">30842 15014 6504 0,'0'0'6005'16,"0"0"-4757"-16,0 0-916 0,0 0 36 0,0 0 564 15,0 0 412-15,0 0-508 16,0 0-540-16,0 0-244 0,0 0-52 16,0 0-8-16,0 0-28 0,48 60 36 0,-48-60 76 15,0 0 60-15,0 0 0 16,0 0-8-16,-4 0-128 0,-4 0-284 0,0 0 152 0,0-2 44 15,0-2 36-15,0 1-32 0,4 0-152 0,0 0-36 16,0-1-28-16,4 1-100 0,-4 0-4 16,4 3 40-16,0 0-24 0,0-3-80 15,0 0-164-15,4 0-668 0,0-4-612 0,0-2-1193 16,0 6-2759-16,4-7 4352 16</inkml:trace>
  <inkml:trace contextRef="#ctx0" brushRef="#br0" timeOffset="167527.416">31245 14929 6644 0,'0'0'7577'0,"0"0"-6353"16,0 0-1128-16,0 0-92 0,0 0 520 16,0 0 452-16,0 0-44 15,0 0-932-15,0 0-64 0,0 0-44 0,67-70 44 16,-42 60-60-16,-2 4 124 0,1 6 88 16,0 0 160-16,0 3-140 0,-1 10 68 15,1 2-4-15,1 8 24 0,-10 2-12 16,5 7-36-16,-8 0-24 0,0 3-64 15,0-1-48-15,-8 1-12 0,1 0 0 16,-2 1-60-16,1-8 48 0,0 1-72 0,0-7-16 16,0-7-84-16,0 2-188 0,0-8-408 0,0-6-200 15,0 0-508-15,4-6-1296 0,-4 0-3697 16</inkml:trace>
  <inkml:trace contextRef="#ctx0" brushRef="#br0" timeOffset="167745.049">31642 14814 2872 0,'0'0'10429'0,"0"0"-9061"0,-71 70-1100 0,47-38 224 0,-8 6 428 16,4-1 360-16,1 2-328 0,3 3-472 16,0-5-284-16,4 1-196 0,0 1 0 15,4-4-172-15,-3-4-232 0,6-4-500 16,5-9-128-16,1-6-752 0,7-5-1080 15,0-7-1889-15,0-4-1223 0,7-18 5744 16</inkml:trace>
  <inkml:trace contextRef="#ctx0" brushRef="#br0" timeOffset="167975.028">31945 14633 1528 0,'0'0'10061'15,"0"0"-8421"-15,0 0-864 0,0 0 424 16,0 0 84-16,68 67-16 0,-55-49-280 0,2 3-448 16,-2 4-292-1,-2 0-28-15,-3 0 12 0,0 4-60 0,-8 2-64 16,0 4-44-16,0 3-64 0,-12 1 0 16,-3 2-112-16,-6 0-204 0,-3 3-104 15,-8-2-228-15,0 0-168 0,-3-1-140 16,3-4-272-16,-8 5-844 0,5-7-2181 0,7-7-3311 15,-21 11 7448-15</inkml:trace>
  <inkml:trace contextRef="#ctx0" brushRef="#br0" timeOffset="168809.423">25209 16491 3420 0,'0'0'5028'15,"0"0"-2752"-15,0 0-527 0,0 0-549 0,0 0 16 16,0 0-20-16,0 0-208 0,0 0-440 0,0 0 156 15,0 0 196-15,87 15-264 0,-47-15-244 16,-4 0-160-16,3 0-108 16,-3-2-124-16,-4-4 0 0,-4-1-88 0,0 0-44 15,-4 2-100-15,-4-2-296 0,-4 7-404 16,-5 0-452-16,-2 0-2396 0,-9 7-3661 0</inkml:trace>
  <inkml:trace contextRef="#ctx0" brushRef="#br0" timeOffset="168973.428">25280 16745 11285 0,'0'0'2304'0,"0"0"-1760"0,0 0-164 0,0 0 264 0,0 0 416 16,0 0-148-1,84 9-476-15,-48-9-388 16,3 0-48-16,1 0-224 0,0-9-184 0,4 2-900 15,-12 0-1212-15,11-5-4065 0</inkml:trace>
  <inkml:trace contextRef="#ctx0" brushRef="#br0" timeOffset="169831.137">26472 15874 964 0,'0'0'668'16,"0"0"204"-16,0 0 4888 0,0 0-3676 0,0 0-475 16,0 0-317-16,0 0 40 0,0 0-20 15,0 0-160-15,27 87-284 0,-22-50-176 16,-2 5-164-16,-3 5-156 15,4 4-104-15,-4 3-72 16,0 0-76-16,0 4-56 0,0-6-60 0,-4 3-4 16,1-1-76-16,-6-7-20 0,5-5-28 15,0-3-108-15,4-14 112 0,-4-6 20 16,4-10 16-16,0-3-76 0,0-6-64 0,0 0-68 16,4 0-116-16,0-3 196 15,9-6 88-15,-6-7-96 0,5 0-92 0,0-3 88 0,0-3 64 16,-4 3 148-16,-1 2 12 0,2 2-12 15,-1 5 12-15,0 2-96 0,-5 3 96 16,6 5 4-16,-1 0 144 0,0 0-12 0,4 5 0 16,0 3 28-16,-5 5-16 0,6-1-60 15,-2 2-84-15,-3 2 116 16,1-4-120 0,-1 4-12-16,-1 0-128 0,-3 0-20 0,4-3-164 15,1 2-752-15,-2-2-764 0,-3-3-1408 0,8-1-3217 16</inkml:trace>
  <inkml:trace contextRef="#ctx0" brushRef="#br0" timeOffset="170706.598">27372 16506 756 0,'0'0'8596'15,"0"0"-6671"-15,0 0-773 0,0 0-104 16,0 0 272-16,0 0-252 16,-84 6-272-16,69 8-236 0,-2 5-128 15,2 3-144-15,2 7-56 0,2 2-32 16,-2-2-40-16,5 2-24 0,4-6-88 16,4-6-48-16,0-5-44 0,0-5-68 15,0-5 64-15,0-1-64 0,8-3-60 0,5-3 60 16,-2-7-72-16,6-3 60 0,-2-3 124 15,2-3-100-15,-6 0-36 0,5 3-28 16,-4 0 92-16,0 10-64 0,0 0-4 0,-4 6-32 16,4 0 172-16,0 3 100 0,0 6 260 0,-1 4-76 15,2 6-124-15,-2 0-20 16,2 0-132-16,2 7 4 0,-7-1 72 16,5 4-8-16,-6-1 60 0,1 7 36 0,1 3 76 15,-9 0-64-15,0 7 60 0,0-4 4 16,-9-3 44-1,-3 0 52-15,5-7-88 16,-6-1-120-16,2-8-52 0,-2-3-24 0,5-4 28 16,-7-5-44-16,2 0-44 0,2-10-84 15,-1 0-212-15,-4 0-204 0,4-7-40 16,-4-6-408-16,4-5 68 0,-4-8-52 16,4-9-504-16,0-3-684 0,0-6-1137 15,1 6-2947-15,2-16 4692 0</inkml:trace>
  <inkml:trace contextRef="#ctx0" brushRef="#br0" timeOffset="171070.023">27718 16100 6108 0,'0'0'4812'15,"0"0"-3119"-15,0 0-697 0,0 0 8 16,0 0 416-16,21 73-68 0,-14-44-252 15,-3 6-472-15,0 7-244 0,0 2-80 0,0 0 112 16,-4 7-76-16,0-4-204 16,0-2-136-16,0-4-64 15,0-6-60-15,-4-6-96 0,4-10 52 0,0-7 32 0,0-2 12 16,0-7-144-16,0-3-76 16,4 0 12-16,4-3 236 15,-4-4 96-15,4-2 92 0,0-4-4 16,4 1-88-16,-4 2 0 0,0 3-76 0,-4 2-48 15,0 5-36-15,4 0 160 0,-4 3 76 0,4 3 220 16,-1 7-16-16,2 2-8 0,-1 1-164 0,0 3-44 0,-5 0 8 16,1 1-68-16,1-5-4 0,-1 1 0 0,-4-6-120 15,4-1-64-15,0-2-224 0,-4-5-516 16,0-2-392-16,0-2-1084 16,4-8-2585-16,-4-12-3487 0</inkml:trace>
  <inkml:trace contextRef="#ctx0" brushRef="#br0" timeOffset="171250.262">27982 16240 6672 0,'0'0'6169'16,"0"0"-3949"-16,0 0-1212 0,0 0-132 0,0 0 700 15,0 0-44-15,47 70-568 0,-34-64-660 0,2-3-304 0,1-3-68 16,0 0-248-16,0-7-500 15,4-5-104-15,-4-4-140 0,-4 4-1512 16,0-11-3801-16</inkml:trace>
  <inkml:trace contextRef="#ctx0" brushRef="#br0" timeOffset="171418.176">28248 16081 964 0,'0'0'11629'15,"0"0"-9785"-15,0 0-1124 0,-8 67 352 0,8-42 372 16,0 0-120-16,0 4-492 0,0-4-476 16,4 2-260-16,-4-2-96 0,0 2-108 0,0-2-176 15,0 5-696-15,0-5-504 0,-4 1-1212 16,0-7-3289-16</inkml:trace>
  <inkml:trace contextRef="#ctx0" brushRef="#br0" timeOffset="172098.098">28643 16243 1708 0,'0'0'964'0,"0"0"4776"0,0 0-4212 0,0 0-107 16,0 0 103-16,0 0-20 0,0 0-156 15,0 0-268-15,0 0-236 0,0 0-260 16,0 0-56-16,7 3-156 0,-7 23 8 0,4 14 24 16,-4 9 0-16,0 11-64 15,0 3-36-15,-4 4 0 0,-3 0-48 16,-5-6-140-16,3-5-116 0,6-5-84 0,-5-10-36 16,4-12-4-16,4-6-20 0,0-11 20 15,0-5-80-15,0-7-164 16,4 0-8-16,0 0 32 0,8-7 76 0,4-9 80 15,0-3 56-15,-4-3-16 0,3-1 12 16,1 1 124 0,-4 0-36-16,1 9-16 0,-2 1-72 15,2 5 136-15,-2 3 52 0,1 4 72 0,0 0 132 16,-4 7 88-16,4 6-76 0,0 3-72 16,0 6-144-16,-1 0-44 0,-2 4-8 0,-1-1 0 15,0 4 0-15,-5-3-60 16,6-5-136-16,-9 2-316 0,4-4-364 15,0-4-836-15,0-5-2204 16,0 3-2529-16</inkml:trace>
  <inkml:trace contextRef="#ctx0" brushRef="#br0" timeOffset="172989.448">26212 16119 756 0,'0'0'4856'16,"0"0"48"-16,0 0-3091 0,0 0-485 0,0 0-136 15,0 0-212-15,0 0-88 0,-84 51-108 16,73-25-188-16,-6 8-128 0,6 4-60 16,-1 10 8-16,3-1-48 15,2 8 24-15,-1-1-52 0,4 3-108 0,0 0-108 0,4 0-28 16,0 4 12-16,4-4-44 0,8 3-64 0,0-2-52 16,4-2-92-16,0 2-172 0,7-8-160 15,1 0-136-15,4-5-288 16,8-7-448-16,0-3-480 15,4-9-800-15,8-1-2629 0,-17-8-971 16,18-5 4960-16</inkml:trace>
  <inkml:trace contextRef="#ctx0" brushRef="#br0" timeOffset="173622.613">29185 16551 9412 0,'0'0'1613'16,"0"0"-1277"-16,0 0 256 0,0 0 584 15,0 0 56-15,0 0-332 0,75-16-284 0,-51 16-36 16,-3 3-20-16,-2 10-124 0,1-1-140 16,-4 5 0-16,-4 1-48 0,0 8-88 0,-5 2 12 15,-3 7-48-15,-4 1-76 0,0 2 72 16,0 0-120-16,-7 0-4 16,-1 0 0-16,-4-3-80 0,4-3 20 0,-4-4 52 15,0-3-124-15,4-5-60 0,-4-5-272 16,4-2-180-16,5-9-36 0,-2-4-196 15,5 0-392-15,0-10-1036 0,0-9-1777 0,0 3-2967 16,8-13 7048-16</inkml:trace>
  <inkml:trace contextRef="#ctx0" brushRef="#br0" timeOffset="173970.619">29659 16567 3604 0,'0'0'7212'0,"0"0"-5747"16,0 0-825-16,0 0 36 0,0 0 592 16,0 0 28-16,0 0-480 0,0 67-480 0,0-61-328 15,0-3 40-15,0 0 40 0,0-3-4 0,0 3 4 16,0-3 12-16,0 0 36 16,0 0 60-16,-4 0 28 0,4 0 0 0,-4 0-68 0,0-3-156 15,0 3-200-15,-1-3 116 0,2 0-104 16,3 0 40-16,0 3-48 0,0 0-28 15,0 0-12-15,0 0 52 0,0 0 32 0,0 0 16 16,0 0 136-16,0 0 76 0,0 0 84 16,0 0 16-16,0 0-4 15,0 0-60-15,0 0 0 0,0 0-112 0,0 0 0 0,0 0-188 16,0 0-120-16,0 0-116 0,0 0-88 16,0 0-144-16,0 0-300 0,0 3-520 15,0-3-857-15,3 3-2295 0,2 0 36 16,-13-12 2940-16</inkml:trace>
  <inkml:trace contextRef="#ctx0" brushRef="#br0" timeOffset="174314.995">30173 16596 5824 0,'0'0'9533'0,"0"0"-8153"0,0 0-1380 15,0 0 8-15,0 0 232 0,0 0 292 0,0 0-36 16,0 0-284-16,0 0-200 0,75-73 0 16,-47 54-12-16,-4 2-60 0,0 4 48 15,4 4-36 1,-4 3-64-16,-4 3 0 0,4-1 112 0,-5 4 148 15,2 7 76-15,-5 2-112 0,3 7-28 16,-2 0 40-16,-6 7-60 16,6-1-4-16,-6 3-48 0,1 3 32 0,0 1-44 15,-4 3-8-15,0 0-76 0,0-4-4 0,-4-2-96 16,4-10-236-16,-4-4-276 16,4-5-148-16,0-7-404 0,0 0-1484 0,4-17-3757 15</inkml:trace>
  <inkml:trace contextRef="#ctx0" brushRef="#br0" timeOffset="174473.407">30703 16468 1720 0,'0'0'9973'0,"0"0"-8757"16,-68 70-1024-16,36-38 12 15,-3 6 124 1,-2 3-40-16,1 3-288 0,-3 1-152 0,-1 0-228 15,0 2-500-15,-8 2-352 0,4-5-1289 0,-3 0-2763 0,11-12 2128 16</inkml:trace>
  <inkml:trace contextRef="#ctx0" brushRef="#br0" timeOffset="175168.273">25555 17577 3860 0,'0'0'312'15,"0"0"5116"-15,0 0-3595 0,0 0-525 0,0 0-32 16,0 0-76-16,0 0-396 0,0 0-336 15,0 0 116-15,47 9 124 0,-11-9-260 0,-3 0-192 0,3 0-156 16,-1 0-24-16,-3-6-76 0,-4-1-76 0,0 1-120 16,-9-3-260-16,2 2-264 15,-10 1-420-15,-2 3-852 0,-5 3-2561 16,-4 0-2111-16</inkml:trace>
  <inkml:trace contextRef="#ctx0" brushRef="#br0" timeOffset="175324.55">25654 17736 560 0,'0'0'496'0,"0"0"6896"16,0 0-5656-16,0 0-819 0,0 0 239 0,0 0 208 15,0 0-32-15,0 66-264 0,17-56-300 16,6-1-284-16,1 0-172 0,4-2-252 16,0-7-60-16,4 3 0 0,0-3-136 0,0-3-348 0,3-4-856 15,-7 1-456-15,8-4-3725 0</inkml:trace>
  <inkml:trace contextRef="#ctx0" brushRef="#br0" timeOffset="176025.803">26336 17272 4956 0,'0'0'3028'0,"0"0"-1212"0,0 0-667 0,0 0-81 0,0 0 540 31,0 0-264-31,0 0-200 0,0 0-292 0,0 0-228 0,59 95-168 16,-55-47-96-16,0 5-64 0,-4 5-64 16,0-1-132-16,-4 0-40 0,-3 1-8 15,-1-5-52-15,-1-2 0 0,2-4-88 0,3-5-60 16,0-7 24-16,0-10 16 0,4-6 104 15,0-12 4-15,0-1-112 0,0-6-60 16,0 0 0-16,4 0-40 0,4-6 76 0,-1-4 136 16,6-3 184-16,-2-3-48 0,2 1-128 15,-2-2-8 1,1 2-8-16,1 3-4 0,-2 1-124 16,-3 5 40-16,4 3-80 0,-4 0 68 15,4 3 108-15,0 3 200 0,0 6-40 16,4 2-60-16,-8 1 12 0,4 1-64 0,0 0 0 15,-4 1-48-15,0 0 0 0,0-1-60 16,-4-1-40-16,0-2 16 0,4-1-252 16,-8-3-220-16,4 1-144 0,-1-1-280 0,1 0-704 15,-4-2-1144-15,5-1-3245 0</inkml:trace>
  <inkml:trace contextRef="#ctx0" brushRef="#br0" timeOffset="176596.167">26854 17847 768 0,'0'0'1424'15,"0"0"5000"-15,0 0-4600 0,0 0-919 16,0 0-149-16,0 0 216 0,0 0 72 16,0 0-84-16,0 0-180 0,0 0-100 0,0 0-156 0,0 0-40 15,20 7 0-15,-20-5-88 0,4 1-112 16,0-3-136-16,-4 3-76 0,4-3-60 0,-4 0 40 15,0 0-40-15,0 0 0 0,0 0 72 16,0 0 4-16,0 3-40 0,0-3 0 16,-4 0-48-16,0 0-4 0,0 0-128 0,-1 0 132 31,1 0 0-31,1 0 0 0,3 0-112 0,-4 0-196 16,4-3-36-16,0 0-28 0,0-7 24 15,7 1 52-15,2-7 48 0,3 0 124 16,-1 3-52-16,-2 1 116 0,2 2 60 15,1 4 0-15,-3 3 148 0,-5 3 40 16,-1 0-76-16,1 0-100 0,0 6 72 16,-4 4 92-16,0-1-16 0,0 4-96 0,0-1-56 0,0 1-8 15,0 0-4-15,-4-4-132 0,0-2-76 16,1-1 12-16,-1-3-172 16,0 0-128-16,-1-3-232 0,5 0-328 0,-4 0-464 15,4-3-865-15,0-3-1927 0,0 1-92 16,0 0 2568-16</inkml:trace>
  <inkml:trace contextRef="#ctx0" brushRef="#br0" timeOffset="177154.457">27666 17789 4348 0,'0'0'3108'0,"0"0"-1408"0,0 0-432 0,0 0-71 0,0 0 47 15,0 0-48-15,0 0-196 0,0 0-208 16,0 0-284-16,0 0-84 0,-35 16-200 0,31-3-24 16,-8-1 20-16,8 7 56 0,-4 0-4 0,4 7 0 15,4 3-88-15,-4 6 12 16,4-1-20-16,0 4-80 0,0 0 4 15,8 0-100-15,-5-2-48 0,6-5-96 0,3 1-16 0,-1-10-4 16,2-6-180-16,2-3-188 0,2-10-216 31,3-3-216-31,3-3-336 0,1-13-568 0,4-3-1053 0,-4-7-2323 16,-4 8 681-16</inkml:trace>
  <inkml:trace contextRef="#ctx0" brushRef="#br0" timeOffset="178898.726">28057 17812 1264 0,'0'0'7656'0,"0"0"-5615"0,0 0-961 0,0 0-324 0,0 0 252 16,0 0-132-16,-92 56-120 0,77-37-216 16,-2 4-172-16,6 3-56 0,2 2-52 15,-2 0 28-15,7-2-116 0,0-4-108 16,4-3-64-16,0-6-44 0,0-4-68 15,8-3 32-15,-4-2 76 16,3-4-40-16,2 0 44 0,2-4 0 0,1-4 52 16,4-9-52-16,-4 2-64 0,4-8-12 15,-4 1 16-15,1 0-52 0,-2 0 12 16,1 2 48-16,-4 5-48 0,0 4 88 0,-4 3-48 16,0 5 48-16,0 3-16 0,-4 0 28 15,4 3 324-15,-4 5-84 0,8 6 68 16,-4 5-144-16,0 0-120 0,4 6-40 0,-1-2-8 15,2 2-4-15,-5 0-4 0,4 4 12 16,-4-1 8-16,-1 1 92 0,-3 3-4 16,0 2-32-16,0 1 36 0,-3 3-52 15,-9 1 64-15,4-1-52 0,0-3-52 16,-4-3 92-16,0-1-40 0,4-6-8 0,-4-2-4 0,1-4 4 16,-2-3 44-16,5-3-8 0,4-7-28 0,-4-3-12 15,4 0 16-15,-4-3 60 16,4 0-124-16,-3-6-444 0,-2-3 60 15,1-8 24-15,-3 2-72 0,3-4 120 0,-1-6 12 16,5 2-416 0,4-6 64-16,0 4-460 0,0 3-620 15,0 0-585-15,8 0-2727 0,1 5 480 16,2-1 3953-16</inkml:trace>
  <inkml:trace contextRef="#ctx0" brushRef="#br0" timeOffset="179190.878">28308 18056 3272 0,'0'0'1396'16,"0"0"3368"-16,0 0-3175 0,0 0-881 15,0 0 188-15,0 0 0 0,0 0-108 0,0 0-168 0,0 0-220 16,0 0-120-16,0 0-168 16,0 0-104-16,67 10-8 0,-67-10 4 15,0 0 148-15,0 6-4 0,-3 1-72 0,-1-2-20 16,-8 5-56-16,3 2-88 15,2-6 24 1,-1 1 64-16,0-3-4 0,8-4-128 16,-4 0-248-16,4 0 104 0,0-4-24 0,-4 2 120 15,4-3-236-15,0-1 72 0,0 1 104 16,4-2 12-16,4 4-80 0,-4-4-444 16,4 2-712-16,-4 5-1645 0,4-4-3043 15,-4 4 4820-15</inkml:trace>
  <inkml:trace contextRef="#ctx0" brushRef="#br0" timeOffset="179661.96">28790 17931 5308 0,'0'0'1988'0,"0"0"992"0,0 0-1831 0,0 0-941 0,0 0 8 15,0 0 132-15,0 0 60 0,0 0 64 16,0 0-164-16,84-69-16 0,-61 61 64 16,2 1 36-16,-1 3 12 0,-4 4-12 0,-1 6-64 15,1 7-40-15,-4 9-176 0,-4 4 64 16,0 9 16-16,-4-3-64 15,0 5-68 1,-4-2-8-16,0-3-48 0,4-3 32 0,-4-3-36 16,0-8-112-16,0-2-24 0,0-9-84 15,4-4-80-15,4-3-844 0,0-10-128 0,0-9-852 16,-1-1-3017-16</inkml:trace>
  <inkml:trace contextRef="#ctx0" brushRef="#br0" timeOffset="179854.72">29204 17783 4516 0,'0'0'8265'15,"0"0"-7057"-15,0 0-828 0,-67 89 544 0,46-55 260 16,-2 5-140-16,-1-4-264 0,0-1-348 0,4-1-200 16,0-5-232-16,0 1 0 0,5-7-132 0,-2-3-128 0,6-3-248 0,-2-7-496 15,6-2-248-15,-1-7-732 16,4 0-937-16,4-7-2587 0,0-2 340 31,0-14 5088-31</inkml:trace>
  <inkml:trace contextRef="#ctx0" brushRef="#br0" timeOffset="180069.498">29423 17729 3252 0,'0'0'4616'0,"0"0"-2892"0,0 0-896 0,80 19 49 16,-59-6 379-16,-2 6-32 0,1 3-296 15,-4 0-300-15,0 8-272 0,-4-3-208 16,0 9-144-16,-12-2-4 0,0 1 0 31,0 6-84-31,-9-2-116 0,-2 5-128 0,-9-3-288 16,0 0-196-16,0 0-172 0,-4 1-400 16,-4-4-1057-16,1 4-2171 0,7-17 796 15,-8 9 3253-15</inkml:trace>
  <inkml:trace contextRef="#ctx0" brushRef="#br0" timeOffset="188446.4">30014 17936 7524 0,'0'0'4253'0,"0"0"-2425"0,0 0-396 0,0 0-876 0,0 0-256 0,0 0 340 32,0 0 160-32,95-7-72 0,-55 4-332 0,3-4-308 15,2 0-40-15,-10 1-48 0,1 1-60 16,-4-2-16-16,-8 0-48 16,-4 4-196-16,-4-2-348 0,-5 5-404 0,-6 0-684 15,-5 0-1356-15,0 2-2925 0,-9 11 1177 16</inkml:trace>
  <inkml:trace contextRef="#ctx0" brushRef="#br0" timeOffset="188627.096">30041 18142 392 0,'0'0'8168'0,"0"0"-6808"0,0 0-1000 0,0 0 637 0,0 0 439 15,0 0-188-15,91 12-372 0,-54-12-348 16,3-6-300-16,-1-4-116 15,6-5-112-15,-6-2-160 0,1-2-456 16,-5 0-488-16,6 0-248 0,-9-3-1093 0,-9 7-2935 0,5-5 1176 0</inkml:trace>
  <inkml:trace contextRef="#ctx0" brushRef="#br0" timeOffset="189091.405">30818 17326 444 0,'0'0'6080'0,"0"0"-1736"0,0 0-2099 0,0 0-593 0,0 0-408 16,0 0-292-16,0 0-192 16,0 0-252-16,0 0-224 0,0 0 144 0,8 69 176 15,-4-24 32-15,0 9-232 0,-4 6-160 0,0 7-88 16,-4-1-132-16,-4 8-24 0,-4-8-144 15,4 1 20-15,-4-7-20 0,9-9-4 16,-1-13 40-16,-1-6 56 16,5-9-8-16,0-9-12 0,5-3-40 0,-1-3-20 15,-1-3-16-15,1-3-72 0,4-2-52 16,0 0 200-16,0-7-44 16,4-5 116-16,0-1 64 0,4-2 80 15,-4-1-32-15,4-3-100 0,-4 6-12 16,4-3-12-16,-8 7 8 0,3 3-44 15,-2 2 48-15,-1 1 44 0,3 3 40 0,-2 0 40 16,-1 0 24-16,3 7-28 16,2-1 64-16,-5 3-48 0,-1 1 24 15,1 2-76-15,-3-2-36 0,-1 3-36 0,-1-1-12 0,1 2-60 16,-4-6 0-16,0 5-52 0,0-6-84 0,0-2-256 16,0 2-296-16,0 0-216 15,0-7-744-15,0 3-1196 0,0-3-2753 0,0 0-843 16</inkml:trace>
  <inkml:trace contextRef="#ctx0" brushRef="#br0" timeOffset="189291.504">31165 18018 2720 0,'0'0'5712'16,"0"0"-3412"-16,0 0-691 0,0 0 11 15,0 0 212-15,0 0-344 0,0 0-596 16,0 0-472-16,0 0-248 15,0 0-72-15,0 0 48 16,28-4 96-16,-20-5-96 0,-1 3-148 0,2-1-48 16,-5 1-88-16,0 0-96 0,0 6-200 0,-4-3-112 0,0 3-164 15,0 0-264-15,0 0-664 0,0 0-1580 0,-8 3-3501 0</inkml:trace>
  <inkml:trace contextRef="#ctx0" brushRef="#br0" timeOffset="189673.858">31575 17854 1032 0,'0'0'10849'15,"0"0"-9365"-15,0 0-1436 0,0 0 220 0,0 0 532 0,48-68-120 0,-24 46-464 0,-1 3-204 0,5 0-4 16,-3 3-8-16,-1 4 140 0,0 5-136 16,-5 3 84-16,1 4 12 0,1 0 140 15,-2 11-40-15,1 3-84 0,-4 5 132 0,0 8-72 16,-4 1-88-16,4 4 48 0,-8 6-48 15,3 4 48-15,2-2-36 0,-2-1-88 16,-3-2 64-16,1-2-76 0,-1-9-136 16,3-3 48-16,-2-11-24 15,2-3-12-15,-3-2-52 0,5-7-428 0,2-3-816 16,-2-14-260-16,-2 5-1457 0,9-23-3687 0</inkml:trace>
  <inkml:trace contextRef="#ctx0" brushRef="#br0" timeOffset="189853.122">32169 17672 11569 0,'0'0'2032'15,"0"0"-1220"-15,0 0 224 0,0 0 108 16,-96 86-236-16,69-58-460 0,-1 7-448 16,0 0-64-16,-4 0-120 0,4 5-40 15,0-1-148-15,-4-1-364 0,0 3-284 0,4-3-500 0,0 1-1232 16,8-14-2937-16,-8 10 797 15</inkml:trace>
  <inkml:trace contextRef="#ctx0" brushRef="#br0" timeOffset="198671.925">16128 15172 8140 0,'0'0'5617'16,"0"0"-3985"-16,0 0-892 0,0 0-484 15,0 0 56-15,0 0 372 0,0 0 540 0,0 0-228 16,0 0-372-16,0 0-308 16,-12 0-164-16,12 0-152 0,8 0 0 0,4 0 12 15,8-2 136-15,0-5 44 16,8 2-116-16,0 1-72 16,3-3-4-16,5 4 0 0,5 0 4 15,2-1-4-15,9 4-4 0,3-2-96 0,10-1 88 16,-2 3-72-16,5-7 72 0,0 4-72 15,-1-7 68-15,5 5-32 16,-8-5-12-16,0-3-12 0,-4 3-88 0,-9-2-108 16,-3 2-112-16,-8-2-24 0,-9 2-100 0,1-2-36 15,-8 2-180-15,0 0-312 0,-4-2-728 0,-4 3-732 16,-4-2-1897-16,-4-1-1551 0</inkml:trace>
  <inkml:trace contextRef="#ctx0" brushRef="#br0" timeOffset="198967.087">17236 14808 4348 0,'0'0'6180'0,"0"0"-5071"0,0 0-873 0,0 0-228 16,0 0 448-16,0 0 860 0,0 0-12 15,0 0-360-15,99-10-352 16,-75 10-216-16,4 0-92 0,-1 4-232 0,1 2-44 15,0 4 64-15,-3 2 16 0,-1 4-76 16,-9 3 24 0,2 0-36-16,-10 4-84 0,1-1 72 0,-8 3-52 15,0 0-36-15,-4 4-12 0,-11 3-124 16,-2 0-64-16,-7 0 140 0,1 1 60 16,-9 0-80-16,4-1-172 0,-4-1-204 0,0-2-252 0,1-7-372 15,3-2-600-15,0-5-1013 0,11-2-2203 16</inkml:trace>
  <inkml:trace contextRef="#ctx0" brushRef="#br0" timeOffset="200039.066">18363 14389 888 0,'0'0'7552'16,"0"0"-6244"-16,0 0-428 0,0 0-223 15,0 0 371-15,0 0-32 0,0 0 300 16,0 0-124-16,76 101-196 0,-44-50-216 16,4 6-188-16,-1 10-116 0,1 3-200 15,-4 0-20-15,-4-3-124 0,0-1-40 0,-4-8-72 16,0-5-40-16,4-2-4 0,-5-10 44 15,1-3 0-15,-3-9-60 16,-6-7 0-16,2-3-88 0,-2-9 24 16,-2-7-308-16,-2-3-184 15,5 0-144-15,0-13-156 0,0-3-520 0,0-9-588 0,-4 6-2129 16,-4-23-2043-16</inkml:trace>
  <inkml:trace contextRef="#ctx0" brushRef="#br0" timeOffset="200264.898">18873 14614 9808 0,'0'0'1112'0,"0"0"-751"0,0 0 63 0,0 0 420 15,-87 86 368-15,62-54-132 32,-6 2-324-32,-1 11-308 0,0-1-152 0,-4 8-48 15,-3 2-72-15,-6-1-80 0,6 1-96 0,-6 0-44 16,6 1-56-16,3-5 24 15,4-5-136-15,8-10-40 0,5-5-64 0,6-6-48 16,6-8-288-16,7-10-376 0,0 0-312 0,3-6-821 16,5-6-1759-16,9-11 676 0,-2 2 428 15</inkml:trace>
  <inkml:trace contextRef="#ctx0" brushRef="#br0" timeOffset="200773.81">19566 14023 10576 0,'0'0'2873'15,"0"0"-1845"-15,0 0-636 0,0 0-88 16,0 0 524-16,0 0 76 0,-92 54-196 0,77-25-400 15,-1 0-204-15,4 0-104 0,4-2-112 16,4-4 28-16,0-10-28 0,4-4-12 16,0-2-64-16,0-7 40 0,8 0 12 15,0 0 124-15,7-10-352 0,2-2 128 16,-2-4-24-16,6-3-8 0,-5-3-248 0,-1 2 100 16,-2 4 304-16,-1 4-116 0,-5 5 88 15,6 4 0-15,-5 3 132 0,-1 0 8 16,6 3 372-16,-5 7 332 0,-1 3-136 0,5 6-264 15,0 2-180-15,0 2-12 16,0 6 12-16,0-1-60 0,-4 4-52 0,-1 2 124 16,2 6-60-16,-5-3-12 0,0 1 8 0,-4 0 40 15,0 0 48-15,0-3 40 0,-4 0-28 16,-4-6 116-16,0-1 20 0,0-5-36 0,-4-5-64 16,0 2-84-16,-4-8-28 0,0 1-32 15,-3-6-56-15,-2-4-8 16,-7 0-52-16,4-3-168 0,-4-3-24 0,-4-4-204 15,1-4-68 1,-5 1-380-16,0-7-536 0,-3 2-1248 16,-6 2-2017-16,10 3-2567 0</inkml:trace>
  <inkml:trace contextRef="#ctx0" brushRef="#br0" timeOffset="203230.115">14518 18313 2996 0,'0'0'76'16,"0"0"1996"-16,0 0 440 0,0 0-852 0,0 0-560 16,0 0-43-16,0 0 111 0,0 0-72 0,0 0-172 0,0 0-168 0,0 0-76 15,0 0 24-15,0 0 16 0,-4 0-272 0,4 10-352 16,0 5 80-16,9 8-92 0,-5 5-80 16,3 4-4-1,5 1-108-15,-3-3 20 0,-2-4-96 0,5-7 8 16,-4-6-8-16,4-4 20 0,4-5 156 15,-4-4 0-15,4 0 0 16,0-7-216-16,3-10-72 0,2 3-28 0,-5-9 48 16,-1-2 184-16,-2 5-32 0,2-2-128 15,-7 7 40-15,1 2 60 0,-2 6 88 16,-3 1-76-16,0 6-36 0,0 0 176 0,0 0 76 16,8 9 228-16,-4 1-40 0,4 6-88 15,0 0 48-15,0 3-120 0,0 6-100 16,0 0 84-16,-4 5 12 15,-1 1-12-15,-2 4 136 0,-1 3-60 0,-4 3-76 0,0 1-4 16,-4-1 40-16,-1-3 112 0,-2-3 52 16,-1-10-4-1,0-2-48-15,0-7-52 0,0-7 12 16,4-6 40-16,-4 1 20 0,1-4-84 0,-2-4-172 16,-3-3-92-16,-4-1-92 0,0-9-148 15,0-2-152-15,1-3 28 0,-2-4-116 0,6 4-124 16,3 0-48-16,-1 0-380 0,9-3-796 15,0 3-961-15,4 2-2123 0</inkml:trace>
  <inkml:trace contextRef="#ctx0" brushRef="#br0" timeOffset="203445.955">15713 18214 7808 0,'0'0'4985'16,"0"0"-3317"-16,0 0-1124 0,0 0-420 0,4 80 164 16,-4-55 204-16,0 4 224 0,0 0-252 0,0-1-352 15,0 4-112-15,0 0-4 0,4 3-108 16,-4-3-40-16,0-4-160 0,5-3-392 16,-5-9-440-16,4-2-292 0,0-9-704 15,-4-2-1997-15,4-3-331 0</inkml:trace>
  <inkml:trace contextRef="#ctx0" brushRef="#br0" timeOffset="203663.772">15857 18383 3512 0,'0'0'8433'0,"0"0"-6441"0,0 0-1284 0,0 0-164 0,0 0 184 0,0 0 140 0,0 0 152 16,0 0-356-16,96-19-256 15,-57 13-152-15,9-4 300 0,12 4 884 16,4-5-467-16,4 3-585 0,8-2-384 0,-1-2 80 15,9 2-12-15,4-2-72 0,-5-1-280 16,-3 3 112-16,-5 1-281 16,-6 2 145-16,-11 0-368 15,-5 1-204-15,-9 3 64 0,-8 3-704 16,-13-3-916-16,-3 3-1524 0,-12 0-1581 0</inkml:trace>
  <inkml:trace contextRef="#ctx0" brushRef="#br0" timeOffset="203926.236">16952 18047 4060 0,'0'0'888'16,"0"0"4984"-16,0 0-4895 15,0 0-373-15,0 0 328 0,0 0 188 16,0 0 52-16,84 44-228 0,-63-31-372 0,3 0-176 16,4-1-160-16,-5 1-48 0,1-1-144 15,0 4-44-15,-5 0-48 16,-2 0 44-16,-6 3-84 0,-6 0 76 0,-1 3-52 0,-4 0 16 0,-9 7 36 15,-2 0 0-15,-6-1-52 0,-2 1 4 16,-1-4-52-16,0 0-64 0,0-1-108 16,0-6-176-16,4-5-296 0,0-4-276 31,1-9-736-31,2 0-2729 0,5-7-2927 16,-3-8 6808-16</inkml:trace>
  <inkml:trace contextRef="#ctx0" brushRef="#br0" timeOffset="204595.485">18220 17723 4500 0,'0'0'3900'16,"0"0"-1468"-16,0 0-1043 0,0 0-505 0,0 0 96 15,0 0 120-15,0 0-320 0,23 101 8 0,-14-53-224 16,-1 9-132-16,-1 3-12 0,-3 0-36 16,0-3-100-16,1-2-16 0,3-11-84 15,-4-6-184-15,-1-6-12 0,1-9-84 16,0-4-16-16,0-7-24 0,-4-5-96 16,0-5-128-16,5-2 52 0,-5 0 36 15,0 0 88-15,4-7-92 0,-4-1 92 0,4-5 136 0,3-3 48 16,1 1 64-1,1-2-64-15,2 4 0 0,-3 4-124 16,8 6 48-16,-4-1 76 0,4 4 24 0,4 0 312 0,0 10 76 16,-5 1-40-16,6 3-40 0,-9 5-112 15,0 0-108-15,-1 1-48 16,-2 2-20-16,-1-3-44 0,-4 0-100 0,-1-3-12 0,1-6-184 0,0-3-356 16,0-5-208-1,-4-2-344-15,5 0-400 0,-1-7-272 16,0-2-1077-16,3-16-975 0</inkml:trace>
  <inkml:trace contextRef="#ctx0" brushRef="#br0" timeOffset="204762.289">18606 17830 6432 0,'0'0'5153'15,"0"0"-4217"-15,0 0-424 0,0 0 760 0,0 0 40 16,0 0-20-16,88-3-288 0,-64 6-324 15,4 1-336-15,4-4-344 16,4 0 0-16,-1-4-468 0,-3-2-296 0,4-6-268 0,-4-1-528 0,-8 0-1532 16,4-6-3285-16</inkml:trace>
  <inkml:trace contextRef="#ctx0" brushRef="#br0" timeOffset="204932.349">19025 17618 5348 0,'0'0'7057'0,"0"0"-5909"0,0 0-612 0,0 0 196 0,-13 88 516 16,13-56-136-16,0 3-328 0,9-3-476 0,-5 3-308 0,4-3-296 15,-1 0-88-15,6 0-488 0,-5-4-420 0,-1-6-1004 16,6 10-3349-16</inkml:trace>
  <inkml:trace contextRef="#ctx0" brushRef="#br0" timeOffset="205712.144">19607 17904 7884 0,'0'0'4041'16,"0"0"-2901"-16,0 0-272 0,7 88 144 0,-3-50 56 15,4 7-152-15,-4-3-196 16,1-1-348-16,-1-10-320 0,3-6-52 0,1-6-136 16,0-9-128-16,0-6 168 15,4-2 44-15,-1-2-20 0,10-2-80 0,-1-8 68 0,-5-6-92 16,6-3-60-16,-6-3 60 0,2 0-24 15,-10 2 52-15,6 5-32 0,-5 2 80 16,-5 7-40-16,1 0 4 0,0 6-40 16,0 0 176-16,5 6 340 0,-2 9 188 0,5 4-240 15,1 7-212-15,-2 5-68 0,5 1 4 16,-4 0 64-16,0 0-28 0,-4 3 4 0,0 0 108 0,0 6 152 16,-8-3-16-16,0 1-24 15,-4-1-136 1,-8 0-36-16,4-7 24 0,-4-3 0 0,0-5-40 15,4-6-36-15,-4-9 52 0,1-1 0 16,-2-3-20-16,-2-4-80 0,-2-4-96 16,2-6-28-16,-2-5 76 0,2-8-88 15,-1-2 24-15,4-7-136 0,-1-3 52 16,6 4-52-16,7-5-76 0,0 5 52 16,0-1-116-1,11-6-128-15,10 3-464 0,-1-7-740 0,-1 14-873 16,18-26-2383-16</inkml:trace>
  <inkml:trace contextRef="#ctx0" brushRef="#br0" timeOffset="206556.027">16009 12662 80 0,'0'0'11389'0,"0"0"-9381"0,0 0-828 0,0 0-284 16,0 0-52-16,0 0-44 0,0 0-108 16,0 0-272-16,0 0-248 15,0 0 88-15,79-13 256 0,-39 13 96 0,4-3-220 16,8 3-172-16,-1 0-72 0,1 0-140 15,0 0 0-15,0-3-8 16,-1-4-72-16,5 1-4 0,-4-1 16 0,-4-2-24 16,-4-3-112-16,-4-1-184 15,-5 3-136-15,-7 0-172 16,-7 5-188 0,-6-2-800-16,-7 7-1436 0,-8 0-2721 0</inkml:trace>
  <inkml:trace contextRef="#ctx0" brushRef="#br0" timeOffset="206740.752">16160 12846 3372 0,'0'0'7324'0,"0"0"-5847"15,0 0-733-15,0 0-120 0,0 0 36 0,0 0-52 16,0 0 176-16,0 0-4 0,0 0-44 16,100 47-140-16,-61-43-324 0,9-4-236 15,-4-4-36-15,4-5-172 0,-5 0-176 16,6-8-200-16,-6 2-100 0,-3-1-160 15,-4 3-416-15,-4-4-892 0,-9 9-2517 16,-2-9-2175-16</inkml:trace>
  <inkml:trace contextRef="#ctx0" brushRef="#br0" timeOffset="207081.993">15988 12372 4680 0,'0'0'6449'0,"0"0"-5433"0,0 0-492 0,0 0 24 0,0 0 52 15,0 0-40-15,-87 90-32 0,63-55-72 16,0 2-168-16,-4 5-60 0,0 3-68 16,0-1-44-16,-3 3-28 0,3-2-36 15,3 0-48-15,2-4 84 0,7-3 12 0,4-7 0 16,4-2-40-16,8-4-48 15,0-2 112-15,12-1 60 0,7-3-44 16,2 3-28-16,7-6-40 0,4 0 16 0,-1 0 84 16,9-7 40-16,0 1 36 0,8-1 248 15,-4 2-116-15,3-6-196 0,5 2-124 16,-4-5-60 0,-4 3-56-16,3-3-116 0,-2-2 12 15,2 0-284-15,-3-2-312 0,-4-9-124 16,3 3-568-16,2-9-860 0,-13 4-1889 0,3-12-2151 15</inkml:trace>
  <inkml:trace contextRef="#ctx0" brushRef="#br0" timeOffset="207370.46">16650 12383 6868 0,'0'0'3916'15,"0"0"-3179"-15,0 0-289 0,87 12 104 16,-50-3 264-16,-2 3-116 0,5 2-144 0,0-1-164 16,0 0 0-16,-4 2-92 0,-4 1-116 0,0 6-184 15,-8 1-212-15,-5 2 60 0,-7 7 4 16,-8 2-44-16,-4 8 28 0,-4 2-136 16,-16 0-156-16,-4 7 88 0,1 1 240 0,-10-5 128 15,1-3 12-15,0-2-12 16,1-8 0-16,4-8-128 15,-1-4-252-15,3-3-604 0,-2-9-701 16,10-4-1595-16,-6 0-3832 0</inkml:trace>
  <inkml:trace contextRef="#ctx0" brushRef="#br0" timeOffset="208356.139">18423 12662 2696 0,'0'0'260'0,"0"0"-260"0,0 0 4088 0,0 0-3048 16,0 0 168-16,0 0-176 0,-48-67 65 15,40 58 287-15,-8-5-492 0,4 6-104 16,0-6-320-16,1 8 24 0,-6-4 36 15,6 4 112-15,3 3-16 16,-5 0-40-16,10 3-116 0,-5 0-172 16,0 3-184-16,-1 11-108 0,2 7-4 15,-5 10 84-15,3 11 28 0,6-1-24 16,-1 4-88-16,0-7-8 0,4-4-128 16,0-9-48-16,0-2-28 0,8-10 28 15,-1-7 36-15,6-6 0 16,2 0-124-16,6-6-88 0,-1-7 172 0,3-5-84 0,1-6-128 0,-4 3 160 15,1-4 76 1,-10 2 164-16,5 1 48 0,-8 9 16 16,0 1 16-16,-4 9-68 0,0-1 0 0,0 4 136 0,-4 0 116 15,8 10 96-15,-4-1 176 0,8 7-176 16,-5 3-152-16,2 0-120 0,-1 3-16 16,0 4 4-16,4-5 8 15,-4 6 64-15,0 1-60 0,-5 4 36 16,-3 4-40-16,0 1 4 0,0 3 84 15,0 2-100-15,-7-3-8 0,-1 3-60 16,-5-9-4-16,6 3 4 0,-5-8 56 16,3-6-12-16,-2-2 76 0,3-5-28 0,-1-5 40 15,2-4 36-15,3-3 0 0,-8-3-16 16,4 0 4-16,0 0-76 0,-4 0-84 0,5-6-12 0,-10-7-256 16,6-2 48-16,-2-5-172 15,2-5 0-15,3-4-24 0,3-3-64 16,1 1-164-16,4-1-188 0,0-2-716 0,0 8-1116 15,9-9-3293-15</inkml:trace>
  <inkml:trace contextRef="#ctx0" brushRef="#br0" timeOffset="208530.948">18921 12719 7988 0,'0'0'5549'0,"0"0"-4421"16,0 0-168-16,0 0 132 0,0 0-320 0,0 0-376 0,87 9-172 0,-70-9-224 16,2-6-324-16,-2-4-380 0,3 4-412 0,-9 0-868 15,-3 3-2253-15,-4 3-2819 0</inkml:trace>
  <inkml:trace contextRef="#ctx0" brushRef="#br0" timeOffset="208693.855">18866 12951 5700 0,'0'0'7973'0,"0"0"-6581"0,0 0-1176 0,0 0-128 0,0 0 488 16,0 0 568-16,0 0 144 15,0 0-612-15,103 13-516 0,-64-26-160 0,2-4-196 16,-1 2-360-16,3-1-384 0,-3 0-268 16,-8 4-1176-16,4-1-4793 0</inkml:trace>
  <inkml:trace contextRef="#ctx0" brushRef="#br0" timeOffset="209648.568">20312 12106 3180 0,'0'0'1640'15,"0"0"1808"-15,0 0-1780 0,0 0-55 16,0 0-165-16,0 0-212 0,0 0-316 0,0 0-152 16,0 0-100-16,0 0 80 15,0 0-68-15,27 89-320 0,-14-47-128 16,-6 8-84-16,1 7-12 0,1 1 12 0,-5 2 48 16,-4-3-12-16,0 3-140 0,0-6-44 15,0-3-4-15,0-7-44 0,0-6-36 16,0-9-4-16,0-8-24 0,0-4-44 15,0-4-32-15,3-7 28 0,1-2-72 16,0-4-188-16,4 0-276 0,1-7 12 0,2-6 168 0,1-2 140 16,4-4-116-16,-4-4 12 0,0 1 340 15,-4-1-176-15,0 4 316 0,-1 4 40 16,-2-1-36-16,3 3 44 0,-4 7 28 16,3 6 128-16,-3 0 188 0,5 0 188 0,-1 0 8 15,3 9-60-15,2 1-152 16,-5 3-128-16,3 2-124 0,2 1-24 0,-2-3-100 0,-3 3-76 15,5-1 72-15,-6-1-128 0,1-3-252 16,1 0-204-16,-5-3-280 0,3-1-344 16,-3-3-1096-16,0-4-2297 0,4-4-1715 15</inkml:trace>
  <inkml:trace contextRef="#ctx0" brushRef="#br0" timeOffset="209996.68">20690 12179 640 0,'0'0'9832'16,"0"0"-8171"-16,0 0-717 0,0 0-304 0,0 0 156 0,0 0 304 16,0 0-132-16,0 0-124 0,0 0-420 15,0 0-336-15,100 0-88 0,-76-3-188 16,0-1-232-16,-1-2-228 0,1 0-584 0,0-4-844 15,-8 1-2597-15,8-7-2587 0</inkml:trace>
  <inkml:trace contextRef="#ctx0" brushRef="#br0" timeOffset="210154.76">21033 11953 9124 0,'0'0'3949'0,"0"0"-2929"15,0 0-348-15,-60 80 132 0,40-51 92 0,4-1-64 0,4 1-368 0,0-4-464 16,1 0-260-16,2-3-100 0,1 1-312 16,-3-4-172-16,-2-3-88 0,-2 0-556 0,-2-3-1401 15,-15-1-3735-15</inkml:trace>
  <inkml:trace contextRef="#ctx0" brushRef="#br0" timeOffset="210412.448">20088 12221 756 0,'0'0'2556'16,"0"0"3544"-16,0 0-4872 0,0 0-251 0,-64 76 435 16,53-54 124-16,-6 6-252 0,6 4-428 15,3 0-432-15,-1 6-188 0,6 0-112 0,-1 3 0 16,0 3-48-16,4 7-68 15,0-3 44-15,0 6-52 0,0-7-60 0,0 4 8 16,4-6-132-16,3-7-40 0,6-5-264 16,-1-8-152-1,12-3-128-15,0-10-356 0,4-6-376 0,8-6-765 16,3-9-1775-16,-7-3-2152 0,24-24 5981 16</inkml:trace>
  <inkml:trace contextRef="#ctx0" brushRef="#br0" timeOffset="210654.677">21117 12446 5548 0,'0'0'2328'15,"0"0"392"-15,0 0-1251 0,0 0-461 0,0 0 276 16,91 69-160-16,-75-50-68 0,0 0-108 16,-4 4-404-16,-1-2-224 15,-2 5-144-15,-5 0-128 0,0 3-48 0,-4 2 0 16,-12 4-112-1,-4 4-172-15,-5-1-112 0,2-1-12 0,-5-2 24 16,-4 0 32-16,0-5 4 0,4-5-56 16,1-6-12-16,-1-5-264 0,0-3-576 15,3-5-1024-15,6-6-2513 0,-5 0-1639 0</inkml:trace>
  <inkml:trace contextRef="#ctx0" brushRef="#br0" timeOffset="211629.156">21865 12591 3284 0,'0'0'192'16,"0"0"-124"-16,0 0 4588 0,0 0-3152 0,0 0-95 0,0 0-293 0,0 0-116 16,0 0-48-16,0 0-168 0,0 0-168 15,-31-63 128-15,23 63 32 0,-1 4-280 16,-2 8-448-16,-1 8 4 0,-4 7 44 0,4 5 80 15,-1 3 56-15,2 7 4 0,3-8-40 16,4-2-84-16,-1-7-112 16,5-8-4-16,0-4-168 15,0-7 0-15,0-3-100 0,5-3 0 0,3 0-100 16,0 0 60-16,8-9 140 16,-4-4-16-16,-1 0 24 0,2-3 80 0,-2 3 8 15,-3 0 0-15,-3 4-36 0,-1 6-44 16,0 3 8-16,3 0 0 0,1 6 148 15,1 4 420-15,-1 5 28 0,3 8 0 16,2-2-200-16,2 6-36 0,-2 1-136 0,-2 1 20 0,-3-1-20 16,-4 2 96-16,0-2 124 0,-4 2-24 15,0 3-12-15,-8-4-4 16,0 2-32-16,-3-6-16 0,-2 1-24 31,5-7-12-31,-3-3-40 0,6-3-32 0,-3-7-52 0,1 1-44 16,3-7-4-16,-5 0-36 0,1 0-356 15,-3-7-196-15,-2-3-16 0,-2-5 48 0,3-8-148 16,-4-2-168-16,4-10-276 0,0-3-332 16,4-7-464-16,4 11-2185 0,0-16-2283 15</inkml:trace>
  <inkml:trace contextRef="#ctx0" brushRef="#br0" timeOffset="211846.335">22292 12103 9336 0,'0'0'4557'15,"0"0"-3833"-15,0 0-272 0,-4 66 268 16,0-38 208-16,-1 5-180 0,1-1-304 0,4 3-444 0,0-4-60 16,0 1-40-16,0-1-148 0,9 1-288 15,-5 1-540-15,4-2-628 0,-1-6-1056 16,1 10-3045-16</inkml:trace>
  <inkml:trace contextRef="#ctx0" brushRef="#br0" timeOffset="212346.001">22810 12456 3116 0,'0'0'4908'16,"0"0"-1891"-16,0 0-1965 15,0 0-656-15,0 0 52 0,0 0 332 16,-80 31 196-16,72-15-120 0,-4 6-228 0,8 0-176 16,0 10-40-16,0 0 60 0,4 3 88 15,0 3-68-15,8-3-112 0,1-1-144 16,2-4-140-16,1-2-96 0,4-6-72 0,-1-3-112 0,2-3-112 0,3-6-160 16,-4-7-16-16,4 0-60 15,-1-3-128-15,5-9-308 0,0-8-548 0,1-2-872 16,-6 1-2249-16,9-17-2458 0</inkml:trace>
  <inkml:trace contextRef="#ctx0" brushRef="#br0" timeOffset="212784.492">23153 11960 3604 0,'0'0'468'15,"0"0"4316"-15,0 0-3400 0,0 0 121 0,0 0-57 16,0 0-100-16,39 83-128 0,-35-48-188 0,4 2-300 16,-3 8-112-16,-2-1-88 0,1 4-80 15,-4 3-80-15,0 3-192 0,-4-3-112 0,-4 3-68 16,4-7-160-1,-4-3 64-15,4-6-16 0,4-6 100 16,0-9 8-16,0-7 0 0,0-7 0 0,0-2-84 16,0-4-20-16,4-3-16 0,0 0-96 0,0 0-88 15,5 0 96-15,2-7 16 0,-3 1 72 0,4 0 112 32,0 2-52-32,0 2 52 0,-4-2-112 15,4 4 40-15,-5 0 84 0,2 0 84 0,-1 6 128 0,0 1 72 16,-1 2-64-16,-3 4-32 0,5 0-68 0,-5-1-104 15,0 1 68-15,-1 1-84 16,1-2-96-16,-4-3-36 0,4-3-228 0,0 4-220 0,-4-3-40 16,0-4-156-16,0 0-444 15,0-1-544-15,0 2-929 0,0-4-2743 16</inkml:trace>
  <inkml:trace contextRef="#ctx0" brushRef="#br0" timeOffset="213147.756">23396 12103 4028 0,'0'0'7569'0,"0"0"-5817"0,0 0-812 0,0 0 20 15,0 0 264-15,0 0-180 16,0 0-104-1,0 0-324-15,75 19-320 0,-55-19-148 0,-8 0-148 16,8-7-52-16,-5-2-476 0,6 0-272 16,-6-7-304-16,5 3-552 0,-7 1-1532 15,-1-7-3521-15</inkml:trace>
  <inkml:trace contextRef="#ctx0" brushRef="#br0" timeOffset="213316.575">23678 11953 3484 0,'0'0'2968'0,"0"0"2485"16,0 0-4261-16,0 0-620 0,0 0 164 0,0 0 476 15,-3 70-232-15,3-47-468 0,0-1-512 16,3-3-76-16,1 0-172 0,0 0-288 16,4-3-348-16,-4 3-444 0,4-3-816 15,-4 3-3069-15</inkml:trace>
  <inkml:trace contextRef="#ctx0" brushRef="#br0" timeOffset="213564.985">24025 12341 4304 0,'0'0'6600'0,"0"0"-5311"0,0 0-381 0,28 89 160 0,-17-57-44 16,-2-1 136-16,3 1-140 0,-5 0-364 15,2 2-296-15,-5 2-212 0,-4-5-84 0,0 8-64 16,-4-4-60-16,-9-1-88 0,-2 4-148 0,-5-6-28 16,0 3-36-16,-4-9-88 0,4-4-60 0,0-2-72 15,4-15-52-15,0-2-300 0,4-9-800 16,0-10-1205-16,8-9-1487 0,4 3 4 16</inkml:trace>
  <inkml:trace contextRef="#ctx0" brushRef="#br0" timeOffset="213750.674">24335 12004 3024 0,'0'0'10277'0,"0"0"-8125"0,0 0-932 0,0 0-104 0,0 0-260 16,81 29-180-16,-62-25-188 0,5-2-368 15,4-2-120-15,0 0-368 0,0 0-480 0,0-9-388 16,4-5-464-16,-12 6-2216 0,7-15-2661 16</inkml:trace>
  <inkml:trace contextRef="#ctx0" brushRef="#br0" timeOffset="213933.502">24814 11690 4560 0,'0'0'7305'0,"0"0"-5157"16,0 0-1264-16,0 0-252 0,-9 67 572 0,9-41 200 16,0 5 84-16,0 4-376 15,9 3-416-15,-5 3-235 0,7 0-157 0,-7 1-268 0,5-1-36 16,-5 0-388-16,-4 0-429 0,0 1-291 16,0-4-452-16,0-9-1008 0,-9 12-3257 15</inkml:trace>
  <inkml:trace contextRef="#ctx0" brushRef="#br0" timeOffset="-205681.301">18917 18259 4636 0,'0'0'2280'15,"0"0"328"-15,0 0-1716 0,0 0-544 16,0 0 25-16,0 0 3 0,0 0 176 0,0 0 176 15,0 0-104-15,0 0-240 16,0 0-132-16,16 0 4 0,-12 0 32 16,4 0-8-16,-4 0 36 0,-4 0-52 0,3 0-52 0,-3 0-36 0,0 0 12 15,5 0-36-15,-5 0 4 16,0 0-20-16,0 0-48 0,0 0-40 0,0 3-36 0,4 1 112 16,0-2-60-16,0 3-52 0,-4-3-4 15,4-2-4-15,-4 0 0 16,0 0-4-16,0 4 12 0,0-4 88 0,0 0-36 15,0 0 48 1,0 2-112-16,0-2-36 0,-4 3-116 16,0 0-8-16,-4 1-52 0,3-1 24 15,2 4-56-15,-5-4 32 0,8-3 76 16,-4 2 36-16,4-2-52 0,0 0-240 16,0 0-288-16,0 0-272 0,0-2-416 0,0-1-669 15,0-4-1191-15</inkml:trace>
  <inkml:trace contextRef="#ctx0" brushRef="#br1" timeOffset="-193849.513">17498 9318 7292 0,'0'0'1780'16,"0"0"-772"-16,0 0-468 0,0 0-203 15,0 0 243-15,0 0 1032 0,0 0-568 0,0 0-412 16,28-25-276-16,-11 19-144 16,2 2 240-16,1-3-100 0,4 7 16 0,0 0-32 15,-4 0 12-15,0 0 0 0,4 0-64 0,-1 4-48 16,5-1-100-16,0-3-76 0,8 0-8 16,8 0-44-16,0 0 0 0,8 0 0 0,4 0-8 15,-1-7-8 1,10 5-4-16,-7-4 8 0,11 0-48 15,-1-1 52-15,3-3-68 16,0 3 68-16,6-2 0 0,-2 0-12 0,1-1 0 16,-1 1-76-16,2 2 40 0,-2 1-40 15,1 0-12-15,-5 3-84 0,5-1 20 16,-4-2 40-16,3 3-72 0,-2 0 32 16,6-3 40-16,1-1-12 0,-1 4 24 0,5-3 48 0,0-1 16 15,4 1 0-15,-2-1 48 0,6 4 0 16,0 1-56-16,4-2 48 0,-4 1 4 0,4 3-72 15,-1-3-36-15,1 3 32 16,3-3 72-16,0-1-28 0,6-2 20 16,-2-4 16-16,0 3 0 0,-3-5 40 0,0 3-32 15,-1-1 36 1,-7 1 44-16,-4 2-76 0,-1 2-12 16,-4 1-4-16,-3 1-68 15,1 3 4-15,-2-4 64 0,1 4-60 0,-1 0 0 16,1 0 52-16,4-3 0 0,-5 0 4 15,5-3 8-15,-4-1 4 0,-1-2 0 0,-6-4 48 16,2 1-52-16,-4-1 0 0,2-3-8 16,-6 3 0-16,1-2-92 0,-1 5 12 0,6-3-28 0,-6 4-60 15,1 2 28-15,-1 0-68 0,-3 5-24 16,-1 2 104-16,-3 0 60 0,-4 0 24 16,0 0 52-16,0 0 8 0,-1 0 56 15,1 0 64-15,8-4 224 0,0 2-228 16,0-4-124-16,8-1-100 0,-1 0-100 15,0 2-80-15,-2-2 80 0,2 0 88 0,-3 4 112 0,-1 0 52 16,-2 3 24-16,-6 0 200 16,1 3 92-1,-4 3-16-15,-8 1-40 0,-1-1-96 16,1 0-88-16,-4 0-120 0,-4-1 116 0,8-5 16 16,-4 0 84-16,3 0-64 0,2-5-36 0,-2-1-24 0,1 0-36 15,-1 0-56 1,-2-1 116-16,2 4 12 0,-6 3 12 0,-2 0-12 15,-3 0 52-15,3 0 32 0,-7 3-20 16,0 1-40-16,0-1-24 0,5 1 72 16,-6-2-48-16,-3 1-12 0,4-3-24 15,-5 0-52-15,1 0 0 0,-4 0 16 16,-3 0-4-16,-6-3 16 0,1 1-16 0,-4 2 76 16,-3-4 48-16,-5 4 280 0,-1 0-88 15,-3-3-192-15,0 3-124 0,0 0-32 0,0 0-40 16,0 0-4-16,0 0-8 0,0 0-4 15,0 0-84-15,0 0 4 16,0 0 36-16,0 0 0 0,0 0 40 0,0 0-28 16,0-4 36-16,0 4 72 0,4-3 0 15,-4-3-12 1,4-4-48-16,0 1 40 0,4-4-52 0,0 1-4 16,-4-1-4-16,4 0-44 0,0-6 4 15,0-3-24-15,0 0-48 16,4-6 8-16,0-5 40 0,0-2-28 0,-1-6 16 15,2-3-36-15,-2-8-16 0,-3-4 40 16,1-8-76-16,-5-5 24 0,0-5-84 16,-4-5-72-16,0-7-80 0,-8-2 28 0,-1-5 12 0,1 0-12 15,1 2-92-15,3 2-236 16,0 0-308-16,-1-3-100 0,1 3 180 0,-3 0 120 0,-1-2 320 16,4 2 296-16,-8 0 124 15,0-1 52-15,0 2-76 0,0-1 12 16,0 3-772-16,0 7-633 0,0 2 213 0,1 11-120 15,2 5 688-15,1 11 688 0,4 8 376 0,0 8 0 16,4 8 52-16,0 3-232 0,0 9 128 16,-3-3 220-16,-1 4 208 0,-1 1-16 15,1 2-183-15,0-2-205 0,-4-1-180 0,8 0-160 32,-3-3-8-17,-1 0-12-15,0 1-40 0,-1-4 0 0,5-4-12 16,-4-3-36-16,0 5 32 0,0-5-40 0,1 1 108 0,-5 3 48 0,4 6 172 0,-1 0 116 31,-3 7 304-31,5 2 64 0,-1 1-168 16,-4 3-244-16,-1-4-176 0,2 1-116 0,-1 3 0 15,0 0-52-15,0-3 52 0,0 1 0 16,0 3 8-16,4-4 44 0,-4 0-40 0,0-1 36 16,0 0-48-16,0-2-12 0,-4 2 8 0,4 4 0 15,-3-3-8-15,-6 3 0 0,6-1-88 16,-10 4-80-16,1 0-60 0,1 0-16 0,-9 0 88 15,0 7 28-15,-4 2-100 0,0 4-44 16,-4-3 68-16,-4 3-28 0,0-5-64 0,-3 3 228 16,-1 1 44-16,-8-2 36 15,4-1 116 1,-8 0-52-16,0 1 24 0,1 0 120 0,-13-4-108 16,0 0-24-16,-3 4-20 15,-5-4-52-15,-7-2-8 0,-5-2 4 0,-4 2-140 16,-3-4-12-16,-5 0-68 0,-4 0 68 15,1 0 152-15,-1 0 8 0,4-6 208 16,1 2 68-16,3-2-52 0,-3 0 124 16,3 2-188-16,-4 1 176 0,1 0 52 0,-1 0 48 0,-4 0 252 15,-3 3-152-15,-1-3-480 16,-3 3-64-16,-5 0-116 0,-11 0-136 0,-1 6-444 16,-12 3-144-16,2 1 280 0,-6 0-4 15,5-1 220-15,-1 1 344 0,5-1 84 16,3 0-80-16,4-2 0 0,1 2 124 0,0 4-64 15,3-1 116-15,-7 1 12 0,3 4 104 0,0-2-92 16,1 5 12 0,-1-2-52-16,1 5-36 0,0-5 24 0,-1 5 40 0,1-4-140 15,-1 3 48-15,0-5-48 16,9-3-52-16,0 0 140 0,11-2-40 0,1-2-48 16,10-7 72-16,2 0-80 0,3 1-44 15,5-1-128-15,-1-3 116 16,1 3-76-16,3-3-4 0,-4 0 84 15,5 3 4-15,3-3-88 0,0 0 88 16,1 0 0-16,6 0-92 0,2 0 44 16,0 0-32-16,7 0 80 0,4 0 8 0,4-3-4 15,4-3 104-15,5-1-16 16,6-2-80-16,2 2 80 0,3-2-76 16,4 0 140-16,4 2-152 0,4 1-4 0,1 0-96 0,-1 1 100 15,3 3 48-15,1-2-48 0,1 1-44 16,2 3 32-16,2 0-52 0,-1 0 56 15,0 0-144-15,0 0-64 0,-4 0 48 16,0 3 44-16,0 3 60 0,-4 1-40 0,-8-1-24 16,0 7-64-16,-7-1-36 0,-5 2 88 15,-4-1 136 1,-4 2 4-16,1-2-4 0,-5 3-4 16,4-4-64-16,0 1 72 0,-4-3 12 15,4 0 76-15,5-5 0 0,3 2-88 16,4-4-100-16,1 0-28 0,2 0 0 0,5 1 0 0,0-4 124 15,4 0 4-15,5 0 60 0,3 0-8 0,3 0 112 32,10 0 16-32,-5-4-92 0,8 4-12 0,0 0 20 0,4 0-96 15,0 0-140-15,0 0-64 0,0 0 24 16,0 0-12-16,0 0 0 0,0 4 176 0,4 3-32 16,-4-2-16-16,4 2 64 0,0 2 4 15,0-3 4-15,0 0 36 0,0-1-44 16,-4 1-48-16,8 2 48 0,-4 3-4 15,4 5 8-15,0 6 20 16,4 6 348-16,4 4-192 0,4 9 0 16,4 7 136-16,-1 6 120 15,1 6-184-15,4 9-20 0,-4 11-228 0,0 7 8 16,0 4-8-16,0 8-4 0,-4 2 0 16,-1 1-64-16,5 3 0 0,-3-1 20 15,-6-5 44-15,2-1 48 0,-6 1-40 0,2-1 4 16,-6 4-8-16,1 2 4 0,-4 7 288 15,0-2-232-15,-4 2 88 0,0-6 24 0,0-7-36 16,0-6-64-16,5-10 60 0,-5-2 4 16,3-13-76-16,5-4 36 0,-4-12-100 15,4-3 8-15,0-7 36 0,0-10-44 0,0-2-40 16,-4-7 36-16,3-5 8 16,-7-3-4-16,5-7 8 0,-5 0 92 0,0-4-36 0,0-3-56 15,0 2-8-15,0-2-56 0,0 0 4 16,4 0-200-16,-4-5-188 0,0-4-4 15,0-4 0-15,0-4-196 0,0 2-176 0,0-8-420 16,-4 8-597-16,-1-4 81 16,5 9-344-16,0 4 208 0,0 6-80 15,5 132 480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10:51.7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2641 1720 6948 0,'0'0'2036'0,"0"0"-744"0,0 0 961 0,0 0-521 16,0 0-356-16,0 0-208 0,0 0-176 15,0 0-212-15,0 0-164 0,-7 17-28 16,7-5-24-16,0 4-40 0,0 10-112 16,3 11-60-16,1 5 37 15,0 9 51-15,-4 5-164 0,4 11-104 16,0 3-172-16,-4 10-120 0,0 8 0 0,0 7 0 0,0 4-28 15,0 9-44-15,4 0 72 16,-4 3 8-16,0-3-81 0,4-9 133 16,-4-11-16-16,4-9 64 0,-4-11-96 0,4-11-24 15,0-7-52 1,0-11-12-16,0-11-36 0,4-9-156 0,0-9-284 16,0-7-448-16,0-3-68 0,-1-13-312 15,6-6-128-15,2-6-512 0,-6 0-2157 16,3-27-1783-16</inkml:trace>
  <inkml:trace contextRef="#ctx0" brushRef="#br0" timeOffset="338.522">3103 2124 9564 0,'0'0'1469'16,"0"0"-925"-16,0 0 224 0,0 0 816 15,0 0 108-15,0 0-264 0,0 0-288 16,0 0-348-16,0 0-316 0,0 0-20 16,48 50 300-16,-20-24 24 0,7 6-428 0,2 9-47 15,3 7-101-15,3 5-44 16,-2 5-124-16,-2 2-36 0,-3-3-8 15,0 1-4-15,-5-5 0 0,5 1-100 16,-8-10 64-16,-4-2-108 0,0-4-16 0,-3-9-81 16,-10-7-163-16,5-7-132 0,-8-2-136 15,4-9-208 1,-1-4-404-16,-2-7-488 0,3-9-576 0,-8 0-1505 16,3-25-2287-16</inkml:trace>
  <inkml:trace contextRef="#ctx0" brushRef="#br0" timeOffset="600.691">3777 2121 11625 0,'0'0'1832'15,"0"0"-892"1,0 0-244-16,0 0 308 0,0 0 224 0,0 0-140 16,0 0-376-16,-76 70-244 0,56-42 84 15,0 4-152-15,-4 9-216 0,-8 6-136 16,0 5-40-16,-7 11-8 0,-6 4-52 15,-2 12 44-15,-1 0-56 0,-8 11 60 16,5-5-96-16,-5 1-20 0,8-3 60 0,4-14 0 16,12-12-52-16,4-12-48 0,12-16-36 15,8-14-144-15,4-5-228 0,4-10-416 16,0-3-648-16,8-7-1008 0,5 1-1465 16,18-17-535-16</inkml:trace>
  <inkml:trace contextRef="#ctx0" brushRef="#br0" timeOffset="922.009">4773 1816 784 0,'0'0'13001'16,"0"0"-11045"-16,0 0-1336 0,0 0-208 0,0 0 284 16,-32 92 624-16,12-61-92 0,-5 11-408 15,-2 3-432-15,0 5-144 16,-5 7-112-16,-9 6-120 0,2 11-12 0,-9 8-44 0,-8 7 32 16,-3 9-84-16,-5 8-16 0,0 1 4 0,-4 4-76 15,0-5 52-15,12-11 72 0,5-13-112 0,15-15-60 16,8-20-48-16,12-12-172 15,8-16-468 1,4-10-704-16,4-5-356 0,8-4-764 16,0 0-349-16,12-13-1683 0</inkml:trace>
  <inkml:trace contextRef="#ctx0" brushRef="#br0" timeOffset="1272.303">5259 2438 13565 0,'0'0'2176'15,"0"0"-1684"-15,0 0-4 0,0 0 680 16,0 0 408-16,0 0-340 0,0 0-492 16,-95 29-319-16,67-10-205 0,0 6-136 0,-4 8 48 15,4 0 112-15,0 11 204 0,4 2-52 16,-1 4-176-16,6 4-100 0,3 3-48 0,4-3-24 15,8 1 88-15,4-4-40 16,0-7-12-16,12-3-72 0,4-3 40 16,0-9-52-16,4-6-60 0,4-4 60 15,-1-7-4-15,5-6 8 0,0-3-4 0,0-3 48 16,0-7-48-16,0-7-84 0,-4 1-112 16,-1-7-104-16,-6-2-76 0,-2 3-144 15,-6-3-168-15,-5 0-349 0,0 3-367 0,-4 0-888 16,-8 0-524-16,-8 3-1621 0,0 2 301 15,-12 0 1284-15</inkml:trace>
  <inkml:trace contextRef="#ctx0" brushRef="#br0" timeOffset="1556.361">5020 2895 8412 0,'0'0'4005'0,"0"0"-2537"16,0 0-192-16,0 0-396 0,0 0 200 0,0 0 292 0,91 19-140 16,-63-16-328-16,4 1-332 0,4-4-232 0,-4 0-244 0,3-7-96 15,-3-3-252-15,0-5-224 0,-4-1-84 16,-4-3-140-16,0 0-208 0,0-3-452 15,-8 3-544-15,-5 0-1116 0,2 0-1105 16,-9 7 849-16,-4 1 276 0,0 8 945 0,-4 3 2055 31,-9 0 987-31,6 7 1205 0,-5 8-1112 16,4 2 1380-16,0 5 1412 0,4 6-1867 0,-4 4-401 16,4 3-328-16,1 6-80 0,3 1-104 15,0-1-80-15,0 0-152 0,0 0-212 16,0-6-292-16,3-4-248 15,1-1-108-15,4-8-452 0,-4-6-196 0,4-7-112 0,0-3-352 16,4-6-1340-16,-5 0-2781 16,6-12-2319-16</inkml:trace>
  <inkml:trace contextRef="#ctx0" brushRef="#br0" timeOffset="1972.965">5956 1628 6200 0,'0'0'5185'16,"0"0"-3453"-16,0 0-412 0,0 0 292 16,0 0-136-16,0 0-388 15,0 0-288-15,0 0-64 0,12 74-4 0,-8-39-148 16,0 9 37-16,0 3-65 0,0 14-132 16,4 6-88-16,-4 5-20 0,8 11-36 0,-5 6-148 15,2 6-48-15,3 6-24 0,-1 1-60 0,2 3-156 16,-2 3-16-16,-3-3-128 31,1-4-28-31,2-2-20 0,-7-10-28 0,4-10-12 0,1-6-85 16,-2-9 21-16,1-10 64 0,5-10-52 15,-2-9-96-15,1-7-252 0,0-5-356 16,0-11-624-16,0-2-644 0,-4-7-2073 0,-4-3-1447 16</inkml:trace>
  <inkml:trace contextRef="#ctx0" brushRef="#br0" timeOffset="5181.401">6912 2416 8096 0,'0'0'768'32,"0"0"332"-32,0 0 1025 0,0 0-745 15,0 0-212-15,0 0-184 0,0 0-80 0,0 0-132 16,5-3-200-16,10 3-212 0,5 3 144 16,5 2 88-16,10 2-152 0,1 0-184 0,3 3-120 15,1-4-4-15,1 0 4 0,-6-3-136 16,5 0 0-16,-5-3 0 0,2 0 0 15,-1 0-84-15,0-3-40 0,-5-6-48 16,1-1-232-16,-8 1-380 0,-1-2-228 0,-2 3-308 16,-10 2-972-16,-2 2-2637 0,-9 4-2875 0</inkml:trace>
  <inkml:trace contextRef="#ctx0" brushRef="#br0" timeOffset="5396.918">7063 2781 5336 0,'0'0'4924'16,"0"0"-3211"-16,0 0-637 0,0 0 20 15,0 0 52-15,0 0-164 0,0 0-272 0,0 0-44 0,0 0-12 16,80 3-224-16,-48-6-172 0,8-1-108 16,0 2-148-16,0-4-8 15,3 0 4-15,2-1-124 0,2-3-72 16,1 3-236-16,3 1-632 0,1 0-416 15,-7 0-664-15,15 2-4445 0</inkml:trace>
  <inkml:trace contextRef="#ctx0" brushRef="#br0" timeOffset="5882.559">9196 1120 9608 0,'0'0'2605'0,"0"0"-881"0,0 0-412 0,0 0-128 16,0 0 24-16,0 0-168 0,19 70-256 15,-11-32-304-15,4 10-152 0,-4 6-204 0,-4 4-124 16,0 5-48-16,1 3-40 0,-5-2-132 16,0 3-48-16,0-4-212 0,-5-3-208 15,-3-5-200-15,4-5-344 0,-7-5-936 0,2-10-2821 16,-14 3-3179-16</inkml:trace>
  <inkml:trace contextRef="#ctx0" brushRef="#br0" timeOffset="6190.067">8470 2388 8188 0,'0'0'2136'0,"0"0"-499"0,0 0-229 0,0 0 48 0,0 0-272 16,0 0-344-16,0 0-340 0,0 0-288 15,0 0 48-15,0 0 344 16,0 0 148-16,116 25-312 0,-56-25-108 0,3-3-52 16,5-7-84-16,7 1-12 0,5-5-100 15,4 0-12-15,4 0 16 16,4-2-80-16,3 4 88 0,5 2-92 0,3-3-4 16,5 1 0-16,3 2-36 0,-3-3 32 15,-5 1 4-15,-7 2-48 0,-12 1-40 0,-8 3-44 16,-17-1 8-16,-7 7 16 0,-13 0-40 15,-7 0-108-15,-12 0-100 0,-3 2-172 0,-9 3-356 16,-5 4-308-16,-3 1-688 0,-7-4-1304 16,-17 10-3097-16</inkml:trace>
  <inkml:trace contextRef="#ctx0" brushRef="#br0" timeOffset="6530.833">8953 2739 10484 0,'0'0'2185'15,"0"0"-1341"-15,0 0-148 0,0 0 428 16,0 0 24-16,11 99-216 0,-7-51-212 0,4 10-164 16,0 8-140-16,0 3-108 0,0 8-24 15,1-1-40-15,-6 6-72 16,-3 0-4 0,0 1-168-16,0 1-72 0,0-6-112 0,-3-5-72 15,3-5-64-15,0-12-24 16,0-8-84-16,0-13-128 0,7-3-188 15,1-14-240-15,4-5-820 0,4-6-488 0,-8-7-2033 16,12-13-1659-16</inkml:trace>
  <inkml:trace contextRef="#ctx0" brushRef="#br0" timeOffset="7168.839">9868 2892 7400 0,'0'0'2476'16,"0"0"-735"-16,0 0-665 16,0 0 164-16,0 0 176 0,0 0-172 0,0 0-148 15,0 0-380-15,-75-38-164 0,59 38-108 16,-4 0-148-16,0 3-164 15,1 10 4-15,-5 3-136 0,3 12 12 16,-3 7-8-16,5 10 56 0,2 9-48 0,6 3 100 16,3 7 32-16,-1-1 4 0,9-6-76 0,0-2 40 15,0-8-4-15,9-6 52 0,-1-9 84 16,3-7 156-16,6-9-47 0,2 0-265 16,1-7-84-16,1-5-8 0,2-1-52 15,-3-3-89-15,0-7-39 0,0-2-32 0,0-3 32 16,0-5-144-16,-4-2-112 0,-4 0-112 15,-4 0-120-15,-4 0-264 0,-4 3-688 16,0 0-772-16,-4 3-1929 0,-16 1-1087 0</inkml:trace>
  <inkml:trace contextRef="#ctx0" brushRef="#br0" timeOffset="7328.15">9685 3344 9260 0,'0'0'2261'15,"0"0"-1109"-15,0 0-180 0,0 0 232 0,0 0-148 16,0 0 84-16,0 0-148 0,88 21-212 15,-64-21-132-15,4 0-216 0,4-6-252 16,-4-4-168-16,0-2-12 0,0-2-352 16,-4 2-4-16,-1-1-208 0,1 1-204 15,-4-4-496-15,-4 6-864 16,0 1-1957-16,-4-1-1687 0</inkml:trace>
  <inkml:trace contextRef="#ctx0" brushRef="#br0" timeOffset="7484.615">10060 3298 10316 0,'0'0'1777'16,"0"0"-1149"-16,0 0-476 0,0 0 308 0,-4 90 380 0,4-65 220 15,0 3-92-15,0 1-116 0,4-4-292 0,0 1-384 16,0-1-176-16,4-3-184 16,-1-2-488-16,2-5-408 0,3-2-636 15,-5-10-1364-15,10-3-2821 0</inkml:trace>
  <inkml:trace contextRef="#ctx0" brushRef="#br0" timeOffset="7770.53">10431 2892 9804 0,'0'0'3177'16,"0"0"-2173"-16,0 0-648 0,0 0 164 0,0 0 536 15,-4 85 84-15,4-52-256 0,0 2-280 16,4 6-172 0,3 3-64-16,1 8-184 0,0 4-76 0,-3 8-20 15,-1 3-80-15,-1 5-8 0,1 1-40 16,-4 1-48-16,4 2 16 16,0-6-28-16,-4-3-232 0,4-4-24 0,1-10-112 15,-5-5 0-15,4-3-28 0,3-13-80 16,-3-4-204-16,4-6-324 0,-4-5-572 0,4-9-1241 0,0-4-1959 15</inkml:trace>
  <inkml:trace contextRef="#ctx0" brushRef="#br0" timeOffset="10241.611">12706 1565 4000 0,'0'0'4812'16,"0"0"-2407"-16,0 0-713 0,0 0-256 16,0 0-184-16,0 0-48 0,0 0-320 0,0 0-220 0,0 0-180 15,0 0-192-15,0 0-156 0,0 0-136 16,32 12 172-16,0-8 36 15,7 3-12-15,13-4-24 0,3 0-48 0,9-1-16 16,4 2 40-16,0-4 240 0,7 0 112 0,1 0-280 16,4 0-160-16,-4 0-12 0,-1-4-40 0,1 2-4 15,-8-8-4-15,-1 0-72 0,-3 1 0 16,-8-4-112-16,-4 0-168 0,-8 1-308 0,-9-4-232 16,-11 7-476-16,-7-1-652 0,-10 4-776 15,-7-1-2637-15,-12 7-1435 0</inkml:trace>
  <inkml:trace contextRef="#ctx0" brushRef="#br0" timeOffset="10759.059">12841 1714 3404 0,'0'0'4664'0,"0"0"-2620"0,0 0-583 0,0 0 163 15,0 0-48-15,0 0-168 0,95 10-432 16,-59-7-404-16,5 0-4 0,-2 0-148 0,-3 3-100 16,4 1-208-16,-5-1-28 0,2 4-84 15,-5-1-72-15,-4 4-88 0,-5 3 84 0,1 0-8 16,-4 6 20-16,-8 3-32 16,-1 4-4-16,-6 3-12 0,-5 7-72 15,-5-2 12-15,-6 7 0 0,-9 4 72 0,-4-1 48 16,0 5 52-16,-8-2 8 15,-3 1 92-15,3-4-48 0,0 2 32 0,0-5 28 0,4-6 112 16,4 0-40-16,4-7-48 0,8 1 24 16,1-3-36-16,6-3-4 0,1-7-44 15,4-1 20-15,0-2 4 0,13-3 84 16,2-3 156-16,5-1 272 0,4-3-12 16,8 1-272-16,4-7-88 0,7 3-43 0,2-3-29 15,6 0-8-15,5-3-28 0,0 0 4 16,7-4-40-16,-3 1-48 15,8 2-48-15,-4-2 0 0,-1 3-48 0,1 0 40 16,0 0-4 0,-1 0-112-16,-7-4-20 0,0 1 24 15,-4 3 48-15,-4-4 64 0,-4-2-92 0,-4 3-20 16,-5-1-101-16,-3 1-7 16,-8-1 8-16,0 5 24 0,-12-3 0 0,0 0-8 15,-4 5-80-15,-8 0-20 0,0 0 0 16,0 0-176-16,0 0-420 0,-8 3-688 15,4-1-1260-15,-16 5-3025 0</inkml:trace>
  <inkml:trace contextRef="#ctx0" brushRef="#br0" timeOffset="11806.952">13666 3295 7648 0,'0'0'3196'16,"0"0"-1295"-16,0 0-753 0,0 0 56 15,0 0 92-15,0 0-188 0,-9-66-240 16,5 56-156-16,-3 1-60 0,-1-5-80 0,0 6-168 16,-4-3-136-16,0 3 24 0,0 2 48 0,0-1 221 15,0 3-89-15,0 1-244 0,-4 3-216 0,0 0 48 0,-3 0-48 32,-2 3-12-32,-3 8-124 0,0 1 28 15,-4 7-12-15,1 3 24 16,-1 7 12-16,-4 5-28 15,4 1 40-15,4 7 48 0,0-2 0 0,0 5-60 16,5 3 0-16,2 0 12 0,6-1-4 0,-2 1 52 0,9-1-36 0,1 1 40 16,3 0 4-16,0-7 4 0,3 0 60 15,6-6 148-15,3-6-16 0,3-1-44 16,1-6 20-16,9 1-24 0,-1-1-20 16,3-6-64-16,5 0-12 0,4-4 0 15,-4-2-36-15,4-3 36 0,3-5-48 16,-3-2-60-16,5 0-36 0,-2-12-196 0,-3-1-228 15,3-3-161-15,2-3-75 0,-5-4-220 0,-5 2-572 16,-6 2-1260-16,-10 5-2725 0,-2-7-3803 16</inkml:trace>
  <inkml:trace contextRef="#ctx0" brushRef="#br0" timeOffset="14237.588">14399 3282 5124 0,'0'0'2772'0,"0"0"-1180"0,0 0-107 0,0 0-597 16,0 0-488-16,0 0 1916 0,0 0-816 15,0 0-484-15,0 0-188 16,0 0 64-16,-20-3-132 0,4 10-468 16,-4-1-252-16,-4 7-40 0,-4 3-88 0,-4 7-60 15,4 4 40-15,0 5-40 0,4 3 52 16,5 6-28-16,3 1 36 0,0 0 40 15,12 2-12-15,-1 0-84 0,5-6 144 16,9 0 68-16,7-9-64 0,0-8 0 16,8-2-4-16,-1-5 0 0,5-5-84 0,0-2-52 0,0-7 24 0,-4 0-12 31,4-7-148-31,-8-5-72 0,0-1-28 0,-4-4-276 16,-4-1-520-16,-1-4-1224 0,-7 8-2433 15,-4-11-2527-15</inkml:trace>
  <inkml:trace contextRef="#ctx0" brushRef="#br0" timeOffset="14401.488">14188 3588 3800 0,'0'0'3292'16,"0"0"-1356"-16,0 0-580 0,0 0 357 15,0 0-461-15,75 0-260 0,-51 0-436 16,0-6-276-16,0-1-280 0,0 0-12 0,0 2-212 0,0-6-360 0,0 5-624 15,-5 0-804-15,9 0-2901 0</inkml:trace>
  <inkml:trace contextRef="#ctx0" brushRef="#br0" timeOffset="14811.785">15208 3019 6704 0,'0'0'2736'16,"0"0"-927"-16,0 0-677 0,0 0-60 15,0 0 236-15,-76-6-528 0,52 12-140 0,4 7-148 16,-4 0-192-16,0 9-92 16,-4 9-68-16,1 4 8 0,-1 14 24 0,0 4 40 0,0 7 36 15,0 8-40-15,4 4-96 0,5-2-64 0,2 2-36 16,9-8 64-16,5-7 196 0,3-6 192 16,0-9 88-16,11-7-196 0,6-10-112 15,-2-3-72-15,9-6-64 0,0-3-60 16,-1-3 4-16,5-10-52 15,0 0-8 1,0-7-244-16,0-6-80 16,0-6-96-16,-4-3-248 0,-4-3-232 0,-4-5-408 15,-4 2-808-15,-5 6-1949 0,-7-10-1911 0</inkml:trace>
  <inkml:trace contextRef="#ctx0" brushRef="#br0" timeOffset="14965.587">14913 3596 9712 0,'0'0'2449'0,"0"0"-1121"0,0 0-248 0,0 0-148 0,0 0-252 15,0 0 172-15,0 0-108 0,0 0 0 0,108 14-252 16,-77-14-224-16,1 0-8 0,0 0-112 16,-4-7-140-16,0 0-8 15,-5-1-124-15,1-3-172 0,1 2-504 0,-5-3-224 16,-1-2-416-16,-3 2-768 0,-4 3-2033 16,1-3-963-16</inkml:trace>
  <inkml:trace contextRef="#ctx0" brushRef="#br0" timeOffset="15097.257">15275 3559 5184 0,'0'0'2964'0,"0"0"-1008"16,0 0-627-16,0 0-261 0,-24 79-76 0,20-63-64 15,4 0-92-15,0-4-172 0,0 1-388 16,0-6-276-16,4 0-464 0,4-7-468 0,8 0 108 16,-4-4 12-16,8-12-484 0,-3 4-1465 15,10-20-3567-15</inkml:trace>
  <inkml:trace contextRef="#ctx0" brushRef="#br0" timeOffset="15398.001">15781 2996 11061 0,'0'0'2524'16,"0"0"-1624"-16,0 0 8 0,0 0 336 0,0 0-224 15,0 0-116-15,0 0-312 0,-87 77-212 16,63-42-88-16,4 6-84 0,-4 6 12 15,0 11-36-15,-4 2 36 0,-3 14-64 16,-5 2-32-16,-5 9-68 0,2 4-56 0,-6 3-132 16,2 4 44-16,0-1 28 0,-2-6 48 15,10-7-96-15,-1-8 100 16,4-11-56-16,8-8-68 0,4-11-4 0,8-13-60 16,0-6 24-16,9-13-48 0,-2-1 24 0,5-8-148 0,0-3-332 15,0 0-40-15,0-7-104 16,8-2-308-16,0-7-744 0,-4-1-480 15,8-13-2085-15</inkml:trace>
  <inkml:trace contextRef="#ctx0" brushRef="#br0" timeOffset="16068.924">15726 3842 3952 0,'0'0'3916'15,"0"0"-2308"-15,0 0-484 0,0 0 125 16,0 0-185-16,83-65-276 0,-59 51-252 16,-4-3-120-16,4 5-112 0,-4 1-64 15,0 9-116-15,-5 2-120 0,6 0 0 0,-10 13 72 16,6-1 140-16,-6 7-80 0,-2 4-48 16,-1 2-36-1,-4 0 8-15,3-3 144 0,-3-3-64 0,5 0 60 16,2-5-64-16,-3-9-8 0,5 2-116 15,2-3 136-15,1-4-24 0,4 0-24 16,0-11-100-16,0-4-76 0,7-1-272 0,-3-3-256 16,1-3-324-16,-5 3-376 0,-1 0-484 15,-6 6-1205-15,-2 3-2679 16</inkml:trace>
  <inkml:trace contextRef="#ctx0" brushRef="#br0" timeOffset="16320.082">15805 4245 4424 0,'0'0'6016'16,"0"0"-4535"-16,0 0-1069 0,0 0 380 0,0 0 528 16,0 0 132-16,0 0-88 0,0 0-448 15,0 76-372-15,4-55-152 0,-4 5-72 0,4 0-112 16,1-1-60-16,-2 1-64 15,-3-4-84-15,8-3-44 0,-4-7-104 0,4 1-340 16,0-7-80-16,0 1-12 0,8-7-52 16,-4 0-100-16,4-3-552 0,4-9-756 15,-9 1-1065-15,14-8-2015 0</inkml:trace>
  <inkml:trace contextRef="#ctx0" brushRef="#br0" timeOffset="16968.531">16060 4336 2644 0,'0'0'6212'0,"0"0"-5396"0,0 0-816 0,0 0 0 0,0 0 188 16,0 0 200-16,0 0 12 16,0 0-128-16,0 0-107 0,0 0-113 15,-8 6-40-15,8-6 120 0,0 4 112 0,0-4 100 16,0 0 44-16,0 0-32 0,0 0 4 16,0 0-16-1,0 0 112-15,0 3 168 0,0-3 32 16,0 0-100-16,0 0-144 0,0 0-144 15,0 0-80-15,0 0-28 0,0 0-160 16,0 0-36-16,0 0-88 0,0 0 0 0,0 0 36 16,0 0-4-16,0 0 40 0,0 0 52 15,0 0 8-15,0 0 56 16,0 0-8-16,0 0-44 0,0 0 48 0,0 0 4 0,0 0-64 16,0 0 0-16,0 0-64 0,0 0-24 15,0 0-28-15,0 0-8 0,0 0-128 16,0 0 0-16,0 0 104 0,0 0 72 15,0 0 72-15,0 0 4 0,0 0 4 16,0 0 4-16,0 0 92 0,0 0 76 16,0 0 64-16,0 0 8 0,0 0 8 0,0 0 20 0,0 0 8 15,0 0-8-15,0 0 20 0,0 0 52 0,0 0-48 16,0 0-116 0,0 0-100-16,0 0-20 15,0 0-60-15,0 7-4 0,0-2-72 0,0 5-64 16,4 7 88-16,0-2 48 0,-4 5 44 15,5-5 8-15,-2-2-52 0,1 0-48 16,0-7-24-16,0 1 8 0,4-5-8 16,-3 3 60-16,2-5 8 0,1 0-8 0,0-7-148 0,4-6 20 15,-4 0-8 1,4-6 0-16,0 0-64 16,0 0-36-16,-5 0-28 0,2 0 4 15,-5 3 52-15,0 0 132 0,-4 3 52 0,0 0 36 16,0 4 100-16,-4 4 68 0,0-2 20 0,-1 3 0 0,-2 4-4 0,-1 0 40 15,-4 4-12-15,4 3-132 0,-4 1-80 0,0 5-12 32,-4 3-124-32,4-1 24 15,0 2 12-15,4-4-88 0,-3 3-300 0,2-7-492 16,5 1-528-16,0-4-792 0,4-3-453 16,0-3-431-16,4 0-1244 0</inkml:trace>
  <inkml:trace contextRef="#ctx0" brushRef="#br0" timeOffset="17184.45">16340 4270 7232 0,'0'0'1804'0,"0"0"-832"0,0 0 9 0,0 0 123 0,0 0 188 15,0 0 256-15,0 0-152 16,0 0-472-16,0 0-304 0,27 76-200 0,-31-61-136 16,0 2-180-16,0-7-104 0,4-2-160 15,-4-1-52-15,4 0-72 0,0-4-88 16,0-3 40-16,0 0-16 0,0 3-116 15,0-3-16-15,0 0 156 0,4 0 72 16,-4 0 76-16,8 0 76 0,-4 0-40 16,0 0-252-16,4-6-660 0,-4-1-740 0,4 0-801 0,-4-1-551 15,4-9-2480-15,-60 59 5184 0</inkml:trace>
  <inkml:trace contextRef="#ctx0" brushRef="#br0" timeOffset="17586.413">16650 4257 80 0,'0'0'8112'0,"0"0"-6712"15,0 0-1000-15,0 0 104 0,23 83 309 0,-18-52 239 0,3 8-68 16,-4 2-168-16,0 0-220 0,0 7-120 0,-1 0-60 16,-3-1-28-1,0 2-108-15,0-2-56 0,-3 0 4 16,-5-2 8-16,0-4-64 0,-4 0 4 15,4-3 36-15,-4-3-52 0,4-6-88 16,0-4-8-16,0-6-56 0,0-3-4 16,0-10 44-16,0-2-48 0,0-4-188 0,-8-4-596 15,0-8-92-15,0-7-180 0,-3-10-236 0,-1 7-988 16,-8-29-2553-16</inkml:trace>
  <inkml:trace contextRef="#ctx0" brushRef="#br0" timeOffset="17720.928">16598 4194 10516 0,'0'0'1517'0,"0"0"-929"0,0 0 156 16,0 0-48-16,80-38-416 0,-64 24-280 0,-5 0-24 16,6-5-1044-16,-6 5-1345 0,2-4-4571 0</inkml:trace>
  <inkml:trace contextRef="#ctx0" brushRef="#br0" timeOffset="31328.26">17359 1498 9336 0,'0'0'3209'0,"0"0"-1969"0,0 0-456 16,0 0-352-16,0 0-80 0,0 0 176 16,0 0 252-16,0 0 52 0,83-12-188 15,-38 15-100-15,2 3-16 0,13 4-124 16,4-1-232-16,4 1-116 0,7-1-56 15,1-5-144-15,0-4 128 0,-1-4-164 16,1-5 180-16,-4-7-88 0,-5 0-168 0,-3-3-200 16,-4 3-112-16,-8 0-300 0,-9 7-128 0,-10-2-580 15,-14 6-1244-15,-15 5-2753 0</inkml:trace>
  <inkml:trace contextRef="#ctx0" brushRef="#br0" timeOffset="31709.211">17523 1626 10104 0,'0'0'2177'0,"0"0"-1129"0,0 0-640 0,0 0-192 0,0 0-116 15,0 0 292-15,0 0 192 0,0 76-68 32,24-61 100-32,4-2-124 0,3 3-120 0,9-6-172 15,3 3-100-15,2-5-100 0,2 3-12 0,-2-5-252 0,2 2-36 16,-12 3 104-1,-2-3-212-15,-10 6-80 0,-6-1 60 0,-6 2 140 0,-11 5 288 16,-3 5 112 0,-9 4 52-16,-12 5-88 0,-8 4 48 15,0 1 80-15,-7-2-28 0,2-1 60 0,1-5-16 0,4-6-20 0,8 1-40 32,5-8-48-32,3-1-100 0,8-4 0 15,8-1-12-15,0-2-92 0,4-1-36 0,12 1 128 16,7 2 128-16,5-2 68 0,9-3-84 0,3-1 52 15,3-6 72-15,5 0 60 16,3-6-72-16,5-1-12 0,-4-5-212 0,8 2 0 16,-4-3-100-16,4-3-112 15,-5 1-184-15,-3 2-476 0,-4-3-84 0,-4 6-244 16,-12 1-492-16,-12 3-1253 0,-12 3-4035 0</inkml:trace>
  <inkml:trace contextRef="#ctx0" brushRef="#br0" timeOffset="32410.671">17721 3048 2644 0,'0'0'7872'15,"0"0"-6815"-15,0 0-997 0,0 0-56 16,0 0 120-16,0 0 168 0,0 0 412 0,-51-66 420 0,42 66-200 0,2 0-144 15,-1 6-488 1,-4 6-288-16,4 11 0 0,-4 8 132 0,1 7 40 16,-6 7 40-16,10 0-40 15,-1-1 60-15,-1-10-200 0,9-5-36 0,0-9-136 16,0-8-112 0,4-6 24-16,5-6 68 0,-2 0 156 15,1-6 8-15,8-6 56 0,-4-8 76 0,4-2-136 16,-4-4-4-16,0 1-60 15,0 5-48-15,-4 6 24 0,-4 1-32 16,0 9-32-16,-1 4-116 0,2 0 76 0,3 4 188 16,0 4 340-16,3 9 172 0,2-1-172 15,-2 6-64-15,2 3-112 0,-1 4 32 16,-1-4-72-16,2 4 64 0,-6 0-100 0,1-2 84 0,1 3-24 16,-5 1 0-16,-4-2 0 0,0 2 40 0,0 1-40 15,-9 1 36-15,-3-5-48 0,1 0-28 16,-2 1-20-16,2-7-16 0,-6-2 64 15,2-6 36-15,-5 0 48 0,4-9-24 16,0-1 24-16,-8-4-60 0,0 0-160 16,0-6-24-1,-4-4 20-15,0-3-68 0,-3 1-88 16,3-4-124-16,3 0 40 0,1 0-12 0,5 0 108 16,-1 4-36-16,8-4 0 15,0 3-76-15,0 1-36 0,4-1 12 0,4 3-16 16,4 4-20-16,0-4-192 0,0 1-192 15,4-1-116-15,8 1-240 0,4-3-176 16,0-2-532-16,8-2-313 0,-4 7-923 0,20-13-1420 0</inkml:trace>
  <inkml:trace contextRef="#ctx0" brushRef="#br0" timeOffset="32706.527">18375 2908 1228 0,'0'0'9328'31,"0"0"-8079"-31,0 0-825 0,0 0-168 0,0 0 332 16,0 0 496-16,0 0-60 0,0 0-272 15,0 0-208-15,0 0-344 0,-80 6-88 0,65 20 0 32,2 5 88-32,2 8 148 0,-2 2 96 0,6 0 148 15,3 4-84-15,4-5-288 0,0-1-108 0,0-7-28 0,0-1-84 16,4-5-60-16,3-8-16 15,6-1-60-15,-2-5 28 0,-3-1-4 16,9-9-24-16,-6-2-72 0,2 0-188 16,2-6-24-16,-2-7-12 0,-2-6-180 15,1-3-204-15,-4-4-368 0,0 1-684 0,-4 3-909 16,-4-7-2163-16</inkml:trace>
  <inkml:trace contextRef="#ctx0" brushRef="#br0" timeOffset="32852.184">18160 3127 10949 0,'0'0'1784'0,"0"0"-1616"0,0 0 276 16,0 0 144-16,0 0 196 0,88 25-76 15,-61-25-120-15,5 0-108 0,0-8-256 16,4-3-224-16,0-1-12 0,4-4-200 0,-1-3-644 0,6 0-456 16,-13 3-984-1,11-9-3337-15</inkml:trace>
  <inkml:trace contextRef="#ctx0" brushRef="#br0" timeOffset="33152.989">19184 2794 4576 0,'0'0'6389'0,"0"0"-5733"0,0 0-436 0,0 0 152 16,0 0 320-16,-67-67 580 0,46 64 40 15,6 0-316-15,-5 3-176 0,-1 3-348 0,6 3-200 16,-5 8-136-16,-1 0-24 0,2 12 84 15,-1 0 40-15,-1 9 24 0,-2 2-16 16,7 8-24-16,-3-3-48 0,2 5-36 16,6-3-16-1,-2 4 16-15,5-4-36 0,8-2-92 0,0-1 4 16,0-6 56-16,8-3-68 0,9-7 0 0,2-6 44 16,1-2 64-16,4-3-108 15,4-3-12-15,0-8-184 0,4 0 84 0,-4-3-108 16,4-6-96-16,0-7-200 0,0-6-448 0,-1 0-452 15,-7 3-852-15,3-13-4441 0</inkml:trace>
  <inkml:trace contextRef="#ctx0" brushRef="#br0" timeOffset="34145.708">20288 1209 7688 0,'0'0'1840'0,"0"0"-1192"0,0 0-264 0,0 0 841 15,0 0-225-15,0 0-148 0,0 0-164 16,0 0-196-1,0 0-188 1,0 0 124-16,0 0 24 0,15 74-8 0,-6-40 16 16,-1 11 12-16,-1 2-88 0,1 14-48 0,-4 6-104 15,5 12-56-15,-9 7-128 0,0 6 24 16,0-1-72-16,0 1-48 0,0-2-64 16,0-8 28-16,0-10-128 0,4-7 116 0,3-7 84 0,1-11-208 15,5-10-192-15,-2-5-284 0,-3-6-284 16,4-8 200-16,-4-1-844 0,0-11-580 0,0-6-641 15,-4-6-2347-15</inkml:trace>
  <inkml:trace contextRef="#ctx0" brushRef="#br0" timeOffset="34446.189">20694 1530 7492 0,'0'0'1104'16,"0"0"-328"-16,0 0 284 15,0 0 113-15,0 0 31 0,92 83-156 16,-64-52-200-16,4 4 20 0,-1 6-124 16,5 1-208-16,4 5-148 0,-4 1-152 0,0 3-64 15,-4-3 16-15,4-4-40 0,-8 0-36 16,3-3-112-16,-3 1-112 15,-5-4-36-15,2-7 36 16,-1-1-24-16,0-5-124 0,-5-3-288 0,1-9-256 16,1-4-16-16,-6-9-152 0,2 0-172 0,-6-9-328 0,2-1-737 0,-6-21-2371 15</inkml:trace>
  <inkml:trace contextRef="#ctx0" brushRef="#br0" timeOffset="34710.82">21375 1594 10272 0,'0'0'1677'0,"0"0"-1421"0,0 0-168 15,0 0 272-15,0 0 152 0,0 0 72 16,-88 63 24-16,69-41-36 0,-1 7-120 0,-4 7-164 16,0 1-72-16,1 10-80 15,-2 5 4-15,-6 5 52 16,-1 2-92-16,-4 2-100 0,-5 3-68 15,-2-1-44-15,-1-2 112 0,4-2 0 0,1-5-52 16,-1-5 52-16,8-5-80 0,-1-13-108 16,14-2 52-16,3-10-128 0,8-5-288 0,0-12-464 15,8 1-308-15,0-6-809 16,4-4-783-16,16-18-1548 0</inkml:trace>
  <inkml:trace contextRef="#ctx0" brushRef="#br0" timeOffset="35030.189">21813 1232 2988 0,'0'0'624'0,"0"0"-624"0,0 0-548 0,0 0-88 0,0 0-424 16,0 0 56-16</inkml:trace>
  <inkml:trace contextRef="#ctx0" brushRef="#br0" timeOffset="35894.422">21893 927 5108 0,'0'0'1432'16,"0"0"-720"-16,0 0-372 15,0 0 76-15,0 0 244 0,0 0-156 16,0 0 160-16,0 0 148 0,-84 75-15 16,73-39-89-16,3 2-172 0,-1 6-204 0,2-6-60 0,3-2-108 15,0-9-88-15,4-4-76 0,4-10-152 0,0-7 36 16,7-2 116-16,2-4 0 16,-2 0 140-16,6-10 0 0,-2-3-36 0,6-10-56 15,-1 2-36-15,-5-5-12 0,2 4-8 16,-2 0 0-16,-3 3-56 15,0 6 16-15,-4 4-28 0,-4 3-40 16,4 2 52-16,-4 4 0 0,0 0 12 0,-4 0 52 16,4 4 108-16,0 2-20 0,4 3 16 15,-5 4 48-15,6 3-16 0,-1 3-136 0,0 4-76 16,-1-2 76-16,2 8-4 0,-1 0 4 16,-4 2 124-16,3 1-72 0,-7 3 24 15,4-4 116-15,-4 1 72 0,0-3-100 0,0 0 28 16,-8-4-184-16,5-3 44 0,-5 1-40 31,0-5 64-31,-4-4 36 0,-4-2-108 0,0-2 0 16,-8-7-8-16,1-1-80 15,-2-2-116-15,1 0 124 0,4-8 12 16,1-6-152-16,2-2-76 0,2-5-204 0,6-2-232 16,-2-5 52-16,7 3-160 0,4-1-221 15,0 0-467 1,0 7-1140-16,11-6-2008 0</inkml:trace>
  <inkml:trace contextRef="#ctx0" brushRef="#br0" timeOffset="36231.861">22356 1238 5108 0,'0'0'2404'0,"0"0"-1260"0,0 0-560 0,0 0 268 15,0 0 273-15,0 0-21 0,0 0-148 0,0 0-244 16,15 73-164-16,-10-60-68 16,6 7-128-16,-3 1-76 0,0 4-36 15,1 4-16-15,-2 6 144 0,1 6-20 16,-4 8-12-16,0 1-48 15,-4 7-40-15,0 3-124 0,0 3-64 0,0-2-60 16,0 2 0-16,5-3-100 0,-5-2-24 0,3-4-24 16,1-3-64-1,-4-7-12-15,4-2 28 0,0-4-44 0,0-10 16 16,0 1-104-16,4-10-236 0,-4-1-192 0,4-8-172 16,-4-3-616-16,0-5-1253 0,-1-2-1919 0</inkml:trace>
  <inkml:trace contextRef="#ctx0" brushRef="#br0" timeOffset="38381.356">20527 2963 3268 0,'0'0'1632'0,"0"0"-372"16,0 0-556-16,0 0-160 0,0 0-192 16,0 0-28-16,0 0 1644 0,0 0-843 0,0 0-533 15,0 0-312-15,-5 0-136 0,5-5 48 16,0 5 48-16,0 0-20 15,0 0-88-15,0 11-124 0,5-3 112 0,-1 11 132 16,0-2 4-16,0 5-40 0,3 0-64 0,1-3-76 0,1-3-76 16,-1-3-8-16,3-1-92 15,-2-2 12-15,2-4-76 0,1 1 164 16,4-3 0-16,0-4 4 0,4 0 60 0,0-7-52 16,3-7 60-16,5-1-72 15,9-4-216-15,-5-3 40 0,8 0 48 0,-1 3-36 16,-3 0 36-1,4 3-12-15,0 2 88 0,-4 6 44 0,-5 2-72 16,5 1-20-16,-4 3 100 0,4 2-4 16,-8 0-4-16,3 7 8 0,-3-1 0 0,-3 2 60 15,3 3-60 1,-8-3 76-16,-1 9 76 0,-6-4-100 0,-6 2 112 16,1 1 16-16,-8 3 0 0,0-3 176 0,0 3-168 0,-8 0-96 15,1-3 20-15,-2-4-60 16,1-1-40-16,4-5 0 0,1-4 40 0,3-2-52 15,0 0-360-15,7-8-72 0,6-5 88 16,6-10 268-16,5-5-28 0,8-4-24 16,0 0-24-16,0 1-208 0,0 3 184 15,-1 2 112-15,1 7 64 0,-4 3 64 0,0-1-16 16,0 8 56 0,0 3 152-16,-4-1-76 0,-1 4-52 15,2 3-28-15,-1 0-24 0,0 0 28 16,-1 3 24-16,1 4 12 0,-4-1-132 15,1 3 144-15,2 1 0 0,-3-1 116 16,-4 1-92-16,4 1-124 0,-4-6 76 0,3 2-40 16,2-5 64-16,-1-2 0 15,-1 0 72-15,5-6 40 0,4-9 116 0,0-5-68 0,4-8-212 16,0-4-92-16,0-4 0 0,4 3 4 16,-5-3-12-16,-3 1-52 0,-3 4 40 15,-6 2-128-15,1 7-60 0,-8 3-416 16,0 6-384-16,-8 1-388 0,0 5-1569 15,-4 4-3719-15</inkml:trace>
  <inkml:trace contextRef="#ctx0" brushRef="#br0" timeOffset="42360.895">7821 6343 4028 0,'0'0'7957'16,"0"0"-5481"-16,0 0-1292 0,0 0-784 15,0 0-144-15,0 0 8 0,0 0 208 0,0 0 148 16,47 32-100-16,-23-22-112 0,4-4-172 16,8-3-140-16,1 0-96 15,2-3-72-15,4 0-76 0,6-6-12 0,-6 0-12 0,2-4-152 0,-6 4-556 0,-3 0-424 16,-4 2-804 0,-12 1-1801-16,-5 3-1263 0</inkml:trace>
  <inkml:trace contextRef="#ctx0" brushRef="#br0" timeOffset="42509.156">8051 6635 10092 0,'0'0'1585'16,"0"0"-585"-16,0 0-348 0,0 0-40 0,0 0 84 15,0 0-180-15,0 0-252 0,0 0-248 0,0 0 424 16,0 0 40-16,49 68-120 0,10-68-124 16,9 0-24-16,3-11-212 0,9-1-48 15,-3-4-164-15,-2 0-592 0,0 0-340 16,-19 3-696-16,12 1-2597 0</inkml:trace>
  <inkml:trace contextRef="#ctx0" brushRef="#br0" timeOffset="42809.75">9980 5191 4348 0,'0'0'9649'0,"0"0"-7709"0,0 0-1700 16,0 0-232-16,-8 93 460 0,5-46 192 0,-6 10 216 0,1 6-72 15,0 3-364-15,5 2-208 0,3 1-192 16,0-6-40-16,0 1-236 0,0-3-80 15,0-5-364-15,3-4-232 0,-3-8-360 16,0-3-420-16,0-6-956 0,0-13-1685 16,-3 3-1227-16</inkml:trace>
  <inkml:trace contextRef="#ctx0" brushRef="#br0" timeOffset="43061.435">9203 6280 14409 0,'0'0'908'0,"0"0"-908"16,0 0-136-16,0 0-144 0,0 0 280 15,0 0 240-15,92-38 228 16,-45 22 96-16,13 0-136 0,4-3-140 16,12 3-4-16,3 0-48 0,5-3-60 0,0 3-28 0,4 1-76 15,-5-2-68-15,1 5-8 0,-8-4-12 0,-5 6-132 16,-3-2 88-1,-4 2-116-15,-12 4 64 0,0-4-84 0,-9 7 44 0,-7 0-20 0,-4-3-116 0,-4 6-368 16,-4-7-288-16,-5 4-220 0,-2 0-640 16,-10 0-997-16,-3 0-2051 0</inkml:trace>
  <inkml:trace contextRef="#ctx0" brushRef="#br0" timeOffset="43427.412">9638 6642 10224 0,'0'0'4009'16,"0"0"-3517"-16,0 0-492 0,7 63-240 0,-3-32 240 15,0 5 480-15,1 5 188 0,-1 0 200 0,0 8 28 16,7 1-288-16,-3 4-176 0,4 6-160 0,4 7-64 16,-4-1-60-16,0 1 12 0,1 0-24 15,-2-7 24-15,-3 0-56 0,4-11-104 16,0-5-84-16,-4-9-88 0,4-7-64 15,-4-9-168-15,3-5-112 16,2-8-292-16,-1-6-468 0,-1-4 8 16,6-12-664-16,-6-9-805 0,2 3-1715 0,-6-19-1132 0</inkml:trace>
  <inkml:trace contextRef="#ctx0" brushRef="#br0" timeOffset="43856.61">10295 6652 4924 0,'0'0'912'15,"0"0"-560"-15,0 0 324 16,0 0 492-16,0 0-40 0,0 0 268 0,0 0-83 0,0 0-377 15,0 0-284-15,0 0-56 0,0 0-140 16,-4 7-292-16,-4-2 64 0,4-2 64 16,-3 0 124-16,-2 4 36 0,1-4-136 0,-3 3-156 15,-2 0-72-15,-2 5-36 0,-6 3 8 16,1 5-60-16,-3 11-48 0,-1 1-52 16,0 10 88-16,3 10 12 0,6 3 272 0,-1 7 28 0,8-1 48 15,4 4-36 1,4-7 32-16,0-7-36 0,4-5-36 15,8-10-76-15,4-9-132 0,4-4 20 0,3-10 64 16,5-5-64-16,4-1 16 0,5-6 0 16,-2 0-96-16,1-10-4 0,0-5-172 15,-4-5-64-15,-1-1-204 16,-6-5-192-16,-1 1-160 0,-9-4-144 0,-7-3-436 0,-3 4-1212 0,-5 9-1905 16,-5-8-1619-16</inkml:trace>
  <inkml:trace contextRef="#ctx0" brushRef="#br0" timeOffset="44111.445">10291 7092 11837 0,'0'0'2540'0,"0"0"-1544"0,0 0-556 0,0 0-216 0,0 0 156 15,0 0 196-15,0 0 204 0,0 0-320 16,84-28-460 0,-60 13-136-16,-1-8-424 0,-3 1-224 0,1 0-144 0,-6-1-180 15,-2 5 16-15,-2-1-400 0,-7 6-233 0,-4 3 289 16,0 7 632-16,0 3 804 0,0 0 620 15,0 10 600-15,-4 1-436 0,0 6 17 0,4 5 95 16,0 7-40-16,0 5-52 0,0 1-136 16,4 3-300-16,0 1-16 0,4-4-40 15,0-1-136-15,0-5 16 16,0-4-192-16,0-2-60 0,0-4-316 0,0-9-332 16,4-8-340-16,0-4-328 0,-4-8-925 0,7-25-3291 15</inkml:trace>
  <inkml:trace contextRef="#ctx0" brushRef="#br0" timeOffset="44345.319">10936 6413 12973 0,'0'0'1612'16,"0"0"-1232"-16,-7 67-216 0,7-30 404 15,7 9 248-15,1 8 340 0,1-1-176 0,2 5-368 16,1 2-168-16,4 4-176 0,0 1-268 16,0 0-48-16,-4 2-212 0,0-5-204 15,0-4-128-15,-1-1-148 0,-2-9-328 0,-1 0-288 16,0-7-456-16,0-7-708 16,0-7-1697-16,-4 3-1379 0</inkml:trace>
  <inkml:trace contextRef="#ctx0" brushRef="#br0" timeOffset="45009.916">12992 5842 11777 0,'0'0'692'16,"0"0"-360"-16,0 0 204 0,120-22 188 0,-60 12 124 16,11 4-116-16,1-1-152 0,4 1-92 0,3-4 48 15,9 4-100-15,-4-3-188 0,0-1-100 16,-1-3-64-16,-7 1-84 0,-5 3-108 0,-11-4 24 16,-4 2-116-16,-9 2-8 0,-6 4-92 15,-9 1-436-15,-8 1-584 0,-13 3-516 16,-7 0-2205-16,-11 9-2787 0</inkml:trace>
  <inkml:trace contextRef="#ctx0" brushRef="#br0" timeOffset="45330.039">13292 5981 10616 0,'0'0'2569'16,"0"0"-1929"-16,0 0-632 0,0 0-8 0,0 0 396 0,0 0 196 15,103 0 64-15,-60 0-164 0,-2 4-280 16,2 2-212-16,-3 3-52 0,-4 7-60 16,-9 7 0-16,-2 2 36 0,-9 7 68 15,-8 3 8-15,-4 6 0 0,-4 3 0 16,-12 7 0-16,-8-1 4 0,-4 5 96 0,-4-1 52 16,-4-3 116-16,-4 0 292 0,4-4 84 15,4-5-60-15,4-7-164 0,5-3-100 16,11-13-112-16,-1-5-96 0,9 0-112 15,4-9-124-15,13 2 124 0,7 3 12 16,8-4-8-16,7 1 44 0,9-4 40 0,0-3-84 16,8 0 44-16,0 0-48 0,3-3-36 15,-3 0-112-15,3-4-120 16,-3 1-636-16,-4-1-424 0,-12 0-980 16,8 5-2629-16</inkml:trace>
  <inkml:trace contextRef="#ctx0" brushRef="#br0" timeOffset="46130.953">13618 7478 3496 0,'0'0'1040'16,"0"0"-348"-16,0 0-276 0,0 0 2056 0,28-68-1216 16,-24 55-404-16,-4 4 41 0,0-1 223 0,0 7-92 15,0 0-56-15,0 0-8 16,-4 3-32-16,-4 0-236 0,0 0-132 0,-8 0-100 16,0 0-28-16,0 0-136 0,-4 6-112 0,0 7-36 15,-4-1-48-15,4 5 20 16,-3 2-112-16,6 2 4 0,-3 11-8 15,5 1 12-15,2 5 44 16,6 3-60-16,-1 3-4 0,8 4 4 16,0 0 84-16,0-1-80 15,0-3 108-15,8-2-40 0,4-8 16 0,-4-6-88 0,7-1 0 16,5-5-56-16,1-3-68 16,-2-4-36-16,5-5-24 0,-4-1-100 15,5-2-96-15,-6-7-204 0,5 0-184 0,0-2-248 16,-1-12-472-16,-6 4-996 0,11-15-2617 0</inkml:trace>
  <inkml:trace contextRef="#ctx0" brushRef="#br0" timeOffset="46393.972">14164 7496 10016 0,'0'0'1341'16,"0"0"-341"-16,0 0-256 0,0 0 20 0,0 0 108 15,0 0-204-15,-76 12-164 0,56 4-100 0,0 7-80 16,5 8-48-16,-2 1-100 16,6 10 48-16,-2-5 48 0,9 5 60 15,0-1-32-15,4-3-92 16,4-3-72-16,4-2-136 0,4-8-44 16,0-3-56-16,4-6 88 0,0-7-52 15,4-3-20-15,0-2-116 0,4-4-20 16,-4 0-80-16,0-10-132 0,-1-6-216 0,-2 0-284 15,-2-3-560-15,-6 3-1500 0,-5-6-2989 0</inkml:trace>
  <inkml:trace contextRef="#ctx0" brushRef="#br0" timeOffset="46547.596">14040 7760 6656 0,'0'0'5341'0,"0"0"-4469"0,0 0-704 0,0 0-168 16,0 0 332-16,0 0 200 0,79 0 164 0,-51 0-76 15,0-7-128-15,4-3-168 16,0 3-324-16,-4-1-48 0,4-2-128 16,0 3-216-16,0-1-932 0,-12 4-784 15,8-6-3525-15</inkml:trace>
  <inkml:trace contextRef="#ctx0" brushRef="#br0" timeOffset="47012.47">15160 7303 7400 0,'0'0'4573'15,"0"0"-3305"-15,0 0-608 0,-92 8-88 16,64 5-168-16,-4 4-252 0,4 5 0 0,-4 3 84 15,0 11 80-15,9 1 164 0,-5 8-40 16,12 5-80-16,0 7-60 0,8 1-4 16,8-4-12-16,0-4 12 0,12-6-24 0,8-9-60 0,4-6-140 15,8-6 16-15,-1-7-16 16,1-7-72-16,4-6-4 0,-3-3-56 0,-1-6-164 16,-5-7-108-16,1-6-188 0,-4-6-260 15,-4-1-188-15,-5-6-380 0,-2 4-852 16,-5 3-2153-16,-8-1-903 0</inkml:trace>
  <inkml:trace contextRef="#ctx0" brushRef="#br0" timeOffset="47287.457">14965 7654 8624 0,'0'0'2369'0,"0"0"-549"0,0 0-836 0,0 0-160 16,0 0-344-16,0 0 224 0,0 0 76 15,0 0-168-15,0 0-280 16,80 39-240-16,-57-39-92 0,1 0-124 0,0 0-372 0,0-7-128 15,-4-1-232-15,-4-2-68 0,-1-1-140 0,-6 6-392 16,-1-4 39 0,0 4 21-16,-8-1 348 0,0 6 412 0,0 0 636 15,3 0 64-15,-3 0 752 0,4 6 132 16,0 5 188-16,5 1-27 0,-1 5-137 16,-1 1-76-16,1 1 80 15,1 2-116-15,-6 3-156 0,5-6-128 0,-4 1-176 16,0-3-376-16,1-3-24 0,-1-1-200 15,3-5-108-15,-3 0-424 0,4-7-416 16,8 0-376-16,-8-7-889 0,16-21-3215 16</inkml:trace>
  <inkml:trace contextRef="#ctx0" brushRef="#br0" timeOffset="47558.016">15925 7210 9412 0,'0'0'2437'0,"0"0"-1489"16,0 0-284-16,0 0-232 0,0 0 0 0,0 0 72 16,0 0-12-16,-88 93-24 0,60-60-40 0,0 9-152 15,1 6-64-15,-10 6 0 0,-2 7-36 16,-10 8-16-16,-2 4-40 0,-9 7-120 16,-3 6 0-16,-5-1-8 0,0 5-28 0,-4 1-188 15,5-2 160-15,3 0-12 16,4-7 64-16,8-6 12 0,5-5 152 0,10-14-152 15,5-7-64-15,9-5-24 16,7-13-12-16,8-7-112 16,4-9-160-16,4-10-208 0,0-6-240 0,8 0-612 0,8-12 128 0,0-1-2673 15,8-16-1431-15</inkml:trace>
  <inkml:trace contextRef="#ctx0" brushRef="#br0" timeOffset="48681.602">15813 8101 4288 0,'0'0'1808'0,"0"0"-12"0,0 0-552 0,0 0 60 15,0 0-51-15,0 0-193 0,0 0-116 16,0 0-80-16,0 0-196 0,0 0-240 0,0 0-164 16,0 0-64-16,-75 84 44 15,71-56 28-15,0-3 16 0,4 1-128 16,0 0-160-16,0-8-176 0,4-1 0 0,3-1-36 15,1-7-12-15,5-3-380 0,-2-6-632 16,9 0-100-16,-4-13-909 0,0 4-795 16,8-17-1780-16</inkml:trace>
  <inkml:trace contextRef="#ctx0" brushRef="#br0" timeOffset="48950.614">15988 8185 260 0,'0'0'8556'0,"0"0"-6359"0,0 0-1337 0,0 0-268 0,0 0 112 15,8 79 276-15,-3-67 104 0,-5-1-204 0,0-5-300 16,0-6-308-16,4 0-272 0,4 0 52 16,-1-3 108-16,6-7 16 0,2-6-176 0,2-5-24 15,2-5-288-15,-3-3 24 0,4 4-36 16,-8 3 8-16,0 3 40 0,-5 3 124 16,2 6 92-16,-5 4 60 0,-4 2 56 15,0 4 172-15,0 0 140 0,-8 0-356 16,-4 0 136-16,0 4 4 0,-4 2-52 15,0 6 112-15,0-2-140 0,4 6-72 0,-4 0-88 0,4-3-72 16,5 2-152-16,3-5-120 16,-1 3-548-16,5-7-464 0,0 4-824 0,0-10-1705 0,9 0-419 15</inkml:trace>
  <inkml:trace contextRef="#ctx0" brushRef="#br0" timeOffset="49281.005">16312 8076 7536 0,'0'0'1776'0,"0"0"-948"0,0 0-80 0,0 0 257 0,0 0 403 16,0 0-24-16,0 0-352 0,3 80-316 15,-10-61-240-15,2 0-152 0,1-3-88 16,0 0-236-16,4-4-72 0,0-1-88 0,0-9-64 16,0 2-100-16,0-2 36 15,4-2-16-15,5 0 164 0,-2-2 28 0,5-8 12 16,1-6-36-16,2 4 84 0,5-4-48 15,-4 3 88-15,-4 0-140 0,4 4 76 16,-4 3-12-16,-4 2 12 0,0 1 32 16,-1 3 44-16,-3 0 188 0,1 0 0 0,3 0 28 15,-4 3-92-15,0 4-12 16,3-1-48-16,-3 0 60 0,1 4 40 0,-1 2 92 16,-4 4 16-1,4 0 16-15,-4 4-40 0,0 2-88 0,0-3-160 16,-4-1-24-16,4 2-172 0,-4-5-116 15,-1 2-352-15,5-5-432 0,0-2-412 16,0-7-1297-16,5-3-2403 0</inkml:trace>
  <inkml:trace contextRef="#ctx0" brushRef="#br0" timeOffset="49537.448">16802 8194 6232 0,'0'0'908'15,"0"0"-544"1,0 0 196-16,0 0 568 0,27 93 472 16,-19-62 85-16,-4 4-461 0,0 6-296 15,-4 3-260-15,0 11-128 0,0-1-200 16,-4 6-172-16,-8-3-168 0,0 0 4 0,-3-3-4 16,2-5 60-16,-2-11-48 0,2-7 40 15,2-6-52-15,-2-5-76 0,-2-8-164 16,3-6-52-16,-4-6-360 0,-5 0 32 0,2-12-368 15,-1-11-200-15,0-5-264 16,4 6-1069-16,-12-29-2247 0</inkml:trace>
  <inkml:trace contextRef="#ctx0" brushRef="#br0" timeOffset="49683.46">16825 7889 11489 0,'0'0'1896'0,"0"0"-1476"15,0 0-152-15,0 0-56 0,0 0-212 0,0 0-164 16,88-46-700-16,-81 32-364 0,2 9-1505 0,-1-9-4859 16</inkml:trace>
  <inkml:trace contextRef="#ctx0" brushRef="#br0" timeOffset="52376.556">17255 5717 9168 0,'0'0'520'16,"0"0"88"-16,0 0-492 0,0 0 116 15,0 0 65-15,0 0 591 0,0 0-172 0,0 0-128 16,0 0-204-16,9 17 200 0,-5 2 112 0,0 6 100 15,0 10-140-15,-4 6-308 0,0 10-60 16,0 7-128-16,0 5 52 0,0 3-124 16,-4 8-16-16,-4-1-60 0,-1-3-24 15,5-1-24-15,-3-5-24 0,3-7-28 0,-4-9-36 16,8-7-28 0,-5-3-96-16,5-10-228 0,0-5-64 15,5-11-80-15,3-2-124 0,0-6-172 0,3-4-336 0,2-4-293 16,-2-6-755-16,6-12-1908 15</inkml:trace>
  <inkml:trace contextRef="#ctx0" brushRef="#br0" timeOffset="52940.732">18116 5915 6796 0,'0'0'1284'15,"0"0"-504"-15,0 0-200 0,0 0 4 16,0 0-92-16,0 0-3 0,0 0-1 16,0 0-64-16,0 0-88 0,0 0-80 0,0 0-28 15,-24-6 28-15,24 6 24 16,0 0 52-16,0 0 64 0,0 0 44 0,0 0-8 16,-4-4-40-16,0 4-180 0,0 0 4 15,-3-2 44-15,3 2-8 0,0-5-36 0,-9 5-4 16,6 0-48-16,-1 0-28 0,-1 0-60 0,-2 0 12 15,3 5 12-15,-5 3-4 0,-2 3-84 16,2 3 40-16,2 3-44 0,-5 2 4 16,4 6-4-16,0 7 56 0,3 0 20 15,2 10 4-15,3-2 24 0,0 2 0 0,0 2 24 16,4-3 12 0,0-6 72-16,0 0 128 0,8-9 144 15,3-4-248-15,-2-6-144 0,3-3-100 16,4-4 0-16,0-3 0 0,0-3 0 0,3-3 4 15,2 0 44-15,-1-3-48 16,-1-7 0-16,5 1-148 0,0-7-280 16,0 0-188-16,0-6-104 0,4 3-184 0,-4-6-228 15,0 2-828-15,-9 4-2225 0,9-9-2447 0</inkml:trace>
  <inkml:trace contextRef="#ctx0" brushRef="#br0" timeOffset="53295.007">18626 5800 8020 0,'0'0'2200'15,"0"0"-987"-15,0 0-429 0,0 0-56 0,0 0 164 16,0 0 96-16,0 0-280 0,0 0-332 16,0 0 4-16,0 0 180 0,28 57 136 0,-16-34-200 15,-1 6-160-15,-2 5-80 16,3 4-56-16,-8 7-80 0,-1 6-120 16,-3 3-36-16,0 3 36 0,-3 3 0 0,-1 1-92 15,-4-1-56-15,0-7-12 0,3 2-100 0,2-4-12 16,-1-7-112-16,4-3 36 0,0-6-24 15,0-3-40-15,0-3-92 16,7-7-164-16,-2-6-240 0,7 0-376 16,-4-7-576-16,-5-3-789 0,10-2-2087 15</inkml:trace>
  <inkml:trace contextRef="#ctx0" brushRef="#br0" timeOffset="54105.939">19339 6235 3636 0,'0'0'6324'0,"0"0"-4995"0,0 0-1033 0,0 0-132 32,0 0 212-32,0 0 148 0,0 0 204 0,0 0-44 0,0 0-252 15,0 0-256-15,0 0-84 0,4-3 20 0,-4 6 128 16,0 1 188-16,0 2 264 0,-4 1-92 16,-3-2-224-16,3 2-104 0,-5 2-36 15,1-2 12-15,1-3-16 0,3-2-84 16,-5 1-104-16,5 0-44 0,0-3-8 15,4 4 8-15,-3-4 0 0,3 0-100 16,0 0-72-16,0 0-16 0,0 0 16 0,0 0-52 16,0-4 28-16,3 4-16 0,1-6 76 15,0 0 8-15,1-1-144 0,-1 1-620 0,0 3-408 16,0 0-996-16,-4-1-3229 0,-28 43-1043 16</inkml:trace>
  <inkml:trace contextRef="#ctx0" brushRef="#br0" timeOffset="54521.855">20041 5680 10528 0,'0'0'1401'0,"0"0"-617"0,0 0-608 0,0 0 80 0,0 0 292 15,0 0 392-15,0 0 132 0,0 0-268 16,-9 88-316-16,5-52-56 0,4 5-44 15,0 10-20-15,0 6-8 0,0 10-4 16,0 5-84-16,0 8-40 0,0 2-172 16,0-2-20-16,0-4-40 0,0-2-200 0,0-5 68 15,0-3-16-15,0-5-48 0,0-7-164 16,0-3 88-16,0-10 16 16,9-6-56-16,-5-10-72 0,4-2-176 0,-1-10-196 15,6-4-312-15,-2-9-212 0,1 0-128 0,1-7-1285 16,2-14-3027-16</inkml:trace>
  <inkml:trace contextRef="#ctx0" brushRef="#br0" timeOffset="54927.724">20578 5829 13133 0,'0'0'1460'16,"0"0"-928"-16,0 0-532 0,0 0-236 16,0 0 236-16,0 0 680 0,0 0 276 15,52 67-8-15,-31-32-356 0,2 6-220 0,5 7-76 16,-4 2-76 0,4 4 16-16,-4 0-4 0,-1-3-60 0,1 0-160 15,-3-9-12-15,-1-5-208 0,3-2 0 16,-3-10-136-16,1-9-272 0,-2-3-80 15,5-7-24-15,-4-6-208 0,-1-2-512 16,2-11-892-16,-6 0-2281 0,2-19-2227 16</inkml:trace>
  <inkml:trace contextRef="#ctx0" brushRef="#br0" timeOffset="55121.503">21016 5924 7656 0,'0'0'4045'15,"0"0"-3225"-15,0 0-436 0,0 0 100 16,0 0 128-16,-83 10 260 0,67 6 196 0,-8 6-264 0,5 10-316 0,-6 3-228 16,-3 3-200-16,-3 9-44 0,-1 1 56 15,-4-1 4-15,-4 4-76 0,4-4-12 0,0 2-152 16,4-8-244-16,4-3 8 0,5-10-164 16,7-2-228-16,8-10-128 0,4-7-684 15,4-5-1641-15,0-4-3247 0</inkml:trace>
  <inkml:trace contextRef="#ctx0" brushRef="#br0" timeOffset="55707.508">21570 5309 8552 0,'0'0'740'16,"0"0"-740"-16,0 0-416 0,0 0 416 15,-36-71 712-15,29 65 837 16,-1 6-201-16,-5 0-504 0,2 10-588 16,-1 2-248-16,-4 4 56 0,1 10 112 0,2-1 92 15,-6 1 100-15,6-5 48 16,2 2 40-16,-2-7 44 0,9-3 32 15,-4-7-72-15,5 0-72 0,3-3-80 0,0 0-132 16,0-3-176-16,0 0 0 16,0 0-176-16,0 0-48 0,0 0-60 15,0 0-16-15,0 0-36 0,7 0 132 0,1 0 204 0,1 0 40 16,2 0-40-16,1 0-92 0,4 0-8 16,-4 0 100-16,4-3-4 0,-8 3 4 15,3-3 0-15,2 3-12 0,-5 0 8 0,3 0 4 16,2 3-64-16,-5 4 60 0,3 2 4 15,-2 7 64-15,2 3-56 0,-3 0 132 16,1 4-76-16,-1-1 24 0,-1 3-24 16,-3-2 12-16,5 2-76 0,-1-3 72 15,-5 0-72-15,5 0 8 0,0 0 32 0,1-2 32 16,-6-1 4-16,5-3 72 0,-4-1-60 16,0 1 0-16,-4 0-76 15,5-3 64-15,-5 3-64 0,0-4 124 0,-5 1-12 0,-3 0-12 16,0-1-100-1,-4-1 0-15,-4-3 68 0,0 3-80 16,-3-5-112-16,-2 0 24 0,-3-4-8 0,5-2-168 16,-5 0-60-16,4-2-240 0,0-4-76 15,4-7-256-15,4 1-4 0,5-5-72 16,-2 1-680-16,9 0-921 0,0-3-2303 16</inkml:trace>
  <inkml:trace contextRef="#ctx0" brushRef="#br0" timeOffset="56192.094">22193 5375 11205 0,'0'0'1784'16,"0"0"-816"0,0 0-968-16,0 0 52 0,0 0-4 0,0 0 624 0,0 0 288 15,0 67-132-15,0-36-252 16,0 7-80-16,0 4 24 0,0 3-40 16,0 2-72-16,3 4-128 0,1 3-8 0,0 3-88 15,0 6-12-15,-4 1-52 0,4-1-20 16,-4 4-92-16,4 0-8 15,1-7 0-15,-5 1-208 0,3-4-76 0,1-3-72 0,0-7-48 16,0-3-40-16,0-2-100 0,0-7 0 16,-1-3-152-16,2-4-524 0,3-2-464 0,-4-8-656 15,0-5-569-15,0-2-1979 0</inkml:trace>
  <inkml:trace contextRef="#ctx0" brushRef="#br0" timeOffset="58112.306">14012 9457 4788 0,'0'0'1276'0,"0"0"52"0,0 0-236 0,0 0-160 0,0 0-312 15,0 0 309-15,0 0 715 16,0 0-748-16,0 0-540 0,-39 17-156 16,35 5 28-16,-1 4 64 0,5-1 88 0,0-3-104 15,0-3-264-15,0-3-12 16,0-10-148-16,0 1 8 0,0-7-24 0,0 0 52 16,5 0 96-16,-5 0-72 15,4-7 40-15,0 1-4 0,-1-4-188 16,1-2 136-16,0-1 16 0,0 1-40 15,-4 5 4-15,4 4 48 0,-4 0-40 0,5 3-188 16,2 3 36-16,1 3 268 0,0 7 216 16,4 3-40-16,4 3-20 0,0 4-4 0,-4 4-40 15,0 3 4-15,0 4-32 0,-4-2-80 0,-4 3 68 16,-1 3 80-16,-3-1-148 0,0-1 136 16,0-1 12-16,-3-4 52 0,-5-2 96 15,0-4-8-15,0-2 20 0,-4-4 4 16,0-3 12-16,0-6-116 15,4-4 0-15,-4-3-12 0,5-3-88 16,-6 0-112-16,-2 0-12 0,-2-7 4 16,-3-2-52-16,1-3-28 0,2-4 88 0,-2-4-152 15,3 1 80-15,0-3-292 16,8 3 108-16,0 0-144 0,8-3-80 16,0-4-300-16,11 1-84 0,6 0-516 0,-6 2-1069 15,17-9-2311-15</inkml:trace>
  <inkml:trace contextRef="#ctx0" brushRef="#br0" timeOffset="58359.895">14538 9426 8656 0,'0'0'1696'16,"0"0"-603"-16,0 0-181 0,0 0-132 0,0 0-268 15,0 0 32-15,-52 67 104 16,41-35-44-16,-1 0-64 0,-1 5-36 15,2 1-80-15,3 4 12 0,3-1-4 0,1 4 40 16,4-4-164-16,0-6-60 0,0 0-152 16,0-7-4-16,9-5-92 0,3-5-88 15,-1-5-84-15,6-3 88 0,-2-4-28 0,1-3 48 16,5-3 52-16,-6 0-124 16,2-6-220-16,-2-3-524 0,1-8-212 0,-4 2-320 0,-4-1-1328 15,0-10-3333-15</inkml:trace>
  <inkml:trace contextRef="#ctx0" brushRef="#br0" timeOffset="58521.604">14422 9722 7372 0,'0'0'3264'16,"0"0"-1771"-16,0 0-1417 16,0 0 52-16,0 0 460 0,0 0 200 15,80 22-76-15,-48-19-292 0,0-3-220 0,8 0-200 16,-5-7-152-16,6 1-124 15,-1-3-664-15,-9 2-1468 0,13-5-3157 0</inkml:trace>
  <inkml:trace contextRef="#ctx0" brushRef="#br0" timeOffset="58933.651">15571 9379 8776 0,'0'0'1916'0,"0"0"-823"0,0 0 123 0,0 0-208 15,0 0-200-15,-101-35 212 16,78 35-176-16,-5 0-184 0,4 0-152 0,0 3-112 16,0 7-64-16,4 5-112 0,-4 5-44 15,4 1-68-15,1 11-20 0,-1-1 20 16,3 8 28-16,6-1-24 0,-1 3-40 16,3 1-72-16,5 3-56 0,4-1-80 15,0 0 24-15,9-2 40 0,7-4 64 16,4-4 8-16,3-5 0 0,5-4 60 15,0-5-56-15,4-5 36 0,0-2-40 16,4-4-136-16,-4-4-72 0,4-3-248 0,-1-2-88 16,-3-7-412-16,4-2-700 0,-12-4-2885 15,8-6-4923-15</inkml:trace>
  <inkml:trace contextRef="#ctx0" brushRef="#br0" timeOffset="61351.022">14622 10420 236 0,'0'0'6384'16,"0"0"-4848"-16,0 0 224 0,0 0-920 15,0 0-27-15,0 0 7 0,0 0-220 0,0 0 48 0,0 0-24 16,-80 31-192-16,76-14-92 0,0-2-52 16,0 5 4-16,4-1-4 0,0 0 28 0,0-7-64 15,0 1-40-15,0-7-112 0,0-2-28 16,0-4-72-16,0 0-120 0,4-4-180 16,0-2-152-16,4-7 452 0,4-6-316 15,4 0-72 1,-4-3-232-16,0 0-128 0,4 2 152 15,-4 5-80-15,0 8 188 0,-4 4 116 0,4 3 180 16,-4 0 192-16,-1 6 256 16,2 8 204-16,-1-2-88 0,-4 1 116 0,-1 3 32 15,1 0-64-15,0-1-48 0,-4 1-16 16,0-6-80-16,0 3-84 0,0-7-228 16,0-3-36-16,0 0-216 0,5-3-116 0,-5 0-696 0,0-3-1056 15,8-13-3185-15</inkml:trace>
  <inkml:trace contextRef="#ctx0" brushRef="#br0" timeOffset="61684.726">14877 10401 10164 0,'0'0'1549'0,"0"0"-753"15,0 0-172-15,0 0 268 0,0 0 84 16,-28 75-172-16,24-64-568 0,4-5-236 15,0-3-364-15,0-3-240 0,0 0-116 16,4 0 152-16,4 0 20 0,0-6 124 16,0-1-24-16,0-2 220 0,4 3 176 0,-4-4-28 0,0 7 68 0,-4-1-28 0,3 4 40 31,2 0 228-31,-5 0 388 0,4 11-4 0,-1-2-164 16,-2 3 8-16,3 1-28 0,0 3-124 0,-8 0-52 0,3 0-36 15,1-1-80-15,-4-5 28 0,4 3-164 31,-4-7-12-31,0-2-140 0,5-2-24 0,-5-2-52 0,0 0 16 0,4 0-232 16,0-6-428-16,3-4 196 0,-3-2-312 16,4-4-957-16,-3 3-2355 0,-1-2-1507 15</inkml:trace>
  <inkml:trace contextRef="#ctx0" brushRef="#br0" timeOffset="62578.471">15148 10426 3648 0,'0'0'5160'0,"0"0"-3468"0,0 0-1071 0,0 0-81 0,0 0 128 16,15 83 212-1,-11-61 64-15,1 0-212 0,-1 1-340 16,0 0-128-16,4-2-152 0,-5 2 16 15,1 2 44-15,1 0 16 0,-1 0 68 16,0 4 8-16,-4 0 20 0,0 2-84 16,0 5-12-16,-4 2-92 0,-5-1-80 0,2 4 32 15,-5-1-36-15,-4-7 52 0,4 3 120 16,-1-8 100-16,2-5 272 0,-1-8-76 16,4-2-208-16,0-3-124 0,0-7-40 0,0-3 20 15,5 0-128-15,-10-10-148 16,9-3-12-16,-4-5-124 0,8-5 40 0,0-2 84 15,0-3 24-15,0-4-48 0,12-3 48 16,1 0 48-16,2 0 28 16,1-3-88-16,4 0 24 0,0 0-100 0,4-1-112 0,-1 8-284 15,-2-1-536-15,3 0-884 0,-9 13-1813 0,9-2-1503 16</inkml:trace>
  <inkml:trace contextRef="#ctx0" brushRef="#br0" timeOffset="63418.072">15873 10578 3008 0,'0'0'7820'16,"0"0"-6315"-16,0 0-777 0,0 0-280 0,20 77 20 16,-12-67 76-16,0-1 12 0,4-9-52 0,-1 0 0 15,6-3-24-15,-2-10-156 16,6-2-324-16,-1-10-12 0,-1-5-252 0,1-1-136 15,-4 2-144-15,-4 1 40 0,-4 4 88 16,-4 10 64-16,0 1 112 0,-4 3 240 0,0 3 0 16,-8 1 76-16,0 6 36 0,-4 0-48 15,-4 0 24-15,0 3 368 0,4 11-4 16,-3-2 40-16,2 7-292 0,-2 10 28 0,2-1-52 16,-2 7 48-16,6 0 0 0,2 0 12 0,-1 0-36 15,4-6-116-15,0-4-84 0,4-9-164 16,0-7-96-16,4-6-52 15,8-3 12-15,4-9-152 0,3-10-116 0,5-13 4 16,4-10-400-16,-4 4-1312 0,8-28-3529 0</inkml:trace>
  <inkml:trace contextRef="#ctx0" brushRef="#br0" timeOffset="63619.901">16395 9985 11177 0,'0'0'1844'16,"0"0"-1524"-16,0 0 100 0,-28 79 100 0,20-44 228 0,0 6 368 16,4 7-200-1,0 0-344-15,4 3-88 0,0 3-200 16,4-7-112-16,0 4-172 0,4-9-184 0,0-5-288 16,4-8-384-16,0-10-232 0,4-9-500 15,3-8-248-15,-2-2-737 0,7-19-2931 16</inkml:trace>
  <inkml:trace contextRef="#ctx0" brushRef="#br0" timeOffset="63894.797">16714 9944 8128 0,'0'0'1076'0,"0"0"-972"0,0 0-28 0,-4 67 4 0,4-35 796 16,0-1 377-16,0 7-137 0,0 7-416 16,8-1-280-16,-4 6-140 0,3 2-140 15,6-2-12-15,-5 1 8 0,3-4 44 16,2-5-16-16,-2-10-100 0,1-4-64 16,0-9-12-16,0-6-60 0,1-4-80 0,-2-4-40 0,-3-5-188 15,1 0-104-15,-6-5-204 0,5-7-64 0,-8-4-392 16,0-3-745-16,0 6-1099 0,-4-12-292 15</inkml:trace>
  <inkml:trace contextRef="#ctx0" brushRef="#br0" timeOffset="64032.811">16630 10379 2984 0,'0'0'2212'16,"0"0"276"-16,0 0-608 0,0 0-524 0,0 0-303 16,0 0-337-16,0 0-164 0,0 0-96 15,0 0 128-15,0 0 580 0,0 0-132 0,92-45-348 16,-53 26-360-16,9 4-324 0,-4-9-24 15,-4 6-152-15,4-1-1000 0,-16 4-740 16,4-2-2589-16</inkml:trace>
  <inkml:trace contextRef="#ctx0" brushRef="#br0" timeOffset="64174.058">17419 10268 13073 0,'0'0'3112'16,"0"0"-3112"-16,0 0-1208 0,0 0-1720 15,0 0-4981-15</inkml:trace>
  <inkml:trace contextRef="#ctx0" brushRef="#br0" timeOffset="65290.374">3841 12681 8808 0,'0'0'4949'0,"0"0"-4085"0,0 0-460 15,0 0 248-15,0 0 680 0,0 0 20 0,0 0-196 16,0 0-388-16,0 0-352 0,0 0-304 0,0 0-108 16,4 19-4-16,-1 15 88 15,5 11 20-15,5 15 28 0,-6 10 96 16,1 12-160-16,-4 11-72 0,0 6-60 0,1 2-28 16,-5 1-80-16,3 2 68 15,-3-5-32-15,0-7 20 0,0-13-80 16,4-9-128-16,0-16-84 0,0-13-120 0,4-15-104 0,0-11-324 15,0-11-516-15,0-8-448 0,0-18-828 16,0 0-1149-16,-4-38-2731 0</inkml:trace>
  <inkml:trace contextRef="#ctx0" brushRef="#br0" timeOffset="65643.687">3916 12566 796 0,'0'0'12273'15,"0"0"-10029"-15,0 0-1552 16,0 0-164-16,0 0 568 16,0 0-44-16,0 0-428 0,0 0-388 0,0 0-140 15,0 0 40-15,80-34 84 0,-44 30 48 0,3 1-72 16,6 3-100-16,2 0-92 0,-3 7-8 0,4 2-160 0,-4 10 92 16,-1 0-124-16,-3 10-52 0,0 2 28 15,-4 14 100-15,-4 3-104 0,-8 9 164 16,-5 6-24-16,-11 4-52 0,-8 5 60 15,0 2 76-15,-15 0 52 0,-2-2 80 32,-6-2 40-32,-5 0-48 0,0-5-12 0,-4 0-100 0,1-5 0 0,-1-10-4 15,-4-5-8-15,4-4 0 0,-1-9-4 0,1-6-228 0,1-3-52 16,4-9-72-16,-1 3-40 16,4-4-112-16,3-1-24 15,2-3-140-15,6-2-184 0,6-4-252 0,3 0-352 16,0-3-772-16,0 0-2121 0,4-3-2230 0</inkml:trace>
  <inkml:trace contextRef="#ctx0" brushRef="#br0" timeOffset="66123.617">4801 13655 15545 0,'0'0'2336'16,"0"0"-1460"-16,0 0-868 0,0 0-4 16,0 0 496-1,0 0-44-15,0 0-4 0,0 0-184 16,0 0-260-16,0 0 116 0,52 10-40 0,-33-4 100 15,5-3-184-15,0 4 0 16,4-7-160-16,-5 0 52 0,2 0-396 16,-1 0-56-16,-4-4 4 0,-1 1-84 0,2 0-64 15,-10 0-28-15,6 0-224 16,-6 0-88-16,-3 3-172 0,-3 0 184 0,-1 0 224 0,-1 6 100 16,-3 3-17-16,0 1 365 15,-3 2 64-15,-6 1 12 0,1 3 216 0,0 3 68 0,1 4 388 16,-2-2 336-16,5 9 181 15,0-2-85-15,4 10-104 0,0 3-52 0,0 8-80 16,4 4 88-16,5 4-56 16,-5 3-188-16,3 4-36 15,-3-1-144-15,0 2-48 0,4-2-72 0,1-3-88 16,-6 0-40-16,5 1-76 0,0-4-36 16,1-7-324-16,-6 1-108 15,5-6 28-15,0-7-620 0,0-7-140 0,0-2-637 16,0-13-363-16,0 0-2108 0</inkml:trace>
  <inkml:trace contextRef="#ctx0" brushRef="#br0" timeOffset="86097.084">6060 13144 1056 0,'0'0'0'0,"0"0"-1055"0</inkml:trace>
  <inkml:trace contextRef="#ctx0" brushRef="#br0" timeOffset="86591.781">5824 13164 7416 0,'0'0'412'0,"0"0"1688"0,0 0-1300 0,0 0-259 16,0 0 79-16,0 0-20 0,0 0 52 0,0 0 12 15,0 0 172-15,0 0 36 16,88-11-92-16,-44 9-92 0,4-2-304 15,-1 1-172-15,-2 3-140 0,-6-3 4 0,2 3-16 16,-10-2-60-16,-4 2-124 16,1-5 52-16,-7 3-152 0,-1-2-88 0,-1 1-472 15,-6 0-224-15,-2 3-460 0,-7 0-824 16,0 0-1721-16,-4 3-1367 0</inkml:trace>
  <inkml:trace contextRef="#ctx0" brushRef="#br0" timeOffset="86812.045">5877 13452 6292 0,'0'0'544'0,"0"0"2168"0,0 0-1356 0,0 0-683 0,0 0 171 0,0 0 168 0,0 0-188 16,0 0-240-16,0 0-132 0,0 0 100 15,24 6 256-15,4-6-88 16,3 0-300-16,5 0-208 0,-4 0-128 15,0 0-84-15,0 0-148 16,0 0 140-16,-1-3-256 0,5 0-292 16,-4 0-332-16,4-3-484 0,-5-1-460 15,1-2-1005-15,-8 3-2435 0</inkml:trace>
  <inkml:trace contextRef="#ctx0" brushRef="#br0" timeOffset="91481.245">7984 12621 2968 0,'0'0'392'16,"0"0"272"-16,0 0 1980 0,0 0-852 0,4-68-520 0,-4 49-164 16,0 0 77-16,0 1 283 0,0-1-552 0,-4-1-20 15,0 1-180-15,0 1-48 0,-4-1 16 16,5 3-200-16,-2-1-64 0,1 1-88 16,0 7-72-16,0-1-76 0,0 1-60 15,0 6 24-15,1 3-52 0,-6 0-88 16,5 0 140-1,-8 3 292-15,1 11-368 0,-6 0-72 0,-3 16-244 16,1 10 72-16,-5 15 16 0,-4 8-40 16,4 10 36-16,-4 0 48 0,5 4 0 15,-2-5-48-15,1-8 12 0,9-11-48 0,-2-4 12 16,6-15-4-16,2-8 56 0,1-10 116 16,8-7 4-16,0-6-124 0,0 0-48 0,0-3-312 15,4 0-116-15,9-3 332 0,-5 0 268 16,7 0 12-16,-2-3 168 0,2-1-160 15,-2 4-8-15,-2 3-76 16,1 0 76-16,0 7 64 0,-4 5-64 0,5 4-4 16,-6 6 4-16,1 6 4 0,-4 5 56 15,3 2 40-15,-2 2-36 0,-5 5-64 0,4-1-44 16,0 4-56-16,-4-1-280 0,4-3-248 16,0-6-556-16,0 0-448 0,-1-12-849 0,1 2-2111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30:18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8298 12951 5288 0,'0'0'184'15,"0"0"4480"-15,0 0-3055 16,0 0-569-16,0 0-248 0,0 0 44 16,0 0-76-16,0 0-156 0,24 70-112 0,-11-68-156 0,-5-2-12 15,7 0 0-15,2-2 0 0,-2-5-116 16,1-3-8-16,5-5-40 0,-2 2-48 15,-3-5-112-15,0-1-8 0,0-4-92 16,-4 0-244-16,0 1-32 0,-4 0 56 16,0 0-28-16,-4-1 48 0,-4 2 20 0,3-2 16 15,-3 4 12-15,0 6 52 0,-3 0 200 16,-5 7 52-16,0 0 72 0,-4 6-124 16,0 0 0-16,-4 0-152 0,0 3-88 0,-4 3 180 15,1 4-40-15,2 0 100 16,2 2 0-16,-5-3 0 0,8 4 48 0,-4 0-44 15,4-1 4-15,-1 5 120 16,2-4 36-16,-2 2-40 16,6 1 28-16,-5 3-64 0,4 3-40 15,0 1-44-15,0 5 12 0,-4 0 44 0,9 2-52 16,-6-2 4-16,5 4 104 0,4-4 8 16,0 1-20-16,0 3 108 15,0 0-36-15,4-4-48 0,5 4-120 0,6 0 96 16,-3-1-40-16,4-5 28 0,-1 2-88 0,2-5-8 0,-6-8 8 15,6 1-4-15,-2-3 60 0,-2-7 64 0,-2 1-88 16,2-4-36-16,-2-3-60 0,5 0 60 16,0 0 76-16,1-10 108 15,2 0-184-15,-3-2 76 0,4-4-64 0,0-3 24 16,-5 3-36-16,6-5-324 0,-9 4-108 0,0-2-8 16,-1 3-128-16,-2 0-172 0,-1 3-400 15,-8 4-720-15,4 0-1109 0,-4-1-1747 16</inkml:trace>
  <inkml:trace contextRef="#ctx0" brushRef="#br0" timeOffset="1">8956 12416 4212 0,'0'0'6108'16,"0"0"-4987"-16,0 0-29 0,0 0-248 15,0 0-160-15,0 0 92 0,0 0 168 16,0 0-92-16,0 0-304 0,0 0-324 0,20-8-76 16,-4-3 16-16,1 0-28 0,-2-6-24 0,5 1-112 15,-1-3-24-15,2 4-76 16,-1 5 36-16,-5 1-72 0,6 2-48 0,-10 7 96 16,6 0 76-16,-10 13 24 0,1 3 48 0,-4 9 40 15,-4 7 64-15,0 10-80 16,0 2-84-16,-8 10-36 0,1-1-248 15,-1 5-288 1,-1-4 72-16,-2 1 68 0,3-8 220 0,-1-3 212 16,1-3 84-16,1-3-80 0,-1-6 8 0,-1-1 116 15,2-8-44-15,7-4-84 0,-4-6-80 16,4-7-60-16,0-3-8 16,0-3 32-16,0 0-8 0,0 0 36 0,4 0 88 15,-1 0 0-15,10 0 60 0,-5-3-44 0,3 3-16 16,2 0-8-16,-2 0 8 0,6 3 160 15,-6 7-44-15,1 2 20 0,1 1-8 16,2 6-28-16,-7 3 104 0,8 5-80 0,-4-2-120 16,4 6 272-16,-4 1 8 15,4-1-108-15,-1 4-164 0,-2-3 96 16,-1 3-104-16,-1 0 68 0,2 0-60 0,-6 0 60 16,6-3 28-16,-9-1 24 0,0 1 12 0,0-6 88 15,-4-1-64-15,0-3-24 0,0 0-88 16,0-6 4-16,0-3-52 0,0 0 0 0,-4-4-4 15,0-3-48-15,0-2-244 16,-1-4-336-16,-3 0-324 0,1 0-456 0,-6-4-1016 16,5 1-2421-16,-20-12-2707 0</inkml:trace>
  <inkml:trace contextRef="#ctx0" brushRef="#br0" timeOffset="2">8047 12539 5364 0,'0'0'1536'0,"0"0"-344"0,0 0-24 0,0 0-432 16,0 0-308-16,0 0 1821 0,-51-74-1381 16,39 58-460-16,-4 3 36 0,4 0-40 15,-4 1-100-15,4-2 48 16,0 3-112-16,1 1 8 0,2 0 4 0,5 4-12 15,0-1 24-15,0 7-16 0,4-3 28 0,0 3 20 16,-3 0 4-16,3 0-16 0,0 0-64 16,0 3-8-16,-4 1 44 0,4-1 52 0,-4 1-24 0,-1-2-28 15,1 4-12-15,0 1-48 16,0 0-36-16,1-2 0 0,-1 1-52 16,0 5 4-16,0-3-4 0,-1 3-36 0,1 1-64 15,0 7 0-15,1 1 56 16,-1 5-52-16,0 4 48 0,-4 5-12 0,-1 2-36 15,2 5-4 1,-5-3 40-16,0 3-40 16,0 1 56-16,1-2 20 0,-6-1-80 15,6-4 4-15,-2-1 52 0,-2-2-52 16,-2-4 4-16,2 2 48 0,-2-2-48 0,2 0 36 16,-5-2 12-16,-1-7-12 0,6 0 0 15,-2 0 48-15,6-7-84 0,-6 1 72 0,6-3-80 16,-6 0 4-16,6-5 0 0,3-1-4 0,1-1 4 0,-2-3-8 15,5 0-8-15,-4 0-116 16,8 0 40-16,0 0-12 0,0 0-52 16,0-3-68-16,0 3-16 0,0-6-184 0,8 3 112 15,0-7 168-15,4 3 76 0,0-2 12 16,4-4-8-16,-4 5 48 0,-1-6 12 16,6 5-8-1,-6-4 8-15,2 7 60 0,-2-4-52 16,2 4-12-16,-1 3-68 0,-5-4 20 0,1 7 36 15,1 0 12-15,-2 0 4 0,-3 0 4 16,4 4 116-16,-3 2 8 0,3 0 28 16,-8 7 60-16,3-1-48 0,1 8-112 15,-4-5 36-15,4 7-84 0,-4 4 4 0,0 0-4 16,4-1 80-16,-4 4-92 0,0-1-12 16,0 1-100-16,4-1 88 0,1 3 24 0,-1 5 12 15,-1-1-4-15,1 3 88 0,4-4-92 16,-4 4 52-16,5 1-56 15,-2-4 0-15,1 3-20 16,0-3 20-16,0 4 0 0,4-8 0 0,-1 3-36 16,2 1 32-16,-1-3 4 15,0-3-72-15,4-1-28 0,-5-3 40 16,6-2 12-16,-6-4-12 0,2-3 8 0,-2 0-20 16,2-7-48-16,-2 1 8 0,1-4-60 15,1-3-24-15,-2 0-72 0,1-3-64 0,4 0-148 16,1-6-24-16,-2 0-288 0,5-10-380 15,-1 0-668-15,-2 1-1316 16,11-12-3109-16</inkml:trace>
  <inkml:trace contextRef="#ctx0" brushRef="#br0" timeOffset="3">10701 12703 4332 0,'0'0'900'0,"0"0"-340"0,0 0 3440 16,0 0-2747-16,0 0-277 0,0 0 72 16,0 0-16-16,0 0-32 0,0 0-120 15,0 0-128-15,0-25-180 0,0 25-124 0,0 0-76 16,0 3-40-16,0 6-12 0,-4 4 88 15,4 3-28-15,-4 9-36 0,4 3-88 16,0 4-60-16,-4 3-64 0,4 1-108 0,0 1-16 16,0 4-16-16,0 1-32 0,4 3 32 15,0 2-88-15,0-2 32 0,5-1-56 0,-6 1 20 16,5-4 88-16,0 0-60 16,4-3 0-16,0-3 8 0,1-3-44 0,6 0 100 15,-3-4-68-15,4-3 28 0,4 1 48 16,0-4 0-16,0-3 48 0,-1-7-48 0,1 5-4 15,0-4-8-15,0-4 4 0,1-4 8 0,2 2-4 16,1-3 0-16,0-1-128 0,3-3 124 16,-3 0-44-16,0-7 4 15,0-2 40-15,-4-3 16 0,1-1 56 0,-2 0-8 16,5-5-48-16,-4-1-16 0,-4-4-24 16,3-3 28-16,-3-2-56 15,-3-4-32-15,2-7 88 0,-2-1-116 16,-2-5-28-16,1 1-48 15,-4-7 12-15,1 0-52 0,-2 0-36 16,-7-3 112-16,0 3 0 0,-4 0-28 0,0 4 92 16,-4-1-28-16,-4 4-124 0,-4 2 8 15,0 4 28-15,-3 10-36 0,-2 0-108 0,6 6-192 16,-2 2-260-16,5 7-168 0,1 1-184 0,3 5-316 16,0-2-513-16,-1 5-687 15,5-1-1324-15</inkml:trace>
  <inkml:trace contextRef="#ctx0" brushRef="#br0" timeOffset="4">29116 6013 6856 0,'0'0'3060'0,"0"0"-1887"0,0 0-477 0,0 0-220 0,0 0 72 16,0 0 220-16,0 0 32 0,0 0-108 15,0 0-248-15,0 0-80 32,81-45 28-32,-65 45-68 0,-5 0-88 0,1 0-36 0,-3 4-112 15,-5-1-88-15,-1 7-4 16,-3-4 4-16,0 0 132 0,-3 4 52 0,-6-1 92 16,1-3-52-16,-3 1-4 0,-6-4-72 15,-2 0-12-15,3 1-48 16,-5-4 96-16,6 0 12 0,-2-4-24 0,6-5-36 15,-1-4-72-15,8 0-64 0,0 1-24 0,0 2 24 0,4 0 0 16,4 5-196-16,8 1-36 0,-4 1 168 0,8 3 60 16,-4 0-56-1,-1 0-16-15,2 10 4 16,-5 2 72-16,-1 1 36 0,-3 6-36 0,-4 0 0 16,0 3 116-16,-7 0-68 0,-5-3 0 15,-1 0 28-15,2-6-76 0,-1-6-12 0,4-2 0 0,0-5-40 16,4 0 52-16,0-2-120 0,0-4-104 0,0 0-8 15,0-5-4-15,0 3 160 16,4-3-172-16,0 3-84 16,0 4-244-16,4-3-464 0,0 4-500 0,0 3-1156 15,4 0-3049-15</inkml:trace>
  <inkml:trace contextRef="#ctx0" brushRef="#br0" timeOffset="5">26998 6877 11969 0,'0'0'2904'0,"0"0"-2336"0,0 0-456 0,0 0-112 0,0 0 388 15,0 0 668-15,0 0 344 16,-37-7-648-16,37 4-396 0,0 0-76 0,0 0 64 16,5-4-224-16,-1 1-120 0,-4-4-4 0,3 4-228 15,-3 0-136-15,4 3-160 0,-4-1-420 16,0 2-168-16,0-5-588 0,0 7-2148 15,-4-6-4765-15</inkml:trace>
  <inkml:trace contextRef="#ctx0" brushRef="#br0" timeOffset="6">26399 8928 9452 0,'0'0'2385'15,"0"0"-277"-15,0 0-140 0,0 0-192 16,0 0-136-16,0 0-456 0,0 0-476 0,64-77-332 15,-51 62-144-15,-2-1-135 0,1-3-97 16,0 0-68-16,0 0-41 0,4 0-87 16,-4 3-12-16,-4 0-120 0,0 7-328 15,0-1-348-15,-8 10-376 0,0-3-1244 0,0 3-2805 16,0 0-3587-16</inkml:trace>
  <inkml:trace contextRef="#ctx0" brushRef="#br0" timeOffset="7">27523 10818 11425 0,'0'0'2024'0,"0"0"-1096"16,0 0-224-16,0 0 116 0,0 0 232 0,0 0 92 15,0 0-268-15,0 0-240 0,0 0-24 16,83 0-184-16,-62-11-220 0,-1 3-140 15,3-9-68-15,1-1-72 0,0 1-272 0,0-2-572 16,1 3-264 0,-6 0-508-16,-3 3-1172 15,4-2-4241-15</inkml:trace>
  <inkml:trace contextRef="#ctx0" brushRef="#br0" timeOffset="8">29527 10820 9108 0,'0'0'4341'0,"0"0"-3377"15,0 0-496-15,0 0 60 16,0 0 668-16,0 0-128 0,0 0-236 0,0 0-244 16,0 0-156-16,0 0-16 15,72 12-100-15,-64-14-72 0,-5-8-244 16,6 1-216-16,-1-1-564 0,-4-2-352 0,3-5-720 15,-2 4-2480-15,3-9-3581 16</inkml:trace>
  <inkml:trace contextRef="#ctx0" brushRef="#br0" timeOffset="9">31197 10026 2232 0,'0'0'9061'16,"0"0"-7205"-16,0 0-1156 0,0 0-204 0,0 0 100 15,0 0 484-15,0 0-52 16,0 0-268-16,0 0-256 0,0 0-220 16,0 0-112-1,-32 20-36-15,40-27 12 0,-1-6-148 0,6-2-332 16,2-8-148-16,6 4 84 0,-1 0-248 0,-1 0-636 0,-3 3-1540 15,4 0-4357-15</inkml:trace>
  <inkml:trace contextRef="#ctx0" brushRef="#br0" timeOffset="10">31663 7883 784 0,'0'0'232'0,"0"0"1936"0,0 0 2992 0,0 0-3464 16,0 0-599-16,0 0-377 0,0 0 76 0,84-40 184 0,-65 35-168 15,-6 5-192-15,2 0-228 16,-3 0-64-16,0 0-104 0,-8 5-36 0,0-3-72 16,1 5 36-16,-5-2 20 0,0 2 4 15,0 3-76 1,-9-4-36-16,-3 0-64 0,1 1-4 16,-6-1-12-16,1 1-156 0,1-7-80 0,3 2-364 15,-4-2-52-15,4 0-276 0,3 0-136 16,2-2-496-16,3 2-957 0,0-3-2459 0,0-1 869 15</inkml:trace>
  <inkml:trace contextRef="#ctx0" brushRef="#br0" timeOffset="11">29172 4864 3620 0,'0'0'940'0,"0"0"3632"0,0 0-3152 0,0 0-723 0,0 0-53 16,0 0 176-16,0 0 20 0,0 0-140 0,-7 72-244 15,3-49-292-15,-4-1-88 0,3 7-76 16,-2-1 0-16,3 1-128 15,-4 0 16-15,0 3-104 0,0 1-24 0,0 7-588 16,0 1-424-16,-4 3-457 16,4 4-2163-16,-4 3-952 0,5-13 3612 15</inkml:trace>
  <inkml:trace contextRef="#ctx0" brushRef="#br0" timeOffset="12">28985 6086 2492 0,'0'0'52'15,"0"0"144"1,0 0 2176-16,-8 80 268 0,5-55-1212 16,-1 0-552-16,4 4-240 0,0 3-211 0,0 0 51 15,0 2-80-15,0 1-396 0,-4 0-64 16,4 0-88-16,-5 1 48 0,5-3-100 0,0 0-144 16,-4-2-325-16,4-2-167 0,0 3-52 15,0-4-784-15,0 1-1172 16,0-4-1044-16,0 10 3597 0</inkml:trace>
  <inkml:trace contextRef="#ctx0" brushRef="#br0" timeOffset="13">28981 7353 1528 0,'0'0'1144'0,"0"0"4696"0,0 0-5164 0,0 76-588 0,-4-53 44 16,4 3 88-16,-3 2-160 0,-1 2-60 15,-5 3-144-15,5 5-400 0,-3 0-712 16,3 0-552-16,4 4-276 0,0-7-276 15,0-1 2296-15,0 1-368 0,0-3-116 16,0 0 101 0</inkml:trace>
  <inkml:trace contextRef="#ctx0" brushRef="#br0" timeOffset="14">28950 7985 200 0,'0'0'1108'16,"0"69"-1108"-16,0-43-92 0,0 22-1123 0</inkml:trace>
  <inkml:trace contextRef="#ctx0" brushRef="#br0" timeOffset="15">28838 8874 8572 0,'0'0'0'0,"0"0"-568"0,-16 95-1072 16,12-47 236-16,-4-3 1404 0,0 5 1524 0,4-2-56 15,-4 2-716-15,4 4-612 0,1-3-8 16,-2 0 152-16,-3-4 156 0,4 2 52 16,4-5 112-16,-4-3-604 0,0 0-64 0,4 0-476 15,-3 4-676-15,-1-4-264 0,4 7 244 16,-5 0-208-16,5 3 532 15,0-1 600-15,0 1 312 16,0-1 168-16,5-1 796 0,-1-5 548 16,-4 0 308-16,7-2-540 0,-3-5-604 0,0 5-652 15,4-4-24-15,-8 0-284 0,5 3-584 16,-2 0-624-16,1 4-1424 0,0-1 36 16,0 7 2644-16,0-16 236 0,0 23-1148 0</inkml:trace>
  <inkml:trace contextRef="#ctx0" brushRef="#br0" timeOffset="16">28830 10969 652 0,'0'0'2608'0,"0"0"4744"0,0 93-5511 0,0-55-1013 0,0-7-584 16,0 2-104-16,0 0 52 0,0 2-8 16,0 7-184-16,0 3-584 0,-4 0 356 0,0 9 228 15,4-1 0-15,0 1 12 16,0 4 240-16,0-2 196 0,4 1 272 16,4-6 152-16,-4-1-260 0,4-1-80 0,0-5-184 0,0-2-60 15,-1-5-152-15,2-5-136 0,-5-3-212 16,4-3 0-16,-4-4-276 0,-1-3-304 15,1-4-140-15,5 1-336 0,-5-3 28 16,-4-1-365-16,4-5-583 0,-4-3-852 16,4-4-1996-16,-4-4 4601 0</inkml:trace>
  <inkml:trace contextRef="#ctx0" brushRef="#br0" timeOffset="17">25758 5947 3876 0,'0'0'4180'15,"0"0"-2304"-15,0 0-1088 16,0 0 193-16,0 0 695 0,0 0-1156 0,0 0-12 16,91 73-344-16,-70-51-164 0,-1 0-40 15,-1 3 28-15,1-3-64 0,5 3 0 16,3-2-76-16,0-4-24 0,-1 0-384 0,4-3-564 16,-6 0-1257-16,10 7-3183 0</inkml:trace>
  <inkml:trace contextRef="#ctx0" brushRef="#br0" timeOffset="18">27053 6936 1772 0,'0'0'1788'0,"0"0"-1788"15,80 30 40-15,-52-18-40 0,-4 1 3100 16,4 6-1232-16,-5 0-444 0,1 4-351 0,4-1 339 15,0 3-264-15,0 0-588 16,8-2-332-16,-1-4-100 0,10-3-128 16,2-1 0-16,5 1-216 0,4-3-636 0,-1-1-580 15,-3 4-553-15,4 4-527 0,-4 2-52 16,-4-1 820-16,0 9 568 0,-5-2 652 0,2 1 524 0,-2-1 820 16,-3 1 352-16,-5-4 380 0,2 4 48 15,-5-3-196-15,0-4-456 16,-1-3-560-16,1 0-388 0,4-3-204 0,-4-1-676 15,0 5-196-15,0-4-84 0,-5 2 328 16,1 4 428-16,0 1 404 0,-3 2 180 16,-2 4 656-16,1-1 452 0,0-3 112 0,0 5-104 15,-5-5-316-15,9-3-335 0,-4-3-233 16,1 0-232-16,-1 0-104 0,3 0-72 16,1-3-4-16,0 1-116 0,0 2 16 0,4-5 52 15,-1 5 44-15,1 4 8 0,-4 3 48 16,4-4 12-16,-8 6 296 0,4-2-16 0,-4-1-52 15,-4 4-252 1,0-4-40-16,-5 3-396 16,6-5-604-16,-1 2-57 0,-1-2-107 0,1-5-404 15,1 2 124-15,2-1 780 0,1 0 664 16,0-3 0-16,0 6 316 0,0-3 476 16,-4 0 220-16,0 0 144 0,0 0-444 0,-1 0-364 15,-2 0-304-15,-2-2-44 16,5 2-168-16,1-5-116 0,2 0 128 0,-3-2 64 0,4-2-24 15,4 0-76-15,-5-1 60 0,5 0 132 16,0 4-12-16,0-3 12 0,0 6 0 16,-4-4 140-16,1 4 92 0,-2 3 104 15,-3 0-180-15,0 0 48 0,0 0-92 0,-4 0-112 16,-1 4-568-16,2-4-832 16,-6 3-992-1,6 0-564-15,-6 1 1260 0,2-5 964 0,-2 10 512 16</inkml:trace>
  <inkml:trace contextRef="#ctx0" brushRef="#br0" timeOffset="19">30137 9296 364 0,'0'0'4412'0,"0"0"-436"0,0 0-3976 15,0 0-1544-15,0 0-1740 0,51 73 1380 16,-38-57 1252-16,-5 3 212 0,-4 3 332 0,7 1-440 16,-2-1 548-16,2 0 212 0,1 0 816 0,0 0-728 15,4-2 104-15,-4-2 3508 0,0 1-668 16,1-3-2376-16,-2-2-868 15,1-2-1656-15,-4 1-3280 0,0-7 3476 0,4 10 312 16</inkml:trace>
  <inkml:trace contextRef="#ctx0" brushRef="#br0" timeOffset="20">30531 9903 5368 0,'0'0'1912'0,"0"0"2633"0,0 0-4201 0,0 0-344 0,0 0-652 15,44 66 276-15,-36-53 376 0,0 4 604 16,4-3-152-16,-4 5-196 0,4 4-140 0,0-2-28 15,0 2 156 1,4 3 100-16,-4-4 100 0,-5 0-60 16,6 1-32-16,-5-4-124 0,-1-1-228 15,1-1-124-15,1-5-180 0,-1 1-396 16,-5-1-104-16,5 1-300 16,1 0-209-16,-1 3-203 0,-1 0-340 0,6 2 204 15,-6 5 648-15,1-1 1004 0,0 0 328 0,-4 1 896 16,4-4 480-16,-4 0-692 0,0 0 296 15,4-3-896-15,-4-4-412 0,0 1-128 0,0-3-440 16,0-1-508-16,0 1-156 0,4 2-84 16,-4 4 92-16,3 0 860 0,-2 0 364 15,3 3 288-15,-4 0 660 0,0-3 420 16,3 3 188-16,-2-3 52 0,3-4-435 16,-4 1-621-1,0-4-336-15,0-2-216 0,-1-4-388 0,-3 0-565 16,4 1-727-16,1-4-1292 0,3 2-2320 15</inkml:trace>
  <inkml:trace contextRef="#ctx0" brushRef="#br0" timeOffset="21">31017 10883 1096 0,'0'0'1800'0,"0"0"-1800"16,0 0-2576-16</inkml:trace>
  <inkml:trace contextRef="#ctx0" brushRef="#br0" timeOffset="22">31141 10937 5156 0,'0'0'6157'0,"0"0"-4797"16,0 0-988-16,0 0-372 0,0 0-988 15,0 0-349-15,0 0-215 0,0 0-2784 0</inkml:trace>
  <inkml:trace contextRef="#ctx0" brushRef="#br0" timeOffset="23">24833 9090 628 0,'0'0'1080'0,"0"0"-416"16,0 0 4472-16,0 0-3240 0,0 0-203 0,0 0-473 16,0 0-236-16,0 0-84 0,0 0-140 15,0 0-116-15,0 0-68 0,0 0-208 16,0 0-108-16,-23-61 348 0,23 61 0 15,0 0-212-15,0 0-188 0,8 0-156 16,7 0 32-16,2-3 300 0,7 1-384 0,-1-5-16 0,9 0-168 0,1 1-320 16,6-6-348-16,5-1-624 15,4-3-616-15,8 0-248 0,-1 3-397 16,5-3-575-16,3 4-1116 0,-14 5 3221 16</inkml:trace>
  <inkml:trace contextRef="#ctx0" brushRef="#br0" timeOffset="24">26547 8769 1892 0,'0'0'7212'15,"0"0"-6060"-15,80 0-455 0,-53 0-425 0,14 0-272 16,-6 0-16-16,-3 0-329 0,4 0-1451 16,-12 0-3456-1</inkml:trace>
  <inkml:trace contextRef="#ctx0" brushRef="#br0" timeOffset="25">28289 8738 3220 0,'0'0'2412'0,"0"0"-8"0,86 12-2404 0,-49-9-1820 0,3-3-3000 16,-12 3 4808-16,19-3-864 0</inkml:trace>
  <inkml:trace contextRef="#ctx0" brushRef="#br0" timeOffset="26">29193 8824 9348 0,'0'0'620'0,"0"0"-620"16,123-4-1556-16,-76 1-2436 0,2-1 260 0,-14 1 3260 15,14 0 472 1</inkml:trace>
  <inkml:trace contextRef="#ctx0" brushRef="#br0" timeOffset="27">29866 8810 744 0,'0'0'5412'0,"0"0"-463"0,100 7-3833 0,-65-4-768 16,5-3-312-16,4 4-36 0,0-4-796 0,0 0-437 0,-4 0-283 16,3 2-76-16,-3 1 380 0,0 4 564 15,0 2-4-15,0-3 652 16,0 5 508-16,-5-5 1028 15,5 0 524-15,-3 0-107 0,-2-3-501 16,1-3-596-16,-4 0-856 0,0 0-24 16,0 0-1256-16,3-7-1053 0,-3 2-2567 15,-8 2 868-15,20-3 3628 0</inkml:trace>
  <inkml:trace contextRef="#ctx0" brushRef="#br0" timeOffset="28">31185 8836 3044 0,'0'0'756'0,"0"0"8045"0,96 0-6109 0,-65-4-1484 0,9 1-684 0,0-2-424 16,-5-2-96-16,2 3 4 0,-1-2 4 15,-4 0 88-15,-1 2 124 0,5 1-52 0,-4 3-60 16,0 0-12-16,0 0 36 16,-1 0 136-16,1 7 344 0,0-4-124 0,0 0-308 15,-4 0-184-15,4 0-44 0,0 1-8 16,-1-4 4-16,1 0-76 0,4 0-156 0,1-4-104 16,2 1 40-16,1 0 72 0,-5 0-76 15,6 3 28-15,-9 0 172 0,0 0 148 16,0 0 0-16,-5 0 12 15,1 3 100-15,0 3-64 0,-4-2 12 16,0-1-60-16,-4 1-96 0,-1-4 8 16,2 0-36-16,-1 0-40 15,-1 0-20-15,1 0-4 0,1-4 188 0,-6 4 60 0,5-3 92 16,-4-1 72-16,0 4 112 16,-4-3-28-16,0 3-232 0,-4 0-76 15,-4-3-360-15,-4 0-412 0,0 3-864 0,-4-3-2957 16</inkml:trace>
  <inkml:trace contextRef="#ctx0" brushRef="#br0" timeOffset="29">30770 6817 756 0,'0'0'928'0,"0"0"-264"0,0 0 1824 16,0 0-1068-16,0 0-108 0,0 0-192 15,0 0-8-15,0 0 37 0,0 0-225 16,0 0-292-16,64-48 80 0,-52 48-124 0,0 0-244 16,-4 0-256-16,-1 6-12 15,2-3-64-15,-1 4 40 0,-4 2-48 16,-4 1 160-16,0-1 36 16,0 4 16-16,0-1-52 0,-8 2-12 15,-5-2-52-15,2 1-24 0,-1-4-28 0,0-3-32 16,0 1 84-16,1-3 88 0,2-4-88 15,-3 0 12-15,5 0 28 0,3-4-48 16,-1-3 20-16,1 1 32 0,0-3-140 16,0-4 60-16,4 1-64 0,0-5-52 15,0 1 52-15,4 4-48 0,4-1 44 0,-3 4-84 16,2 2-36-16,1 1-96 0,0 3 60 0,1 0 20 16,-2 3-48-16,1 0 36 0,0 0 76 15,-4 3-12-15,0 0 0 0,-4 3-200 16,0 4-624-16,0-1-492 0,0 1-1401 15,0 0-2563-15</inkml:trace>
  <inkml:trace contextRef="#ctx0" brushRef="#br0" timeOffset="30">12992 12602 1864 0,'0'0'6276'15,"0"0"-5120"1,0 0-240-16,-7-90-87 0,2 65 235 0,1 0-64 0,0 2-236 16,0 0-104-16,0 9-68 15,1 1-40-15,3 0-88 0,-4 6-20 16,4 4-96-16,0 3-12 0,-4 0 112 0,4 0 208 15,0 0-360 1,-5 6-224-16,1 8-12 0,-4 4-60 16,-3 14-208-16,2 10 0 0,-6 8 8 0,7 8 116 0,-4 2-40 0,4 0-76 15,0 0 40-15,4-5 72 0,-1-5-24 0,2-5-60 16,-1-8 172-16,4-7-4 0,0-5-56 0,0-10 0 16,0-2-16-16,0-3-36 0,0-1-12 15,4 1 12-15,4 3 76 0,4 2 36 16,3 8 160-16,6 5-160 0,3 4-28 15,-4 6 28-15,7 3 60 0,-7 7 92 32,4 0-92-32,-3 3-56 0,-2-4 0 0,-3 7-4 15,-4-4-60-15,-1 2 56 0,-2-5-8 0,-1-2-52 0,-4-7 52 16,0-1-100-16,-1-4-88 0,2-2-136 0,-1-5-348 0,0-7-96 31,-4-3-272-31,4-10-196 16,-4 0-268-16,4-6-529 0,0-6-695 0,-1-13 44 15,1 6-708-15</inkml:trace>
  <inkml:trace contextRef="#ctx0" brushRef="#br0" timeOffset="31">13490 12725 3800 0,'0'0'8917'0,"0"0"-6997"0,0 0-1452 16,0 0-460-16,0 0 68 15,0 0 60-15,0 0 180 16,0 0-92-16,0 0 160 0,0 0-72 16,0 0-128-16,100-10-144 0,-68 1-36 15,-1 0-8-15,1-1-44 0,0 1 36 16,-4 2-76-16,0 1-36 0,-4 3-36 15,0 3 20-15,-4 0 0 0,-4 3-24 0,-1 6-48 16,-2 7 148-16,-1 9 12 0,0 7 52 16,-4 10-4-16,0 5 4 0,-5 7-76 0,1 0-36 0,-4 6-52 15,0-2 28 1,0-1 64-16,0-4 72 0,0-2 60 16,0-3 56-16,0-7 8 0,-4-2-112 0,4-11-12 15,0-5-100-15,0-9-124 16,0 0-56-16,4-8-212 0,5-2-844 15,3-4-500-15,-9 0-1205 0,10-17-3571 0</inkml:trace>
  <inkml:trace contextRef="#ctx0" brushRef="#br0" timeOffset="32">14506 13109 10384 0,'0'0'1701'0,"0"0"-1101"15,0 0-344 1,0 0-64-16,0 0 192 0,0 0-4 16,0 0 52-16,0 0 528 0,0 0-244 15,84-3-224-15,-56-3-204 0,4-4-240 16,0 1-48-16,-4-4-80 0,0 3-192 0,-5-2-432 15,1 2-116-15,-4-3-116 0,-4 6-1004 16,4 2-3209-16</inkml:trace>
  <inkml:trace contextRef="#ctx0" brushRef="#br0" timeOffset="33">15204 12783 4924 0,'0'0'5140'0,"0"0"-4664"15,0 0-468-15,0 0 160 0,99-36 285 0,-75 33 187 16,-4 3 68-16,0 3 172 0,-5 10-320 0,2-1-204 15,-1 5-116-15,-4 5-128 0,-1 6-112 32,-2 1 4-32,-5 6-8 0,0 1-40 0,-4 1-32 15,0-5-76-15,0-4 152 0,0-2 0 16,-4-7 112-16,0-7 4 0,4-2 36 16,-5-7 24-16,5 0 24 0,0-3 16 15,0 0 48-15,0-6-12 0,0-4 376 16,0-5-104-16,0-14-312 0,0 1-112 0,0-4 36 15,9 1-36-15,-1-2-32 16,-4 8-68-16,3 0-8 0,2-1-152 16,-1 7-40-16,3-3-12 0,-2 0-96 0,2 2-412 0,-3 1-272 0,5 4-248 15,-2-2-600 1,-3 8-841-16,5 3-2311 0</inkml:trace>
  <inkml:trace contextRef="#ctx0" brushRef="#br0" timeOffset="34">15786 12862 5196 0,'0'0'3228'16,"0"0"-824"-16,0 0-1719 0,0 0-457 0,0 0-176 16,0 0 152-16,0 0 156 0,0 0 36 15,0 0-12-15,0 0 36 16,0 0-24-16,83-19-232 0,-71-1-124 0,-4-1-40 15,0-5-244-15,-1 3 4 0,2 2 12 16,-5 1-16 0,0 8 40-16,0 2 88 0,-4 4 116 15,0 6-12-15,-12 0-40 0,0 3 44 0,0 7 8 16,-4 2 52-16,-4 4 140 0,4 3 0 16,0 3-16-16,0 1-48 0,4-1-40 0,-4 0-72 0,8 3 136 15,1-2-40-15,-1 2-32 0,3 1-76 0,1-5 44 16,4-2 28-16,0-2 104 0,4-2-68 15,5-3-36 1,-1-1-76-16,3-5 12 0,2-3 40 0,-2 4 36 16,6-7-88-16,-6 0-76 0,6 0 68 15,-2-7-284-15,1-6-544 0,0-2-176 16,0-4-144-16,0 6-1025 16,0-10-3495-16</inkml:trace>
  <inkml:trace contextRef="#ctx0" brushRef="#br0" timeOffset="35">16128 12875 7712 0,'0'0'4389'0,"0"0"-3813"0,0 0-216 16,0 0 252-16,0 0 96 0,83 9-100 0,-62-9-156 15,-1-9-248-15,-1-1-56 0,5-6-148 16,-4-3-100-16,0-3-312 15,0-3-448-15,0-5-500 16,-8 9-1057-16,4-14-2867 0</inkml:trace>
  <inkml:trace contextRef="#ctx0" brushRef="#br0" timeOffset="36">16235 12376 716 0,'0'0'916'0,"0"0"6732"0,0 0-6432 0,0 0-635 15,0 0-41-15,0 0 0 0,0 0 252 16,-43 82 216-16,39-50-72 0,4 3-156 0,0 6-160 16,8 7-208-16,3 6-112 0,2 3-100 15,-1 9-88-15,4 5-32 0,-1-1-80 16,2 2-72-16,-2 2 8 0,2-5 64 16,-2 0-60-16,-2-4 60 0,2-7-16 0,-3-2 4 0,0-8-72 15,0-4 32-15,-5-3 40 16,2-9 0-16,-1-3-76 0,0-10 40 15,-5-4 40-15,2-5-80 0,-5-3-24 0,0-7 24 16,0 0-368-16,0-10-120 0,0-6-40 16,-8-9-372-16,-4-6-504 0,-4-15-1021 0,4 11-2411 31,-12-28 888-31</inkml:trace>
  <inkml:trace contextRef="#ctx0" brushRef="#br0" timeOffset="37">16475 12237 7232 0,'0'0'4497'0,"0"0"-3549"0,0 0-716 0,0 0 176 0,0 0 392 16,20 66 540-16,-8-30-320 0,-1 8-384 15,6 3-252-15,3 7-100 0,-5 1-84 0,5 3-92 16,0 3-108-16,-4 0-112 15,0-1-36-15,-4-3-28 0,0-6 28 16,0-10-112-16,0-3-28 0,-4-9-248 16,4-13-144-16,-4-4-176 0,3-8-1088 15,-7-1-2249-15,5-10-3219 0</inkml:trace>
  <inkml:trace contextRef="#ctx0" brushRef="#br0" timeOffset="38">16857 12795 5108 0,'0'0'4664'0,"0"0"-3151"0,0 0-1297 16,0 67-208-16,0-45 464 0,0 0 260 0,0 0 440 0,0-3-312 15,0-6-480-15,5-1-296 16,-2-1-84-16,5-5-128 0,0 0 128 0,0 1 16 16,4-1-8-16,0-6-8 0,4 0-148 0,-4 0 84 15,4-4-264-15,0-5 24 0,0-3-192 0,-1-5 0 16,2-2 112-16,-6-3 92 15,6-3-4-15,-9 3-100 0,-1 0 104 16,-3-1 292-16,0 4 92 0,-4 7 72 0,0-1 96 16,-4 3 44-16,-4 3 156 0,-3 1 40 15,-6 6 20 1,-3 0-100-16,5 3-116 0,-2 7 12 0,2 2-116 16,-5 5 64-16,8 2-160 0,-4 3-16 15,4 4 0-15,4-1 36 16,4 0 28-16,0 1-152 0,4-1-112 0,0-6-36 15,0 2 48-15,8-7-92 0,0-1-60 16,0-7-24-16,4-6-128 0,4 0-588 16,-5-9 100-16,10-8-264 0,-10 5-1117 0,9-20-3083 0</inkml:trace>
  <inkml:trace contextRef="#ctx0" brushRef="#br0" timeOffset="39">17283 12836 4652 0,'0'0'8141'0,"0"0"-6765"0,0 0-844 0,-24 86 184 0,13-55 308 16,-1-5 20-16,3-3 80 0,2-2-396 0,3-11-556 15,4-3-172-15,0-7-224 0,4-4-192 16,8-9 108-16,7-8 36 0,2-12-100 0,3-8-272 16,-1-6-532-16,1-4-840 15,0 0-516-15,-4 13-1693 0,4-22-547 0</inkml:trace>
  <inkml:trace contextRef="#ctx0" brushRef="#br0" timeOffset="40">17463 12216 2204 0,'0'0'9121'0,"0"0"-7621"0,0 0-1064 0,0 0-40 0,-4 71 224 16,4-33 568-16,0 3-8 0,4 7-320 16,0 3-228-16,3 3-64 0,6-1 8 15,-5-2-168-15,-1 0-384 0,6-3-24 16,-9-10-184-16,3-3-100 0,-3-7-108 0,0-8-64 15,0-5-64-15,-4-5-148 16,0-3-548-16,0-4-624 0,0 0-628 16,-4 0-1969-16,-11-3 1393 0</inkml:trace>
  <inkml:trace contextRef="#ctx0" brushRef="#br0" timeOffset="41">17411 12846 1004 0,'0'0'1932'16,"0"0"3652"-16,0 0-2467 0,0 0-1581 0,0 0-876 15,0 0-520-15,0 0 0 0,0 0 456 0,0 0 172 16,52-70-452-16,-36 51-316 15,7-4-124-15,1 1-64 0,1 0-276 0,-1 0-664 16,-5 0-404-16,1 3-977 0,-4 6-1843 16,-4 3-1143-16</inkml:trace>
  <inkml:trace contextRef="#ctx0" brushRef="#br0" timeOffset="42">17714 12678 4308 0,'0'0'312'0,"0"0"5936"15,0 0-4875-15,3 69-693 0,-3-47 136 0,4 0 136 0,-4-2 192 16,5-1-64-16,3-6-448 15,-4 0-344-15,0-7-204 0,3 0-72 0,2-3-12 16,-1-3-64-16,3 0-296 16,2-9-148-16,2-4-116 0,-2-3-336 15,-2-3-580-15,1 0-1084 0,-8 0-2305 0,1 3-1047 16</inkml:trace>
  <inkml:trace contextRef="#ctx0" brushRef="#br0" timeOffset="43">17654 12579 5836 0,'0'0'1224'15,"0"0"3305"-15,0 0-3581 0,0 0-692 16,0 0 152-16,0 0 64 0,0 0 416 16,0 0-132-16,0 0-552 15,0 0-204-15,0 0-116 0,40-35-616 0,-20 25-396 16,0-2-420-16,-5 2-1249 0,9 1-2663 16</inkml:trace>
  <inkml:trace contextRef="#ctx0" brushRef="#br0" timeOffset="44">17985 12525 2508 0,'0'0'6256'16,"0"0"-3671"-16,0 0-1585 0,0 0-320 0,0 70 132 0,-8-51 192 16,-1 0 100-16,5-3-348 0,1-7-468 0,3 1-288 15,0-4-136-15,0-2-148 0,12-1 184 16,0 0-76-16,8 0-104 0,-1 0 116 16,2 0-20-16,3 1 184 0,-1-1 0 15,1 3 4-15,-4 0 36 0,4 4 36 16,-4 0 72-16,-4 2 272 0,-4-3 116 15,0 4-16-15,0 0 40 0,-8 3 68 16,-1-3-172-16,-3 2-224 0,0 1-120 0,-7 1-112 16,-5-5-48-16,-4 4-124 0,-5-7-332 0,6-2-236 0,-5-4-468 31,0-3-628-31,4 0-2084 0,-8-19-3001 0</inkml:trace>
  <inkml:trace contextRef="#ctx0" brushRef="#br0" timeOffset="45">18403 12033 13373 0,'0'0'2452'0,"0"0"-2452"0,0 0-364 16,0 0 364-16,0 0 76 0,52-67 668 15,-36 54-272-15,3 4-296 0,2 2-176 0,-1 4 0 16,-1 3-176-16,-2 13 176 0,-2 6 164 15,-6 10 160-15,-9 13-88 0,0 8-64 0,0 7-84 16,-9 3-40-16,-3 4 4 0,5 0-4 16,-2-7-44-16,9-10 196 0,0-2 72 15,0-7-16-15,9-7-256 0,2-5-72 0,6-5-16 16,-2 3-8-16,5-2 44 16,4 0 48-1,0 0-44-15,0 0 40 0,0 8 8 0,4-3 96 0,-4 9 4 16,-1-5 136-16,-3 4 132 0,1 0-96 15,-6 3-40-15,2-3-84 0,-10 5-64 16,-3 2-84-16,-4 0-96 0,0-3-116 16,0-2-376-16,-11 1-300 0,-2-3-380 15,1-13-1200-15,-19 13-3045 0</inkml:trace>
  <inkml:trace contextRef="#ctx0" brushRef="#br0" timeOffset="46">13761 14572 3244 0,'0'0'0'0,"0"0"0"16,0 0 3904-16,0 0-2008 0,40 71-356 0,-16-42-291 15,4-1-9-15,4-3-92 0,8 1-88 16,-5-7-280-16,6-6-176 16,2-7-120-16,1-6 64 0,0-3-68 0,-1-11-144 15,2-4-164-15,2-7-160 0,1-7-12 0,0-3-196 0,0-3-16 16,-1-7 16-16,1 1-16 0,4 2-48 0,4 8 0 15,-1 8 148-15,1 11-76 16,0 5 88-16,0 10 92 0,0 6 8 16,-8 10 100-16,-4 9 64 0,-5 7 96 0,-3 6-136 15,-4 7-116 1,-4-1 72-16,-4 1-80 0,-1-4-60 0,-6-2 60 0,-1-8 72 16,-4-5-72-16,-1-8-76 0,-2-5 0 15,-1-7-60-15,3-6 0 0,2-3 88 16,2-16-16-16,5-6-20 0,5-14-192 0,-2-4 12 15,5-6-88-15,7-1 88 16,-3-2 0-16,5 6 256 0,6 1 8 16,1 7 100-16,4 3-48 0,4 10 112 0,3 5 100 15,1 8-124-15,4 8 20 16,0 4 68-16,0 4 108 0,-4 5-40 16,3 8-24-16,1-3-84 0,4 5 8 0,0-2 52 15,-1-4-24-15,5-4 60 16,-1-3-4-16,6 1-20 0,-6-7 68 15,5-3-228-15,0-7-100 0,-1-6-100 0,1-7 40 0,0-2-60 16,0-2-104 0,-9-5-168-16,-3-4-176 0,0-2-188 0,-17 3-548 0,-7 1-820 15,-12 9-2153-15,-11-11-3827 0</inkml:trace>
  <inkml:trace contextRef="#ctx0" brushRef="#br0" timeOffset="47">14542 15468 404 0,'0'0'7540'0,"0"0"-5508"0,0 0-523 0,0 0-481 15,0 0 56-15,0 0 56 0,0 0-132 0,0 0-328 16,-84 29-104 0,73-10-80-16,-1 2-124 0,8 8-124 0,-1 7-52 15,1 5-24-15,4 0-8 16,4-2-16-16,9-1-148 0,-2-3-96 0,2-10-140 16,-1 0 16-16,-1-9-40 0,5-4-76 15,-4-7-196-15,4-5-356 0,4-5-196 0,0-13-408 16,0-5-660-16,0-5-1921 0,-8 2-971 15</inkml:trace>
  <inkml:trace contextRef="#ctx0" brushRef="#br0" timeOffset="48">14753 15589 1056 0,'0'0'7776'16,"0"0"-5784"-16,0 0-643 0,0 0-413 16,72 79-84-16,-56-54 96 0,0 1 260 0,-4-4-180 15,0-2-208-15,-5-8-304 16,2-6-340-16,-5 1-176 0,4-7-136 0,-1 0 36 0,6-9 92 15,2-7-140-15,2-14-112 16,-2-1-200-16,-2-4-60 0,-2-6-64 16,-3 6 116-16,1 4 152 0,-5 8 304 0,-1 4 12 15,-3 10 112-15,0 2 76 0,0 7 220 16,-3 0 140-16,-6 4-64 0,-7 1-172 16,0 5-176-16,1 6-124 0,-6 0 60 0,6 3-32 0,-1 2-40 15,4 3-100-15,4-9-24 0,0 4-64 16,4-9-84-16,0-1-164 0,4-3-480 15,0 1-572-15,4-4-1048 0,3-3-2281 16,2 0-1919-16</inkml:trace>
  <inkml:trace contextRef="#ctx0" brushRef="#br0" timeOffset="49">15100 15512 3436 0,'0'0'5460'0,"0"0"-3920"0,0 0-791 0,0 0-145 0,60 67 116 31,-53-44 288-31,2 5 184 15,-1-2 104-15,-4-3-328 0,-1-4-436 16,1-8-532-16,-4-1-24 0,5-6-188 0,-5-4-36 16,4 0 24-16,4-11-324 0,-1-3 268 0,1-5-12 15,5-8-60-15,-6-1-136 0,1 6 156 16,5-1 132-16,-6 7 84 0,1 4 104 16,-4 5 12-16,5 4 236 0,-2 3 168 0,-3 0 216 15,4 3-8-15,1 7 8 0,-2-1-96 0,-3 1-152 16,4 3-100-16,-4-1-36 0,0 1 48 15,0 0 36-15,0-4 60 16,-4 1-120-16,4-1-260 16,-4 1-64-16,4-4-144 0,-4 0-64 15,0 1-344-15,4-4-252 0,-4 4-256 0,4-7-628 16,-4 2-1092-16,0-2-2721 0</inkml:trace>
  <inkml:trace contextRef="#ctx0" brushRef="#br0" timeOffset="50">15657 15558 5700 0,'0'0'2160'15,"0"0"1049"-15,0 0-1849 0,0 0-580 0,28 79 288 0,-19-51 156 16,-5-2-104-16,4 2-248 0,-4-3-424 16,3 1-240-16,-3 0-196 0,5-1-12 0,-5 0-120 15,0-3-40-15,-1-3-24 0,1-2-152 16,-4-5-164-16,0-2-108 0,0-7-176 15,4-1-404-15,-4-2-800 0,0-8-1157 16,0-3-1603-16,-4-8 516 0</inkml:trace>
  <inkml:trace contextRef="#ctx0" brushRef="#br0" timeOffset="51">15566 15262 8160 0,'0'0'5277'15,"0"0"-4097"-15,0 0-1104 0,0 0-72 0,0 0 8 16,0 0 116-16,0 0-128 0,0 0-116 15,0 0-696-15,0 0-116 0,0 0-740 16,32-22-3229-16</inkml:trace>
  <inkml:trace contextRef="#ctx0" brushRef="#br0" timeOffset="52">16475 15411 4576 0,'0'0'6377'0,"0"0"-5141"0,0 0-980 15,0 0 292-15,0 0 444 0,84 0 112 0,-53 0-352 16,1 0-400-16,4-6-260 0,-4-3-92 16,0-8-24-16,-4-1-120 15,0-6-80-15,0-4-568 0,-9 0-248 0,1-4-500 16,-3 7-997-16,-10-10-2463 0</inkml:trace>
  <inkml:trace contextRef="#ctx0" brushRef="#br0" timeOffset="53">16742 15081 2692 0,'0'0'7884'0,"0"0"-6455"0,0 0-533 15,-24 73-132-15,24-44 176 0,0 2 40 16,4 1-184-16,3 1-96 0,1 0-232 0,5 3-244 15,-2-5-224-15,2 1-168 0,-2-3-44 0,-3-4-196 16,8-6-584-16,-8-6-228 0,9-6-472 16,-6-7-320-16,6-7-845 15,-6-6 33-15,1-12-2563 0</inkml:trace>
  <inkml:trace contextRef="#ctx0" brushRef="#br0" timeOffset="54">16993 15332 1188 0,'0'0'7684'16,"0"0"-5644"-16,0 0-995 0,0 0-113 0,88 86 164 15,-69-67 244-15,1-1-132 0,0-8-272 16,-4-3-316-16,0-5-200 0,4-2-124 0,-4-6-212 16,-1-7-12-16,2-9-72 0,-2-3-12 0,2-6-120 15,-6-2-56-15,-3 1-20 0,1 4-40 0,-2 3 40 0,-7 6 132 16,0 9 76-16,0 1 12 16,0 9 224-16,-7-3-52 0,-6 3-120 0,-2 0-64 15,-2 6-4-15,-2 0-108 0,-1 1-100 16,-1 2 28-16,10 0 24 15,-6 1-188-15,10-1-100 16,3-2-356-16,0-1-628 0,4 0-1220 16,4 5-2601-16</inkml:trace>
  <inkml:trace contextRef="#ctx0" brushRef="#br0" timeOffset="55">17661 15221 8596 0,'0'0'6373'0,"0"0"-4997"0,0 69-840 0,0-50-4 16,5-2-8-16,7-8-68 0,-4-7-224 0,8-2-60 0,-1-2-120 31,10-10 84-31,3-11-136 0,0-9-40 16,0-3-204-16,-1-9-360 0,1 2-80 0,-4 2 12 15,0 1-32-15,-8 11 140 16,-4 6 200-16,-5 6 188 0,-3 10 176 16,-4 1 24-16,-4 5 328 0,-7 0 304 0,-6 11-252 15,-6 1-192-15,-1 4 24 0,-4 3 28 16,4 6 68-16,5 1 52 0,-1 3-136 0,-1 3-36 0,10 5 8 16,-2 2 76-1,9-4-12-15,0 2-88 0,4-2-196 0,0-6-48 16,4-4-184-16,5-5-16 0,3-8-148 0,-1-5-384 15,9-7 0-15,5-4-76 16,-1-15-352-16,-1 3-1044 0,5-24-2921 16</inkml:trace>
  <inkml:trace contextRef="#ctx0" brushRef="#br0" timeOffset="56">18211 15084 2996 0,'0'0'9885'16,"0"0"-8621"-16,0 0-696 0,-28 93 452 0,21-56 284 15,-5-2 292 1,4-5-84-16,4-5-636 0,0-13-448 0,4-2-248 16,0-7-120-16,0-3-60 0,4 0-64 15,4-6-216-15,8-5-24 0,0-8-60 16,3-6-136-16,-2-6-40 0,3-4-108 16,-4-1-128-16,0 2 32 0,-1 9 120 15,-3 2 212-15,1 7 8 0,-2 7 104 0,2 5 300 16,-6 4 0-16,5 4 476 0,0 9 164 15,-4-1 144-15,4 11-92 0,0-5-172 0,0 8-152 16,-4-5 24-16,0 3-84 0,4-6-40 0,-4 1-220 16,-1-3-48-16,2-6-160 0,3-4-204 15,-5-6-348-15,6 0-104 16,-2-6-176-16,2-4-1292 0,-1-15-3717 0</inkml:trace>
  <inkml:trace contextRef="#ctx0" brushRef="#br0" timeOffset="57">18730 14972 5016 0,'0'0'9173'15,"0"0"-7521"-15,0 0-944 0,-36 100 124 0,19-65 232 16,10 2 116-16,-5-2 152 0,8-9-616 16,4-7-483-16,0-6-233 0,0-10-181 0,8 0-235 15,4-3 4-15,0-10 84 0,4-9-140 16,4-6-56-16,0-13-224 0,-1-4-688 0,-2-5-1500 15,-6 12-1869-15,1-15-1411 0</inkml:trace>
  <inkml:trace contextRef="#ctx0" brushRef="#br0" timeOffset="58">18754 14430 3556 0,'0'0'5420'16,"0"0"-1007"-16,0 0-3473 0,0 0-208 0,0 0 136 15,0 0 448-15,0 0 84 0,0 0-676 16,0 0-380-16,-21 70-124 0,34-29 108 15,-1 7 28-15,-1-1 8 0,6 10-144 16,3 1-136-16,-5-1-84 0,6 3-48 16,-6-6-60-16,-2-10-88 0,2-5 0 0,-3-11 100 0,4-9-4 0,-5-6-44 15,2-6-236-15,-1-7-24 16,4 0 0-16,-4-7-64 0,4-3 72 16,-4-2 100-16,-1-1 100 0,6 4 24 15,-6 2 44-15,6 7 40 16,-2 4 88-16,5 8 372 0,1 4-4 0,-2 6-56 15,5 3-68-15,-8 1-60 0,4 2-48 0,0 2-112 16,-5-5-24-16,-2 0-108 0,2-3-548 16,2-6-444-16,-10-2-1412 0,10-9-2857 15</inkml:trace>
  <inkml:trace contextRef="#ctx0" brushRef="#br0" timeOffset="59">17296 16500 3648 0,'0'0'5356'0,"0"0"-4680"0,0 0-56 0,0 0 397 15,0 0 319-15,0 0-164 0,0 0-184 0,0 0-408 0,0 0 12 32,-17 93-24-32,45-56 128 0,0-2-76 15,0-7-188-15,-4-4-136 0,0-10-124 16,-4-7 40-16,0-3-164 0,-1-4-48 0,-2-13-76 0,-2-10-20 15,2-4-128-15,-2-9 40 0,-6-5-100 16,-1-5-12-16,-5 2-152 0,-3 0 140 0,0 9 108 16,0 4 64-16,0 9 136 15,-7 3 12-15,-2 9 36 0,-3 4 92 0,1 3-68 16,-9 3 176-16,-1 0-136 0,-2 6-60 16,3 2 48-1,0 6-16-15,4 5-84 0,4-3-196 0,4 3 32 0,4 0-60 16,0-3-72-16,4-3-56 15,0-1-428-15,4-3-1220 0,4-2-1941 16,-4-1-1851-16,8-6 2048 0</inkml:trace>
  <inkml:trace contextRef="#ctx0" brushRef="#br0" timeOffset="60">17678 16348 5652 0,'0'0'4512'16,"0"0"-2667"-16,108-3-693 0,-68 3-264 0,7 0 152 15,-7 0-264-15,-4 0-380 0,-4-3-296 0,-4-4-100 16,-4-2-12-16,-5-7-208 15,2-1-344-15,-2-8-520 0,-7-3-684 16,-4 3-2657-16,-8-13-3862 0</inkml:trace>
  <inkml:trace contextRef="#ctx0" brushRef="#br0" timeOffset="61">17833 15986 7536 0,'0'0'3941'0,"0"0"-2773"0,-4 76-736 0,4-38 92 0,8 7 352 15,5 2 408-15,-2 4 84 0,1-1-180 16,4 5-348-16,-4-1-228 0,4-7-244 16,-4 2-368-16,0-12-220 0,0-9-480 15,-4-5 196-15,-5-13 108 0,6-10-36 16,-1-3-88-16,-4-14-428 0,3-11 68 0,6-14-800 16,-5 8-816-16,-4-30-2661 0</inkml:trace>
  <inkml:trace contextRef="#ctx0" brushRef="#br0" timeOffset="62">18120 15893 1316 0,'0'0'9192'0,"0"0"-6863"0,0 0-1285 0,24 77-676 15,-20-32 76-15,4 5 108 0,0 4 560 0,0 7-80 16,0-4-80 0,4 4-136-1,-4-3-180-15,0-3-208 0,-1-1-184 0,6-9-204 16,-5-7-40-16,-1-10-144 0,2-8-64 0,-5-11 24 15,0-6 0-15,3-3 24 16,-3 0-132-16,0-6 44 0,9-3 200 0,-6-8-88 16,5 2 24-16,1-8-84 0,-2 8 72 0,2-2 0 0,-2 9 16 15,6 1-40-15,-6 3 148 0,9 4 124 16,0 6 196-16,0 5-48 0,-1 1 96 16,2 1-64-16,-1 3-92 0,-5-5 44 15,2 0-124-15,-6-5-132 0,6-6-8 0,-6 0-52 0,2 0 52 16,-2-6-152-16,1-7-232 15,4-6-84-15,0 0-32 0,0-6 116 0,3 6-104 16,2-1-16-16,3 8-172 0,0 2 64 16,-5 4 168-1,2 3 288-15,-1 0 164 0,-9 3 440 0,-3 0 216 16,1 0-4-16,-5 0-144 16,-4 0-72-16,4-3 32 0,-4-4 12 0,0-3-108 0,0-2-104 15,0-7-192-15,-4 0-76 16,0 0-76-16,-9 0-132 0,2 2 36 15,-6 3 36-15,2 0 64 0,-2 8-44 0,2 3 116 16,-1 3 60-16,4 3 152 0,-1 10-12 16,6 2-192-16,-5 4-8 0,3 6 96 0,2 0 40 15,-1 5 12-15,4-1-36 0,4-1-16 16,0 1-12-16,0-3-32 0,0-5-52 16,8 2-100-16,0-4-8 0,-5-7-16 0,6-5-48 15,-1-1-48-15,3-6-64 0,-2 0-36 16,3-3-76-16,-1-7-320 0,2-7-204 0,-2-1-376 0,6-8-952 15,-6-5-617-15,1 9-1767 16,1-13-891-16</inkml:trace>
  <inkml:trace contextRef="#ctx0" brushRef="#br0" timeOffset="63">18889 16293 312 0,'0'0'2468'16,"0"0"-1452"-16,0 0 4824 0,0 0-3727 0,0 0-945 16,88-21-24-16,-68 28-180 15,4 1-488-15,-5 5-8 0,5 6 112 0,1 0-32 16,-6 6-52-16,1 1-12 0,0 6-80 15,-4-1 28-15,-4 1 24 0,-4 3-28 0,0-3-184 16,-4 0-120-16,-4-4-112 16,3-5-4-16,-3-11 4 0,0-2 0 15,0-7 60-15,0-3 52 0,0-7-124 16,5-5-100-16,-1-13-108 0,4-4 88 0,3-9 60 0,2-6-112 16,6-1 12-16,5 1-36 0,4-1 12 0,0 6 0 15,8 1 0-15,-4 4-40 16,4-1-688-16,-5 7-548 0,-3 2-1232 0,8 1-3553 15</inkml:trace>
  <inkml:trace contextRef="#ctx0" brushRef="#br0" timeOffset="64">25985 12134 1812 0,'0'0'968'0,"0"0"-968"0,0 0-1072 16</inkml:trace>
  <inkml:trace contextRef="#ctx0" brushRef="#br0" timeOffset="65">24818 14941 1880 0,'0'0'8088'0,"0"0"-5155"0,0 0-1889 16,0 0-448-16,0 0 136 0,0 0 612 16,47-67 72-16,-47 67-172 0,0 0-240 0,0 0-320 15,0 5-136-15,-4 0 85 16,-7 8 79-16,-6 6-336 0,-2 6-180 15,-9 11-100-15,-8 5-84 16,-4 6-12-16,0 4-88 0,1-1-60 0,-2 8 28 16,2-3-60-16,3-2-112 31,0 1-24-31,8-3 100 0,0-7 120 0,8-6 24 0,8-6 68 0,1-4-52 0,6-2-16 16,1-1-13-16,4-6 73 0,0 0-88 0,4-6 28 0,9-1 68 15,2-1 4-15,9-3 0 0,4 3 196 16,0-3-63-1,8 2-21-15,-4 0 44 16,3 0 24-16,2-5-68 0,-1 2-4 0,-1 3-24 16,1-2-12-16,-4-1 24 0,4 3-96 15,-5-3-60-15,1-1-108 0,-4 3 0 16,0-2-52-16,-4-1 0 0,-3 0-217 0,-2-3-123 16,1 1-280-16,0-4-460 0,-4 0-432 15,-1 0-640-15,-2-4-2001 0,2-8-2295 16</inkml:trace>
  <inkml:trace contextRef="#ctx0" brushRef="#br0" timeOffset="66">25746 15119 11461 0,'0'0'1804'0,"0"0"-1244"16,0 0-192-16,0 0 504 0,0 0 616 0,0 0 88 15,0 0-664-15,0 0-556 0,-99 22-76 0,67 0 88 16,-4 11-124-16,0-2 12 0,4 7-84 16,-4 1-172-1,8-2 4-15,-4 1-4 0,8 4-8 0,1-1 8 16,3 1 48-16,4-5-36 16,4 5 88-1,8-4-100-15,0 0 0 0,4 1 0 0,4-6 0 0,4-1-76 16,8-9-80-16,3-4 96 0,5-6-124 0,0-10 60 15,8-3 112-15,0-10 12 0,0-5 56 16,4-8 28-16,-4-6-76 0,-5-3 0 0,1 4-8 0,-7-4-176 16,-6 10 56-16,-6 0 116 15,-5 10-4-15,-4 2 8 0,-4 3 8 0,-9 5-8 16,-7 2-124-16,-7-4 40 0,-5 4-4 16,0 0-32-16,-8 0-76 15,4 0 48-15,4 4-36 0,4-2-28 0,4-2-32 16,9 4-100-16,2-1-64 15,9-3-336-15,0 0-860 0,4 0-1096 16,0 3-2373-16,4-3-991 0</inkml:trace>
  <inkml:trace contextRef="#ctx0" brushRef="#br0" timeOffset="67">26197 15274 11805 0,'0'0'1828'0,"0"0"-1040"16,0 0 136-16,0 0 420 0,75 33 280 16,-55-24-272-16,0 1-568 0,4-1-480 0,4 0-204 15,0 1 32-15,3-1-48 0,1 5-32 0,0-5-52 16,0 1 0-16,0 2-4 0,-4 1-84 0,0-4 80 16,-8 4-76-16,-1-1 60 0,-6 5 12 15,-2-2 24-15,-7 7 84 0,0 2-84 16,-4 4 52-16,-8 7-16 0,-8-1 60 15,-7 1 52-15,-1 6-148 0,-8 4-12 16,-4 0-4-16,-4-1-108 16,0-3 16-1,1-6-28-15,-6 0-92 0,10-9-212 0,3-1-136 16,8-9 0-16,4-4-12 0,4-5-176 0,8-7-552 16,0 0-864-16,8-10-2965 0</inkml:trace>
  <inkml:trace contextRef="#ctx0" brushRef="#br0" timeOffset="68">27483 15537 10000 0,'0'0'2281'0,"0"0"-1169"0,0 0-464 0,0 0 112 16,80 33 548-16,-44-33-204 0,8-7-224 15,-1-5-424-15,6-10-308 0,-6 0 0 0,5-6-148 16,-8 1-168-16,-4 2-204 16,-5 0-308-16,-6 6-304 15,-6 6-436-15,-3 4-836 0,-8 2-2181 0,-8 7-2127 16</inkml:trace>
  <inkml:trace contextRef="#ctx0" brushRef="#br0" timeOffset="69">27520 15735 4316 0,'0'0'5276'0,"0"0"-3663"0,0 0-521 0,0 0 48 0,0 70 180 16,15-57-140-16,9-1-200 0,8-5-272 0,8-7-260 15,4 0 104-15,7-13-72 0,1-6-284 16,8-3-196-16,4-5-172 15,-5 0-84-15,5-2-312 0,0 1-820 16,-16 5-1168-16,16-8-4365 0</inkml:trace>
  <inkml:trace contextRef="#ctx0" brushRef="#br0" timeOffset="70">28938 14808 7988 0,'0'0'1584'15,"0"0"-87"-15,0 0 71 0,0 0-192 16,0 0-316-16,0 0-328 16,0 0-88-16,0 0 188 0,103-17 84 15,-43 12-260-15,8-4-300 0,-1-2-260 16,5 3-92-16,-4 1 96 0,0 3-92 0,-9 4 80 0,1 0-76 16,-13 0-12-16,-2 11-8 0,-13-3-204 0,-4 12 200 15,-13-1-48-15,-6 3 52 16,-9 6 8-16,-5 7 12 0,-14 7 36 0,-9 3-48 15,-12 5-72 1,-4 4-136-16,-7 2 36 0,-5 5 60 0,0 0 52 0,-4 3 44 16,4-8-64-16,-4 2 80 0,9-2 60 0,3-8 140 15,4-3-28-15,12-7 0 0,1-10 36 0,6-1 12 16,5-13-96-16,9-1-52 16,-2 0 12-16,9-6-76 15,0-2-4-15,4-1 48 0,0 5-44 0,0-2-8 16,4 3 0-16,0 2 12 15,5 4 60 1,-2-3 16-16,1 0-76 0,-4-1 36 0,4-2 12 16,-8-1 28-16,5-3-4 0,-2-2 0 0,1-1-72 0,-4 0 0 15,4-3-12-15,4 3-12 0,1-3 4 16,-2 3-36-16,9 1 44 0,0-2 48 16,0 3-44-16,0-3-4 0,3 1 8 15,-2 0 20-15,-1 1-24 0,-4-4-4 16,3 0 4-16,-2 0 44 0,2 0-48 0,1 0 0 0,0 0 0 15,4 0 24-15,4 0-16 0,0 0-16 16,8 0 16-16,4 0 8 0,0-4-16 16,3 4-12-16,2 0-124 0,-2 0 52 15,1-3 0-15,-4 3-16 0,-1 0 16 16,-3 0-64-16,0-3 100 16,-8 3-112-16,-4-2 152 0,1 2-76 0,-10 0-64 15,-3-5-184-15,-4 5-172 0,-4 0-124 16,0 0-92-16,0 0-444 0,-12 0-1168 0,4 0-2921 15,-12-6-1659-15</inkml:trace>
  <inkml:trace contextRef="#ctx0" brushRef="#br0" timeOffset="71">30053 15107 9500 0,'0'0'1501'15,"0"0"-1333"-15,0 0-28 16,0 0 912-16,0 0 568 0,0 0-316 0,0 0-752 16,-87 65-252-16,59-35-68 0,-4 5-72 15,-4 2 28-15,0 5-88 0,-4 5 48 16,-4 4-72-16,1 3-76 0,-1 4 124 15,-4 2-68-15,-4-3-52 0,4 0-4 16,1-1 48-16,2-4-36 16,6-4 40-16,3-11-52 0,8-4-64 0,8-11-108 15,4-7-80-15,12-5-272 0,4-6-396 16,0-4-760-16,4 0-1269 16,17-4-3379-16</inkml:trace>
  <inkml:trace contextRef="#ctx0" brushRef="#br0" timeOffset="72">30372 15679 9912 0,'0'0'2461'0,"0"0"-1365"0,0 0 464 16,0 0 0-16,0 0-216 0,0 0-484 15,0 0-428-15,0 0-224 16,80-33-36-16,-61 17-172 0,5 4-20 0,0-4 16 16,-3 5-104-1,-2 3 96-15,-3 4-148 0,-4 4 100 0,-4 0-52 0,0 4 104 0,-4 4-4 16,0 6 12-16,-4 5 136 16,0 3 60-16,0 6-24 0,-4 7 208 15,0 4 72-15,-4 4-232 0,0 9-124 0,0-2-96 0,-3 8-80 16,2 2 32-16,-3 1-40 0,1-2 4 0,-2 6-136 0,2-5-24 15,2-4-24-15,1-1-200 16,4-4 16-16,1-10-180 16,3-7-420-16,0-8-604 0,0-10-1160 0,0-3-3125 15</inkml:trace>
  <inkml:trace contextRef="#ctx0" brushRef="#br0" timeOffset="73">19798 12183 912 0,'0'0'2400'16,"0"0"-2296"-16,0 0 4712 0,0 0-3260 0,0 0-99 15,0 0-417-15,4-71 148 0,-4 71-132 0,0 0-48 32,0 0 36-32,0 0-112 0,0 0-88 0,0 0-44 0,0 3-92 0,0-3-180 0,0 4-236 15,0-4-12-15,0 0-60 16,0 6-76-16,0 3-132 0,0 7-8 0,0 10 0 31,0 6-4-31,0 6-60 0,0 6 0 16,0 7-72-16,3 3 20 0,1 3 4 0,4 3-4 15,5-3 16-15,-6 1 12 0,6-7 32 16,-2-4 52-16,5-3 8 0,0-2 44 0,0-4 24 16,0-6-76-16,-1-7-8 0,6-3-60 15,-1-3 68-15,-1-6 120 16,5-7 52-16,1-3-160 0,3-3 72 0,-4-3-76 16,4-10-8-16,-1-8 0 0,1-5-8 0,0-5-40 15,-4-8-12-15,0-2-4 0,-5-7 60 0,-2 1-8 16,-1-1-156-16,-8-2 32 0,3-2 64 15,-3 2-112-15,-8-4-60 0,0 3-112 16,0 3 76-16,0 4-64 0,0 6 60 16,-4 6-196-16,-4 7-40 0,5 6 12 15,-1 2-40 1,0 9-208-16,0 1-164 0,4 0-116 16,0 4-520-16,-5 3-993 0,5-3-2955 0</inkml:trace>
  <inkml:trace contextRef="#ctx0" brushRef="#br0" timeOffset="74">21156 11737 3312 0,'0'0'7052'16,"0"0"-5827"-16,0 0-377 0,0 0 312 0,0 0 448 16,0 0-36-16,0 0-652 0,0 0-488 15,-39 71-296-15,22-40-12 0,2 11 60 16,-5 2 0-16,-1 7-84 0,6 3-40 31,-5 0-48-15,4 3 52-16,0-7-52 0,0-2 32 0,8-9-40 0,0-8 4 0,4-6 4 15,0-12-12-15,4-3-172 0,0-7-208 0,0-3-28 16,4 0 12-16,4 0 36 0,4-3 352 16,4-1-80-16,-4 1 76 0,4 3-100 0,0 0 24 15,-4 0 88-15,3 10 128 0,2 2 72 16,-6 11 0-16,6-2 36 0,-6 12-40 16,2 2 112-16,-2 6 124 0,-3 3-112 0,1 1-88 15,-5 3-32 1,-1 2-108-16,-3-2-92 0,4 6-72 0,-4-6 8 15,0 2-68-15,4-9-28 0,-4 1-344 16,4-14-300-16,4-2-304 0,0-10-1016 16,0-13-3221-16</inkml:trace>
  <inkml:trace contextRef="#ctx0" brushRef="#br0" timeOffset="75">22069 11706 900 0,'0'0'900'15,"0"0"-196"-15,0 0 4128 0,0 0-2964 16,0 0-396-16,0 0-67 0,0 0-37 0,0 0-152 15,0 0-332-15,0 0-88 0,0 0-200 16,-41 38-12-16,30-22-52 0,-6 2-60 16,2 5-56-16,3 6-32 0,-4-1-44 15,0 10-132-15,4 0-36 0,1 11-72 0,2 1-52 16,1 4 12-16,4 6-12 0,4 4-32 16,0 3-16-16,0 2-12 0,0-2-36 0,8 0 40 31,1-7 8-31,-2-6 8 0,5-6-4 0,-4-10-8 0,4-10-4 15,0-5-76 1,4-8-16-16,-4-5 88 0,4-7-72 0,0 1-76 0,4-4 0 16,-1-4-12-16,-2-9-48 0,3-2 84 15,-1-5-48-15,1-2 24 0,-4-3 12 16,-4-4 88-16,0 4-76 0,1 0-12 0,-6 3 136 16,-3-1-88-16,0 4 16 0,-4 3 72 15,0 0-104-15,-4 4 116 0,-7 2 36 16,-2 0-36-16,1 1-112 0,-4 3 112 15,1 2-12-15,-2 1-88 0,2 3 4 16,-2 0 84-16,-2 3-124 0,3 4 88 0,0 3 0 16,-4-1-52-16,3 4 12 0,2-1-72 15,-1-2-4-15,4 2-184 0,1 1-356 16,2-4-368-16,-3 1-236 0,5-1-224 0,3 2-361 16,-5-6-923-16,5 2-1272 0,4-4 1284 15,-4 1 2480-15</inkml:trace>
  <inkml:trace contextRef="#ctx0" brushRef="#br0" timeOffset="76">22738 12376 2204 0,'0'0'8721'0,"0"0"-6837"0,0 0-788 0,0 0-272 16,0 0-116-16,0 0 72 0,0 0-92 0,0 0-252 15,0 0-288-15,104 32-148 16,-81-32 0-16,5 0-148 0,0-4-364 0,0-3-252 16,4-1-484-16,-4-5-796 0,-8 3-2621 15,4-9-3442-15</inkml:trace>
  <inkml:trace contextRef="#ctx0" brushRef="#br0" timeOffset="77">23220 11932 9468 0,'0'0'1537'0,"0"0"-661"0,0 0 56 16,0 0 268-16,99 2-212 0,-71 11-124 0,-3 0-320 15,-1 5-280-15,-1 5-116 0,-3 2-96 16,0 5 8-16,-4 1-48 0,-4 1-12 16,-4 6-4-16,-4 0-56 0,-4 0-16 15,0 0 12-15,0-6-20 0,0-3 32 16,0-11-12-16,0-2 56 0,-4-6 8 16,4-3 16-16,-4-7 32 0,4 0-40 0,0 0 4 0,0-7 140 15,0-3 44-15,0-6-76 16,4-9-120-1,0-7-64-15,0-5-48 0,8-3 48 0,0 0 52 0,-1 5-36 0,6 3-4 16,-2 4-108-16,6 5 20 16,-5 2 40-16,-1 0 0 0,2 6-28 0,-6 3-324 15,1-1-340-15,-3 3-248 16,-2 1-644-16,-3 2-2961 0</inkml:trace>
  <inkml:trace contextRef="#ctx0" brushRef="#br0" timeOffset="78">23941 12112 248 0,'0'0'1736'16,"0"0"-1228"-16,0 0-432 0,0 0 3816 0,0 0-1672 16,0 0-796-16,0 0-443 0,0 0-145 15,0 0 12-15,0 0 44 0,-4-3-108 16,4 3-124-16,0 0-208 0,0 6-164 16,0 4-36-1,4 4 104-15,5 4 80 0,-6 4-52 16,1 1-60-16,0-2-52 0,0 2-100 15,0-7-84-15,-4-7-48 0,4-2-40 16,1-1-72-16,-5-6-40 0,3 0 24 16,1 0 76-16,4-3-112 0,0-4-12 0,4-9-100 15,0-3-88-15,4-4 64 0,-8-4 24 16,3-5-40-16,-2 3 120 0,-1 4-80 16,-4 0 60-16,0 5 164 0,-4 5 8 15,0-2 4-15,-8 11 236 0,0 0-232 16,-4 3-4-16,0 3 0 0,-4 0-68 0,0 5 64 15,-4 9-84-15,5-1 76 0,2-4-140 16,1 4-64-16,0 0-36 0,8-4-148 16,0 1-680-16,0-4-916 0,4 0-2317 0,0 0-1787 0,0-6 4833 0</inkml:trace>
  <inkml:trace contextRef="#ctx0" brushRef="#br0" timeOffset="79">24380 11484 9696 0,'0'0'1589'16,"0"0"-1049"-16,0 0 228 0,0 0 660 16,0 0-24-16,0 0-400 0,-20 92-480 0,20-54-260 15,3-1-40-15,5 12 24 0,5-2-112 16,-2 7-28-16,2 3-104 0,2 0 44 0,-3 0-48 0,0-6-76 15,0-9-120-15,4-7 20 0,-4-7 92 16,4-9-4 0,-4-6-260-16,0-7-52 0,0-3-16 0,0-3-324 15,-5 0-372-15,2-9-504 0,-9-4-1241 16,4 0-2523-16</inkml:trace>
  <inkml:trace contextRef="#ctx0" brushRef="#br0" timeOffset="80">24152 11969 940 0,'0'0'1408'0,"0"0"4604"0,0 0-4276 0,0 0-511 16,0 0-429-16,0 0 88 0,0 0 8 15,80 20-196-15,-44-18-392 16,3-2-304-16,6 0-64 16,-2-6 52-16,-3-3-276 0,0-3-208 0,0-2-496 15,0 1-728-15,0 1-2445 0,-12-1-1903 16,15 1 4981-16</inkml:trace>
  <inkml:trace contextRef="#ctx0" brushRef="#br0" timeOffset="81">24870 11896 10104 0,'0'0'1729'0,"0"0"-1077"0,0 0 384 0,-60 70 660 0,44-39-112 16,0-2-320-16,0 3-436 0,8-6-312 0,4-4-160 31,1-3-160-31,3-5-196 0,0-9-36 15,0 1-224-15,3-3-8 0,1-3-28 16,8 0 4-16,0-9 20 0,4-3-88 0,0-5-96 16,3-5-64-16,-2 0-44 0,2 0-116 15,-2 6-200-15,-2-1 24 0,-2 12 180 0,-2 2 128 16,2 3 228-16,-6 6 320 0,5 3 408 16,-8 7 308-16,8 3 68 0,-8 1-140 0,0 2-64 15,0-3-12-15,0 1-8 16,-4-6-100-16,4-3-264 0,1-9-196 0,-2-2-148 15,5 0-312-15,0-13-76 0,4-8-184 0,0-11-756 16,-4 3-2517-16,8-26-4247 0</inkml:trace>
  <inkml:trace contextRef="#ctx0" brushRef="#br0" timeOffset="82">25104 11341 3572 0,'0'0'2072'0,"0"0"2620"0,0 0-3159 0,0 77 155 16,0-44 60-16,8 12-192 0,1 3-252 16,-1 3-256-16,3 5-240 0,-2 5-244 0,-1-1-92 15,-1 1-204-15,-3-7-152 16,0-4-116-16,0-9-112 0,5-8-8 0,-2-7-232 16,1-11-40-16,-4-5-120 0,5-4-188 0,-6-3-184 15,1-3-456-15,-4 0-644 16,0-3-712-16,-7-7-2325 0,-6 1-1127 15,1 3 6016-15,-12-11-915 0</inkml:trace>
  <inkml:trace contextRef="#ctx0" brushRef="#br0" timeOffset="83">24953 11922 3460 0,'0'0'508'0,"0"0"5112"15,0 0-3943-15,0 0-301 0,0 0-40 16,0 0 16-16,0 0-192 0,0 0-64 16,0 0-256-16,0 0 108 0,80-48-336 15,-48 36-268-15,4-4-164 0,-5 0-168 0,-3 0-12 16,0-1-48-16,0 3-208 0,-8-2-540 15,0-1-460 1,0 1-620-16,-4 4-2704 0,0-1-4281 0</inkml:trace>
  <inkml:trace contextRef="#ctx0" brushRef="#br0" timeOffset="84">25615 11878 104 0,'0'0'10800'15,"0"0"-8731"-15,4 72-633 0,-4-46 496 16,0-1-156-16,0 0-300 0,-4-5-792 0,4-4-620 16,0-7-64-16,0 1-272 0,0-7-300 15,0 0-340-15,-4-3-288 16,4-3-868-16,-9-3-2485 0,5-1-4623 16,-11-12 7589-16</inkml:trace>
  <inkml:trace contextRef="#ctx0" brushRef="#br0" timeOffset="85">25571 11706 6504 0,'0'0'2896'15,"0"0"-163"-15,0 0-1697 0,0 0-32 16,0 0-96-16,0 0-452 0,0 0-456 0,76 13-24 0,-61-13-988 0,-2 6-436 16,-2 1-709-16,1 2-2167 0,4 0 68 15,0 8 2484-15,0 1 1772 16,4 5 1316-16,-4 2 368 0,0 4 3536 0,0 2-2727 15,0 4-301 1,-4-3-232-16,-5-1-316 0,6-2-220 0,-5-6-280 0,-1-4-348 16,6-3-332-16,-5-10-244 15,3-3-136-15,2-3-84 0,-2-3-220 16,10-13-220-16,-6-6-180 16,5-4-140-16,1-5-80 0,-6-5-148 0,1 5-216 15,-4-1-244-15,-4 7 220 0,-8 3 308 16,0 2 316-16,-4 1 604 0,-8 7 204 0,-4 3 400 15,0 4 452-15,0 5-76 0,4 0-240 16,-4 11-124-16,1 4-100 0,-2 4-80 16,2 4 0-16,2-1 208 0,2 0-88 0,3-3-420 15,-5-3-136-15,9-4-260 0,1-2-444 16,-1-7-164-16,4 0-200 0,0-3-508 16,4-6-652-16,3-9-2173 0,6 2-947 0</inkml:trace>
  <inkml:trace contextRef="#ctx0" brushRef="#br0" timeOffset="86">26105 11808 1656 0,'0'0'6080'16,"0"0"-2071"-16,0 0-2841 0,0 0 92 16,0 0 316-16,23 73 40 0,-23-61-184 0,0 4-400 15,0-6-528-15,0-4-360 0,0 1-132 16,0-7-12-16,5 0-12 16,-1 0-220-16,4-4-208 15,3-5-76-15,6-1-36 0,-2-6-16 16,1 1 72-16,0-1 0 0,0 3 36 0,0 3 72 15,-4 8 136-15,0 2 100 0,0 0 152 16,-4 2 504-16,0 10 120 16,-4 2 160-16,0-1-32 0,-1 2-148 0,2 1-76 15,-5 3-88-15,0-3-64 0,0-3-96 16,0-4-176-16,0 1-104 0,0-3-220 0,0-5-488 16,0-2-296-16,8 0-256 0,0-2-728 0,-1-5-2556 15,14-12-3757-15</inkml:trace>
  <inkml:trace contextRef="#ctx0" brushRef="#br0" timeOffset="87">26682 11665 7492 0,'0'0'4945'0,"0"0"-3049"0,0 0-1376 0,0 0 224 0,-71 69 748 16,55-50 68-16,0 0-212 0,-1 1-748 0,10-8-552 15,3 0-48-15,4-5-72 16,0 3-172-16,4 0-136 0,3-4 60 15,10 3 64-15,-1 1 60 16,4 0 132-16,0-1 64 0,-5 0 0 0,5 1 52 16,-3-1 32-16,-6 4 100 0,-3-4 244 0,0 4 64 15,-3 1-140-15,-5-2-84 0,0 1-84 16,-9 2-100-16,-3 1-84 0,-4-3-36 16,1 3-256-16,-10-7-332 0,1-2-184 0,1-7-284 15,-1 0-272-15,0 0-1456 0,8-7-3349 16,-4-8-875-16</inkml:trace>
  <inkml:trace contextRef="#ctx0" brushRef="#br0" timeOffset="88">26834 11182 404 0,'0'0'8464'15,"0"0"-6203"-15,0 0-809 0,0 0 368 0,0 0-520 16,0 0-556-16,0 0-284 0,0 0-36 0,44 25-116 0,-36-6 4 16,-1 3 32-16,2 11-48 0,-5-2-100 15,-4 7-36-15,0 4 88 0,0-1 60 0,0 0 144 16,0 0-136-16,-4-3-240 0,4 1-76 0,-5-5-12 16,5-2-76-16,0 0-192 0,5-3-260 15,-1-4-24-15,4 3 8 0,3-3 160 0,2 4 148 16,-2 0 164-16,6 0 84 0,-2 2 0 15,5 1 60-15,-4-3 116 16,0 3-40-16,-4-1-124 16,0 1-12-16,-4 0 0 0,-4-1-136 15,4 1-412-15,-4-1-472 0,-4 5-800 16,0-1-1140-16,0 3-2693 0,0-10 945 0,8 10 3593 16</inkml:trace>
  <inkml:trace contextRef="#ctx0" brushRef="#br0" timeOffset="89">27419 12690 9200 0,'0'0'7053'0,"0"0"-7053"0,0 0-984 0,0 0-1912 16,-115 19-9105-16</inkml:trace>
  <inkml:trace contextRef="#ctx0" brushRef="#br0" timeOffset="90">25989 1263 2752 0,'0'0'1096'0,"0"0"-640"0,0 0-144 16,0 0 92-16,0 0 0 0,0 0 64 15,0 0 144-15,0 0-208 0,0 0-92 0,0 0-16 16,0 0 344-16,0 0 680 0,0 0-532 15,8-19-208-15,-8 16-23 16,0 3-17-16,0 0-16 0,0 0-40 0,0 0-48 16,0 0-28-16,0 0-80 0,0 0-100 0,0 0-36 15,0 0-80-15,0 0-60 0,0 0-40 0,0 0 52 16,0 0-16-16,0 3 4 16,0-3-52-16,0 7 4 0,0-1 92 0,0 7 80 15,0 3 28-15,0 3-40 0,0 0-104 16,0 3 28-16,4 3-12 0,-4 0 36 15,0 5 0-15,0 1-108 0,0 7 0 0,0 0 44 16,0-2-48-16,-4 2-40 0,4-4 40 16,-4 1 12-16,4-6 88 0,0-1-88 0,0-5-8 15,0-5-4-15,0-1-76 0,0-6 28 16,0-4 36-16,0 0-52 0,0-4-48 0,0-1 12 16,0-2-40-16,0 0 16 15,4 0-68-15,-4 0-348 0,0 0-108 16,4-2-48-1,-4-8-124-15,9 1-616 0,-6 0-737 0,5-11-2151 16</inkml:trace>
  <inkml:trace contextRef="#ctx0" brushRef="#br0" timeOffset="91">26412 1616 4700 0,'0'0'5604'0,"0"0"-4227"0,0 0-797 15,0 0-84-15,0 0 244 0,0 0 152 0,0 0 92 16,0 0-244-16,0 0-572 0,0 0-168 15,0 0 0-15,51 0 388 0,-19 0-76 0,8 0-88 16,0 0-52-16,0-3-12 0,-1-1-96 16,2-3-60-16,-6 1-4 0,1 1-136 15,0-2 60-15,-1-3-120 0,-3 1-128 0,1-1-696 16,-6-1-316-16,1-3-688 0,-12 4-1873 16,4-12-2967-16</inkml:trace>
  <inkml:trace contextRef="#ctx0" brushRef="#br0" timeOffset="92">26869 1419 8656 0,'0'0'364'32,"0"0"-364"-32,0 0 0 0,0 0 696 0,0 0 352 0,84 0-7 15,-60 2-333-15,0 3-324 0,1 1-144 0,-6 0-84 16,1 7 8-16,-4-1-156 0,0 8 80 15,-4-1-12-15,-5 6-76 0,-7 0 8 0,0 4-8 16,-4-1 140-16,-7 1-24 16,-6 0-52-16,2-1 12 0,-5-3-76 0,4 1-200 15,-4-3-232-15,0-4-180 0,4-5-220 0,0 0-417 16,8-9-951 0,0 0-2140-16</inkml:trace>
  <inkml:trace contextRef="#ctx0" brushRef="#br0" timeOffset="93">27507 1355 7156 0,'0'0'1284'0,"0"0"-936"0,0 0 80 0,0 0 568 16,0 0 193-16,0 0-189 0,0 0-296 0,80-18-248 15,-56 18-48-15,-1 0-104 16,2 2 12-16,-1 5-12 0,-4-1-64 16,-5 0-88-16,2 5-40 0,-10-3 40 0,1 3 48 15,-8 1-72-15,0 4 20 0,0 3-8 16,-8 3 52 0,-8 4-104-16,1-1-76 0,-2 0 0 15,-2 0-8-15,3-2 44 0,0-4 52 0,4-6-12 16,4-5-76-16,4-1-12 0,0 0 0 15,4-4-124-15,0 0-88 0,0 4 212 16,0-4 12-16,8 3 124 0,0 4-8 16,4-4 8-16,0 4 24 0,3-4-32 15,1 0-116-15,5 1 60 0,-6-1-12 0,2-3-60 16,-2 0-8-16,5-3-68 0,-4 0-160 16,4 0-516-16,-4 0-404 0,4-3-544 0,-8 0-1037 15,4-7-2515-15</inkml:trace>
  <inkml:trace contextRef="#ctx0" brushRef="#br0" timeOffset="94">27232 695 7672 0,'0'0'1196'0,"0"0"-1028"0,0 0-52 0,0 0 352 0,0 0 72 16,0 0-164-16,0 0-16 0,-79 29-99 15,59-20-5-15,-1 7-76 0,-2-3 384 16,-1 2-168-16,0 4-152 0,0-2 12 0,-4 2 48 16,5-3-36-16,-1 3-36 15,-1 3-120-15,1 3-104 0,0 0 56 0,1 1-12 16,3-1-52-16,4 4-12 0,0-4 0 15,4 4-116-15,4-7-40 0,4 0 120 0,4-2-80 32,0-2-24-32,0-8 36 0,9-1 28 0,-2-2 88 15,5-4 52-15,0-3 24 0,4 0 76 16,0 0 128-16,0-7-116 0,0-5-164 0,-1 2 0 16,2-6-128-16,-6 4 128 0,-3-1 76 15,-4 4 52-15,-4-1 52 16,0 4-16-16,0 0-88 0,0 2-76 0,-8 4-140 15,-3-3 24-15,-2 0-124 0,2 3-40 16,-6 0-64-16,2 0 168 0,-2 6-132 16,10 1 12-16,-5-1-8 0,4 0-56 0,4 4-424 15,4-4-753-15,0 4-979 0,0-1-2060 0</inkml:trace>
  <inkml:trace contextRef="#ctx0" brushRef="#br0" timeOffset="95">28132 1511 2492 0,'0'0'6212'16,"0"0"-4584"-16,0 0-775 15,0 0-81-15,0 0-156 0,0 0-144 0,0 0-40 16,0 0 116-16,0 0 188 0,0 0-172 15,101-3-196-15,-70 3-168 0,-3 0 24 0,4 3 108 0,0 0-148 16,0 0-120-16,0-3 12 16,-4 0-64-16,0 0-12 0,0 0-104 15,-1-6-320-15,-3-3-360 0,4-4-376 0,-8-3-664 16,-1 6-2361-16,-2-12-2983 0</inkml:trace>
  <inkml:trace contextRef="#ctx0" brushRef="#br0" timeOffset="96">28567 1327 9232 0,'0'0'968'0,"0"0"-968"0,0 0 0 0,0 0 0 0,0 0 813 0,0 0 139 16,0 0-32-16,0 0-216 0,83 42-236 16,-62-34-124-16,-1 5-16 0,-5 4-100 15,2 2 124-15,-2-1-48 0,-2 1-104 16,-6 7-128-16,-3-1-68 0,-4 0 64 0,0 7 8 15,-11-3-68-15,-2 3 108 0,-2-4-116 16,-6 1-256-16,1-4-96 0,1-2-152 0,-1-4-228 16,-1-4-172-16,6-2-348 15,2-3-873-15,-2-4-2083 0</inkml:trace>
  <inkml:trace contextRef="#ctx0" brushRef="#br0" timeOffset="97">29240 1511 11085 0,'0'0'1400'16,"0"0"-1400"-16,0 0-140 16,80-16 140-16,-60 16 140 0,-8 0 116 15,-1 0 268-15,-6 0 24 16,-1 0-116-16,-4 0-92 0,4 0-124 15,-4 0-28-15,0 3 116 0,-4 7 160 0,-5 2-48 16,-6 7-136-16,-5 0-156 0,-3 7-116 0,2-1 44 16,1-2-48-16,5-4-8 15,2-7-4-15,9-2-92 0,0 0-136 16,4-1-108-16,0-3 108 0,0 4 20 0,8 2 116 16,1 1 36-16,2-2 52 0,-3 1 8 0,5-3 4 15,-6 0 0-15,5-2 0 0,-8 0 8 16,-4-1 108-16,0 2 120 0,0 3 4 15,-4 2-64-15,-8-1-8 0,0 1-168 16,0-1-8-16,-3-2-172 16,2-3-124-16,5-2-208 0,-3-1-108 0,2-1-64 15,2-3-156-15,-1 0-736 0,4 0-837 0,0-7-1639 0,4-2-224 16</inkml:trace>
  <inkml:trace contextRef="#ctx0" brushRef="#br0" timeOffset="98">29694 1613 10392 0,'0'0'1177'16,"0"0"-1177"-16,0 0 0 0,0 0 664 16,0 0 244-16,0 0 200 0,0 0-236 0,0 0-244 15,80 47-120-15,-52-40-108 0,0-7-152 16,4 3-172-16,4-3-76 0,-4 0 0 15,4-3-112-15,-9-4-312 0,5 1-220 0,-4 0-400 16,-4-4-480-16,-8 4-1185 16,0-5-2215-16</inkml:trace>
  <inkml:trace contextRef="#ctx0" brushRef="#br0" timeOffset="99">29906 1470 9700 0,'0'0'1377'16,"0"0"-1373"-16,0 0 72 0,0 0 500 0,0 0 260 15,0 0 68-15,0 0-152 0,0 0-248 0,91 16-152 0,-70-10-24 16,2 4-112-16,-3-1 8 0,0 0-84 16,0 4-16-16,-4 3-112 0,-4 0 0 0,0 0 4 15,-8 3 20-15,-4 2-36 0,0 6-8 16,-8 1-92-16,-8 4 100 0,-4 4-76 15,-4-6-100-15,0 3-136 0,0-5-232 16,9 0-200-16,-6-8-324 0,10-1-600 0,-2-10-1341 16,10-3-3311-16</inkml:trace>
  <inkml:trace contextRef="#ctx0" brushRef="#br0" timeOffset="100">30862 1749 6004 0,'0'0'2264'16,"0"0"-828"-16,0 0-1216 16,0 0 116-16,0 0 337 0,0 0-121 0,0 0-244 0,0 0-216 15,0 0-92-15,0 0-156 0,88 20-436 0,-73-20-1049 16,-2 0-1031-16,2 0-2848 15</inkml:trace>
  <inkml:trace contextRef="#ctx0" brushRef="#br0" timeOffset="101">31328 1746 6976 0,'0'0'1364'0,"0"0"-716"16,0 0 220-16,0 0 437 0,0 0-253 15,0 0-104-15,0 0-236 0,0 0-344 0,0 0-344 16,0 0-24 0,0 0-368-16,88 16-664 0,-77-20-596 0,17-5-1517 15</inkml:trace>
  <inkml:trace contextRef="#ctx0" brushRef="#br0" timeOffset="102">31679 1520 6764 0,'0'0'4173'0,"0"0"-2861"16,0 0-1044 0,0 0 24-16,0 0 448 0,0 0 616 0,0 0-224 0,0 0-552 0,0 0-368 15,0 0-200-15,0 0 0 0,8 0 116 0,-8 0-64 16,4 0-64-1,0 0-148-15,-1 0 60 0,10-3 76 0,-5 3 4 16,7 0-4-16,5 0-112 0,-3 0-88 16,2 0 72-16,1 3 0 0,4 1 88 15,-4-1-36-15,0 3 0 0,-5-2 28 16,2-2-68-16,-6 5 124 0,-2-4-4 16,-1 0 4-16,-4 0 4 0,0 0 108 15,-4 4-8-15,0 5 0 0,0 2-12 16,0 4-76-16,0 8 68 0,0 6-68 0,-4-1 100 0,-4 4-112 15,4 1-8-15,0-3-92 16,-1 0 48-16,2-1 44 16,-1-4-220-16,0 1-96 0,0-7 60 15,4-3 60-15,-4-3 28 0,0-1 52 0,4-4-92 16,-5 1-152-16,5-3-140 0,-3 1-332 16,3-4-468-16,0 1-1001 0,0-4-939 15</inkml:trace>
  <inkml:trace contextRef="#ctx0" brushRef="#br0" timeOffset="103">32185 1756 13449 0,'0'0'2300'0,"0"0"-2300"0,0 0-564 0,0 0 436 0,0 0 128 0,0 0 768 16,0 0-224-16,0 0-396 0,0 0-96 16,0 0-8-16,88 6-44 0,-64-6-112 15,4 0 100-15,-1 0-76 16,5 0-100-16,-5-4-180 0,1 2-196 15,0-5-196-15,-3-3-316 0,-5 4-936 16,-9 0-1929-16,1-7-2215 0</inkml:trace>
  <inkml:trace contextRef="#ctx0" brushRef="#br0" timeOffset="104">32456 1600 9320 0,'0'0'1088'15,"0"0"-1088"-15,0 0 0 0,0 0 400 16,0 0 141-16,0 0-1 0,0 0 164 0,0 0 76 0,0 0-156 16,0 0-260-16,64 67-160 31,-61-42-64-31,-3 0 48 16,0 4-48-16,-3 2 12 0,-5 1-92 0,-5 3-60 15,2-6-60-15,-2 0-132 0,9-7-172 0,0-7-308 0,4-5-552 16,8-3-881-16,1-7-1175 0,6-4-3132 15</inkml:trace>
  <inkml:trace contextRef="#ctx0" brushRef="#br0" timeOffset="105">32874 1628 15545 0,'0'0'2200'15,"0"0"-2200"-15,0 0-632 16,0 0 368-16,0 0 264 0,0 0 240 0,0 0-240 16,56-76-512-16,-40 54 120 0,3 3 104 15,-2 3-64-15,-2 7-264 0,-2-1 108 16,-6 7 344-16,-3 0 88 0,0 3 76 0,-4 0 152 16,0 3 88-16,0 3 128 0,0 4-80 15,-4 6 64-15,-3 3-48 0,3 3-204 16,0 3-88-16,-5 4 88 0,1 3 40 0,5 6 148 15,-5 0-24-15,4 3-28 0,-5 1 36 16,5-1-48-16,-3 0-100 0,3-6-12 16,0 1-48-16,4-6-64 0,-4-4 0 0,-1-5-52 15,1 6-60-15,1-8-172 16,-1-1-488-16,-4 2-384 0,0-4-564 0,0 0-868 16,0-7-437-16,-4 1-1471 0</inkml:trace>
  <inkml:trace contextRef="#ctx0" brushRef="#br0" timeOffset="106">32802 2165 64 0,'0'0'10308'16,"0"0"-7943"-16,0 0-1537 0,0 0-304 0,0 0 296 16,0 0 352-16,0 0-232 0,0 0-432 15,0 0-248-15,0 0 12 16,0 0-72-16,0 0-200 0,76 0-500 0,-52 0-368 16,-4-2-528-16,-5-3-820 0,2-1-2881 15</inkml:trace>
  <inkml:trace contextRef="#ctx0" brushRef="#br0" timeOffset="107">26751 2558 1096 0,'0'0'6748'16,"0"0"-5192"-16,0 0-860 0,0 0-88 15,0 0 257-15,0 0 275 0,0 0 84 16,0 0-164-16,0 0-392 0,0 0-280 0,0 0-68 15,-41-31-48-15,29 31-108 16,-4 0-40-16,1 6-24 16,-6 5-36-16,2-3-4 0,3 5-48 0,-8 3-12 0,4 6-4 0,-4 7-96 15,4-1 28-15,1 7-40 0,-2 3-64 16,1 0 0-16,8 1-48 0,5-4 32 16,-2-7 116-16,5-6-48 0,4-3 48 15,0-6-72 1,4-7 96-16,5 1 4 0,2-3 48 0,1-2 12 15,0-2 136-15,4 0-124 0,0-9-24 16,0-1-124-16,0 0-12 0,0-5 20 16,-8 2 92-16,4 0 24 0,-8 4 88 15,0-1 88-15,-4 7 48 0,0 0 16 16,0 3-24-16,-8 0-84 0,-4 0-132 0,-4 0-140 16,0 0 52-16,0 0-4 0,1 0-8 15,-2 0-64-15,2 0-36 16,2 0-12-16,5 0-192 0,5 0-368 0,-1 0-348 0,4 0-672 15,0-3-1313-15,0-13-4187 0</inkml:trace>
  <inkml:trace contextRef="#ctx0" brushRef="#br0" timeOffset="108">26949 2304 10000 0,'0'0'1521'0,"0"0"-1517"0,0 0 132 16,0 0 416-16,0 0-16 0,0 0 28 16,0 0 20-16,0 0-380 0,0 0-204 15,0 0-52-15,17 23 52 0,-22-4 152 0,-3 6-36 16,0 4-116-16,-3-3-4 0,2 2-60 0,5-3 0 16,0-2 12-16,1-8 52 0,3 1 48 15,0-3-44-15,0-3-4 0,0-3 216 16,3-1-52-16,1 2-36 0,4-4 48 15,1 3 0-15,2-1-12 0,1-6-40 16,8 2-8-16,-3 2-52 0,2-4-64 16,1 0-140-16,0 0-176 0,-4 0-620 0,0 0-644 0,-8 0-1497 15,-4 3-4391-15</inkml:trace>
  <inkml:trace contextRef="#ctx0" brushRef="#br0" timeOffset="109">26687 3498 9972 0,'0'0'1857'0,"0"0"-1369"0,0 0-476 16,0 0 256-16,0 0 384 0,0 0 136 15,0 0-64-15,-84 7-196 0,68 2-252 0,0 0-136 0,4 2-52 16,-4 4 12-16,0 1 60 0,0 1 36 0,4 4-48 15,0 2-24-15,4 2 64 16,1 6-24-16,-2 1 20 0,9 0-32 0,0 4-40 16,0-5-28-16,0 1-84 0,4 0 0 15,5-7-12-15,-2-3-88 0,5-4 52 16,0-4-40-16,0-5-12 0,0-3 40 16,0 1-16-16,4-7 0 15,-4 0 4-15,4-7-40 0,0-1 12 16,-1-2 48-16,-2-6-24 0,-5 3 40 15,-1 1 24-15,-3-2-24 0,0 5 36 16,-4 4 48-16,0-2-48 0,-4 0 12 16,-4 1-12-16,-3-1-12 0,-5-2 0 15,-4 3-52-15,4-1-140 0,-1 4 196 16,2 0-56-16,-1 0-24 0,4 0-100 0,4 3-264 0,1-4-216 16,-2 4-192-16,5-3-288 0,0 0-717 15,4 0-983-15,0-11-2648 0</inkml:trace>
  <inkml:trace contextRef="#ctx0" brushRef="#br0" timeOffset="110">26862 3317 8536 0,'0'0'1280'0,"0"0"-1060"0,0 0 324 0,0 0 305 0,0 0-53 0,0 0-92 16,0 0-220-16,0 0-268 0,0 0-212 0,0 0 56 16,0 0-56-16,72-8 84 15,-72 20 64-15,-5 7-152 0,1 0-28 16,-4 4-96-16,-3-5-8 0,2-2 132 16,5-3 112-16,0-7 4 15,4 0-116-15,0-6-116 0,0 4-176 0,0-1 140 16,8-3 152-16,5 3 164 0,-2 0 4 0,2 0-92 0,-2 0 12 15,5 1-36-15,-4-4 12 0,-4 3 188 16,0 0 28-16,-4 0-4 0,1 0-8 0,-5 3-32 16,0 1 44-16,0 6-28 0,-9 2-100 15,-3 5-152-15,-4-1-236 16,0 0-92-16,-4 0-100 0,1-3-128 0,-1 0-360 16,-4-1-388-1,8-2-833-15,-12 3-1967 0</inkml:trace>
  <inkml:trace contextRef="#ctx0" brushRef="#br0" timeOffset="111">26782 4182 9412 0,'0'0'1613'0,"0"0"-957"0,0 0-512 0,0 0 84 15,0 0 592-15,0 0 428 0,0 0-476 16,0 0-532-16,0 0-240 0,0 0-140 0,-63 47 140 16,42-28 44-16,5 0 120 0,1 3 152 0,-6 0-4 15,6 3-12-15,-1 0-20 0,4 5-44 16,-1-5 40-16,6 4 0 0,3-7-56 15,0 0-144-15,4-6-76 0,0-7-172 16,4 1 108-16,4-6-48 0,0-1 36 16,4-3 4-1,-1 0-116-15,2-7 40 0,-2 0 84 0,-3-5 60 16,1 3 0-16,-1-1-68 0,-5 1 24 16,1 2-16-16,0 1-112 15,-4 2-40-15,0 4 216 0,-4-3-64 0,-3 3 4 16,-6 0-304-16,1 0 84 0,-3 0 68 15,-1 0 136-15,0 0-152 0,4 3 180 16,0 1-120-16,3-1 68 0,2 0-140 0,3-3-232 0,0 3-164 16,0-3-360-16,4 0-681 15,0 0-651-15,0-3-2044 0</inkml:trace>
  <inkml:trace contextRef="#ctx0" brushRef="#br0" timeOffset="112">27001 4007 10064 0,'0'0'1417'0,"0"0"-1289"0,0 0-24 0,0 0 48 0,0 0 668 16,0 0 392-16,0 0-272 15,0 0-652-15,0 0-288 0,-20 82 0 16,16-57 0-16,0-2 88 0,4-1 140 15,0-6-76-15,4 3-28 0,0-6 76 16,8-4-36-16,0 1 40 0,0-4-4 16,4-3 12-16,0 0-24 0,4-3-88 15,0-3-100-15,0-6-372 0,4-7-284 16,0 0-336-16,-5-3-480 0,-6 3-1076 0,-2-6-2901 0</inkml:trace>
  <inkml:trace contextRef="#ctx0" brushRef="#br0" timeOffset="113">27077 4098 4680 0,'0'0'4068'15,"0"0"-3252"-15,0 0-300 0,-36 84 116 0,28-59 373 16,1 3-5-16,2-3-336 0,-3 1-664 16,4-3-88-16,0 4-1052 0,0-7-829 15,-8 12-2135-15</inkml:trace>
  <inkml:trace contextRef="#ctx0" brushRef="#br0" timeOffset="114">26738 5057 1148 0,'0'0'3284'0,"0"0"-1276"0,0 0-956 0,0 0-468 16,0 0-24-16,0 0 100 0,0 0 52 0,0 0-132 16,0 0-272-16,0 0-279 0,0 0-29 15,0 0-181-15,0 0-103 0,0 0-504 16,0 4-404-16,0-1-420 0,0 3-1552 16,0-19-540-16</inkml:trace>
  <inkml:trace contextRef="#ctx0" brushRef="#br0" timeOffset="115">26738 5254 6704 0,'0'0'1248'16,"0"0"-1016"-16,0 0-180 0,0 0 404 16,0 0 384-16,0 0 168 0,0 0-583 0,0 0-409 15,16 70-16-15,-16-60-69 16,4-4-7-16,-4 4 64 0,4-4-364 15,-4 4-696-15,0-4-484 0,0 7-1264 0</inkml:trace>
  <inkml:trace contextRef="#ctx0" brushRef="#br0" timeOffset="116">26806 5667 6188 0,'0'0'4012'16,"0"0"-3095"-16,0 0-365 0,0 0-12 15,0 0 124-15,0 0 24 0,0 0-76 16,0 0-320-16,0 0-192 0,-76 86-36 0,60-64-12 0,0 3 96 16,0-3 80-16,4 4 36 15,-4-1 40-15,4 0 8 0,1 1-8 0,2-3-100 16,5-2-92-16,1 2 48 0,-1-4-72 0,4 0-88 15,0-3-24-15,4-4-76 16,-1-2-112-16,6 0 12 16,3-7 20-16,-1-3-48 15,6 0 128-15,-2-7 40 0,5-9 60 0,1-2-68 16,-2-8 60-16,1-2-84 0,-3-1-160 16,-2 7-100-16,-7 3-104 0,0 2 64 0,0 5 124 15,-8 6 128-15,0-1 140 0,0 7 24 16,-4 0 296-16,-4 0-156 15,-4 0 40-15,-3 4 48 0,-6 3 28 0,1 1-44 16,5 3-72-16,-6 1-12 0,1 1-64 16,5-1-84-16,-2 1-4 0,6 0-48 0,-1-4-56 15,0 1-72-15,4-4-428 0,4-3-308 16,0-3-352-16,4 0-925 0,0 0-1115 16,4-16-2624-16</inkml:trace>
  <inkml:trace contextRef="#ctx0" brushRef="#br0" timeOffset="117">27137 5277 8716 0,'0'0'2032'0,"0"0"-1079"16,0 0-237-16,0 0 216 0,0 0 288 15,0 0-84-15,0 0-380 0,0 0-308 16,0 0-188-16,-53 70-36 0,46-45-48 0,-1 4 8 16,0 2-8-16,4 4 44 0,4-4-48 15,0 2-12-15,0-8-96 0,0 0-64 0,0-6 0 16,8-3-88-16,-4-3-8 15,4-7-40-15,-1 1-112 0,2-7-188 16,3 0 40-16,-1-3 96 0,6-4-12 0,-1-5-52 16,-4-1-52-1,-1 0 4-15,-2 0 72 0,-5 4-16 16,-4 3-12-16,0-1 304 0,0 7 60 0,-13 0 8 16,-2 0-8-16,-5 9-108 0,-8 4-268 15,0 4-168-15,-4 5-132 16,-4 0-76-16,0 6-637 0,8-9-859 0,-11 16-2196 15</inkml:trace>
  <inkml:trace contextRef="#ctx0" brushRef="#br0" timeOffset="118">2848 8443 7096 0,'0'0'3112'16,"0"0"-2271"-16,0 0 431 0,0 0-532 0,0 0-280 0,0 0-384 15,0 0 672-15,0 0 48 0,28 88-180 16,-8-47-60-16,8 11 56 0,4 4-88 0,4 14-4 16,-1 6-188-16,6 10-148 15,-2 3 16-15,5 6 20 0,-4-3-160 0,-4 3 28 16,0-9-88-16,-1-6 48 0,-7-11-48 0,-3-12-72 15,-1-8 24 1,-9-9-40-16,1-11-36 0,0-4-220 16,-5-9-236-16,-2-6-252 0,-1-4-284 0,3-6-320 0,-2-6-652 31,-5-4-269-31,4-21-2311 0</inkml:trace>
  <inkml:trace contextRef="#ctx0" brushRef="#br0" timeOffset="119">3430 8788 1512 0,'0'0'9521'0,"0"0"-8325"0,0 0-800 15,0 0 472-15,-92 36 300 0,64-15-412 0,1 8-216 16,-5 3-72-16,-5 3-104 0,2 6-104 16,-5 9-96-1,4 5-164-15,-4 8-40 0,0 4-20 16,1 6 48-16,3 0-128 0,0 0 140 15,0-3 0-15,4-7-52 0,4-6-48 0,5-7-124 0,3-1 0 0,-1-11-344 16,10-2 76 0,-1-9-140-16,3-4-252 15,6-8-380-15,3-5-525 0,0-3-731 0,0-5-44 0,12-2-640 16</inkml:trace>
  <inkml:trace contextRef="#ctx0" brushRef="#br0" timeOffset="120">4004 8043 8944 0,'0'0'1296'0,"0"0"-744"0,0 0 465 0,0 0 35 15,-80-11-20-15,64 15-20 0,-4 5-292 0,5 0-208 16,2 8-204-16,-2 8-84 15,2 4-112-15,5 6 48 0,1 6-108 16,3 3 72-16,4-2-124 0,0-7-64 0,4-4-84 16,-1-12-76-16,5-6 0 0,1-7-44 15,2-6 92-15,1 0 76 0,1-6 100 16,2-7 52-16,1-3-52 0,-4-6 36 16,4-4-36-16,-4 1-4 15,-1-3-44-15,2 2 48 16,-5 4 0-16,3 3-88 0,-2 3 16 0,-1 7-56 15,-1 6-8-15,2 3 108 0,3 0 28 16,-5 12 192-16,6 4 232 16,-5 6-192-16,3 6 40 0,-3 8-8 0,1 2-80 15,-2 6 116-15,1 4-140 0,1-1-84 16,-1 8 120-16,-5-1-56 0,1-4-32 0,-4-3 92 16,0-1-64-16,0-5 60 0,-4-3 52 0,-3-7-4 0,-2-6-108 15,-3-1-24-15,5-10 72 16,-10 0 12-16,6-8-16 0,-6-3-92 0,2 1-52 15,-5-4-36-15,-1 0-148 0,-2-7-8 0,-1-2-140 16,-4-7 12-16,4 0-96 0,-4-3 36 16,5 0 120-16,3-4-84 0,-1 1-140 15,10 0 40-15,3 0-328 0,3 2-248 16,5 5-204-16,0-4-712 0,13 2-473 16,-6 9-791-16,10-9-3240 0</inkml:trace>
  <inkml:trace contextRef="#ctx0" brushRef="#br0" timeOffset="121">4669 8876 3768 0,'0'0'7993'0,"0"0"-7045"16,0 0-208-16,0 0 692 0,0 0 16 0,83-8-460 0,-66 4-160 15,2 4-64-15,-2-2-248 16,3-3-184-16,-1 3-184 0,5-2-148 0,-7 2-76 0,2-2-96 16,-3 2-48-16,-4 2-184 15,0 0-644-15,-8 0-344 0,0 8-776 16,-4 3-908-16,0 14-2569 0</inkml:trace>
  <inkml:trace contextRef="#ctx0" brushRef="#br0" timeOffset="122">4614 9245 6612 0,'0'0'3088'0,"0"0"-1643"0,0 0-685 0,0 0 136 16,0 0 164-16,0 0-236 0,0 0 44 0,0 0 288 15,0 0-324-15,91-16-284 0,-55 7-228 0,0-4-100 16,-1 0-108-1,1-2-112-15,1 2 0 0,-2 0-220 0,1-2-288 16,0 2-548-16,-1 0-576 0,-7 7-1544 16,8-4-5477-16</inkml:trace>
  <inkml:trace contextRef="#ctx0" brushRef="#br0" timeOffset="123">5637 8382 8140 0,'0'0'4'0,"0"0"3873"0,0 0-2789 16,0 0-224-16,0 0 312 0,0 0 36 16,0 0-168-16,64 86-276 0,-36-55-76 0,4 8-128 15,3-2-148-15,10 8-160 0,2 6-32 16,5 6-44-16,0 3-8 0,7 3-64 16,1 7-56-16,0 3 56 0,0 1-104 0,-4 2-4 15,-4-3-156-15,-5-7 12 0,1 1 32 16,-4-7-20-16,-4-6-4 0,-4-9-36 15,-4-7-60-15,-4-6 12 16,0-10-160-16,-9-3-284 0,-3-10-112 16,-4-2-220-16,-4-7-560 0,-3 0-688 15,-5-4-1649-15,0-18-2499 0</inkml:trace>
  <inkml:trace contextRef="#ctx0" brushRef="#br0" timeOffset="124">6455 8483 10108 0,'0'0'2561'16,"0"0"-1821"-16,0 0-396 16,0 0 340-16,-77 83 364 0,53-52-116 15,1 10-308-15,-1 4-140 0,-4 6-48 16,0 3-104-16,0 7-136 0,-4 8-144 0,-4 5-52 15,-8 5-12-15,1 7-64 16,-1 6-20-16,-4-3 80 0,5-1-104 16,2-8-4-16,5-11-52 0,8-8-56 0,4-14-240 0,9-12-152 0,3-6-156 15,3-10-304-15,9-6-808 16,0-7-913-16,0-3-2315 0</inkml:trace>
  <inkml:trace contextRef="#ctx0" brushRef="#br0" timeOffset="125">7059 7845 3616 0,'0'0'2516'16,"0"0"2008"-16,0 0-2863 0,0 0-577 0,0 0-92 15,0 0-296-15,0 0-144 0,0 0-36 16,0 0-124-16,-87 66-84 0,67-36-108 15,-4-2-60-15,4 7-44 0,1-3 4 16,2 3-92-16,2 0 0 0,-2-7-8 16,6 1-4-1,2-4-56-15,5-6 52 0,0-2 8 0,4-9 4 16,0-2 8-16,0 1 36 16,0-1-36-16,8 0 64 0,5 5 48 0,-2 1 24 15,6 1 52-15,-2 2-64 0,5 2-76 16,1-1-12-16,-2-1 40 0,1 1-80 0,1 3 104 0,-2-3-108 0,1 1 0 15,-1-5-4 1,-2 1-44-16,-2-5 40 0,2 6-92 16,-1-9 8-16,-1 6-60 0,2-5-24 0,-6 0-64 15,5-2-360-15,0-4-368 0,1 0-256 16,-6 0-456-16,1-4-1149 0,4-8-2587 16</inkml:trace>
  <inkml:trace contextRef="#ctx0" brushRef="#br0" timeOffset="126">7546 8004 1448 0,'0'0'9673'0,"0"0"-8365"0,0 0-720 0,0 0 356 15,-96-3 156-15,72 6-120 0,0 3-148 0,5 1-152 0,2 2-208 16,6 1-248-16,-6 5-224 0,10 8-80 15,-1-1 36-15,4 7 44 16,4-4 0-16,0 0-12 0,4-3-148 0,4-6-16 16,-1-5-48-16,2-6 40 0,-1-5 12 15,-1 0 60-15,5 0 56 0,4-5 48 0,0-12 4 16,-4 1-120-16,9-6-140 0,-10 3 16 0,5-3 84 16,0 2 24-16,-1 5 28 0,-2 2 24 15,2 7-52 1,2 3 16-16,-6 3 40 0,6 0 84 15,-2 9 64-15,2 4 108 0,-6 0 168 16,6 6 28-16,-6-1-56 0,6 8-64 0,-6-1 12 16,1 5-36-16,-3 1 0 0,2 1 48 15,-3 3-100-15,-4-4-24 16,1 1-12-16,-2-4 64 0,-3-3-4 0,0-1 24 0,0-3-60 16,0-5 36-16,-3 0-60 0,-6 0 36 15,1-6 60-15,-3 2-48 16,-6-5-128-16,6-1-56 0,-10 0-160 0,6-6-156 15,-5 0-76-15,-5-3-100 0,1-3-212 16,-4-4-224-16,1-2 28 0,-1-4-256 0,0-3-440 16,12 3-1237-16,-12-10-2467 0</inkml:trace>
  <inkml:trace contextRef="#ctx0" brushRef="#br0" timeOffset="127">7912 7868 6564 0,'0'0'3168'0,"0"0"-787"0,0 0-769 0,0 0-184 0,0 0-104 16,88 35-240-16,-69-27-208 15,6-1-148-15,-5 3-240 0,8-2-144 16,-4-1-100-16,-1 3-144 0,1 0-88 0,0-1-12 15,-3 1-8-15,-2-1-44 0,1 1 52 16,-4-1 12-16,0-2-8 0,-4 2-4 16,0-3 0-16,0 0 8 0,-5 1 52 15,1-1-52-15,-3 0 52 0,-1-2-12 16,0-1 28-16,-4 1 8 0,0-1 24 0,0 0 52 0,0-1 48 16,0 5 180-16,0 3 109 15,-8 3-217-15,-8 3-160 0,0 3-68 0,-4 6 20 0,-4 3-68 16,-4 4-4-16,-4-1 0 15,-4 9-136-15,-7 1-200 0,-5 3-237 16,0 0-243-16,-4 1-432 0,13-10-1336 0,-17 9-4837 16</inkml:trace>
  <inkml:trace contextRef="#ctx0" brushRef="#br0" timeOffset="128">4673 10407 8656 0,'0'0'3293'16,"0"0"-2181"-16,0 0-740 0,0 0-172 0,0 0 108 16,0 0 300-16,0 0 276 0,0 0-52 15,0 0-184-15,0 0-188 0,100 19-212 16,-76-16-76-16,0 0-160 0,-5-3-12 0,5 4-40 15,-3-4 32-15,-6 0-140 0,1 0-52 16,0-4-24 0,0 1-764-16,-8 0-496 0,4 3-1216 15,-12-2-2461-15</inkml:trace>
  <inkml:trace contextRef="#ctx0" brushRef="#br0" timeOffset="129">4724 10671 5156 0,'0'0'1640'16,"0"0"2428"-16,0 0-2951 0,0 0-273 16,0 0 88-16,0 0-184 0,0 0-368 0,0 0-164 15,0 0 260-15,0 0 140 0,0 0-248 16,88 5-268-16,-60-5-100 0,4 0-112 16,-4 0-16-16,0 0-60 0,4 0-352 0,0 0-648 15,0 0-732-15,-4-2-2445 16,3-4-3707-16</inkml:trace>
  <inkml:trace contextRef="#ctx0" brushRef="#br0" timeOffset="130">5761 9959 6564 0,'0'0'1716'16,"0"0"-292"-16,0 0-908 0,0 0-180 15,0 0 389-15,0 0 339 0,0 0-196 0,0 0-116 0,0 0-320 16,-84-50-292-16,72 66-140 0,5 9-152 16,3 7 152-16,-5 6 88 0,5 6-88 15,0 7-60-15,4-3 60 0,0 0 88 16,0-4 168-16,0-6-120 0,0-9-36 0,0-4 4 15,0-13 32-15,0-2-84 16,0-3-52-16,0-4-8 16,0-3-56-16,0 0-100 0,0 0-164 0,8 0-128 15,1 0 368-15,2 0 88 16,1 0 140-16,4 3-140 0,-4 3 64 16,4 5-4-16,0 1 144 0,0 3 0 0,-4 8 36 15,0-1-16-15,0 7 16 0,-1-1-100 16,-2 7-28-16,-1 1-112 0,-4-3-8 15,-1 0-144-15,1-2-12 0,-4-2-60 0,4-4-92 16,-4 1-104-16,0-8-172 0,0 2-404 0,0-4-720 16,0-3-597-16,0-7-795 0,0 0-1544 15</inkml:trace>
  <inkml:trace contextRef="#ctx0" brushRef="#br0" timeOffset="131">6363 10550 1540 0,'0'0'7408'15,"0"0"-5972"-15,0 0-711 0,0 0-97 16,0 0 336-16,0 0 68 0,-17-67-248 16,17 52-240-16,0 2-192 0,4-6-136 0,4 3-92 31,1 0-112-31,-2 0-12 0,1 4 0 0,1 2-72 15,2 1-4-15,1 5-52 0,1 1 4 0,6 3 120 16,-3 9 4-16,8 8 136 0,-4 6 128 16,4 4 0-16,-4 5-124 0,-1 3-48 15,2 3-88-15,-6-3-4 0,1 0-104 0,1-7 88 16,-6-6-44-16,-3-5-52 0,0-9-4 16,1 3-72-16,-6-8-112 0,1 0-304 0,4-3-604 15,0-6-568-15,-3 0-1285 0,-2-17-2767 0</inkml:trace>
  <inkml:trace contextRef="#ctx0" brushRef="#br0" timeOffset="132">6709 10341 2736 0,'0'0'1876'0,"0"0"3868"0,0 0-4623 0,0 0-569 16,0 0 176-16,0 0 204 0,-84 44-144 16,69-28-32-16,-2 7-88 0,-3-1-300 15,5 3-180-15,-2 4-28 0,2-1-96 16,-2 1-64-16,6-4-112 0,-6 0-52 15,6-3-24-15,3-2-64 0,1-4-216 16,2-5-440-16,1 3-220 16,4-4-652-16,0-1-929 15,0-6-1599-15</inkml:trace>
  <inkml:trace contextRef="#ctx0" brushRef="#br0" timeOffset="133">7151 10185 5320 0,'0'0'820'0,"0"0"1608"0,0 0-1144 15,0 0-432-15,0 0 89 16,0 0-173-16,-92 35-64 0,73-16-16 16,-1 0-244-16,0 6-164 0,4 4-128 0,4 3-16 15,4 0 40 1,4 3-36-16,4-3-28 0,4 1 28 16,4 0 24-16,4-1-24 0,4-4-16 0,0-3 40 15,-1-6 100-15,6-3 136 0,-1-2-124 16,-5-8-112-16,6-4-52 15,-6 2-28-15,-2-1-72 0,2-3-12 0,-2 0-48 16,-6 0-28-16,1-7-24 0,0-1-508 16,-3-6-552-16,-5 3-536 0,0-3-1445 0,0-5-3163 0</inkml:trace>
  <inkml:trace contextRef="#ctx0" brushRef="#br0" timeOffset="134">6996 10443 4180 0,'0'0'1332'0,"0"0"2804"0,0 0-3012 0,0 0-223 0,0 0 151 15,0 0 260-15,0 0-112 0,0 0 36 16,0 0-464-16,99 0-264 0,-75-4-148 16,4 1-212-16,0-1-148 15,-4-2-100-15,4-2-12 0,0-6-120 0,-1-2-388 32,1-6-684-32,0-3-728 0,-4 6-2269 0,1-20-2103 15</inkml:trace>
  <inkml:trace contextRef="#ctx0" brushRef="#br0" timeOffset="135">7443 9953 5184 0,'0'0'6473'16,"0"0"-5129"-16,0 0-884 0,0 0 288 16,0 0 288-16,47 90 336 0,-23-59-204 0,0 7-240 15,0 3-264-15,8 7-212 0,-5 2-132 16,6 11-208-16,-1-1-112 0,0 0-160 0,-1 1-84 15,-3-7-48-15,-1-9-124 0,1-8-348 16,-4-4-164-16,-3-12-296 16,3-4-616-16,-9-11-712 0,-3-6-1961 0,-3-3-2451 15</inkml:trace>
  <inkml:trace contextRef="#ctx0" brushRef="#br0" timeOffset="136">7853 10144 2632 0,'0'0'8605'15,"0"0"-7449"-15,0 0-620 0,-36 67 240 16,19-39 112-16,2 9 148 0,-1 5-116 16,-4-1-288-16,0 7-244 0,0 3-292 0,1 3-96 0,-2 0-68 15,1 4-56-15,-3-1-188 0,-1-7-48 16,0 1-216-16,3-9-420 0,2-8-216 15,3-11-1076 1,4-8-2529-16,-1-5-2011 0</inkml:trace>
  <inkml:trace contextRef="#ctx0" brushRef="#br0" timeOffset="137">8255 9592 92 0,'0'0'6052'0,"0"0"-1436"15,0 0-3935-15,0 0-281 0,0 0 268 16,16 76 212-16,-12-41 48 0,4 2 44 0,-4 11-144 15,7 0-148-15,2 9-156 0,-2 0-80 16,6 4-84-16,-2 4-52 0,6 6-12 16,-6 0-100-16,-2 1-132 0,2-3-64 15,-2 1-8-15,-2 1-80 0,2-12-60 0,-6 0-36 16,1-12-260-16,0-3 36 0,-4-6-88 16,1-9-64-16,2-4-120 0,-3-6-328 15,4-3-576-15,-4-6-852 0,0-7-1965 16,0-3-2047-16</inkml:trace>
  <inkml:trace contextRef="#ctx0" brushRef="#br0" timeOffset="138">8792 9599 5868 0,'0'0'3192'15,"0"0"-2144"-15,0 0-219 0,0 0 83 0,0 0 36 16,0 0-44 0,88 91-28-16,-71-53-104 0,3 3-196 0,-1 7-208 15,1 3-104-15,0-1-180 0,-4 1-84 0,1 4-12 16,2-8-60-16,-7 0-80 0,4-12 4 16,-5-6 44-16,2-10-48 0,-2-7 140 15,-3-5 12-15,5-7 88 0,-2 0 140 0,2-7 60 16,-2-5 0-16,1-4-4 0,-3-3-24 0,2-10 40 15,-3 1 32-15,1-5-72 0,-5-4-72 0,-1 2-56 16,-3-3-68 0,0-3-4-16,0 3-60 0,0 0-84 15,-3 0-76-15,-1 2-112 0,-5 5-408 0,-3 2-480 16,5 4-528-16,-10 3-924 0,6 9-2273 16</inkml:trace>
  <inkml:trace contextRef="#ctx0" brushRef="#br0" timeOffset="139">8940 9864 1356 0,'0'0'8880'15,"0"0"-7335"-15,0 0-685 0,0 0 364 0,0 0 116 16,0 0-144-16,0 0-336 0,0 0-464 16,0 0-284-16,0 0 88 0,41 0-64 0,-18-7-136 15,1 1-108-15,4-2-28 0,0-6-88 16,0 5-544-16,0-4-252 15,4 0-756-15,-13 1-2205 0,13-4-3043 0</inkml:trace>
  <inkml:trace contextRef="#ctx0" brushRef="#br0" timeOffset="140">9466 9404 6268 0,'0'0'2196'0,"0"0"-952"0,0 0-208 16,0 0 81-16,0 0 87 0,0 0-236 0,0 0-424 15,0 0-216-15,0 0-112 0,0 0-16 16,0 0 140-16,24 67 88 0,-11-32-36 16,-2 6-156-16,1 0-12 0,0 7-172 0,0 3-52 15,-4 2-12-15,4 1-64 0,-4 1-60 16,-1-5-64-16,2-5 0 0,-1-10 20 0,-4-10-20 16,0-9 72-16,-4-10-32 15,3-3-4-15,1-3-12 0,0 0-40 0,1-3 116 16,3-6 12-16,-1-7 36 0,1-3-236 15,-4-4 8 1,5 1 140-16,-5 3 136 0,-4 4 0 16,3 5 0-16,-3 0-72 0,4 8-52 0,0 2 4 15,-4 0-16-15,4 0 140 16,0 0 88-16,1 6 180 0,2 3 84 0,1 4-96 16,0 0-44-16,1 2-84 0,-2 5 8 15,1-2-8-15,0-1-116 0,-3 2-12 16,6-4-72-16,-7 2-128 0,4-9-232 0,0 3-300 15,0-9-84-15,-4-2-452 0,8-2-641 16,-9-9-943-16,10-11-2456 0</inkml:trace>
  <inkml:trace contextRef="#ctx0" brushRef="#br0" timeOffset="141">10199 9604 7432 0,'0'0'2308'0,"0"0"-771"0,0 0-909 0,0 0 128 16,0 0 328-16,-99 64 32 0,75-45-212 15,0 0-148-15,4 0-280 0,0 3-240 0,5 3-136 16,2 2 12-16,1 0-16 0,9 2 16 0,-1-1-24 16,4 1 12-16,0-1-92 0,4-2-4 0,3-4 4 15,1-6-8 1,0-3 0-16,4-4-4 0,-4-3-132 0,4 1 0 15,0-3 0-15,0-4-64 0,4 0 24 0,-4-11 80 16,4 3-504-16,-4-5-284 0,-5-4-352 16,2-2-612-16,-5 3-1245 0,-4 4-2323 0</inkml:trace>
  <inkml:trace contextRef="#ctx0" brushRef="#br0" timeOffset="142">10052 9874 92 0,'0'0'2660'16,"0"0"-1980"-16,0 0 3420 0,0 0-1356 0,0 0-839 15,0 0-637-15,0 0-340 0,0 0-248 0,0 0-240 16,0 0-400-16,0 0 36 0,-8-3 60 0,24 0 140 16,4-1-112-16,0 2-164 0,4-5-144 15,-1-2-116-15,5-5-876 16,-4-1-604-16,-7 5-2197 0,6-15-3855 0</inkml:trace>
  <inkml:trace contextRef="#ctx0" brushRef="#br0" timeOffset="143">10601 9432 940 0,'0'0'10505'0,"0"0"-8557"16,0 0-956-16,0 0 92 0,0 0 0 0,0 0-76 0,0 0-328 16,0 0-420-16,0 0-248 15,-39 90-12-15,27-62-64 16,0 4-8-16,0 3-28 0,0-3-72 0,0 0-28 15,-3-1 40-15,2-3 12 0,2-2-12 16,2-4 8-16,1-3 16 0,4-2 24 16,0-9 24-16,1 3-12 0,3-5-24 0,0 0-12 15,0 1 12-15,0-5 12 16,0 2 100-16,3 2 12 0,5-4 68 0,0 5 96 0,1-3 48 16,2-1 72-16,6 0-60 15,-6 0 36-15,6-3-24 16,2 3-24-16,-3 1-64 0,4-1-36 0,-4 0 36 0,3 3-88 0,-2 1-48 15,3 2-12-15,-5 0-48 0,2 1 0 16,2-3-52-16,-6 2-96 0,2 0-16 16,1-2-496-16,0-1-188 15,-4-6-276-15,0 0-692 16,0 0-2025-16,0-9-2839 0</inkml:trace>
  <inkml:trace contextRef="#ctx0" brushRef="#br0" timeOffset="144">11052 9462 1736 0,'0'0'1288'16,"0"0"4592"-16,0 0-4588 0,0 0 25 15,0 0 131-15,-88 21-216 0,77-5-360 16,-2 7-252-16,2 2-244 0,7 3-84 15,0 4-56-15,-1 0-36 0,5-3-152 0,0-7-48 16,5-3-120-16,-1-6-16 16,0-7-88-16,3-3-68 0,6-3 104 0,-2 0 24 15,5-6 100-15,-4-7 52 0,8-3-164 16,-4 1-128-16,0-2 16 0,0 2 148 0,-1 2 64 0,2 3-36 16,-1 4-4-16,3 6 116 15,-2 0 132-15,2 6 236 0,-2 7 8 0,-2-1 28 16,-2 5-56-16,2 2-52 0,-2-3-84 15,-2 3-12-15,-3 3-16 0,4 3 52 16,-4 0-24-16,0 5 36 0,-4-3 172 0,1 5 28 31,-5 0-252-31,0 0-84 0,-5-4-16 16,1-2 4-16,-4-3 8 0,0-4-20 16,0-5 8-16,-4-3-96 0,1-3-24 15,-2-3-392-15,1-5-236 16,-4 0-80-16,1-10-316 0,-6-6-196 0,6 0-1144 0,-13-24-3081 0</inkml:trace>
  <inkml:trace contextRef="#ctx0" brushRef="#br0" timeOffset="145">11371 9318 6644 0,'0'0'1920'0,"0"0"473"0,0 0-1005 0,0 0-124 16,80 20-172-16,-61-18-336 0,5 2 40 16,0 2-112-16,4-3-200 0,0 1-260 0,0-1-212 15,4-3-12-15,-4 3-8 0,0-3-76 16,-1 3 8-16,-3-3 64 0,-4 3-76 16,-4-3 28-1,-4 3-40-15,-4 0 96 0,0 4 4 16,-4-1 56-16,-4 7 156 0,0 3-212 15,-8 6 0-15,-4 3-408 0,-8 7-80 0,-8 6-128 16,0 0-204-16,-12 10-304 0,1 0-968 16,3-10-1905-16,-20 25-2891 15</inkml:trace>
  <inkml:trace contextRef="#ctx0" brushRef="#br0" timeOffset="146">9530 10557 612 0,'0'0'7780'0,"0"0"-5892"0,0 0-531 0,0 0-41 16,0 0-68-16,0 0-36 0,0 0-276 15,0 0-164-15,0 0-188 0,0 0-424 16,0 0-36-16,4 12 172 0,8 18 12 0,3 7-24 16,-2 3-136-16,2 9 24 0,-2-2-112 15,-2 5-60-15,2-5-60 0,-5-3-52 0,-1-2-60 16,1-4-12-16,1-9-12 0,-1-10 84 15,-5-7-48-15,-3-5-24 0,4-4-40 32,-4-3-24-32,4 0 24 0,-4 0 0 0,4-3 180 0,0-4 40 0,1-5 4 15,-1-1-52-15,-4-3 52 0,3 1 64 16,-3 1-16-16,4 5-48 0,0-1-8 16,-4 8-152-16,0-3 8 15,4 5-84-15,0 0-24 0,1 0 252 16,2 0 8-16,1 7 52 0,4 3 112 0,0 3 48 15,0 2-12-15,-4 1-140 16,4 3 4-16,-4-3-64 0,0 3-124 16,0-6-4-16,0 3-84 0,-4-7-228 0,3 4-640 15,-3-4-580-15,5-2-905 0,-5-4-1819 0,0-3-1776 16</inkml:trace>
  <inkml:trace contextRef="#ctx0" brushRef="#br0" timeOffset="147">10032 10900 5944 0,'0'0'1768'16,"0"0"1533"-16,0 0-1733 0,0 0-320 0,0 0 320 15,0 0-124-15,0 0-412 0,0 0-364 16,0 0-360-16,0 0-308 0,4 0-96 0,-4 0-124 16,0 0-100-16,0 0-524 0,0 0-660 0,0-7-1088 15,0-3-2113-15,4 3-3083 0,-4-4 7436 16,-8 46-76-16</inkml:trace>
  <inkml:trace contextRef="#ctx0" brushRef="#br0" timeOffset="148">10319 10649 6444 0,'0'0'220'0,"0"0"2996"0,0 0-1475 0,0 0-817 0,0 0-44 16,0 0 200-16,0 0 92 0,0 0-240 0,0 0-384 16,0 0-176-1,71 76-60-15,-51-51-40 0,5 1-40 0,-1-3-68 16,-1 2-120-16,1 0-44 0,-4 0-64 16,0-3-96-16,-4-3-36 0,-4-3-88 15,4-6-264-15,-8-4-472 0,3-3-192 16,2-3-448-16,-6-6-917 0,-3-1-2523 15</inkml:trace>
  <inkml:trace contextRef="#ctx0" brushRef="#br0" timeOffset="149">10618 10629 2888 0,'0'0'116'0,"0"0"6440"0,0 0-4931 16,0 0-585-16,0 0-80 15,0 0 144-15,-76 33-232 0,60-14-128 0,-4 3-388 16,5 6-184-1,-6 0-172-15,1 5-48 0,5-1-40 16,-6 2-52-16,6-5-76 0,-2 2-132 0,6-5-472 16,-2-1-220-16,6-2-416 15,-1-8-709-15,0 2-1875 0,3-11-1120 0,2 1 4260 16</inkml:trace>
  <inkml:trace contextRef="#ctx0" brushRef="#br0" timeOffset="150">10749 10696 6472 0,'0'0'2884'0,"0"0"-1091"16,0 0-457-16,0 0 260 0,0 0-260 0,0 0-528 0,0 0-344 0,84 4-388 0,-76-4-76 16,0 0-140-16,4 0-376 0,-4 0-640 15,-4 0-492-15,3 0-1357 0,-7 6-3695 16</inkml:trace>
  <inkml:trace contextRef="#ctx0" brushRef="#br0" timeOffset="151">10829 10868 2884 0,'0'0'1340'0,"0"0"2180"0,0 0-1680 15,0 0-227-15,0 0 195 0,0 0-320 16,0 0-340-16,0 0-216 0,0 0-508 0,0 0-376 15,83 3-48 1,-66-6-136-16,3-3-820 0,-1-5-972 0,1 6-2685 0,0-11-4771 16</inkml:trace>
  <inkml:trace contextRef="#ctx0" brushRef="#br0" timeOffset="152">11176 10512 7884 0,'0'0'2512'0,"0"0"-851"0,0 0-953 0,0 0 44 0,0 0 312 16,0 0-4-16,0 0-28 0,0 0-248 16,91 76-276-16,-70-53-152 0,2 2-96 15,-3-3-144-15,0 1-116 0,0-1 0 16,-4-7-100-16,-1 1-84 0,2-3-88 0,-2-3-420 0,2-3-520 0,-6-7-488 16,2 0-1184-16,-2-17-3149 15</inkml:trace>
  <inkml:trace contextRef="#ctx0" brushRef="#br0" timeOffset="153">11454 10531 572 0,'0'0'11173'0,"0"0"-9497"0,-48 73-848 16,29-41-56-16,-5 3-120 0,4 3-172 0,0 0 8 15,0 0-100-15,5-5-168 0,2-8-220 16,1-3-324-16,4-11-616 0,0 0-472 0,4-5-1112 15,4-9-3653-15</inkml:trace>
  <inkml:trace contextRef="#ctx0" brushRef="#br0" timeOffset="154">11948 9224 1864 0,'0'0'12645'15,"0"0"-11045"-15,0 0-1600 16,0 0 0-16,0 0 144 16,0 0 340-16,0 0 16 0,0 0-500 0,0 0-64 15,0 0-120-15,0 0-92 0,53-36-340 16,-38 30 76-16,-2 3 240 15,-2 3 96-15,1 6 40 0,-4 13 164 16,0 3 128-16,-4 14 84 0,0 1-84 0,-4 8-80 16,0 5 92-16,0 1-52 15,-4 3-88-15,0-3-4 0,0 0-136 0,4-3 40 0,-4-10 100 16,4-3 124-16,0-10-12 0,0 0-12 0,4-5-92 16,0-1-4-16,0-1 120 0,4 2 80 0,-1-1-52 15,2 0 12-15,3 3 72 0,-5 0-24 16,6-3 24-16,-1 3-48 0,0 0-76 15,0 1 12-15,-1-4-100 0,2 0-24 16,-2 0-8-16,6-3-104 0,-2 3 0 16,-2-3 112-16,2 6 44 0,5 0-44 0,-4 3-8 15,4 5 4-15,-4-3 4 0,0 9 0 16,-1 2 172-16,2 0-36 16,-6 3 0-16,2 4 12 0,-5-4-36 0,3 0 136 0,-7-3 256 15,5 0 52-15,-5-2-276 16,-4-8-280-1,3 1-84-15,-3-4-164 0,0-3-600 0,0 0-564 16,-3-9-1128-16,-5 4-3805 0</inkml:trace>
  <inkml:trace contextRef="#ctx0" brushRef="#br0" timeOffset="155">12343 10900 5472 0,'0'0'9161'0,"0"0"-7825"0,0 0-448 0,0 0 332 15,0 0-384-15,0 0-160 0,0 0-332 0,0 0-344 16,-52 64-652-16,48-64-1200 0,-16 2-4881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17:08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3454 2245 380 0,'0'0'11053'0,"0"0"-9653"0,0 0-724 0,0 0 516 0,0 0-8 16,20-71 32-16,-16 66-140 0,0-1-200 16,-4 1-92-16,4 3-48 15,-4 2-252-15,0 0-240 0,0 7-172 16,3 1-8-16,-3 12 44 0,4 5 88 0,-4 16 81 15,5 10 27-15,-5 15-48 16,0 14-76-16,-9 12-44 0,2 10-128 0,-1 8 64 16,-5 8-60-16,2 6-4 15,-1-1-4-15,-4 2-4 16,4-10-36-16,0-5-24 0,0-15-40 0,4-15 52 16,5-14-132-16,-2-17-88 0,5-21-144 15,0-9-113-15,0-13-179 0,5-6-80 16,2-6-108-16,5-16-568 0,4-10-668 15,0 3-1940-15,0-47-2125 0</inkml:trace>
  <inkml:trace contextRef="#ctx0" brushRef="#br0" timeOffset="257.875">4043 2346 10212 0,'0'0'3197'15,"0"0"-2433"-15,0 0 460 0,0 0 296 0,69 89-168 0,-46-54-232 32,5 3-32-32,8 3-344 0,4 6-124 15,7 8-183-15,6 5-145 0,6 6-124 0,1 2-36 16,0-2 64-16,0-2-136 16,-5-7-60-16,1-7 0 0,0-5-8 0,-8-9-64 15,-1-5-160-15,-2-9 124 0,-10-3-132 0,1-9-356 16,-8-7-757-16,-4-6-519 15,-1-19-792-15,-6 2-1800 0,-10-31-2517 16</inkml:trace>
  <inkml:trace contextRef="#ctx0" brushRef="#br0" timeOffset="451.772">4984 2413 8612 0,'0'0'5309'15,"0"0"-4385"-15,0 0-920 0,0 0 68 0,-48 91 656 0,25-51 576 16,-5 7 100-16,-4 3-592 15,-5 11-324-15,1 2-84 0,-7 10-72 16,-1 3-76-16,-4 6-160 0,-8 8-96 0,0 1-120 16,0 2-76-16,1-4-24 0,3-10-100 15,13-5-56 1,2-15-128-16,14-7-396 0,3-15-428 16,12-8-596-16,4-13-672 0,4-7-1381 15,4-2-455-15</inkml:trace>
  <inkml:trace contextRef="#ctx0" brushRef="#br0" timeOffset="766.584">6223 2317 8280 0,'0'0'4781'0,"0"0"-3637"0,0 0-916 16,0 0 416-16,-16 71 692 0,0-43 244 0,-4 7-348 15,-8 6-312-15,-8 6-212 0,-3 10-248 0,-10 10-288 0,-6 14-172 16,-8 10-44-16,-6 7-16 16,-2 7 60-16,-4 3 0 0,-2 3-44 15,2-3-64-15,6 0-100 0,6-6-132 0,3-7-124 16,13-6-172-16,7-10-64 15,8-5-596-15,8-15-832 0,8-7-1060 16,8-21-2381-16,8-6-687 0</inkml:trace>
  <inkml:trace contextRef="#ctx0" brushRef="#br0" timeOffset="1203.132">6434 3182 6688 0,'0'0'2336'0,"0"0"129"0,0 0-877 16,0 0-328-16,-95-36 92 0,71 34-260 16,-1-2-324-16,-3 4-48 0,5 0-140 0,-5 6 8 0,0 6-36 15,-3 7-220-15,-1 7-320 0,0 12-12 16,0 7-112-16,0 9 28 0,4 2 72 0,8 5 12 16,8-1 0-16,8-2 0 0,4-1 0 15,4-3-48-15,12-6 48 0,0-7 12 16,3-6-8-16,6-7-4 0,-1-9 100 0,4-3 8 31,4-10 28-31,-1-6 84 0,1-2 60 16,0-11 256-16,0-6-75 0,-4-7-461 15,0-2-84-15,-4-4-341 0,-5-4-123 16,-2-1-196-16,-10 2-264 0,1 0-608 0,-8 7-1192 16,0 3-1733-16,-8 8-1095 0,-12 1 1113 15</inkml:trace>
  <inkml:trace contextRef="#ctx0" brushRef="#br0" timeOffset="1352.953">6139 3563 4772 0,'0'0'7797'16,"0"0"-6345"-16,0 0-1008 0,0 0 1004 16,0 0 64-16,80 12-164 0,-48-12-192 15,0-4-328-15,0-4-292 0,3-9-208 0,-3 1-328 16,4-5-8-16,-4-2-540 0,-1-3-256 16,-3 1-212-16,-3 0-328 0,-5 3-1256 0,-9 3-2797 0,2 2-3287 15</inkml:trace>
  <inkml:trace contextRef="#ctx0" brushRef="#br0" timeOffset="1504.855">6578 3479 6612 0,'0'0'5333'16,"0"0"-3633"-1,0 73-1524-15,4-41-100 0,0 3 620 16,3 0 376-16,-3 0 160 0,4-3-252 0,1-7-400 16,-2 0-196-16,1-5-384 0,5-4-104 15,-6-4-144-15,9-5-456 0,0-7-512 0,0-3-900 16,4-17-2417-16,-9 1-4075 15</inkml:trace>
  <inkml:trace contextRef="#ctx0" brushRef="#br0" timeOffset="1822.167">7084 2388 6884 0,'0'0'7677'16,"0"0"-6493"-16,0 0-984 0,0 0 268 0,0 0 516 15,0 0 524 1,0 0-512-16,0 0-496 16,0 0-344-16,0 0-140 0,0 0-12 0,3 3-4 15,1 6 108-15,5 4 112 0,-5 6 84 0,4-3 84 16,-1 6-131-16,6-3-101 16,-5 6-56-16,-1 5 68 0,1 3-12 15,5 9-8-15,-2 9-64 0,-3 12 12 0,4 7-48 16,0 13-44-16,-4 2-4 15,4 11-40-15,0 0 0 0,-5-2 32 0,2 5-68 16,-1-1-32-16,0-3-112 0,-1 1-108 16,-2-4-13-16,3-6 1 15,0-11 24-15,-1-5-172 0,2-9-268 0,3-11-436 16,-5-8-280-16,2-7-72 0,-1-13-380 0,-4-6-1205 16,-1-14-4131-16</inkml:trace>
  <inkml:trace contextRef="#ctx0" brushRef="#br0" timeOffset="2623.512">8315 3177 704 0,'0'0'11917'0,"0"0"-9425"0,0 0-1232 0,0 0-588 16,0 0 36-16,0 0 8 0,0 0 136 0,80-12 16 15,-33 3-320-15,5-1-144 0,-1 1-28 16,1-1-132-16,-3 0-135 0,-6 4-97 16,-3-3-12-16,-4 2-77 0,0-2-119 15,-4 2-240-15,-8 1-148 0,-1 3-360 0,-6 0-272 16,-6 3-1164-16,-7 0-2080 0,-4 9-1941 0</inkml:trace>
  <inkml:trace contextRef="#ctx0" brushRef="#br0" timeOffset="2810.528">8422 3565 5652 0,'0'0'2420'15,"0"0"2009"-15,0 0-2573 0,0 0-416 16,0 0 48-16,0 0-360 0,0 0-440 0,0 0-244 15,0 0-140-15,0 0 320 0,0 0 120 0,100-25-344 16,-56 12-119 0,4 0-197-16,-1 1-84 0,9 2-120 0,0 0-185 15,4 1-83-15,0 3-564 0,11-1-28 16,-3 4-1072-16,-16 0-3280 0,23-3-5777 16</inkml:trace>
  <inkml:trace contextRef="#ctx0" brushRef="#br0" timeOffset="3640.961">11346 1758 6320 0,'0'0'1456'0,"0"0"2497"0,0 0-2173 0,0 0-476 31,0 0-120-31,0 0-356 0,0 0-56 0,0 74 132 16,5-26-68-16,-5 11-200 0,0 4-148 15,0 11-148-15,-5-4-140 0,2 3-200 16,-5-6-48-16,-4 3-60 0,0-7-112 0,-4 0-84 15,0 1-504-15,-8-7-68 0,-3-3-308 16,-10 0-1212-16,9-16-2333 0,-19 13-2731 16</inkml:trace>
  <inkml:trace contextRef="#ctx0" brushRef="#br0" timeOffset="3912.502">10191 3140 3796 0,'0'0'248'0,"0"0"6292"0,0 0-4011 0,0 0-549 15,0 0-224-15,0 0-672 0,0 0-432 16,0 0-220-16,0 0-188 0,0 0-232 0,0 0 124 16,25-7 196-16,22 1 192 0,9 0-36 15,7-1-120-15,14 1-52 0,6 0-100 16,12-4-19-16,6 4 107 0,2-4-40 16,9 1-56-1,-1-1-204-15,4-2 0 0,-6-1-4 16,-10-3-48-16,-4 0-148 0,-7 0-32 15,-13 1-52-15,-7 2-145 0,-12 1-147 0,-12 1-28 16,-8 5-72-16,-8 2-124 0,-9 4-440 0,-10 4-728 16,-9 9-764-16,-5-1-281 0,-22 18-2931 0</inkml:trace>
  <inkml:trace contextRef="#ctx0" brushRef="#br0" timeOffset="4300.106">10386 3505 3604 0,'0'0'1628'0,"0"0"3176"0,0 0-3231 15,0 0-829-15,0 0 252 0,0 0 388 0,0 0-188 16,36 89-168-16,-23-45-208 0,-2 7-176 16,2 9-164-16,-2 7-172 0,-3 3-88 15,1 3 52-15,-2 0-64 0,-3 4 12 16,0-2-88-16,-4-2-8 0,0 4-124 0,0-8-64 0,0-2 48 15,0-1-140-15,0-11-128 0,0-8-8 16,0-8-4-16,4-11-184 0,4-9-284 16,4-9-540-16,0-4-1112 0,-4-6-2313 15,4-4-2635-15</inkml:trace>
  <inkml:trace contextRef="#ctx0" brushRef="#br0" timeOffset="4858.977">11566 3746 1096 0,'0'0'836'0,"0"0"6556"16,0 0-5403-16,0 0-629 0,-87-76-20 0,62 60-176 16,1 0-32-16,-4 7-172 0,0-1-104 15,-3 4-240-15,-1 3-236 0,4 3-8 0,0 0-44 16,1 13-120-16,-1 5-24 0,0 8-24 16,0 12-112-16,0 13-48 0,4 9 12 15,8 8 96-15,4 4 28 0,8 1 84 16,4-4-52-16,4-1 152 15,8-11-80-15,4-3-128 0,4-10-28 16,-5-6-23-16,6-13 11 0,3-6 40 0,-5-6-28 0,1-6-12 16,1-4-60-16,-2-3-12 15,1-7-60-15,0-2-148 0,0-7-21 16,-4 0-51-16,-4-6-112 0,0-3-92 0,-8 3-116 16,0-3-148-16,-4 1-508 15,0 2-840-15,-8 3-944 0,-8 1-2049 16,-8 1-595-16,8 8 5032 0,-16 0-763 0</inkml:trace>
  <inkml:trace contextRef="#ctx0" brushRef="#br0" timeOffset="5127.848">11191 4168 1228 0,'0'0'6700'0,"0"0"-2687"0,0 0-2393 0,0 0-376 16,0 0 40-16,0 0 16 15,0 0-384-15,84 45-276 0,-64-42-112 0,0-3-196 16,0 0-136-16,4-6-152 0,-5-8-44 16,5 0-368-1,-7 0-208-15,2-5-224 0,-3 0-340 0,-4 1-512 0,1-2-820 16,-6 5-577-16,-3-2-1099 0,-4 8 840 15,0 6 1520-15,0 3 1788 16,0 0 1748-16,0 9 912 0,0 7-100 0,0 6-408 16,0 4-435-16,0-1-221 15,0 4-172-15,8 3-176 0,-4-4-240 16,8 4-200-16,-4-4-24 0,5-2-140 0,-2-5-212 16,1-2-284-16,4-5-48 15,-4-7-220-15,8-5-128 0,-1-2-468 16,1-13-256-16,5-12-276 0,-10 7-1360 15,9-31-4061-15</inkml:trace>
  <inkml:trace contextRef="#ctx0" brushRef="#br0" timeOffset="5343.248">11992 3641 5336 0,'0'0'7565'0,"0"0"-6637"0,0 0-456 16,-4 96 284-16,0-56 252 0,4 6 120 0,0 4-200 0,0 1-188 15,8 7-176-15,4 2-100 0,4 3-156 0,-4 7-100 16,4 0-76-16,-4-1-124 0,0 1-8 0,0-3-64 16,-4-4-80-16,4-9-200 15,-4-3-196-15,0-10-196 0,0-9-228 0,-4-3-468 32,4-10-952-32,-1-6-1841 0,-7-7-3119 15</inkml:trace>
  <inkml:trace contextRef="#ctx0" brushRef="#br0" timeOffset="8310.536">13159 2076 3208 0,'0'0'0'0,"0"0"4"0,0 0 3124 0,0 0-428 0,0 0-1108 16,0 0-343-1,0 0-9-15,0 0-260 0,0 0-44 16,0 0-120-16,-79 80-260 0,63-55-56 16,0 3 120-16,-4 4-124 0,0 3-100 0,1 3-40 15,-2 0-36-15,-3 4 48 0,5-1-108 16,-1 0-40-16,-1 4-48 15,2-1-100-15,-1 4-60 16,4-1 0-16,0 4-8 0,4 3 44 0,0 2-40 16,4 5-4-16,0 1 8 0,5-6 76 0,-1 1-88 15,4-3-88-15,0 0 4 0,4 4 84 0,3-5 28 0,1 5-28 16,5-4-108-16,-2-1 104 0,9 4-52 16,-4-3 56-16,0 1 12 15,4-2 76-15,0-1-76 0,-5-1-12 0,5-1 0 0,-3-3 0 31,-2-5-4-31,2 2-36 0,-2-6-12 16,-2 1-56-16,2-5-64 0,-3-2-60 16,4-4-52-16,0-3-36 0,0-5-160 0,-1 0-196 15,10-8-220-15,-5 1-320 0,8-7-720 16,0-3-945-16,4 0-2191 0,-8-3-735 16</inkml:trace>
  <inkml:trace contextRef="#ctx0" brushRef="#br0" timeOffset="12113.385">13992 2596 3156 0,'0'0'340'16,"0"0"-92"-16,0 0 4548 0,0 0-2932 0,0 0-527 0,0 0-57 16,0 0-20-16,0 0-224 0,0 0-280 0,0 0-304 15,0 0-188-15,-4 11-52 16,4 1 60-16,0 7 0 0,0 0 64 16,0 6-16-16,0 4-8 0,4 4-56 0,0 4 40 15,-4 3-88-15,5 9-48 0,-5 2 48 16,0-1 0-1,0 5-96-15,0-5-100 0,0-3 0 16,0-1-12-16,0-8-72 0,0-4 68 16,0-5-72-16,0-4-44 0,4-6 8 15,-4 1-48-15,3-8-84 0,-3-6-124 0,4 1-64 16,-4-3-88-16,0-4-88 0,4 0-164 16,-4 0-296-16,8-7-388 15,1-3-496-15,-2-6-733 0,1 3-2043 0,0-12 824 16</inkml:trace>
  <inkml:trace contextRef="#ctx0" brushRef="#br0" timeOffset="12885.098">14311 3019 1528 0,'0'0'636'0,"0"0"1388"0,0 0 1268 0,0 0-1348 16,0 0-496-16,0 0-215 0,0 0-261 0,0 0-144 15,0 0-80-15,0 0-104 0,36 70-268 16,-20-64-84-16,-4-3 0 0,0-3-20 16,0 0-72-16,4 0 64 0,0-6-40 15,-4-4-16-15,3-5-56 0,2-1-16 0,-1-7-100 16,-1 2-36-16,-3-4-160 0,0-1-212 15,0 0 36-15,-4 0-16 16,-3 8 12-16,-2-1 100 0,1 3 104 0,-4 3 100 16,0 3 36-16,0 3 136 0,-4 2 64 15,1 2-32-15,-6 0-32 0,1 3-92 0,0 0-44 16,-4 0 0 0,0 0 60-16,5 0-56 0,-6 6-4 15,2-1-84-15,-1 6-32 16,-1 2 68-16,2-4-32 0,3 7 76 0,-4 0-48 15,4 2 40-15,0 1 0 0,4 7 12 16,-4 0 48-16,4 6 92 0,0-4 48 16,0 4-88-16,4-4 24 0,0 4-36 0,0-7-24 0,0 0-64 15,8 1-8-15,-1-6-88 16,2-2 80-16,3-2-56 0,-1 0-52 0,6-7 108 16,-2-2-32-16,2-1 0 0,3-6 48 15,-1 0 0-15,1-3-12 0,4-7-404 0,0-2-248 16,0-7-248-16,0 0-344 0,0-6-732 15,0 0-1013-15,-8 1-2603 0</inkml:trace>
  <inkml:trace contextRef="#ctx0" brushRef="#br0" timeOffset="13231.734">14996 2581 4356 0,'0'0'860'0,"0"0"1560"0,0 0-592 0,0 0-472 16,0 0 73-16,0 0-53 0,0 0-272 15,0 0-336-15,0 0-264 0,0 0-236 16,0 0-180-16,0 10-76 0,0 2 176 16,0 6 60-16,0 6-24 0,4 1 24 15,-4 3-48-15,0 4-16 0,4 1-120 0,-4 0 48 0,0-1 0 16,4 3 24-16,-4-3-40 15,4 0-20-15,-4-1-28 0,5 2 40 0,-1-1-88 0,-1-1 0 16,-3 1 8-16,4 3-8 16,-4-4-100-16,4 1 0 0,-4 0 52 0,0 0-88 15,0-4-36-15,0-6-64 0,0 1-100 16,0-7 64-16,4-1-28 16,-4-4-176-16,0-5-192 15,0 0-392-15,0 1-796 0,0-5-589 16,4 2-1795-16,-4-4-856 0</inkml:trace>
  <inkml:trace contextRef="#ctx0" brushRef="#br0" timeOffset="13865.965">14379 2711 2936 0,'0'0'116'16,"0"0"-116"-16,0 0 1604 0,0 0 1168 0,0 0-1020 15,0 0-604-15,0 0-231 0,0 0-45 0,0 0-88 16,0 0-172-16,0 0-168 0,0-54-176 15,0 54-92-15,0 0 52 0,0 6-192 0,-4 4 92 16,4 3-128-16,-4 9 252 0,-1 7-124 16,2 3-56-16,-9 2-72 0,4 8 0 15,-8-5 4-15,4 4 52 0,-4 5-56 16,0-2-100 0,0 0-76-16,4-3 88 15,-4-2-12-15,8-7-68 0,1-7 44 0,-1-6 48 16,3-6 0-16,5-7 64 0,0-3-40 0,0-3 0 15,0 0-72-15,0 0-232 16,5 3 100-16,3 4 256 0,-1-1 44 0,5 7-36 16,0-1 44-16,0 4 112 0,1 3-48 15,-2 0-104-15,1 3 76 0,-4-3 64 0,0 4-64 0,0-1 44 16,0-3-132-16,-4-3-8 0,0-3-156 16,4-1-104-16,-4-9-88 0,0 0-396 15,0-3-980-15,-1 0-1009 0,6 0-2195 16,-1-22 2040-16</inkml:trace>
  <inkml:trace contextRef="#ctx0" brushRef="#br0" timeOffset="14265.964">14701 2628 3464 0,'0'0'224'0,"0"0"-148"0,0 0 4268 15,0 0-2376-15,0 0-691 0,0 0-441 0,0 0-212 16,0 0-72-16,0 0-32 0,0 0-304 16,0 0-164-16,52-7-52 0,-44 18-152 15,-4 2 48-15,1 2-24 0,-1 4-88 16,-4 4 0-16,0 5 0 0,0 5 36 16,0-2 64-16,-4 3 72 0,-1-2 40 15,-3-3-56-15,4-4 56 0,0-2 0 0,4-8-4 0,0-2-56 16,0-1 12-16,0-1-12 0,0-3-12 31,0 3 68-31,4-2 0 0,0 1 8 16,0 2 0-16,0 1 8 0,1 3 132 0,-1-4-28 15,-1 7-8-15,1-3-16 16,0 3-88-16,0-3 80 0,0 4 8 16,-4-1-88-16,4 0-64 0,1-3-88 0,-2 2-92 0,1-2-152 15,0 0-400-15,4 3 332 0,-4-2 167 16,4 1 141-16,0-1-104 0,-4-2-552 0,0 3-136 15,4-1 248-15,-4 2-484 16,0 0-728-16,-4-6-1232 0,4 2 1988 0</inkml:trace>
  <inkml:trace contextRef="#ctx0" brushRef="#br0" timeOffset="16511.57">15602 2882 2344 0,'0'0'1484'0,"0"0"3216"0,0 0-2840 0,0 0-467 0,0 0-701 16,0 0-80-16,0 0 192 16,0 0 84-16,0 0 56 0,0 0-88 15,0 0-72-15,0 0-152 0,12 10-164 0,-12-10-96 16,0 0-68-16,4 0-92 0,-4 0-116 16,0 0-92-16,0 0-4 15,0 0-172-15,0 3-48 16,0-3-124-16,0 0-348 0,0 0-548 15,0 3-572-15,0-3-1268 0,0 0-3345 0,-4-6 961 0</inkml:trace>
  <inkml:trace contextRef="#ctx0" brushRef="#br0" timeOffset="17257.965">16243 2276 3288 0,'0'0'936'15,"0"0"2560"-15,0 0-1448 0,0 0-459 16,0 0-385-16,0 0-168 0,0 0-160 0,0 0-296 0,0 0 100 0,28 32 276 15,-8-7-248-15,4 5-88 0,4 7 12 16,0 8-68-16,4 2-208 0,0 10-76 0,0 4-36 16,0 5-20-16,0 4 4 15,-4 3-176-15,-5 3 80 0,5-2-64 16,-8-5-68-16,4-2-48 0,-5-7-12 0,2-2-76 16,-10-8-44-16,6-6-52 0,-6-9 36 15,2-5-12-15,-2-9-36 0,-3-8-248 0,1-3-176 16,-5-7-160-16,3-3-380 0,-3-6-496 15,0-10-752-15,-4 0-2097 0,0-23-2531 16</inkml:trace>
  <inkml:trace contextRef="#ctx0" brushRef="#br0" timeOffset="17526.77">16893 2416 7264 0,'0'0'3973'0,"0"0"-3509"0,0 0-388 16,0 0 296-16,-84 70 600 0,57-42 300 0,2 7-188 0,-3 10-340 0,-3 2-280 15,-5 7-176-15,0 7-40 0,-3 4-64 16,-6 12-84-16,-2 0 36 0,-1 2-12 0,-4 4-112 16,0-4 56-16,0-3-68 0,4-5-88 15,1-8-48-15,7-7 12 16,4-8-88-16,12-10-24 0,0-10-76 0,12-8-124 15,0-4-144 1,8-7-212-16,0-5-312 0,4-1-312 16,0-3-757-16,8-7-951 0,-4-2-2044 0</inkml:trace>
  <inkml:trace contextRef="#ctx0" brushRef="#br0" timeOffset="18128.017">17268 2073 456 0,'0'0'3040'16,"0"0"136"-16,0 0-1344 0,0 0-396 15,0 0 49-15,0 0-305 0,36 64-160 16,-25-52-232-16,-2-3-244 0,-2 2-204 15,5-3-124-15,-4-4-104 0,0-1-36 0,0-3 36 16,0 0-36-16,4-3 48 16,4-7 40-16,-5-3 40 0,10-1-192 0,-5-9-12 0,0 0-316 0,-4 1 76 0,0 0 28 15,-1 3 112-15,-2 5 24 16,-5 2 76-16,0 3 8 0,-4 3 104 0,0 3 104 16,0-4 44-16,-13 0-92 15,2 4-164-15,-5 0-4 0,0 1 0 16,-5 2 44-16,2 0-44 0,-5 0 0 0,0 8-68 15,0 9-20 1,-3 2 4-16,-1 6 80 0,-4 7-40 16,0 6 36-16,-1 3 8 0,6 6 0 15,3 2 100-15,4-2 36 0,4-2-136 0,4-5-36 16,8-7-92-16,4-5-20 16,8-6-68-16,8-3 180 0,4-3 36 0,4-3 4 15,7-7 136-15,1 4-80 0,9-7-60 16,-2-3-36-16,5 0-192 0,-4 0-628 0,0 0-488 15,-8 0-1016-15,7-6-3133 0</inkml:trace>
  <inkml:trace contextRef="#ctx0" brushRef="#br0" timeOffset="21047.655">16490 4051 3792 0,'0'0'496'15,"0"0"-56"-15,0 0 2500 0,0 0-1448 0,0 0-664 16,0 0-208-16,0 0 129 16,-11 77 123-16,11-43-16 0,0 7-40 0,0 1-144 15,3 5-92-15,5 1-48 0,1 0-84 16,-5-4-116-16,3 1-132 0,-3-5-40 15,0-1-160-15,5-11-132 0,-5-5-4 0,0-4-92 16,-1-10-288-16,1-2-152 0,0-4-380 0,-4-3-456 16,4-10-605-16,-4-6-703 0,5-6-1852 15,-5 0 1657-15</inkml:trace>
  <inkml:trace contextRef="#ctx0" brushRef="#br0" timeOffset="21283.047">16479 4182 3068 0,'0'0'456'15,"0"0"3968"-15,0 0-3752 0,0 0-452 0,-84 14-24 16,64-3-52-16,0-5 24 0,5-3-40 16,-2 4-128-16,6-7-244 15,-2 0-524-15,5-4-476 0,8-5-552 0,0-5 128 16,0 2 572-16,4-1 1084 0,4 1 12 16,4 2 1068-16,0 3-168 0,1 5 508 15,2 2 152-15,9 0-236 0,0 0-176 16,-1 6-255-16,9 1-237 0,0-1-92 0,0 1-100 15,5-2-212-15,-6-1-44 16,5 3-208-16,-4-5-80 0,4 5-112 0,-8-2-448 16,4 2-580-16,-8 0-485 0,-5-1-2207 0</inkml:trace>
  <inkml:trace contextRef="#ctx0" brushRef="#br0" timeOffset="23724.315">16499 3934 1580 0,'0'0'9084'0,"0"0"-7655"0,0 0-585 0,0 0-128 0,0 0 312 16,0 0 168-16,0 0-44 0,0 0-196 15,0 0-264-15,0 0-276 0,0 0-208 16,-9-17-168-16,9 17-40 15,0 4-76-15,0 3 76 0,5 11 52 0,-1 4 168 16,0 13 72-16,0 7 4 0,-1 5-16 16,1 3 84-1,0 2-216-15,-4-1-92 0,4-1-56 0,-4 1 0 16,5-1-60-16,-5-8 0 16,4-3-76-16,-4-7-108 0,4-10-72 15,-1-11-136-15,5 0-40 0,1-8-72 0,-2-3-304 0,5-3-448 0,4-14-512 16,-4-5-796-16,0 4-1537 0,4-24-1339 0</inkml:trace>
  <inkml:trace contextRef="#ctx0" brushRef="#br0" timeOffset="23940.672">16750 4026 3372 0,'0'0'7893'0,"0"0"-6313"15,0 0-828-15,0 0 276 0,0 0 68 0,0 0-216 16,0 0-244-16,0 0-216 0,0 0-144 15,-40 69-44-15,40-36 64 0,0 7 24 0,0 2-96 16,0 5-152-16,4 1-72 16,0 0-24-16,-4 2 12 0,0-2-136 0,0 6-12 15,0 0-48-15,0-3-324 0,-8-1-112 0,3 1-380 16,1-6-752-16,1-13-1248 0,-1 12-2737 0</inkml:trace>
  <inkml:trace contextRef="#ctx0" brushRef="#br0" timeOffset="24273.872">16319 5245 1136 0,'0'0'9556'0,"0"0"-8283"16,0 0-953-16,0 0 0 0,0 0 228 16,76 89 268-16,-52-57 136 0,0 5-124 15,0 2-260-15,4 3-268 0,-5-2-256 0,5 2-44 0,-4-5-52 0,0-5-24 16,-4 0-172-16,0-10 56 0,-4-2 4 0,4-7-592 15,-8-7-320-15,4-6-224 0,0-4-693 16,-1-11-975-16,-7 2-2052 0,5-22 2724 16</inkml:trace>
  <inkml:trace contextRef="#ctx0" brushRef="#br0" timeOffset="24457.553">16778 5197 5136 0,'0'0'5468'0,"0"0"-4371"15,0 0-277-15,-84 57-196 0,56-25 0 0,-12 6 188 16,4 6 248-16,-8 1-252 0,5 6-312 0,-5 0-220 16,4 0-164-16,0-4-112 15,4-3-12-15,4-9-212 0,1-3-240 0,3-9-216 0,4-7-288 16,3-11-452 0,2-5-1152-16,6-5-3561 0</inkml:trace>
  <inkml:trace contextRef="#ctx0" brushRef="#br0" timeOffset="24911.914">15897 2416 2872 0,'0'0'432'0,"0"0"-144"0,0 0 3920 0,0 0-2056 0,0 0-851 15,0 0-477-15,0 0-248 0,0 0 100 16,0 0 304 0,0 0-272-16,20 66-292 0,-12-31 160 15,-1 6-8-15,2 11-296 0,3 8-132 0,-5 9-4 16,6 11 0-16,-1 9-132 0,-5 10 232 15,6-1-224-15,-5 7 64 0,-1-1-72 16,6-2-4-16,-6-9-144 0,13-11-20 16,0-9-584-16,8-10-220 0,4-15-484 15,-4-16-908-15,15-7-2369 0</inkml:trace>
  <inkml:trace contextRef="#ctx0" brushRef="#br0" timeOffset="25312.941">18033 2298 7796 0,'0'0'2900'16,"0"0"-1795"-16,0 0-797 0,0 0 220 15,0 0 632-15,0 0 280 0,-9 71-16 16,5-46-392-16,1 2-512 0,-5 9-164 16,8 2-136-16,-9 6-120 0,9 11-12 15,-4 2 8-15,4 6 28 0,-4 7-76 0,4 6 4 16,-3 4-52-16,3 3-132 0,-4 5-116 0,4 8 40 15,-4-5-272-15,0 5-4 0,-5-1-172 16,5-7-300 0,1-1-276-16,-5-5-492 0,0-2-508 0,-1-20-1713 15,-6 19-2471-15</inkml:trace>
  <inkml:trace contextRef="#ctx0" brushRef="#br0" timeOffset="25746.858">15853 4740 7252 0,'0'0'2880'0,"0"0"-2120"0,0 0-752 0,0 0 573 16,0 0 139-16,-4 80 352 0,4-46 36 0,-3 10-212 0,3 7-244 16,0 10-196-16,0 13-80 0,3 3-40 15,5 10-88-15,4 1 48 0,-4 8-36 0,0-4 76 16,0 0-128-16,0-5-196 16,4-9-12-16,4-2-96 0,-4-11-140 15,7-9-60-15,2-12-64 0,-1-5-348 0,3-14-84 0,5-6-696 31,-8-9-856-31,12-14-2361 0</inkml:trace>
  <inkml:trace contextRef="#ctx0" brushRef="#br0" timeOffset="25976.765">17232 4873 13137 0,'0'0'2532'16,"0"0"-1812"-16,-12 93-620 0,8-43 160 0,0 11 276 0,0 2 544 16,4 0-392-16,0 4-344 0,0-1-236 15,4 1-108-15,4 3-64 0,-5-3-56 0,6 0-68 0,-1-4-20 16,0-5-60-16,-5-5-16 0,5-5-248 16,1-4-188-16,-1-8-484 0,-1-2-792 15,1-11-2213-15,-3-4-3071 0</inkml:trace>
  <inkml:trace contextRef="#ctx0" brushRef="#br0" timeOffset="26586.61">16761 6303 2796 0,'0'0'940'0,"0"0"5020"0,0 0-4655 0,0 0-609 0,0 0 224 15,-11 85 280-15,11-44-72 0,-4 7 52 32,4 6-288-32,-4 3-320 0,4 3-104 0,-5-3-48 15,5-6-124-15,0-7-148 0,0-6-148 16,0-9-196-16,9-7-100 0,-5-12-296 0,7-6-292 0,2-8-208 16,2-11-836-16,-2-2-848 0,6-21-2913 15</inkml:trace>
  <inkml:trace contextRef="#ctx0" brushRef="#br0" timeOffset="26741.807">16989 6547 5156 0,'0'0'6709'0,"0"0"-5709"0,-20 82-808 0,12-44 36 16,-5 4 244-16,2 2 276 0,-6-3-152 0,6 0-596 16,3-6-204-16,0 1-556 15,-4-1-844-15,4-7-1281 0,-8 16-3991 16</inkml:trace>
  <inkml:trace contextRef="#ctx0" brushRef="#br0" timeOffset="27171.746">16287 7893 11897 0,'0'0'2044'16,"0"0"-1312"-16,0 0-328 0,0 0 352 0,100 3 112 16,-68-3-332-16,0-3-164 0,-4-4-188 15,0 4-180-15,-4 0-4 0,-5 3-96 0,-3 0-56 16,-4 0 4-16,0 13-24 0,-8 0 168 0,-4 9-108 15,0 3-200-15,-7 7-100 0,-10 0 120 16,2 0 204-16,-5-5 88 16,-5 3 124-16,1-2 8 0,1-2 16 0,-1 2-60 15,0-3-12-15,4-2-64 0,4 2 112 16,4-6 0-16,4 0 76 0,4-6-12 0,4 0-76 16,0-4-108-16,4 0 4 0,12 4 84 15,4-6 56-15,4 2 100 0,4 1-64 16,0-4 64-1,4 0-64-15,-1-3 28 0,1 1 8 0,4-1-24 16,0-3-160-16,0 3-36 0,-4 0-144 16,4-3-16-16,-4 0-296 0,-4 0-336 15,0 0-328-15,0 0-824 0,-13 0-2585 0,1-9-4363 16</inkml:trace>
  <inkml:trace contextRef="#ctx0" brushRef="#br0" timeOffset="27592.012">17076 7341 9940 0,'0'0'3969'0,"0"0"-2969"0,0 0-1000 0,0 0-36 16,0 0-168-16,0 0 204 0,0 0 456 0,0 0 12 16,0 0-156-16,0 0-88 15,91 15-224-15,-63-24 0 0,-3-2-68 0,3-1-172 16,-4-1-72-16,0 5 132 0,-9-6 92 0,5 5-12 31,-8 3-140-31,-4-1 180 0,0 4 60 0,-4 3-104 16,-4 0 56-16,0 0 48 0,0 7 68 15,0 2 284-15,0 14-140 16,0 2-48-16,0 6-88 0,-7 4-72 0,7 7 0 16,-9 0-8-16,5-2-36 0,4 5 36 0,0-1-48 15,-4 3-100-15,4 2 28 0,0-5-92 16,0 3-276 0,4-3-64-16,0-2-860 0,0-4-565 0,1-3-2395 15,-5-13-1480-15,3 10 5557 16</inkml:trace>
  <inkml:trace contextRef="#ctx0" brushRef="#br0" timeOffset="29826.351">18993 2937 1580 0,'0'0'10389'15,"0"0"-8409"-15,0 0-1168 0,0 0-196 16,0 0-164-16,0 0-60 0,0 0-40 15,0 0 172-15,0 0 20 16,111 9-148-16,-67-9-100 0,0 0-96 0,-5 0-76 0,6-9-28 0,-6-1 16 16,-3-3-112-16,4 1-112 0,-8-4-84 0,4-3-164 15,-4 3-332-15,-4-7-328 0,-4 5-428 16,-9 2-1032-16,2-7-2901 0</inkml:trace>
  <inkml:trace contextRef="#ctx0" brushRef="#br0" timeOffset="30059.208">19336 2552 5592 0,'0'0'7005'16,"0"0"-5769"-16,0 0-716 0,0 0-292 0,0 0 128 0,0 0 284 15,-28 89 244-15,28-57-212 0,0 3-324 0,0 6-176 16,0 1-68-16,3 8-104 0,1 1-4 0,4 3 4 15,-3-4 0-15,-1 5-124 0,0-8-12 16,-1-5-52-16,9-7-272 16,-3-7-344-16,-2-8-276 0,9-2-456 0,-4-5-960 15,0-7-2149-15,0 4-1499 0</inkml:trace>
  <inkml:trace contextRef="#ctx0" brushRef="#br0" timeOffset="31044.081">20595 2358 7232 0,'0'0'1156'0,"0"0"552"0,0 0-803 16,0 0-441-16,0 0 188 0,0 0 156 0,0 0-32 16,0 0-128-16,0 0-168 0,0 0-200 15,0 52-16-15,0-24 24 0,0 7 64 16,4 3 28-16,-4 3-56 0,3 3 24 16,-3 5-184-16,0 1 20 15,0 7 4-15,0 1-176 0,-7 5 88 0,3-3-40 0,-5 1-60 16,1-4-44-16,1-10-4 0,3-1-64 15,0-13 0-15,4-7 60 16,0-3-172-16,0-11-48 0,4-2-64 16,4-4-284-16,-1-3-8 0,6-3-216 15,2 0-620-15,2-9-524 0,-6 2-1285 16,1-8-3247-16</inkml:trace>
  <inkml:trace contextRef="#ctx0" brushRef="#br0" timeOffset="34098.445">21096 2473 1748 0,'0'0'640'0,"0"0"-420"0,0 0-220 16,0 0 52-16,0 0-52 0,0 0 1228 15,0 0 764-15,4-63-628 0,-4 56-624 0,0 0 40 16,0 2-16-16,0 2 48 16,0-1-35-16,0 1-5 0,0 3-80 0,0 0-56 15,0 0-48-15,0 0-156 0,-4 0-104 31,4 0 152-31,-3 3 176 0,-1 4-496 0,-5 2-160 0,-3 10-148 0,1 3 48 16,-9 7 0-16,4 5-28 0,0 6-24 0,4 4 28 16,-4 0-40-16,4 0 12 0,0 1 0 15,4-8 24-15,4-1-72 0,0-9 48 16,4-10 12 0,0-4-140-16,0-4 176 0,0-6 16 0,0 4-64 15,4-4 12 1,0 0-268-16,4 3-168 0,0 1 140 0,0-1 152 0,4 1 132 15,-4 2 20-15,4 3 56 0,-4 2 76 16,-1 5 164-16,2 0 80 0,-5 2-140 0,4 2 36 16,-8 3 144-16,0-4-16 15,3 3-12-15,-3-3-156 0,0 4-100 0,0-8-4 16,0-1-136-16,0-1 64 0,-3-7-12 16,3-2-68-16,0-4-252 0,0 0-561 0,-4-3-1099 15,4 0-448-15,0 0-1424 0</inkml:trace>
  <inkml:trace contextRef="#ctx0" brushRef="#br0" timeOffset="34463.084">21276 2645 860 0,'0'0'7736'15,"0"0"-6532"-15,0 0-728 16,0 0 545-16,0 0 275 0,0 0-392 0,0 0-268 16,0 0-228-16,88 25-220 0,-73-16-72 0,2 4-28 15,-6-1-84-15,2 5-4 0,-6 1-152 16,1 8-52-16,-4 0-12 0,-4 4 16 0,0 6-168 16,0-1-104-16,0-4 64 15,-4-2 112-15,0-6 132 0,0-4 164 16,1-6 80-16,-1-7 100 0,4-6 152 0,0 0 100 15,0 0 28-15,0 0-16 0,0-6 48 0,0-5-112 16,0-1-292-16,4-9 136 0,3-2 52 16,1-6-152-16,0 0-124 0,4-2-76 15,0-1-36-15,4 4-116 0,-4 0-88 16,-1 2-452-16,2 0-464 0,-2 4-432 0,-3 6-1037 16,-3-3-2079-16</inkml:trace>
  <inkml:trace contextRef="#ctx0" brushRef="#br0" timeOffset="34824.124">21590 2800 2540 0,'0'0'6616'16,"0"0"-5220"-16,0 0-851 0,0 0 71 0,0 0 384 15,0 0-68-15,0 0-300 0,0 0-212 16,0 0-68-16,0 0-152 0,0 0-200 0,88 26-72 15,-72-39-144-15,4-4-76 0,0-2-88 16,-4-2-124-16,0-2-44 0,-1 4 12 16,-2 0-4-16,-1 3 208 0,-5 4 140 15,-3 2 128 1,-4 4 64-16,0 3 176 0,-4 3-20 16,-3-3 112-16,-5 3 92 0,-4 0-272 0,4 3-72 15,-8 6 172-15,8 1-20 0,-4 5-92 16,4 1-24-16,0 3 112 0,0 3-8 15,4 4 48-15,1 3-28 0,-2-4 64 16,5 4-24-16,0-4-88 0,0-3 0 16,4-3-80-16,0-3-48 0,0-2-8 15,0-6-56-15,4-2-136 0,4 1 60 16,1-7 24-16,2 0-328 0,1 0-424 16,4-9 164-16,-4-3-493 0,0-2-1559 0,0-8-2892 15</inkml:trace>
  <inkml:trace contextRef="#ctx0" brushRef="#br0" timeOffset="35016.164">21809 2803 2552 0,'0'0'8096'16,"0"0"-6899"-16,0 0-977 0,0 0 60 15,0 0 692-15,0 0 360 0,0 0-108 0,0 0-308 16,0 0-520-16,0 0-332 0,92-7-64 15,-68-5-224-15,0-3-188 0,0-5-280 0,0 1-288 16,-4 0-504-16,0 3-744 0,-1-6-2457 16</inkml:trace>
  <inkml:trace contextRef="#ctx0" brushRef="#br0" timeOffset="35348.573">21905 2295 1552 0,'0'0'3144'16,"0"0"-440"-16,0 0-2040 0,0 0-472 15,0 0 292-15,0 0 356 0,0 0 116 16,0 0-259-16,-15 82-297 0,15-56-196 16,3 6-36-16,1 3 8 0,0 3-72 15,0 6 140-15,0 0-180 0,1 8 12 0,-1 2 76 16,-4 2-36-16,3 5 140 15,1-4 0-15,-4 4 212 0,4-4-36 16,-4 0-64-16,0-3-116 0,4-1 12 0,-4-1-100 16,4-8 0-16,-4 0-112 0,4-5-52 0,1-7 0 15,2-5-188-15,1-7 112 0,0-1-76 0,0-9-12 16,-4-4 24-16,4-3-224 0,0-3-272 16,4-3-64-16,-4-7 140 15,0-5-276-15,4-11-645 0,-4 8-1539 0,0-27-2892 16</inkml:trace>
  <inkml:trace contextRef="#ctx0" brushRef="#br0" timeOffset="35617.352">22252 2235 5976 0,'0'0'1364'0,"0"0"672"0,0 0-1232 0,0 0-120 0,0 0 357 16,4 73 215-16,0-42-176 0,-4 4-172 16,4 7-316-16,-4 5-204 0,0 4-68 0,0 6-96 15,0 4-112-15,0-1-112 0,-4 0-100 16,0-2-64-16,0-8-36 16,-4-6-68-16,8-2-308 0,-4-13-180 15,4-4-284-15,0-9-288 0,0-9-961 0,7-4-2059 16,-2-3-1367-16</inkml:trace>
  <inkml:trace contextRef="#ctx0" brushRef="#br0" timeOffset="35936.244">22415 2867 1228 0,'0'0'8968'16,"0"0"-7395"-16,0 0-905 0,0 0-96 15,0 0 208-15,0 0 120 0,0 0-156 0,0 0-244 16,0 0-448-16,0 0-52 0,76 28-300 15,-52-47-220-15,-4 0-236 16,-1-6-68-16,-2 0-32 0,-6 2 48 0,-2 8 12 16,-1 2 87-16,-4 1 425 0,-4 7 284 0,0 3 232 15,-8-2 192-15,-5 4 145 16,2 0 47-16,-6 0-104 0,-2 4 64 0,-1 3-92 16,4 5 12-16,-4 3-104 0,4 5-36 15,0 2 96-15,4 3 4 0,0 0-68 16,4 1-96-16,1-1-168 0,2-6-124 0,1 0 0 15,4-6-148-15,0-7-44 0,0 0-96 32,9-6-152-32,2 0-28 0,5-2-24 0,4-8-116 0,0-3-452 15,4-6-724-15,-4 3-1465 16,4-9-3059-16</inkml:trace>
  <inkml:trace contextRef="#ctx0" brushRef="#br0" timeOffset="36101.297">22750 2771 1828 0,'0'0'7908'15,"0"0"-5947"-15,0 0-1153 0,0 0-56 0,-24 83 428 16,13-55 120-16,-2 1-120 0,5-3-200 16,1 0-388-16,3-5-304 0,4-5-288 0,0-3-196 15,0-7 36-15,4-2-36 0,7-4-240 16,1 0-32-16,8-7-56 0,4-13-180 0,0-1-328 16,4-10-664-16,-1-5-909 0,-7 4-1507 15,12-16-356-15</inkml:trace>
  <inkml:trace contextRef="#ctx0" brushRef="#br0" timeOffset="36297.312">23037 2308 4524 0,'0'0'156'0,"0"0"6016"15,0 0-4255 1,0 0-1165-16,0 0-192 0,0 0 84 0,-36 73 428 16,32-38-104-16,0 9-160 0,0 4-180 0,0 2-132 15,4 2-56-15,0 1-156 0,0-2-224 16,0-2-60-16,0-2-120 15,0-6-16-15,0-6-256 0,0-7-264 0,0-5 164 16,0-11-20-16,0-3 40 0,4-4-256 16,-4-5-496-16,0 0-692 0,-4-5-1121 0,0-1-3443 15</inkml:trace>
  <inkml:trace contextRef="#ctx0" brushRef="#br0" timeOffset="36445.924">22786 2737 1656 0,'0'0'6096'0,"0"0"-3440"0,0 0-1459 0,0 0-285 31,0 0 364-31,0 0-24 0,0 0-296 0,0 0-352 0,92-4-316 16,-64 4-160-16,3-3-128 0,1-6-100 0,0-4-448 0,0 0-260 15,-4 4-416-15,0-4-636 16,-9 3-2341-16,5 1-2695 0</inkml:trace>
  <inkml:trace contextRef="#ctx0" brushRef="#br0" timeOffset="36602.119">23232 2744 3968 0,'0'0'820'0,"0"0"3356"16,0 0-2692-16,-8 77-423 0,4-53 195 15,4-6 40-15,-4-2-120 0,4-3-420 0,0-3-544 0,0-4-212 16,4-3-88-16,0 0-36 0,4-3-152 0,0 0-240 16,4-10-244-16,4-2-268 0,-4-7-776 0,8-3-1153 0,-8 6-2435 15</inkml:trace>
  <inkml:trace contextRef="#ctx0" brushRef="#br0" timeOffset="36771.17">23300 2632 1708 0,'0'0'1580'16,"0"0"-1152"-16,0 0 4824 15,0 0-4000-15,0 0-347 0,0 0 35 16,-88 3-72-16,76 3 24 0,4-2-156 16,0-1-280-16,1 0-420 0,2-3-36 15,1 0-264-15,4 0-472 0,0 0-216 0,0-6-252 16,-4-1-445-16,4-3-1139 0,0-2-452 15,0 3-348 1,0 2 2960-16</inkml:trace>
  <inkml:trace contextRef="#ctx0" brushRef="#br0" timeOffset="37409.083">23260 2428 8596 0,'0'0'2921'16,"0"0"-2089"-16,0 0-628 0,0 0 28 15,0 0 508-15,0 0 352 0,0 0-72 0,0 0-352 16,0 0-668-16,0 0-116 0,0 0-348 15,-8-9 72 1,12 16 180-16,4 2-444 0,0 1-628 16,0-1-832-16,-4 4-2813 0</inkml:trace>
  <inkml:trace contextRef="#ctx0" brushRef="#br0" timeOffset="37719.078">23400 2775 4456 0,'0'0'2108'0,"0"0"2325"15,0 0-3561-15,-4 70-164 0,0-55 236 16,4-5 160-16,0-7-220 0,0 0-260 16,0-3-104-16,8 0-520 0,3-3-144 0,6-7-116 15,2-2-20-15,5-7-248 16,0-3-104-16,-4 0-40 0,0 3-24 0,-4-1 68 16,-8 10 132-16,-4 1 496 0,-1 3 12 15,-3 6 384-15,0-3 152 0,-7 3 52 0,-1 0 44 16,-5 3-112-1,-2 3-168-15,-1 3 40 0,0 4-80 16,0 4-16-16,4 2-60 0,-4 0 52 16,4 0-224-16,1 0-76 0,2-7-196 15,5-2-116-15,0-4-444 16,4-3-76-16,0-3-28 0,8 0-16 16,5-6 56-16,-2-4-12 0,9-2-509 0,0-8-679 0,-4 5-736 15,12-7-2036-15</inkml:trace>
  <inkml:trace contextRef="#ctx0" brushRef="#br0" timeOffset="37937.424">23671 2717 2256 0,'0'0'1252'0,"0"0"104"0,0 0 3552 16,0 0-3111-16,0 0-581 16,0 0-96-16,35 79-32 0,-38-59-268 0,-6-1-104 0,5-3-164 0,0-4-256 15,0-2-260-15,4-4-36 0,0-6-148 16,0 0-112-16,4 0-128 0,8 0 0 16,0-6-4-16,4-4 92 0,0 4 48 15,4 0-24-15,-4 3 84 0,4 3 92 16,-8 0 100-16,4 3 328 0,-4 3 24 0,-5 0 64 15,-3 4 88 1,1 3 84-16,-5-1-192 16,0 1-108-16,0-3-172 0,0-1-116 0,0 1-188 15,0-6-420-15,0-2-284 0,0-2-380 16,-5 0-684-16,5-13-2789 0</inkml:trace>
  <inkml:trace contextRef="#ctx0" brushRef="#br0" timeOffset="38234.482">23901 2400 272 0,'0'0'11749'0,"0"0"-10049"0,0 0-1132 16,0 0 180-16,0 0-32 0,0 0 176 0,0 0-132 15,0 0-348-15,64 70-240 0,-56-51-72 16,0 0-96-16,-4 0 0 0,0 3-4 0,0 4-148 15,-4-1-52-15,0 3-12 0,0 1 152 16,-8 6 60-16,1 0 48 16,-2 1 16-16,1 1-4 0,0-2 76 15,1 0-24 1,2-3 0-16,1-4-12 0,0 0-100 0,0-4-8 16,0-6-92-16,4-2 0 0,0-6-12 0,0-4-136 15,0-3-408-15,0-3-364 0,0 0-464 16,4-9-644-16,-4 2-2153 0,4-16-3559 15</inkml:trace>
  <inkml:trace contextRef="#ctx0" brushRef="#br0" timeOffset="38534.512">24133 2174 1580 0,'0'0'9941'16,"0"0"-8061"-16,0 0-1144 0,0 0 112 0,0 0 336 16,0 0-132-16,0 0-332 0,0 0-240 15,0 0-112-15,32 89 28 0,-25-57 8 0,1 6-48 16,0 3-40-16,1 6-24 0,-2 5-60 16,-3 8-12-16,0 3-96 15,-4 4-64-15,0 3 12 0,4-3-72 0,-4 0-60 16,0-7-12-16,0 1-16 0,0-4-20 0,0-7-296 15,0 1-216-15,-4-6-8 0,0-1 40 0,0-9-152 16,4 0-240-16,-4-6-856 16,4-11-808-16,0 1-2689 0</inkml:trace>
  <inkml:trace contextRef="#ctx0" brushRef="#br0" timeOffset="40205.224">21188 3994 1540 0,'0'0'728'16,"0"0"-48"-16,0 0 2628 0,0 0-1100 0,0 0-872 0,0 0-304 0,0 0 37 16,0 0-85-16,0 0 64 0,24 76-300 0,-16-48-168 15,3 4-80-15,2 0-96 16,-5-3-12-16,3-1-96 0,2-5-168 0,-2-5-128 15,6-1-76-15,-6-5-24 0,6-6 88 16,-2 1-76-16,2-4 12 0,2 1-12 16,-3-4 40-16,0 0-28 0,4-7-12 0,0-3-76 15,0 2 24-15,4-6-24 0,4-2 64 16,4 0 88-16,3 1-88 0,10-7-12 0,-2 3-28 16,-3-1 40-16,4 0-24 0,-1 2 116 15,-3 6-104 1,1-2 104-16,-2 8-164 15,-3 3 172-15,-4 3 240 16,-1 6-28-16,-6 4-136 0,-1 6-12 0,-5 5 76 16,-3 3 108-16,-4 1 56 0,-3 3-188 0,-2 4-108 15,-7 3 56-15,0 0-60 0,0 0-8 0,0-3 0 16,0-7 4-16,0-3 0 16,0-9-48-16,0-4-28 0,0-6-92 0,0-3 20 15,4 0-64-15,4-3 72 0,5-9-48 16,2-4-28-16,5-6 116 15,4-10-152-15,4-3-152 0,-1-3-28 0,1 0 100 16,4 3 180-16,-4 0 116 0,4 3 24 0,-4 7 24 16,4 2 116-16,0 7 280 0,-1 2-28 15,1 3 128-15,-4 5-44 0,4 3-112 0,-4 3 0 16,0 3-84-16,-4 7 56 0,0 2-36 16,-4 4 0-1,0 3-4-15,0-1 188 0,-4 2 68 16,0 0-96-16,-1-6-100 0,2 0 0 0,2-5-48 15,-2-2-100-15,2-4-88 16,1-3-16-16,0 0-92 0,5-10-148 16,-2 1 36-16,1-10 16 0,0 3-64 0,0-3-144 15,-1-3-80-15,-6 2-156 0,3-2-176 16,-5 3-80-16,-7 3-556 0,-3 4-1180 0,-10-1-2389 0</inkml:trace>
  <inkml:trace contextRef="#ctx0" brushRef="#br0" timeOffset="40737.088">21865 4991 10516 0,'0'0'4105'16,"0"0"-3313"-16,0 0-552 0,0 0 248 0,0 0 216 15,0 0 268-15,0 0 212 0,0 0-340 16,0 0-268-16,96 51-260 16,-72-45-192-16,0-3-16 0,4 3-60 0,-1-2-40 15,1-1-4-15,-4-3-4 0,0 0-84 16,1 0 72-16,-6 0 0 0,-3 0-60 0,0 0-76 0,-4 0 0 15,0 0 28 1,-8 0 12-16,4 0-64 0,-4 0-48 0,0 3 0 0,-4 0 0 16,4 4 48-16,-4 2 124 0,4 1 48 15,-4 5 88-15,0 5-4 0,0 2-32 16,0 0 68-16,0 0-44 0,0 4-76 16,0 2 0-16,-4 0 0 15,4 4 0-15,-4 0-16 0,0 3-32 16,4 7 40-16,0 2-4 0,0 7-60 0,0 2 64 0,0 8-44 0,4-1 4 15,0 4 40-15,4-1-40 0,-1-2 0 16,2-2-40-16,-1-4-12 0,-1-7 4 0,1-3 88 16,1-12-68-16,-5 0 28 15,3-8 36-15,-3-3-172 16,0-6 0-16,1 0-64 0,-1-6-60 16,0-4-252-16,0-6-212 0,-4 0-636 0,3 0-748 15,-3 0-2141-15,0-3-1563 0</inkml:trace>
  <inkml:trace contextRef="#ctx0" brushRef="#br0" timeOffset="42444.189">24635 2984 12209 0,'0'0'4684'0,"0"0"-3420"0,0 0-796 0,0 0-148 0,0 0 24 16,0 0 12-16,0 0 60 0,0 0-12 0,0 0-268 15,-12 7-136-15,20-10-172 16,-1-8-72-16,5 3 84 0,4-9 64 16,0-5-164-16,4 3-512 0,-3-3-204 15,-6 6-880-15,-3 3-1360 0,-4 4-3437 16</inkml:trace>
  <inkml:trace contextRef="#ctx0" brushRef="#br0" timeOffset="43108.548">25675 2276 4832 0,'0'0'1536'16,"0"0"-652"-16,0 0 492 0,0 0 1313 15,0 0-933-15,0 0-584 0,0 0-188 16,0 0 12-16,0 0-296 0,0 0-228 16,0 0-36-16,15 13 96 0,-2 6 108 15,2 10-76-15,5 3-172 0,0 2-136 0,4 8-36 16,0 2-36-16,4 0-52 0,0 7-56 15,0 3-20-15,4 0-56 0,0 3 0 16,-4 1-8-16,0-2 4 0,-1 4-72 0,1 1 76 16,-8-7 88-1,4 0-88-15,-5-13-60 0,1-3-52 16,-3-6 28-16,-6-3-28 0,5-7-68 16,-4-3 20-16,-4-6-292 0,0-4-140 15,1-6-8-15,-2 1-180 0,-3-4-188 16,4-4-264-16,4-5-244 0,-4-10-452 0,0 3-661 15,4-15-2131-15</inkml:trace>
  <inkml:trace contextRef="#ctx0" brushRef="#br0" timeOffset="43460.793">26455 2330 9728 0,'0'0'1573'16,"0"0"-1445"-16,0 0 156 16,0 0 536-16,0 0 100 0,0 0-8 15,0 0-328-15,0 0-432 0,-80 51-140 0,61-25 140 16,-9 2 60-16,0 4 16 0,-8 5-28 16,1 5-24-16,-14 12-52 15,-3 3-32-15,-8 7 32 0,2 9 76 16,-11 0-24-16,5 4-76 0,-3-2-40 15,7-5-56-15,4-3 124 0,5-4-44 16,3-9 28-16,8-6 12 0,8-6-68 0,4-9-56 0,8-3-100 16,5-11-88-16,6-7-96 15,1-2-264-15,8-7 16 0,0 0-524 16,0-3-344-16,0 0-932 16,0-6-1641-16,0-7-1519 0</inkml:trace>
  <inkml:trace contextRef="#ctx0" brushRef="#br0" timeOffset="46103.086">26618 1777 3452 0,'0'0'2280'16,"0"0"-1096"0,0 0-328-16,0 0 52 0,0 0 440 0,0 0 5 0,0 0-81 15,0 0-124-15,0 0-248 16,-19 7-308-16,19-7-140 0,4 0-136 0,4 0-88 15,8 4 136-15,-1-1 208 0,10-3 136 0,-1 0-228 16,4 3-184-16,4-3-124 16,-1 0 0-16,-3-3-112 0,4 0-8 15,-5-4-52-15,1 3-72 0,-4-2-24 0,-3 0-52 16,-2 3-212-16,-3-3-416 0,0-1-132 16,0 4-120-16,-8 1-272 15,4-5-648-15,-8 3-977 0,0 1-1467 0,-4-3-819 16</inkml:trace>
  <inkml:trace contextRef="#ctx0" brushRef="#br0" timeOffset="46380.261">26886 1739 8716 0,'0'0'1396'0,"0"0"-1200"0,0 0-184 0,0 0 284 0,0 0 349 16,0 0 255-16,0 0-132 0,0 0-360 15,0 0-192-15,0 0 52 0,0 0 112 16,-40 82 140-16,36-62 84 0,-1 6-48 15,-2-1-152-15,-1 0-92 0,0 7-52 16,0 0 4-16,-4 3-104 0,0 0-36 16,4 3-24-16,0-3 24 0,4-3-24 15,0-4-56-15,4-3-44 0,0-2 0 16,8-7 120-16,0-1 16 0,4-5 0 0,8-1-84 16,0-2 80-16,4-4-20 0,8-3-100 15,0 0-4-15,3-6-8 0,1-4-112 0,5-3-320 0,-6 1-228 16,1-4-300-16,-4 0-364 0,-8 6-1140 15,4-8-3601-15</inkml:trace>
  <inkml:trace contextRef="#ctx0" brushRef="#br0" timeOffset="47166.377">25368 1895 3908 0,'0'0'2800'16,"0"0"-1204"-16,0 0 128 16,0 0-191-16,0 0-225 0,0 0-248 15,0 0-112-15,0 0-204 0,0 0-268 16,0 0-148-16,0 0-188 0,-9 7-28 0,9 8 148 15,0 5 76-15,5 8-36 0,-5 3 20 16,0 11 28-16,0 5-104 0,0 12-68 0,-5 4-68 0,-3 9-44 16,1 12-28-16,-1 7-36 0,-1 4-100 15,-2 10 100 1,7-1 40-16,-4 8-32 0,3-7 136 0,2-1-56 16,-1-1-28-16,4-6-60 0,-4-7-60 15,0 1-52-15,4-5 28 0,-4 0 36 0,4-6-4 16,0-1-84-16,0-10-84 15,4-5-4-15,4-10-48 0,4-9-336 0,4-11 112 16,0-7-360-16,-1-9-176 0,6-8-80 0,-2-8-268 16,5-2-521-16,-4-5-963 0,8-18-3048 0</inkml:trace>
  <inkml:trace contextRef="#ctx0" brushRef="#br0" timeOffset="47798.674">27762 1744 7916 0,'0'0'1376'16,"0"0"-848"-16,0 0 4 0,0 0 561 15,0 0 471-15,0 0-24 0,0 0-332 0,5 75-364 16,-5-59-208-16,0 3-28 15,0 7-76-15,0 2-76 0,0 3-52 16,0 7-84-16,0 4-40 16,-5 6 16-16,5 6-112 0,0 2 20 15,0 8-20-15,0 9-60 0,5 4-40 0,-5 2-84 16,0 7 0-16,3 3 56 16,-3-1-56-16,0 0-44 0,0-1 32 0,0-4-48 15,0-4-88-15,4-3 0 0,-4-6-56 16,4-4-16-16,-4 1 36 15,0-6-48-15,0-7-100 0,0-1-100 0,0-5 64 0,0-3 24 16,0-7-40-16,0-4-312 0,0-4-112 16,0-5-128-16,-4-3-324 0,4-6-336 0,-4-3-357 15,4-7-439-15,0-4-640 0,-3-2-1956 16</inkml:trace>
  <inkml:trace contextRef="#ctx0" brushRef="#br0" timeOffset="52352.28">3119 9004 2764 0,'0'0'8653'16,"0"0"-7485"-16,0 0-964 0,0 0-116 0,0 0 336 16,0 0 172-16,0 0 24 0,0 0-76 15,0 0-204-15,0 0-148 16,0 0-56-16,0 0-12 0,0 0-24 0,60-54-12 15,-53 54 76-15,-2 0-48 0,-1 3 72 16,0 7 12-16,0-4-112 0,-4 4-28 16,0 3 328-16,0-1-92 0,0 4-200 15,-4-4-92-15,-4 5 4 0,0-9 128 16,-4 3-24-16,4-5 24 0,0-6-48 0,-4 0-76 16,4 0-12-16,-4-3-140 0,0-4 136 15,4 0 4-15,-4-1-124 16,4-3 64-16,1 2 44 0,3 4-108 0,0-2 12 0,4 0 16 15,0 4-56-15,0 0-32 0,0 0 48 0,4 3 36 16,0 0-12-16,-1 0 112 16,-3 0 4-16,4 0-4 0,-4 0 8 0,0 3 80 15,0 0-16-15,0 0 40 0,0 4 0 0,0 0-112 16,-4 5-308-16,-3-3-212 16,-2 8-716-16,1-3-784 0,1 0-997 15,-5 5-1971-15</inkml:trace>
  <inkml:trace contextRef="#ctx0" brushRef="#br0" timeOffset="53023.276">1896 10534 6036 0,'0'0'5489'0,"0"0"-4797"16,0 0-552-1,0 0 4-15,0 0 748 0,0 0-16 0,0 0-140 16,0 0-324-16,0 0 16 0,0 0-88 0,76-34-184 0,-72 34-44 15,3 0 12-15,-7 3-24 0,5 3 212 0,-5 3 120 16,0 4-108-16,0 0-40 0,0 2-172 16,-5 2-52-16,-2-5 4 0,-1-1-4 0,0-6 80 15,-4 2-140-15,0-7-84 0,4 0 72 16,-4 0-64-16,0 0 64 16,0 0-76-16,0-4 4 0,0-2 20 0,4-1-120 0,0 1 24 15,4 0-88-15,0 0-124 0,4-1-80 16,0 1-128-16,4-4-20 0,0 1-208 15,12-1-792-15,-8 1-1009 0,16-4-2387 0</inkml:trace>
  <inkml:trace contextRef="#ctx0" brushRef="#br0" timeOffset="53908.151">4996 10451 8112 0,'0'0'1928'0,"0"0"-1164"0,0 0-263 0,0 0 155 15,0 0 280-15,0 0-44 0,0 0-132 16,0 0-216-16,0 0-156 0,0 0-84 15,-64 39-44-15,60-36 48 0,-4 4-84 32,1-1-12-32,-6 0 60 0,5-3-20 0,1 4-92 0,-6-1-12 15,2 0-144-15,-2 1 0 0,1-1 0 0,1-3 8 16,-2 0-12-16,2 1-48 0,-2-4 48 16,2 2 12-16,-1-2 48 0,3 0-44 15,5 0 68-15,1 0-8 0,-1 0 24 16,0-2-16-16,4-2 40 0,-4 1-12 0,4 3 12 15,0-3-40-15,0 3-72 0,0-3-12 0,0 0-48 16,0 3-64-16,4-7-24 0,0 1 40 31,3 0 20-31,2-4 72 0,-5 4-8 16,4 3 4-16,-8 0 8 0,4 3 72 0,-4 0 4 16,0 0-16-16,0 0 4 0,0 0 8 15,0 3-8-15,0 0-16 16,0-3-48-16,0 3-100 0,0 0-8 0,-4 0-52 0,4 0-100 15,-8 1-28-15,4 2-184 0,-1 0-288 16,5 4-412-16,-4-1-984 0,4 1-2253 16,-7 12-2291-16,39-104 4836 0</inkml:trace>
  <inkml:trace contextRef="#ctx0" brushRef="#br0" timeOffset="54810.876">2191 12487 1892 0,'0'0'5152'0,"0"0"-3464"0,0 0-404 0,0 0 173 0,0 0-265 15,0 0-68-15,0 0-176 0,76 6-192 16,-64-6-88-16,-9-3-204 0,5 3-76 16,-3-3-76-16,-1 3-28 0,0-3-12 15,-4 3-48-15,0 0-76 0,0 0-12 16,0 0-12-16,0 0-28 0,0-3-8 15,0 3-16-15,0-3-60 0,0-1-12 16,0 1-64-16,4-3 16 0,-4-1 44 16,3 1-48-16,1 0 4 0,-4 3-64 0,0-1 16 15,4 4 84 1,-4 0 12-16,0 0-8 0,0 0-100 16,0 4 8-16,0-4 76 0,0 3 24 15,0-3 52-15,0 0-52 0,0 0-112 16,0 0-108-16,0 0-80 0,0 0 76 0,0 0 116 15,0 0 92-15,0 0 16 0,0 0 64 16,0 0-52-16,-4 0-12 0,0 0-88 16,1 0 16-16,-5 0 60 0,4 0-40 0,-1 0 48 15,5 0 4-15,-4 0 8 0,0-3-8 16,4 3-60-16,-3 0 44 0,-1 0-64 16,0-4 80-16,4 4 4 0,-4-3 0 0,-1 3-4 15,5-3 0-15,-4 3 0 0,4-3 0 16,0 3 0-16,0 0-52 15,0 0 52-15,0-3-12 16,0 3-112-16,4-4-40 0,5 4-60 16,2 0-16-16,2-2 124 0,2 2-144 0,6 0-712 15,2 0-1036-15,-3 2-2053 0,8 5-1451 0</inkml:trace>
  <inkml:trace contextRef="#ctx0" brushRef="#br0" timeOffset="55553.454">4812 11978 4744 0,'0'0'5500'0,"0"0"-4107"0,0 0-649 15,0 0-220-15,0 0 572 0,0 0-288 0,0 0-76 16,0 0 100-16,0 0-36 0,0 0-300 16,-83 59-232-16,78-59-20 0,5 0-20 15,-3 0-16-15,3 0 28 16,0 0-4-16,-4 0-36 0,4-4-12 15,0 4-24-15,0 0-12 0,0 0-52 16,0 0-20-16,0 0 8 0,0 0-24 0,0 0-20 16,0 0-40-16,0-3-148 0,4-1 88 15,4-2 60-15,-4 0-4 16,8-4 8-16,-5 1 0 0,2-1 4 0,-5 3-8 16,4 5 0-16,-8-2-52 0,4 4-8 0,-4 0 48 15,0 0-172-15,0 4-72 0,-4 3 256 16,0-1-8-16,0 6-92 0,-5 1 40 0,2-1 52 15,-1 1 8-15,0-3-64 0,-1 3-204 0,2-7-276 16,-1 0-212-16,0 1-628 16,0-1-1028-16,4-3-2981 0,-8 7-2719 15</inkml:trace>
  <inkml:trace contextRef="#ctx0" brushRef="#br0" timeOffset="56316.306">2804 13386 796 0,'0'0'5960'0,"0"0"-4128"0,0 0-876 0,0 0-152 16,0 0 225-16,0 0-25 0,0 0-72 0,0 0-144 0,0 0-104 15,0 0-144-15,0 0-172 16,-3-10-44-16,3 6-20 0,0 4 8 16,0 0-60-16,0 0-116 0,3 0-36 0,-3 0 36 15,0 0-60-15,0 4-76 0,0-1-52 16,0 1 4-16,0 2 40 0,0 0-128 15,0 1-64-15,-3 2-64 16,3-6 40-16,-4-1 8 16,4 3-96-16,0-5-68 0,0 0 40 15,-4 0-36-15,4 0-156 0,0-7-344 0,0 1-380 16,8-4-777-16,-5 1-1039 0,18-11-1700 16</inkml:trace>
  <inkml:trace contextRef="#ctx0" brushRef="#br0" timeOffset="56889.309">4677 13139 10556 0,'0'0'1313'15,"0"0"-1313"-15,0 0-88 0,0 0 88 16,0 0 640-16,0 0 140 0,0 0 112 16,0 0-8-16,0 0-192 0,32-68-216 0,-28 59-168 15,0 2 4-15,-4 1-64 16,4 3-48-16,-4 3-16 0,0 0 140 0,0 0 380 15,0 0 8-15,0 6-352 0,-4 0-160 16,-4 4-200-16,0 0-224 0,-4 2 52 16,0 4-24-16,0-6 112 0,0 2 84 0,4-6 72 0,-4 1-8 15,0-4-60-15,1 0-4 0,-2-3-156 0,2 0-92 16,-1 0-4-16,-1-3 248 16,6 0 4-16,-1 1-12 15,3-3-100 1,1 3-76-16,4 2 16 0,-4-4-200 0,4 1-172 0,0 0-132 0,0-3-316 15,0-7-1008-15,0 7-2597 0,4-13-2435 16</inkml:trace>
  <inkml:trace contextRef="#ctx0" brushRef="#br0" timeOffset="58036.874">2872 7886 40 0,'0'0'4048'15,"0"0"-3280"-15,0 0 116 0,0 0 3264 16,0 0-2559-16,0 0-577 0,0 0-28 16,0 0-32-16,0 0-16 15,0 0-172-15,0 45-248 0,0-29-140 0,0 6-164 0,0 0-212 16,0 4-112-16,0 6-40 0,0 2-144 15,4 5-156-15,1 8-252 0,2 8-524 0,1 4-616 16,0-11-1289-16,4 31-1523 0</inkml:trace>
  <inkml:trace contextRef="#ctx0" brushRef="#br0" timeOffset="58225.609">3143 9157 2916 0,'0'0'1240'0,"0"0"-200"0,0 0 408 0,16 88-252 16,-12-59-524-16,0 3-384 0,0 0-184 16,0-1-104-1,0-1-68-15,0 0-36 0,4-2-52 16,0 2 148-16,0-2-56 16,-1 4 64-16,2-4 48 0,-1 4-48 0,0 4 0 15,-1-3-128-15,2 3-236 0,-1 2-688 0,3 4-692 0,-7-10-328 0,9 12-576 0</inkml:trace>
  <inkml:trace contextRef="#ctx0" brushRef="#br0" timeOffset="58452.02">3410 10331 208 0,'0'0'1160'0,"0"0"-88"0,16 76 204 0,-12-44 52 16,4 0 120-16,-4 0-96 0,4-1-392 16,-4 4-120-16,3 3-244 0,-2 1-184 15,3 2-320-15,0 3-92 0,-4-3-104 16,-1 5-92-16,1-6 196 0,5 2 0 0,-5-5 452 15,0-2 257-15,0-3-169 16,3 1-168-16,-3-2-80 0,9 1-60 0,-9-4-40 16,7 4-116-16,-2-3-76 0,2 5-232 15,-3 1-728-15,5 3-569 0,-2 3-659 16,-3-9-632-16,4 22-1548 0</inkml:trace>
  <inkml:trace contextRef="#ctx0" brushRef="#br0" timeOffset="58697.198">3729 12436 7248 0,'0'0'3020'16,"0"0"-2027"-16,0 0-965 0,7 70-28 15,-7-54-232-15,4 1-117 0,-4-3 105 16,5 2 12-16,-1 1 76 0,0 1-12 0,0 5-28 15,0-1 124-15,3 0 72 0,-3 4 104 16,1-4 272-16,-1 3 76 0,0-3-39 16,0-2-181-16,-4 2-124 15,3-3-108-15,1 0-320 0,-4 3-573 16,0 0-475-16,0-3-1064 0,0 13-2876 16</inkml:trace>
  <inkml:trace contextRef="#ctx0" brushRef="#br0" timeOffset="58915.092">3817 13278 1212 0,'0'0'4564'15,"0"0"-4564"-15,0 0-600 16,7 80 236-16,1-55 284 16,-3 0-516-16,3 0 596 0,-5 4 440 0,5-1 500 15,0 4-500-15,1 6-400 0,-2 0 24 16,5 4 356-16,-4-1 436 0,0 0-36 16,0 1 824-16,0-4 109 0,0-4-521 0,4 1-620 15,-1 0-256-15,-2 0 24 16,7 1 16-16,-4 1-272 0,0 1-124 0,4 4-216 0,0 3-36 0,0-1-76 15,-1 0-312-15,2 0-240 0,-6-3-96 16,1-2 343-16,1-11 429 0,-10-5 140 16,-3-11-388-16,4-8-816 0,-4-8-1776 0</inkml:trace>
  <inkml:trace contextRef="#ctx0" brushRef="#br0" timeOffset="59718.829">4084 10243 4256 0,'0'0'2332'0,"0"0"-100"0,0 0-240 0,0 0-1363 16,0 0-153-16,-80 19-52 0,56-13 0 15,-4 2 456-15,0 3-132 0,-8-2-4 0,0 1 36 16,-3 2-276-16,-6 1-152 0,2-3-68 16,-5 2-60-1,-4 1-12-15,-3 3 60 0,-5-4-36 0,-4 1-224 0,-4 0 48 16,0 3-60-16,-3-1-48 0,3-1 44 15,0 2-64-15,5-4 16 0,3 1 52 0,4-4 0 16,13 1 60-16,-2-1-60 16,10-2 0-16,-1-4 72 15,8 0-64-15,4 0 0 0,3-3-8 16,2 0-100-16,-1 0-212 0,8 0-208 0,-4-6-16 16,4-1-420-16,0-2-140 15,0-4-548-15,8 4-1221 0,-12-14-2711 0</inkml:trace>
  <inkml:trace contextRef="#ctx0" brushRef="#br0" timeOffset="60019.682">2557 10268 2948 0,'0'0'8497'0,"0"0"-7317"16,0 0-972-16,0 0-204 0,0 0 312 15,-52 66-136-15,37-47 204 0,2 4 160 16,-2 2 40-16,3-2-168 0,-4 2-300 16,8 0-116-16,-4 4-52 0,4-4 52 0,0 4 44 15,4-4-32-15,4 4-12 0,0-1-52 16,8-2-60-16,7 2-12 0,10 1 108 16,3-4 12-16,7 4-48 0,6-4 52 0,2 0 88 15,5-2 12-15,0-7 12 0,8-7 16 0,0-2-80 16,3-7-48-16,5 0-4 0,-4-7-132 15,4-5-232-15,-5-4-388 0,5-4-224 16,-4 1-812-16,-17 1-2557 0,17-14-2675 16</inkml:trace>
  <inkml:trace contextRef="#ctx0" brushRef="#br0" timeOffset="60383.471">4092 9988 12793 0,'0'0'2008'0,"0"0"-1552"0,0 0-296 0,0 0 4 0,87 11 40 15,-67-9 184-15,0 1-24 0,0-3 100 16,-1 0-92-16,6 3-100 0,-1-3-60 16,-5 0-52-16,1 4-96 0,1-4-56 15,-6 2 4-15,1 2 0 0,-8 3 48 16,0-2 188-16,-4 9-76 0,-4 0-48 0,0 12-12 16,-8 3-112-1,-7 6-92-15,-6 6 92 0,-3 0 0 0,-8 1-36 0,-3 2-484 31,-9 4-320-31,-8 2-336 0,-8 5-612 0,17-14-2577 16,-37 22-3587-16</inkml:trace>
  <inkml:trace contextRef="#ctx0" brushRef="#br0" timeOffset="61187.126">3004 11826 11693 0,'0'0'1816'0,"0"0"-968"0,0 0-264 16,0 0 308-16,0 0 0 0,0 0-72 0,0 0-176 15,0 0-248-15,0 0-332 0,0 0-64 16,-48 80-64-16,44-45 64 0,-4 2 0 15,3 1 76-15,-2-2-4 0,-1-1 52 16,0 0-76-16,4-7-36 0,-4 1-12 16,0-4 0-16,4 1-96 0,-4-4 8 0,5 4-12 15,-2-7-48-15,5 3-148 16,0-2-12-16,0-2 136 0,8 1 60 0,4 0-24 0,4 0 24 16,0 0 112-16,8 0 8 15,0 0 64-15,-1-6-72 0,5 0 100 0,-4-4 88 16,1-3-128-16,-5 1 76 15,-1-4-60-15,1 0-72 0,-8-3-4 16,4 0 0-16,-8 0-60 0,4 0-64 0,-4 0-388 16,0-3-96-16,-4-4-48 15,4 1-212-15,-5-3-244 0,-3-1-392 16,0-6-565-16,0 7-1015 0,-3-10-1276 16</inkml:trace>
  <inkml:trace contextRef="#ctx0" brushRef="#br0" timeOffset="61487.324">3055 12258 7220 0,'0'0'1880'0,"0"0"-1872"15,0 0 512-15,0 0 488 0,0 0 189 0,0 0-237 16,92-15 36-16,-68 9 4 0,8-1-356 16,0-2-220-16,3-1-96 0,5-4-60 15,4 6 192-15,4-2 148 0,0 0-100 16,4 5-348-16,-1-6 28 15,1 5-100-15,0 0-88 16,-1 4-60-16,-2-5-4 0,-6 3 64 16,5 1 16-16,-4 0-8 0,-4 0-8 0,4-1-64 15,-5 4-8-15,-2-3 60 0,-1 3-112 16,-8-3 72-16,0 3-32 0,-5-3-52 0,-3 0-124 0,-5-3-140 16,-2-1-136-16,-5 1-256 0,-4 0-228 15,-4-4-272-15,0-2-628 0,0 2-2413 16,-12-6-1979-16</inkml:trace>
  <inkml:trace contextRef="#ctx0" brushRef="#br0" timeOffset="61717.111">4107 11833 8540 0,'0'0'1528'15,"0"0"-936"-15,0 0 441 0,0 0 195 16,0 0 32-16,0 0-24 0,0 0-364 0,0 0-284 15,0 0-216-15,84 22-112 0,-76-12 0 16,0-1-48-16,0 4-28 16,-4 3-36-16,-4 3-96 0,0 6-52 15,-4 6-120-15,-9 5-228 0,-6 2-60 16,-5 7 24-16,0-1-152 0,-8 4-120 16,-4 0-248-16,1-1-224 0,7-16-1044 15,-16 14-3633-15</inkml:trace>
  <inkml:trace contextRef="#ctx0" brushRef="#br0" timeOffset="62515.251">3386 13141 2612 0,'0'0'6184'16,"0"0"-4648"-16,0 0-695 0,0 0 339 0,0 0 340 0,0 0-68 16,0 0-56-16,0 0-352 0,0 0-328 15,0 0-248 1,0 0-332-16,-11 28-136 0,-2-11-124 0,2 5-108 0,-6 0 36 16,6 6 36-16,-2-2 0 0,1 2-4 15,1-6 28-15,2 2 64 0,5-10 72 16,0 3-4-16,1-4-80 15,3-4-4-15,-4 1 40 0,4-1 0 16,0-3 40-16,0 1-4 0,0-4-60 16,0 3-28-16,4 0 52 0,-1 1 48 15,10 3 52-15,2 2 208 0,6 1-124 0,3-1 76 16,-1 4-28-16,1-3-120 0,0-1 144 16,0-1-84-16,-1-3 36 0,-2 3-160 15,-1-5-8-15,-5 0-4 0,-2-3-76 0,-1-3 4 16,-5 0-64-16,2 0-520 0,-1 0 48 15,-4-7-228-15,-1-5-340 0,1-1-664 0,-4 0-2049 16,0-12-1743-16</inkml:trace>
  <inkml:trace contextRef="#ctx0" brushRef="#br0" timeOffset="62797.176">3390 13411 7628 0,'0'0'1812'16,"0"0"-1604"-16,0 0 376 0,0 0 741 0,0 0-29 16,0 0-252-16,0 0-144 15,80 5-80-15,-57-5-308 0,5 0-120 0,0 0-152 0,4-2 44 16,0-1 52-16,8 0-52 0,-4 0-84 16,8 0 148-16,0-1-104 0,-4 1-132 15,3-1-112-15,-3-1-8 0,0-2-116 16,0 0 116-16,-5 1-40 0,-3-2 36 15,-4 1-164-15,-4 0 116 0,0 2-176 16,-8-2-24-16,-4 3-136 0,-4 1-152 0,0 3-120 16,-4-6-112-16,-4 3-292 15,0-1-328-15,0-2-785 0,0 0-1915 0,0-4-1160 16</inkml:trace>
  <inkml:trace contextRef="#ctx0" brushRef="#br0" timeOffset="63089.48">4131 13172 8372 0,'0'0'2004'16,"0"0"-1528"-16,0 0-472 0,0 0 593 0,0 0 299 16,0 0 112-16,0 0-168 0,0 0-332 15,0 0-132-15,92 7-196 0,-76-7-56 0,3 0-24 0,-6 0-12 16,2 4 40-16,-2-4-52 0,2 3 24 15,-7-3 0-15,1 3-100 0,-1-1 100 16,-5 2-88-16,1-1 128 0,-4 3 76 16,0 1-32-16,0 5-184 0,0 5-172 15,0 1-184-15,-7 8 4 0,-10 2 0 0,6 4-140 16,-10 3-152-16,-2 0-260 0,-1 3-464 0,4-13-681 16,-12 14-2279-16</inkml:trace>
  <inkml:trace contextRef="#ctx0" brushRef="#br0" timeOffset="72179.321">3179 8308 5092 0,'0'0'2824'15,"0"0"-880"-15,0 0-847 0,0 0-557 16,0 0-296-16,0 0 168 0,0 0 176 16,0 14 76-16,0-11-220 0,0 3-224 0,0 4 108 0,0 2 52 15,4 4-64-15,-4 0-40 0,0 0-36 0,3 3-164 16,-3-1 24-16,0 1-100 0,0 0-116 15,0-2-8-15,0 2-40 0,0-3 52 16,0 3-40-16,0 0-316 0,0 0-408 16,0 0-192-16,0 1-524 0,0-1-657 15,5-5-791-15,-1 0-2012 16</inkml:trace>
  <inkml:trace contextRef="#ctx0" brushRef="#br0" timeOffset="73020.634">5271 9826 7564 0,'0'0'1896'15,"0"0"-940"-15,0 0-712 0,0 0 313 0,0 0 111 16,0 0 176-16,87 36-168 0,-70-30-128 0,-2-3-132 16,2 2-48-16,-6 2-116 15,1 0-136-15,0-1-16 0,0 4 76 0,-4 2-112 16,-5 7 48-16,2 7 40 0,-1 3-52 15,-4 8-92-15,0 5-8 16,-4 2-140-16,-4 0-36 0,0-9 76 0,0 0 100 16,4-6 100-16,0-6-84 0,0-4-16 15,4-7-80-15,0 1-60 16,4-4-100-16,4-2 240 0,4-1 52 0,8-3 148 0,0-3-112 0,3 0 64 16,5 0-88-16,0-3 72 0,0-7-48 15,4 1-88-15,-4-4 4 16,0 1-28-16,0-4 24 0,0 3-200 0,0 1-104 15,-1-1-704-15,1 3-548 0,-4 0-1297 16,0 5-2743-16</inkml:trace>
  <inkml:trace contextRef="#ctx0" brushRef="#br0" timeOffset="74312.466">5139 11630 9640 0,'0'0'3269'16,"0"0"-2901"-16,0 0-368 15,0 0-36-15,0 0 36 0,0 0 252 0,0 0 68 16,0 0-4-16,0 0-48 15,0 0-28-15,64-41 12 0,-52 49-64 0,-9 13 80 16,10 4 8-16,-5 10-76 0,-4 6-136 16,-1 4-56-16,-3-8-4 0,0-1 128 15,0-11 248-15,0-6 44 0,0-7-348 16,0 1-76-16,0-7-200 0,4 1-12 0,5-1-104 16,3 1 40-16,4-5 188 0,3 1 76 15,5 1 0-15,-3-1 12 16,-2 0 48-16,1-3-36 0,-3 3 104 15,-6 0 32-15,1 4 68 0,-4 2 0 0,0 5 68 0,-4-2 28 0,-4 7-12 16,0 6-52-16,0 1-64 0,-8-1-172 16,-4 7-12-16,0-1-148 0,-8 1-312 15,1 6-336-15,-9 1-348 16,0 2-528-16,7-5-1573 0,-18 16-3987 16</inkml:trace>
  <inkml:trace contextRef="#ctx0" brushRef="#br0" timeOffset="74822.396">5446 13316 912 0,'0'0'4352'16,"0"0"-1724"-16,0 0-1348 0,0 0-684 0,0 0 128 0,0 0 361 0,0 0-37 15,0 0 52-15,0 0-136 0,0 0-220 0,0 0-292 16,0 12-240-16,0-1-136 0,0 1 16 16,-4 3-80-16,4 5-12 0,0 2 4 15,0 3-4 1,0-3 76-16,0 4-64 0,0-1 48 0,0 1 68 16,0-5 56-16,0 2 4 0,0-4-36 15,0 0-68-15,4-3-44 0,0 3-40 0,4-3-12 16,-1 0-56-16,6 0 68 0,2-4 4 15,2 1 44-15,-2-3-44 0,9-3 72 16,1-2 24 0,3-2 48-16,3-3-12 0,-3 0-72 0,0-6-60 0,0-7-4 0,-5 1-76 15,2-7-60-15,-5-4-524 0,-5-2-104 0,-2-3-280 16,-5-4-592-16,-5 9-2565 16,-3-11-3635-16</inkml:trace>
  <inkml:trace contextRef="#ctx0" brushRef="#br0" timeOffset="75003.703">5609 13408 5836 0,'0'0'6133'0,"0"0"-5289"0,0 0-524 0,-15 89 356 0,15-54 184 16,-5-1-100-16,1 8-136 0,4-1-44 0,-4 0-192 16,4 1-388-16,-4-2-100 0,4 4-176 15,0 2-48-15,0-5-368 16,0 0-368-16,0-2-492 0,0-11-913 0,-7 4-1859 15</inkml:trace>
  <inkml:trace contextRef="#ctx0" brushRef="#br0" timeOffset="75677.865">2195 14011 1512 0,'0'0'8396'0,"0"0"-6875"16,0 0-1521-16,0 0 168 0,0 0 76 0,0 0 716 0,0 0 364 0,35 73-424 0,-26-41-308 15,-5-1-180-15,4 1-132 0,-1-6-56 0,-3-1-24 16,1-3-172-16,-1-6-28 16,4-3-176-16,-5-4 12 0,1-2-8 0,5-4-160 0,-1 4 56 15,3-2 188-15,6 1 88 16,-2-2 0-16,1 2 76 0,0 1 0 16,0 2 12-1,0-2 100-15,-4 2 0 0,0 1 52 0,-1-1 36 16,-6 3 84-16,3 2 12 15,-4-1 64-15,-4 2 8 0,0 4-112 0,0 0-132 16,0 3-16-16,-8 1-96 0,-4-4-88 16,-4 4-196-16,0-9-284 0,0 3-164 0,-4-4-188 15,-4-4-220-15,1-2-700 16,3-7-880-16,-1-4-1765 0,-11-15-2251 0</inkml:trace>
  <inkml:trace contextRef="#ctx0" brushRef="#br0" timeOffset="75841.198">2275 14071 5260 0,'0'0'7057'16,"0"0"-6165"-16,0 0-444 15,0 0 376-15,0 0-320 0,79-38-376 0,-67 28-80 16,-4 1-48-16,4-3-8 16,-4-4-444-16,4-4-728 0,-4 5-960 15,-5-14-3333-15</inkml:trace>
  <inkml:trace contextRef="#ctx0" brushRef="#br0" timeOffset="76309.856">1621 12522 8292 0,'0'0'2793'16,"0"0"-1469"-16,0 0-1324 16,0 0 64-16,0 0 424 15,0 0 400-15,0 0 444 0,0 0-556 16,0 0-420-16,0 80-156 0,0-36 100 15,4 10 36-15,4 3-36 0,4 0-80 16,0 4-192-16,0-8-28 0,4-2-112 0,-4-14 112 16,-5-10 36-16,6-8-36 0,-5-10-160 15,-1-2-88-15,2-7 24 0,-1 0 48 16,3-3 112-16,-3-7 64 0,5-6 152 0,-6-6-16 16,-3-3-136-16,-4-5-36 0,0 2-88 15,0 3 124-15,-4 6 112 0,-3 3 112 16,-6 3-28-16,2 7-20 0,-5 3-128 0,-4-1-40 15,0 4-8-15,-5 0-172 0,2 0 48 16,-5 7-200-16,4 3-88 0,0 2-204 0,0 1-100 16,1-1-196-1,-1-2-780-15,7-4-1553 16,-15-6-3371-16</inkml:trace>
  <inkml:trace contextRef="#ctx0" brushRef="#br0" timeOffset="76870.588">932 10515 1540 0,'0'0'6608'0,"0"0"-6024"0,0 0-324 0,0 0 232 16,0 0 92-16,0 0 369 0,80 22-153 0,-69-22-288 16,6 0 164-16,-2 0-36 0,5-3-160 15,4-6 28-15,-4-1-116 0,8-2-192 16,-4 2-80-16,0-2-120 0,-5 2-8 0,5 1-56 15,-7 2-12-15,-2 1 68 0,-2 3-80 16,-2 3 24 0,-3 0 0-16,1 3 64 0,-2 10 204 15,1 6 124-15,-4 9 36 0,4 7-76 16,0 9-136-16,-4 11 0 0,4 2-152 16,0 2-84-16,4 6-132 0,-4 1 0 15,4 3 56-15,0-4-256 0,0-2-340 16,0-3-96-16,0-10-64 0,-1-4-44 15,-2-8-317-15,-1-10-1051 0,0-3-2804 16</inkml:trace>
  <inkml:trace contextRef="#ctx0" brushRef="#br0" timeOffset="107016.527">2976 8880 836 0,'0'0'7656'0,"0"0"-6608"0,0 0-736 0,0 0-56 0,0 0 4 15,0 0 244-15,-76-23 113 0,64 17 127 0,5 0-76 0,-6 4-96 16,9-3-36-16,-4-1-168 16,0 3-40-16,4 3 12 0,-4-3 0 15,4 1 76-15,1-2 24 0,-5 1 12 16,3 3-28-16,-3-4-88 0,1 1-264 15,-5 0 4-15,3 3-76 0,2-3 4 16,-5 3-4-16,-1 0 0 0,2 0-52 0,3 0 52 0,-4 0 8 16,0 0-4-1,-1 3 44-15,2 0-40 0,-1 4 0 0,-4 2-8 0,4 1-4 16,0 5-120-16,0 2 36 0,-4 2 40 0,4 3-12 16,1-3 56-16,-2 6 4 0,5-3 0 15,-3 4-12-15,2-3-72 16,5-2 72-16,0 2-4 0,1-1-108 0,3-3 76 15,0 3-4-15,3-3 4 16,5 3-28-16,1 0 76 16,2 4 8-16,6-1 56 0,-2 1-60 0,5-4-4 15,-4 3 8-15,8-5-8 0,0 2 48 16,4-7 12-16,0 2-60 0,0-2 0 16,4-2 0-16,0-4 48 0,3 1-44 15,-3-4 4-15,4-2-8 0,-4-4 8 16,7 2-8-16,-3-2 60 0,5-2-60 15,-6-2-76-15,1-5 76 0,4 2 0 0,-9-2 16 0,6 2-8 16,-10-5-8-16,5-1-8 0,-8 0-32 16,0-2 40-16,0-5 4 0,-4 1 0 15,-4-3 48-15,4-1-40 0,-4-2 0 16,0 0-12-16,3-4-4 0,-6 1-112 0,2 0 116 16,-2-4 0-16,-1 3 0 0,-5 0 0 15,2 2-56 1,-5 0 48-16,0 2 16 0,-4 0 68 15,0 3-76-15,-8 0 24 0,-1-1-20 16,2 0-8-16,-10 2 4 0,2-5-72 16,-2-2 20-16,2-1 28 0,-5 4-28 0,4-4-72 0,-4 4 76 15,4 0 4-15,-4 5 44 0,4 1 128 16,0 6-116-16,5 1-4 16,-6 6 216-16,6 2-52 0,-2 1 152 0,2 0-112 15,-6 3-64-15,-2 0-84 0,3 0-64 0,-9 3-124 16,2 0 36-16,-5 7-12 15,0-1 24-15,-4 1-32 0,1 6 20 16,-1-4-48 0,0 5 36-16,0-4 36 0,4-1 64 15,0 1 0-15,4-1 12 0,4-3-12 0,0 1-60 0,0 3-116 0,0-3 76 0,5-4-12 16,3 3 36-16,-1 1-48 0,2-4-52 16,3 4-16-16,-1-4-56 0,2 3-40 15,-1 1-368-15,-1 0-40 0,5-1-92 0,1 3 44 16,3 1-216-16,0 0-301 15,0 3-683-15,7 0-1084 0,-2-6-1868 0</inkml:trace>
  <inkml:trace contextRef="#ctx0" brushRef="#br0" timeOffset="108186.835">4638 10046 612 0,'0'0'1580'0,"0"0"-1320"0,0 0-52 16,0 0-64-16,0 0 3748 0,0 0-2892 16,0 0-376-16,0 0 60 0,-92 5 132 0,76 6 52 15,-5-2-175-15,2-4-89 0,-1 9-76 16,-1-5 32-16,2 1 28 0,-1 3-120 16,5 2-188-16,-6-2-104 0,10 6 16 0,-6 0-52 15,10 4-68-15,-6-2-20 0,9 5 0 16,0 3 60-16,0 2-48 0,4 4 60 15,4 0-8-15,4 6 8 0,5-2-48 0,-2 2 36 16,6-3 24 0,2 3-124-16,-3-3 48 0,8 1-8 0,-1-4-52 15,2-1 0-15,-1-2 24 16,4 1-24-16,4-8-4 0,-4-3-8 0,3 0-140 16,5-7 112-16,-4-2 32 0,0-3-8 15,3-4-48-15,-3-6 52 0,0 0 4 16,0-3 8-16,0-13 4 0,1-3 84 15,-6-6-84-15,1-6-4 0,0-11 0 0,-8-3-64 16,4-3-72-16,-9-6-104 0,2 3-100 16,-6-2 12-16,-3 4-52 0,-8 2 64 0,0 3 24 15,0 3-64-15,-4 3 60 0,-7 6 284 16,-2 4-52-16,-2 6 64 0,-6-1 108 0,2 7-32 16,-5 3 36-16,4 4 68 0,-4-1 24 15,0 7-152-15,0 0-40 0,0 3-12 0,-4 0-76 16,0 3 12-16,0 4-116 15,5-1-112-15,-1 7 24 16,0-4-192-16,4 7-168 16,0 1-52-16,4 1-137 0,1 4-487 0,-2-4-576 15,2 6-1000-15,2-9-1395 0,2 7 4275 16</inkml:trace>
  <inkml:trace contextRef="#ctx0" brushRef="#br0" timeOffset="109234.972">4526 11522 3748 0,'0'0'860'16,"0"0"740"-16,0 0-820 0,0 0-400 16,0 0 268-16,-84-3-24 0,72 6-80 15,0 0 88-15,4 3-152 16,0 0 48-16,-3 4-143 0,2 0-101 0,1 5-40 16,4 2-12-16,-3 5 24 0,7 0 28 15,-4 7-16-15,-1-1 0 0,5 4-64 16,0-1-88-16,5 8-68 0,-1-1-36 0,7 3 116 15,1 0-120-15,0 4 56 0,0 2 0 16,4-2 128-16,0-4-104 16,0-3 28-16,0-2-28 0,4-5-36 0,0-10 24 0,3 2-76 0,1-10-8 15,1 0-64-15,-1-7 64 16,4-3 4-16,-5-3 4 0,1-3 0 0,4-10 0 16,-4-2 68-16,0-12 72 0,-1 0-76 15,-2-5-64-15,-1-3-292 0,-9-3 24 16,6-3 4-16,-9 2 60 0,-1 1 64 0,-3 4 0 15,-4-2 36-15,0 5 52 0,0-1-24 16,0 7 68-16,-8 0-120 0,1-1-36 16,-6 3 24-16,2 4 24 0,3 4-116 15,-5-1 40-15,2 10 192 0,-2-1 4 0,5 7-4 16,-3 0-280-16,-2 7 36 0,-2 5-24 16,-2 1 112-16,2 6-25 15,2 0-179 1,-2 7-172-16,-1-4-320 0,4 0-820 0,-3 10-1376 0</inkml:trace>
  <inkml:trace contextRef="#ctx0" brushRef="#br0" timeOffset="109967.825">4314 12951 364 0,'0'0'6356'0,"0"0"-4980"16,0 0-960-16,0 0-24 16,-20 76 112-16,16-54 256 0,4 0-152 0,0 4-51 15,0-4 7-15,0 0-192 16,0 3-204-16,4 4-44 0,9-1-8 16,-2 4 140-16,6 0-12 15,-2-3-52-15,5 2-4 0,5-2 56 0,-2 3-56 16,5-4 16-16,3 1 12 0,-3-1-140 0,4-5 24 0,0 0-100 15,5-9-8-15,-5 3-48 0,3-4 56 0,1-7 104 32,4-4-16-32,-1-2-12 0,2 0-24 15,-2-5-4-15,-3-5 40 0,0-2-4 0,0-5-84 16,0-2-8-16,-4 0 8 0,0-3 88 16,0-3-88-16,-4-1 0 0,-4-2-48 15,-1 3-56-15,-7-5-20 0,-4 5 24 16,-5 0 84-16,-2-3-160 0,-1-1 48 15,-4-1-60-15,0-3-64 0,0-3-4 0,-9-2 168 16,2 4-4-16,-5-1 16 0,0 3 76 16,0 0 0-16,1 3-48 0,-6-2 48 15,2 2 64-15,-6 0-4 0,1 1 40 0,-3 0-100 16,-5-2-8-16,4 5 4 0,0-3-4 16,-4-1-56-16,-4 4 36 0,0-1-48 0,0 1-24 15,4 6 164-15,-4 0-64 0,1 7 64 0,-1-2 24 16,4 8-24-16,0 3 36 15,0 3 52-15,5 0-60 0,-1 9-92 0,-4 1-64 16,3 9-244-16,1-1 28 0,1 8 128 16,-1 3-88-16,4 3 72 0,-4-1 16 15,4 1-168 1,0-3-168-16,5-3-196 0,-2-7-61 16,6-1-83-16,-2-1-248 0,5-2-432 15,5-2-756-15,-1-4-1676 0</inkml:trace>
  <inkml:trace contextRef="#ctx0" brushRef="#br0" timeOffset="113157.223">1665 10236 80 0,'0'0'2736'0,"0"0"-2408"0,0 0-320 0,0 0-4 16,0 0 88-16,0 0 2240 0,0 0-912 16,0 0-500-16,0 0-284 0,0 0-104 0,0 0-168 31,0-7-108-31,0 7 28 0,0 0 156 0,0 0-52 0,0 0-67 16,0 0-125-16,0 0-32 0,0 0-8 15,0 0-40-15,0 0-116 0,4 0-8 16,-4 3 8-16,7 4 164 0,-2 0 56 15,3 5 48-15,4 1 64 0,0-1-128 16,4 8 40-16,4 2-16 0,4 3-112 16,-1 1 48-16,9 5-96 0,0 1-64 0,0 3-4 0,4 3 64 15,0 0 28-15,0-3-56 16,-4 0-36-16,-1-6-112 0,-3-4-48 16,-7-3 160-16,2-3 4 0,-3-3 36 0,-5-3-40 15,-2 0 0-15,2-4-4 0,-6-3-80 16,-1-2 76-16,-4 2-184 0,0-6-472 15,-4 3-180-15,0-3-148 16,0 0-197-16,0 0-91 0,0-3-148 16,0-3-864-16,-8-11-680 15</inkml:trace>
  <inkml:trace contextRef="#ctx0" brushRef="#br0" timeOffset="113488.548">2139 10283 628 0,'0'0'1588'0,"0"0"2912"0,0 0-3680 15,0 0-352-15,0 0-144 0,0 0 364 16,0 0 140-16,0 0-16 0,0 0-167 16,0 0-145-1,-52 54-152-15,45-32-28 0,-6 7 12 0,-2 3 0 16,2 3-40-16,-6 0-60 0,3 3-16 15,-5 3-64-15,2 3-88 0,-1 1-64 16,-4 3-48-16,4-1-52 0,0 1-52 16,-4 0-40-16,8-4 76 0,-4-3 104 0,9-6-64 15,-2-3 68-15,5-3-80 16,1-8-4-16,3-4 28 0,0-4 0 0,-1-1-112 0,5-5-172 16,0 2-612-16,0-3 263 0,0 1-311 0,0-1-468 15,0-3-484-15,5-3-1272 16</inkml:trace>
  <inkml:trace contextRef="#ctx0" brushRef="#br0" timeOffset="114260.622">2043 12303 4152 0,'0'0'6180'0,"0"0"-4927"0,0 0-1101 16,0 0-60-16,0 0-16 0,0 0 256 15,0 0 116-15,0 0 40 0,0 0-196 16,0 0-204-16,52 73 104 0,-20-45 164 16,0 4-128-16,4 6 0 15,4-3 36-15,-8 0-248 0,0-7-12 0,-4 2-4 16,-5-11-56-16,1-4-20 16,-8 1 0-16,0-6-76 0,-5-1-12 0,2-6-28 15,-1 4-164-15,-9-7-292 0,6 0-196 16,-5 0-480-16,0-3-705 0,4-4-1023 0,-8-15-2332 0</inkml:trace>
  <inkml:trace contextRef="#ctx0" brushRef="#br0" timeOffset="114458.984">2414 12246 4208 0,'0'0'1432'0,"0"0"1716"16,0 0-2396-16,0 0-660 0,0 0 100 0,0 0 456 15,0 0 165-15,-48 79 151 0,36-54-312 16,0 1-220-16,1 6-64 0,-2-1-176 16,2 4-52-16,-1 3-88 0,-4 3-52 0,4 3-72 15,-4-2-32-15,0 3-160 16,4-4-44-16,0 0-328 0,-1 1-84 0,2-4-669 0,-1-3 329 16,4 0-844-16,0-7-988 0,0-6-1716 15</inkml:trace>
  <inkml:trace contextRef="#ctx0" brushRef="#br0" timeOffset="114935.859">2613 13176 784 0,'0'0'7808'0,"0"0"-6400"0,0 0-1356 0,0 0 64 15,0 0 184-15,0 0 333 0,0 0-249 16,88 32 104-16,-65-24-128 0,1 6-104 16,1-4 76-16,-1 2-128 15,0 1 40-15,-1 0-156 0,1-1 64 16,-4 4-152-16,0-3 8 0,-8 0 68 15,4 2 4-15,-4-2-80 0,-4-1-48 16,0 2-28-16,-1-2-180 0,-2 1-240 0,-1-3-68 16,0-4-64-16,-4 0-249 0,0-3-247 15,0 1-364-15,0-4-580 0,0 0-2144 16</inkml:trace>
  <inkml:trace contextRef="#ctx0" brushRef="#br0" timeOffset="115160.303">2908 13062 3364 0,'0'0'300'0,"0"0"2436"15,0 0-1320-15,0 0-532 0,0 0-200 0,-40 70 144 16,28-44 297-16,0-1-37 0,-3 3-296 16,2 4-384-16,-2 3-204 0,-6-1-36 0,6 5-44 15,-5 1-36-15,-1 2-40 0,6 0-48 16,-5-5-8-16,-4 4 8 0,4 1-140 15,0-1-152-15,-4-3-116 0,5 4-164 16,-6-5-56-16,5-1-232 0,1-4-29 0,2-4-291 16,6-6-764-16,3-3-1048 0</inkml:trace>
  <inkml:trace contextRef="#ctx0" brushRef="#br0" timeOffset="125060.381">26160 6150 3676 0,'0'0'7725'16,"0"0"-6201"-16,0 0-924 0,0 0-268 15,0-66 236-15,5 46 444 0,6-2-68 16,-3 0-184-16,9 2-140 0,-2 1-40 16,5 1-124-16,1 5-108 0,2 3-104 0,5 4-48 15,-4 6-24-15,4 0-64 0,0 2-4 16,-4 9-104-16,-1 5-12 0,1 2-36 16,-7 5 48-16,-2 5 36 0,1 4 12 0,-8 7-48 15,-4-2-8-15,0 8-40 0,-4-1-28 16,-8 0-20-16,-3 0-28 15,-10 5-220-15,-3-5 160 0,-8 5 36 0,-3-3 64 16,-9 2-100-16,4-4 24 0,-4-2 92 16,0-4 68-16,8-6 112 0,0-7-104 15,8-6 4-15,8-3-12 0,1-7-40 16,6-2-8-16,6-4 40 0,7-3 4 16,0 3-208-16,0-3-12 0,12 0 188 0,4 3 36 0,8 0 136 15,4 0 88-15,4-3-16 0,-1 4-120 16,5-4-4-16,0 0 88 15,0-4 12-15,0 1-36 0,0-3-72 0,0 0-4 16,-1-4-36-16,1 1-36 0,-4-1-84 0,4-3-28 16,0 1-84-16,-4-2-260 15,8 0-468-15,-9-3-72 16,5-2-652-16,-4-3-832 16,-12 3-2145-16,8-16-2699 0</inkml:trace>
  <inkml:trace contextRef="#ctx0" brushRef="#br0" timeOffset="125396.492">27065 5397 4212 0,'0'0'9681'0,"0"0"-8001"15,0 0-1100-15,0 0-64 0,0 0 392 16,0 0 152-16,0 0-284 0,0 0-480 15,0 0-296-15,0 0-236 0,0 0 104 0,-52 73 44 0,44-34 76 0,4 2-72 16,1 7 8-16,3-1-8 0,0-3 32 16,7-2 52-16,1-7 148 0,8-7-48 0,4-2 84 15,0-4-60-15,4-7-16 0,-1 1 100 16,5-3 12-16,0-3-108 0,0-8-4 16,0 3 64-16,4-5-64 0,-4-7 0 15,0-3-104 1,0-3-8-16,0-3 0 0,-4-2-96 15,-5-5-484-15,-2 1-240 0,-6-4-136 0,1-2-292 16,-3 3-896-16,-9 6-1985 0,0-13-1275 0</inkml:trace>
  <inkml:trace contextRef="#ctx0" brushRef="#br0" timeOffset="125613.868">27232 5391 6260 0,'0'0'2108'16,"0"0"128"-16,0 0-1283 0,0 0-413 0,0 0 176 15,0 0 368-15,0 0 92 0,0 0-208 0,0 0-336 16,-32 86-196-16,28-54-64 0,4 6-136 16,0 3-88-16,-4 10-144 0,4 2-4 15,0 11-12-15,-3 2-136 0,-1 8-300 0,0 2 0 32,-1 0 48-17,5 0-204-15,-4-6 100 0,4-7-480 0,-4-5 56 16,4-7-632-16,0-10-193 0,0-13-1099 0,0 4-2636 0</inkml:trace>
  <inkml:trace contextRef="#ctx0" brushRef="#br0" timeOffset="127809.819">14749 9874 340 0,'0'0'6616'0,"0"0"-5732"0,0 0-132 0,0 0 168 16,0 0 20-16,-80 0-423 0,65 2 255 31,2 3-52-31,-2-3 112 0,-1-2-108 16,4 7-68-16,4-7 64 0,0 3-28 15,0 0-276-15,4 0-104 0,0-3-52 0,4 0-100 0,0 4-160 0,4-4-200 16,8 3 200-16,8 0 212 16,8 0 196-16,11 3 260 0,6-2-320 0,2-1-128 15,9 3-120-15,0-3 44 0,0 3-140 16,0-2 8-16,-1-1 36 15,-3 0-48-15,-9-3 8 0,2 0-68 0,-2-6 60 16,-7-4-64 0,1 1-60-16,-9-4-36 0,-1 0-728 0,-3 1 184 15,-8-1 104-15,0 3-820 0,-4-3 520 16,-8 5-1512-16,0 1-89 0,-4 0-1607 16</inkml:trace>
  <inkml:trace contextRef="#ctx0" brushRef="#br0" timeOffset="128142.617">14941 9509 92 0,'0'0'7436'15,"0"0"-6348"-15,0 0-88 0,0 0-72 0,0 0-179 0,0 0-221 0,0 0 8 16,0 0-100-16,0 0-80 0,0 0-48 15,-44 76-40-15,48-41 60 0,0 7-160 16,4 2-96-16,-1 7 144 0,6 3-140 16,-2 3 40-16,2 6-104 0,2 5-24 15,-2-3 12-15,6 5-104 0,-2 0 96 0,-2 0 4 16,1-3-108 0,-4-1 36-16,1-2-76 15,-2-7-152-15,-3-7 112 0,0-4 64 0,0-15-164 16,4-5-244-16,-4-7 140 0,0-1-40 15,0-5-324-15,0-3-285 0,-1-4-363 16,-3-3-696-16,5-3-852 0</inkml:trace>
  <inkml:trace contextRef="#ctx0" brushRef="#br0" timeOffset="144160.057">16490 9493 7716 0,'0'0'3881'0,"0"0"-2933"0,0 0-80 0,0 0-104 15,0 0 384-15,0 0-176 0,0 0 272 16,0 0-500-16,-8 73-348 0,8-51-164 0,0 7-72 16,0 9-24-16,8 3 24 0,-3 3 36 0,3 8-12 15,-1 2-76-15,1 3-100 0,1-1 4 0,-1 2-4 16,-1 1-4-16,1-1-4 16,1-4-12-16,-6-6-48 0,5-3-48 15,-4-8-28-15,4-5 12 0,-3-6-96 0,2-8-124 16,-3-8-236-16,0-1-984 0,4-9 184 15,-4 0-840 1,4-2-501-16,0-8-1715 0,0 1-888 16,-4-14 5024-16</inkml:trace>
  <inkml:trace contextRef="#ctx0" brushRef="#br0" timeOffset="144653.028">17068 9725 4852 0,'0'0'7093'0,"0"0"-6149"15,0 0-736-15,0 0 60 0,0 0 352 0,0 0 344 0,0 0 56 16,0 0-180-16,0 0-292 0,0 0-188 16,80-16-76-16,-68 22-72 0,0 4-52 0,4 5 0 15,-9 5-48-15,6 5-104 0,-9 7-4 16,4 2-4-16,-8 5-76 0,0-4-12 15,0-1 44-15,-4 1 44 0,0-9 12 16,0-3 64-16,-5-9 36 0,5 0 20 16,1-9-32-16,3 2 84 0,0-7 0 0,0 0 0 0,0 0-96 15,0-2 32-15,0-8 4 0,0-4-84 16,0-4-40-16,7-4 0 0,2-3 40 16,3 2-40-16,0 1-12 0,0 0-60 0,3 0-28 15,2 0 4-15,-2-2-52 0,1 6-72 16,1-4-160-16,-2 4-348 15,2-2-128 1,-2 4-156-16,-3 0-284 0,8 3-316 0,-9 4-272 16,6 6-3269-16,-6-1-963 15</inkml:trace>
  <inkml:trace contextRef="#ctx0" brushRef="#br0" timeOffset="145418.397">16845 9481 1604 0,'0'0'1016'0,"0"0"-688"0,0 0 1784 0,0 0 540 0,0 0-848 16,0 0-680-16,0 0-275 0,0 0-117 15,0 0-40-15,0 0 48 0,0 0-4 16,4-19-44-16,-4 31-336 0,-4 7-272 16,0 13-84-16,0 3-104 0,1 12-56 15,-6 1 8-15,5 6-24 0,0 0-16 16,0-4-48-16,0-6 112 0,1-5 72 0,3-7 56 15,0-10 64-15,0-3-64 0,0-3-48 0,0-7-116 16,7 1-16-16,5-1 68 0,0-2 112 16,4-1 0-16,0 0 8 0,4 1-8 15,-4 0 0-15,4-2 52 0,-4 6 12 0,0-5 48 16,0 2-12-16,-5 6 28 16,2-1 48-16,-2 2 16 15,-2 4 136-15,-1 3-76 16,-1 1-40-16,-3 6-52 0,0-4-160 15,0 3-60-15,1 1-92 0,-5-4-52 0,4-2-60 16,0-5-152-16,-1-8 0 0,1 0-172 16,0-7-280-16,4-3-424 0,4 0-621 15,-4-3-343-15,5-10-2288 0,-6 6 2052 0</inkml:trace>
  <inkml:trace contextRef="#ctx0" brushRef="#br0" timeOffset="146059.798">17694 9718 9088 0,'0'0'544'16,"0"0"-440"-16,0 0-104 0,0 0 308 15,0 0 376-15,0 0 141 16,0 0-105-16,0 0-272 0,0 0-220 0,0 0-8 16,0 0 136-16,-33 81 76 0,42-60 176 15,-5 5-76-15,0-4-168 16,0 0-36-16,0-3 8 0,-1 3 8 0,2-6-60 15,-1 3-84-15,4-6-88 0,-4 0-64 16,3-4-48-16,2 1-4 0,-5-4-148 16,4-6 148-16,-1 0 4 0,1 0 0 0,1 0 120 15,-1-10-120-15,-1-3-24 16,6-6-212-16,-5-3 48 0,-1-3-72 0,-3-4 28 0,0-2 32 16,1 2-76-16,-5 3 76 0,0 5 88 15,0 1 112-15,0 5 48 0,0 5-40 16,-5 0 108-16,-3 7 32 0,-3 3-96 0,-2 0-48 15,5 0-4-15,-3 6-100 0,-2 4-116 16,2 3 4-16,3 3-92 16,-1-3 12-16,5 2-60 15,1 2-284-15,3-5-396 0,-4 1-729 16,4-5-1527-16,0-1-3236 0</inkml:trace>
  <inkml:trace contextRef="#ctx0" brushRef="#br0" timeOffset="146306.843">18000 9160 4224 0,'0'0'7701'0,"0"0"-6217"16,0 0-1100-16,0 0-144 0,0 0 596 15,20 83 472-15,-16-43-60 0,9 11-344 0,-5 3-312 16,3 3-184-16,2 4-80 0,-2-1-120 0,6 0-208 0,-6-5-84 0,1-5-40 15,0-9-60-15,-4-6 76 0,0-10 20 0,-4-8 16 16,0-4-272-16,0-4-260 0,-4-9-176 16,0 0-304-16,0 0-668 15,0-7-796-15,-8-6-2277 0,4 1-115 0,-12-10 3096 16</inkml:trace>
  <inkml:trace contextRef="#ctx0" brushRef="#br0" timeOffset="146475.791">17941 9626 628 0,'0'0'1904'16,"0"0"5556"-16,0 0-5627 0,0 0-453 0,0 0 4 16,0 0-324-16,0 0-152 0,96 38-176 0,-77-38-332 15,1 0-104-15,4-2-236 16,-4-5-60-16,4 1-152 0,-8 0-280 0,4-5-328 0,4 5-508 16,-4 0-720-16,-1 3-861 0,2-4-2083 15,-5 7-224-15,-4-3 4728 0</inkml:trace>
  <inkml:trace contextRef="#ctx0" brushRef="#br0" timeOffset="146769.579">18423 9601 2508 0,'0'0'664'0,"0"0"5376"0,0 0-3971 16,0 0-965-1,16 67 68-15,-16-42 248 0,0 0-108 16,-9 4-56-16,2-1-252 16,3 1-316-16,-4-7-232 0,4 1-276 0,4-10-180 0,-4-1 0 15,4-5-12-15,0-5-48 0,0 2-48 16,4-4-64-16,0 0-52 0,8-4-56 15,-5-5 108-15,10-3-24 0,-6-4-28 16,6-4-136-16,-6 5-72 0,-2-2 136 0,3 5 72 0,-5 5 112 16,6 1 112-16,-5 6 0 0,-1 0 348 15,5 13 124-15,1-1 108 0,2 11-76 16,1-1 124-16,0 1-92 0,0-2-168 16,-4-5-184-16,0-3-176 0,4-3-8 15,-4-4-60-15,4-6-64 0,-4-3-364 0,8-13-16 16,0-10-96-16,4-6-204 0,-5-12-212 0,2-3-1120 15,-6 5-1905-15,5-19-1951 0</inkml:trace>
  <inkml:trace contextRef="#ctx0" brushRef="#br0" timeOffset="146989.712">18825 9074 820 0,'0'0'11469'0,"0"0"-9989"0,0 0-1036 0,0 0 128 16,-4 67 308-16,8-29 452 0,5 3-144 15,-1 7-288-15,3 5-224 0,2 5-152 16,-2 2-120-16,5 7-160 16,-4-7-156-16,0 3-88 0,-5-9-180 0,6-6-4 15,-5-7-48-15,-4-9-136 0,-1-10 28 16,2-5-68-16,-1-5-156 0,-4-5-140 0,0-7-200 0,0 0-436 0,-9-5-632 16,2-3-1981-16,-5-5-651 15,-4-3 176-15,-8-3 4324 0,8 3-484 0</inkml:trace>
  <inkml:trace contextRef="#ctx0" brushRef="#br0" timeOffset="147108.031">18726 9662 1760 0,'0'0'1356'16,"0"0"6088"-16,0 0-5183 0,0 0-933 0,0 0-620 15,0 0 448-15,0 0 24 0,0 0 8 0,88-5-32 16,-57 3-360-16,-3-4-236 0,4-4-220 0,-4-3-144 16,-4-3-192-16,3 0-4 0,-6-3-292 15,-1 4-344-15,-1-8-220 0,1 4-200 16,-3-3-416-16,2 2-1360 0,-2 6-3437 0</inkml:trace>
  <inkml:trace contextRef="#ctx0" brushRef="#br0" timeOffset="147277.422">19311 9528 7220 0,'0'0'4393'16,"0"0"-2701"0,12 82-1056-16,-12-49 160 0,5 5 352 15,-1-4 104-15,-4-2 60 0,0-7-512 0,0-9-492 0,0-5-308 16,0-6-104-16,0-5-324 15,0 0-348-15,0 0 80 0,-4-12-260 16,-1-5-804-16,-3-5-1352 0,-3-3-3041 0,3 3 1077 16</inkml:trace>
  <inkml:trace contextRef="#ctx0" brushRef="#br0" timeOffset="147397.665">19227 9375 1136 0,'0'0'2592'0,"0"0"5373"0,0 0-6749 0,0 0-580 0,0 0-140 16,0 0-444-16,0 0 76 0,84-15 136 15,-72 18-264-15,-3 3-216 0,2 0-1004 16,-3 7-1065-16,1 0-3743 0</inkml:trace>
  <inkml:trace contextRef="#ctx0" brushRef="#br0" timeOffset="147662.799">19551 9588 4440 0,'0'0'5140'0,"0"0"-987"0,0 0-3569 0,39 76-16 0,-31-53 140 15,1-4 208-15,-2-3 216 0,-3-4-216 16,0-9-496-16,4-3-288 0,1 0-108 0,2-9-24 15,-3-7-208-15,4-6-60 16,0-6-152-16,-1-5-136 0,2-2-40 0,-9 4-4 16,4 2-32-16,-8 4 120 15,0 3 108-15,0 6 116 16,-4 7 288-16,-4 2 192 0,-5 7 196 16,2 2 480-16,-5 12-400 0,4 5-132 0,-3 3-100 15,6 6-60-15,-3-2 72 0,5 2-16 16,-1-2-144-16,-1-3-88 0,5-9-112 0,0 0-136 15,4-9-212-15,0 0-276 16,0-5-332-16,0-5-300 0,0-3-496 0,12-9-973 16,-7-2-1715-16,3 4 232 0</inkml:trace>
  <inkml:trace contextRef="#ctx0" brushRef="#br0" timeOffset="147926.619">19802 9575 3860 0,'0'0'5084'15,"0"0"-1115"-15,0 0-3229 0,0 0-272 16,0 0 128-16,39 76 376 15,-35-63 268-15,-4-6-344 0,5-4-528 0,-5-3-368 16,0 0-48-16,8-3-336 0,-5-11-88 16,9 3 64-16,1-9-16 0,6-2-96 15,-3 0 80-15,3 0 76 0,2 6-456 16,-5 3 424-16,0 4 396 0,0 5 116 16,-4 1 404-16,-1 3-28 0,2 3 12 15,-6 4 24-15,1 2-12 0,1 4-56 0,-5 0-36 0,0 2-140 16,-1-2-84-16,-3 0-116 0,0-1-84 15,4-1-4-15,-4 1-104 0,0-2-316 16,0-1-384-16,0 0-400 0,4 1-700 16,-4-8-2401-16,4 5-2731 0,1-7 6360 0</inkml:trace>
  <inkml:trace contextRef="#ctx0" brushRef="#br0" timeOffset="148232.888">20427 9306 6704 0,'0'0'3992'16,"0"0"-1863"0,0 0-1617-16,0 0-384 0,-40 69 152 0,24-43 568 15,0-1 476-15,5 0-308 16,-6 0-520-16,6 2-420 16,2-8-76-16,1-1-88 0,8-5 16 0,0-3-4 15,0-4 32-15,8 0 40 0,1-6-180 0,6 4-104 0,2-4 76 16,-2 0 128-16,5 0-4 0,1 0 88 15,-2 0-52-15,5 3 48 16,-4 3 4-16,-4 5 8 0,4 0 144 0,-8 3 36 0,0 1-76 16,0 1-52-16,-8 0-60 0,-1 3 0 0,-3 0-136 15,0 3 48-15,0-3 80 16,-11 0 0-16,-6 0-68 0,2 0-84 0,-5-2-108 16,-4-2-208-16,0 1-396 0,-3 0-612 15,-1-11-965-15,3 2-2455 0,9-7-124 16,-7-2 4536-16</inkml:trace>
  <inkml:trace contextRef="#ctx0" brushRef="#br0" timeOffset="150116.786">20774 9083 40 0,'0'0'2112'0,"0"0"2800"15,0 0-3668-15,0 0-244 0,0 0 112 0,0 0-67 0,0 0-109 16,0 0-132-16,0 0-292 0,44 70-220 15,-37-63-152-15,1 2-16 16,-3-6-36-16,3 0 16 0,-5-3 8 0,1 0-36 16,0 4-24-16,-4-4-52 0,0 3-100 15,0 3 48-15,0 3-12 0,0 7-176 16,0 7 12 0,-4-2 12-16,-3 5 204 0,3 3 12 15,0-7 0-15,-1 4 48 0,1-4-48 16,4-3-4-16,0 0-44 0,0-7 48 0,0 1 0 15,4-3-128-15,1-1-40 0,3-2 16 16,-1-2 144-16,1 6 8 0,1 1 44 16,2 4 20-16,1 6 88 0,-3 4-12 0,-2 3-40 15,1 5 28-15,-4-3 164 0,-4 5 48 0,4-1-84 16,-4-3-56-16,0-7-148 0,0-6-52 16,0-6-48-16,0-6-88 15,0-7-348-15,0 0-736 0,-4-7-636 0,0-9-2253 0,0 7-1827 16,-7-17 5716-16</inkml:trace>
  <inkml:trace contextRef="#ctx0" brushRef="#br0" timeOffset="150538.96">21132 8969 1708 0,'0'0'496'15,"0"0"-328"-15,0 0-112 0,0 0 20 0,0 0 132 0,0 0 2632 16,0 0-1148-16,0 0-884 0,0 0-368 31,0 0 64-31,0 0 208 0,8 25 140 16,-8-15 13-16,0 10-121 0,0-1-76 0,0 6-148 15,0 6-60-15,0 8-52 0,0 5-28 16,0 6-16-16,0 11-24 16,5 6-100-16,-1 9-236 0,-1 3-4 0,5 7-100 0,4-4 0 15,-4 4-16-15,4-4 4 0,-1 1 100 16,2-6-64-16,-1-5 0 0,0-5-140 15,-4-4 4-15,3-5 20 0,2-4-100 0,-1-7-140 16,-1-8 0-16,-2-4-336 0,2-7-296 16,2-6-601-16,-5-3-1123 0,-1-9-1396 15,-3-7 2736-15,-4-3 564 0</inkml:trace>
  <inkml:trace contextRef="#ctx0" brushRef="#br0" timeOffset="163709.288">21746 9617 6292 0,'0'0'8'0,"0"0"1292"0,0 0-1132 0,0 0-24 16,0 0 36-16,0 0 496 0,0 0 128 16,0 0-172-16,20 7-220 15,-20-7-140-15,4 2-15 0,-4-2 79 0,0 3 112 16,0 0 116-16,0 4 52 0,0 0-68 15,-4-2-40-15,0 1-52 0,-1-1-40 0,-2 1-112 0,-1-3-68 16,0-3-96-16,-4 3-92 16,0-3-36-16,4 0-8 0,0 0 44 15,4 0-36-15,4 0-4 0,-4 0-8 0,4 0 0 0,0 0-72 16,0-3 60-16,0-4-276 16,0-2 200-16,4 0-100 0,5-1 76 15,-6 0 48-15,5 4 0 0,-8 3 52 16,4-1-76-16,-4 4-12 0,0 0 8 15,0 0 32-15,0 0 60 0,0 0 56 16,0 0 60-16,0 0-16 0,0 4-100 16,-8 3-64-16,1 1 64 0,-2 3-48 15,1 1-92-15,-3-5-140 0,2 2-88 0,5-6-24 0,0-1-56 16,0 3-88-16,0-5-116 0,4 0-340 16,-3 2-313-16,3-2-575 0,0 0-1424 15</inkml:trace>
  <inkml:trace contextRef="#ctx0" brushRef="#br0" timeOffset="164194.298">22451 8896 6796 0,'0'0'2272'0,"0"0"-1304"0,0 0-760 16,0 0-80-16,0 0 453 0,0 0 487 0,0 0 32 16,0 0-412-16,0 0-268 0,0 0-80 15,4 79-12-15,0-57 0 16,0 7 124-16,-4 2-12 16,5 5-8-16,-2 5-148 0,1 7-108 15,-4 6-88-15,4 6-20 0,0 7-68 0,-4 6-12 16,0 3-88-16,0 0 100 15,4 4 0-15,-4-8 4 0,0-1-4 16,0-6-48-16,0-4-4 0,0-10-32 0,4-7-4 16,-1-5-52-16,-3-4-20 0,5-10-196 15,-1 1 120-15,0-7-80 0,-4-7-388 0,4-1-232 16,0-6-340-16,-4-5-637 0,4 0-639 0,-4 0-2396 16</inkml:trace>
  <inkml:trace contextRef="#ctx0" brushRef="#br0" timeOffset="165279.378">23140 8985 5412 0,'0'0'1716'0,"0"0"-988"0,0 0-352 0,0 0 80 16,0 0 1997-16,0 0-1001 0,0 0-420 16,0 0-344-16,37 66-244 15,-18-37 20-15,5 9 4 0,0 4-68 0,4 8-44 0,4 2-144 16,0 4-52-16,0 5-12 0,0-4 40 16,-4 0-184-16,3-10 4 0,-6 1-8 15,2-10-40-15,-3-2-36 0,-4-8 28 16,4 0-28-16,-5-6-24 0,-2 1 12 15,-2-4-48-15,-2-9-392 0,-2-1-176 16,1-6-220-16,-3-3-396 16,-2 0-1069-16,1-3-1691 0,-4-13-1668 15</inkml:trace>
  <inkml:trace contextRef="#ctx0" brushRef="#br0" timeOffset="165558.4">23726 9125 4864 0,'0'0'4972'0,"0"0"-3631"0,0 0-1033 15,0 0-12-15,0 0 396 0,0 0 684 0,0 0-20 0,-87 82-376 0,63-57-464 16,0 7-180-16,-4 7-36 0,0-2 8 16,-8 8-36-16,4-1-60 0,-4 3-88 15,1 2-124-15,-6-2-48 0,5 1-36 0,-3 0-40 0,7-4 24 0,0-3-12 16,0-2 0-16,4-5-84 15,8-5-140-15,1-8-200 0,6-4 236 16,6-7-104-16,3-4-252 0,0-3-392 0,4-3-468 16,0 0-449-16,4 0-403 0,0-6-516 15,7-7-1300-15</inkml:trace>
  <inkml:trace contextRef="#ctx0" brushRef="#br0" timeOffset="168331.48">24367 8506 3008 0,'0'0'380'16,"0"0"-212"-16,0 0 1540 0,0 0 1452 0,0 0-1052 16,0 0-707-16,0 0-297 0,0 0-152 15,0 0-64-15,0 0-244 0,0 0-92 16,0 0-260-16,-75-26-144 0,59 26-48 16,-4 7-88-16,0-1-12 0,-4 7-148 0,0-1 12 0,1 4 8 15,2 3-52-15,-3 3 68 0,5 0 12 0,-1 1-12 16,3 0 100-16,2 2-76 31,2-3 0-31,6-4 36 0,3 2 0 0,0-1-60 0,4-3 64 16,0-4 48-16,0 1 48 15,4-4 80-15,4 1 84 0,0-4-136 0,0 1-76 16,3-3-44-16,-2 1 40 0,3-5-56 16,-1 3 60-16,2-3 48 0,2 0-48 15,-2-6-88-15,-2 0-12 0,1-1-64 16,1-5-36-16,-2 2 12 0,-3-2-92 0,-3-1 140 15,-1 3 28-15,-1 1-16 0,-3 3 124 16,-3 3-60-16,-6-1-164 0,1-2-28 0,-7 3 80 16,-2-1-92-16,2 4 192 0,-2 0-296 15,2 0 68-15,-1 0 48 0,4 7 152 0,3-1-100 16,2 1-92-16,3-1-517 0,0 0-411 16,4 4-360-16,0-4-756 0,0 4-2664 15</inkml:trace>
  <inkml:trace contextRef="#ctx0" brushRef="#br0" timeOffset="168948.287">24730 8671 3992 0,'0'0'0'16,"0"0"0"-16,0 0 2224 15,0 0-168-15,0 0-336 0,0 0-479 16,0 0-177-16,0 0-192 16,0 0-44-16,0 0-96 0,8 76-64 0,-8-48-128 15,0 4-32-15,4 4-172 0,-4 1-76 16,0 8-124-16,0 5-12 0,5 1-24 0,-5 6-48 16,3 7-48-16,-3-1-4 0,0 3 0 15,0 5-8-15,4-1-4 0,-4-6-40 16,0-1 40-16,0-3-88 0,4-2 0 0,-4-5 40 15,4 1-104-15,-4-10 76 0,4 0-36 16,-4-5-12-16,4-7-24 0,0-3-44 0,0-4 12 16,-4-3 4-16,4-6-48 15,0 0-40-15,-4-6-472 0,0-5 116 0,0 1-4 16,0-1-616-16,0-5-177 0,0 0-383 16,4 0-396-16,-4-7-1032 0</inkml:trace>
  <inkml:trace contextRef="#ctx0" brushRef="#br0" timeOffset="177096.558">10004 12783 6960 0,'0'0'884'0,"0"0"-692"0,0 0 68 15,0 0 688-15,24-77 344 0,-16 61-559 16,0 0-141-16,4 7 76 0,-4-7 48 0,4 3-56 16,4-2-64-16,3-2-104 0,5 2 88 0,1 2-216 15,3 1-44-15,-4 1-108 16,-1 5-112-16,1 3 0 0,-4 0-92 15,-4 3-4-15,0 6 56 0,-4 7 68 0,-5 3-16 16,-2 3 12-16,-1 7 72 0,-4-1-44 0,-4 3-68 16,-8-2-8-16,0-1 36 0,0-3-40 15,-4-3 4-15,-4-2 0 0,4-9-16 0,0 3 4 16,-3-9 8-16,-2 2 16 0,5-4-4 16,1 0-84-16,-2 0-112 0,6-6 64 15,-6-1 36-15,6-5 0 0,3 1-212 16,0-1-60-1,0-4 24-15,4 0 12 0,4 0 0 16,0 4 72-16,0-1-12 0,4 0 64 0,-1 7-16 16,2 0-88-16,-1 2 28 0,0 4-28 15,0 0 16-15,0 0 24 0,-1 7 72 16,-3 2-84-16,8 4-320 0,-8 6-356 16,5 0-416-16,-1 0-521 0,0-6-727 15,0 2-1984-15</inkml:trace>
  <inkml:trace contextRef="#ctx0" brushRef="#br0" timeOffset="177596.946">10646 12852 7868 0,'0'0'1348'0,"0"0"-1348"0,0 0 156 0,0 0-92 16,0 0 468-16,0 0 372 0,0 0-79 16,0 0-261-16,0 0-272 0,0 0 16 15,28 0 64-15,-13 4-80 0,2-2 0 16,6 5-76-16,5-4 64 0,0 7 24 16,4-4 36-16,8 7 12 0,0-1-88 0,7 7 24 15,1 0 120-15,-4 0-136 16,4 4-256-16,-5-1 68 15,2 0-32-15,-10 0 8 0,-3 1 40 16,-4-4-12-16,-4 0 12 0,-4-1-92 16,-4-1 4-16,-4-2-4 0,-5-2-8 15,2-1-68-15,-5-5 56 0,0-1-116 16,-4 1-232-16,0-4-56 0,0-1-136 16,-4 3-192-16,-4-3-412 0,-4-2-324 0,0 0-569 15,0 0-699-15,-8 0-544 0</inkml:trace>
  <inkml:trace contextRef="#ctx0" brushRef="#br0" timeOffset="177913.5">11179 13319 5168 0,'0'0'2392'15,"0"0"-1016"-15,0 0-948 0,0 0-220 0,0 0 244 16,0 0 244-16,0 0 193 15,0 0-145-15,28 64-208 0,-12-49-88 0,0 1-40 0,0 0-28 16,4 0 12-16,0 3 16 16,-4-7-68-16,4 1-88 0,-5-3-52 15,-2-4-100-15,2-3 0 0,-6 0-36 0,-1-3 48 16,-1 0 0-16,1-3 32 0,-3-3 152 16,-1-4 16-16,-4-6-12 0,4-6-100 15,-4-3-200-15,0-7 0 0,4-2-124 16,-1-2 0-16,1-2-16 0,-4 0-96 15,4 2-312-15,0 6-324 0,1 2-236 16,-1 2-52-16,-4 6 8 0,4 8-81 0,-4 5-371 16,0 7-616-16,3 0-956 0</inkml:trace>
  <inkml:trace contextRef="#ctx0" brushRef="#br0" timeOffset="178475.719">11275 13421 4608 0,'0'0'4716'16,"0"0"-3592"-16,0 0-1012 0,0 0-108 15,16-87 124-15,-4 65 233 0,0 0 87 16,4 0 40-16,4 3-100 0,0 6 8 15,4 4-116-15,4 3 24 16,0 1-8-16,0 5-92 0,-5 0-28 0,1 14 28 0,-4-1-28 0,-8 2-24 16,0 5 76-16,-4 5-28 15,-8 0 52-15,0 7-72 0,0-1-68 16,-8 1-36-16,-4 0 12 0,-4-3-12 16,0-4 60-16,0-6 64 0,0-6 32 15,-3-3-20-15,2-8-40 0,-3-2-8 0,1 0-152 16,-2-9 136-16,6-3 16 0,-1-1-164 15,4-3-8-15,3 0-80 0,6-3-88 0,3 0 64 16,0 3-12-16,8-3 24 0,4 3 52 16,-1 4-64-16,-2-2-4 0,3 2 44 15,-1 5 4-15,-2 5-44 0,-1-2-52 0,-5 1 0 16,1 3-60-16,4 0 48 0,-3 9-88 16,-1 10-688-16,3 4-600 0,-3-4-1645 15,-4 19-5171-15</inkml:trace>
  <inkml:trace contextRef="#ctx0" brushRef="#br0" timeOffset="179122.473">11722 13814 5216 0,'0'0'0'16,"0"0"0"-16,0 0 92 0,0 0 36 0,0 0 28 0,0 0 132 16,0 0 988-16,0 0-176 15,0 0-256-15,79 51-92 0,-59-22-196 16,-1 2-92-16,2 8 117 0,-1-5-29 0,-5 4-28 15,6 0-76-15,-6 0-52 0,-2 1-68 16,2 1-60-16,-2-4-76 0,-2 2 60 0,2 0-48 0,-6 0-92 16,1 4-36-16,-4-4-76 15,4 3-40-15,-8-3-24 0,0 1 64 16,0-8 76-16,0-6 112 0,0-2 0 0,-8-8-60 16,4-5-120-16,0-4-8 0,0-6-316 15,-8 0-292-15,4-3-228 16,-7-7-340-16,2 1-869 0,-6-10-1967 0</inkml:trace>
  <inkml:trace contextRef="#ctx0" brushRef="#br0" timeOffset="179452.674">11877 14621 3240 0,'0'0'808'0,"0"0"-612"0,0 0 2444 0,0 0-1144 15,0 0-564-15,83 38-196 0,-63-25-128 0,-3-1-67 16,-2 1 91-16,2 4 60 16,-6 1 72-16,1-3-216 0,-4 4-180 0,-4 1 0 15,0 2-76-15,-4 0-28 0,0 0-88 16,-4 5-100-16,0-6-72 0,-8 1 72 0,0-3-64 16,0-2 84-16,0-5-92 0,-3-5 80 0,-2-5 4 15,1-2-36-15,-3-9-52 0,2-7-392 16,-2-3-136-16,6-3 224 0,6-1 64 0,7 5 0 15,0-2 60-15,3 5 40 16,5 2 132-16,9 0 8 0,-6 0 0 16,6 4-68-1,-2 3-44-15,-2 0-284 0,-6 6-332 0,1 0 72 16,-4 9 40-16,-4 7-701 0,0 0-1599 16,0 18-2940-16</inkml:trace>
  <inkml:trace contextRef="#ctx0" brushRef="#br0" timeOffset="180083.691">11538 15998 3284 0,'0'0'284'16,"0"0"4"-16,0 0 2604 0,0 0-1840 16,0 0-428-16,0 0 76 15,0 0-4-15,0 0 68 0,0 0 73 0,0 0 151 16,0 0 8-16,32 26-168 0,-32-26-220 0,0 3-256 16,0 3-100-16,4 4-244 0,-4 6-8 0,0-1 0 15,0 4 4-15,0 0 108 16,0 4 16-16,0-4 32 0,-4 0 56 0,-4 0 52 15,0 0 80-15,-4 0-60 0,0 0-128 16,-4 0-84-16,-4 0-68 0,1 4-8 16,-5 2 0-1,-1-4-12-15,-3 6-52 0,-3-2-84 0,-1-3-40 16,0-3 24-16,-4-3 40 0,1 0-76 16,-1-6-104-16,-1-3 204 0,9-7 96 15,1 0-4-15,3-5-244 0,8-1-24 0,4 3-76 16,4-2 72-16,0-6 16 15,8 2-28-15,0-4 76 0,-4 0 64 16,4-2 12-16,0 5-12 0,0 0-76 0,0 1-132 16,4 3-136-16,-4-1-132 0,4 1-44 15,-4 3-9-15,0-1 73 0,0 4 12 0,0 0 64 16,0-2 52-16,0-3-156 0,0 3-492 16,0-1-656-16,-4-3-1188 0</inkml:trace>
  <inkml:trace contextRef="#ctx0" brushRef="#br0" timeOffset="180286.231">11008 16218 2964 0,'0'0'1616'16,"0"0"-1616"-16,0 0-220 0,0 0-392 0,0 0 492 0,0 0 120 16,0 0 432-16,0 0 532 0,0 0-272 15,0 0-184-15,60-10-132 0,-48 10-156 0,0 3-168 16,0-3-4-16,0 0-44 0,-8 0 0 15,3 0 8-15,-3 0 88 0,-4 0-100 16,5 4-452-16,-1-4-564 0,-4 3-768 0,0 0-2003 16</inkml:trace>
  <inkml:trace contextRef="#ctx0" brushRef="#br0" timeOffset="180938.311">10837 16437 4832 0,'0'0'2592'0,"0"0"-660"0,0 0-1336 15,12-83-56-15,4 52 133 0,3-1 71 16,9 3-104-16,0 4 40 0,8 3 120 0,-4 5-180 15,4 8-316-15,-4 3-116 32,0 6-88-32,-4 3 16 0,-5 7 8 0,-3 5 192 15,1 4-68-15,-6 3-16 0,-2 5-68 0,-2-2 72 0,-7 2-88 16,-4-2 4-16,0 5 20 0,-4-1 16 0,-7-7-88 0,-10 0-4 0,-3-2 56 16,0-6-104-16,-8-3 28 0,-3-9-76 15,-1-2-28-15,4 0-68 0,0-13 44 16,4-1 48-16,4-6-180 0,9-2-16 0,-2-4-24 15,10 1-24-15,-1-5 72 16,8 0 28-16,0 2 8 0,0-5 24 16,11 1-108-16,-3 4-4 15,5 0-172-15,2 5-624 0,-6 7-544 16,2 4-1441-16,-3 9-3271 0</inkml:trace>
  <inkml:trace contextRef="#ctx0" brushRef="#br0" timeOffset="181587.788">10626 16415 1420 0,'0'0'2376'16,"0"0"-1452"-16,0 0-312 0,0 0 936 16,-49 66 1552-16,30-56-1615 0,-1-8-613 15,1 3-180-15,-6-5-196 0,1 0-268 0,0-5-100 16,-8-1-120-16,0-2-8 0,1 1 0 16,-5-3-8-16,-4 0 8 0,-4 1 0 15,-3 3 0-15,-2-4 76 0,2 1-68 16,-9-4 4-16,4 1-12 0,0-5-44 15,1 2-8-15,-1-4-24 0,4 0-28 16,0-4-8-16,9 2-80 0,-2-2-24 0,2-3 152 16,7 4 64-16,4-3-52 0,0 3 52 0,9-1-8 15,2 1 4-15,6-1 4 0,-2 2 8 0,9-2-8 16,-4 4-88-16,1-3-16 16,2 0-124-16,-3-1-348 0,4 4-765 0,0 4-675 0,-3-8-1928 15</inkml:trace>
  <inkml:trace contextRef="#ctx0" brushRef="#br0" timeOffset="181994.433">9387 15821 7416 0,'0'0'1528'16,"0"0"-852"-16,0 0-380 0,0 0 248 0,0 0 217 15,0 0 23-15,0 0-144 16,0 0-436-16,0 0-204 0,0 0-128 0,7-58 128 16,-3 72 164-16,0 5 296 0,0 9-192 15,1 4-140 1,-1 5-76-16,-4 1-40 0,0-2 64 16,0-1 64-16,0-7-28 0,-9-2 92 15,-3-8-52-15,1-1-36 0,2-2-56 0,-2-5-52 0,-1 0-8 16,-1-7-76-16,2-1-328 0,-2-2-192 15,2-2-232-15,-1-8 8 0,0-3-237 16,4-6-67-16,4 0 232 0,4 0 308 16,0-3 116-16,4 0-208 0,0 0 252 15,8 2 424-15,0-1 260 0,-1 2 224 0,6 0-84 16,-2 2-24-16,6-2-284 0,-5 7-92 16,-1-1-128-16,6 3 76 0,-6 4-104 15,-2 6 88-15,2 0-100 0,-2 6-560 16,-2 1-768-16,1 12-1212 0</inkml:trace>
  <inkml:trace contextRef="#ctx0" brushRef="#br0" timeOffset="182679.116">9172 15177 1488 0,'0'0'1304'0,"0"0"-888"16,0 0-104-16,0 0-296 0,0 0 516 16,0 0 1268-16,0 0 2076 0,0 0-2571 0,0 0-509 15,0 0-140-15,0 0-160 0,-25 47-176 16,14-50 36-1,-6-4 12-15,2-5 0 0,-5-1 76 0,-1 1-40 16,-2-4-256-16,3-4-148 0,-4 1-188 16,-4 1-88-16,4-7-660 15,1-2-392-15,-5-1-933 0,7 6-759 0,-7-14-2344 16</inkml:trace>
  <inkml:trace contextRef="#ctx0" brushRef="#br0" timeOffset="182856.68">8706 14516 6156 0,'0'0'1340'0,"0"0"-1080"0,0 0-208 0,-4-86 40 0,4 58 192 16,0-4-128-16,0 1 156 0,0-1 284 0,0-4-28 15,4 5 0-15,-1-1-140 0,5-4-31 0,0 5-61 32,-4-4-144-32,4 0-56 0,-4-3-136 0,4 3-216 15,0 1-120-15,-4-5-477 0,4 4-583 16,0 7-976-16,-4-11-4016 0</inkml:trace>
  <inkml:trace contextRef="#ctx0" brushRef="#br0" timeOffset="182972.099">8816 13487 8916 0,'0'0'632'16,"0"0"-632"-16,0 0-368 0,0 0 368 16,13-71 0-16,-9 53-228 15,4-1-628-15,-5 0-624 0,5 3-1176 0</inkml:trace>
  <inkml:trace contextRef="#ctx0" brushRef="#br0" timeOffset="183142.595">9219 12958 4408 0,'0'0'768'15,"0"0"-456"-15,0 0 364 0,88-49 196 0,-64 33-184 16,4 4-244-16,-4-1-340 0,-1 3-104 15,-3 1-104-15,1 3-156 0,-6 2-532 0,-2 4-560 16,-6 0-604-16,5 0-1084 16</inkml:trace>
  <inkml:trace contextRef="#ctx0" brushRef="#br0" timeOffset="183562.195">9132 12772 7400 0,'0'0'1052'0,"0"0"-624"15,0 0-348-15,0 0 372 0,0 0 192 0,0 0-72 16,0 0-71-16,0 0-177 0,83-15 20 15,-59 15-88-15,4 3-12 0,-4 3-244 16,-1 4 4-16,-2 0-4 0,-1 1 0 0,-9 3 52 16,2-2 104-16,-9 4 8 15,0 3 80-15,-4 1 76 0,0-1-40 0,-8 6-12 16,-5-3-132-16,-2 0 20 0,-5 1-80 0,-1-4 0 16,-2-4-28-16,-1-2 156 0,4-6-16 15,0-4 28-15,4-3-128 0,0-3 100 16,4-7-188-16,1-2-84 15,2-5-192-15,1-1 36 16,4-4-12-16,4-1 48 0,0 1 12 16,4 0-12-16,4 0 28 0,5 5-52 0,-2 2-40 15,6 2-92-15,-2 6-320 0,1 5-681 16,-4 2-919-16,4 6-3172 0</inkml:trace>
  <inkml:trace contextRef="#ctx0" brushRef="#br0" timeOffset="196540.247">10761 11455 888 0,'0'0'924'0,"0"0"-152"0,0 0-212 0,0 0-168 16,0 0-392-16,0 0 232 0,-96 19 1060 15,77-15 72-15,-1-1-348 0,-1 0-120 0,2-3-52 16,-1 0-96-16,8 0-308 16,-4-6-16-16,4-1-151 0,0-2 47 15,0-2-216-15,1-1 0 0,-2-1 344 0,1 1-240 16,5-1-80-16,-2 4 0 0,5 2-128 16,0 0-52-16,0 5 40 0,4 2-116 15,-3 0-104 1,3 0-168-16,0 0-88 0,0 0 151 0,0 0 273 15,0 0 64-15,0 0 64 16,0 0 133-16,0 0 215 0,0 0 24 16,3 0 140-16,1 2 192 0,0 2-56 0,0-1-92 15,-4 1-240-15,9 2 48 16,-5 7 0-16,3 2 76 0,-3 1-164 0,0 10-68 16,5 2-36-16,-5 7-124 0,7 6 0 0,-7 1-112 15,4 5-36-15,0 1 32 0,0-1-32 0,-4 1 24 16,0 2-188-16,0-1 188 0,0-8-40 15,0 1-220-15,-4-9 32 0,4-3-152 16,0-5-120-16,0-6-296 0,4-3-308 0,-4-3-248 16,4-10-617-16,0 0-963 0,-4-3-1064 15</inkml:trace>
  <inkml:trace contextRef="#ctx0" brushRef="#br0" timeOffset="197337.072">10852 11760 6824 0,'0'0'964'0,"0"0"252"0,0 0-540 16,0 0 264-16,64-79 29 0,-36 66 147 16,9 3-428-16,-2 7 164 0,5 3-44 15,0 10-264-15,4 9-284 0,-5 9-84 16,1 4-36-16,-4 9-132 0,-3 7 108 15,-6 0-116-15,-3 5-48 0,0 2-20 0,-4-5 8 0,-5-2 56 16,-2-7-52-16,-5-5 4 0,-1-5-124 16,-3-5-288-16,-4-8-344 0,0-5-184 15,0 0-156-15,0-7-316 0,-7 1-437 0,-1-7-343 16,-9 0 332-16,2 0 72 0,3-7 28 16,-13-2 565-1</inkml:trace>
  <inkml:trace contextRef="#ctx0" brushRef="#br0" timeOffset="197520.903">11251 12223 468 0,'0'0'1032'0,"0"0"-404"0,0 0 1756 15,0 0-964-15,0 0 76 0,0 0-44 0,0 0-392 16,0 0-232-16,72 67 21 16,-56-48-233-16,4 0-76 15,-5 0-16-15,-2-2-244 0,2-5 164 0,-6 1 124 16,-1-7 392-16,-1-6-308 0,1 0-84 16,-4-4-8-16,5-4 72 0,-2-9-276 0,1-5-132 0,0-7-112 15,1-2-112-15,2-7-56 16,1 3 8-16,4 0-76 0,4 6-72 15,4 1-100-15,4 6-240 0,3 6-420 0,1 6-736 16,-4 7-2421-16,0 6-2735 0</inkml:trace>
  <inkml:trace contextRef="#ctx0" brushRef="#br0" timeOffset="197885.357">11685 12779 7764 0,'0'0'4401'15,"0"0"-3849"-15,0 0-56 0,0 0 296 0,0 0 256 16,92-47-192-16,-68 34-352 0,4-3-240 0,-4 3-216 16,-4 4 16-16,-4 2-64 0,4 7-136 0,-5 0-64 15,-2 10 100-15,-5 9-68 16,-5 3-20-16,1 10-200 0,-4 0-80 15,0 6-124-15,-7-3-360 0,3 0 392 0,-5-7 560 16,1 0 940-16,-3-5-788 0,7-4-100 16,0-3-52-16,-1-4 176 15,5-2 140-15,0-3 16 0,9-1-108 0,2-3 56 16,6-3 96-16,2 0 116 0,9 0-20 16,0-3-136-16,8-3-184 0,-4-4-140 15,8 1-12 1,-4-1-124-16,3 1-188 0,-3-2-112 0,0 3-660 15,1-3-548-15,-14 8-2653 0,5 0-3119 0</inkml:trace>
  <inkml:trace contextRef="#ctx0" brushRef="#br0" timeOffset="198353.485">12207 13262 5208 0,'0'0'908'15,"0"0"396"-15,0 0 240 16,0 0-276-16,84 41-263 0,-60-22-197 0,4 10 12 0,0 3 20 15,4 1-76-15,-4 6-196 0,0 6-240 16,-1-1-76-16,-3 1-160 0,-4 2-92 0,-4-2-112 16,0-1 48-16,-4 1-24 15,-4-7 12-15,0 0-52 0,-4-7-20 16,-4-2-44-16,4-3-288 0,-4-7-152 0,0 0-160 16,-8-6-528-16,4-5-961 15,-12-1-2603-15</inkml:trace>
  <inkml:trace contextRef="#ctx0" brushRef="#br0" timeOffset="198575.892">12371 14033 5276 0,'0'0'4504'0,"0"0"-4504"16,0 0-236-16,0 0 236 0,0 0 336 0,4 83 196 0,0-60 177 0,0-2-105 15,3 5-156 1,2-4-128-16,-1 0-128 0,3-3-76 15,-3-3 36-15,1-4-8 0,2-5 44 0,2-7 120 0,-2 0 20 16,5-3 56-16,4-7 20 0,4-6 36 16,0-3-136-16,0-3-180 0,4-1-124 15,0 2-264-15,3 2-696 16,1 3-168-16,-4 3-180 0,0 10-545 16,-8 3-2207-16,0 3-976 0</inkml:trace>
  <inkml:trace contextRef="#ctx0" brushRef="#br0" timeOffset="198938.199">12658 14690 11625 0,'0'0'2008'16,"0"0"-1804"-16,0 0 64 0,0 0 276 0,0 0 124 15,0 0 88-15,0 0-352 0,0 0-300 16,0 0-104-16,0 0-44 0,0 0 44 15,63-41 100-15,-63 54 88 0,4 2 36 0,-4 12-224 0,0 1 0 16,0 0-8 0,0 1-4-16,0-7 0 0,0 0-40 0,4-6-44 15,0 0-44-15,5-7 40 0,-2 1-72 16,5-1 20-16,8-2 68 0,4 0 84 16,0-5 52-16,3 2-44 0,-2-4 156 0,3 3-40 15,-8 0 36-15,-1-3 40 16,-3 3 76-16,-4 4-4 0,-3-1-24 15,-2 3 0-15,-7 5 60 0,4 5 0 16,-4 0-84-16,-4 6-64 0,-8 0-52 16,0 1-108-16,-3-1-36 0,-5 0-456 15,-4-3-264-15,-1 0-236 0,-3 1-276 0,5-10-860 16,-21 6-3009-16</inkml:trace>
  <inkml:trace contextRef="#ctx0" brushRef="#br0" timeOffset="199845.223">12478 15402 7584 0,'0'0'792'16,"0"0"-788"-16,0 0 592 0,0 0 348 15,0 0 181-15,0 0 147 0,0 0-148 16,0 0-376-16,28 79-304 0,-32-41-40 15,-7 6-100-15,-2 8 48 0,-2 1-28 16,-2 5 44-16,-7 2-92 0,1 0-28 31,-9 0-36-31,0-3-92 0,1-5-120 0,-6-5-12 16,5-3-76-16,-4-5-36 0,1-7 0 0,3-7-500 16,0-6-236-16,0-3-224 0,4-10-356 0,4-6-549 15,0 0-907-15,12-10 72 0,1-15-1116 16</inkml:trace>
  <inkml:trace contextRef="#ctx0" brushRef="#br0" timeOffset="200048.275">11976 15926 7476 0,'0'0'1412'0,"0"0"-1164"0,0 0-4 15,-24 89 276 1,17-48 84-16,-6 3 121 0,5 7 71 16,-3 0-16-16,3 6-76 0,3-4-32 0,5-2-152 0,0-3-68 0,5-10-8 15,3-6-184-15,7-9-232 16,9-11-28-16,0-2 0 0,8-10 36 0,4 0-28 15,-4 0 68-15,4-14 12 0,-1 2-88 16,-7-4-112-16,4-3-468 0,-8 6-164 0,0 1-128 16,-8 2-520-16,-4 7-1469 0,-8 3-3083 15</inkml:trace>
  <inkml:trace contextRef="#ctx0" brushRef="#br0" timeOffset="200356.338">11593 16751 12029 0,'0'0'1876'0,"0"0"-1632"0,0 0 20 16,0 0-240-16,0 0-24 0,0 0-112 0,-47 83 112 15,47-58 44-15,0 7-28 0,0 3 44 16,12 0 32-16,4 3 8 15,0-3 140 1,4-1 76-16,0-2 0 0,-1-3-40 0,5-7-88 16,1-6 52-16,3-7-88 0,0-5 148 15,3-4-28-15,1-4-108 0,4-5-112 16,-8-7-52-16,0-4-88 0,0-5-336 16,-5 3-240-16,-7-6-128 0,0 2-196 15,-4-2-400-15,-4-1-1029 0,-4 10-2183 0,-4-9-620 16</inkml:trace>
  <inkml:trace contextRef="#ctx0" brushRef="#br0" timeOffset="200492.537">11861 16906 5380 0,'0'0'2900'0,"0"0"-1968"0,-8 74-504 0,8-39 268 0,4 6 233 15,0 3-157-15,3 1-4 16,2-1-40-16,-1 1-116 0,-1 0-196 16,1-7-276-16,1-1-140 0,-1-8-164 0,-1 0-92 15,-3-7-644-15,5 0-316 0,-9-6-649 16,4-7-1311-16,-4 1-2660 0</inkml:trace>
  <inkml:trace contextRef="#ctx0" brushRef="#br0" timeOffset="201580.744">8781 16446 7736 0,'0'0'4221'16,"0"0"-3785"-16,0 0-384 0,0 0 228 0,0 0 220 0,0 0-44 15,0 0-240-15,0 0 12 0,0 0 12 16,-60 96-164-16,56-58-24 0,4 9 0 16,0 1 72-16,0-4 56 0,0-2 72 15,4-7 12-15,0-7 12 0,-4-6-88 16,4-9-152-16,1-4-36 0,2-2-200 0,1-7-32 16,8 4 228-1,4-4 8-15,0 0 0 0,8 0 184 0,-9 0-188 16,5 0-4-16,-3 0 4 0,-1 2 64 15,-9 4-16-15,5 5 128 0,-7-3 76 16,2 5 40-16,-7 3 20 0,0 0 36 16,-4 3-24-16,0 0-40 0,-4 0-100 0,-8-3-60 15,-4 0-124-15,-3-4-320 0,-5-2-164 16,-4 0-164-16,0-10-132 16,0 0-128-16,-8-4-384 0,4-12-780 0,4 4-941 0,-24-17-3031 15</inkml:trace>
  <inkml:trace contextRef="#ctx0" brushRef="#br0" timeOffset="201702.02">8670 16627 9852 0,'0'0'1237'16,"0"0"-849"-16,0 0 332 0,83-29 276 0,-51 20-424 16,-4 0-520-16,7-4-52 0,1 7-280 0,5-4-436 0,-10 1-1000 15,25 5-2957-15</inkml:trace>
  <inkml:trace contextRef="#ctx0" brushRef="#br0" timeOffset="202048.711">10781 17373 11925 0,'0'0'1752'0,"0"0"-1280"16,0 0-308-16,0 0 100 0,0 0 392 16,0 0 540-16,0 0-24 15,0 0-580-15,0 0-220 0,-99-25-188 0,59 12-36 0,-8 1-140 16,0-7-8-16,-11-4 0 16,-6-2-36-16,-10-1 28 0,-5 1-72 0,-7-4 72 0,-1 7-32 0,0-1-192 0,0 2 56 31,8 4-32-31,5 3-364 0,4 3-284 15,7 5 404-15,12 0 336 0,4 2-8 16,12 4-16-16,8-3-96 0,4 1-92 0,8-2 200 0,9-2-108 16,-2-4-728-16,5-2-1156 15,4-1-485-15,0 0-527 0,0-12-2860 16</inkml:trace>
  <inkml:trace contextRef="#ctx0" brushRef="#br0" timeOffset="202343.732">9494 16834 7384 0,'0'0'4393'16,"0"0"-4125"-16,0 0-164 0,0 0 140 0,0 70 496 16,0-51 48-16,0 6-40 0,0 3-268 0,-4 1-228 15,4 0-252-15,0 2-124 0,0 2-168 16,4 0-24-16,0 0-200 0,4-5 68 16,-4-5-136-16,0-8 112 0,-4-8 88 0,0-7-52 15,0-10-697-15,0-12-627 16,0-7-120-16,0-2 720 0,0-4 928 15,8 4 164 1,0 8 68-16,12 10 52 0,4 7 1392 0,8 6 192 16,0 3-200-16,3 6-159 0,1 4-225 15,-4 4-400-15,0-5-320 0,-4-5-332 0,-8-1-128 16,0-6-124-16,-8-6-720 16,-5-11-485-16,-7 1-403 0,-3-19-2968 15</inkml:trace>
  <inkml:trace contextRef="#ctx0" brushRef="#br0" timeOffset="202826.387">8092 15808 6492 0,'0'0'2248'0,"0"0"-712"16,0 0-67-16,0 0 31 0,0 0-232 16,0 0-256-16,0 0-220 0,0 0-116 15,0 0-120-15,0 0-392 0,-41-67-100 0,30 32-64 16,-1-3-8-16,3-6-64 15,6-1-40 1,-1 1-52-16,0 0-44 0,4-4-4 16,0 3 48-16,0 5-36 0,0-6 100 0,0 6-96 15,4 1-312-15,0 4-308 0,-1 0-428 16,2 4-632-16,3 6-1365 16,-8-3-2759-16</inkml:trace>
  <inkml:trace contextRef="#ctx0" brushRef="#br0" timeOffset="203082.558">7972 15116 7960 0,'0'0'3877'16,"0"0"-3569"-16,0 0 0 0,-52 86 88 15,33-55 0-15,2-2-92 0,-3-1 156 0,5 1-224 16,-2-11-236-16,6 3-228 16,3-9-192-16,-1-3-232 15,2 1 128-15,3-8-40 0,0 3-116 16,0-5-121-16,0 0-555 0,4-7-204 15,0-3 172-15,0 1 252 0,4 0 604 16,8-4 532-16,4 2 24 0,-1 6 708 0,10-1 336 16,3-1 128-16,0 0 180 15,0 2-160-15,3-2-67 0,1 0-329 0,0 1-344 16,-4-2-476-16,0-3-52 0,0 5-192 0,-5-7-772 0,1 4-701 16,-7-1-1163-16,2-2-2168 15</inkml:trace>
  <inkml:trace contextRef="#ctx0" brushRef="#br0" timeOffset="203519.683">8167 14307 11549 0,'0'0'1308'16,"0"0"-936"-16,0 0 136 0,0 0-12 16,0 0-156-16,0 0-112 0,0 0-112 0,-75 82 20 15,66-44 52-15,5 3 116 0,4 7-16 16,0 2-24-16,9 2-8 0,3-5-88 0,4-3-168 0,-1-9-172 15,2-9 16-15,-6-10-84 0,5-6 40 16,0-10 0-16,1 0 176 16,-6-13 24-16,5-4 100 0,-8-2 76 0,4-6-176 0,-8 0 4 15,0-4 44-15,-4 4 92 16,0 3-52-16,-8 3 104 0,-4 6 8 16,4 1-76-1,-8 7 100-15,0 5-224 0,-3 0-200 0,-6 5-148 16,1 7 44-16,-4 1-148 0,0-1-320 15,5 4-648-15,-1-3-476 0,4-4-649 0,-8 1-2035 16</inkml:trace>
  <inkml:trace contextRef="#ctx0" brushRef="#br0" timeOffset="204796.155">8263 12497 9460 0,'0'0'1188'0,"0"0"-467"0,0 0 103 15,0 0 32-15,0 0 48 0,0 0-220 16,0 0-180-16,0 0-200 0,0 0-240 0,0 0 212 15,0 0 292-15,59-13-60 0,-23 7-56 16,1-1-244-16,-1 1-44 0,3-1-164 16,-7 1 0-1,0 3 24-15,0 0-24 0,-4 3 0 16,-4 0-12-16,-5 0-52 0,1 0 56 0,-3 0-104 16,-6 6-24-16,-3 0 88 15,1 7 48-15,-5 6 184 0,-1 10 52 0,-3 2-76 16,-3 10-96-16,-10 7-64 0,1 6-60 15,-4 0-76-15,-3 1-88 16,-2-5-244-16,1-2-308 0,5-9-32 0,-2-9-8 0,6-8-72 0,-1-5-544 0,3-9-1493 31,-2-1-3751-31</inkml:trace>
  <inkml:trace contextRef="#ctx0" brushRef="#br0" timeOffset="205154.05">8111 13747 11025 0,'0'0'1400'0,"0"0"-696"0,0 0-156 0,0 0 188 0,0 0 124 15,0 0-56-15,0 0-576 0,0 0-216 16,-36-76 52-16,33 38 36 0,3-4 24 16,3-2-124-16,1 0-24 0,9-1-112 15,-2 1-52-15,2 6 8 0,-1 3 40 16,3 0-196-16,-2 4-92 0,-2 2-484 15,-3 6-232-15,1 2-392 0,-6 8-1061 0,1-7-2015 16</inkml:trace>
  <inkml:trace contextRef="#ctx0" brushRef="#br0" timeOffset="205333.037">8092 13109 8264 0,'0'0'2508'0,"0"0"-1643"0,0 0-789 0,0 0 204 0,0 0 284 15,39-79 0-15,-18 60-4 16,-2 3-64-16,1 4-104 0,1-2-36 15,-2 3-120-15,1 0-56 0,-4 8-68 16,0 3-100-16,-8 0-12 0,-1 7 8 16,2 6 4-16,-1 9 48 0,-8 6-60 15,4 4-176-15,-4 0-128 0,0 2-12 0,-4-2-76 16,0-7-88-16,0-5-220 0,0-7-544 16,4-7-1049-16,-5-6-2375 0</inkml:trace>
  <inkml:trace contextRef="#ctx0" brushRef="#br0" timeOffset="205787.333">9000 12033 11657 0,'0'0'2072'15,"0"0"-1704"-15,0 0-268 0,0 0-12 16,0 0 192-16,0 0 300 0,0 0-52 16,0 0-124-16,0 0 60 0,88-42-52 0,-40 23 88 15,3-3-68-15,5 0-60 0,4-6-140 0,0-1-32 16,3-3-64-16,-3 1-136 0,0-5-12 15,-4 5-52-15,-5-1-72 16,1 1-172-16,-7-1-460 0,-10 4-324 0,-3 5-524 0,-8 0-864 16,-8 8-2281-16,-13 2-739 0</inkml:trace>
  <inkml:trace contextRef="#ctx0" brushRef="#br0" timeOffset="205998.539">9713 11515 9292 0,'0'0'1280'0,"0"0"-791"0,0 0 271 0,0 0-32 0,88-9-176 0,-68 9 224 16,0 3 172-16,-1 0-152 15,2 4-296-15,-2 2-220 0,1 0-128 16,-3 4-72-16,2 6-80 0,-6 1-12 0,-2 2 12 16,-7 10-36-16,-4 3 36 15,0 2-300-15,-4 12-4 0,-11-2-188 0,-6 4-136 16,1 2-196-16,-8-2-180 0,0-1-548 15,5-10-929-15,-21 10-2039 0</inkml:trace>
  <inkml:trace contextRef="#ctx0" brushRef="#br0" timeOffset="-191276.356">23368 10900 7280 0,'0'0'6097'16,"0"0"-5997"-16,0 0-100 0,0 0 0 16,103 0 64-16,-71-4 228 0,0 4 104 15,3 0-44-15,-3 0 16 0,5 0 136 16,-5 0-16-16,3 0-168 0,1 0-72 16,-4 4 4-16,0 2 8 0,-8 0-100 0,0 4-60 15,-5-1 76-15,-2 4-64 16,-6 2 12-16,-3 2-28 0,-4 2 28 0,-4 6-24 15,0 3 60-15,-4 5-84 0,-11 1-4 16,-6 4 16-16,-7 4-76 0,0 0 48 0,-4 2-48 16,-3 0 64-16,-5 0 0 0,1-2-28 15,-2-5 12-15,2 2 16 0,3-4 20 16,4-7-32-16,4-6-4 0,4-2-52 0,4-8 40 16,4-2 4-16,9-4 44 0,3-3 4 15,4-3-28-15,0 0-72 0,0 0 0 16,4 0-172-16,3 0 24 0,9 0 148 0,4 0 136 15,8 0 0-15,4-3 12 0,7 3-4 0,2-2 16 32,6 2 148-32,1 0-28 0,4-4-120 15,0 1 8-15,0 0-80 0,-1-1-84 16,-3 1-4-16,-4-1-12 0,0 4-160 0,-5-2-24 16,-3 2-108-16,1 0-480 0,-5 2-176 15,-5 5-740-15,-3 0-1316 0,-4 5-3845 0</inkml:trace>
  <inkml:trace contextRef="#ctx0" brushRef="#br0" timeOffset="-189427.893">19774 10620 6868 0,'0'0'3188'16,"0"0"-1575"-16,0 0-397 15,0 0-196-15,0 0-4 0,0 0-188 0,0 0-72 16,0 0-120-16,0 0-64 0,0 0-104 0,-88 54-96 16,72-35-88-1,4 6-100-15,-4 7-60 0,4 7-40 16,4 8 52-1,0 7-12-15,5 13-64 0,3 6-12 16,0 6-48-16,3 1 8 0,13-1 140 16,-4-3-140-16,12-6 88 0,-4-10-84 0,4-6-12 0,0-13-60 0,-5-9-24 15,5-10-16-15,-3-6-32 0,-2-9 132 16,1-7 0-16,1 0 132 0,-2-9-56 16,5-10 44-16,-8-2-32 0,0-7-80 15,0-4 112-15,-4-2-8 0,-8-7-28 0,4 2-40 16,-8 5-40-16,0 2-4 0,0 9 12 15,-5 8-12-15,-2 2 0 0,-9 7-196 16,-4 6-36-16,-4 0-84 16,-8 0-64-16,-4 6-200 0,-3 10 48 0,-6 6-208 0,2 10-120 15,-1 10-112-15,0 5-364 0,-4 7-616 0,16-9-781 16,-19 30-2199-16</inkml:trace>
  <inkml:trace contextRef="#ctx0" brushRef="#br0" timeOffset="-188003.057">15706 14652 7536 0,'0'0'1180'0,"0"0"980"0,0 0-963 15,0 0-469-15,0 0-40 16,0 0 100-16,0 0 48 0,0 0 324 16,0 0-40-16,87-16-288 0,-43 16-120 15,4-3-292-15,3 0-116 0,-2 3-132 0,-1-3-92 16,-1 0-72-16,-3-3-16 0,-4 2 4 0,-4-2-72 16,-1 0-8-16,-3-1-88 0,-4 3-124 0,-4 2-440 15,-3 2-292-15,-10 0-408 16,-7 9-812-16,4 1-1945 0,-12 12-1799 0</inkml:trace>
  <inkml:trace contextRef="#ctx0" brushRef="#br0" timeOffset="-187792.934">15813 15170 10124 0,'0'0'1185'0,"0"0"-657"0,0 0-260 0,0 0 360 0,0 0 328 0,0 0 236 16,0 0-284-16,0 0-56 15,91 13-152-15,-59-17-20 0,1-3-148 16,-1 1-112-16,4 1-92 0,-1-2-44 0,1 0-76 16,4 1-84-16,0 0-124 0,4 3-112 15,-5 0-192-15,5 3-52 0,0 0-396 16,4 3-324-16,-4 2-640 0,-13 2-2352 16,9 10-4309-16</inkml:trace>
  <inkml:trace contextRef="#ctx0" brushRef="#br0" timeOffset="-187235.704">17833 13347 8412 0,'0'0'1928'0,"0"0"-1047"0,0 0 235 16,0 0 124-16,0 0 28 0,0 0 244 16,0 0-232-16,20 67-428 0,-20-29-248 15,0 13-124-15,0 4-76 0,0 3-48 0,-3 10-52 16,3 1-72-16,-5 1-76 16,5 6-156-16,-4 2-52 0,4-3-56 0,-4 1-124 15,0-2 84-15,4-5-132 0,-4-5-100 0,1-10-108 0,3-3-140 16,-4-14-176-16,0 2-512 0,-5-11-992 15,5-6-2465-15,-11 7-2987 0</inkml:trace>
  <inkml:trace contextRef="#ctx0" brushRef="#br0" timeOffset="-186923.102">17176 14751 9336 0,'0'0'1733'16,"0"0"-549"-16,0 0 4 0,0 0 168 0,0 0 52 16,0 0-268-16,0 0-448 0,0 0-368 15,0 0-204-15,0 0-56 0,0 0 256 0,72 0-24 16,-33 0 36-16,5-4-52 0,4-2-48 16,8 4-36-16,0-5 12 0,4-3-100 15,3 2 4-15,5-2 32 0,3-4 52 0,2-2-188 16,-2 4 52-16,5-4-24 0,-4 0-36 15,-1 0-8-15,1 4 0 16,-4-1 0 0,-4 3-76-16,-1 1 84 0,-7-1 36 0,-5 3-36 15,-2 1-108-15,-10 3-4 0,-3-2-44 0,-8 1-188 16,-8 1-96-16,-5 3-184 16,2 0-164-16,-13 3-300 0,0 3-640 15,-4 0-948-15,0 13-2833 0</inkml:trace>
  <inkml:trace contextRef="#ctx0" brushRef="#br0" timeOffset="-186126.976">17710 15005 4912 0,'0'0'208'16,"0"0"572"-16,0 0 2444 0,0 0-1223 0,0 0-677 15,0 0-204-15,0 0-104 0,0 0-56 0,0 0-116 16,0 0-308-16,0 0-200 0,-21 28-176 15,14-6-144-15,3 7-16 0,-4 9-12 0,4 6-96 32,-1 8-4-32,5 2 60 0,-3 6-8 0,3-1 32 15,0 5 28-15,-4-3 8 0,4 0-8 16,0-5-40-16,4 2-120 16,-1-5-104-1,2-8-84-15,3-4-60 0,-4-6-104 0,4-7-336 0,-5-9-436 16,6-5-868-16,-9-9-785 0,4-5-2699 0</inkml:trace>
  <inkml:trace contextRef="#ctx0" brushRef="#br0" timeOffset="-185844.064">18112 15151 2600 0,'0'0'7692'0,"0"0"-6687"15,0 0-633-15,0 0 256 16,0 0 600-16,0 0 228 0,0 0-272 0,8 82-568 15,-8-47-356-15,0 6-160 0,0 4-36 16,8-3-56 0,0 2 40-16,0 0-36 0,8-5 76 0,0-4 0 15,4-4 48-15,-1-2 48 0,5-7 16 16,4-3 96-16,0 1 36 16,4-12-36-16,0 3-36 0,4-5-116 0,-4-4-20 15,-1-2-36-15,-3 0-16 0,4-6-24 16,-4-1 0-16,0-5-48 0,-4-1-144 0,0-3-300 15,-4 1-144-15,-4-4-256 0,0 3-276 0,-4-3-452 16,-4 6-1020 0,-4-6-2401-16</inkml:trace>
  <inkml:trace contextRef="#ctx0" brushRef="#br0" timeOffset="-185621.521">18435 15202 5356 0,'0'0'5464'15,"0"0"-4511"-15,0 0-465 0,0 0 200 16,-8 82 408-16,16-54 156 0,0 11-120 0,4-1-356 16,0 6-308-16,4 2-96 0,0 4-76 0,3 4-84 15,-2 0-64-15,2 7-148 0,-3-5-64 16,1 8-20-16,-2-3-28 16,2-5-48-16,-6-2-88 15,1-6-36-15,-4-6 72 0,0-5-196 0,-4-8-64 16,0-7-220-16,0-9-204 0,-4-10-572 15,0-3-696-15,0 0-873 0,-4-10-2947 16</inkml:trace>
  <inkml:trace contextRef="#ctx0" brushRef="#br0" timeOffset="-184350.47">19367 14477 1656 0,'0'0'2048'0,"0"0"-1828"15,0 0-36-15,0 0 728 16,0 0 1468-16,0 0-1120 0,0 0-520 0,0 0-84 16,0 0 32-16,0 0-59 0,0 0-113 0,0 0-120 15,48-37-88-15,-48 37-28 0,0 0-36 16,0 0-40 0,0 0 52-16,0 0 48 0,0 3 0 0,0 0-100 15,0 6-116-15,0-2-76 0,0-1 64 16,0 0-64-16,0-3 76 0,0 1 28 15,0-4-4-15,0 0 16 16,0 0-16-16,0 0 0 0,0 0 28 16,0 0-76-16,-4 0 48 0,4 0-104 0,0 0 0 15,0 0 44-15,0 0 12 0,0 0-56 0,0 0 116 16,0 0-24-16,0 0-48 0,0-4-52 16,0 4-116-16,0-3 56 15,-4 0 56-15,4 3-60 0,0 0-36 0,0-3-40 16,0 3-24-16,0 0-12 0,0 0-76 15,0 0-356-15,0 3-292 0,0 0-416 0,0-3-1145 0,0 7-2803 16,4-11 912-16</inkml:trace>
  <inkml:trace contextRef="#ctx0" brushRef="#br0" timeOffset="-183680.829">20316 13465 5016 0,'0'0'144'15,"0"0"232"-15,0 0 2276 0,0 0-1576 16,0 0-624-16,0 0 0 16,0 0 196-16,0 0 177 0,0 0-57 15,0 0-204-15,-24-42-196 0,24 42-60 0,0 0 48 16,0 0 60-16,0 0 104 16,-4 0-44-16,4 0-48 0,-4 0-228 15,-1 7-84-15,-3-4 100 0,1 7-56 0,3-1 28 16,-9 4-52-16,6-1 28 0,-5 8-4 15,-1 2 4-15,2 6-76 0,-6 4-88 0,6 3 4 16,-4 6-4-16,-2 1 8 16,-3 8-8-16,4 1-4 15,-4 6-48-15,5 4 52 0,-2 6 116 16,6 2-40-16,-2 4 36 0,5 4 48 0,5-2 76 16,-1 6-4-16,4 1-96 0,0-4-60 15,0 6 48-15,11-9 8 0,2 2-8 16,2-7 72-16,6-4 0 0,-1-5-48 15,3-1 24-15,1-6-48 0,4-7 8 16,4 2-132-16,0-8-60 0,3-3-12 0,6-6-76 16,-1-11-132-16,-1 2-212 0,-3-10-236 15,-1-5-240-15,2-4-424 0,-1-4-540 16,-8 0-12-16,-5 0-1049 0,1-6-2379 0</inkml:trace>
  <inkml:trace contextRef="#ctx0" brushRef="#br0" timeOffset="-179071.068">21562 14233 6168 0,'0'0'4857'0,"0"0"-4213"0,0 0-552 16,0 0 280-16,0 0 356 0,0 0 356 15,72-67-160-15,-48 59-344 0,4 1-204 16,4 3-48-16,-4 4-64 0,4 0-64 0,-8 6 24 16,0 1-60-16,-1 3 72 0,-7 3-64 15,1 2 76-15,-6 5-96 0,1 5-28 16,-8 3-16-16,-4 4 16 0,0 6-124 0,-4 0-8 15,-8 1-64-15,1-2 60 0,-6 1-124 0,1 1-40 16,-3-1-36-16,-2-3-20 0,2 0 68 16,-1-7 52-16,3 1 24 15,2-10 80-15,2-3 8 0,10-7-4 0,-5-3-8 16,8-2 4-16,0-1-80 0,0-3-72 16,0 0 96-16,8 4 64 15,8-2 288-15,-1 2 12 16,10-2 20-16,-1 2-156 0,0-4 20 0,-1 0-48 15,1 0-128-15,-4 0 28 0,1-4-36 16,-2 2-108-16,1-2 32 0,-4 4-96 16,4-2-476-16,0-5-36 0,-1 0-276 15,-2-5-632-15,-6 2-1020 0,6-15-1981 0</inkml:trace>
  <inkml:trace contextRef="#ctx0" brushRef="#br0" timeOffset="-178598.139">22156 13677 8492 0,'0'0'4061'0,"0"0"-3013"0,0 0-476 0,0 0 352 0,0 0 168 16,0 0-52-16,0 0-48 0,0 0-340 0,80 22-236 16,-69-18-120-16,10-1-28 15,-1 0-60-15,-1 0 36 0,2-3-24 16,3 0-36-16,-5 0-24 0,5 0-100 0,-4-3 24 0,5 0-72 16,-6-4 0-16,1 2-4 15,0-2-8-15,0 4-48 0,-4-4 36 16,3 1-72-16,-2 3 84 0,-2-3-48 0,-2 2-4 0,-2 1-32 15,2 0 24-15,-5 0 0 0,-1 0 52 16,1 3-104-16,-4 0 28 0,1 0-4 16,2 0 32-16,-3 6 56 15,4 4 76-15,-4 2 32 0,1 4-96 0,-1 3 12 16,3 7-24-16,-7-1-48 0,4 10-36 16,0 0-4-16,0 9-44 15,-4 4-28-15,4 2-72 0,1 5-76 16,-2-5-24-16,1 1-12 0,0-2-76 0,0-5-24 0,-4-10-4 0,4-2 16 15,-4-3-232-15,0-6-204 16,4-4-724-16,-4-5-800 0,0-3-1473 0,0-3-1467 16</inkml:trace>
  <inkml:trace contextRef="#ctx0" brushRef="#br0" timeOffset="-177784.525">23503 14344 4560 0,'0'0'1092'0,"0"0"2696"0,0 0-2316 0,0 0-491 0,0 0-9 32,0 0 200-32,0 0 80 0,0 0-292 15,0 0-464-15,0 0-268 0,0 0 156 0,56 9 76 16,-24-4 44-16,3-3-48 0,1 2-136 15,0-2-12-15,0-2-76 0,0 0-60 0,0-2 0 16,-4-4-24-16,-1 1-40 0,-3-4-108 0,0 4-40 16,0-2-20-16,-3-3-100 15,-6 0-12-15,1 1-488 0,-4-4 44 0,0 4-152 16,-8-4-300-16,4 0-568 0,-8 1-764 16,-4 2-2025-16,0-5-1211 0</inkml:trace>
  <inkml:trace contextRef="#ctx0" brushRef="#br0" timeOffset="-177519.853">23794 14049 536 0,'0'0'8956'0,"0"0"-7908"0,0 0-764 0,0 0 89 0,0 0 283 31,-24 70 572-31,20-50-32 0,0 1-460 0,4 5-296 0,0 2-228 16,0 1 4-16,4 5-104 0,0 5 52 0,4-2-24 16,-1 5 12-16,6 3-144 0,-5-1 0 15,7 4-8-15,-2-3-4 16,-2 2-160-16,2-3 36 0,-5-3-176 0,3-3 32 16,-2-2-120-16,-1-5-36 0,-1-2-16 15,1-7-444-15,-4-3-496 0,5-10-1165 0,-6 5-2139 16</inkml:trace>
  <inkml:trace contextRef="#ctx0" brushRef="#br0" timeOffset="-176519.847">24921 13814 4440 0,'0'0'532'16,"0"0"4512"-16,0 0-3407 0,0 0-485 15,0 0-184-15,0 0-80 0,0 0 8 16,0 0-216-16,88 60-140 0,-68-57-216 0,0 4-112 0,4-4-152 15,0 0 128-15,0-3-28 0,4 0-60 32,-1 0-4-32,1 0-92 0,-4-3-4 0,4 0-4 0,-4 0-92 15,0-1 84-15,-4 4-88 0,-4 0-36 16,-1 0 84-16,2 0-20 0,-6 0 60 16,-3 7-76-16,1 6 88 0,-2-1 100 15,-3 7-100-15,0 6-60 0,-4 8-12 16,0 4-28-16,0 5 24 0,0 5-12 15,-4 1 76-15,0 6-136 0,-3 6 48 16,3-2-12-16,-5 5 104 16,1-3 0-16,1 1-4 0,3-5-40 0,0-1 4 15,-1-8 44-15,5-5-12 0,0-7-8 16,0-3 24-16,5-10 76 0,-1-6 60 0,0-7-136 0,-4-2-172 16,4-4-104-16,-1-3-144 0,5 0 20 0,1-3-16 15,-1-10-408-15,-1-3-536 0,-3-1-1005 16,5-14-2951-16</inkml:trace>
  <inkml:trace contextRef="#ctx0" brushRef="#br0" timeOffset="-176218.159">25877 14307 11569 0,'0'0'4092'16,"0"0"-3892"-16,0 0-200 0,0 0-72 0,0 0 72 15,0 0 880-15,0 0 64 16,0 0-772-16,0 0-108 0,0 0-64 0,28 2 148 0,-20-2 0 16,5 0-148-16,-6-2 12 0,1 2 64 15,-4-4-76-15,5 1 0 16,-6 3-52-16,-3-3 44 0,0 3-40 0,0 0-16 15,0 0 4-15,0 0 0 0,0 0-128 16,0 0-396-16,0 0-300 0,0 0-288 0,0 0-412 16,-3 0-836-16,-10 0-2557 15,9 0-1154-15</inkml:trace>
  <inkml:trace contextRef="#ctx0" brushRef="#br0" timeOffset="-175448.993">26567 13852 5392 0,'0'0'172'15,"0"0"2856"-15,0 0-1308 0,92-3-339 16,-60 6-129-16,-4 3-4 0,-5 1-324 0,-3-1-208 16,0 0-272-16,-4 4-56 0,0 0-104 15,-8-1-120-15,4 7-28 0,-9 1 24 0,-3 4-48 16,0 5-48-16,0 6-64 0,-11 5-12 15,-5 5-348-15,-4 2 8 0,-4 1 68 16,0-1-56-16,-4 0 76 0,1 0-88 16,-1 2 164-16,0-2 100 0,4-9 88 15,0-1 8-15,8-4 4 16,4-9-12-16,0-2 0 0,8-2 0 0,4-9 8 0,0-1 144 0,8-3 72 16,7-1 16-16,6 0 64 0,7-3-40 15,0 0 160-15,7-6-152 0,1-5 76 16,5-1 36-16,-2-1 108 0,1-2-196 0,-5 1-12 15,6-1-160-15,-2-1-56 0,-7 0-68 16,0 0-136-16,0-3 28 16,0 1-424-16,-8-5-468 15,0 0-576-15,-8 9-1184 0,0-16-3233 16</inkml:trace>
  <inkml:trace contextRef="#ctx0" brushRef="#br0" timeOffset="-175101.113">27543 13166 5548 0,'0'0'7529'15,"0"0"-6549"-15,0 0-840 16,0 0 176-16,-8 77 504 15,0-45 540-15,1-1-416 0,-2 7-524 16,1 1-296-16,4-1 12 0,-3-1 24 16,7 2-48-16,0-4 0 0,0-7 72 15,7-5 36-15,1-4 148 0,8-5-24 0,0 0-24 16,4-4 8-16,4-1-72 0,-1-3 96 16,5 1 16-16,-3-4-164 0,2-3-92 15,-2 0-100-15,3-3 73 0,0-4-81 0,-1-2-4 16,-3-7-12-16,4 0-137 0,-4 0-275 0,-4-3-160 15,-1-2-184-15,-2 2-204 0,-6-4-596 16,6 4-1128-16,-10 6-1845 0,-3-6-2179 16</inkml:trace>
  <inkml:trace contextRef="#ctx0" brushRef="#br0" timeOffset="-174871.37">27739 13265 4528 0,'0'0'2824'0,"0"0"1149"16,0 0-3561-16,0 0-408 0,0 0 548 15,-4 67 664-15,4-46 192 0,0 5-404 0,4 6-612 0,-1 6-292 16,1 3-100-16,0 3-12 0,0 8-100 16,0 5 48-1,0-1-140-15,1 9-96 0,-2-2-456 0,1 0-52 16,0 0-596-16,-4-2-933 0,4-7-1779 0,-4-13-1376 0</inkml:trace>
  <inkml:trace contextRef="#ctx0" brushRef="#br0" timeOffset="-174070.644">23806 16138 1356 0,'0'0'340'15,"0"0"7824"-15,0 0-5987 0,0 0-797 16,0 0-136-16,0 0-96 0,0 0 32 16,0 0-264-16,0 0-336 0,0 0-208 15,0 0 80-15,80 13 124 0,-41-8-84 0,5 0-188 0,0-3-184 0,0-2-120 16,0 0-60-16,-1 0 12 0,-7-7-36 15,4-1-4-15,-8-2 16 16,4 1-60-16,-8-4-176 0,-1 1-452 0,-3-1-236 16,-3 1-420-16,-6 1-1112 0,-6-1-2865 15</inkml:trace>
  <inkml:trace contextRef="#ctx0" brushRef="#br0" timeOffset="-173813.907">24021 15862 2872 0,'0'0'9253'0,"0"0"-7797"0,0 0-1100 0,0 0-28 16,0 0 356-16,0 0 728 0,0 0-156 16,0 0-464-16,12 80-396 0,-4-42-128 0,4 6-120 15,-1 4-36-15,2 9-112 0,-5 0-52 16,-1 6-68-16,2 7-28 31,-5 0-48-31,4 0-4 0,-5 0-20 0,5-6-176 16,-8-5-24-16,4-1 120 0,1-10-136 0,-5-7-88 15,4-6-144-15,0-7-480 0,-1-6-672 0,1-8-1217 16,0-8-3259-16</inkml:trace>
  <inkml:trace contextRef="#ctx0" brushRef="#br0" timeOffset="-172974.149">25567 15830 1644 0,'0'0'2452'0,"0"0"2732"0,0 0-3748 0,0 0-211 16,0 0-101-16,0 0 172 0,-32-69-84 15,24 69-228-15,4 0-460 0,-8 0-276 16,4 5-64-16,-4 8-36 0,0 6-12 0,0 7 4 15,1 6 20-15,2 5 12 0,1 8-36 0,8 6 36 16,-4 9 12-16,4 0-24 0,0 11-84 16,8 5-76-16,0-1-76 15,8 2 20-15,0-1 56 0,0-6 0 16,4-3-140-16,0-13 40 0,-4-10 100 0,3-9 76 16,-6-9-72-16,-2-10-4 15,2-4-56-15,-1-9-156 0,-1-3 164 0,2 0 48 0,-2-6 12 16,6-10 100-16,-6-3-104 0,1-6-8 0,0-1-60 15,-4-2-36-15,-4 2 44 0,-4 1 52 16,4 0 4-16,-4 3 108 0,0 2-36 16,-4 3 96-16,0 6 24 0,-4-3 12 15,-4 2-12-15,0 5-132 0,-8-1-64 0,5 2-16 16,-2-1 8 0,2 0-144-16,-2 7 100 0,2-3-180 15,2 3 36-15,6 0-112 0,-1 0-16 0,0 3-44 16,4 0-56-16,0 1-172 15,4 3-284-15,0 1-612 0,0-2-1288 16,4 8-3029-16</inkml:trace>
  <inkml:trace contextRef="#ctx0" brushRef="#br0" timeOffset="-172612.459">26272 16446 560 0,'0'0'9380'0,"0"0"-6459"0,0 0-2041 0,0 0-676 16,0 0 112-1,0 0 596-15,0 0 332 0,0 0-468 16,4 38-492-16,-4-38-212 0,0 0-68 0,0 0 4 15,0 0-4-15,0 0 0 0,0 0-4 0,0 0-64 0,-4 0-196 0,0 0 248 16,0 0 12-16,0 0 196 16,4 0-108-16,-3 0-88 0,3 0-44 15,-5 0-104-15,1-3 60 0,4-4 80 0,-4-2-180 16,4 0 0-16,0-4 28 0,0 0 24 0,0 4 48 16,0 3-52-16,0 2 0 0,0 1-12 15,0 3 4-15,0-3-4 0,0 3 16 0,0 0 32 0,4 0-32 0,-4 0-116 16,4 0-140-16,4 3-420 15,-4-3-320-15,4 3-1389 0,-4 1-3863 16</inkml:trace>
  <inkml:trace contextRef="#ctx0" brushRef="#br0" timeOffset="-172077.552">26810 16151 8688 0,'0'0'3277'0,"0"0"-2265"0,0 0-744 0,0 0-52 0,76-77 356 0,-48 62 464 16,-4-1-192-16,-1 3-252 0,9 4-144 0,1 3 136 16,-6 2 0-16,4 4-312 15,-6 0-148 1,-1 7-40-16,-4 5 52 0,-9 4 24 15,1 6 12-15,1 8-12 0,-10 3-24 0,-3 9-128 16,0 3-8-16,-7 5-48 0,-2 1 32 0,-6-3-56 16,-2 0 72-16,2-4 52 15,-2-3 36-15,-2-3-4 0,-1-6-32 0,4-4 32 16,0-5-12 0,8-1-72-16,4-6 4 15,1-7 60-15,3 2-64 0,0-3-172 0,11-2-60 0,9 5 164 0,4-9 68 0,7 4 124 16,14-1-52-16,2-5 28 0,5 0-44 0,4-5-56 0,0-1-96 31,-1 4-64-31,-3-4-36 16,0 1-308-16,-4 5-264 0,0 0-300 15,-5 7-840-15,-11-1-2285 0,5 17-3491 0</inkml:trace>
  <inkml:trace contextRef="#ctx0" brushRef="#br0" timeOffset="-169188.703">28925 13100 468 0,'0'0'9432'0,"0"0"-7847"16,0 0-941-16,0 0-260 0,0 0 204 15,0 0 516-15,0 0-80 0,0 0-220 0,0 0-248 16,88-22-44-16,-68 31 8 16,5 4 48-16,-2 3 88 0,5 7-164 15,0 2-224-15,-4 6-84 0,4 4-100 0,-9 10 16 16,5 2-28-16,0 7 28 0,-3 10 20 15,-6 2-56-15,1 7-64 0,0 10 4 0,0 6 4 16,-4 6-4-16,-4 3-4 0,0 7 0 16,-4 6-112-16,0 0 100 15,-4 1 12-15,0 2 12 0,-4 0-4 0,-5 0 40 0,-2 1 4 16,-1-1-44-16,-4 0-8 0,-3 1-196 16,-2-5-48-16,1-1 48 0,-4-2 12 15,1-8-64-15,-1-1 64 0,0-8 88 16,-1-2-88-16,2-9-64 0,3-2 64 15,0-8-100-15,0-1-76 0,0-5-112 16,0-5-188-16,1-5-120 0,-6-6-76 0,5-5-80 0,-4-3-236 16,1-8-200-16,-1-6-341 0,0-4-663 15,-4-4-1740 1,8-7 1416-16,-11-4 2632 0</inkml:trace>
  <inkml:trace contextRef="#ctx0" brushRef="#br0" timeOffset="-167641.795">15964 17412 6108 0,'0'0'6089'0,"0"0"-4849"15,0 0-1064-15,0 0-176 0,0 0 0 0,0 0 304 16,0 0 648-16,0 0-60 0,88 3-260 0,-44 3-144 16,4 0-176-16,0 1-240 0,-1-1-72 15,-2 1-4-15,-10-5-120 0,-7 3-36 16,0-5 144-16,-5 0-208 0,2 0-480 16,-9 0-288-16,-1 0-428 0,-6 0-1064 0,-1 0-2885 15</inkml:trace>
  <inkml:trace contextRef="#ctx0" brushRef="#br0" timeOffset="-167436.837">16048 17837 2936 0,'0'0'1276'16,"0"0"3788"-16,0 0-2995 0,0 0-1005 0,0 0-388 0,0 0-88 15,0 0-92-15,0 0 376 0,0 0-92 0,0 0-260 16,108 6-208-16,-72-6-104 0,7 0-92 16,-3 0-116-16,4 0-100 0,-4 0-152 0,-1 0-440 15,2 0-288-15,-1 0-656 16,-9 0-945-16,14 0-3171 0</inkml:trace>
  <inkml:trace contextRef="#ctx0" brushRef="#br0" timeOffset="-102970.419">17945 17192 3828 0,'0'0'4040'0,"-16"67"-2936"0,8-33-420 0,-5 11 1369 16,6 12-925-1,-5 4-404-15,4 6 104 0,0 2-148 0,4 1-288 16,-4-1-64-16,8 5-40 0,0-4-20 16,0-7-32-16,0-6-36 15,0-5-152-15,4-12-48 0,4-8-24 0,-4-9-100 16,4-4-152-16,0-7-4 0,4-5-108 15,0-4-268-15,0-3-380 0,4-3-504 16,0-7-765-16,-4-2-403 0,4-17-2324 0</inkml:trace>
  <inkml:trace contextRef="#ctx0" brushRef="#br0" timeOffset="-102423.464">18726 17040 11281 0,'0'0'2036'15,"0"0"-1516"-15,0 0-136 0,0 0 144 0,-32 66 192 16,15-41 188-16,2 11-236 0,-1-1-248 16,-4 3-152-16,0 6-84 0,1-2-92 0,-1-1-96 15,3-3 76-15,2-9 8 0,7-9 4 0,3-6-88 16,5-3-156-16,5-9-316 0,7 4 224 15,8 1 176-15,8-3 68 16,7-4 0-16,5 0-44 16,8-4 44-16,0-3-44 0,0-1-28 0,-1 1-48 15,-3 0-64-15,-4 4-60 0,-4 3-4 16,-4 13 12-16,-4 6 240 16,-4 6 124-16,0 7-116 0,-9 3 56 0,-3 6-12 15,-7 0-4-15,-1 1-40 0,-4 2 168 0,-4-3 36 0,-9-2 0 16,-2-1 48-16,-2 0-72 0,-7-3-16 15,1-3-48-15,-9-7-24 0,4 0 96 0,-4-5-52 16,4-8-144-16,-3-5-60 16,3-5 60-16,0-2-136 0,3-6-64 15,1-7-420-15,9-6 208 0,2 1 200 16,9-8 64-16,1-6 84 0,3 1 52 16,0-8-88-16,0 2-4 0,3-8 96 15,10 1-80-15,-1-4 80 0,4-3 0 0,-1 4-80 16,6-1 0-16,3 3 0 0,-1 1 40 15,1 6-28-15,4 3 64 16,0 3-128-16,0 4 140 0,-4-2-36 16,-1 5 36-16,5 0-116 0,-4 0 68 0,1-1 44 0,-6 4-100 15,-3 3 44-15,0 0-472 0,0-1-496 0,-4 6-1020 16,-4 3-1925-16,0-2-1971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28:31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2713 2219 716 0,'0'0'10765'16,"0"0"-8757"-16,0 0-1180 0,0 0-524 15,0 0 376-15,0 0 252 0,0 0-208 16,0 0 108-16,0 0-100 0,112 0-240 0,-69-10-76 16,5-3 36-16,7 1-48 0,5-7-84 15,0-7-140-15,4 1-128 0,-5 0-52 16,-3-1-28-16,-7 4-80 0,-6 0-136 16,-7 5-244-16,-4-1-224 0,-8 5-224 0,-4 5-540 15,-5-3-964-15,-11 8-2013 0,-4 3-1783 0</inkml:trace>
  <inkml:trace contextRef="#ctx0" brushRef="#br0" timeOffset="167.542">3004 2391 2844 0,'0'0'8333'0,"0"0"-6693"16,-33 69-1308-16,33-53-88 0,0 0 292 0,9-6 348 16,10-4-28-16,9-6 0 0,8-4-20 15,8-8-44-15,8-7-272 0,3-6-188 16,5-7-232-16,-4-3-100 0,-4-2-160 15,-1-3-120-15,-6 3-448 0,-6 2-180 16,-7 6-344-16,-4-3-924 0,-7 13-3281 0,-10-9-1867 16</inkml:trace>
  <inkml:trace contextRef="#ctx0" brushRef="#br0" timeOffset="374.564">3103 1914 3572 0,'0'0'7725'0,"0"0"-6853"0,-3 70-576 16,3-35 332-16,0 13 528 0,0 2 208 0,0 2-260 15,3-2-432-15,1 1-300 0,4-7-248 0,-4 0-124 16,8-6 0-16,-4-6-148 16,4-6-24-16,0-7-76 0,-4-10-300 0,7-5-232 15,2-4-316 1,-1-13-476-16,0-6-957 0,-5 3-2359 0,6-26-1015 15</inkml:trace>
  <inkml:trace contextRef="#ctx0" brushRef="#br0" timeOffset="590.274">3235 1588 4760 0,'0'0'7005'16,"0"0"-6825"-16,0 0-80 0,0 0-100 15,0 0 768-15,0 0 304 0,-8 97-136 0,8-55-80 0,0 12-160 16,4 6-72-16,4 4-80 0,-1 8-184 0,2 2-112 15,3 5 24-15,-5 0-212 16,2-2-20-16,3-5-40 0,-5-2-52 0,1-6-44 16,5-7-4-1,-6-10-196-15,6-2-252 0,-2-7-236 16,-3-9-196-16,8 0-472 0,0-3-716 0,4-8-993 16,-8-5-1147-16,4-4-176 0</inkml:trace>
  <inkml:trace contextRef="#ctx0" brushRef="#br0" timeOffset="2176.376">4537 2298 7416 0,'0'0'4029'0,"0"0"-2885"0,0 0-480 0,0 0-144 15,0 0 624-15,0 0 124 0,0 0-380 0,-32-72-364 16,21 65-276-16,-6 1-100 0,2 0-88 16,-1 2-60-16,-4 4 52 15,4 0-40-15,-3 4 100 0,2 8 4 16,-3 7-116-16,5 10-72 0,2 6 36 15,1 9 36-15,5 6 84 0,3 2-76 16,4-5-4-16,0-3 104 0,0-8-60 0,8-11-32 16,-5-9-8-16,5-4-4 0,5-8-4 15,-2-4-4-15,6-6 4 16,2-10 256-16,9-13-244 0,0-6-12 0,0-9-504 16,-4-4 132-16,0-6-84 0,-5-2 132 0,6-6-100 0,-5 1 0 15,-5-2-84-15,2 0 184 16,-6 3-80-16,-3-1 76 0,-4 8 320 15,1 2-108-15,-1 9 116 0,-4 8 116 0,0 5-16 16,3 13 176-16,-3 6 156 16,0 8 120-16,0 2-160 0,0 0-120 0,0 7-200 15,0 5-68 1,0 3 116-16,4 14 156 0,-4 3 44 16,4 9 52-16,0 7-112 0,0 2 48 0,-4 0-120 15,4 9-28-15,-4-6-160 0,4 5 0 16,-4-4-52-16,4-7 4 15,0-2-52-15,-4-8-84 0,4-1-224 0,4-11-472 16,-1-6-372-16,2-6-720 0,-1-4-1217 0,8-9-1987 16,-8 0-371-16</inkml:trace>
  <inkml:trace contextRef="#ctx0" brushRef="#br0" timeOffset="2307.816">4960 2337 3316 0,'0'0'7548'0,"0"0"-6367"0,0 0-577 0,0 82 376 16,0-50 452-16,-4-1-196 0,-4 1-364 0,0-2-112 15,4-5-180 1,-4-3-396-16,4-6-184 16,4-7-180-16,-4-4-92 0,4-5 24 0,0 0-76 15,0 0-344-15,0-11-636 0,0-5-1228 16,0 3-3281-16</inkml:trace>
  <inkml:trace contextRef="#ctx0" brushRef="#br0" timeOffset="2462.54">4908 2108 1188 0,'0'0'11013'16,"0"0"-9941"-16,0 0-752 0,0 0 8 0,0 0 308 15,0 0-396 1,0 0-112-16,84-26-128 0,-60 17-420 0,-4-1-1692 16,16-2-3409-16</inkml:trace>
  <inkml:trace contextRef="#ctx0" brushRef="#br0" timeOffset="2711.759">5446 2098 3512 0,'0'0'6356'0,"0"0"-5620"0,-52 71-492 0,28-46 901 0,5 0 759 0,-2 1-388 15,6-8-596-15,2-2-432 0,10-3-284 16,-1-7-204-16,4 0-288 0,0 1 16 16,4-1 152-16,3 4 120 0,6-4 0 0,-2 0 100 15,10 4-92-15,-10-3 64 0,6 2-60 16,-6 0 88-16,6 5 212 15,-10-2 36-15,1 4 88 0,0 3-64 0,-4-3-176 16,0 3-108-16,-4 0-16 0,0-4-60 16,0 2-12-16,0-8 0 0,0 0-184 0,0-4-420 15,0-5-480-15,0 0-260 0,0 0-712 16,0-11-2045-16,0 2-1999 0</inkml:trace>
  <inkml:trace contextRef="#ctx0" brushRef="#br0" timeOffset="2977.127">6000 1584 208 0,'0'0'9084'0,"0"0"-8116"15,0 0-412-15,0 0 1077 0,-4 79 151 0,0-40-360 16,-4 5-504-16,4 10-284 0,-4 13-56 0,0 5-8 0,0 10-252 15,4 5-172-15,0 1-88 16,4 2 28-16,0-7-40 0,0-7-4 16,12-17-44-16,0-7-60 0,3-17 48 0,2-7-40 15,-2-9-56-15,6-6-4 16,-5-7 40-16,3-3-28 0,2-6-444 0,-6-13-188 16,1-9-356-1,0-7-1092-15,-7-6-2433 0,-6 3-3467 16</inkml:trace>
  <inkml:trace contextRef="#ctx0" brushRef="#br0" timeOffset="3136.205">5800 2209 6704 0,'0'0'5401'0,"0"0"-4749"0,0 0-588 0,0 0 524 0,0 0 884 16,0 0-316-16,0 0-536 0,0 0-24 16,0 0 272-16,105 10-288 0,-62-22-324 15,1-4-256-15,4-4-48 0,-4 1-248 16,-1 0-692-16,-3 3-524 0,-8 4-1192 15,3-1-3725-15</inkml:trace>
  <inkml:trace contextRef="#ctx0" brushRef="#br0" timeOffset="3277.263">6418 2226 5716 0,'0'0'7137'0,"0"0"-6081"0,5 66-736 0,-5-41 764 0,-5 4 688 15,1-6-412-15,0-4-560 0,4-4-508 0,-4-5-292 16,4-4-124-16,0-4-48 0,0 3-84 15,0-5-252-15,0 0-816 16,0 0-808-16,0-7-2449 0,0-2-2391 16,-11-10 4444-16</inkml:trace>
  <inkml:trace contextRef="#ctx0" brushRef="#br0" timeOffset="3430.187">6299 2076 4712 0,'0'0'2576'0,"0"0"288"0,0 0-2051 0,0 0-65 0,0 0 508 15,0 0-456-15,0 0-368 0,0 0-216 16,0 0-216-16,92 4-532 16,-77-4-1436-16,2 0-2969 0,2 2-1103 0</inkml:trace>
  <inkml:trace contextRef="#ctx0" brushRef="#br0" timeOffset="3693.683">6618 2333 7052 0,'0'0'5337'0,"0"0"-4673"0,-8 70-232 0,3-47 764 0,-3-1 392 0,4-3-404 0,1-7-416 15,-1-5-424-15,4-4-184 16,0-3-60-16,0 0-100 0,7-3 0 16,5-10-124-16,4-3 12 0,5-3-208 15,-2-3-152-15,1 2 40 0,1 1 60 16,-6 5-104-16,1 0 96 0,-4 4 104 16,-4 8 152-16,0 2-28 0,0 0 152 15,-8 0 28-15,4 7 360 0,0 1 68 0,-4 5 28 16,0 3-72-16,4-1-4 0,-4 2-36 15,0-2-100-15,0-2-76 0,3 3-96 16,1-6-100-16,1-1-212 0,3-3 164 16,0 1-64-16,3-4-12 0,6-3-196 0,11 0-784 15,0-10-644-15,-4 4-1256 0,19-10-7357 0</inkml:trace>
  <inkml:trace contextRef="#ctx0" brushRef="#br0" timeOffset="3899.953">7299 2365 6232 0,'0'0'7257'0,"0"0"-5245"0,0 0-1696 16,-88 76 316-16,60-50 708 0,0-1-192 0,5-3-436 15,6-3-184-15,10-6-272 0,-1-1-256 16,8-1-184-16,0-5-60 0,0-4 0 16,4 5-12-16,4-3-324 0,7-4 212 0,-2 0-76 15,6-7-176-15,1-5-588 0,0-5-560 16,5-8-1128-16,-10 6-1741 15,13-22-1655-15</inkml:trace>
  <inkml:trace contextRef="#ctx0" brushRef="#br0" timeOffset="4241.069">7506 1809 6536 0,'0'0'2620'0,"0"0"-219"15,0 0-1669-15,0 0-28 0,-20 96 696 0,8-52 224 0,4 7-284 16,0 3-436-16,4 3-276 0,0 1-76 15,4-6-72-15,0 6-164 0,8-7-180 16,-4 0-136-16,5-6-72 0,-6-8-24 16,1-2-16-16,4-9 4 0,-4-4-28 0,0-5-20 15,-4-9-620-15,0-2 112 16,0-2 8-16,-4-4-16 0,-8 0-332 0,0-6-624 16,-4-6-164-16,-4-2 736 0,-4-5 347 0,-3 0 141 15,-5-6-180-15,4-1-276 16,-4 4 468-16,8 3 556 0,8 7 12 0,8 1 1480 15,0 9 545-15,8 2-981 0,0 0-508 0,8 0-76 16,3 6 632-16,6 1 104 16,3-1-264-16,-1-3-172 0,9 0-192 0,-3-1-48 15,3-2-164-15,0 0-60 0,3-2-160 16,-3-4-148-16,0-4-12 0,4 1-492 16,4-4-704-16,0-3-480 0,-8 7-1324 0,11-10-4653 15</inkml:trace>
  <inkml:trace contextRef="#ctx0" brushRef="#br0" timeOffset="5108.755">8981 2044 5228 0,'0'0'2160'0,"0"0"860"0,0 0-1515 0,0 0-673 0,0 0 468 15,0 0-36-15,0 0-292 0,79-3-272 0,-72 19-156 16,6 7-60-16,-5 5-28 0,-5 3-160 16,1 4-136-16,-4 4-72 0,0-4-88 15,0-4 0-15,-7-2-64 0,7-7 4 16,-4-6-64-16,0-4-48 0,4-5 48 15,0-3 0-15,0-4 124 0,0 0 0 16,0 0 0-16,4-6-232 0,3-5-64 0,6-4 132 16,2-5 104-16,2-2 48 0,-2 0-40 15,2 3 4-15,-2 3-4 0,-2 4-32 16,2 2 20-16,-3 7 4 0,-4-1-52 16,4 4 112-1,-4 4 68-15,-3 4 108 0,-2 6 20 16,1 2 92-16,0 6-4 0,-4-3-136 15,0 3 36-15,0-3-84 0,0 0-100 0,-8 0 0 16,8-6-12-16,-3-3-88 0,3-1 40 16,0-5 48-16,0-4 12 0,0 0 12 15,0 0 72-15,0 0-84 0,0 0-144 16,0 0-140-16,3-4-100 0,9-3-272 0,-4-1-324 0,0 1-608 16,-4-3-2233-1,8 2-2283-15</inkml:trace>
  <inkml:trace contextRef="#ctx0" brushRef="#br0" timeOffset="5454.062">9471 2295 5520 0,'0'0'4108'0,"0"0"-3012"0,0 0-591 0,0 0 87 16,0 0 572-16,0 0 220 0,0 0-408 0,0 0-488 16,0 0-312-16,0 0-12 0,0 0 64 15,63 49 72-15,-47-60 0 16,4-1-116-16,4-5-84 0,-5-1-100 0,6-5-92 15,-1 1-372-15,-5 0 40 16,-3-1 84-16,0 1 0 0,-7 6 76 16,-6 4-64-16,1 3 140 0,-4 5 188 0,-4 1 32 0,-8 0-32 15,-4 3-64-15,-4 0-164 16,1 0 40-16,-5 3-4 0,3 6 192 16,2 4 56-16,3 4 84 0,4 5 88 0,0 0-12 15,0 3 20-15,8 0-20 16,-4 4 36-16,4 0-76 0,0-4-164 0,4-2-12 0,0-1 0 15,4-6-88-15,4-2-48 0,0-3 20 16,4-5 52 0,4 1 4-16,3-7-68 0,2 0-324 0,3 0-412 15,4-4-180-15,0-5-845 0,0-2-2179 16,-5 3-1712-16,5-5 5204 0</inkml:trace>
  <inkml:trace contextRef="#ctx0" brushRef="#br0" timeOffset="5914.169">9997 2057 536 0,'0'0'0'16</inkml:trace>
  <inkml:trace contextRef="#ctx0" brushRef="#br0" timeOffset="6398.714">10036 2177 508 0,'0'0'1660'0,"0"0"-1648"0,0 0 212 0,0 0-40 16,0 0 5208-16,0 0-3976 0,0 0-512 15,-88 14-183-15,73-2-37 0,6-2-56 0,-2 3-52 16,-2 2-68-16,5 4-12 0,1 3 36 0,-1 4 0 16,8-1-152-16,-4 5-104 15,4-5 24-15,0-3-148 0,4-4 0 0,0-1-152 16,3-8-92-16,5-3 92 0,4-3 0 16,1-3 0-16,6-3-412 0,1-12-168 15,0-9-380-15,-4-3-376 0,4-9-408 0,-4-1-481 16,0-5-2507-1,-1 1 577-15,-2 10 4155 16,2-18 0-16</inkml:trace>
  <inkml:trace contextRef="#ctx0" brushRef="#br0" timeOffset="6783.835">10163 1676 1488 0,'0'0'940'0,"0"0"-472"0,0 0 5104 0,0 0-4184 0,0 0-716 15,0 0-27-15,0 0 23 0,0 0 112 16,-43 98 76-16,38-53-92 0,-3 9-108 0,5 0-100 15,-5 0-192-15,8 3-76 0,-4-3-176 16,0-7-112-16,4 2-268 16,0-9 96-16,0-5-120 0,0-9-324 0,8-7 124 15,0-6 60-15,8-10-40 0,-1-3-332 0,6-7-120 16,3-6-377-16,-1-9-483 0,9 0 96 16,-4-6 568-16,4 3 1120 0,-8 2 640 0,0 2-80 15,-5 4 128-15,-6 4 12 0,-9 7-28 0,-1 3 324 16,-3 3 1-16,0 0 591 15,-11 3-284-15,-6 7-672 0,-2 9-456 16,-9-1-172-16,0 8 0 0,0 2 136 0,4 1 200 16,0 0-52-1,9-1-60-15,2-3-64 0,9-6-156 16,0 4 0-16,4-8 0 0,0 2 40 0,4-2-32 16,5-2 44-16,2-3 4 15,1-1 16-15,4-2 56 0,0-1-36 16,4-6 52-16,0 0-16 0,0 0-136 0,0 0-40 15,4-3-548-15,-5-4-268 0,5-2-192 16,-3 0-544-16,7-4-413 0,-13 2-3323 0</inkml:trace>
  <inkml:trace contextRef="#ctx0" brushRef="#br0" timeOffset="7051.055">10654 1654 1708 0,'0'0'3128'15,"0"0"2192"-15,0 0-4596 16,-4 79-271-16,0-38 663 0,-5 13 300 0,1 3 176 16,1 4-312-16,-6 2-496 0,5-2-240 15,1 2-284-15,-1 0-84 0,-1-2-120 0,2-7-56 16,3-7-112-16,4-5 40 0,0-10-104 15,0-10 80-15,0-9-176 16,4-7-612-16,8-3-80 0,0-3-524 0,-1-9-640 16,6-7-525-16,-2-7-2487 0,-2 5 1920 0</inkml:trace>
  <inkml:trace contextRef="#ctx0" brushRef="#br0" timeOffset="7553.386">10981 2260 10900 0,'0'0'1593'16,"0"0"-1413"-16,0 0 152 0,0 0 140 16,-88 32 368-16,71-16 220 15,2 9-244-15,-1-2-224 0,0 5-156 0,4 1-28 0,4-4-160 16,4-3-76-16,0-3-60 15,4-3-36-15,0-9-64 0,0-1-12 16,0-3-64-16,0-3 56 0,8 0-64 0,0 0-28 16,8-3-24-16,0-7 24 0,8-2-72 0,0-4-164 15,-5 0-124-15,5 3 72 0,-7 0 136 0,2 6 124 16,-7 5-108-16,0 2 96 16,1 0 140-16,-6 7 252 0,-3-1-28 15,4 7 32-15,-4-1 32 0,-4 1-52 16,0-1 0-16,4 1-172 0,-4-4-64 0,4 1-84 15,-4-3-52-15,4-4-88 0,4-3-252 16,0 0-1024-16,8 0-1136 0,0-10-2477 16,0 4-1007-16,3-13 5256 0</inkml:trace>
  <inkml:trace contextRef="#ctx0" brushRef="#br0" timeOffset="8017.276">11311 2327 1016 0,'0'0'10609'16,"0"0"-8421"-16,0 0-1340 0,0 0-392 0,0 0-16 0,0 0 368 15,0 0 140-15,0 0-144 0,-76 64-236 0,69-52-236 16,-2 1-332-16,9-3-88 0,-4 2-180 16,4-2 80-1,0-4 28-15,4 3 64 0,5-2-4 0,2-1-112 16,-3-3-148-16,5-3-124 0,2 0-136 16,5 0-364-16,-4-6-104 0,0 0-384 15,0-1-428-15,0 1-297 0,-4 3 129 0,-5 3 952 16,2 0 1116-16,-1 3 1000 0,-1 10 884 15,-3-1-124-15,1 1-263 0,-1 3-309 16,0 0-40-16,0-3-264 0,-1-1-328 0,5-5-356 16,1 0-12-16,2-5-76 0,1-2 68 15,1 0-4-15,6-7-176 0,5-5-100 16,0-4-176-16,4-6 272 0,-4 3-580 16,3-3-176-16,-3 3 484 0,-3 3 200 0,-1 3-128 15,-9 4-24-15,-3 2 228 0,-4 7 8 16,-4 0 184-1,0 0 352-15,0 4 12 16,-8 5 20-16,-3 3-288 0,-10 5-200 0,6 5 16 0,-9 0 36 16,8 0-40-16,0 0-12 15,0 1-32-15,8-4-56 0,4 0-48 16,0-3-92-16,4-7 68 0,0 0-4 0,4-2 76 16,4-1 92-16,3-2-4 0,10-1-40 15,7-3 16-15,0 0-64 0,7 0-112 0,5 0-320 16,-3-3-184-16,2-4-520 0,1 1-824 15,-5 0-2729-15,-7-1-1979 0,4-5 5705 16</inkml:trace>
  <inkml:trace contextRef="#ctx0" brushRef="#br0" timeOffset="9120.758">7525 3238 1344 0,'0'0'7732'0,"0"0"-6648"0,0 0-580 0,0 0-127 16,0 0 227-16,0 0 332 0,0 0-20 16,0 0-12-16,0 0-224 0,-67 79-212 15,63-50 48-15,0 2-64 0,4 8 36 0,0-4-92 16,0-4-84-16,4-1-28 0,0-8-136 16,4-4-148-16,-3-7-44 0,2-6-56 15,1 2 52-15,3-7 48 0,2 0 84 0,6 0 16 16,2-10 0-16,3-3-100 15,0-5-188-15,-5-2-220 0,5 1-52 0,-7-3-48 16,-2 3 4 0,-2 3 40-16,-6 1-16 0,-3 5 140 15,0 4 88-15,-4 2 88 0,0 1 164 16,0 3 48-16,-4 0-48 0,-3 0-176 16,-6 0-12-16,1 3-104 0,1 1-104 15,-6 2 40-15,6-3-68 0,2 4-152 0,1-1-388 16,1-3-1205-16,3 0-1067 0,4 0-1648 15</inkml:trace>
  <inkml:trace contextRef="#ctx0" brushRef="#br0" timeOffset="9289.494">7725 3371 1772 0,'0'0'1096'0,"0"0"-728"16,0 0 2912-16,96 0-1136 0,-68 4-668 0,4-4 21 0,-4 0-13 15,0 0-392-15,-5 0-472 0,1-6-264 31,0-4-180-31,-4-3-64 0,-1-3-112 0,-2-3 0 16,2-3-416-16,-2-3-672 0,-6-1-596 0,-2-2-1201 0,-5 9-2927 0</inkml:trace>
  <inkml:trace contextRef="#ctx0" brushRef="#br0" timeOffset="9573.51">7933 3013 888 0,'0'0'1120'0,"0"0"3624"0,0 0-3368 0,0 0-172 0,0 0 92 16,-60 85-75-16,55-60-29 15,-3 4-212-15,8 3-184 0,0 3-40 16,0 3 0-16,0 3-80 16,8 5-20-16,-3 4-272 0,3 4-236 15,-5 3 0-15,5 1-148 0,1 5 0 16,-1-3-60-16,-1 3-64 0,5-5 40 0,-3-1-52 16,-2-7 12-16,1-1 120 0,0-5 4 15,-3-3-56-15,-2-5 52 0,5-6 4 0,-4-4-8 16,0-7-68-16,-4-3 28 0,0 0-112 15,0-6-64-15,0-4-76 0,0-3-124 16,-4 0 20-16,-8-3-36 0,4 0-224 16,-8-3-504-16,0-6-644 0,0-8-649 15,0-5-1935-15,1 2 172 0</inkml:trace>
  <inkml:trace contextRef="#ctx0" brushRef="#br0" timeOffset="10121.637">9251 3305 444 0,'0'0'8052'0,"0"0"-6720"0,0 0-712 0,0 0 157 0,0 0 339 16,0 0 212-16,0 0-340 16,0 0-128-16,0 0-248 0,91 29-68 0,-63-26-220 0,4 0-188 15,0 1-48-15,0-4-28 16,0 0-60-16,-4 0 0 0,0 0-108 16,0 0-28-16,-4 0-12 0,0 2-40 0,-5 8-24 15,-2-1 12-15,-2 3 96 0,-2 5 52 0,-6 5 52 16,1 3 92-16,-4 4-92 0,-4 3 88 15,0 0-76-15,0 5 4 0,-4 2-12 16,0 5-4-16,-7 0-4 0,2 4-12 16,-3 0-56-16,1-4 56 15,-2-3-60-15,5-3 12 0,1-6-48 0,3-6 36 16,0-5-24-16,4-7-76 16,0-1-76-16,0-7-404 0,8-6-600 15,3 0-972-15,2-6-1897 0,-2-4-2347 16,10-15 6040-16</inkml:trace>
  <inkml:trace contextRef="#ctx0" brushRef="#br0" timeOffset="10336.314">9984 3752 7900 0,'0'0'5085'0,"0"0"-4549"15,0 0-536-15,0 0-356 0,0 0 356 32,0 0 572-32,0 0 48 0,0 0 88 15,80 30-292-15,-56-30-228 0,3 0-188 0,1-5-24 0,0-1-128 16,0 0-264-16,-4 0-924 0,-8 3-564 16,8-4-2593-16</inkml:trace>
  <inkml:trace contextRef="#ctx0" brushRef="#br0" timeOffset="10975.526">10789 3730 1032 0,'0'0'9933'15,"0"0"-8725"-15,0 0-732 0,0 0-388 16,0 0 308-16,0 0 164 0,-92-16 204 0,73 16 28 16,2 0-300-16,-2 7 28 0,-1 2-184 15,3 3 76-15,2 9-40 0,2 4-48 0,2 6-64 16,3 7 36-16,4 0-76 0,4 1-8 16,0-8-100-16,0-2-100 15,4-13 36-15,4-3-48 0,0-10-8 0,4-3-56 16,0-3-32-16,4-13 96 0,7-9-8 15,1-11-140 1,0-8-124-16,1-7-100 0,-1 1 124 0,-5-2-136 16,5 1 124-16,-8 4 48 0,4-1 88 15,-4 1-28-15,0-4-212 0,-9 3 88 16,2-2 24-16,-5 2 100 0,-4 3 152 16,0 4 76-16,0 9 76 0,0 10-4 15,-4 6 116-15,4 7 152 0,-4 6-140 0,4 0-64 16,0 3-24-16,0 0 20 0,0 6-208 0,0 7 40 15,0 3-40-15,0 9 12 0,-5 6 148 16,5 11-48-16,-3 2 72 0,-1 4-108 16,-4 3-16-16,4-3-60 0,-5 3-148 0,6-4-24 15,-5-3-40-15,4 0 28 16,0-5-64-16,0-5-52 0,4-2-176 0,0-9-772 16,0-7-984-16,4-7-1845 0,4-3-1083 15,-4-6 1561-15</inkml:trace>
  <inkml:trace contextRef="#ctx0" brushRef="#br0" timeOffset="11133.772">11032 3784 3024 0,'0'0'7308'0,"0"0"-6131"0,0 0-665 0,8 76-216 16,-8-47 176-16,-4-1 244 0,0-3 144 0,0-2-164 16,0-6-508-16,0-8-188 15,4-4-236-15,0-5-44 0,0 0-48 0,0-2-700 16,0-10-508-16,0-5-1317 0,0-2-4787 15,0-15 7484-15</inkml:trace>
  <inkml:trace contextRef="#ctx0" brushRef="#br0" timeOffset="11296.045">11060 3429 3676 0,'0'0'8189'31,"0"0"-7277"-31,0 0-836 0,0 0-76 0,0 0 152 0,0 0 4 15,0 0-144-15,0 0-12 16,0 0-244-16,0 0-792 0,76 16-745 0,-64-13-3247 16,-1 3-55-16</inkml:trace>
  <inkml:trace contextRef="#ctx0" brushRef="#br0" timeOffset="11491.789">11279 3819 8432 0,'0'0'5061'0,"0"0"-4005"0,0 0-476 0,0 0 48 0,0 0 352 15,0 0-60-15,56 45-176 0,-36-45-68 16,-1-7-244-16,5-12-176 0,8-3-256 16,-4-10-252-16,4-3-364 0,0-2-136 0,0-5-488 15,-8 4-596-15,-4 6-1256 0,-4-9-2917 0</inkml:trace>
  <inkml:trace contextRef="#ctx0" brushRef="#br0" timeOffset="11692.841">11430 3407 4728 0,'0'0'2656'16,"0"0"-684"-16,-19 72-1288 0,14-37-336 0,1 7 481 16,4 5 439-16,0 7 72 0,0 3-276 0,0 6-320 15,4 5-304-15,1 4-36 0,-5 2-156 0,4-1-24 0,-4-3-36 0,0-8-28 16,0-4-84-16,-4-7-68 0,-5-7 56 15,5-5-64-15,1-11-16 0,-1-6-68 16,0-9-28-16,4-4-200 0,-4-5-324 16,4-4-500-16,0-13-548 0,0-9-1449 0,0 3-3079 15,-5-30 3356-15</inkml:trace>
  <inkml:trace contextRef="#ctx0" brushRef="#br0" timeOffset="11825.196">11645 3924 8884 0,'0'0'5425'16,"0"0"-4705"-16,0 0-380 0,0 0 264 0,0 0 300 16,0 0-272-16,81-12 76 15,-62-8-204-15,1-5-504 0,0-10-312 0,0-3-416 16,4-4-556-16,0 2-672 0,-9 5-2045 0,6-13-2651 16</inkml:trace>
  <inkml:trace contextRef="#ctx0" brushRef="#br0" timeOffset="12072.494">11857 3309 4104 0,'0'0'2512'0,"0"0"240"0,-12 68-1680 0,7-35-439 16,2 8 99-16,3 3 180 0,-4 3 108 16,4 7-96-16,0 1-180 0,-4 8-252 0,4 0-192 15,-8 8-8-15,4 5-104 16,-8-4 24-16,0 5 24 0,1-4-24 15,-6-3 36-15,2-2-172 0,2-12-76 16,-2-2-96-16,2-10-4 0,5-5-172 16,1-14-328-16,7-13-420 0,0-9-192 15,0-3-608-15,4-19-1245 0,3 0-3843 0,5-28 6660 16</inkml:trace>
  <inkml:trace contextRef="#ctx0" brushRef="#br0" timeOffset="12248.414">11909 3963 1172 0,'0'0'9244'0,"0"0"-7903"0,0 0-1009 16,0 0-164-16,0 0 292 0,0 0 192 0,0 0-132 15,0 0-340-15,0 0-44 0,0 0-136 0,0 0-152 16,60 28-252-16,-49-31-492 0,1-7-436 16,0 3-513-16,0 1-1311 0,-4 4-32 0,0-2 916 15,-4 4 2012-15,-4 0-328 0</inkml:trace>
  <inkml:trace contextRef="#ctx0" brushRef="#br0" timeOffset="12594.011">12048 3982 2660 0,'0'0'52'0,"0"0"120"0,0 0 4172 0,0 0-2824 0,0 0-408 0,0 0-27 0,0 0-133 0,0 0-196 16,0 0-220-16,0 0 88 0,0 0 100 16,44-7-168-16,-32 3-244 0,-1 1-72 15,6-2 0-15,-2-5-64 0,5-3-52 16,-3-6-56-16,2-4-68 15,1-2-116-15,-4-6-96 16,4-1-112-16,-8-1-44 16,4 2-36-16,-8 2 40 0,-4 4 60 0,1 6 88 15,-5 0 108-15,-5 3 100 0,-3 7-32 16,-7-4 40-16,-6 7 200 0,1 6 92 16,-3 0-140-16,-1 3 180 0,3 13-120 15,1 3-36-15,-3 6 0 16,3 7 64-16,3 9 24 0,2 1 36 0,-1 5 20 15,4 4 64-15,4 3 140 0,1 0-116 16,-2-6-184-16,9-4 84 0,0-9-72 0,0-10-76 16,0-3-36-16,9-8-64 0,-2-8-48 15,1-3-12-15,0-3-228 0,8-3-120 16,0-7 40-16,0-6-100 0,4-9-388 0,3-3-584 16,-2-8-1004-16,3 1-2233 0,-5-2-991 0,-6 7 3052 15</inkml:trace>
  <inkml:trace contextRef="#ctx0" brushRef="#br0" timeOffset="13069.168">12379 3648 4760 0,'0'0'1264'16,"0"0"4025"-16,0 0-4109 0,0 0-692 0,0 0 252 0,0 0 108 15,0 0-28-15,60 75-4 0,-57-46-164 16,-3 3-128-16,0 3-88 0,0-3-216 0,0 3-132 16,-3-7-16-16,-5 4-72 0,3-3-12 15,1-3-36-15,0-4-52 0,0-7 40 16,1-5 12-16,3-7-24 0,0-3 68 0,0-6-412 15,11-4-208-15,2-9 112 0,6-1-156 32,5-1-304-32,4-1-80 0,-4-1 96 0,4 5-1101 15,-4-2-519-15,3 5 404 0,-2-2-40 16,-1 8 1780-16,-4 3 432 0,-1 3 1368 16,-6 3 676-16,2 0-200 0,-7 3-200 0,1 6-55 15,-2 1-233-15,-3-1-300 0,4 4-360 16,-3-4-268-16,-1-2-264 0,-1 0-152 15,5-4-8-15,0-3-4 0,4-7-440 16,4-6-256-16,0-6-448 0,0-6-32 16,4 0-125-16,-5-4 201 0,-2 3-1452 15,-5 4 0-15,-4 3 1148 0,-4 6 1404 16,0 8 1080-16,-12 1-12 0,-1 4 484 0,-2 12-48 16,-1 8-192-16,-4 6 121 0,0 5 31 15,5 4 16-15,-6 9-168 16,5-3-312-16,4 1-104 0,1-4-64 15,2-9-252-15,1-4-320 0,8-9-236 0,0-10-24 16,0-6-4-16,8 0-96 0,8-16-120 16,5-3-52-16,6-13-324 0,9-8-596 15,4-11-636-15,0-4-28 0,4-1 1048 16,-1-5-1825-16,1 0-3331 0,-4-2 2860 0</inkml:trace>
  <inkml:trace contextRef="#ctx0" brushRef="#br0" timeOffset="13403.318">13232 3200 5032 0,'0'0'924'0,"0"0"4717"15,0 0-4141-15,0 0-892 0,-28 76-100 0,15-38 204 16,6 11 180-16,-5-2 124 0,8 7-84 16,-1 3-52-16,1-1-156 0,4 2-212 15,0-4-216-15,0-3-164 0,0 0-80 16,0-7-52-16,4-6 0 0,-4-2-4 0,0-8 0 16,0-2-8-16,0-7-64 0,0-7-44 15,0 1-124-15,-7-7-176 0,-5 0-292 16,-4-2-176-16,-9-4-292 0,2 0-328 31,-5 0-128-31,0-10 256 0,0-7 172 0,0 3-173 16,4-12-227-16,1 4 284 0,3-3 752 15,3 2 572-15,10 4 424 0,7 3 812 0,0 7-96 16,7 2-584-16,10 1 440 0,7 0 525 16,4-1 103-16,8 1-180 0,-1-3-476 0,1-1-240 15,0-4-168-15,-1 5-224 0,2-3-300 16,-5-4-36-16,-4 3-272 15,-5 0-448-15,-3 4-640 0,1-4-1204 0,-6 7-3433 0,-7-1-407 16,4 5 6220-16</inkml:trace>
  <inkml:trace contextRef="#ctx0" brushRef="#br0" timeOffset="14081.953">9634 4542 9072 0,'0'0'1588'15,"0"0"-891"-15,0 0 139 0,0 0 96 16,11 77 12-16,-11-29-148 0,0 9-152 0,0 7-68 16,0 9-84-16,-4 2-108 0,1 2 16 15,-1-6-4-15,0-12-220 0,0-5-92 16,-1-13-72-16,1-9 0 0,0-10-12 15,4-9-12-15,0-7-84 0,0-6-128 0,4 0-212 16,5-6 64-16,6-1-52 0,10-5 236 0,-1 3 60 16,8-1-36-16,-1 4-100 0,1 2-24 15,0 4-4-15,-4 4 204 0,0 5 28 16,-5 7 60-16,-6 1 224 0,-2 1 144 16,-2 1 20-16,-6 2-8 0,-3-1-32 15,-4 0-72-15,0-1 32 16,-4-1-60-16,-7-2-108 0,-6-3-16 15,-3-3-112-15,-3-3 60 16,3-5 40-16,-5-2-52 0,6-2-8 0,-5-9-52 16,4-1-384-16,-4-7-24 0,1-3-228 15,2-7-80-15,5-3-52 0,0 1-508 16,9-5-948-16,7 5-953 0,0 5-1731 0,23-6 2384 16</inkml:trace>
  <inkml:trace contextRef="#ctx0" brushRef="#br0" timeOffset="14400.378">10076 5147 4760 0,'0'0'1860'15,"0"0"2633"-15,0 0-2865 0,80 54-468 16,-61-39-120-16,-3 1 116 0,0-3-192 0,-4-1-216 16,-4-5-356-16,4-4-244 0,-4 0-96 15,4-3-4 1,1 0-48-16,2 0-84 0,1-6-176 16,0-7-100-16,4-3-124 0,-5-3-52 15,2 0-56-15,-6-6 92 0,2 3 8 16,-5 3 12-16,-8 2 128 0,0 1 348 15,0 7 0-15,-13-1-240 0,-6 4 156 16,-1 3 88-16,-4 0 28 0,-4 3 288 16,4 0-116-16,0 6 104 0,8 10 24 0,0 4-100 0,4 2-16 15,4 8 180-15,0 3 0 0,8 5 20 16,0 0-52-16,0-3-100 0,8 0-60 0,0-7-200 16,4-2-88-16,4-7-24 0,4-3-260 15,0-7-128-15,4-9 72 16,4 0-136-16,7-6 72 0,-2-13-468 0,7-6-1044 15,-1-7-1273-15,1-3-2755 0,-8 3 3632 0</inkml:trace>
  <inkml:trace contextRef="#ctx0" brushRef="#br0" timeOffset="14711.924">10734 5159 628 0,'0'0'9396'0,"0"0"-7231"0,-41 67-989 0,22-36-288 0,2 8 124 0,2-1 172 15,-5 0-16-15,7-3-140 16,5-4-256-16,1-5-280 0,3-4-260 15,0-10-136-15,4-5-96 0,0-1-96 0,4-6 8 16,4 0-216-16,3-2 60 0,6-9-112 16,-1-3 96-16,7-6-60 15,-3-6-64-15,1-5-36 0,-6 2 100 0,2 1-204 16,2-1 88-16,-7 6-156 0,4 4 100 0,-4 7 128 16,-4 2 200-16,4 10 164 0,-5 0 152 15,2 0 224-15,-1 10 52 0,0 2-64 0,0 5-84 16,0 1-8-16,0 2-32 0,-1-1-44 15,2 0-96-15,-1-3-8 0,-4-1-92 16,3-5-48-16,-3 0-92 0,5-4-32 16,-1-6-352-16,3 0-332 0,2-3-152 15,2-10-1132-15,-2-3-2333 16,-2 4-2203-16,5-12 6376 0</inkml:trace>
  <inkml:trace contextRef="#ctx0" brushRef="#br0" timeOffset="15097.348">11395 4742 2208 0,'0'0'1396'0,"0"0"4464"0,0 0-4428 0,0 0-915 0,0 0-5 16,-36 78 156-16,32-60 96 0,0-2-216 16,-1-3-256-16,2-1-292 0,3-2-76 15,0-3-48-15,0 0-144 0,0-5-624 16,0 4-932-16,0 0-1125 0,0 1-2111 16,0-3 3076-16,0 4 1228 0</inkml:trace>
  <inkml:trace contextRef="#ctx0" brushRef="#br0" timeOffset="15561.226">11263 5023 2872 0,'0'0'392'0,"0"0"4468"0,0 0-4316 0,0 0-440 15,-76-7 504-15,61 11 180 0,-2 8 273 16,2 7-73-16,-2 7 72 0,6 6-116 0,-5 6-200 16,4 3-176-16,4 6 8 0,0 2 128 15,4 1 56-15,4-6-132 0,0-2-168 16,0-8-168-16,0-9-80 0,7-6-80 0,2-8-40 16,3-9-92-16,4-2-60 0,3-13-28 15,5-6-36-15,1-12-84 16,6-10-184-16,1-13-188 0,-4-3-228 0,4-4-92 15,-4-6 208-15,0 4 76 0,-5-4 32 0,1 1 116 32,-7-1-372-32,-2 0-224 0,-11 7-289 0,1 6 437 0,-5 9 916 0,0 17 360 15,0 9 777-15,-5 10 31 16,1 5 72-16,0 4-84 0,4 0-188 0,-4 4-188 16,1 5-192-16,-1 4-292 0,0 12-160 15,0 3 0-15,-5 14 88 16,5 6 96-16,-3 6 260 0,3 7-148 0,0-3-212 15,-1 4-72-15,1-1-148 0,-3-5-12 16,7-5-100-16,-4-7-32 0,4-6-276 16,4-8-320-16,3-9-324 0,6-11-532 15,2-8-1080-15,-2-2-3197 0</inkml:trace>
  <inkml:trace contextRef="#ctx0" brushRef="#br0" timeOffset="15835.831">11813 5070 640 0,'0'0'12513'15,"0"0"-10761"-15,0 0-1248 0,0 0 76 16,-56 80 184-16,36-52 232 0,-4 1-56 0,5 2-228 16,2-5-320-16,6-1-184 15,3-3-208-15,3-2 0 16,5-4-96-16,5-4-40 0,10 1 48 16,2 0-80-16,6-4 8 0,1 0 96 15,4 1 52-15,4 0-60 0,-4 2 68 0,4 1 4 16,-4 0 8-16,4 3 188 0,-4-1 108 15,-4-2-300-15,-1 6-4 0,-7-3 64 16,-4 0-56-16,0 0 32 0,-12 0 60 0,0 3-56 16,-3-3-44-16,-10 3-8 0,-2-4-40 0,-6-2-76 15,-3-3-120 1,-4-1-224-16,-4-6-232 0,1-3-292 16,-5 0-936-16,0-6-2641 0,4-3-4255 15,-16-14 8732-15</inkml:trace>
  <inkml:trace contextRef="#ctx0" brushRef="#br0" timeOffset="16345.778">15339 2188 6168 0,'0'0'5921'16,"0"0"-3841"-16,0 0-1056 0,0 0-484 16,84 31-188-16,-56-24 28 0,4-7-156 0,0 0-140 15,-1 0-84-15,1-5-128 0,0-3-196 0,-4 2-544 16,-9 2-648-16,2 1-1468 0,-14 3-3181 0,-3 3 1378 16</inkml:trace>
  <inkml:trace contextRef="#ctx0" brushRef="#br0" timeOffset="16517.47">15232 2591 4956 0,'0'0'6701'15,"0"0"-5549"-15,0 0-692 0,0 0 216 0,0 0 272 0,0 0-40 16,0 0-252-16,-13 66 164 0,41-60 12 16,8 4 44-16,12-7-164 0,3-3-260 15,5 0-244-15,4-9-124 0,4-7-84 16,-4 0-96-16,0-3-320 0,-4 3-384 0,-1 0-296 15,1 3-508-15,-16 7-1620 0,16-3-3857 0</inkml:trace>
  <inkml:trace contextRef="#ctx0" brushRef="#br0" timeOffset="16963.252">17204 1273 10884 0,'0'0'1401'0,"0"0"-1161"0,0 0-236 0,0 0 300 16,0 0 868-16,0 0 356 15,55 73-336-15,-35-31-372 0,5 8-164 16,-1 10-100-16,-9 7-148 0,1 6-140 16,-8-3-268-16,-4-1-84 0,4-5-128 0,-8-3-20 0,0-7 0 15,0-8-188-15,0-4-260 16,0-4-240-16,0-6-592 0,0-13-1244 0,-8 6-3161 0</inkml:trace>
  <inkml:trace contextRef="#ctx0" brushRef="#br0" timeOffset="17247.662">16495 2349 3220 0,'0'0'7324'0,"0"0"-5431"16,0 0-989-16,0 0-536 0,0 0 116 0,0 0 148 16,0 0 240-16,0 0-204 0,0 0-208 0,0 0 164 15,0 0 192-15,43 28-100 0,17-28-152 16,12 0-76-16,8-3-84 0,4-2-100 0,7-6-108 15,9 2-64-15,3-3-32 0,9-1-4 32,4 0-40-32,-2 4-56 0,6-1 0 0,-8 0 4 0,-5 4-4 15,-11 0-196 1,-9-1 72-16,-14 4-72 0,-10 0-240 0,-11 3-68 16,-12 0-20-16,-4 0-192 0,-12 0-308 15,-9 0-512-15,-11 0-1028 0,-4 0-2473 0,0 3-2683 16,-32 0 7420-16</inkml:trace>
  <inkml:trace contextRef="#ctx0" brushRef="#br0" timeOffset="17986.682">17176 2933 1460 0,'0'0'2608'0,"0"0"3456"0,0 0-4683 0,0 0-497 0,0 0 136 16,0 0 264-16,0 0-40 15,0 0-152-15,0 0-248 0,44 93-212 0,-37-46-192 16,-2 10-56-16,-1 4-164 0,-4 2-36 16,0 0-124-16,0 2-60 0,-4-9-88 15,4-5-36-15,-5-10 0 16,5-6-8-16,0-9-28 0,0-10-296 16,0-7-284-16,0-6-168 0,0-3-708 0,0 0-1240 15,-4-9-2921-15</inkml:trace>
  <inkml:trace contextRef="#ctx0" brushRef="#br0" timeOffset="18214.138">17184 3051 3920 0,'0'0'8337'16,"0"0"-6793"-16,0 0-936 0,0 0-192 0,0 0 140 16,0 0 184-16,0 0 64 0,95-44-292 0,-63 44-128 15,0 0-152-15,4 3-20 16,-1 6-136-16,2 7-72 0,-9 0-4 0,-1 6 0 15,-7-3-4-15,-3 10-116 0,-9 2 104 16,-5 5 12-16,-3 2-8 16,-7 6 4-16,-10 0-64 0,-2 1-16 0,-5-1 76 15,0 1-100-15,-4-7 64 0,0-3-76 0,4-7-64 16,0-2-332-16,0-5-180 0,0-4-408 16,9-1-616-16,-5-7-1485 0,12-2-3659 15,-5-1 3920-15</inkml:trace>
  <inkml:trace contextRef="#ctx0" brushRef="#br0" timeOffset="18486.818">17554 3654 7868 0,'0'0'4041'16,"0"0"-3513"-16,0 0-288 0,0 0 144 0,0 0 368 16,76-6-120-16,-60 3-136 0,-1 3-144 15,2-4-136-15,-1 4-68 0,4 0-148 16,-4 0 0-16,-4 7 0 0,-1 2 64 15,2 4 136-15,-6 6 64 0,1 9 4 16,-8 7-20-16,0 7-36 0,0 6 24 0,-4 2-60 16,0 4-40-16,-3 1-12 0,-1-5-64 15,-5 1-48-15,6-4-8 0,-5-5-4 16,3-7-112-16,2-10 4 16,3-6-16-16,-4-10 0 0,4-2-300 0,-4-4-368 15,-4-3-428-15,-1 0-780 0,-2-10-3177 16,-1 1-2275-16,-11-13 7344 0</inkml:trace>
  <inkml:trace contextRef="#ctx0" brushRef="#br0" timeOffset="18845.276">16825 3000 4224 0,'0'0'4904'0,"0"0"-3780"0,0 0-439 0,0 0 23 0,0 0 520 0,0 0-28 16,0 0-128-16,0 0-240 0,16 82-268 15,-12-53-276-15,0 9-76 0,0 7 0 16,0 6 36-16,4 9 64 0,-4 6 204 15,4 4-132-15,-4 6-76 0,0 1-76 16,0-1-60-16,0 3 24 0,0-5 48 16,0 1-132-16,0-8-112 0,4-3-112 0,-1-4-156 15,2-12 0-15,3-7-188 16,-1-9-172-16,2-7-476 0,2-12-476 0,6-7-1260 16,-1-6-1401-16,-5-9-1427 0,6-26 3908 15</inkml:trace>
  <inkml:trace contextRef="#ctx0" brushRef="#br0" timeOffset="19112.245">18045 3013 8052 0,'0'0'5261'0,"0"0"-3789"0,0 0-1184 0,24 79-272 15,-17-41-4-15,1 9 540 0,-4 8 480 0,0 8-188 16,1 5-360-16,-5 1-152 0,0 8-168 16,0-2-56-16,0 1-108 0,0 1-96 0,0-1-28 15,-5-3-36-15,1-6-148 0,0-7-376 16,-4-3-152-16,5-6-132 0,3-6-384 16,0-8-484-1,-4-8-1313-15,4-7-3651 0,0-9 6332 16</inkml:trace>
  <inkml:trace contextRef="#ctx0" brushRef="#br0" timeOffset="20942.563">19113 1388 6232 0,'0'0'76'0,"0"0"3800"0,0 0-2767 15,0 0-505-15,0 0-156 0,0 0-64 0,0 0 100 16,0 0 116-16,0 0-68 0,-84 44-188 16,63-22-104-16,2 7-4 0,-1 5 32 0,-8 4 44 15,4 9 88-15,-4 5 8 16,0 8-72-16,1 10-40 0,3 9-20 0,-4 7 20 16,4 9 0-16,-1 7-36 15,6 3-88-15,3 7-24 0,4-2-84 16,3 1-4-16,9-3-52 0,0-4 116 15,0-5-52-15,9-10-72 0,7-13 0 0,0-13-4 16,3-9-116-16,9-12-104 0,-4-10-96 16,4-10-112-16,4-9-88 0,0-10-116 0,4-3 212 0,-1-7-408 15,2-8-1040-15,-5-4-873 0,-9 3-2659 16</inkml:trace>
  <inkml:trace contextRef="#ctx0" brushRef="#br0" timeOffset="25880.944">19607 1994 6248 0,'0'0'1208'0,"0"0"776"0,0 0 161 15,0 0-597-15,0 0-568 0,0 0-92 16,0 0-184-16,0 0-36 0,0 0 156 0,0 0-132 16,0 0-272-16,86 63-172 15,-61-40-88-15,-1 5 0 0,4 1-88 0,-4 5 152 16,4 2-52-16,0 5-12 0,4 3-156 0,-1 3 128 15,1 5 4-15,4 2-52 0,-4-1 16 16,0 1-52-16,0-3 52 0,-4 0-96 16,0-1 116-16,-5-2-120 15,1-6 0-15,0-4-64 0,-4-3 52 16,-4-10-76-16,0-3-56 0,-4-6-4 0,-1-2 48 0,-2-6-80 0,-1-2-152 16,-5-6-64-16,-3 0-108 15,0 0-116-15,0-9-88 16,0-7-332-16,-3-6-764 0,-1 3-1397 0,-9-22-3431 15</inkml:trace>
  <inkml:trace contextRef="#ctx0" brushRef="#br0" timeOffset="26219.29">20220 2092 3116 0,'0'0'2672'0,"0"0"-164"0,0 0-1352 0,0 0-20 0,0 0 329 16,0 0-185-16,0 0-364 0,0 0-284 0,0 0-204 15,-80 82-76-15,69-60-100 0,-2 1 36 16,-2 6 40-16,-2 2-64 0,2 1-28 16,-5 6-60-16,-1 4-52 0,2 2-76 15,-5 3-4-15,0 4-40 0,-4 7 8 31,0 2-12-31,-4-3-16 16,4 4-48-16,-4-2 64 0,4-1 12 0,1-7 0 0,-1-6 52 16,8-8-64-16,3-5-8 0,6-10-44 15,3-9-8-15,4-1-80 0,0-8 4 16,4-1-112-16,0-3-164 0,0 0-344 0,0 0-340 0,8-7-648 16,-4 1-1177-16,0-10-3223 0</inkml:trace>
  <inkml:trace contextRef="#ctx0" brushRef="#br0" timeOffset="26691.904">19379 1991 6292 0,'0'0'792'0,"0"0"1868"0,0 0-1139 0,0 0-413 0,0 0-64 16,16 82-92-16,-12-53-256 0,-4 2-204 16,0 7-52-16,0 0-160 0,0 10-44 0,0 3 100 15,0 6 152-15,4 4-116 16,-4 8-136-16,0 1 8 16,0 6-96-16,0 0 0 0,0 3-36 0,0-2 24 0,0-4-36 15,-4-6 8-15,4-4-108 0,0-9 8 0,0-7-8 31,0-5-72-31,0-4-28 0,0-6-20 0,0-4-92 16,4-5 16-16,0-4-88 0,0-7-140 16,0 1-144-16,-4-6-312 15,8-2-228-15,-4-5-372 0,4 0-324 0,-4 0-1233 0,3-12-2355 16</inkml:trace>
  <inkml:trace contextRef="#ctx0" brushRef="#br0" timeOffset="27652.796">20638 1828 4940 0,'0'0'1160'15,"0"0"2072"-15,0 0-1447 0,0 0-333 0,0 0-268 16,0 0 8-16,0 0-148 16,0 0-204-16,48 67-120 15,-40-60-196-15,0-1-268 0,4-6-44 16,-4 0-16-16,4 0-24 0,4 0-48 15,-1-10 36-15,-2-3-36 0,2-2-28 0,2-7-40 16,-6 2-56-16,1 1-120 0,-3 1-176 16,-5-2-12-16,-1 5 64 0,1 5 8 0,-4-3 64 0,0 7 60 15,0-1 112-15,0 1 0 0,-7 0-4 16,-1 3-44-16,-5-4 36 0,-2 4-48 16,-2-3 12-16,2 2 44 0,-5 2-4 15,3-2-36 1,6 4 44-16,-5 0 44 0,4 4-32 0,0 2 184 15,0 3-108-15,0 4-88 0,1 3-8 0,2 6 0 16,1 0 8-16,0 7 4 0,1-1 44 0,2 1-36 0,5 3 76 16,-4 0-28-16,4-1 16 0,0-2-64 31,0 3 124-31,4-1-40 16,1-5-32-16,2 2-64 0,5-2-68 0,1-4-44 15,-2 1-72-15,5-4 172 0,0-4-320 0,0-2 108 0,7-1-100 31,-2-2-320-31,3-7-424 0,0 1-664 0,-1-4-888 0,-3 0-1549 16,5-10-1595-16</inkml:trace>
  <inkml:trace contextRef="#ctx0" brushRef="#br0" timeOffset="28158.096">21332 1758 3556 0,'0'0'352'0,"0"0"4656"0,0 0-3340 0,0 0-523 0,0 0 23 16,0 0-112-16,0 0-68 0,-48 80-32 0,44-61-152 16,0 7-144 15,0-4-104-31,0 6-24 0,-1 2-52 0,5 1-84 16,-4 3-56-16,4 1-68 0,0 0-100 0,0 4-4 15,0 1-32-15,0 2-4 0,4 6-56 16,1-1 8-16,3 4-76 0,-4 0 88 0,3 6-20 0,6 0-28 0,-1 1 12 15,-5 2-52-15,6 0 64 16,-5 1 20-16,3 2-92 0,2 0-12 0,-6-2-76 0,5-4 16 16,1-3 12-16,-6-4 52 0,1-4-116 0,1-9 64 31,-5-2-36-31,-1-6-40 0,1-4-8 0,4-5-112 0,-8-6 20 0,4 0 92 16,-4-5 8-16,4-3-36 0,-4-2-136 15,0-4-480-15,0 0-164 0,0 0-236 0,0 0-688 16,0-4-292-1,0-2-217-15,0-6-703 0,0 1-2644 16</inkml:trace>
  <inkml:trace contextRef="#ctx0" brushRef="#br0" timeOffset="31678.503">20204 3759 1448 0,'0'0'6976'16,"0"0"-4367"-16,0 0-745 0,0 0-616 0,0 0 24 16,0 0-136-16,0 0-216 0,0 0-216 0,0 0-248 15,0 0-160-15,0 0-72 0,0 0-52 16,4 76-40-16,-4-44 52 0,0 3 12 0,4 3-36 16,-4 0 12-16,3 0-64 0,2 3 4 15,-1-3-28-15,-4 4-76 16,4-4-8-16,0-3-12 0,-4-3-120 0,4-4-40 15,-4-6-72-15,4-3 12 0,-4-6-4 0,0-6-168 16,0-4-420-16,3-3-332 0,1-3-536 0,1-4-756 16,7-15-2989-16</inkml:trace>
  <inkml:trace contextRef="#ctx0" brushRef="#br0" timeOffset="31893.341">20467 3848 1748 0,'0'0'9205'16,"0"0"-7869"-16,0 0-620 0,0 0 444 0,0 0 116 15,-32 66-196-15,28-46-320 0,4 2-300 16,0 4-200-16,0-1-24 0,0 0-16 0,0 3-48 16,4 1-68-16,0-4-104 0,-4 3-124 0,4 5-72 15,-4 2-152-15,0-3-456 0,0 5-448 16,-4-7-932-16,-4 7-3069 0</inkml:trace>
  <inkml:trace contextRef="#ctx0" brushRef="#br0" timeOffset="32364.971">19841 4820 912 0,'0'0'6416'16,"0"0"-3812"-16,0 0-1211 15,0 0-621-15,0 0 112 16,0 0 184-16,0 0-80 0,0 66-160 0,0-41-232 15,4 11-184-15,1-2-88 0,-5 8-76 0,4 2 60 16,0 3-72-16,-1 0-64 0,5 2-48 16,-4-2-48-16,0 1-36 0,1 0-40 15,2 0 0-15,1-1 0 0,-4-3-60 0,4-5-100 16,0-4-72-16,0-7-104 16,-4-6-48-16,0-9-16 0,0-3-292 15,-1-10-688-15,-3 0-888 0,5-7-925 0,-1-15-3363 16</inkml:trace>
  <inkml:trace contextRef="#ctx0" brushRef="#br0" timeOffset="32633.211">20232 4921 1056 0,'0'0'9332'0,"0"0"-7787"0,0 0-289 0,0 0 304 16,0 0-20-16,0 0-268 15,56 76-396-15,-37-50-296 0,1 5-176 0,8 4-160 16,4 0 16-16,0 2-16 16,4 5-60-16,-4 3-88 0,-1-4-8 15,1 4-88-15,-4-1-96 0,-4-2-52 0,1-5 4 16,-1-5-4-16,-5-4-96 16,-3-5 132-16,0-10-168 0,4 0-236 15,-8-7-164-15,0-6-248 0,0 0-436 0,-1-6-416 16,-2-13-864-16,-1 3-2269 0</inkml:trace>
  <inkml:trace contextRef="#ctx0" brushRef="#br0" timeOffset="32887.678">20793 4928 6584 0,'0'0'1480'0,"0"0"1533"0,0 0-2073 0,0 0-404 16,0 0 308-16,0 0 160 0,0 0-32 15,-75 69-220-15,59-43-220 0,0 5-96 0,0 4-164 16,1 4-88 0,-6 5 4-16,1 0-16 0,-3 4 4 0,3-1-28 15,-5 3-100-15,6-1-48 0,-1-2-44 0,3-6-8 16,2-3-84-16,2-6-24 0,6-9-112 16,3-4-260-16,0-9-156 0,4-7-220 0,0-3-404 15,4 0-820 1,4-13 163-16,-5 3-1091 0,14-18-3476 15</inkml:trace>
  <inkml:trace contextRef="#ctx0" brushRef="#br0" timeOffset="33189.604">21061 4728 5988 0,'0'0'1120'0,"0"0"3333"0,0 0-3513 16,0 0-252-16,0 0 444 0,11 66 28 0,-7-40 48 0,-4 5-212 0,4 4-440 15,1 0-236-15,-1 5-100 16,3 6-60-16,1 1 88 0,1 2-76 0,-1 4-64 16,-1 1-108-16,1 6 0 0,1 1-52 0,2-1-72 15,-3 0 4-15,5 0 20 0,2-3 4 16,-4-2 44-16,2-5-20 0,-1-6-100 15,0-2-112-15,0-10-64 16,-5-3 40 0,2-7-40-16,-1-10 12 0,-4 1-412 15,0-10-412-15,-1 0-868 0,-3-3-1237 0,4-3-2619 0</inkml:trace>
  <inkml:trace contextRef="#ctx0" brushRef="#br0" timeOffset="37203.983">20651 6363 3588 0,'0'0'10377'0,"0"0"-8897"0,0 0-1080 0,0 0-300 0,0 0 208 16,0 0 152-16,0 0 276 0,-60 28-8 0,51-12-308 15,1 6-184-15,5 8-52 0,3-3 0 16,-4 9-88-16,4-2 104 0,0-2-44 15,0-3-156-15,0-11-24 16,0 1-96-16,0-6-176 0,4-7-468 16,-1-2 12-16,5-4-84 0,1 0-192 15,2-4-460-15,5-8-680 0,-4-7-1685 0,4-4-2011 16,-7 4 3556-16</inkml:trace>
  <inkml:trace contextRef="#ctx0" brushRef="#br0" timeOffset="37355.85">20769 6407 3416 0,'0'0'628'15,"0"0"6261"1,0 0-5489-16,0 0-824 0,0 0 112 0,0 0 404 0,-32 77 140 16,25-52-128-16,-1 0-472 0,0 4-308 15,3-4-128-15,-2 4-152 0,3-4-44 0,0 0-148 16,-4 4-4-16,4-1-120 0,0 1-624 16,0 0-700-16,0-7-2464 15,-8 12-4337-15</inkml:trace>
  <inkml:trace contextRef="#ctx0" brushRef="#br0" timeOffset="39674.39">20395 7480 4404 0,'0'0'780'0,"0"0"4528"0,0 0-3223 0,0 0-593 0,0 0-232 16,0 0-24-16,0 0-192 0,0 0-228 15,0 0-212-15,0 0-284 0,0 6-172 16,4-6-136 0,5 0 156-16,2 3 56 0,5-3-16 0,0 3-112 15,0 1 16-15,4-4-112 0,0 0 60 16,0 0-4-16,3 0-56 0,-2 0-8 0,-1-4 0 0,-1 4-104 16,1-3 100-16,-4 0-48 15,0 3-8-15,-4-4 64 0,-4 4-140 16,4 0 84-16,-8 0 0 0,0 0-40 0,0 4 16 15,-1 6 80-15,-3 0 4 0,5 6 148 16,-5 5-36-16,0 8-16 0,0 3-96 16,-5 7-48-16,-2 1-36 15,-1 2 72-15,0 5-100 0,0 0 16 16,0 2-4-16,0-2 4 0,1-2 8 16,3-1 28-16,-1-3-4 0,5-6-44 0,-4-4 100 15,4-6-80-15,0-5 16 0,0-4-28 16,4-6-72-16,1-4-332 0,-1-6 84 15,-1 0-152-15,5 0-124 0,0-10-464 16,4-5-484-16,0-7-800 0,-4 3-2621 16</inkml:trace>
  <inkml:trace contextRef="#ctx0" brushRef="#br0" timeOffset="39967.485">21093 7436 6232 0,'0'0'2144'15,"0"0"1741"-15,0 0-3361 0,0 0-332 16,-8 67 188-16,8-46 436 0,-5 5 408 16,1-1-304-16,0 4-408 0,0 3-388 0,4 0-124 15,-3 3-8-15,-5-2-64 0,4 3-80 16,-1 2-84-16,-3-3-620 0,5-2-356 0,-1-3-788 0,0-4-1129 0,-4 0-3215 16</inkml:trace>
  <inkml:trace contextRef="#ctx0" brushRef="#br0" timeOffset="40222.676">21025 8360 5896 0,'0'0'728'16,"0"0"4557"-16,0 0-4173 0,0 0-548 15,0 0 44-15,0 0 480 0,0 0 244 0,0 0-188 16,0 0-464-16,0 0-336 0,15 6-108 0,-7-6-76 16,-3 3-116-16,-1-3-44 0,0 3-12 15,0 0-184-15,-1 1-420 0,1 2-460 16,0 0-580-16,0 0-2696 0,1-2-5181 0,-5 5 8333 16,-60-59 620-16</inkml:trace>
  <inkml:trace contextRef="#ctx0" brushRef="#br0" timeOffset="45371.833">22367 2363 4244 0,'0'0'4400'15,"0"0"-1919"-15,0 0-1337 0,0 0-404 0,0 0-76 0,0 0 288 0,0 0 108 16,0 0 44-16,56 6-36 0,-32-6-440 16,0 0 0-16,4 0 12 0,4-4-324 0,0-3-120 15,0 1 0-15,0 0-116 0,0-3-80 16,-4-1-168-16,0 0 80 0,-5 1-80 16,1-1-312-16,-4 1-132 0,4-1-228 15,-8 1-472 1,0-1-1004-16,-4 1-1941 0,-5-4-2655 0</inkml:trace>
  <inkml:trace contextRef="#ctx0" brushRef="#br0" timeOffset="45603.511">22650 2063 8960 0,'0'0'1460'0,"0"0"-827"0,0 0 215 16,0 0 304-16,0 0-108 0,0 0-172 0,0 0-228 15,0 0-144-15,-44 76-96 0,44-41 60 16,0 10-180-16,0-1 40 0,0 10-200 16,0 0-100-16,0 7-24 0,0-1-100 0,0 4-84 31,0-4-52-31,0 0-276 0,4-6-128 0,4-3-92 16,1-6-416-16,6-11-676 0,-7-8-1345 15,12-8-2859-15</inkml:trace>
  <inkml:trace contextRef="#ctx0" brushRef="#br0" timeOffset="46226.835">23622 1937 11969 0,'0'0'1712'15,"0"0"-1104"-15,0 0-316 16,0 0 164-16,0 0 388 0,0 0-52 15,0 0 4-15,0 0 192 0,0 0-224 16,112-10-284-16,-68 10-272 0,8-3-64 0,4 0-56 16,-1-1-16-16,1-5-72 0,0-1-8 0,-4 1-76 15,-5-4-100-15,-6 4 0 16,-2 2-88-16,-7 1-796 0,0 0 300 0,-4 2-732 16,-9 4-844-16,-6 0-1729 0,-13 0-2011 0</inkml:trace>
  <inkml:trace contextRef="#ctx0" brushRef="#br0" timeOffset="46658.14">23714 2009 11609 0,'0'0'1728'0,"0"0"-1256"16,0 0-332-16,0 0 188 0,0 0 140 0,0 0 24 15,0 0-188-15,0 0 48 16,0 0 88-16,64 23-52 0,-40-11-336 0,-5 1-52 0,1 3-108 16,-3 0 104-16,-2 3-92 15,-2 3 32-15,-2 0-124 0,-7 7-168 0,0-3 68 16,-4 5-64-16,0-2 52 0,-4-1 48 16,-3 1 36-16,-6-1 76 0,-2 1-12 0,-6-3 76 15,2-5 12-15,-1 2 64 0,-1-4 4 16,2-3 60-16,3 0 12 0,0-4-64 15,0-2-12 1,4-1 64-16,0 2-12 0,0-3 36 0,8 3 24 0,1-5 4 16,3 0-28-16,0 0 0 0,0 1 12 15,0-1 16-15,7 3 48 16,9 1-28-16,4-2 52 16,4 3-24-16,4-5 36 0,8-3 4 0,3 1-12 15,10-1-92-15,3 0-28 0,-1-3-20 16,9 0-52-16,3 0-160 0,-3 0 24 0,8-6-168 15,-9-1-488-15,1-3-324 0,-4 1-644 16,-16 3-997-16,8 0-2051 16</inkml:trace>
  <inkml:trace contextRef="#ctx0" brushRef="#br0" timeOffset="47822.107">23866 3382 7636 0,'0'0'1104'16,"0"0"-408"-16,0 0-164 0,-36-68 76 15,23 56 241-15,2-1-1 0,-1 3 96 0,0 4-216 16,4 3-44-16,0 0-104 0,4 3 24 16,-8 3-316-16,4 6-20 0,0 4-56 0,-4 6-112 0,0 4-88 0,-4 6 112 15,8 2-12-15,-3-2-24 16,7-4-24-16,-5-3-64 0,9-6-76 15,0-7 64-15,0-2-88 0,0-7-100 0,0 0-112 16,0 0-68-16,9-7 140 0,2 1 232 0,1-4 8 16,0-2-76-16,0-1 72 15,1 4-4 1,-2 2-64-16,1 4-80 0,0 3 12 0,0 0 128 16,-1 0 12-16,6 6 0 15,-6 4 56-15,6 3 92 0,-6 2 28 0,2 1 12 16,2 3 16-16,-7 1-68 0,5 2 8 15,-6-1-8-15,-3 5-36 16,0 3 0-16,-4-1-40 0,0 4-48 0,-4 3 64 0,0 1 0 16,-7-5 24-16,-2 1 48 0,2-1 40 0,-1-4 48 15,-1-6 36-15,2-2 100 0,-2-3 60 0,2-7-100 16,7-2-88-16,-4-4-48 16,-1-3-24-16,-2 0-48 0,-1 0-124 0,0-3-172 15,-4-11-100-15,-4 2 112 16,0-6-72-16,4-2-64 0,0-5-60 0,1 3 32 31,2 0 28-31,5 2-64 0,4 1 48 0,1 3-172 16,3-3-84-16,0 4-112 0,3 2-232 15,5-3-524-15,5 0-657 0,-2 0-275 0,1 7-752 16,8-7-1384-16</inkml:trace>
  <inkml:trace contextRef="#ctx0" brushRef="#br0" timeOffset="48450.88">24073 3512 9820 0,'0'0'1717'0,"0"0"-1165"0,0 0-232 16,0 0 536-16,0 0 312 0,0 0-208 0,79 0-268 15,-59 0-300-15,5-3-204 0,-6-1-152 16,5-3-36-16,-4 1-112 0,-4 0 12 16,4-1-136-16,-5 4-484 0,-2 0-404 15,-2 0-388-15,-3 3-881 0,-3 0-2071 16,-5 0-1012-16</inkml:trace>
  <inkml:trace contextRef="#ctx0" brushRef="#br0" timeOffset="48623.074">24204 3623 8460 0,'0'0'1916'16,"0"0"-947"-16,0 0-493 0,0 0 252 15,0 0 356-15,0 0 48 0,0 0-152 0,0 0-300 16,0 0-216-16,76 28-152 0,-56-31-264 0,0-7-48 16,-5 1-212-16,6-4-172 0,-6 0-336 15,5-6-412-15,-3 0-532 0,-6 3-1289 16,1-6-3067-16</inkml:trace>
  <inkml:trace contextRef="#ctx0" brushRef="#br0" timeOffset="48861.049">24264 3276 9940 0,'0'0'1165'15,"0"0"-805"-15,0 0 128 16,0 0 252-16,0 0 116 0,0 0 32 0,0 0-228 15,-8 87-208 1,16-59-164-16,-4 4-88 0,4 2-100 16,-1 4-36-16,-2 1-60 0,-5-2-4 15,4 2-76-15,-4-1-72 0,4 0-40 0,0-7-164 16,0-2-328-16,-1-7-272 0,6-8-108 16,-1-5-388-16,3-6-517 15,-3-3-1059-15,5-3-1704 0</inkml:trace>
  <inkml:trace contextRef="#ctx0" brushRef="#br0" timeOffset="49255.26">24687 3584 9428 0,'0'0'1472'16,"0"0"-1135"-1,0 0-105-15,0 0 728 0,0 0 472 0,0 0-280 0,0 0-700 0,0 0-388 16,0 0 136-16,0 0-196 0,60 39-4 15,-45-49-4-15,5-3-48 0,0-5 52 16,0-1-112-16,0-2-24 0,-1 0 20 16,-2-2 40-16,-2 4-36 0,-6 4 36 15,2-1 72-15,-7 3 4 0,0 4 52 0,-4 2 84 16,0 1-24-16,-8 3-108 16,1-4 104-16,-6 4-8 0,2 3-24 15,-6 0 124-15,2 0 28 0,-2 3-92 0,2 10 44 16,-5 0-68-16,4 6 24 15,0 6 4-15,0 4 96 0,-4 3 12 0,9-1 48 0,-6 4-72 16,9 0-100-16,-4-3-68 16,8 3-56-16,4-7-12 0,0-2-128 0,0-5 56 0,9-2-40 15,6-5 24-15,5-1-36 0,5-7-136 16,2 0-16-16,4-6 24 0,6 0-188 16,-5 0 36-16,7-9-324 0,-3-1-172 0,4-10-452 15,0 1-925-15,-8 5-2087 0</inkml:trace>
  <inkml:trace contextRef="#ctx0" brushRef="#br0" timeOffset="50161.306">25324 1708 5308 0,'0'0'2120'0,"0"0"-84"0,0 0-824 0,0 0-191 15,0 0 3-15,0 0 160 0,0 0-168 16,0 0-148-16,0 0-116 0,0 0-116 16,3 0-100-16,-3 3-140 0,0 6-212 0,5 10 76 15,-1 7-40-15,0 9-36 16,0 6-36-16,0 7-12 0,-1 7-12 0,1 1-40 0,-4 1 40 16,0 7-52-16,0-1-72 0,0 4-56 15,-4-1-68 1,-3 1 112-16,3-6-72 15,0-4 8-15,0-10-44 0,4-5-276 0,0-7 76 16,0-7-76-16,0-6-484 0,8-9-284 0,0-4-436 0,3-5-412 16,2-4-885-16,-2-7-1151 0,2-12-868 0</inkml:trace>
  <inkml:trace contextRef="#ctx0" brushRef="#br0" timeOffset="50624.59">25929 1921 12029 0,'0'0'1496'15,"0"0"-796"-15,0 0-524 0,0 0-48 16,0 0 388-16,0 0 200 0,0 0-84 0,0 0 28 16,0 0-76-16,84 95-28 0,-48-57-124 15,-4 3-60-15,4 3-52 0,-5-2 44 16,-3 3-180-16,0-4-184 0,0 0-104 0,-3-3-80 16,-2-3 24-16,-3-3-84 0,0-7-224 15,0-3-112-15,-4-3-164 0,-1-6-164 0,-2-7-464 16,2-6-520-16,-2 0-725 0,-5-6-1559 15,7-16-1100-15</inkml:trace>
  <inkml:trace contextRef="#ctx0" brushRef="#br0" timeOffset="50854.416">26416 1984 5744 0,'0'0'4964'0,"0"0"-4255"0,0 0-709 0,0 0 360 0,0 0 408 16,-101 64 432-16,74-39-160 0,-1 7-324 15,-3 2-288-15,-6 8-164 16,-3 5 16-16,1 1 44 0,-6 6-36 16,-2 0-104-16,4 0-132 0,-2 0-52 15,2-2-64-15,6-8-60 0,5-11-224 0,13-3-88 16,3-8-196-16,8-9-212 0,4-10-384 16,4-3-460-16,0 0-1137 15,16-16-1895-15</inkml:trace>
  <inkml:trace contextRef="#ctx0" brushRef="#br0" timeOffset="51342.368">26878 1663 11777 0,'0'0'1508'0,"0"0"-1288"0,0 0 8 0,0 0 456 15,0 0 564-15,-88-28 96 0,72 28-364 16,-4 6-596-16,4 10-288 0,-3 6-92 16,-2 7 84-16,5 7 60 0,1 1 72 15,2-2-124-15,5-3-96 0,8-10-112 16,-4-7-120-16,4-5-52 0,4-7-24 16,4-3-100-16,5 0-4 0,-2-6 88 15,6-3-36-15,-2-11-184 0,5 1 132 16,1-6 48-16,-6 0-168 0,1 2 128 0,0 1 48 15,0 0 116-15,0 9 100 0,-9 1 92 16,6 8 48-16,-5 1 8 0,-1 3 324 16,2 0 224-16,-1 10 76 0,-1-1-88 0,1 7 8 15,-3 3-212-15,3 3 60 0,-1 3-52 16,1 0 12-16,-4 5 0 0,1 2-88 0,-1-4-88 31,-4 0-12-31,0 4-60 0,0-7 24 16,0 0 0-16,-4 2-132 0,-1-5 44 15,-3-3 36-15,1-3-80 0,-1-4 80 16,-5 1-84-16,2-4-48 0,-6-2-100 0,-2-4-60 16,-1 0-116-16,0-3-20 0,-4 0-64 0,0 0-152 15,0-8-172-15,0-6-240 0,5-2 12 16,-2 0-476-16,5-2-949 0,8 1-2247 0,1-8-356 16</inkml:trace>
  <inkml:trace contextRef="#ctx0" brushRef="#br0" timeOffset="51633.87">27380 1581 11417 0,'0'0'2112'0,"0"0"-1896"0,0 0-140 0,0 0 216 15,0 0 568-15,0 0 360 0,4 82-416 0,-4-56-396 16,0 5-148 0,0 7-36-16,0 0 0 0,0 7-64 0,0 6 0 15,0 1-12-15,0 0-84 0,0 9-64 0,0-4-8 16,-4 3-40-16,4 4-12 0,0-4-52 16,-4 5-184-16,0-9-100 0,0 4-52 15,4-6-172-15,0 1-24 0,0-5-212 16,0 1-368-16,0-1-256 0,0-5-465 0,4-13-875 0,0 0-1756 31</inkml:trace>
  <inkml:trace contextRef="#ctx0" brushRef="#br0" timeOffset="52985.819">25834 2971 52 0,'0'0'2360'0,"0"0"-1252"15,0 0-560-15,0 0-12 0,0 0 180 16,0 0 196-1,0 0-4-15,0 0-324 0,0 0-324 16,0 0-116-16,0 0 24 0,0 13-64 16,0-9 92-16,0-1 116 0,0-3-28 0,0 0-284 15,0 0-12-15,0 0-132 0,0 0-128 16,0 0-144-16,0 0-156 16,0 0-64-16,0 0-312 0,0 0-276 0,4 0 64 15,-4 0-28-15,4 0-376 0,-12 0 508 0</inkml:trace>
  <inkml:trace contextRef="#ctx0" brushRef="#br0" timeOffset="54216.632">25798 2895 3240 0,'0'0'1640'15,"0"0"-404"-15,0 0-168 0,0 0 12 0,0 0-8 16,0 0-60-16,0 0-199 0,0 0-69 15,0 0-64-15,0 0-80 0,16 76-92 16,-9-59-48-16,2-5-232 0,-1 4-28 0,3-6-124 0,2 2 128 16,-2-5-128-16,2 2-72 15,-5-3 72-15,7 1-64 0,-2-1 52 16,2-3-60-16,2 0 8 16,-2 4-12-16,1-4-60 0,4 0 48 15,0 0-24-15,0 0 24 0,3-3 0 0,-2 0-112 0,3 0 60 16,0-3-228-1,-1-3 0-15,1-4 64 0,0-2 140 16,0-1 0-16,1 4 76 0,-10-4-92 16,5 0 28-16,-4 7 68 0,0 0-132 0,0 2 76 0,-8 1-24 0,4 3 80 15,-4 3 8-15,-1 4 84 0,-2 2 168 0,-1 4 80 16,-4 3-152-16,0 0-172 16,0 6 56-16,-4-3-52 15,-1 3 36-15,-2-3 4 0,-5 0 0 0,8 0-4 16,-5-7-44-16,2-1 0 0,3-5 12 15,0-3 84-15,4 0-100 16,0-3-12-16,0-3-532 0,4-3 60 0,4-8 204 16,0 0 176-16,4-5 100 0,3-4-84 15,2 0-16-15,-2 4-88 0,5 3 180 16,-7 4 12-16,6 2 4 0,-2 1 136 0,-6 6 28 0,6 3 164 16,-2 0 352-16,5 6-276 0,-4 0-40 15,0 7-156-15,-4-4-72 16,4 4 12-16,-4-3-152 0,-1-1 0 0,-2 0 0 15,2-2-16-15,-3 0 16 0,1-4 4 16,-1-3 12-16,-1 0 72 0,1-7 12 0,5-3-100 16,-2-5-116-1,2-7-72-15,-2 0-64 0,1-4-76 16,0 4-100-16,0 0-412 0,-4 3-452 16,0 2-641-16,-4 5-983 0,-4 3-1580 0</inkml:trace>
  <inkml:trace contextRef="#ctx0" brushRef="#br0" timeOffset="54629.498">26173 3435 6928 0,'0'0'1392'16,"0"0"-512"-16,0 0 0 0,0 0 269 0,28 79 223 15,-21-53 16-15,1 2-412 16,1 0-420-16,-2 2-180 0,1-2-112 16,-4 0-160-16,0-5-104 0,0 2-44 0,-4-9-108 15,5 1-276-15,-5-9-316 0,3-4-268 16,1-4-480-16,-4-4-865 0,4-4-1931 15,4-15-1324-15</inkml:trace>
  <inkml:trace contextRef="#ctx0" brushRef="#br0" timeOffset="54817.224">26395 3423 10184 0,'0'0'1813'0,"0"0"-1361"0,0 0-148 0,0 0 376 0,-24 89 436 16,24-61 4-16,-3 7-264 0,3 0-356 15,0 3-152-15,0 0-88 0,0 3-24 0,3 3-164 16,-3-5-72-16,0-1-164 0,0 0-404 0,4-7-208 16,-4 1-116-16,0-6-496 0,0 0-604 15,0-11-1129-15,0 7-3151 0</inkml:trace>
  <inkml:trace contextRef="#ctx0" brushRef="#br0" timeOffset="55488.524">26260 4684 7340 0,'0'0'1776'16,"0"0"-1284"-16,0 0-284 0,0 0 360 16,0 0 337-16,0 0 71 0,0 0-196 15,0 0-320-15,0 0-132 0,0 0-8 0,-16 56-32 16,20-49-32-16,0-7 32 0,1 6 52 16,-2-3-12-16,5 2 24 0,0 2 140 15,0 0-32-15,4 2-112 0,-4 1-60 16,8-1-76-16,-4 1-40 0,4-3-72 15,4-1-28-15,-4-3-72 0,3-3-4 0,1 0-44 16,5-9 36-16,-1-10-112 0,-1-7-12 0,1-7-16 16,4-4-156-16,-4-1-28 0,4-6-52 31,-9 3 40-31,2-1-44 0,-10 7 64 0,2 0 76 0,-6 7 52 16,-7 2 0-16,0 4 48 0,-3 3 96 15,-10 5 56-15,-2 2 100 0,-2 9 140 0,2-1 36 16,-5 4 204-16,0 11 52 15,-4 4-220-15,4 5-40 0,-4 5 28 16,1 4-76-16,2 2 12 0,1 5 24 0,1-3-16 0,2 0-32 16,2-5-164-16,2-2-48 0,2-4-112 15,3-6-108-15,4-6-276 0,-1-8-148 0,5 3-68 32,0-5-172-32,0-5-240 0,0-7-380 15,5-4-357-15,-5 3-427 0,12-18-948 0</inkml:trace>
  <inkml:trace contextRef="#ctx0" brushRef="#br0" timeOffset="55789.682">26654 4084 6960 0,'0'0'1880'0,"0"0"-712"0,0 0-59 15,0 0 291-15,0 0-176 0,0 0-236 0,0 0-456 0,0 0-296 16,0 0-148-16,-47 72-12 0,35-46 88 31,-4 5 88-31,-1 4-24 0,2 3-4 0,-1 4-72 16,-4 5-40-16,0 4-24 0,-4 2-88 15,5 8 0-15,-6 2-76 0,1 1 0 0,0 3 68 16,1 0-40-16,3-1 40 0,3-2 4 16,-2-7-4-16,7 0-40 15,-4-6 44-15,5-7 4 0,2-3-100 0,5-9-136 16,0 0-96-16,0-7 144 0,4-3-264 0,0-3-152 15,0-2-184-15,4-5-244 0,-4-2-340 16,4-7-341-16,0 0-751 0,0-3-648 0</inkml:trace>
  <inkml:trace contextRef="#ctx0" brushRef="#br0" timeOffset="57354.826">29109 1527 10044 0,'0'0'596'16,"0"0"2045"-16,0 0-1521 0,0 0-500 0,0 0 184 16,0 0 100-16,0 0-344 15,0 0-236-15,0 0-176 0,67 0 112 16,-46 12 88-16,3 7 56 0,7 11 88 0,5 8-172 15,0 9-88-15,0 13-160 0,-5 7-56 16,-6 16 32-16,-13 5-48 16,-4 8 0-16,-8 6-8 0,-8 5-104 15,-12 5-72-15,-8 2-60 0,-12 0-100 0,-4 0-72 16,-3-3-80-16,-5-3-260 0,-8-6-596 16,0-7-628-16,0-9-820 0,17-23-1065 15,-25 13 689-15</inkml:trace>
  <inkml:trace contextRef="#ctx0" brushRef="#br0" timeOffset="58477.666">24021 5098 6080 0,'0'0'4977'0,"0"0"-3781"0,0 0-508 0,0 0-188 0,0 0 8 16,0 0-40-16,0 0 116 16,0 0 180-16,0 0 68 0,0 0-260 0,52 93-124 15,-40-55-40 1,4 6-12-16,-1 7 120 0,2 3-60 16,-2 6-176-16,2 7-156 0,-2 6-76 15,5 0-12-15,-4-2-36 0,4-12 0 16,0-5 0-16,0-12 4 0,0-14-4 0,8-5-48 0,-4-8-12 0,3-2 0 15,-3-6-16-15,8-7-44 16,-4 0-64-16,8-7 120 16,0-6 16-16,4-2 0 0,3-8 36 15,-2 2-100-15,6-9-84 0,1-2 84 16,0 1 0-16,4-1 52 0,0 1 48 16,3 1-64-16,-3 5-60 0,0 6 52 15,-1 7-76-15,1 5 84 0,0 7 16 0,0 0 48 16,0 16 12-16,0 3 172 0,-5 7 532 0,1 0-140 0,-12 5-428 15,0 4-88-15,-4 6 12 0,-5 7 16 16,-6 3 80-16,-6 2 104 0,-11 5-252 16,1-1 36-16,-5-3-44 0,0-7-40 15,-5-5 40-15,1-8 72 0,0-9 28 0,0-12-28 16,1-2-60-16,-1-5-12 0,4-6-12 16,0-4-308-16,0-9-108 0,0-6 136 0,0-12-52 15,0-8 60-15,0-11-48 0,7-5-248 16,5-1-28-16,8 2 268 15,8 3 116-15,4 6 140 0,8 4 84 0,4 6 48 16,3 7 240 0,-2 2 148-16,2 8-104 0,-3 2-144 15,0 3-100-15,0 7 20 0,3 6 4 16,-2 0 12-16,-2 3 100 0,-3 6 8 16,4 7 248-16,-4 0-196 0,-4 3-164 15,3 6 148-15,-6-2 76 0,3-1-76 16,-5-3-156-16,5-3-28 0,0-3 64 0,3-5-4 0,2-3 100 15,2-5 509-15,6-11-425 0,-2-4-232 0,1-8-88 16,3-8 0-16,-3-4 80 16,5-6-88-16,-6-3-76 0,1-1-32 15,-1-3 60-15,-6 4-48 0,-5 2-160 0,-8 4-133 16,-9 12 25-16,-7 4-76 0,-4 10-72 16,-8 2-208-16,-8 10-352 0,-12 0-1180 0,0 0-604 15,-24 16-3437 1</inkml:trace>
  <inkml:trace contextRef="#ctx0" brushRef="#br0" timeOffset="59058.084">25985 7017 5852 0,'0'0'4512'16,"0"0"-3275"-16,0 0-557 0,0 0-40 0,0 0 328 15,-80 69 108-15,69-49 20 0,-2 2-268 0,2 3-196 16,3 4-100-16,-1 2-12 15,5 5 84-15,1 1-52 0,3 5-160 16,-4-1-112-16,4 3 132 0,0 0 64 16,0 2-196-16,4-2-84 0,3 0-27 15,10 1 39-15,-1-3-16 0,7-2 40 16,1-2-112-16,8-3-72 0,-4-7 0 0,8-2-48 16,-4-3-108-16,7-13 60 15,-2-5 0-15,2-5-12 0,1-3 12 16,1-13 36-16,2-5-52 0,-3-9 16 0,0-5-24 15,0-7-60-15,-5-1-100 0,-3-5 75 0,-4-6-87 16,0-1 12-16,0-1-36 0,-4 0-24 16,-1-5 60-16,-2 1-36 0,-10-1 60 15,2 1-36-15,-9 0 108 0,-4 2-12 16,0 4-72-16,-8 3-12 16,-5 7-16-16,-2 6 128 0,-1 6 0 15,-4 6 120-15,0 11 256 16,-4 5 128-16,4 10 116 0,0 0-108 0,-8 6-84 15,4 4-52-15,-4 6-76 0,-4 6-80 16,1 0-96-16,-1 4-4 0,-4 2-124 16,0 4-204-16,4 0-260 0,-3 4-220 0,-2 1-932 15,10-9-2736-15,-13 19-3025 0</inkml:trace>
  <inkml:trace contextRef="#ctx0" brushRef="#br0" timeOffset="60428.498">13427 10506 8944 0,'0'0'5173'16,"0"0"-4513"-16,0 0-520 0,0 0 640 15,84 12 288-15,-45-5-100 0,5-4-352 0,0-3-132 16,-1 0-264-16,2 0-148 15,-2-3-68-15,2 0-8 0,-6-1-136 0,-3-2-108 0,0 3-132 0,-1 0-364 0,-7 0-288 16,-4 0-856-16,-7 3-1340 16,-6 3-2641-16</inkml:trace>
  <inkml:trace contextRef="#ctx0" brushRef="#br0" timeOffset="60596.594">13602 10824 7596 0,'0'0'1464'0,"0"0"-480"16,0 0 241-16,0 0 175 0,0 0-292 16,0 0-232-16,0 0-256 0,0 0-280 0,0 0 60 0,0 0 468 0,51 44-200 15,-2-44-392-15,3 0-264 0,8-3-12 16,-2-7-248-16,2 1-548 16,4-1-724-16,-16 4-1276 0,24-6-3801 0</inkml:trace>
  <inkml:trace contextRef="#ctx0" brushRef="#br0" timeOffset="61500.433">15543 10611 560 0,'0'0'12413'15,"0"0"-10509"-15,0 0-1172 0,0 0-296 16,0 0 20-16,0 0-96 0,0 0-8 0,0 0 104 16,0 0 40-16,0 0-12 0,0 0-80 15,99 7 12-15,-47-12-132 0,3-1 20 16,14 0 4-16,2 4 8 0,4-5-60 0,5 3-12 15,4-2-64 1,-1 6-20-16,9 0-76 0,0 0-12 16,3 6-72-16,2 0 12 0,-2 1-20 0,5-1 8 0,-9 0-60 15,5 1-12-15,-5-1 12 0,-3-3 0 16,-4 4-88-16,-5 0-120 0,-7-4-144 16,-13 2-40-16,-6-1-148 0,-10 3-164 15,-6-4-372-15,-14 0-812 0,-3 0-1212 16,-8-3-2921-16</inkml:trace>
  <inkml:trace contextRef="#ctx0" brushRef="#br0" timeOffset="62001.288">16009 9179 15045 0,'0'0'1984'0,"0"0"-1140"0,0 0-708 0,0 0-124 16,0 0 136-16,0 0 100 0,0 0 172 0,0 0 20 16,95 0-108-16,-59-4-124 15,3-2-208-15,10 0 0 0,3-4-8 0,-5 4-52 16,5-3 52-16,0 2-56 0,-4 1-20 16,0-1-76-16,-5 5 36 0,-3 2-8 15,-8 0-40-15,-4 0 48 0,-8 5 24 16,-5 5-72-16,-2 6 64 0,-9 6 100 15,-4 6 0-15,0 11 8 16,-4 5 52-16,-4 7 20 16,-4 10-72-16,-4 2 0 0,0 7 4 0,-5-1 48 15,6 5-52-15,-5-2 0 0,4-1 12 16,0-8 0-16,0-3 208 16,9-9-220-16,-2-10-48 0,9-10-176 0,0-12-156 15,0-8-16-15,4-8-40 0,8-3-420 16,4-7-404-16,0-8-68 0,4-10-712 0,-4 2-2425 0,8-22-2071 15</inkml:trace>
  <inkml:trace contextRef="#ctx0" brushRef="#br0" timeOffset="62232.657">17096 9163 11925 0,'0'0'872'0,"0"0"-312"15,0 0-544 1,0 0 440-16,0 0 304 0,0 0 340 0,0 88-184 16,0-56-344-16,0 3-460 0,0 0-112 0,0 4-136 15,0-2-12 1,0 2-340-16,0 2-340 0,-4 3-348 0,-4 2-732 16,5-13-2565-16,-14 18-2167 15</inkml:trace>
  <inkml:trace contextRef="#ctx0" brushRef="#br0" timeOffset="62386.018">16969 10194 7008 0,'0'0'4077'0,"0"0"-2473"0,0 0-532 0,0 0-32 16,0 0 132-16,0 0-108 0,0 0-332 0,0 0-488 16,7 68-244-16,-3-62-72 0,5 2-92 15,-1-1-232-15,-1 3-624 0,6 0-380 16,-5-4-912-16,3 7-2949 0</inkml:trace>
  <inkml:trace contextRef="#ctx0" brushRef="#br0" timeOffset="63132.578">16327 11195 8504 0,'0'0'4945'16,"0"0"-4093"-16,-4 67-360 0,4-29-100 0,4 12 160 16,4 8 328-16,-3 5 276 0,-2 3-240 15,1 1-316-15,4-3-244 16,-8 0-148-16,8-4-112 0,-4-6-96 0,-4-7-12 16,4-3-124-16,0-5-256 0,0-11-112 15,4-6-224-15,0-11-88 16,4-5-500-16,0-10-448 0,0-15-364 0,0 3-2697 15</inkml:trace>
  <inkml:trace contextRef="#ctx0" brushRef="#br0" timeOffset="63368.456">16857 11334 9216 0,'0'0'3161'15,"0"0"-2193"-15,0 0-584 0,-20 77 136 0,8-40 200 16,0 2 540-16,1 2-64 0,-2 3-340 15,9-2-204-15,1-1-160 0,3 0-184 16,0-3-52-16,7 0-24 0,6-9-12 0,2-4 96 16,5-8 256-16,5-2-280 0,2-8-168 0,4-4-64 31,6-3-48-31,-1 0-12 0,0-10-132 0,-1-5-12 16,5-2-172-16,-8-5-136 0,4 1-204 15,-9-9-340-15,-3 2-696 16,-3 9-2152-16,-10-13-2705 0</inkml:trace>
  <inkml:trace contextRef="#ctx0" brushRef="#br0" timeOffset="63564.478">17001 11408 11129 0,'0'0'1680'0,"0"0"-976"0,0 0-84 0,0 0 28 0,-12 73 348 16,12-42 144-16,0 4-320 0,4 7-424 0,4-1-136 15,-5 7-112 1,5-1-148-16,1 6-4 0,-5 2-84 0,0 2-160 0,-1 0-432 16,-3 4-4-16,4-1-280 0,-4-6-688 15,4 0-840-15,0-19-1901 0,5 3-531 16</inkml:trace>
  <inkml:trace contextRef="#ctx0" brushRef="#br0" timeOffset="65170.544">18646 10681 7820 0,'0'0'4689'0,"0"0"-4193"0,0 0-484 15,0 0 296-15,0 0 136 0,104 22-48 16,-80-19 8-16,3 0-212 0,-3 0-192 0,0-3-40 15,-3 3-136-15,-2-3-156 0,1 3-568 16,-5 1-944-16,-6-1-2401 0,-5 3-2535 16</inkml:trace>
  <inkml:trace contextRef="#ctx0" brushRef="#br0" timeOffset="65355.774">18634 10992 11729 0,'0'0'616'0,"0"0"-244"0,0 0-372 0,0 0 0 16,0 0 324-16,0 0 260 0,0 0 16 16,0 0 80-16,0 0-236 15,0 0-344-15,99 9-100 0,-58-9-116 16,-1-6-360-16,-5 0-260 16,5-1-52-16,0 1-428 0,-8-1-909 0,15-3-1991 0</inkml:trace>
  <inkml:trace contextRef="#ctx0" brushRef="#br0" timeOffset="71407.679">20028 10559 8504 0,'0'0'1940'0,"0"0"-703"0,0 0-325 0,0 0-428 15,0 0 168-15,0 0 476 0,0 0-72 16,0 0-300-16,0 0-308 0,28-31-100 16,-4 21 24-16,1-2-176 0,-1 2 16 0,-1 4-212 15,1 3-52-15,-4 3-32 16,-1 0-88-16,-2 6-4 0,-6 7 128 0,2 6-28 16,-9 9-184-16,0 11 48 0,-4 5-60 15,-4 13-216-15,-9 7-4 0,-2 9-160 16,-2 3-172-16,-2 0-304 15,3-3-820-15,-3 0-453 0,6-19-1635 16,-6 19-516 0</inkml:trace>
  <inkml:trace contextRef="#ctx0" brushRef="#br0" timeOffset="71538.098">20000 11700 4364 0,'0'0'1680'0,"0"0"-420"0,0 0-504 0,0 0 72 0,0 67 300 16,5-56 237-16,-1 3-297 0,0-9-508 15,0 2-560-15,0-3-128 0,-1 2-268 0,5-4-720 16,-3 2-1233-16,-1-1-3375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1.png"/><Relationship Id="rId4" Type="http://schemas.openxmlformats.org/officeDocument/2006/relationships/customXml" Target="../ink/ink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0.png"/><Relationship Id="rId4" Type="http://schemas.openxmlformats.org/officeDocument/2006/relationships/customXml" Target="../ink/ink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12.xml"/><Relationship Id="rId4" Type="http://schemas.openxmlformats.org/officeDocument/2006/relationships/image" Target="../media/image4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customXml" Target="../ink/ink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customXml" Target="../ink/ink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customXml" Target="../ink/ink22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customXml" Target="../ink/ink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customXml" Target="../ink/ink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customXml" Target="../ink/ink33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/>
              <a:t>1. Basics</a:t>
            </a:r>
          </a:p>
          <a:p>
            <a:endParaRPr lang="en-US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4: There is an element e in G such that for all x E G, &#10;e * x = x * e = x. identity element e for * &#10;4: Corresponding to each a E G, there is an element a' in G such that &#10;a = a = e. inverse a' of a ">
            <a:extLst>
              <a:ext uri="{FF2B5EF4-FFF2-40B4-BE49-F238E27FC236}">
                <a16:creationId xmlns:a16="http://schemas.microsoft.com/office/drawing/2014/main" id="{0EDA1B41-E343-43F4-B032-69AEC6612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407" y="3537753"/>
            <a:ext cx="7723185" cy="189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4.1 Definition A group (G, is a set G , closed under a binary operation such that the following &#10;axioms are satisfied: &#10;all a, E G, we have &#10;associativity of * ">
            <a:extLst>
              <a:ext uri="{FF2B5EF4-FFF2-40B4-BE49-F238E27FC236}">
                <a16:creationId xmlns:a16="http://schemas.microsoft.com/office/drawing/2014/main" id="{7CAF82ED-A959-4F66-903B-747586066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2" y="1497536"/>
            <a:ext cx="10473352" cy="182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78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C3CF-7DC5-4929-A971-5B592E86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8991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{1}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+)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permutation 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letters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</m:oMath>
                </a14:m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8991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3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C3CF-7DC5-4929-A971-5B592E86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Non-Examples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∙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2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9BB4-0571-4AB6-9530-7AB7AA51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2E46325-4A83-4682-8967-D63431B02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 nonempty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subgroup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if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iff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</a:t>
                </a:r>
                <a:r>
                  <a:rPr lang="en-MY" dirty="0"/>
                  <a:t>g.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MY" dirty="0"/>
                  <a:t>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2E46325-4A83-4682-8967-D63431B02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20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547E52-A1FE-4090-8C76-3D6A94C87A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Coset space</a:t>
                </a:r>
                <a:r>
                  <a:rPr lang="en-MY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MY" altLang="zh-CN" dirty="0"/>
                  <a:t>Suppose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547E52-A1FE-4090-8C76-3D6A94C87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CD955-06FA-43DD-B2F9-BD189C548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MY" dirty="0"/>
                  <a:t>The space of left </a:t>
                </a:r>
                <a:r>
                  <a:rPr lang="en-MY" dirty="0" err="1"/>
                  <a:t>cosets</a:t>
                </a:r>
                <a:r>
                  <a:rPr lang="en-MY" dirty="0"/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:r>
                  <a:rPr lang="en-US" dirty="0"/>
                  <a:t>Fact: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MY" dirty="0"/>
              </a:p>
              <a:p>
                <a:pPr marL="0" indent="0">
                  <a:buNone/>
                </a:pPr>
                <a:r>
                  <a:rPr lang="en-MY" dirty="0"/>
                  <a:t>Lagrange’s theorem</a:t>
                </a:r>
              </a:p>
              <a:p>
                <a:pPr marL="0" indent="0">
                  <a:buNone/>
                </a:pPr>
                <a:r>
                  <a:rPr lang="en-US" b="0" dirty="0"/>
                  <a:t>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⋅|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MY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CD955-06FA-43DD-B2F9-BD189C548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714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1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6CE9-6656-4A0C-83A8-99E3AA4A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Coset</a:t>
            </a:r>
            <a:r>
              <a:rPr lang="en-US" dirty="0"/>
              <a:t> space (example) 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22A18-6552-4EA9-B01C-9780E8332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22A18-6552-4EA9-B01C-9780E8332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3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9147-77A9-46BA-B1C2-E00B2F5D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Consequence of Lagrange’s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EEF165-6AA5-4396-85B6-998EE21F4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finite group,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divides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is a simple group.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EEF165-6AA5-4396-85B6-998EE21F4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38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F227-8A7D-4E5E-9ACF-773CB8AB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Group homomorphism </a:t>
            </a:r>
          </a:p>
        </p:txBody>
      </p:sp>
      <p:pic>
        <p:nvPicPr>
          <p:cNvPr id="2050" name="Picture 2" descr="计算机生成了可选文字:&#10;13JDefinition&#10;AmapOfagroupGintoagroupG'isahomomorphismifthehomomorphism&#10;property&#10;holdsforalla，beG.&#10;（1）">
            <a:extLst>
              <a:ext uri="{FF2B5EF4-FFF2-40B4-BE49-F238E27FC236}">
                <a16:creationId xmlns:a16="http://schemas.microsoft.com/office/drawing/2014/main" id="{D3FBD3F1-4CDC-437E-AC21-E75C04D49D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1" y="1596981"/>
            <a:ext cx="8483599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计算机生成了可选文字:&#10;AlexanderGrothendieck&#10;AlexanderGrothendieckinMontreal,1970&#10;Born&#10;Died&#10;28March1928&#10;Berlin,Prussia,Germany&#10;13November2014(aged86）&#10;Saint-Lizier,France">
            <a:extLst>
              <a:ext uri="{FF2B5EF4-FFF2-40B4-BE49-F238E27FC236}">
                <a16:creationId xmlns:a16="http://schemas.microsoft.com/office/drawing/2014/main" id="{6EBD368A-BFF6-4F61-A1FE-CC6495229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663" y="3247836"/>
            <a:ext cx="2705531" cy="342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C4763C-07B0-4202-A8F8-B723E294EDE7}"/>
              </a:ext>
            </a:extLst>
          </p:cNvPr>
          <p:cNvSpPr/>
          <p:nvPr/>
        </p:nvSpPr>
        <p:spPr>
          <a:xfrm>
            <a:off x="660401" y="4958593"/>
            <a:ext cx="7755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CN" sz="24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Grothendieck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pointed out that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endParaRPr lang="en-MY" altLang="zh-CN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fontAlgn="base"/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rather than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analyzing objects,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we should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concentrate on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2E75B5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morphisms</a:t>
            </a:r>
            <a:r>
              <a:rPr lang="en-US" sz="2400" dirty="0">
                <a:solidFill>
                  <a:srgbClr val="2E75B5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between them.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endParaRPr lang="zh-CN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7BF82-9150-4E9C-BC35-2C7D107C054A}"/>
                  </a:ext>
                </a:extLst>
              </p:cNvPr>
              <p:cNvSpPr txBox="1"/>
              <p:nvPr/>
            </p:nvSpPr>
            <p:spPr>
              <a:xfrm>
                <a:off x="660401" y="3355759"/>
                <a:ext cx="775563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Corollary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r>
                  <a:rPr lang="en-US" sz="2800" dirty="0"/>
                  <a:t>				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MY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7BF82-9150-4E9C-BC35-2C7D107C0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1" y="3355759"/>
                <a:ext cx="7755631" cy="1384995"/>
              </a:xfrm>
              <a:prstGeom prst="rect">
                <a:avLst/>
              </a:prstGeom>
              <a:blipFill>
                <a:blip r:embed="rId4"/>
                <a:stretch>
                  <a:fillRect l="-1571" t="-394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22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20F0-5D55-4654-AC98-ABE4A126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Normal subgroups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42BAB-25E2-4736-BC5A-799188A33F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MY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normal subgroup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</a:t>
                </a:r>
                <a:r>
                  <a:rPr lang="en-MY" dirty="0" err="1"/>
                  <a:t>iff</a:t>
                </a:r>
                <a:r>
                  <a:rPr lang="en-MY" dirty="0"/>
                  <a:t> one of the following condition holds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𝑔𝑁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𝑁𝑔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𝑔𝑁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en-MY" dirty="0"/>
                  <a:t>a homomorphism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,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Easy fact, kernel of a homomorphism is normal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42BAB-25E2-4736-BC5A-799188A33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126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CAD5-528C-408F-A78F-B171FC56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03273B-2764-45F3-BF52-935DF290D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SL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MY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sgn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sgn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(the alternating group)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simple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≥5.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03273B-2764-45F3-BF52-935DF290D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51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0AC10-11FD-1E8D-2E07-B631EB91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Simple group</a:t>
            </a:r>
            <a:endParaRPr lang="zh-SG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5423C-16D9-260C-883F-282F442D6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SG" dirty="0"/>
                  <a:t>A group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SG" altLang="en-US" dirty="0"/>
                  <a:t> </a:t>
                </a:r>
                <a:r>
                  <a:rPr lang="en-US" altLang="zh-SG" dirty="0"/>
                  <a:t>is called a simple group if the trivial subgroup and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 are the only normal subgroups of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. </a:t>
                </a:r>
              </a:p>
              <a:p>
                <a:pPr marL="0" indent="0">
                  <a:buNone/>
                </a:pPr>
                <a:endParaRPr lang="en-US" altLang="zh-SG" dirty="0"/>
              </a:p>
              <a:p>
                <a:pPr marL="0" indent="0">
                  <a:buNone/>
                </a:pPr>
                <a:r>
                  <a:rPr lang="en-US" altLang="zh-SG" dirty="0"/>
                  <a:t>Question: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Classify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all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finite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abelian simple groups.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5423C-16D9-260C-883F-282F442D6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78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4A99-20FE-47AC-A8FA-A62B2324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Quotient group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08636-F5AF-4949-A3E1-F9253ADB50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MY" dirty="0"/>
                  <a:t>When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,  the </a:t>
                </a:r>
                <a:r>
                  <a:rPr lang="en-MY" dirty="0" err="1"/>
                  <a:t>coset</a:t>
                </a:r>
                <a:r>
                  <a:rPr lang="en-MY" dirty="0"/>
                  <a:t> space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 has a natural group structure.</a:t>
                </a:r>
              </a:p>
              <a:p>
                <a:pPr marL="0" indent="0">
                  <a:buNone/>
                </a:pPr>
                <a:endParaRPr 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Check the product is well defined. </a:t>
                </a:r>
              </a:p>
              <a:p>
                <a:pPr marL="0" indent="0">
                  <a:buNone/>
                </a:pPr>
                <a:r>
                  <a:rPr lang="en-MY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08636-F5AF-4949-A3E1-F9253ADB5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84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90E4-C8E2-48E0-AE02-F9765E6C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314DA-9271-4D45-B0F5-B7FE09E12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GL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ℂ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MY" dirty="0"/>
                  <a:t> is the subgroup of invertible diagonal matrices.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314DA-9271-4D45-B0F5-B7FE09E12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06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C36A-54F3-4ACF-AE72-F2C27B4F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Homomorphism Theorem </a:t>
            </a:r>
          </a:p>
        </p:txBody>
      </p:sp>
      <p:pic>
        <p:nvPicPr>
          <p:cNvPr id="3074" name="Picture 2" descr="34.2 Theorem (First Isomorphism Theorem) Let d' : G G' be a homomorphism with kernel K. &#10;and let G G/ K be the canonical homomorphism. There is a unique isomorphism &#10;: G/K -9 0[GI such that = for each x G. ">
            <a:extLst>
              <a:ext uri="{FF2B5EF4-FFF2-40B4-BE49-F238E27FC236}">
                <a16:creationId xmlns:a16="http://schemas.microsoft.com/office/drawing/2014/main" id="{C2165D25-FDD7-471B-A68B-BF704BF5A3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491"/>
            <a:ext cx="9676526" cy="102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38BEF4-6271-40BA-93BA-3EB2E3684F0A}"/>
              </a:ext>
            </a:extLst>
          </p:cNvPr>
          <p:cNvSpPr txBox="1"/>
          <p:nvPr/>
        </p:nvSpPr>
        <p:spPr>
          <a:xfrm>
            <a:off x="958788" y="2805344"/>
            <a:ext cx="9064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commutative diagram.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3892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2F1E-07BD-4D2A-955D-014B8ACB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general from:</a:t>
            </a:r>
            <a:br>
              <a:rPr lang="en-MY" dirty="0"/>
            </a:br>
            <a:r>
              <a:rPr lang="en-MY" dirty="0"/>
              <a:t>universal property of the quotient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48550AB-2DF5-4249-868E-602DA7C611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. Any morphism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MY" dirty="0"/>
                  <a:t> factor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MY" dirty="0"/>
                  <a:t>he diagram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48550AB-2DF5-4249-868E-602DA7C611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87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1D8E081-2166-4C05-87B6-9AB4A6F1A2FD}"/>
              </a:ext>
            </a:extLst>
          </p:cNvPr>
          <p:cNvGrpSpPr/>
          <p:nvPr/>
        </p:nvGrpSpPr>
        <p:grpSpPr>
          <a:xfrm>
            <a:off x="4213933" y="3216655"/>
            <a:ext cx="3232952" cy="1908236"/>
            <a:chOff x="4213933" y="3216655"/>
            <a:chExt cx="3232952" cy="190823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A84E5B-1F92-440F-92B6-B17911207B7C}"/>
                    </a:ext>
                  </a:extLst>
                </p:cNvPr>
                <p:cNvSpPr txBox="1"/>
                <p:nvPr/>
              </p:nvSpPr>
              <p:spPr>
                <a:xfrm>
                  <a:off x="4213933" y="3562903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A84E5B-1F92-440F-92B6-B17911207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933" y="3562903"/>
                  <a:ext cx="68358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C3EB10B-2C00-4EE4-9033-63951A9A3CA6}"/>
                    </a:ext>
                  </a:extLst>
                </p:cNvPr>
                <p:cNvSpPr txBox="1"/>
                <p:nvPr/>
              </p:nvSpPr>
              <p:spPr>
                <a:xfrm>
                  <a:off x="5412419" y="3549600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C3EB10B-2C00-4EE4-9033-63951A9A3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419" y="3549600"/>
                  <a:ext cx="68358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487C9D8-9E8A-4369-BAFB-B33D56FB9D50}"/>
                    </a:ext>
                  </a:extLst>
                </p:cNvPr>
                <p:cNvSpPr txBox="1"/>
                <p:nvPr/>
              </p:nvSpPr>
              <p:spPr>
                <a:xfrm>
                  <a:off x="5412419" y="4601671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487C9D8-9E8A-4369-BAFB-B33D56FB9D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419" y="4601671"/>
                  <a:ext cx="68358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56633BE-DFC6-4258-BED5-F22FF3455014}"/>
                    </a:ext>
                  </a:extLst>
                </p:cNvPr>
                <p:cNvSpPr txBox="1"/>
                <p:nvPr/>
              </p:nvSpPr>
              <p:spPr>
                <a:xfrm>
                  <a:off x="6763304" y="3537737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56633BE-DFC6-4258-BED5-F22FF3455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3304" y="3537737"/>
                  <a:ext cx="683581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13274"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2B6F79B-975F-4AC2-95DE-5203E25E3A2C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 flipV="1">
              <a:off x="6096000" y="3799347"/>
              <a:ext cx="667304" cy="11863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BBE30F-4BA0-49D5-9C38-0BE303A8F84E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5754209" y="4084684"/>
              <a:ext cx="1" cy="516987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823C2EF-81A6-42C8-A75A-C73E4811CA70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897514" y="3817555"/>
              <a:ext cx="610339" cy="6958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9285ED-13BE-4E26-9031-1C97A8716F20}"/>
                    </a:ext>
                  </a:extLst>
                </p:cNvPr>
                <p:cNvSpPr txBox="1"/>
                <p:nvPr/>
              </p:nvSpPr>
              <p:spPr>
                <a:xfrm>
                  <a:off x="4213933" y="4598686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9285ED-13BE-4E26-9031-1C97A8716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933" y="4598686"/>
                  <a:ext cx="68358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A420544-5E00-4CE5-A7F2-2A7BEFA381E6}"/>
                </a:ext>
              </a:extLst>
            </p:cNvPr>
            <p:cNvCxnSpPr/>
            <p:nvPr/>
          </p:nvCxnSpPr>
          <p:spPr>
            <a:xfrm flipV="1">
              <a:off x="4840549" y="4848433"/>
              <a:ext cx="667304" cy="11863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16FB1A-D223-4041-9F19-4C1457C308C3}"/>
                </a:ext>
              </a:extLst>
            </p:cNvPr>
            <p:cNvCxnSpPr>
              <a:cxnSpLocks/>
              <a:stCxn id="9" idx="2"/>
              <a:endCxn id="18" idx="0"/>
            </p:cNvCxnSpPr>
            <p:nvPr/>
          </p:nvCxnSpPr>
          <p:spPr>
            <a:xfrm>
              <a:off x="4555724" y="4086123"/>
              <a:ext cx="0" cy="512563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1F0BD46-6369-4898-99A8-14560D9E3EA9}"/>
                </a:ext>
              </a:extLst>
            </p:cNvPr>
            <p:cNvCxnSpPr>
              <a:cxnSpLocks/>
              <a:stCxn id="12" idx="2"/>
              <a:endCxn id="11" idx="3"/>
            </p:cNvCxnSpPr>
            <p:nvPr/>
          </p:nvCxnSpPr>
          <p:spPr>
            <a:xfrm flipH="1">
              <a:off x="6096000" y="4060957"/>
              <a:ext cx="1009095" cy="802324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543E632-750E-4404-9AE4-654A82A9D910}"/>
                    </a:ext>
                  </a:extLst>
                </p:cNvPr>
                <p:cNvSpPr txBox="1"/>
                <p:nvPr/>
              </p:nvSpPr>
              <p:spPr>
                <a:xfrm>
                  <a:off x="6079723" y="3216655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543E632-750E-4404-9AE4-654A82A9D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9723" y="3216655"/>
                  <a:ext cx="68358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686F37-B86D-4714-AF16-CE4B4FA03E3C}"/>
                    </a:ext>
                  </a:extLst>
                </p:cNvPr>
                <p:cNvSpPr txBox="1"/>
                <p:nvPr/>
              </p:nvSpPr>
              <p:spPr>
                <a:xfrm>
                  <a:off x="5166062" y="3991119"/>
                  <a:ext cx="6835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686F37-B86D-4714-AF16-CE4B4FA03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6062" y="3991119"/>
                  <a:ext cx="683581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655FDD4-BECF-4DA5-992E-6D334D775409}"/>
                    </a:ext>
                  </a:extLst>
                </p:cNvPr>
                <p:cNvSpPr txBox="1"/>
                <p:nvPr/>
              </p:nvSpPr>
              <p:spPr>
                <a:xfrm>
                  <a:off x="6592409" y="4262214"/>
                  <a:ext cx="683581" cy="582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bar>
                      </m:oMath>
                    </m:oMathPara>
                  </a14:m>
                  <a:endParaRPr lang="en-MY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655FDD4-BECF-4DA5-992E-6D334D775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2409" y="4262214"/>
                  <a:ext cx="683581" cy="58272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5487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CD0F47-7E91-4E76-B364-39768B3D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quotient group by universal property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64A588-50E1-4AA3-BD37-FB97CE27B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. A quotient 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MY" dirty="0"/>
                  <a:t> is a pair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∃!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dirty="0"/>
                  <a:t>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</a:t>
                </a:r>
                <a:r>
                  <a:rPr lang="en-MY" dirty="0"/>
                  <a:t>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MY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MY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64A588-50E1-4AA3-BD37-FB97CE27B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338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2F1E-07BD-4D2A-955D-014B8ACB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Second Isomorphism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37945BC-167D-46E8-88E9-0D0D63887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type m:val="li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≅      </m:t>
                              </m:r>
                            </m:e>
                          </m:groupCh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MY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37945BC-167D-46E8-88E9-0D0D63887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5FAAB00-AC01-4FE8-880A-481C1C64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06795"/>
            <a:ext cx="10153650" cy="6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55737D-6176-418F-83A4-39D4E9275C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Normalizer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MY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55737D-6176-418F-83A4-39D4E9275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25F39-9645-463C-9CC7-A0C0A275D1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𝑔𝐾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Lemma: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a subgroup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25F39-9645-463C-9CC7-A0C0A275D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896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55737D-6176-418F-83A4-39D4E9275C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Centralizer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MY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55737D-6176-418F-83A4-39D4E9275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25F39-9645-463C-9CC7-A0C0A275D1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450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Center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GL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diagonal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matrices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ℂ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diagonal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matrices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ℂ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25F39-9645-463C-9CC7-A0C0A275D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4503"/>
                <a:ext cx="10515600" cy="4351338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3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4C54-CAB3-4C78-BCEC-945E944B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second isomorphism theorem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A6DBB-A078-4AFF-A2EE-25AA5342E4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ℂ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type m:val="lin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latin typeface="Cambria Math" panose="02040503050406030204" pitchFamily="18" charset="0"/>
                                </a:rPr>
                                <m:t>GL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ℂ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4000" b="0" i="0" smtClean="0">
                                      <a:latin typeface="Cambria Math" panose="02040503050406030204" pitchFamily="18" charset="0"/>
                                    </a:rPr>
                                    <m:t>GL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ℂ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A6DBB-A078-4AFF-A2EE-25AA5342E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789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12AF4-3371-376F-9212-B4E12034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B0A54-A131-7F85-4F89-19344D39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SG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AAAC289-FD06-4C00-E31D-9BDB53E20331}"/>
                  </a:ext>
                </a:extLst>
              </p14:cNvPr>
              <p14:cNvContentPartPr/>
              <p14:nvPr/>
            </p14:nvContentPartPr>
            <p14:xfrm>
              <a:off x="852840" y="258840"/>
              <a:ext cx="9579960" cy="62514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AAAC289-FD06-4C00-E31D-9BDB53E203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480" y="249480"/>
                <a:ext cx="9598680" cy="62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7FD0E33-BFC3-88B1-63F9-AAA0A492E26C}"/>
                  </a:ext>
                </a:extLst>
              </p14:cNvPr>
              <p14:cNvContentPartPr/>
              <p14:nvPr/>
            </p14:nvContentPartPr>
            <p14:xfrm>
              <a:off x="9174960" y="1928880"/>
              <a:ext cx="3003840" cy="2236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7FD0E33-BFC3-88B1-63F9-AAA0A492E2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5600" y="1919520"/>
                <a:ext cx="3022560" cy="225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1370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85C2784-24F6-B9AE-5D2A-28C80E02BA80}"/>
                  </a:ext>
                </a:extLst>
              </p14:cNvPr>
              <p14:cNvContentPartPr/>
              <p14:nvPr/>
            </p14:nvContentPartPr>
            <p14:xfrm>
              <a:off x="482400" y="133920"/>
              <a:ext cx="7949520" cy="2447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85C2784-24F6-B9AE-5D2A-28C80E02BA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040" y="124560"/>
                <a:ext cx="7968240" cy="24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FD86999-29D1-F647-B576-396B1CA11CC1}"/>
                  </a:ext>
                </a:extLst>
              </p14:cNvPr>
              <p14:cNvContentPartPr/>
              <p14:nvPr/>
            </p14:nvContentPartPr>
            <p14:xfrm>
              <a:off x="2086920" y="1486800"/>
              <a:ext cx="9748080" cy="53625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FD86999-29D1-F647-B576-396B1CA11C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7560" y="1477440"/>
                <a:ext cx="9766800" cy="538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5146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4B78444-0F2A-861B-0ED5-A859E611C194}"/>
                  </a:ext>
                </a:extLst>
              </p14:cNvPr>
              <p14:cNvContentPartPr/>
              <p14:nvPr/>
            </p14:nvContentPartPr>
            <p14:xfrm>
              <a:off x="848880" y="433080"/>
              <a:ext cx="10025640" cy="5923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4B78444-0F2A-861B-0ED5-A859E611C1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520" y="423720"/>
                <a:ext cx="10044360" cy="59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110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520B95-A79B-44DB-ACE3-5143E0742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6" y="468659"/>
            <a:ext cx="10511484" cy="942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2BBF2C3-7933-8FA1-622A-45F486529B6C}"/>
                  </a:ext>
                </a:extLst>
              </p14:cNvPr>
              <p14:cNvContentPartPr/>
              <p14:nvPr/>
            </p14:nvContentPartPr>
            <p14:xfrm>
              <a:off x="1125360" y="758880"/>
              <a:ext cx="9981360" cy="4479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2BBF2C3-7933-8FA1-622A-45F486529B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6000" y="749520"/>
                <a:ext cx="10000080" cy="44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854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41EC42-294F-489A-8DD4-8880C2B19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02" y="400882"/>
            <a:ext cx="10584074" cy="8331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6337229-BC5E-CBE6-55B0-C1A429163C68}"/>
                  </a:ext>
                </a:extLst>
              </p14:cNvPr>
              <p14:cNvContentPartPr/>
              <p14:nvPr/>
            </p14:nvContentPartPr>
            <p14:xfrm>
              <a:off x="1527480" y="1147320"/>
              <a:ext cx="9516960" cy="5514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6337229-BC5E-CBE6-55B0-C1A429163C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8120" y="1137960"/>
                <a:ext cx="9535680" cy="55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4468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8F4C20-B7FE-49D6-8ECC-378EAE7D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30" y="419062"/>
            <a:ext cx="10447072" cy="655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6678E61-231C-4FEB-BF84-5A69351202B0}"/>
                  </a:ext>
                </a:extLst>
              </p14:cNvPr>
              <p14:cNvContentPartPr/>
              <p14:nvPr/>
            </p14:nvContentPartPr>
            <p14:xfrm>
              <a:off x="1446840" y="1107360"/>
              <a:ext cx="9387720" cy="4447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6678E61-231C-4FEB-BF84-5A69351202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7480" y="1098000"/>
                <a:ext cx="9406440" cy="44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7153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FB9DE-9FB1-9A87-65CB-4B78AC57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96F6A-D2FF-D407-EEEC-600A123AC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SG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6CEF560-BC3E-E60C-1740-8A19531C0EDC}"/>
                  </a:ext>
                </a:extLst>
              </p14:cNvPr>
              <p14:cNvContentPartPr/>
              <p14:nvPr/>
            </p14:nvContentPartPr>
            <p14:xfrm>
              <a:off x="147240" y="500040"/>
              <a:ext cx="11821680" cy="53492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6CEF560-BC3E-E60C-1740-8A19531C0E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880" y="490680"/>
                <a:ext cx="11840400" cy="536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539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FF44-8F11-4AB0-9B9D-0EC2C2E5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3A8D3-5E07-4BA7-BDD8-F9CEFFA86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MY" dirty="0"/>
                  <a:t>Suppose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0" indent="0">
                  <a:buNone/>
                </a:pPr>
                <a:r>
                  <a:rPr lang="en-MY" dirty="0"/>
                  <a:t>Is the following equation make </a:t>
                </a:r>
                <a:r>
                  <a:rPr lang="en-MY" dirty="0" err="1"/>
                  <a:t>sence</a:t>
                </a:r>
                <a:r>
                  <a:rPr lang="en-MY" dirty="0"/>
                  <a:t>?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≅(</m:t>
                    </m:r>
                    <m:f>
                      <m:fPr>
                        <m:type m:val="li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)/(</m:t>
                    </m:r>
                    <m:f>
                      <m:fPr>
                        <m:type m:val="li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3A8D3-5E07-4BA7-BDD8-F9CEFFA86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88DA896-B028-6768-0853-A50A3D3EA1C8}"/>
                  </a:ext>
                </a:extLst>
              </p14:cNvPr>
              <p14:cNvContentPartPr/>
              <p14:nvPr/>
            </p14:nvContentPartPr>
            <p14:xfrm>
              <a:off x="2433960" y="169560"/>
              <a:ext cx="6234840" cy="44456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88DA896-B028-6768-0853-A50A3D3EA1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4600" y="160200"/>
                <a:ext cx="6253560" cy="44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0BEEF6-AF83-482E-8BC7-EFFA398DBBC0}"/>
                  </a:ext>
                </a:extLst>
              </p14:cNvPr>
              <p14:cNvContentPartPr/>
              <p14:nvPr/>
            </p14:nvContentPartPr>
            <p14:xfrm>
              <a:off x="2641680" y="2729520"/>
              <a:ext cx="2711520" cy="203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0BEEF6-AF83-482E-8BC7-EFFA398DBB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2320" y="2720160"/>
                <a:ext cx="2730240" cy="20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172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6D877A3-FFB3-1AEE-9B95-F9B705E20423}"/>
                  </a:ext>
                </a:extLst>
              </p14:cNvPr>
              <p14:cNvContentPartPr/>
              <p14:nvPr/>
            </p14:nvContentPartPr>
            <p14:xfrm>
              <a:off x="218880" y="299160"/>
              <a:ext cx="10217880" cy="5499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6D877A3-FFB3-1AEE-9B95-F9B705E204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520" y="289800"/>
                <a:ext cx="10236600" cy="55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7914DC-7D45-4CDE-B553-9CAFC810630C}"/>
                  </a:ext>
                </a:extLst>
              </p14:cNvPr>
              <p14:cNvContentPartPr/>
              <p14:nvPr/>
            </p14:nvContentPartPr>
            <p14:xfrm>
              <a:off x="7266240" y="2271960"/>
              <a:ext cx="2392920" cy="73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7914DC-7D45-4CDE-B553-9CAFC81063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6880" y="2262600"/>
                <a:ext cx="2411640" cy="75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620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6AC6C-00A4-DD7A-80FE-7F3CF298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423E8-BF9C-F4BA-0DE2-784964B26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SG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5C6838E-3885-8C73-85A6-666022BFCE9F}"/>
                  </a:ext>
                </a:extLst>
              </p14:cNvPr>
              <p14:cNvContentPartPr/>
              <p14:nvPr/>
            </p14:nvContentPartPr>
            <p14:xfrm>
              <a:off x="560160" y="241200"/>
              <a:ext cx="10287360" cy="62510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5C6838E-3885-8C73-85A6-666022BFCE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800" y="231840"/>
                <a:ext cx="10306080" cy="626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5616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89611-2A23-A257-9E76-1A593726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B3828-3B52-FFAA-0C95-D053D5AA1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SG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B7D0A3-60A8-C5A5-3F8B-E549FD86C336}"/>
                  </a:ext>
                </a:extLst>
              </p14:cNvPr>
              <p14:cNvContentPartPr/>
              <p14:nvPr/>
            </p14:nvContentPartPr>
            <p14:xfrm>
              <a:off x="598320" y="178560"/>
              <a:ext cx="11236680" cy="6612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B7D0A3-60A8-C5A5-3F8B-E549FD86C3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960" y="169200"/>
                <a:ext cx="11255400" cy="66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AEF227-4A7B-4AEB-89D0-7006D0201F44}"/>
                  </a:ext>
                </a:extLst>
              </p14:cNvPr>
              <p14:cNvContentPartPr/>
              <p14:nvPr/>
            </p14:nvContentPartPr>
            <p14:xfrm>
              <a:off x="8171280" y="611280"/>
              <a:ext cx="2041560" cy="7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AEF227-4A7B-4AEB-89D0-7006D0201F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1920" y="601920"/>
                <a:ext cx="206028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8560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78CE832-F3CE-8BB0-5936-4B6E95C98E5B}"/>
                  </a:ext>
                </a:extLst>
              </p14:cNvPr>
              <p14:cNvContentPartPr/>
              <p14:nvPr/>
            </p14:nvContentPartPr>
            <p14:xfrm>
              <a:off x="44640" y="232560"/>
              <a:ext cx="11923920" cy="6050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78CE832-F3CE-8BB0-5936-4B6E95C98E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80" y="223200"/>
                <a:ext cx="11942640" cy="60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9EAC06-891C-4886-937C-FF4DF420F75F}"/>
                  </a:ext>
                </a:extLst>
              </p14:cNvPr>
              <p14:cNvContentPartPr/>
              <p14:nvPr/>
            </p14:nvContentPartPr>
            <p14:xfrm>
              <a:off x="1412640" y="1621800"/>
              <a:ext cx="10545840" cy="5181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9EAC06-891C-4886-937C-FF4DF420F7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3280" y="1612440"/>
                <a:ext cx="10564560" cy="520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210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5D9CD3-6CB6-4BFC-8F03-318DEA5CF50E}"/>
                  </a:ext>
                </a:extLst>
              </p14:cNvPr>
              <p14:cNvContentPartPr/>
              <p14:nvPr/>
            </p14:nvContentPartPr>
            <p14:xfrm>
              <a:off x="481680" y="356400"/>
              <a:ext cx="11149560" cy="615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5D9CD3-6CB6-4BFC-8F03-318DEA5CF5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320" y="347040"/>
                <a:ext cx="11168280" cy="617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7692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EEE483-E103-41AB-B6EB-E243003CE4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EEE483-E103-41AB-B6EB-E243003CE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489540-56BD-4D74-9023-1F25D0C2D07F}"/>
                  </a:ext>
                </a:extLst>
              </p14:cNvPr>
              <p14:cNvContentPartPr/>
              <p14:nvPr/>
            </p14:nvContentPartPr>
            <p14:xfrm>
              <a:off x="1487160" y="403200"/>
              <a:ext cx="10251720" cy="6037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489540-56BD-4D74-9023-1F25D0C2D0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7800" y="393840"/>
                <a:ext cx="10270440" cy="605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BFFFFD-711B-437E-BD1A-E6C5E617DBF6}"/>
                  </a:ext>
                </a:extLst>
              </p14:cNvPr>
              <p14:cNvContentPartPr/>
              <p14:nvPr/>
            </p14:nvContentPartPr>
            <p14:xfrm>
              <a:off x="1511640" y="2316600"/>
              <a:ext cx="2962080" cy="206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BFFFFD-711B-437E-BD1A-E6C5E617DB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2280" y="2307240"/>
                <a:ext cx="2980800" cy="208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8820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781F53-7DC3-4E1F-B9A7-9EDBCAF992A7}"/>
                  </a:ext>
                </a:extLst>
              </p14:cNvPr>
              <p14:cNvContentPartPr/>
              <p14:nvPr/>
            </p14:nvContentPartPr>
            <p14:xfrm>
              <a:off x="1412640" y="248040"/>
              <a:ext cx="10537200" cy="581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781F53-7DC3-4E1F-B9A7-9EDBCAF992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3280" y="238680"/>
                <a:ext cx="10555920" cy="58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475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AE3AD3-E91B-44D1-9D90-35555C83FB3E}"/>
                  </a:ext>
                </a:extLst>
              </p14:cNvPr>
              <p14:cNvContentPartPr/>
              <p14:nvPr/>
            </p14:nvContentPartPr>
            <p14:xfrm>
              <a:off x="2387880" y="450360"/>
              <a:ext cx="9725400" cy="5901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AE3AD3-E91B-44D1-9D90-35555C83FB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8520" y="441000"/>
                <a:ext cx="9744120" cy="592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26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1A1A09-F0B1-4282-95C1-A3AD0CAEFB37}"/>
                  </a:ext>
                </a:extLst>
              </p14:cNvPr>
              <p14:cNvContentPartPr/>
              <p14:nvPr/>
            </p14:nvContentPartPr>
            <p14:xfrm>
              <a:off x="926640" y="246960"/>
              <a:ext cx="11090520" cy="604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1A1A09-F0B1-4282-95C1-A3AD0CAEFB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280" y="237600"/>
                <a:ext cx="11109240" cy="605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6446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700E40-ACE2-475F-AB22-31801BA762D8}"/>
                  </a:ext>
                </a:extLst>
              </p14:cNvPr>
              <p14:cNvContentPartPr/>
              <p14:nvPr/>
            </p14:nvContentPartPr>
            <p14:xfrm>
              <a:off x="619560" y="473040"/>
              <a:ext cx="10944360" cy="594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700E40-ACE2-475F-AB22-31801BA762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200" y="463680"/>
                <a:ext cx="10963080" cy="59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27F4AC-EF02-4F90-B0F3-DF6A37D25A42}"/>
                  </a:ext>
                </a:extLst>
              </p14:cNvPr>
              <p14:cNvContentPartPr/>
              <p14:nvPr/>
            </p14:nvContentPartPr>
            <p14:xfrm>
              <a:off x="2164320" y="1634400"/>
              <a:ext cx="2463120" cy="4556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27F4AC-EF02-4F90-B0F3-DF6A37D25A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4960" y="1625040"/>
                <a:ext cx="2481840" cy="45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178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23F9-4AC8-4249-8741-E7C0E6CA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4D5A3-7F35-48B2-BF1D-CBD117238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8F89F1-C1F5-4584-97FB-03CB1AF455EA}"/>
                  </a:ext>
                </a:extLst>
              </p14:cNvPr>
              <p14:cNvContentPartPr/>
              <p14:nvPr/>
            </p14:nvContentPartPr>
            <p14:xfrm>
              <a:off x="1511640" y="386280"/>
              <a:ext cx="10413720" cy="459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8F89F1-C1F5-4584-97FB-03CB1AF455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2280" y="376920"/>
                <a:ext cx="10432440" cy="46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D21714-AEE5-4FAF-83FB-D459F3548B9A}"/>
                  </a:ext>
                </a:extLst>
              </p14:cNvPr>
              <p14:cNvContentPartPr/>
              <p14:nvPr/>
            </p14:nvContentPartPr>
            <p14:xfrm>
              <a:off x="1540440" y="4881600"/>
              <a:ext cx="6647040" cy="1618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D21714-AEE5-4FAF-83FB-D459F3548B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1080" y="4872240"/>
                <a:ext cx="6665760" cy="163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968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4A85-5926-4869-8C26-BC8B6696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C2C2-C871-4723-9625-C8B4288D3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669398-CB61-425D-A9B5-56E7E638683A}"/>
                  </a:ext>
                </a:extLst>
              </p14:cNvPr>
              <p14:cNvContentPartPr/>
              <p14:nvPr/>
            </p14:nvContentPartPr>
            <p14:xfrm>
              <a:off x="272520" y="335880"/>
              <a:ext cx="11608560" cy="6456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669398-CB61-425D-A9B5-56E7E63868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160" y="326520"/>
                <a:ext cx="11627280" cy="64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389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BA3A-6FF5-4EA8-A25D-881957EF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8B8F5-7998-467E-9819-5274AAFE3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78D082-8FB2-41C0-9D63-917BD760C5C9}"/>
                  </a:ext>
                </a:extLst>
              </p14:cNvPr>
              <p14:cNvContentPartPr/>
              <p14:nvPr/>
            </p14:nvContentPartPr>
            <p14:xfrm>
              <a:off x="427320" y="537120"/>
              <a:ext cx="11475360" cy="613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78D082-8FB2-41C0-9D63-917BD760C5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960" y="527760"/>
                <a:ext cx="11494080" cy="61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528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1622-7EEE-4995-9436-33D51B35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(Burnside’s lemma)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E0241-CEEA-48C3-9CCE-25DEA016B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Lemma: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be a finite group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MY" dirty="0"/>
                  <a:t> be a finite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-set.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</a:t>
                </a:r>
                <a:r>
                  <a:rPr lang="en-MY" dirty="0"/>
                  <a:t>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E0241-CEEA-48C3-9CCE-25DEA016B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1E67AF-5E18-47BD-83D7-99CF56B22BAE}"/>
                  </a:ext>
                </a:extLst>
              </p14:cNvPr>
              <p14:cNvContentPartPr/>
              <p14:nvPr/>
            </p14:nvContentPartPr>
            <p14:xfrm>
              <a:off x="1643400" y="4061880"/>
              <a:ext cx="4900320" cy="97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1E67AF-5E18-47BD-83D7-99CF56B22B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4040" y="4052520"/>
                <a:ext cx="4919040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FE7B85-D05F-4BFC-9BE3-5024C485A224}"/>
                  </a:ext>
                </a:extLst>
              </p14:cNvPr>
              <p14:cNvContentPartPr/>
              <p14:nvPr/>
            </p14:nvContentPartPr>
            <p14:xfrm>
              <a:off x="6832800" y="2259720"/>
              <a:ext cx="1257120" cy="84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FE7B85-D05F-4BFC-9BE3-5024C485A2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23440" y="2250360"/>
                <a:ext cx="1275840" cy="86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4633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6F01F0-742D-4BB9-9545-0624D6B2710E}"/>
                  </a:ext>
                </a:extLst>
              </p14:cNvPr>
              <p14:cNvContentPartPr/>
              <p14:nvPr/>
            </p14:nvContentPartPr>
            <p14:xfrm>
              <a:off x="1257480" y="487800"/>
              <a:ext cx="10804320" cy="559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6F01F0-742D-4BB9-9545-0624D6B271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8120" y="478440"/>
                <a:ext cx="10823040" cy="56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396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37937A-B8FD-499B-A2F8-279AC45B1837}"/>
                  </a:ext>
                </a:extLst>
              </p14:cNvPr>
              <p14:cNvContentPartPr/>
              <p14:nvPr/>
            </p14:nvContentPartPr>
            <p14:xfrm>
              <a:off x="1310760" y="314280"/>
              <a:ext cx="10281960" cy="634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37937A-B8FD-499B-A2F8-279AC45B18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1400" y="304920"/>
                <a:ext cx="10300680" cy="636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366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FE0F-B042-4367-91AC-84F48615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416D-C753-4A6A-98DC-7BF292357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many distinct </a:t>
            </a:r>
            <a:r>
              <a:rPr lang="en-US" dirty="0" err="1"/>
              <a:t>neckleces</a:t>
            </a:r>
            <a:r>
              <a:rPr lang="en-US" dirty="0"/>
              <a:t> with 7 beads are there made by beads of 2-different colors (say </a:t>
            </a:r>
            <a:r>
              <a:rPr lang="en-US" dirty="0" err="1">
                <a:solidFill>
                  <a:srgbClr val="0070C0"/>
                </a:solidFill>
              </a:rPr>
              <a:t>bule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red</a:t>
            </a:r>
            <a:r>
              <a:rPr lang="en-US" dirty="0"/>
              <a:t>) 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9C141E-9BD0-42EC-A891-C625C8163E36}"/>
                  </a:ext>
                </a:extLst>
              </p14:cNvPr>
              <p14:cNvContentPartPr/>
              <p14:nvPr/>
            </p14:nvContentPartPr>
            <p14:xfrm>
              <a:off x="600840" y="398880"/>
              <a:ext cx="9676440" cy="63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9C141E-9BD0-42EC-A891-C625C8163E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480" y="389520"/>
                <a:ext cx="9695160" cy="63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3861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A5AE76-2800-4093-B0F0-C3DAB8F6F130}"/>
                  </a:ext>
                </a:extLst>
              </p14:cNvPr>
              <p14:cNvContentPartPr/>
              <p14:nvPr/>
            </p14:nvContentPartPr>
            <p14:xfrm>
              <a:off x="606600" y="242280"/>
              <a:ext cx="10974600" cy="6568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A5AE76-2800-4093-B0F0-C3DAB8F6F1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240" y="232920"/>
                <a:ext cx="10993320" cy="65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95811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31EC87-A3B7-4692-A744-8FB71BBE4D2A}"/>
                  </a:ext>
                </a:extLst>
              </p14:cNvPr>
              <p14:cNvContentPartPr/>
              <p14:nvPr/>
            </p14:nvContentPartPr>
            <p14:xfrm>
              <a:off x="1214570" y="1461184"/>
              <a:ext cx="7149960" cy="503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31EC87-A3B7-4692-A744-8FB71BBE4D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210" y="1451824"/>
                <a:ext cx="7168680" cy="50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7872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B7827C-C3B4-4046-915B-7DF8D1651EB9}"/>
                  </a:ext>
                </a:extLst>
              </p14:cNvPr>
              <p14:cNvContentPartPr/>
              <p14:nvPr/>
            </p14:nvContentPartPr>
            <p14:xfrm>
              <a:off x="978120" y="250200"/>
              <a:ext cx="10911240" cy="577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B7827C-C3B4-4046-915B-7DF8D1651E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8760" y="240840"/>
                <a:ext cx="10929960" cy="57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7789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4636E7-EFFB-4C47-BBF0-3C0918FBB53F}"/>
                  </a:ext>
                </a:extLst>
              </p14:cNvPr>
              <p14:cNvContentPartPr/>
              <p14:nvPr/>
            </p14:nvContentPartPr>
            <p14:xfrm>
              <a:off x="335520" y="620640"/>
              <a:ext cx="10240200" cy="5925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4636E7-EFFB-4C47-BBF0-3C0918FBB5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160" y="611280"/>
                <a:ext cx="10258920" cy="59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994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26BC-3110-46AF-8E49-A36DBE90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97D5-35B8-4B9A-8417-0F180BFF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F332B9-6B5A-4967-AC55-09739CE7BAF0}"/>
                  </a:ext>
                </a:extLst>
              </p14:cNvPr>
              <p14:cNvContentPartPr/>
              <p14:nvPr/>
            </p14:nvContentPartPr>
            <p14:xfrm>
              <a:off x="976680" y="458280"/>
              <a:ext cx="9620640" cy="395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F332B9-6B5A-4967-AC55-09739CE7BA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7320" y="448920"/>
                <a:ext cx="9639360" cy="39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1143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BD2C2D9D35CB428BCE676D24844022" ma:contentTypeVersion="2" ma:contentTypeDescription="Create a new document." ma:contentTypeScope="" ma:versionID="9bdffc737e0bf813fff0fc94466fd8d0">
  <xsd:schema xmlns:xsd="http://www.w3.org/2001/XMLSchema" xmlns:xs="http://www.w3.org/2001/XMLSchema" xmlns:p="http://schemas.microsoft.com/office/2006/metadata/properties" xmlns:ns2="42b7931b-4942-4b57-b636-459d8273d5bb" targetNamespace="http://schemas.microsoft.com/office/2006/metadata/properties" ma:root="true" ma:fieldsID="8e2984c0d6903ec5c66eeacc72637864" ns2:_="">
    <xsd:import namespace="42b7931b-4942-4b57-b636-459d8273d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b7931b-4942-4b57-b636-459d8273d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42b7931b-4942-4b57-b636-459d8273d5bb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4FD6BE-638F-42B1-8D78-14611E8F20E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2b7931b-4942-4b57-b636-459d8273d5b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2628</TotalTime>
  <Words>692</Words>
  <Application>Microsoft Office PowerPoint</Application>
  <PresentationFormat>Widescreen</PresentationFormat>
  <Paragraphs>131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等线</vt:lpstr>
      <vt:lpstr>等线 Light</vt:lpstr>
      <vt:lpstr>Arial</vt:lpstr>
      <vt:lpstr>Calibri</vt:lpstr>
      <vt:lpstr>Calibri Light</vt:lpstr>
      <vt:lpstr>Cambria Math</vt:lpstr>
      <vt:lpstr>Segoe UI</vt:lpstr>
      <vt:lpstr>Office Theme</vt:lpstr>
      <vt:lpstr>MAT205: Abstract Algebra II </vt:lpstr>
      <vt:lpstr>PowerPoint Presentation</vt:lpstr>
      <vt:lpstr>Examples</vt:lpstr>
      <vt:lpstr>Non-Examples</vt:lpstr>
      <vt:lpstr>Subgroup</vt:lpstr>
      <vt:lpstr>Coset space: Suppose H&lt;G</vt:lpstr>
      <vt:lpstr>Coset space (example) </vt:lpstr>
      <vt:lpstr>Consequence of Lagrange’s theorem</vt:lpstr>
      <vt:lpstr>Group homomorphism </vt:lpstr>
      <vt:lpstr>Normal subgroups</vt:lpstr>
      <vt:lpstr>Examples</vt:lpstr>
      <vt:lpstr>Simple group</vt:lpstr>
      <vt:lpstr>Quotient group </vt:lpstr>
      <vt:lpstr>Example</vt:lpstr>
      <vt:lpstr>Homomorphism Theorem </vt:lpstr>
      <vt:lpstr>The general from: universal property of the quotient group</vt:lpstr>
      <vt:lpstr>Define quotient group by universal property</vt:lpstr>
      <vt:lpstr>Second Isomorphism Theorem</vt:lpstr>
      <vt:lpstr>Normalizer K≤G</vt:lpstr>
      <vt:lpstr>Centralizer of S⊆G</vt:lpstr>
      <vt:lpstr>Example of second isomorphism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R^n-{0}→〖RP〗^(n-1)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(Burnside’s lemma)</vt:lpstr>
      <vt:lpstr>PowerPoint Presentation</vt:lpstr>
      <vt:lpstr>PowerPoint Presentation</vt:lpstr>
      <vt:lpstr>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258</cp:revision>
  <dcterms:created xsi:type="dcterms:W3CDTF">2021-09-19T05:52:48Z</dcterms:created>
  <dcterms:modified xsi:type="dcterms:W3CDTF">2024-04-02T10:57:26Z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