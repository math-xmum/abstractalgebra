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4" r:id="rId6"/>
    <p:sldId id="258" r:id="rId7"/>
    <p:sldId id="259" r:id="rId8"/>
    <p:sldId id="260" r:id="rId9"/>
    <p:sldId id="265" r:id="rId10"/>
    <p:sldId id="261" r:id="rId11"/>
    <p:sldId id="262" r:id="rId12"/>
    <p:sldId id="263" r:id="rId13"/>
    <p:sldId id="266" r:id="rId14"/>
    <p:sldId id="267" r:id="rId15"/>
    <p:sldId id="268" r:id="rId16"/>
    <p:sldId id="282" r:id="rId17"/>
    <p:sldId id="269" r:id="rId18"/>
    <p:sldId id="270" r:id="rId19"/>
    <p:sldId id="271" r:id="rId20"/>
    <p:sldId id="272" r:id="rId21"/>
    <p:sldId id="283" r:id="rId22"/>
    <p:sldId id="273" r:id="rId23"/>
    <p:sldId id="274" r:id="rId24"/>
    <p:sldId id="275" r:id="rId25"/>
    <p:sldId id="276" r:id="rId26"/>
    <p:sldId id="277" r:id="rId27"/>
    <p:sldId id="284" r:id="rId28"/>
    <p:sldId id="280" r:id="rId29"/>
    <p:sldId id="281" r:id="rId30"/>
    <p:sldId id="278" r:id="rId31"/>
    <p:sldId id="279" r:id="rId32"/>
    <p:sldId id="25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02:22.8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7070 12345 26 0,'0'0'186'0,"0"0"-46"0,0 0-62 0,0 0-65 0,0 0-10 0,0 0-2 16,24-5 0-16,-21 5 18 0,3-1 4 0,-2 1 7 15,1-2-1-15,0 1 85 16,3-2-49-16,-1-2 4 0,-2-1 683 0,1-2-411 16,0-1-143-16,-1-2-42 0,-1 0 6 15,1 0 15-15,-3-1 1 0,-1-1-34 16,1 2 10-16,-1-3 32 0,-1 1-24 0,0 4-12 16,0-2-24-16,0-1 22 0,0 0-25 15,-1-1-19-15,-2 1-16 0,-3 0 5 16,2 2-12-16,-2 1-22 0,-3 0 3 15,1 2 9-15,-4-3 7 0,1 2 5 16,-4-1-22-16,1 1-30 0,-5 2 3 16,-4 1-16-16,-3 3-17 0,-3 2 2 0,-1 0-1 0,-6 5 18 15,0 4-20-15,-3 3-1 0,-3 4-1 16,-4 3 2-16,0 3 0 0,-3 6-13 16,0 5 0-16,-1 3 13 0,1 3 0 15,0 5-9-15,1 1 8 0,2 4 1 16,0 1 11-16,4 4-11 0,3 1-11 15,0 2 10-15,6 1 1 16,3-1 2-16,5-3-2 0,4 0-2 16,4-1-20-16,5-2-5 0,5-2 11 15,5-3-2-15,2-2 16 0,12-5-13 16,6-1 15-16,6-5-1 0,6-2 1 16,5-3 0-16,5-2 18 0,2-2-17 15,5 0-2-15,1-2-1 0,2-3 2 0,-2-3 1 16,2-3 1-16,-3-2-2 0,-3-3 0 0,-1-4-3 15,-4-2 2-15,-3-2 1 0,-3 0-2 16,-4-1 1-16,-2-5-24 0,-5-2-30 16,0-2-44-16,-4-1-3 0,-3 0 0 15,-2-3-23-15,-5-2-54 0,-2-4-110 16,-3-3-203-16,-3 1-247 0,0-15-637 0</inkml:trace>
  <inkml:trace contextRef="#ctx0" brushRef="#br0" timeOffset="300.837">6492 12501 1626 0,'0'0'20'0,"0"0"454"0,0 0-257 0,0 0-104 16,0 0 58-16,0 0 83 0,-19 71 13 15,18-49-6-15,-2 6-70 0,3 3-62 16,0 9-19-16,0 3-6 0,0 6-22 16,0 5-51-16,4 4 5 0,-2 3-34 15,1 0 20-15,1 1-12 0,0-2-10 16,-1-1-22-16,3-6-3 0,-2-6-17 16,1-7-24-16,0-5 1 0,2-10-11 0,-1-9-28 15,0-5-51-15,3-8-80 16,-1-3-107-16,4-9-151 0,-5 0-275 0,7-17-795 0</inkml:trace>
  <inkml:trace contextRef="#ctx0" brushRef="#br0" timeOffset="585.562">7436 12889 3101 0,'0'0'664'0,"0"0"-550"16,0 0-89-16,84 36-13 0,-53-24 140 16,2-2 23-16,2-2 2 15,2-2-4-15,-1-1-62 0,3 0-35 16,-4-4-30-16,3 1-25 0,-5 0-21 15,-2-1-2-15,1-1-10 0,-6 0-1 16,-3 0-27-16,0 0-79 0,-7 1-67 16,-2 0-65-16,-4 3-72 0,-4-3-356 15,-6 2-862-15</inkml:trace>
  <inkml:trace contextRef="#ctx0" brushRef="#br0" timeOffset="854.805">7590 13164 1398 0,'0'0'2174'0,"0"0"-1855"0,0 0-244 0,0 0 55 15,0 0 128-15,0 0-26 0,0 0-31 16,0 0-88-16,0 0-55 0,0 0-3 16,0 0 22-16,62 25 23 0,-31-16-5 0,3-2-53 15,-1-1-8-15,0 1-10 0,0-3-12 16,-1-1-10-16,0 1-1 15,-2-3-1-15,2 1-11 16,-2-1-19-16,-3 0-43 0,-1-1-37 16,-1 0-61-16,-1 0-46 0,-1 0-55 0,-1-2-211 15,-9-1-542-15,0-2-819 0</inkml:trace>
  <inkml:trace contextRef="#ctx0" brushRef="#br0" timeOffset="1602.111">9230 12212 965 0,'0'0'1772'16,"0"0"-1573"-16,0 0-102 0,0 0 50 0,0 0 149 0,0 0 21 15,0 0-40-15,0 0-65 0,0 0-82 16,0 0-28-16,6-12-12 0,-3 15-10 16,1 9-3-16,2 6 30 0,2 11 10 15,-3 7-38-15,-1 13-21 0,-1 10-6 16,-3 8-15-16,0 12-1 0,-3 9-35 0,-3 5 2 16,-5 5-2-1,2 2-1-15,-2-1-72 0,-4-2-19 16,4-10-19-16,-2-6 27 0,4-12 0 15,3-13-15-15,-1-11 2 0,4-13-12 16,-1-9-16-16,4-9-75 0,0-7-137 16,0-7-291-16,0 0-683 0,0-22-605 0</inkml:trace>
  <inkml:trace contextRef="#ctx0" brushRef="#br0" timeOffset="1862.242">9552 12256 1816 0,'0'0'551'31,"0"0"-99"-31,0 0-327 0,0 0 22 0,1 85 160 16,-4-46 76-16,-1 7-56 0,-1 6-71 15,-1 9-95-15,0 5-63 0,-2 7-17 16,0 7-14-16,-1 6-33 0,-3 4-34 15,2 2-15-15,-4-3 12 0,2-10-13 16,2-8-15-16,0-14-12 0,3-15-15 0,3-12 9 0,-1-12-26 16,2-10-36-16,3-7-66 0,-4-4-99 15,4-13-242-15,-1 0-591 0,-3-30-561 0</inkml:trace>
  <inkml:trace contextRef="#ctx0" brushRef="#br0" timeOffset="2341.088">9600 12353 2594 0,'0'0'399'0,"0"0"-226"0,0 0 136 15,0 0 14-15,84-25-11 0,-58 25-20 16,1 0-94-16,4 8-38 0,2 3-34 0,0 1-41 16,0 5-20-1,-4 1-32-15,-2 4 10 0,-4 5-16 16,-7 3 7-16,-3 9-4 0,-7 4-5 15,-6 3 2-15,0 5-8 0,-4 0 2 16,-8 0-21-16,-4-2-1 0,-4-4-1 16,0-2-1-16,-5-2-15 0,1-5-4 0,-2-1-20 15,3-5-35-15,-2-2 13 0,2-5 3 16,-3-2 12-16,2-3-18 0,-1 0-31 0,-1-1 18 16,2-5-16-16,0-2 53 0,1-1 9 15,4-1 16-15,0 0 5 0,3-3 11 0,2 1 2 16,2-2-15-16,1 1 2 0,2-1 13 15,3 0 10-15,3 0 45 0,3-2-2 16,0 0-7-16,0 4-3 0,8 0 9 16,6 5 22-1,5-1 12-15,5 5 3 0,3-2-1 16,7 3-11-16,2 2 11 0,4 0-3 16,3 0-9-16,2 1 0 0,4 2-15 15,-1 0 2-15,-1 0-8 0,-2 2-28 16,-2-3-25-16,-4 3-2 0,-1-2-16 15,-5-1 4-15,-4-1-24 0,-2-1-31 0,-4-2-27 16,-3-3-25-16,-3-4-42 0,-4-5-34 0,-1-4-72 16,-3 0-166-16,-5-7-587 0,-3-10-911 0</inkml:trace>
  <inkml:trace contextRef="#ctx0" brushRef="#br0" timeOffset="2926.361">10774 12721 2005 0,'0'0'537'0,"0"0"125"16,0 0-194-16,0 0-84 0,0 0-4 0,87-6-78 16,-55 5-105-16,4-1 32 0,5 1-43 15,2-1-65-15,2 0-33 0,-2 1-43 16,-2-3-29-16,-3 1-15 0,-5-2-1 0,-1-2-1 16,-5-2-24-16,-1 2-20 0,-3-4-61 15,-4-1-71-15,-2 3-63 0,-4-2-55 16,-4 5-165-16,-2 0-534 0,-7 5-736 0</inkml:trace>
  <inkml:trace contextRef="#ctx0" brushRef="#br0" timeOffset="3311.767">10957 12743 1450 0,'0'0'1668'0,"0"0"-1333"0,0 0-110 15,0 0 58-15,0 0-19 0,-65 68-78 16,52-47-93-16,1 2-65 0,2 3 0 16,3 1-13-16,1 5-14 0,0 0-1 15,2 5-1-15,0 3-1 0,-2-2 0 16,0 5 0-16,2-1 1 0,0 0 0 0,-1 0 1 16,2-2 12-1,-1-2-9-15,1-1 0 0,1-3 22 0,2-3 12 16,0-1-6-16,2-3-13 0,5-5 22 15,-1-1 10-15,0-6 2 0,4-1 9 16,-1-2-9-16,2-2-3 0,-1 0 0 16,6 1 12-16,0-3 30 0,3 2-14 15,1-2-14-15,-1-1-23 0,1-1-13 0,1-1-8 16,0 1 8-16,2-2 0 0,0-1-12 16,3 0 7-16,1-2-20 0,-1 1 0 15,3-2-1-15,1 0-1 0,2 0 0 16,0 0-3-16,3 0-22 0,-3-2-72 15,1-1-98-15,-3-1-70 0,1-1-48 0,-11 0-376 16,8-3-1125-16</inkml:trace>
  <inkml:trace contextRef="#ctx0" brushRef="#br0" timeOffset="4091.325">12009 13159 98 0,'0'0'2699'0,"0"0"-2075"0,0 0-165 0,96 69-64 16,-60-39-92-16,2 3-4 16,-1 3-49-16,-1 3-70 0,-3 0-31 0,-2 0-61 15,-4-1-28-15,-3-5-38 0,-3-5-22 16,-3-6 0-16,-2-8-2 0,0-4-10 15,-1-8-13-15,-1-2-2 0,-2 0-25 16,-1-12-8-16,-2-5-10 0,-1-4 0 0,-3-5-9 0,-1-5-9 16,0-6-16-16,-4-3 15 0,0-3 6 15,-2-3 4-15,-6-1 8 0,-3-5-18 16,-5-1-38-16,1-2-16 0,-2-1-21 16,1 3 13-16,2 1 69 0,5 3-15 15,3 6 53-15,2 1 15 0,4 7 14 0,0 4-17 0,0 6 32 31,9 4 63-31,-2 7 54 0,4 2 15 16,-2 6-10-16,1 0-16 0,3 4-22 16,3 2 15-16,4 0-9 0,5 0-1 15,5 1 16-15,3 5-22 0,5-1-7 16,5 2-12-16,4-3 1 0,3 2-1 16,4-3-3-16,4 0-6 0,-1-2-19 15,1-1 7-15,-3 0-25 0,-5 0 3 0,-1 0-18 0,-8-1 0 16,-4-2-3-16,-6 2 0 0,-6 0-2 15,-2 1-28-15,-8 0-73 0,-2 0-59 16,-6 0-49-16,-1 0-29 0,-5 0-42 16,-1 0-169-16,0 0-318 0,-8 5-706 0</inkml:trace>
  <inkml:trace contextRef="#ctx0" brushRef="#br0" timeOffset="4446.016">12768 13376 1653 0,'0'0'1148'16,"0"0"-737"-16,0 0-105 0,0 0 50 15,0 0 15-15,0 0-71 0,0 0-90 0,0 0-75 16,0 0-31-16,0 0-77 0,23-8 22 16,-3 6 15-16,6 0 0 0,0 2-36 15,3-2-16-15,-3 1 3 0,2 1-15 16,-4-3-3-1,0 2-24-15,2-4-65 0,-5 2-85 0,2-2-44 16,0-2-53-16,-2 1-169 0,-6 1-549 16,5-3-757-16</inkml:trace>
  <inkml:trace contextRef="#ctx0" brushRef="#br0" timeOffset="4731.389">13414 13086 1732 0,'0'0'1645'16,"0"0"-1155"-16,0 0-207 0,0 0 46 16,0 0-76-16,0 0-41 0,0 0-53 15,0 0-59-15,0 0-51 0,-18 85-3 16,17-54-16-16,-2 6-19 0,3 0-11 15,0 2-18-15,-1 0 3 0,1 1-3 16,0 0-31-16,-2 1-33 0,1-1-31 16,-1-3-25-16,1-2-6 0,-1-6 5 0,2-4-74 15,0-7-132-15,0-6-198 0,0-7-164 0,3-4-365 16,2-6-316-16</inkml:trace>
  <inkml:trace contextRef="#ctx0" brushRef="#br0" timeOffset="5579.598">14012 12574 969 0,'0'0'1717'16,"0"0"-1086"-16,0 0-225 0,0 0-85 0,0 0-89 15,0 0-37-15,0 0-16 0,0 0-71 16,0 0-99-16,0 0-9 0,12-12 0 16,-6 11 12-16,5-2-11 0,0 3 2 15,4 0 19-15,1 0-7 0,-1 0-2 16,3 0-1 0,0 0-11-16,-3 0-1 0,4 0-2 15,-1 2-10-15,-2 0 10 0,1 2-2 0,2-1 3 0,-2 0-11 16,1-1-15-16,-1 1-13 0,0-2 12 15,-4 2 6-15,0-2 20 0,0 1-1 16,-3 1 1-16,-2 0 0 0,-1 0 1 16,-2 0 0-16,-2 1-1 0,0 2 0 15,0 0-1-15,-1 4 3 0,1 2 15 0,-2 2 1 16,-1 2-13-16,1 1 0 0,2 2-1 16,-3-1-2-16,4 0 1 0,-4 0 0 15,3 0 2-15,-1 0 0 0,-1 1 9 0,1 3-11 16,1 0-1-16,-2 3 0 0,2 2 1 15,-2 4 0-15,1 1-1 0,-1 3-3 16,-1 3-9-16,0 5 12 0,0 1-12 0,0 3 0 16,0 2-4-16,0 1-21 0,0 2 11 15,0-2 26-15,0 1 25 0,0-6-9 16,0-2 17-16,0-3-11 0,0-8 18 0,0-4-6 16,2-2-4-16,-1-5-5 0,-1-3 15 15,0-4-10-15,2-3-2 0,-2-2-4 16,1-2-2-1,-1-2 5-15,0-1 10 0,0-3-3 16,0 1-4-16,0-1-5 0,0-1 8 16,0 0 7-16,0 0-4 0,0 0-2 15,0-3 17-15,0 0-26 0,-4-1-22 16,-5-1 12-16,0 2-13 0,-3-4 0 16,-2 0-1-16,-3-1 0 0,0 0 17 0,-5 2-18 15,-4-2-21-15,-2 1-18 0,-9 3-34 0,-3 1-16 16,-4 3-27-16,-4 0 21 0,-5 6-30 15,-1 6-4-15,-2 5-16 0,-2 2-59 16,-1 4-86-16,13-4-437 0,-24 9-997 0</inkml:trace>
  <inkml:trace contextRef="#ctx0" brushRef="#br0" timeOffset="10259.283">7505 14811 1729 0,'0'0'130'0,"0"0"246"0,0 0 312 16,0 0-177-16,0 0-144 15,0 0-80-15,0 0-107 0,0 0-68 0,0 0 12 0,0 0 0 16,-46-65-1-16,27 46 3 0,-4 0-38 16,-6-5-23-16,-4-2-23 0,-3 1-29 15,-7 2-1-15,1 0-9 0,-4 4-3 16,-2 0-25-16,0 7-11 0,-2 2-4 0,-3 5 9 16,0 5 7-16,1 0-4 0,0 5 27 15,0 5 1 1,6 2-2-16,0 3 2 0,4 2 0 0,1 1 16 15,0 2-16-15,2 1-1 0,0 3-12 16,0 2 13-16,3 2 1 0,0 5-1 16,2 3-15-16,-1 6 12 0,3 5-9 15,-1 6-7-15,1 4 16 0,2 3-21 16,6-1-4-16,1-2-33 0,7-3 27 16,3-4 12-16,6-4 1 0,5-6 5 0,2-5 13 0,4-4-12 15,8-3 3-15,8-2-4 0,5-4 15 16,6 0 1-16,7-1 9 0,9-3-7 15,1-4 11-15,5-4-13 0,2-7-16 16,-3-3 16-16,1-1 0 0,-2-8 0 16,-5-1-1-16,-3-2 0 0,-4-1-22 15,-3 0-8-15,-4-1-40 16,-5 0-44-16,-4 0-18 0,-4-2-58 16,-3 2-99-16,-8-1-115 0,-2-2-127 15,-3 3-175-15,-3-10-455 0</inkml:trace>
  <inkml:trace contextRef="#ctx0" brushRef="#br0" timeOffset="10544.652">6495 14744 333 0,'0'0'2365'0,"0"0"-2066"0,0 0-199 16,0 0 28-16,0 0 82 0,0 0 44 15,0 0-9 1,0 0-90-16,-6 94-59 0,6-55-18 16,1 5-12-16,2 6-14 0,0 6-2 15,-3 4-32-15,2 5-5 0,-2 1-13 0,0-1-9 16,0-5 5-16,1-6-8 16,1-7-31-16,1-4-75 0,-2-7-23 0,2-5 0 15,1-6-23-15,0-8-38 0,1-4-115 16,-1-8-167-16,-1-3-269 0,4-4-352 0</inkml:trace>
  <inkml:trace contextRef="#ctx0" brushRef="#br0" timeOffset="11292.836">8049 15046 1838 0,'0'0'1487'0,"0"0"-1227"0,0 0-162 0,0 0 13 0,0 0 188 15,0 0-112-15,0 0-10 0,0 0-69 16,0 0-50-16,0 0 4 0,24-42 21 16,3 33 3-16,8 1-25 0,8 4-9 15,5-2-9-15,3 3-6 0,6 3-10 16,-2 0-8-16,2 0-7 0,-1 0-11 15,0 3 0-15,-1 1 17 0,-6 0-16 16,-1 2 1-16,-6 2-3 0,-5 0-2 0,-5 5-1 16,-5 1 3-1,-4 4 19-15,-6 1-4 0,-3 3-13 0,-4 0 0 0,-5 0 10 0,-2 2-11 16,-3-2 14 0,0 0-3-16,-1-3-8 15,-6 0 8-15,-2-1 3 0,-1-3-3 0,-4 0 3 16,-4-1 4-16,-5 2-4 0,-6 0-13 15,-4 2 0-15,-7 0 1 0,-6 2-1 16,-6-2 19-16,-6-2-5 0,-3 0-16 16,-2-3-21-16,1-6 21 0,3-2-1 0,6-5-1 15,4 0 0-15,10-3-37 0,4-4-10 16,8 1 3-16,4 2 16 0,7-3-25 16,6 3-25-16,4 3-33 0,2-3-31 0,4 1-62 15,0-1-76-15,3 0-158 0,4 1-127 16,1 0-172-16,6 0-624 0</inkml:trace>
  <inkml:trace contextRef="#ctx0" brushRef="#br0" timeOffset="11631.211">8883 15727 2368 0,'0'0'323'0,"0"0"-214"16,0 0 33-16,0 0 117 0,-85-2 41 16,57-3-3-16,-2-3-42 0,-3 0-55 15,-6 2-67-15,-6 1-64 0,-3 1-60 16,-8 2-6-16,-3 2 0 0,-1 2-3 0,-2 7-37 0,1 2 18 15,5 4-18-15,2 0-3 0,6 1 15 16,2-3-19-16,7 0-5 0,7-3 33 16,5-2-24-16,4-3 5 0,8-3-34 15,4-2-54-15,5 0-34 0,5-1-71 16,1-6-208-16,1 0-550 0,12-5-464 0</inkml:trace>
  <inkml:trace contextRef="#ctx0" brushRef="#br0" timeOffset="13049.757">8685 15522 851 0,'0'0'1003'0,"0"0"-682"0,0 0-133 0,0 0 54 0,0 0 112 16,0 0-31-16,0 0-21 0,0 0-59 15,0 0-61-15,0 0-37 0,3-26-8 16,-3 26-34-16,0 6-35 0,0 2-9 31,-4 4-10-31,0 4-21 0,-1 5 12 0,-2 4 18 16,0 3 1-16,1 6-47 0,-1-1-10 15,-3 1 1-15,1 2-3 0,-1 2-15 16,-3-1-31-16,2-1-16 0,-1-1-21 0,1-1-44 16,-1-5-3-16,3-2-23 0,2-7-23 15,0-4 6-15,3-7-92 0,2-6-177 16,1-3-370-16,-1-8-883 0</inkml:trace>
  <inkml:trace contextRef="#ctx0" brushRef="#br0" timeOffset="15184.814">10397 14624 1603 0,'0'0'111'0,"0"0"-92"0,0 0 656 15,0 0-317-15,0 0-56 0,0 0-18 0,0 0 40 0,0 0-53 16,0 0-70-16,0 0-48 0,0 0-32 15,12-56-16-15,-12 53 3 0,0 2-4 16,0 1-8-16,0 0-14 0,0 0-11 16,0 0-4-16,0 0-9 0,-1 0-6 15,-4 0-16-15,1 1-8 0,-3 2-16 16,0-2-10-16,-1 1 0 0,-2-1 1 0,2 1 9 0,-3 1-10 16,1-1 11-16,-2 3-13 0,-2 2-1 15,-3 1-12-15,0 3 10 0,-3 5-18 16,-5 1 6-16,2 6 15 0,-4 2-2 15,-2 0-1-15,1 5 2 0,3-1-12 0,0 2 10 16,5 1-18-16,1 4 6 0,1 4 3 31,3 3-4-31,2 4 4 0,3 0-6 0,3 3-16 16,1 0 4-16,-1 1-13 0,7 1 3 16,0-1 13-16,4-1 14 0,5-1-8 15,5-4 18-15,2-3 1 0,3-4-10 0,5-7-16 16,1-5 4-16,2-7 0 0,3-5 24 0,2-4 2 15,3-8 1-15,-1 1 12 0,0-3-15 16,-1-4 4-16,1-7 17 0,-1-4 1 16,-1-5-21-16,0-4 20 0,1-6-20 15,0-2 10-15,-1-6-11 0,-2-4 0 16,-1-5-21-16,-2-5-22 0,-1-3-25 0,-3-4 16 16,0 0-22-16,-3-2 40 0,-4 0 3 15,-4 3 4-15,-1-1 2 0,-6 1-24 16,-5 5 2-1,0 0 10-15,-12 3 34 0,-7 3-22 16,-5 5 25-16,-3 3 15 0,-2 4-13 16,-3 7 60-16,0 6-60 0,1 6 0 15,-2 5 22-15,-1 7-2 0,1 4-20 16,-1 4 20-16,0 11 30 0,0 3-40 16,-1 4-12-16,3 3-9 0,-2 3-6 0,6 6-28 15,1 0-19-15,1 1-59 0,3-2-57 0,3-1-92 16,4-3-109-16,2-3-148 0,5-8-256 15,2 0-393-15</inkml:trace>
  <inkml:trace contextRef="#ctx0" brushRef="#br0" timeOffset="15416.739">10210 14708 2402 0,'0'0'275'0,"0"0"-172"16,0 0 90-16,0 69 50 0,-7-40 56 15,1 5-33-15,-3 3-27 0,1 2-60 16,-5 7-58-16,3 3-49 0,-3 3-35 16,4 3-34-16,-1-1-3 15,3-2-2-15,-2-2-23 0,2-3-21 16,3-7-26-16,-1-7-9 0,2-9-19 16,3-10-1-16,-3-6-40 0,3-5-48 15,0-3-100-15,0-6-197 0,0 1-282 16,5-19-398-16</inkml:trace>
  <inkml:trace contextRef="#ctx0" brushRef="#br0" timeOffset="15585.792">10295 15118 1087 0,'0'0'1526'16,"0"0"-1213"-16,0 0-159 0,0 0 101 0,56 80 78 16,-40-49-15-16,-1 2-20 0,2 3-50 15,0 3-54-15,5 3-37 0,-1 3-44 16,1 3-30-16,1-2-53 15,-3-2-29-15,-1-4-1 0,0-5-46 16,-1-6-85-16,1-5-66 0,-2-5-12 16,-2-1-30-16,4-6-149 0,-8-2-255 15,6-3-603-15</inkml:trace>
  <inkml:trace contextRef="#ctx0" brushRef="#br0" timeOffset="16241.433">11511 14652 2910 0,'0'0'416'0,"0"0"-48"0,0 0-145 0,0 0-68 16,0 0 169-16,0 0 6 0,0 0-23 15,96 41-140-15,-62-26-66 0,5-7-40 16,1 1-16-16,-2-7-42 0,-2 0 0 0,-3-2-3 16,0-2-29-16,-5-5-44 0,-1-4-85 15,-3 1-71-15,-5-2-17 0,-3 4-178 16,-6 1-622 0,-4 4-886-16</inkml:trace>
  <inkml:trace contextRef="#ctx0" brushRef="#br0" timeOffset="16589.008">11690 14883 1744 0,'0'0'1414'0,"0"0"-1134"16,0 0-128-16,0 0 51 0,-50 86-15 0,38-62 19 16,-1 3-4-16,3-3-58 0,1 2-62 15,-2 0-46-15,2 2-18 0,-1 2-17 16,0 3 10-16,0 2-10 0,0 2 15 15,-1 2-17-15,2 0-2 0,0 1 2 16,2-4-13-16,3-1 10 0,2-4 3 0,2-4-3 0,0-3 2 16,0-2 1-16,6-5 16 0,2-2-15 15,1 0 1-15,3-2 22 0,2-2 4 16,2-3 6-16,3 1 24 0,2-1-3 16,1-1 3-16,3-1-27 0,0-1-28 15,4 2 18-15,0-1-5 0,3-1-13 16,2 0-3-16,0 0-16 15,2-2-42-15,1-1-34 0,0-2 0 16,-1 0-15-16,1 0-57 0,-3-6-53 16,-1-4-200-16,-10 0-335 0,6-11-779 0</inkml:trace>
  <inkml:trace contextRef="#ctx0" brushRef="#br0" timeOffset="17026.645">12262 15280 3606 0,'0'0'425'16,"0"0"-425"-16,0 0 0 0,0 0 64 0,0 0 98 15,0 0 83-15,90 63-8 0,-69-48-98 16,4-2-51 0,-3 0-11-16,0 1-19 0,1-1-37 15,-5 0-2-15,2-1-1 0,-1 0-16 16,-3-2 13-16,-1-2-14 0,0 0-1 15,-5-3-18-15,1-1-4 0,-2-1-5 0,-2-2-37 16,3-1-46-16,-2 0 18 0,-1-3 34 16,0-4 8-16,0-5 35 0,-1-7 12 15,-2-6-28-15,-2-6 10 0,-2-5-7 0,0-7-12 16,0-3-31-16,-3 0-7 0,-2-1 26 0,4 5 11 16,1 5 10-16,0 5 13 15,4 8 15-15,2 5 3 0,3 5 28 0,1 3 9 0,-3 3 9 16,3 2 13-16,-2 0-19 0,1 1-12 15,0 1-3-15,1 2 9 0,3-1-9 16,2 1 2 0,3-1 7-16,1 1-4 0,1 0-30 15,2 1-3-15,1-2-20 0,-1 2 21 16,1-1 2-16,-2-1-31 0,0 1-43 16,-1 1-6-16,-3-2-13 0,-3 2-18 0,-1 1-36 15,0-3-107-15,-3 0-154 0,-4 0-260 16,3 0-716-16</inkml:trace>
  <inkml:trace contextRef="#ctx0" brushRef="#br0" timeOffset="17344.364">12901 15304 3365 0,'0'0'535'0,"0"0"-397"0,0 0-94 16,0 0 25-16,0 0 40 0,0 0 84 15,0 0 50-15,0 0-110 0,0 0-72 16,0 0 18-16,37 8 4 0,-15-8-16 15,2 4-27-15,0-4-31 0,-3 0-9 0,2 0-31 16,-4 0-39-16,1-4-52 0,0 0-56 16,-2-4-28-16,-3-2-82 0,-2 3-353 15,-3-7-925-15</inkml:trace>
  <inkml:trace contextRef="#ctx0" brushRef="#br0" timeOffset="17581.033">13301 15168 1778 0,'0'0'2137'0,"0"0"-1873"0,0 0-261 0,0 0 38 0,0 0 37 16,-23 68 67-16,18-42 90 0,2 3-100 16,1 3-70-16,2-1-38 0,0 1-25 15,0 0-2-15,0 1-3 0,0-2-9 16,3-3-9-16,0-2-69 0,0-4-57 15,0-6-63-15,0-6-98 0,0-7-212 16,-2-3-631-16,5-11-979 0</inkml:trace>
  <inkml:trace contextRef="#ctx0" brushRef="#br0" timeOffset="18093.395">13693 14844 4313 0,'0'0'497'0,"0"0"-497"16,0 0 0-16,0 0 58 0,0 0 74 15,0 0 85-15,0 0-7 0,0 0-144 16,0 0-51-16,84-3 1 16,-58-6-16-16,1-1-2 0,-1 3-10 15,0 0 10-15,-2 3-10 0,-2 2 0 16,0 2 12-16,-4 0 0 0,-1 4 1 15,-3 4 11-15,-1 2 10 0,-3 2-10 16,1 1 0-16,-2 3-9 0,-2 2-2 16,1 1-1-16,-1 3-12 0,-2 1-6 15,1 4-4-15,-1 4-8 0,-1 3 9 0,-1 4 2 0,2 3 16 16,-2 2-12-16,0 3 0 0,2-1 14 16,-1 0 1-16,0-2-1 0,1 0 0 15,-1-2-2 1,0-3-12-16,0-2 12 0,1-4-15 15,-2-2 15-15,0-3-1 0,-2-3 1 16,2-5 3-16,-1-1 2 0,-1-4 11 16,-1-3-1-16,0 0 0 0,0-2-10 0,0-1 22 15,0-3 1-15,0-2-4 0,0 1 3 16,0-1 6-16,-1-3 4 0,-5 2-4 16,-2 1-15-16,-3-1 13 0,-2-2-25 0,-2 0 45 15,-5 0-21-15,-4 0-15 0,-5-2-11 16,-5-3-1-16,-6-3-21 0,-4 1 18 15,-4-3-39-15,-6 3-22 0,-1 0-69 0,-3 3 11 16,-4 2-27-16,-4 2-34 0,-3 3-186 0,13 6-734 16,-37 14-1095-16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02:58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5594 9358 1327 0,'0'0'234'0,"0"0"1017"0,0 0-1023 0,0 0-122 31,0 0 117-31,0 0 66 0,0 0 48 0,0 0-49 15,0 0-74-15,-13-36-54 0,7 27-43 16,-1-3 3-16,0 0-10 0,-3-3-21 16,3-2-28-16,-2-2-16 0,-2-1-14 15,-1 1-31-15,0-4 0 0,-2 0 0 0,1 2 0 16,-1 1 0-16,1 1 0 0,-2 5-3 16,2 2 3-16,-1 1-3 0,1 5 1 15,0 2-8-15,-1 1 10 0,-1 3 12 0,1 0-12 16,-2 1-1-16,-1 6-2 0,-1 8-25 15,-1 4 7-15,1 6-3 0,-1 11 5 0,2 6 16 16,1 10 0-16,3 7 0 0,4 5 3 16,2 8 12-16,4-1 1 0,3 1-12 15,0-4-1-15,0-7 0 0,9-6-1 16,0-13 1-16,5-9 0 0,-1-13 3 0,3-6 7 16,0-6-10-16,4-7-10 0,-1-1 10 15,4-6 0-15,1-9 0 0,3-7-2 16,2-8 2-1,-2-5-19-15,2-6-57 0,-1-4-22 16,-2-4 3-16,3-1 28 0,-5 5-16 16,-1-1-1-16,-2 5 29 0,-6 4 27 15,-3 6 25-15,-1 7 0 0,-5 5 3 16,-3 7 14-16,1 6 27 0,-4 4 5 16,0 2 18-16,0 1-17 0,0 6-35 0,0 5 12 15,0 7 23-15,0 6 8 0,-3 9 21 0,2 3-2 16,-2 5-4-16,3 4-15 0,-2-3-22 15,1 1-5-15,1-3-16 0,0-4-11 16,0-4-1-16,0-6 0 0,1-6-12 16,4-5-3-16,2-3-7 0,3-3-5 15,0 0-4-15,0-3-18 0,5-3-6 0,-1 0-27 16,3 1-78-16,1-4-49 0,3-1-73 0,2 0-257 16,-5 0-557-16,8-6-673 0</inkml:trace>
  <inkml:trace contextRef="#ctx0" brushRef="#br0" timeOffset="317.583">6476 9360 1489 0,'0'0'1590'16,"0"0"-1293"-16,0 0-161 0,0 0 26 15,0 0 99-15,0 0-19 0,0 0-40 16,0 0-38-16,0 0-65 0,-89-13-56 0,74 28 3 0,-2 4-12 16,0 5-6-16,-2 6-16 0,2 6 9 15,-1 2-2-15,5 4-4 0,-1 4 13 16,7 0-7-16,1 0 10 0,6 1 9 16,0-5-7-16,4-5 1 0,7-3-10 15,3-8-2-15,3-4-4 0,3-6-6 0,2-3 13 16,0-5-11-1,1-2-14-15,1-4 0 0,-1-2-12 16,-1-3-1-16,1-7-38 0,0-3-93 16,-4-2-68-16,-2 1-28 0,-4-2-118 15,-3 4-345-15,-4-4-770 0</inkml:trace>
  <inkml:trace contextRef="#ctx0" brushRef="#br0" timeOffset="544.54">6156 9769 3139 0,'0'0'430'0,"0"0"-351"0,0 0 13 0,0 0 163 15,0 0-23-15,0 0 10 0,0 0-38 16,0 0-41-16,0 0-29 0,101-40-60 0,-71 35-41 16,1-1-11-16,-3 1-8 0,1 4-14 0,0-4-21 15,0 3-77-15,0-3-98 0,2-1-41 16,-2 1-83-16,1-2-324 0,-8 4-643 31,7-8-786-31</inkml:trace>
  <inkml:trace contextRef="#ctx0" brushRef="#br0" timeOffset="748.884">6921 9228 3628 0,'0'0'514'0,"0"0"-427"16,0 0 99-16,0 0 68 0,87-15-12 0,-64 15-86 0,3 0-37 16,3 0-33-16,2-1-38 0,4-4-48 15,0 1-6-15,-1-4-58 0,2 0-113 16,0-5-64-16,-3-2-70 0,-2 0-263 16,-10 3-671-16,-5-3-969 0</inkml:trace>
  <inkml:trace contextRef="#ctx0" brushRef="#br0" timeOffset="986.698">7005 9266 2692 0,'0'0'1065'0,"0"0"-923"0,-19 91-17 0,15-49 45 15,-1 6 103-15,0 4 38 0,2-1-4 0,2 5-125 16,-2 1-81-16,0 4-44 0,-3 5-20 15,2 1-36-15,-5 0-1 0,2-4-15 16,0-7-25-16,1-9-42 0,3-11-12 16,0-6-13-16,-1-12-15 0,4-11-25 15,-2-6-28-15,2-1-66 0,-1-8-158 16,1-9-194-16,-1-9-370 16,-1 4-180-16,-1-25-199 0</inkml:trace>
  <inkml:trace contextRef="#ctx0" brushRef="#br0" timeOffset="1149.883">6975 9655 2531 0,'0'0'777'0,"0"0"-482"16,0 0-87-16,78 7 116 0,-53 0-25 15,3 0 22-15,-1 3-3 0,-1-3-80 0,3 1-68 0,0-3-67 16,4-2-27-16,-1-3-31 0,1 0-23 16,-2-3-22-16,1-4-12 0,-2-3-75 15,1-1-92-15,-4-2-43 0,2-1-16 0,-2 0-118 16,-7 1-301-16,5-4-794 0</inkml:trace>
  <inkml:trace contextRef="#ctx0" brushRef="#br0" timeOffset="1734.687">8580 9915 3134 0,'0'0'376'16,"0"0"-319"-16,0 0 0 0,0 0 70 15,0 0 99-15,-37 66-12 0,21-46-53 16,-4 4-123-16,2 0-38 0,0-1-22 16,2-4-15-16,0 0-32 0,1-3-62 15,1 1-42-15,1-4-63 0,3-5-144 0,3-3-436 16,-3 0-1080-16</inkml:trace>
  <inkml:trace contextRef="#ctx0" brushRef="#br0" timeOffset="2235.639">10367 9393 3291 0,'0'0'314'0,"0"0"-203"0,0 0-36 0,0 0 120 15,77 28 140-15,-41-18-112 0,7 0-4 16,2-2-78-16,3-4-31 0,-1-4-27 0,-1 0-10 0,-3-8-30 16,0-5-43-16,-4-2 0 0,0-3-16 15,-1-5-72-15,0-2-98 0,-2-2-45 16,-3-3-50-16,-1-1-172 0,-9 8-577 16,-2-7-653-16</inkml:trace>
  <inkml:trace contextRef="#ctx0" brushRef="#br0" timeOffset="2473.594">10782 8999 2481 0,'0'0'980'0,"0"0"-761"0,-11 94-42 0,9-42 24 0,1 15 74 0,-1 6-12 16,2 7 26-16,0 1-87 0,3-1-102 15,3-3-66-15,1-4-34 0,1-6-11 16,4-11-32-16,-1-12-36 0,0-15-28 16,5-11-13-16,1-11-12 0,2-7-28 0,5-12-54 15,2-14-88-15,2-9-244 0,-8 1-516 16,10-31-675-16</inkml:trace>
  <inkml:trace contextRef="#ctx0" brushRef="#br0" timeOffset="2836.921">11426 8717 3056 0,'0'0'424'0,"0"0"-300"0,0 0 125 15,0 0 103-15,-10 66-57 0,0-23 16 0,2 11-75 16,0 9-90-16,1 7-9 0,2 8-6 16,0 6-19-16,2 3-33 0,-1 2-31 15,1 3-26-15,2-6-22 0,-1-12-16 16,2-12-2-16,0-15-3 0,3-12-9 15,4-14-10-15,2-11-14 0,2-5-19 16,2-5-30 0,5-9-22-16,1-10 58 0,2-7 0 15,-1-4 3-15,-1-6 18 0,0 5-3 16,-2 0 6-16,-6 8 19 0,0 5 11 0,-3 7 13 16,-5 5 0-16,1 6 46 0,-1 0 49 15,-1 7 46-15,1 9-38 0,0 5-27 16,1 7 12-16,0 3-30 0,0 5 0 0,-2 0-7 15,1-3-2-15,0-6-19 0,1-2-30 0,2-7 0 16,0-7-30-16,1 0-4 0,1-5-11 16,0-6-61-16,3 0-98 0,1-3-86 15,1-6-51-15,2-7-260 0,-3 2-577 16,7-10-605-16</inkml:trace>
  <inkml:trace contextRef="#ctx0" brushRef="#br0" timeOffset="3122.595">11902 9743 16 0,'0'0'3225'0,"0"0"-2736"0,0 0-266 15,0 0 78-15,0 0-62 0,0 0-42 16,0 0 27-16,81 54-46 0,-71-57-35 16,3-9-40-1,1-5-51-15,-1-5-34 0,2-4-18 16,0-5-49-16,-4-2-9 0,-3 2 9 0,1 5 4 16,-6 2 17-16,-3 5 1 0,0 3 24 15,-5-2 2-15,-8 6-18 0,0 0 17 16,-7 5-19-16,0 1 9 0,0 5 12 15,0 1 0-15,4 10 1 0,0 10-1 16,4 6 24-16,-2 8 4 0,5 5 20 16,-2 4-8-16,2 3 21 0,1-2 3 0,2-4-22 15,1-5-42-15,4-7-1 0,1-6-20 0,0-9-16 16,0-7-11-16,4-3-25 0,2-3-89 16,4-9-49-16,5-4-51 0,1-10-206 0,-1 4-500 15,10-12-426-15</inkml:trace>
  <inkml:trace contextRef="#ctx0" brushRef="#br0" timeOffset="3423.626">12278 9613 2568 0,'0'0'1065'0,"0"0"-835"15,0 0-48-15,0 0 106 0,30 86-35 16,-28-60 64-16,-2 4-5 0,0-2-42 16,0-4-85-16,0-5-76 0,0-3-52 15,0-8-54-15,3-1-3 0,0-7-27 16,1 0-6-16,3 0-15 0,3-8-1 15,2-4-14-15,2-6-16 0,6-5-3 0,3-1-3 0,0-5-15 16,4 4-4-16,0 0 28 0,0 2 12 16,-1 8 12-16,-3 2 21 0,-2 5 30 15,-3 5 1-15,-2 1 40 0,-3 2 55 16,-1 3-1-16,-1 4-24 0,-2 5-33 16,-2 0-10-16,1 6 3 0,-3 2 1 15,-2 3-1-15,-2 3-28 0,2 0-2 0,-2 4-43 0,2-4-125 16,0 3-15-16,0-3-87 0,0-2-362 15,0-5-587-15,2 4-1034 0</inkml:trace>
  <inkml:trace contextRef="#ctx0" brushRef="#br0" timeOffset="4235.013">14391 9238 130 0,'0'0'2797'15,"0"0"-2343"-15,0 0-254 16,0 0 40-16,0 0 90 0,0 0-72 0,0 0-26 15,0 0-57-15,0 0-34 16,0 0 21-16,0 0-25 0,94 34-30 0,-61-32-40 16,3-2-10-16,-2-2-29 0,2-5-26 15,-1-5-2-15,-2-3-54 16,0-1-95-16,-1-5-70 0,-2 1-51 0,-1-4-251 16,-7 7-823-16,-1-11-1304 0</inkml:trace>
  <inkml:trace contextRef="#ctx0" brushRef="#br0" timeOffset="4687.41">14818 8701 2880 0,'0'0'467'0,"0"0"-204"0,0 0-35 16,0 0 139-16,0 0-69 0,0 0-24 15,-79-7-50 1,68 13-59-16,1 4-62 0,1 5-20 15,-3 9-26-15,1 6-2 0,-1 7-3 16,3 4-1-16,0 2 10 0,2 4 8 16,0-1-14-16,1 4-7 0,2-2-33 0,1 1 6 15,0 4-20-15,0-3 1 0,1 4 0 16,2-1-1-16,0 0 0 0,0-1 0 16,0 0 2-16,2 1 10 0,4-3-10 15,1-3 0-15,3 2 15 0,-1-1-6 16,-1-1 3-16,1 1-12 0,-1-5 0 0,0-1-1 0,-2-5-2 15,-1-1-2-15,0-2 1 0,-1-3-2 16,-1-2 3-16,-2 0 0 0,1-3-1 16,-1-3 1-16,-1-3 1 0,0-3 11 15,0-3 0-15,-4-2 6 0,-3-3-3 16,-2-1 13-16,-3-1-1 0,-3-1-3 16,-3 0-10-16,-3-2-14 0,-2-2-1 0,-2-2-29 0,0 0-31 15,-2-6-29-15,-2-3-43 0,1-3 3 16,-1-2-19-16,1 0 15 0,1-3 25 15,3-1-31-15,3 3-68 0,1-2-81 16,4-1-121-16,-1 2-144 0,5 1-131 16,3 3-401-16,0-5-290 0</inkml:trace>
  <inkml:trace contextRef="#ctx0" brushRef="#br0" timeOffset="5283.948">15246 9163 1808 0,'0'0'480'0,"0"0"-102"0,0 0-50 0,0 0 62 16,0 0-82-16,0 0-28 0,-28-70-54 15,24 68-49-15,1 2-1 0,-2 0 19 16,3 4-36-16,-3 6-46 0,-2 7-36 16,0 8-1-16,0 15-3 0,2 7 12 15,1 7 19-15,0 5 14 16,1 1-15-16,2 1-33 0,-2-3-25 16,1-4-15-16,1-6-30 0,1-8-24 15,0-11 9-15,0-8-9 16,1-7-16-16,4-6-11 0,0-5-19 15,5-3-100-15,-1-2-91 0,5-10-76 16,-4 2-375-16,5-16-869 0</inkml:trace>
  <inkml:trace contextRef="#ctx0" brushRef="#br0" timeOffset="5526.86">15513 9360 140 0,'0'0'2711'0,"0"0"-2394"0,0 0-109 0,0 0 175 0,0 0-135 0,0 0-59 15,93-59 53 1,-73 54-53-16,3 3-63 0,4 2-19 16,-1 5-21-16,3 6-3 0,1 7-13 15,-1 5 3-15,1 2-9 0,-4 8-12 16,-2 2 2-16,-4 3-32 0,-6-1-2 16,-1 1-20-16,-6-3-88 0,-1-6-10 15,-1-4 10-15,0-8-25 0,-1-2-6 16,-1-6-35-16,0-8-108 0,3-1-263 0,-2-6-435 0,6-19-330 0</inkml:trace>
  <inkml:trace contextRef="#ctx0" brushRef="#br0" timeOffset="5711.04">16021 9168 2681 0,'0'0'328'0,"0"0"-129"15,0 0 59-15,-80 70 36 0,47-36 5 0,-2 7-12 16,-3 3-52-16,0 5-71 15,1 2-54-15,-2-1-18 0,2 1-31 0,1-3-31 32,2-4-30-32,6-7-43 0,5-9-92 15,8-8-40-15,6-12-35 0,9-8-110 16,0-2-313-16,6-26-906 0</inkml:trace>
  <inkml:trace contextRef="#ctx0" brushRef="#br0" timeOffset="5942.491">16349 9105 2951 0,'0'0'537'15,"0"0"-293"-15,0 0 87 0,0 0-35 16,74 67-43-16,-61-40 30 0,-2 3-72 16,-3 2-68-16,2 4-27 0,-5 1-25 15,1 3-43-15,-4 3-26 0,-2-1-22 16,0 0-22-16,-9 4-44 0,-5-6-35 15,-1 1-54-15,-2-6 0 0,-2-1 11 16,-1-7 15-16,0-4-25 0,0-6-63 0,1-7-103 16,0-8-135-16,6-2-579 0,-1-11-862 15</inkml:trace>
  <inkml:trace contextRef="#ctx0" brushRef="#br0" timeOffset="6111.812">16668 9351 3201 0,'0'0'572'0,"0"0"-371"16,0 0 168-16,78-13-69 0,-56 7-162 16,-1-1-24-16,3 0-41 0,-1-1-73 0,-1-1 0 15,-2 2-85-15,0 1-118 0,-5 2-97 16,-2 2-156-16,-7 0-527 0,-6 6-829 0</inkml:trace>
  <inkml:trace contextRef="#ctx0" brushRef="#br0" timeOffset="6259.104">16740 9616 2130 0,'0'0'1532'0,"0"0"-1374"0,0 0 52 16,0 0 128-16,93-10-159 0,-64 1-9 0,-1-3 20 16,2-2-119-16,-1-1-47 0,-2 2-24 15,1-1-55-15,-4 3-141 0,-1-1-187 16,-7 5-568-16,3 1-1384 0</inkml:trace>
  <inkml:trace contextRef="#ctx0" brushRef="#br0" timeOffset="6844.061">17704 9268 1049 0,'0'0'1467'0,"0"0"-1084"0,0 0-111 0,0 0 114 15,0 0-33-15,0 0-80 0,0 0-102 16,0 0-87-16,0 0 18 0,83-58-15 16,-48 35 45-16,4-5-40 0,3 1-58 0,3-1 3 15,-1 5-13-15,-1 5-3 0,-1 6 1 16,-3 11 8-16,-3 1-8 0,0 10 11 16,-4 5 35-16,-3 9-11 0,-6 1-17 15,-1 5 15-15,-5 4-7 0,-6 2-2 16,0 1-16-16,-6 3-5 0,-1 2-10 15,-4 0 6-15,0-3-20 0,0-3-1 16,0-2-43-16,-4-9-12 0,4-4-12 0,0-7-6 16,0-6-27-16,0-4-68 0,0-4-78 0,7-6-196 15,-2-4-338-15,6-15-657 0</inkml:trace>
  <inkml:trace contextRef="#ctx0" brushRef="#br0" timeOffset="7044.255">18524 9020 2826 0,'0'0'382'16,"0"0"-239"-16,0 0 67 0,0 0 27 0,-85 56 43 15,55-27 32-15,-1 6-127 0,-5 5-77 16,-1 6-16-16,-5 6 0 0,0 2-9 16,-4 5-6-16,2-1-25 0,-1-1-34 15,5-6-18-15,4-5-16 0,5-9-98 16,7-3-48-16,7-11-53 0,7-8-39 0,5-3-131 15,5-7-219-15,0-2-613 0,13-3-765 0</inkml:trace>
  <inkml:trace contextRef="#ctx0" brushRef="#br0" timeOffset="7244.69">18899 9321 2372 0,'0'0'1503'0,"0"0"-1098"0,0 0-89 0,0 0 46 16,0 0-127-16,96 28-7 0,-75-26-52 15,3 3-97-15,3-4-52 0,2-1-26 16,-1 0-1-16,3 0-15 0,-2-1-39 0,4-4-67 16,-2 4-89-16,-1-5-61 0,-1 5-208 0,-9-3-611 15,5 3-1084-15</inkml:trace>
  <inkml:trace contextRef="#ctx0" brushRef="#br0" timeOffset="7682.832">20053 9387 4291 0,'0'0'467'0,"0"0"-396"0,0 0-13 0,-93-86-56 15,59 64 53-15,1 4 67 16,1 8 52-16,2 8-4 0,0 2-85 16,0 12-69-16,-1 9-16 0,1 8 0 15,1 10 11-15,4 4 28 0,3 5 9 16,3 4 4-16,5-2 12 0,4-4 2 0,5-6-21 0,2-6-20 16,3-8-24-16,6-8-1 0,8-7-22 15,5-10-38-15,9-1-4 0,5-13-14 16,4-8-31-16,5-9-25 0,1-4-9 15,-1-3-21-15,1 0-8 0,-4 3-9 16,-3 4 27-16,-1 7 52 0,-3 8 56 16,-6 5 46-16,-5 7 53 0,-2 3 55 15,-5 11 61-15,-3 5 64 0,-2 7-10 0,-1 2-50 16,-1 6-58-16,-3 3-39 0,-1-2-15 31,1 1-19-31,1-5-15 0,0-2-27 0,1-5 0 16,0-5-30-16,5-3-55 0,0-3-57 15,3-4-50-15,5-3-33 0,1-3-66 0,0 0-257 16,-3 0-642-16,3-9-841 0</inkml:trace>
  <inkml:trace contextRef="#ctx0" brushRef="#br0" timeOffset="8263.66">21747 9200 2111 0,'0'0'469'0,"0"0"-288"16,0 0-17-16,0 0 137 0,23-76-8 0,-23 65 45 15,-6 5 19-15,-6 3-80 0,-4 3-86 16,-4 0 0-16,-4 8-39 0,-6 6-35 16,-4 11-11-1,-5 11-15-15,-2 7 4 0,-5 9-13 16,2 9-16-16,3 1-11 0,3 2-28 0,6-2-3 15,5-3-21-15,11-5-3 0,5-9 0 16,11-6-2-16,1-7 2 0,16-5 27 16,6-3 16-16,5-4-22 0,3-2-19 15,4-6-2-15,1-4-27 0,2-2-16 16,-2-6-17-16,2 0-16 0,-5-7-9 0,-2-4-54 16,-6-1-4-16,-4-3-34 0,-5-2-81 15,-6-1-190-15,-6 2-574 0,-4-6-1075 0</inkml:trace>
  <inkml:trace contextRef="#ctx0" brushRef="#br0" timeOffset="8448.321">21322 9615 3097 0,'0'0'455'0,"0"0"-284"15,0 0 53-15,0 0 14 0,0 0 54 0,0 0-8 16,89 4-88-16,-45-12-80 0,6 0-39 15,4-3-58-15,5-3-19 0,-3 1-18 0,2-1-40 16,-4 3-77-16,0 2-98 0,-5 0-156 16,-13 5-596-16,9-1-1184 0</inkml:trace>
  <inkml:trace contextRef="#ctx0" brushRef="#br0" timeOffset="8948.625">22513 8925 2741 0,'0'0'549'15,"0"0"-298"-15,0 0-39 0,0 0 86 16,0 0-16-16,0 0 86 0,112-3-111 16,-64 3-58-16,11 0-53 0,6-3-37 15,6-1-45-15,-4-4-21 0,0 0-13 16,-4-3-15-16,-5-1-13 0,-4 0-2 0,-9-1-21 15,-6 0-31-15,-5-1-84 0,-9 0-26 16,-5 5-61-16,-9 1-74 0,-8 1-233 0,-3 4-509 16,-9 3-671-16</inkml:trace>
  <inkml:trace contextRef="#ctx0" brushRef="#br0" timeOffset="9217.018">22773 9037 1709 0,'0'0'1522'16,"0"0"-1201"-16,0 0-194 0,0 0 24 0,0 0 133 16,-26 67 48-16,26-47-60 0,0 3-125 15,0 6-52-15,2 8-12 0,4 4 11 16,-3 8 34-16,-1 5-42 0,-2 7-47 16,0 4-18-1,-8 6-18-15,-1-3 6 0,0 1-9 16,-1-6-21-16,2-5 0 0,1-8 0 15,3-6-7-15,1-7-17 0,2-5-22 16,-1-6-16-16,2-7 4 0,0-3-7 0,0-9-39 16,0-3-47-16,0-4-63 0,2-1-85 15,1-8-42-15,-1-3-104 0,1-1-173 16,3-11-511-16</inkml:trace>
  <inkml:trace contextRef="#ctx0" brushRef="#br0" timeOffset="9432.605">22760 9568 3086 0,'0'0'421'0,"0"0"-199"0,0 0-18 16,0 0 97-16,0 0-3 0,0 0 34 16,0 0-93-16,83 21-84 0,-53-18-42 15,6-2-19-15,1-1-12 0,3 0-34 0,0-1-27 0,-1-4-21 16,0-2-46-16,-3-2-54 0,1 0-37 15,0-4-3-15,-4 1-31 0,-2 1-89 16,0-2-141-16,-10 6-318 0,3-4-806 16</inkml:trace>
  <inkml:trace contextRef="#ctx0" brushRef="#br0" timeOffset="11067.611">23875 8984 2232 0,'0'0'375'0,"0"0"-24"0,0 0 7 15,84 4 42-15,-53-1-67 0,1 0-73 16,1-1-49-1,-1-1-110-15,-2-1-82 0,1 0-19 0,-6 0-43 16,-2 0-90-16,-4-1-91 0,-2-2-58 16,-5 1-156-16,-5 0-311 0,-1 2-695 0</inkml:trace>
  <inkml:trace contextRef="#ctx0" brushRef="#br0" timeOffset="11389.456">24049 9096 1494 0,'0'0'779'0,"0"0"-307"0,0 0-116 0,0 0 36 16,-60 75 13-16,48-47-60 0,0 1-103 16,0 3-79-16,1 0-49 0,3 2-13 15,0 2 10-15,-3-2 2 0,1 2-37 16,0 3-40 0,-1-1-11-16,-1 2-23 0,-1 3-2 15,0-1-2-15,0-1-23 0,-1-1 1 0,5-4 0 16,1-2 22-16,2-6 2 15,3-4 0-15,0-4 3 0,3-3 36 0,0-4 1 16,0 0-13-16,9-1-24 16,-1 0-3-16,6-1-3 0,3 1-12 0,6-1 13 15,2-1-13-15,6-3 3 0,2-1-1 0,2-5 1 16,-1 4-15-16,2-5-1 0,-3 0 16 0,1 0-24 16,-3-6 8-16,1-5-48 0,-2-3-50 15,1-3-101-15,-4-4-148 0,-3-4-285 0,-8 7-665 16,3-11-832-16</inkml:trace>
  <inkml:trace contextRef="#ctx0" brushRef="#br0" timeOffset="11736.859">24463 9406 3717 0,'0'0'431'16,"0"0"-412"-16,0 0 6 15,0 0-25-15,0 0 137 0,0 0 79 16,0 0-18-16,0 0-119 0,0 0-39 16,87-30 9-16,-66 29-12 0,1 1-13 15,-3-1-2-15,1-3-22 0,0 2 0 16,0-3-22-16,2 0-33 0,-3 1-27 16,2 0-1-16,-1 3 27 0,-1 1 7 15,3 1 3-15,-2 9 12 0,-1 4 34 0,1 5 22 0,-2 3 21 16,-2 4 21-16,-2 4 22 0,0-1-15 15,-6 1 6-15,2-2-22 0,-2-1-28 16,-4-1-8-16,0-3-16 0,1-6-3 16,2 0-1-16,-3-7-33 0,0-2-33 15,2-5-38-15,1-3-8 0,1 0-51 0,2-8-52 16,1-10-75 0,5-5-248-16,-4 5-694 0,8-17-905 0</inkml:trace>
  <inkml:trace contextRef="#ctx0" brushRef="#br0" timeOffset="11936.945">25153 9225 1228 0,'0'0'2012'0,"0"0"-1713"0,0 0-100 0,-85 55 132 16,51-28 5-16,-2 4 10 0,-3 6-31 0,0 2-120 16,-1 4-79-16,-3 1-31 0,-1 4-27 15,1-4-16-15,0 1-41 0,2-4-1 16,7-5-70-16,5-6-69 0,7-7-41 15,8-6-34-15,5-11-47 0,7-4-109 16,2-5-236-16,2-5-670 0,16-19-910 0</inkml:trace>
  <inkml:trace contextRef="#ctx0" brushRef="#br0" timeOffset="12422.221">25431 9032 3112 0,'0'0'512'0,"0"0"-269"16,0 0 130-16,0 0-143 0,81-44-38 15,-58 30-36-15,0 0-85 0,0 1-34 16,1 0-37-16,2 3-13 0,-3 4-4 16,-1 1 17-16,-3 5 22 0,-1 2-20 15,-7 7 30-15,0 2 57 0,-5 3 30 0,0 2-19 16,-3 1-27-16,2-2-15 0,-5 3-9 0,2-1-10 15,-2 5-8-15,2-2 8 0,-1 5 9 16,-1 0 25-16,0 5 84 0,0 4-63 16,0 3-31-16,0 4 4 0,0 1-19 0,0 1 12 15,-3 5-2-15,-2-1 8 16,-1 1-21-16,1 2-12 16,1-1-12-16,0-2-18 0,-2 1 9 15,3-4-10-15,0-4-2 0,2-3 0 16,1-3-2-16,0-8 1 0,0 1 1 15,0-7 0-15,1-2 0 0,2-3-1 0,-1-5 1 16,-1 1 1-16,-1-5 0 16,0 0 0-16,0-2 1 0,0-3 1 0,0-1-3 15,-1 0-2-15,-4 0-28 0,1-3-3 0,-2-2-6 16,0 0 6-16,-1-1 0 0,2-3-3 16,-3 1-25-16,-1 1-20 0,0 0-13 15,-2-1-2-15,-2-1-10 0,-5 2-6 0,-4 1-12 0,-3 2-10 16,-6 0-45-16,-6 2-139 0,-8 2-129 15,-6 0-71-15,-5 2-217 0,11 3-424 16,-27 12-30-16</inkml:trace>
  <inkml:trace contextRef="#ctx0" brushRef="#br0" timeOffset="13378.212">14568 11933 1755 0,'0'0'175'15,"0"0"321"-15,0 0-80 0,0 0-79 0,0 0-12 16,0 0 3-16,0 0-19 0,0 0-54 15,0 0-54-15,0 0-14 0,0 0 28 16,68 64-17-16,-30-47-58 0,3-3-33 16,0-2-25-16,-1-7-34 0,2-4-26 15,-2-1-22-15,-1-6-1 0,4-8-35 0,-2-4-52 16,-2-6-33-16,1-4-22 0,-6-3-68 0,-1-3-130 16,-7 2-281-16,-8 8-515 0,-4-7-595 0</inkml:trace>
  <inkml:trace contextRef="#ctx0" brushRef="#br0" timeOffset="13741.917">15037 11497 1608 0,'0'0'584'0,"0"0"-77"0,0 0-89 0,0 0-64 15,0 0-101-15,0 0-58 0,0 0-69 16,-80 74-31-16,76-49-27 0,1 4 1 15,0 5 8-15,3 1 4 0,0 2 6 0,0 1 21 16,0 4-1-16,2 0 10 0,3 3-19 16,2 1-34-16,2 1-12 0,0 1 9 15,4 2-18-15,-3 0 0 0,3 2-13 16,-2 5-12-16,0 1-5 0,0 1-11 0,-4-1 1 16,-2-1 15-16,-2-3 3 0,-3-4 4 0,0-5 5 15,-3-3-3-15,-3-5 10 0,-3-4-4 16,-2-1 31-16,-1-3-7 0,-2-4-23 15,-1-6-31-15,-2-3-3 0,1-1-14 16,-4-6-41-16,2-2-30 0,-2-4-3 16,0-2 3-16,1-1 15 0,-2-4-6 15,-2-6-7-15,-3-5-36 0,-3-5-59 0,2-3-68 16,-5-5-92 0,3-1-175-16,3 0-169 0,8 6-460 15,2-9 28-15</inkml:trace>
  <inkml:trace contextRef="#ctx0" brushRef="#br0" timeOffset="14054.904">15988 11969 2906 0,'0'0'417'0,"0"0"-332"16,0 0 90-16,0 0 40 16,0 0 62-16,-103 28 75 0,72-18-99 15,0 1-78-15,0 4-95 0,0-1-53 16,-2 7-11-16,1 5-13 0,1 5 27 16,3 3 16-16,4 4-3 0,4 4-7 15,5 1-22-15,8 1-14 0,6-5-3 16,1 2-19-16,7-7-20 0,6-3-20 15,6-6-103-15,6-10-44 0,3-7-47 0,6-8-56 0,4-11-132 16,5-14-181-16,-9 3-442 0,20-21-38 16</inkml:trace>
  <inkml:trace contextRef="#ctx0" brushRef="#br0" timeOffset="14411.251">16234 12097 1398 0,'0'0'1714'15,"0"0"-1234"-15,0 0-164 16,0 0 135-16,0 0-93 0,0 0-45 15,0 0-72-15,0 0-20 0,-82 88-45 16,63-55-13-16,1 0 0 0,3 3-39 16,2-1-39-16,5 0-22 0,2-9-27 15,3-2-34-15,3-9-2 0,0-4-18 0,0-7-6 16,6-1-18-16,2-3-4 0,4-3-14 16,1-8-9-16,5-4-7 0,1-6-20 0,4-4-34 15,-1-3 6-15,-2 1-13 0,3-1 25 0,-1 1 11 16,-1 3 4-16,-2 1-16 0,0 4 46 15,-2 5 52-15,-3 5 15 0,0 4 68 16,-3 3 39-16,-2 2-10 0,-1 3 22 16,1 6 14-16,2 4-20 0,-2 3-11 15,0 3-11-15,1 1-6 0,-4 1-22 0,-1-3-27 16,1-3-36-16,-3-2-3 0,3-4-39 0,-3-3-61 16,1-5-51-16,0-1-49 0,2 0-34 31,-1-8-142-31,0-3-397 0,1-1-646 0,-2-7-1033 0</inkml:trace>
  <inkml:trace contextRef="#ctx0" brushRef="#br0" timeOffset="14627.996">16650 11918 1770 0,'0'0'1342'0,"0"0"-1179"15,0 0-17-15,0 0 120 0,0 0-54 16,0 0 120-16,84 56-9 0,-62-39-132 0,-1 6-87 15,1 0-18-15,0 2-16 0,-1 2 13 0,-1 3 11 16,-2 5-27-16,-3 4-30 0,-3 4-34 16,-5 0-3-16,-4 4-13 0,-3-1-67 15,-7 0-29-15,-5-2-32 0,-3-2-12 16,-3-3-17-16,0-5-21 0,-2-8-64 16,-1-2-87-16,-2-10-124 0,0-2-194 0,6-6-577 15</inkml:trace>
  <inkml:trace contextRef="#ctx0" brushRef="#br0" timeOffset="14890.503">17604 12246 4570 0,'0'0'574'0,"0"0"-501"0,0 0-71 0,0 0 86 0,0 0-36 15,100 14 51-15,-73-8 70 0,-1 2-40 16,-2-1-91-16,-1-2-42 0,-3-1-22 16,-4-3-102-16,-1 1-64 0,-7-2-37 15,-3 0-89-15,-2 0-297 0,-1 0-589 16,-2 0-1076-16</inkml:trace>
  <inkml:trace contextRef="#ctx0" brushRef="#br0" timeOffset="15060.61">17684 12525 4270 0,'0'0'751'0,"0"0"-409"0,0 0 46 0,0 0-177 16,83 40-105-16,-60-37-7 0,2-3 25 15,0 0-85-15,2-7-39 0,0-4-60 0,1-5-79 0,0-2-45 16,1-2-97-16,-3-3-229 16,-5 8-871-16,9-6-1585 0</inkml:trace>
  <inkml:trace contextRef="#ctx0" brushRef="#br0" timeOffset="15376.448">18583 12494 4143 0,'0'0'943'16,"0"0"-654"-16,-19 76 117 0,16-53-164 16,3 2-119-16,0-3-32 0,11-5 8 15,7-2-36-15,3-4-21 0,5-3-32 16,2-3-10-16,1-4-45 0,1-1-48 16,2-2-12-16,-2-9-4 0,-2-4-3 0,-2-4-23 15,-2-6-26-15,-5-3-11 0,1-3-41 0,-4-3-9 16,-2-1 7-16,-6 3 47 0,-4 0 109 15,-4 1 59-15,0 1 22 0,-10 2 45 16,-6 2 35-16,-3 2 35 0,-5 5-5 16,-4 4 5-16,-2 3-30 0,-3 5-38 15,-2 7-69-15,1 0 0 0,-2 10-39 0,-2 3-10 0,1 4-57 16,1 2-86-16,1-1-81 0,2 4-290 16,7-9-609-16,-10 12-813 0</inkml:trace>
  <inkml:trace contextRef="#ctx0" brushRef="#br0" timeOffset="16480.336">13052 14062 1759 0,'0'0'1042'0,"0"0"-724"0,0 0-72 16,0 0-14-16,0 0 83 0,85 28-14 15,-52-17-15-15,5-1-21 0,5 0-81 0,6-1-43 16,4 0-38-16,2-5-27 0,4 0-21 15,0-3-6-15,-3-1-22 0,1 0-24 16,-6-5 0-16,-1-3 10 0,-6 0-13 16,-1-1-51-16,-8-1-43 0,-2-2-62 15,-5 2-36-15,-7 1-2 0,-2 2-74 16,-6 3-197-16,-6 0-291 0,-7 4-876 0</inkml:trace>
  <inkml:trace contextRef="#ctx0" brushRef="#br0" timeOffset="16711.694">13212 14397 1979 0,'0'0'995'15,"0"0"-615"-15,0 0-94 0,0 0-21 0,0 0 17 16,0 0-86-16,0 0-19 0,0 0 23 16,0 0 39-16,83 54-47 0,-33-47-58 15,4-4-12 1,4-3-34-16,1 0-19 0,0-3-35 15,-3-8-10-15,-1 3-23 0,-4-4-1 16,-3-1-12-16,0-2-31 0,-5-1-66 0,-2-1-30 16,-4 0-50-16,-4-2-43 0,-2-2-106 15,-7 2-269-15,-8 1-539 0,0-7-815 0</inkml:trace>
  <inkml:trace contextRef="#ctx0" brushRef="#br0" timeOffset="17049.721">13709 13747 2541 0,'0'0'618'0,"0"0"-325"0,0 0-40 16,79-1 144-16,-45 1-79 0,3 6-37 15,5 3-21-15,5 1-64 0,1 3-23 16,4 0-51-16,0 2-55 0,-3 0-25 0,3 5-12 15,-3 1-15-15,-3-2-14 0,-3 2-1 16,-6 0-3-16,-3 2-18 0,-6 2-9 16,-9 3-37-16,-3 2 3 0,-10 3 13 0,-6 5 27 0,-2 2-4 15,-11 3 4-15,-5 2 9 0,-5 2-10 16,-3-1 24-16,-3 0-1 0,-6 2-1 16,-2-1 0-16,-8 3-40 0,-5 3-39 15,-5-2 12-15,-4-1-22 0,1-2 13 16,-3-3-13-16,2-4-16 0,3-4-65 0,0-1-187 31,4-5-232-31,15-8-489 0,-11 6-638 0</inkml:trace>
  <inkml:trace contextRef="#ctx0" brushRef="#br0" timeOffset="17927.373">16645 14604 117 0,'0'0'1847'0,"0"0"-1445"0,0 0-147 16,20-86 54-16,-17 57 8 0,-3 1-50 16,0 1 18-16,0 4-34 0,-6 1-38 15,-3 2-54-15,-5 4-39 0,0 0 4 0,-5 5 5 16,1 0 15-16,-3 4-22 0,0 1-30 0,-1 4-25 15,-1 2 9-15,1 2 6 0,2 10-12 16,3 1-37-16,-2 12-30 0,6 4 12 16,-1 11 1-16,2 7 5 0,3 3-3 15,2 4 6-15,2 1-6 0,3-6 1 16,2-7-19-16,0-6 0 0,7-13-22 0,3-6 4 16,0-5-6-16,1-8-15 0,4-4-13 0,2-2-6 15,5-12-18-15,3-6 3 0,2-7-6 16,3-4-22-16,1 2 16 0,0 0 8 15,-2 6 28-15,-2 2 6 0,-1 6 28 16,-2 5 12-16,-3 4 3 0,1 4 24 16,-5 2 23-16,0 8 32 0,-4 5 13 0,2 4-1 15,-4 4-33 1,0 3 9-16,1 1-3 0,-2 2-18 16,3 0 21-16,0-2-34 15,2 0-9-15,-2-4-24 0,1-5 0 16,3-2-27-16,5-3-16 0,-2-4-48 0,6-3-58 0,3-4-34 0,1 0-4 15,1-6-102 1,2-5-201-16,-7 2-275 0,13-7-824 0</inkml:trace>
  <inkml:trace contextRef="#ctx0" brushRef="#br0" timeOffset="18351.912">18485 14477 1045 0,'0'0'1455'16,"0"0"-1007"-16,0 0-166 0,0 0 71 0,0 0 3 15,0 0-36-15,0 0-69 0,82 91-50 16,-71-57-63-16,-4 1-28 0,0 0-3 16,-3-2 0-16,0-4-46 0,-1-5-43 0,-1-8-18 15,-1-6-27-15,-1-5-65 0,0-5-21 16,0 0-27-16,0-12-60 0,-3-4-152 0,0 2-374 16,-4-22-1087-16</inkml:trace>
  <inkml:trace contextRef="#ctx0" brushRef="#br0" timeOffset="18520.102">18564 14036 3209 0,'0'0'555'0,"0"0"-350"0,0 0-51 16,0 0 129-16,0 0-113 0,0 0-74 16,0 0-50-16,94-13-46 0,-62 6-179 15,2-1-94-15,7 2-84 0,3-2-305 16,-10 4-492-1,22 0-776-15</inkml:trace>
  <inkml:trace contextRef="#ctx0" brushRef="#br0" timeOffset="18814.556">19271 14168 3094 0,'0'0'550'0,"0"0"-279"0,-15 71 27 0,5-44 47 16,-4 9 11-16,-1-3-8 0,1-2-77 15,0 0-111-15,0-3-72 0,5-6-37 16,3-1-20-16,4-5-31 0,2-1-1 0,2 0-12 15,13-2 1-15,4 0-6 0,7-1 15 16,4 0-24-16,2-4-27 0,4 3-22 0,0-3 0 16,0-2-3-16,-3 1 19 0,-1 1 8 15,-3-4 10-15,-4 2 14 16,-4 2 16-16,-4-2 12 0,-7 1 1 0,-4 4 23 16,-6-1-23-1,0 2 21-15,-10-1-21 0,-4 2 0 16,-4-1 2-16,-5-1-3 0,0 0-2 15,-3-2-56-15,-3-1-43 0,-1-1-72 16,-2-1-112-16,-5 0-269 0,12-1-442 16,-21 2-652-16</inkml:trace>
  <inkml:trace contextRef="#ctx0" brushRef="#br0" timeOffset="19437.722">21662 14384 2865 0,'0'0'151'0,"0"0"-151"0,0 0 35 0,0 0 26 15,-47-70 146-15,35 58 92 0,-2 9 79 16,1 0-68-16,1 3-19 0,-2 6-30 16,2 6-53-16,-1 7-46 0,2 9-43 15,-3 8-10-15,5 8 9 0,-3 8 18 16,4 3-36-16,1-1-24 0,1-6-19 16,3-8-27-16,3-9-29 15,0-12-1-15,0-8-39 0,8-8-33 16,3-3-10-16,3-11 15 0,5-9-8 15,6-7 17-15,1-10 37 0,1-4-12 16,-1-3-22-16,-3 2-21 0,2 3 3 16,-1 4 22-16,1 7-10 0,-2 3 39 15,-2 7-5-15,-1 8 10 0,-2 2 17 16,-5 7 2-16,-2 1 55 0,-1 10 47 0,-2 5 2 0,-1 1-27 16,-1 5-15-16,1 1-16 0,-5 0 4 15,1 0-1-15,0-3-5 0,0-4-46 0,0-4 0 16,0-5-43-1,1-5-60-15,5-1-42 0,-2-5 8 16,3-9 12-16,5-5-48 0,1-8-134 0,2-7-263 16,-2 8-554-16,9-20-621 0</inkml:trace>
  <inkml:trace contextRef="#ctx0" brushRef="#br0" timeOffset="19653.575">22321 13497 3429 0,'0'0'467'16,"0"0"-369"-16,0 0 93 0,-36 101 135 0,22-49 47 16,4 9 5-16,1 6-113 0,2 6-90 15,3 3-17-15,0 2 5 0,-1 1-73 16,2 1-39-16,-3-4-35 0,0-4-16 16,1-6-51-16,2-4-81 0,2-5-38 15,1-8-14-15,0-8-25 0,1-9-80 16,9-11-288-16,0-9-621 0,9-14-727 0</inkml:trace>
  <inkml:trace contextRef="#ctx0" brushRef="#br0" timeOffset="20101.546">22645 14284 3580 0,'0'0'542'15,"0"0"-383"-15,0 0 110 0,-79 88 91 16,49-46 40-16,-2 3-48 0,1 6-101 0,5-2-94 15,4-4-37-15,8-8-47 0,4-7-73 16,7-11-12-16,3-5-61 0,2-9-11 16,7-3 9-16,4-2 2 0,6-6 16 15,4-8 8-15,3-5-20 0,5-4 24 16,0-4-19-16,0 2-24 0,-1 2-3 0,-4 4-3 0,0 5 24 16,-4 2 28-16,0 7-16 0,-2 3-31 15,0 2-2-15,-3 6 54 0,-2 7 37 16,-2 7 49-16,-4 5 3 0,1 3 9 15,-6 7-46-15,1 2-15 0,-4 4 2 0,1 4 16 16,-2 3 16-16,0 4 39 0,-6 3 15 16,-2-1-6-16,-4 1 0 0,-3-1-12 0,-3 2 11 15,-1-3-14-15,-4 0-28 0,-2-5 19 16,-1-5-25-16,-2-4-12 0,-1-12-20 16,-2-6-1-16,1-11 0 0,4-9 0 15,0-5-2-15,5-15-38 0,1-10-57 16,5-9 18-16,5-9 19 0,4-5-7 15,6-2-5-15,6-1 2 16,10 2-24-16,5 0-7 0,7 3 37 16,3 0 3-16,4 0-15 0,2-1-43 15,4-1-182-15,3 3-105 0,0-1-62 16,2 2-111-16,-12 13-478 0,22-14-359 0</inkml:trace>
  <inkml:trace contextRef="#ctx0" brushRef="#br0" timeOffset="21158.099">24176 14421 1190 0,'0'0'2450'16,"0"0"-2005"-16,0 0-339 0,0 0 12 16,0 0 62-16,0 0 88 15,0 0 5-15,0 0-72 0,-57 84-82 0,57-48-50 16,0 7-14-16,6 0-3 0,3-4-10 16,3-1 0-16,0-12-20 0,2-7-22 15,-1-7-30-15,3-8-18 0,1-4 6 16,5-7-37-16,1-8 24 0,0-7 3 15,-1-6 4-15,1-4-13 0,-3-3-6 0,-1-2-7 16,-1 1 16-16,-2 3 9 0,-2 2 25 0,-5 4 24 16,-2 5 18-16,-4 4 13 0,-3 4 18 15,0 3 24-15,-10 1-3 0,-2 3-61 16,-5 4-9-16,1 0-18 0,-2 3 18 16,0 3 11-16,3 6-11 0,1 4-27 15,0 3-10-15,5-3-2 0,2 2-4 0,2-5-28 16,3-1-57-16,2-3-97 0,0-2-240 0,0-1-494 31,12-3-488-31</inkml:trace>
  <inkml:trace contextRef="#ctx0" brushRef="#br0" timeOffset="21411.427">24607 14287 2372 0,'0'0'677'31,"0"0"-364"-31,0 0-66 0,0 0 91 0,0 0-22 0,85 72 40 16,-72-48-51-16,-1 1-101 0,-5 1-36 15,-1 2 38-15,-2-1-57 0,1 0-43 16,-3-3-19-16,1-5-23 0,1-6-25 16,2-2-39-16,-1-7-2 0,2-2-28 15,0-2 6-15,4-2-12 0,3-6 8 0,0-2-14 16,3-1-3-16,3-4 11 0,-1 0-8 0,1-2-13 16,3-1-23-16,-1-1-19 0,-2-3-55 0,3-2-74 31,0 0-154-31,-1-2-283 0,-5 9-625 0,9-8-849 15</inkml:trace>
  <inkml:trace contextRef="#ctx0" brushRef="#br0" timeOffset="21690.303">25260 14532 2877 0,'0'0'654'0,"0"0"-464"16,0 0-39-16,0 0 98 0,0 0 93 15,0 0-12-15,0 0-101 0,0 0-103 16,82-16-84-16,-59-16-42 0,-1-1-67 15,2-3-9-15,-4 2 12 0,-1 5 18 16,0 1-12-16,-6 4-13 0,-3 3 16 0,-6 3 55 0,-2 4 34 16,-2 3 45-16,-7 2 19 0,-6 4 6 15,-3 2-3-15,-3 3-7 0,0 6-18 16,-1 12-15-16,-1 5-30 0,2 11-10 16,-1 5 12-16,1 3 28 0,2 4-1 0,1-2 7 15,3 0-28-15,1-7-39 0,5-3 0 31,1-6-63-31,3-9-43 0,3-6-16 16,0-5-36-16,0-8-52 0,3-2-149 0,0-7-252 16,11-18-717-16</inkml:trace>
  <inkml:trace contextRef="#ctx0" brushRef="#br0" timeOffset="21943.997">25858 14312 3384 0,'0'0'673'15,"0"0"-485"-15,-1 73 13 0,-6-42 111 0,-1 4-33 16,1 0-2-16,-2-5-128 0,-1 0-94 16,3-5-28-16,1-6-27 0,3-2 0 15,2-8-24-15,-1-2-19 0,2-4 1 16,0-3 14-16,3-5 10 0,3-7-3 0,2-6 6 16,4-2 15-16,0-8 12 0,5 0 3 0,1-4-15 15,5 0-12-15,-1-3-6 0,6 5-19 16,4 2-36-16,-1 0-49 0,4 2-28 15,1 1-43-15,2 3-47 0,-1-1-226 16,-8 7-296-16,12-1-755 0</inkml:trace>
  <inkml:trace contextRef="#ctx0" brushRef="#br0" timeOffset="22176.035">26580 13843 202 0,'0'0'4448'15,"0"0"-3802"-15,0 0-515 0,107-4-56 16,-60-2 31-16,10 0 61 0,-1-1 72 16,3 1-116-16,1 0-50 0,2-1-49 15,0 0-23-15,-1 2-1 0,-5-2-17 16,-3 2-23-16,-5-1-35 0,-9 1-52 0,-10 0-48 15,-12 2-22-15,-8 3-100 0,-9 0-293 16,-10 0-588-16,-17 6-315 0</inkml:trace>
  <inkml:trace contextRef="#ctx0" brushRef="#br0" timeOffset="22381.362">26855 14008 3384 0,'0'0'795'0,"-2"82"-469"0,2-35-141 0,-2 9 42 15,1 11 118-15,-4 4 14 0,4 3-96 16,-1 1-115-16,-2 0-52 0,1-3-45 16,2-6-23-16,-1-5-12 0,0-10-16 15,2-12-43-15,0-11-29 0,0-9 18 16,5-12-55-16,1-3-36 0,-2-4-36 0,4-12-38 0,-3-6-116 31,3-8-261-31,-1 2-474 0,0-18-468 0</inkml:trace>
  <inkml:trace contextRef="#ctx0" brushRef="#br0" timeOffset="22539.212">26929 14372 3220 0,'0'0'1148'0,"0"0"-993"0,0 0-131 16,0 0 97-16,85 9 78 0,-52-5 70 16,7-2-4-16,10 1-122 0,4-3-31 0,7 0 45 15,2 0-21-15,-1-1-75 16,-6-4-61-16,-6-2-130 0,-8 1-124 0,-4-1-132 15,-12 2-359-15,7 1-869 0</inkml:trace>
  <inkml:trace contextRef="#ctx0" brushRef="#br0" timeOffset="22725.097">28139 14777 5299 0,'0'0'1118'16,"0"0"-919"-16,0 0-199 0,0 0-187 15,0 0-17-15,0 0 50 0,0 0 75 16,-107-41-81-16,73 30-507 0,-23-10-1696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03:44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6718 9367 1163 0,'0'0'156'0,"0"0"932"0,0 0-775 16,6-78-24-16,-4 54 91 0,-2-1-113 15,0 3 13-15,0-1-75 0,-2 3-40 0,-1-1-23 0,-1 3-36 0,-2 3-23 16,2-1-12-16,-2 6-4 0,0 2-5 16,0 2 8-16,1 4-12 0,-1 1-6 15,-3 1-24-15,-2 0-27 0,-2 3-1 16,-6 6 0-16,-2 4-1 16,-3 5-1-16,-2 2 0 0,-3 7 1 15,1 1-1-15,-3 6 1 0,1 1-15 16,0 3 13-16,1 3-9 0,0 2 10 15,2 1-22-15,4 3 21 0,0 1-13 16,3 6-2-16,2 0 0 0,2 1 15 0,5 5-22 16,1 0 13-16,4 2 0 0,3 1-4 15,3 2 1-15,0 0-6 0,6-1 20 0,7 1 1 16,0-4-2-16,4-3-1 0,2-11-12 16,4-9 3-16,3-9-13 0,3-6 25 0,1-9-2 15,6-6 17-15,2-5 10 0,1-3-1 16,5-12-2-16,1-9 12 0,2-7-1 15,3-7-30-15,1-9 13 0,1-3-1 16,1-9 0 0,-1-3-15-16,2-4 13 0,-3-3 2 0,-3-3-15 15,-3-1 2-15,-5-1 4 0,-2 3 6 16,-4 0-9-16,-6 0 13 0,-5 1-4 16,-7 0-11-16,-4 3-1 0,-9 0-2 15,-3 0-20-15,-1 7-28 0,-11 4 48 16,-5 5-11-16,-3 8 1 0,-2 9 0 15,-4 4 2-15,-3 8-5 0,-1 6 0 0,-3 5 0 16,0 4 2-16,-2 4-5 0,-2 0 18 16,-1 10-3-16,-1 2-37 0,0 6 0 0,-1 2-9 15,3 4 24-15,2 1-36 0,2 1-72 16,4 2-50-16,0 0-127 0,2 3-138 16,1 0-155-16,9-8-152 0,-9 11-413 0</inkml:trace>
  <inkml:trace contextRef="#ctx0" brushRef="#br0" timeOffset="268.556">6626 9224 1000 0,'0'0'1369'0,"0"0"-773"0,0 0-397 0,0 0-59 0,0 0 99 16,0 0 77-16,-39 89-27 0,22-56-81 15,1 7-77-15,-3 3-54 0,-1 9-43 16,-2 4-6-16,-2 3-10 0,-1 1-6 16,1 1-12-16,1-3-15 0,0-2 3 15,3-5-7-15,1-3-6 0,2-7-42 0,2-5-33 0,4-6-8 0,3-10-29 16,4-5-20-16,1-8-85 0,2-3-148 31,1-4-225-31,0 0-167 0,4-9-407 0,2-1 409 16</inkml:trace>
  <inkml:trace contextRef="#ctx0" brushRef="#br0" timeOffset="431.854">6486 9857 821 0,'0'0'211'0,"0"0"600"15,0 0-315-15,0 0-125 0,0 0-11 16,0 0 17-16,78 51-67 0,-61-30 11 16,-2 6-121-16,3 3-33 0,-3 6-3 15,3 6 5-15,-1 3-9 0,0 5-75 16,-4 0-39-16,1-1-46 0,-2-4-2 15,0-5-16-15,2-7-31 0,1-6-49 0,1-9-22 0,0-6-40 16,3-5-44-16,4-6-116 0,1-1-219 16,-9-4-462-16,12-18-713 0</inkml:trace>
  <inkml:trace contextRef="#ctx0" brushRef="#br0" timeOffset="849.172">7857 9319 1865 0,'0'0'1091'0,"0"0"-893"16,0 0-32-16,0 0-57 0,0 0 52 15,0 0 98-15,0 0 24 0,0 0-6 16,93-4-79-16,-59 9-66 0,0 0-27 16,-1 1-19-16,2-5-34 0,-2 3-50 0,-3-3-2 0,-1-1-12 15,-3 0-33-15,-1-3-66 0,-2 0-64 16,-2-3-79-16,-5 1-152 0,-3 1-366 16,-9 1-910-16</inkml:trace>
  <inkml:trace contextRef="#ctx0" brushRef="#br0" timeOffset="1117.662">8011 9565 2365 0,'0'0'1068'0,"0"0"-868"0,0 0-49 0,-52 90 107 16,35-56 14-16,-2 5 22 0,2 0-76 16,-1 3-61-16,5 3-44 0,-2 4-37 15,3 1-18 1,1 4-15-16,5-1-7 0,3-4-9 15,3-1-14-15,1-6-13 0,11-6-22 16,2 0 4-16,2-2 16 0,3-3-1 0,4-5-15 16,1-5-7-16,4-5-23 0,3-6-10 15,1-5-37-15,6-5-21 0,2-4-71 16,6-13-75-16,-3-5-187 0,-8 1-259 16,11-22-785-16</inkml:trace>
  <inkml:trace contextRef="#ctx0" brushRef="#br0" timeOffset="1302.157">8580 9821 1850 0,'0'0'1734'0,"0"0"-1418"0,0 0-216 16,0 0 4-16,0 0 65 0,0 0 116 15,0 0-42-15,0 0-102 0,85 88-62 0,-60-63 13 0,-1-1-19 16,2 4-51-16,0-4-22 0,-3-1-19 15,0-1-33-15,-1 1-88 0,-3-4-75 16,2 1-90-16,-2-4-118 0,-2-4-298 16,-4-3-571-16,5-7-490 0</inkml:trace>
  <inkml:trace contextRef="#ctx0" brushRef="#br0" timeOffset="1501.731">8939 9916 427 0,'0'0'2639'0,"0"0"-2212"15,-76 14-230-15,45 3 83 0,-9 7-36 0,3 6-17 16,-2 6 5-16,0 5-82 0,0 0-51 0,6 1-57 16,3-4-21-16,6-7-21 0,7-7-25 15,5-6-33-15,7-6-111 0,5-7-56 16,0-5-85-16,4 0-133 0,8-11-154 31,6-8-423-31,-2 2-936 0,10-26 1903 0</inkml:trace>
  <inkml:trace contextRef="#ctx0" brushRef="#br0" timeOffset="1897.12">9361 9566 395 0,'0'0'2549'0,"0"0"-2207"0,0 0-125 16,0 0 118-16,79-29-125 0,-60 22-37 0,1 1 41 0,3 0-53 15,-1 2-69-15,3 3-49 0,0 1-16 16,1 0-26-16,-4 3 13 0,1 5 2 15,-3 0 14-15,-4 4 7 0,0 0-34 16,-4 0 31-16,-1 1-16 0,-1 2-5 0,-1-1-11 16,-2 1 28-16,0 2-11 15,-1 1 2 1,-2 3-6-16,-1 1-12 0,-3 0 0 16,0 6-3-16,0 1 3 0,0 7 8 0,-4 7-11 0,-2 4 0 15,0 3 10-15,-1 0-10 16,-1 1 0-16,0-1-2 0,1-2-14 0,-1 2-2 15,2-4 16-15,0-2 2 0,0-3-1 0,2-5-9 0,-2-7 9 0,3-4-2 32,0-4-28-32,2-6 28 0,0-3-9 0,-2-1 9 15,1-4-9-15,1-2-16 0,-2-4-24 0,1 2 12 16,-5 0 0-16,-1-2-21 0,-4-1-60 16,-4 2-36-16,-6-2-33 0,-6 0-23 15,-9 0-73-15,-7-3-158 0,-4-2-301 16,-9 3-539-16,-5 0 240 0,11 0 943 15</inkml:trace>
  <inkml:trace contextRef="#ctx0" brushRef="#br0" timeOffset="2704.2">11080 9918 1387 0,'0'0'1324'15,"0"0"-909"-15,0 0-84 0,0 0-68 16,0 0 36-16,0 0-36 0,0 0-49 15,0 0-41-15,0 0-44 0,0 0-31 16,0 0 24-16,17 17 34 0,4-14-16 16,6-2-24-16,8 0-1 0,4 1-6 0,8 0-27 15,3 0 8-15,7-1-26 0,4-1-25 16,7 0-9-16,6 0 3 0,4-1-14 16,7-6 2-16,6 0-21 0,4-3 24 0,3 1-3 15,-3-1-9-15,2 0-9 0,-11-2 0 0,-4 0-3 16,-9 2-30-16,-13 1-27 0,-7 1-34 15,-10-2-54-15,-11 4-19 0,-9 1 16 16,-6-1-10-16,-8 4-34 0,-6-2-126 16,-3 2-236-16,0 1-233 0,-17-8-826 0</inkml:trace>
  <inkml:trace contextRef="#ctx0" brushRef="#br0" timeOffset="2982.619">12395 9649 1926 0,'0'0'1562'0,"0"0"-1281"0,0 0-148 16,0 0 90-16,0 0 38 0,0 0-35 15,0 0-54-15,0 0-43 0,86-6-37 0,-60 6-12 16,2 4 2-16,2 5-6 0,0 3-12 0,0 1-24 16,2 2-13-16,-3 2-9 0,-2 5-3 15,-4-2-14-15,-2 4-1 0,-3 4-12 16,-7-2 9-16,-6 4-24 0,-3 4-13 15,-2 1-18 1,-10 2 1-16,-9 1-4 0,-1 2-19 16,-6 1-21-16,-3-3 4 0,-4 2-2 15,-3-3-2-15,-4 0-60 16,-4-1-124-16,-5 0-142 0,-1-1-160 0,11-10-455 16,-23 7-651-16</inkml:trace>
  <inkml:trace contextRef="#ctx0" brushRef="#br0" timeOffset="5840.2">15080 9457 1664 0,'0'0'1335'15,"0"0"-1066"-15,0 0-71 0,-9-71 27 16,-1 48 77-16,1-1-76 0,-6 0 3 16,0 3-74-16,-1-1-38 0,-3 6-6 15,-4 2-19-15,-1 2-10 0,-5 6-30 0,-2 1-18 16,-7 5-32-16,-4 5 11 0,-7 8-13 16,-4 6-2-16,-5 7-1 0,-7 8 3 15,1 6-1-15,-4 7 1 0,0 3 0 0,-1 4 2 16,1 7 0-16,6 0 1 0,3 3 12 0,9 5-13 15,5 0 10-15,9 1 13 0,7-1-4 16,9 1 0-16,4-3 1 0,9 1-1 16,7-3-6-16,3-4-12 0,11 0 19 15,8-1 8-15,5-7 10 0,6-4-13 16,8-4 25-16,3-6-1 0,7-4-26 16,5-6-6-16,6-8-19 15,4-8 0-15,6-6 12 0,3-7-10 16,4-4 10-16,-2-12-11 0,2-3-1 15,-4-11-14-15,0-2-7 0,-6-8-7 16,-2-4-11-16,-4-4 15 0,-5-4-13 16,-4-2-18-16,-6-2 13 0,-5-3 21 15,-5-1 2-15,-4-1 17 0,-5-3 1 16,-2-4-11-16,-5-4-6 0,-8-5 3 0,-3-1-19 0,-6 3 19 16,-5 2 15-16,-8 4 30 0,-10 8-27 15,-5 6-3-15,-3 8 0 0,-7 5 16 16,-4 10-16-16,-6 8-22 0,-4 5 1 15,-3 8 18-15,-1 6-18 0,-3 5 5 16,-2 4-2-16,-1 8-40 0,4 6 12 16,-2 3 3-16,3 2-12 0,5 2-55 0,2-1-44 0,6-3-112 15,4 1-153-15,5-1-264 0,9-3-649 16,-7 0-564-16</inkml:trace>
  <inkml:trace contextRef="#ctx0" brushRef="#br0" timeOffset="6109.573">14591 9363 104 0,'0'0'731'16,"0"0"86"-16,0 0-512 0,0 0-22 16,0 0 43-16,-72 82-17 0,53-51-65 15,-2 11-43-15,-2 2-16 0,-2 9-8 16,-4 6 15-16,-2 10-16 0,-3 3-53 0,-1 10-36 15,-1 2-49-15,1-1-17 0,3-2-19 16,2-6-2-16,7-7-2 0,4-10 1 0,5-9 0 16,4-11-52-16,5-9-46 0,5-9-49 15,0-8-75-15,6-7-75 0,7-5-151 16,4-5-306-16,-5-4-671 0,11-17 560 0</inkml:trace>
  <inkml:trace contextRef="#ctx0" brushRef="#br0" timeOffset="6293.713">14503 10079 622 0,'0'0'1'0,"0"0"1304"15,0 0-783-15,0 0-90 0,82 30 6 16,-53-8-60-16,3 6-26 0,4 6 10 0,0 2-41 0,3 5-88 16,0 1-62-16,0 1-46 0,-2-1-52 15,-1-2-48-15,-4-1-25 0,1-3-15 0,-4-2-116 16,1-5-46-16,-4-5-25 0,0-5-51 15,3-5-165-15,-9-8-538 0,8-5-609 0</inkml:trace>
  <inkml:trace contextRef="#ctx0" brushRef="#br0" timeOffset="7059.275">13277 9445 2275 0,'0'0'365'16,"0"0"-258"-16,0 0-1 0,0 0 80 0,0 0 44 15,0 0-7-15,0 0-42 0,0 0-58 16,0 0-13-16,-78 12 12 0,65-12 7 15,1 0-13-15,0 0-11 0,-1 0 7 16,1 0-20-16,-1 0-18 0,1-2 3 0,3 1 15 16,0 1 22-1,2 0-56-15,1 0-40 0,-3 0-15 16,4 0 8-16,-1 0-11 0,0 0-13 16,0 3 13-16,-1-1 1 0,4-1 18 15,0 2 2-15,0-2-3 0,3 0-2 16,0-1 2-16,0 0 12 0,2 0 1 15,4 2-10-15,2 2-18 0,8 1 28 16,4 6 15-16,6 1-16 0,4 2-18 0,6 3 37 0,0 2-22 16,4 0-6-16,0 0-18 0,-4 1-3 15,-2 1 0-15,-6 1-1 0,-5-1-26 16,-6 4 15-16,-7 3 0 0,-3-1-22 16,-7 4 1-16,-4 1-16 0,-13 4 19 15,-8 1-1-15,-5 0-21 0,-7 2-9 0,-8 2-12 16,-6-1-10-16,-6 2 22 0,-4 0-19 0,1-1-43 15,-1 1-53-15,1-4-194 0,1-2-235 16,15-9-598-16,-16 7-814 0</inkml:trace>
  <inkml:trace contextRef="#ctx0" brushRef="#br0" timeOffset="7793.147">16423 9842 726 0,'0'0'0'0,"0"0"0"0,0 0 968 0,0 0-662 0,0 0 5 16,0 0-17-16,0 0 15 0,0 0-5 16,0 0 21-16,0 0-19 0,0 0 40 15,76 42-82-15,-40-42-54 0,6-4-50 16,1-1-13-16,-1-4-28 0,2-1-58 16,-3-2-28-16,-2 1-27 0,-1-1-6 15,-4-2-21-15,1 3-52 0,-6-2-74 16,0 1-43-16,-4 1-81 0,-5 2-136 15,-8 4-359-15,-4 2-781 0</inkml:trace>
  <inkml:trace contextRef="#ctx0" brushRef="#br0" timeOffset="8093.198">16535 9975 443 0,'0'0'1747'15,"0"0"-1369"-15,0 0-68 0,-37 74-3 16,23-41 21-16,2 4-21 0,-2 5-71 0,1 1-64 0,2 4-72 16,-3 2-42-16,2 0 4 0,0 1-27 15,0 1-33-15,0-1 22 0,1 1-22 16,2-1 5-16,1-4-7 0,3-2-2 16,3-7 0-16,2-1 2 0,0-7 1 15,9-3 3-15,2-2 20 0,4-2 32 16,3-5 30-16,3-3 49 15,4-3-58-15,2-4-25 0,3-2-18 16,4-4 15-16,0-1-22 0,4 0-26 16,-1-5-1-16,-1-3-9 0,0-2-43 15,-1-2-34-15,-4-1-55 0,0-2-47 16,0-2-68-16,-2 1-177 0,-8-1-318 16,10-7-970-16</inkml:trace>
  <inkml:trace contextRef="#ctx0" brushRef="#br0" timeOffset="8331.94">17403 10072 1365 0,'0'0'2172'15,"0"0"-1725"-15,0 0-261 0,0 0-6 16,0 0 99-16,0 0-27 0,102-10-5 15,-66 10-55-15,2 0-55 0,4 0-52 0,2 3-49 16,1-3-36-16,2 0-31 0,1-1-27 16,1-8-97-16,-3-2-27 0,2-1-41 15,-6-2-149-15,-12 2-394 0,3-1-890 0</inkml:trace>
  <inkml:trace contextRef="#ctx0" brushRef="#br0" timeOffset="8531.977">17828 10107 1489 0,'0'0'1620'16,"0"0"-1251"-16,-69 80-137 0,41-43 51 0,-3 8 20 15,-3-1 7-15,0 5-21 0,-2-1-96 16,4-4-102-16,4-4-91 0,4-4-9 16,6-8-15-16,7-8-37 0,6-5-34 15,5-8-37-15,0-6-68 0,11-1-72 16,7-11-178-16,6-7-157 0,-2 3-421 15,15-20-383-15</inkml:trace>
  <inkml:trace contextRef="#ctx0" brushRef="#br0" timeOffset="8694.844">17863 10251 1289 0,'0'0'481'0,"0"0"808"0,0 0-874 16,0 0-117-16,0 0-28 0,0 0-82 16,0 0 26-16,0 0 30 0,3 86-53 15,-11-48-32-15,-1 6 33 0,1 0-10 0,2 0-48 0,5-2-34 16,1-3-43-16,0-6-42 0,10-3-15 15,6-7-30-15,7-6-6 0,4-8 3 16,6-4-10-16,6-5-48 0,6-10-55 16,5-10-48-16,6-5-140 0,-14 1-400 15,23-20-1107-15</inkml:trace>
  <inkml:trace contextRef="#ctx0" brushRef="#br0" timeOffset="9080.36">18719 9932 3395 0,'0'0'695'0,"0"0"-428"0,0 0-59 15,0 0-42-15,0 0-12 0,0 0 54 0,93 2-35 16,-60-2-87-16,1 0-56 0,2 0-20 16,1 0-10-16,3 0-24 0,-4-2 3 15,1 2-10-15,-3 0-18 0,-1 0-2 16,-4 0 2-16,-1 2 18 0,-3 6 10 15,-5 1 4-15,-1 5 17 0,-6 3 1 0,-1 2 17 16,-5 5 0-16,-2 4 4 0,0 1-4 0,-4 4-15 16,-1 5 12-16,0 2 4 0,-4 2-16 15,-1 4-1-15,-3-3-2 0,2 2 12 16,-2 1-9-16,-1 1 0 0,-1-2 15 0,1 1 4 16,-2-2-1-16,2-3-3 15,-1-5-3-15,0-5-14 0,2-3 1 0,-3-4 1 16,-1-3 13-1,1 0-15-15,-4-6 20 0,-1 1-3 16,-6-2-15-16,-2-2-3 0,-7 0-17 0,-8-2-13 16,-3-1-7-16,-11-4-27 0,-4 0-43 15,-7-3-76-15,-8-2-139 0,16 0-282 16,-42-2-867-16</inkml:trace>
  <inkml:trace contextRef="#ctx0" brushRef="#br0" timeOffset="10420.596">7501 11582 1155 0,'0'0'726'0,"0"0"-302"15,0 0-217-15,0 0-113 0,0 0 19 0,0 0 73 0,0 0 39 16,85 1 78-16,-35 5-27 0,6-2-25 16,6 0-78-16,2-1-51 0,-1-2-26 15,-1-1-40-15,-3 0-28 0,-6 0-25 16,-5 0 0-16,-3-3-3 0,-8 1-43 15,-5 0-81-15,-8 2-121 0,-6 0-139 16,-9 0-401 0,-9 7-1248-16</inkml:trace>
  <inkml:trace contextRef="#ctx0" brushRef="#br0" timeOffset="10767.787">7655 11816 267 0,'0'0'1472'0,"0"0"-740"0,0 0-232 0,0 0-129 16,0 0-181-16,0 0-47 0,0 0-1 16,76-19 52-16,-37 14-33 0,3 0-86 15,-6 5-75-15,-4 0-11 0,-8 0 9 0,-6 7-13 16,-7 5 15-16,-7 3 3 0,-4 5 40 16,-6 5-8-16,-9 9-35 0,-7-1 0 15,-1 3-63-15,-4 2-8 0,-1-1-1 0,-2 0 21 16,3 0 13-16,-1 1-9 0,1 0 22 0,3-1 13 15,3-4 10-15,4 1-1 0,8-4-25 16,2-1 28-16,7-3 21 0,0-5-20 0,13-2 0 16,6-3 0-16,3-5 21 0,8-2 9 15,3-3 42-15,7-6-29 0,2 0 22 16,4-7-1 0,0-2-58-16,5-1-7 0,-1-1-128 15,2-1-149-15,1 4-202 0,-15 2-643 16,12-1-1085-16</inkml:trace>
  <inkml:trace contextRef="#ctx0" brushRef="#br0" timeOffset="11168.46">9011 12158 2017 0,'0'0'1036'0,"0"0"-777"16,-7-68-110-16,0 42 64 0,-2-1 70 15,-4 4-82-15,-1 0-39 0,-5 6-19 16,0 5-41 0,-2 3 9-16,-2 6-59 0,1 3-9 15,-1 3-40-15,-2 13-1 0,-1 6-2 16,2 8-9-16,1 6 9 0,1 4 34 16,2 6-10-16,6 0-13 0,2-2-10 0,5-3-2 15,7-6-20-15,0-7 9 0,4-6-13 16,6-9-12-16,3-4 4 0,7-7-4 15,2-2 25-15,4-14 11 0,7-5-28 0,-1-7-45 16,4-4-32-16,-3 1-11 0,-3 0 23 16,-1 2 32-16,-6 7 46 0,-3 3 13 0,-5 10-15 15,-1 3-4-15,-5 4 22 0,-3 0 65 16,-1 5 26-16,-2 9 14 0,-1 3 13 16,-2 1-19-16,0 4-25 0,-2 1-10 15,-2-1-11-15,-2-1-29 0,3-2-24 0,0 0-31 16,2-1-42-16,-1-2-146 0,2-1-83 15,0-3-169-15,0-3-512 0,6-8-759 0</inkml:trace>
  <inkml:trace contextRef="#ctx0" brushRef="#br0" timeOffset="11322.149">9284 12377 1463 0,'0'0'1353'15,"0"0"-1019"-15,0 0-117 0,0 0 100 0,0 0 17 16,17 76 10-16,-19-57-54 0,-4-1-84 0,1 0-86 15,-1-4-62-15,0-2-46 0,2-3-12 16,1-4-25-16,0-3-66 0,2-2-136 16,-1-6-116-16,1 1-347 15,-1-18-1069-15</inkml:trace>
  <inkml:trace contextRef="#ctx0" brushRef="#br0" timeOffset="11469.694">9393 12087 3127 0,'0'0'663'0,"0"0"-552"16,0 0 17-16,0 0-20 16,0 0-52-16,0 0-50 0,0 0-6 15,0 0-59-15,0 0-86 0,0 0-173 16,62-23-328-16,-42 15-1312 0</inkml:trace>
  <inkml:trace contextRef="#ctx0" brushRef="#br0" timeOffset="11785.315">9883 11991 267 0,'0'0'3433'16,"0"0"-2942"-16,0 0-491 0,0 0-11 16,0 0 11-16,0 0 31 0,0 0 29 15,83-72-54-15,-59 56-6 0,6 3-25 0,6 6 0 16,-2 2 6-16,1 5 4 0,0 9-54 15,-2 5 41-15,-3 9 10 0,-3 4 18 16,-1 5 28-16,-4 0 13 0,-2 5-16 16,-3-2 31-16,-4 0 9 0,-1 1-27 15,-2-4 8-15,-3-2 19 0,-2-4-18 0,-1-6 11 16,-1-3-45 0,1-4-13-16,0-4-3 0,-1-2-19 15,-1-5-49-15,-1-2-118 0,2-2-93 16,0-7-201-16,0-1-481 0,1-13-587 0</inkml:trace>
  <inkml:trace contextRef="#ctx0" brushRef="#br0" timeOffset="11954.431">10475 11896 1891 0,'0'0'1083'0,"0"0"-830"0,0 0-78 0,-89 76 136 15,54-45 6-15,-4 7-23 0,-4 2-31 16,0 2-69-16,-2 1-74 0,-1 3-56 15,3-3 4-15,0-2-29 0,4-4-16 16,4-5-23-16,6-4-22 16,5-7-42-16,8-10-110 0,5-5-51 15,6-6-44-15,5-9-135 0,0-2-634 16,13-22-638-16</inkml:trace>
  <inkml:trace contextRef="#ctx0" brushRef="#br0" timeOffset="12245.738">10663 11523 1489 0,'0'0'1702'0,"0"0"-1403"0,0 0-93 16,0 0 90-16,85-52-102 15,-64 39-44-15,0 2 29 16,-1 6-33-16,1 0-88 0,-2 5-40 15,-2 0-18-15,-1 10 0 0,-3 7 0 16,-4 6 27-16,-5 6 44 0,-1 5 2 16,-3 5 4-16,0 0-4 0,-6 1-6 15,-1-5-12-15,1-4 0 0,-1-7 0 16,4-7-28-16,3-9-27 0,0-4-39 0,0-4-22 16,0 0-22-16,2-9-48 0,5-5-47 0,0-5-96 15,2-5-233-15,-2 1-656 0,3-13-980 0</inkml:trace>
  <inkml:trace contextRef="#ctx0" brushRef="#br0" timeOffset="12402.524">10938 11190 1486 0,'0'0'1939'0,"0"0"-1802"16,0 0-64-16,0 0 129 0,0 0-11 0,0 0-12 16,0 0-30-16,89-15-105 0,-66 18-44 15,3 3-16-15,3 2-180 0,1 3-171 16,-8-3-325-16,11 7-1368 0</inkml:trace>
  <inkml:trace contextRef="#ctx0" brushRef="#br0" timeOffset="12825.102">11905 11783 2308 0,'0'0'1183'0,"0"0"-996"0,3 71-61 0,-2-27 81 15,-1 9-31-15,0 6-20 0,-1 2 8 16,-8-4 12-16,3-1-75 0,1-7-39 15,2-3-59-15,1-7-3 0,2-7-3 16,0-7-62-16,8-10-79 0,0-6-32 16,4-6-54-16,1-3-178 0,-2-7-345 15,2-12-915-15</inkml:trace>
  <inkml:trace contextRef="#ctx0" brushRef="#br0" timeOffset="13019.236">12069 12152 1535 0,'0'0'1964'0,"0"0"-1718"0,0 0-135 15,0 0 218-15,95-8-40 16,-59 8-131-16,2 0-11 16,6 0 80-16,7 0-29 0,7 0-54 15,5 0-29-15,6-4-30 0,6-6-25 16,1-4-32-16,2-2-28 0,1-3-24 16,-6-1 5-16,-3-2-53 0,-5-1-41 0,-6 3-17 15,-7-1-38-15,-9 4-43 0,-5 0-143 16,-12 1-332-16,-10 6-697 15,-14 1-689-15</inkml:trace>
  <inkml:trace contextRef="#ctx0" brushRef="#br0" timeOffset="13262.944">13090 11792 447 0,'0'0'2488'0,"0"0"-2209"16,0 0-120-16,0 0 102 0,0 0-41 15,0 0-21-15,80-7 91 16,-61 15-61-16,3 3-69 0,0 1-28 15,4 2-31-15,-2 3-3 0,-1 0-22 16,0 1-21-16,-4 1-54 0,-2 0-1 16,-3 0 0-16,-4 2-3 0,-4 2-15 15,-6 3-25-15,0 2 4 0,-10 4-7 16,-7 5 0-16,-6-2-37 0,-5 2-27 16,-3 0-4-16,-4-1 0 0,-5 0-28 0,-4-1-75 0,-2 1-154 15,-4-5-237-15,15-12-607 0</inkml:trace>
  <inkml:trace contextRef="#ctx0" brushRef="#br0" timeOffset="13774.295">14920 11989 1327 0,'0'0'2198'0,"0"0"-1757"0,0 0-224 15,108-11-24-15,-59 7 110 0,1 2-88 16,7 1-56-16,-1-2-77 0,0-3-18 16,-3 0-62-16,2-2 10 0,-2-1-12 0,-1-4-22 15,-3-1-42-15,-3-1-21 0,-4 1-31 0,-3 0-81 16,-9 3-136-16,-7 4-344 0,-14 3-819 15</inkml:trace>
  <inkml:trace contextRef="#ctx0" brushRef="#br0" timeOffset="14090.567">15110 12239 1914 0,'0'0'1552'16,"0"0"-1296"-16,0 0-155 0,0 0 40 15,0 0 129-15,0 0 12 0,0 0-29 0,75 39-78 16,-51-35-111-16,1 0-33 0,-3 0-16 16,-4 0-15-16,-2 5-3 0,-6 3 0 0,-4 6-20 15,-5 2 23-15,-1 8 13 0,-7 5-13 16,-7 5-9-16,-5 1-50 0,-1 4 20 16,-3-2 17-16,1-2-5 0,2-1-4 15,2-6-6-15,4-2 16 0,3-5-1 16,2-5-33-16,6-2 0 0,3-6 14 15,0-2 4-15,8-1 3 0,7-6 32 0,7 2 2 0,3-2 19 16,6-1-4-16,5-2 4 0,5 0 12 16,1 0-4-16,3 0-23 0,2-5-4 15,2 1-99-15,-2 1-109 0,2 2-142 16,-13-3-294-16,13 4-615 0</inkml:trace>
  <inkml:trace contextRef="#ctx0" brushRef="#br0" timeOffset="14707.88">16504 12428 767 0,'0'0'1310'0,"0"0"-860"16,0 0-150-16,0 0-8 0,0 0 30 0,0 0-65 0,0 0-27 15,0 0-13-15,0 0-68 0,0 0 10 16,-77-47 17-16,61 53-66 0,1 4-54 16,-3 9-4-16,1 8-24 0,0 7 17 15,1 3-11-15,1 1 27 0,4 0-6 16,4-6-15-16,2-4-40 0,5-7-1 15,0-8-26-15,5-2 11 0,6-4-5 0,2-6 6 0,5-1 3 16,3-3 11-16,4-8 1 0,3-6-46 16,0 0 13-16,0-2-19 0,0-1-10 15,-5 2 16-15,-3 4 22 0,-1 2 22 16,-5 4-29-16,-3 5-3 0,-2 3 0 16,-1 3 16-16,-2 7 18 0,-1 5 55 15,-2 5-6-15,3 2-24 16,-2 4 12-16,-1 0 6 0,1-2-19 15,-1-1-5-15,0-4-4 0,3-4-15 16,2-4-40-16,0-2-9 0,2-7-49 0,4-2-47 16,1 0-81-16,3-8-162 0,-4-2-609 15,7-8-1167-15</inkml:trace>
  <inkml:trace contextRef="#ctx0" brushRef="#br0" timeOffset="14845.555">17081 12681 342 0,'0'0'2950'15,"0"0"-2579"-15,0 0-175 0,-3 64 62 0,-8-41 31 16,1-1 14-16,-3-1-43 0,2-5-116 16,3-4-132-16,2-5-12 0,3-3-36 15,1-4-90 1,2 0-55-16,0-6-71 0,0-4-218 16,2 1-818-16,4-15-1160 0</inkml:trace>
  <inkml:trace contextRef="#ctx0" brushRef="#br0" timeOffset="14987.153">17132 12433 1646 0,'0'0'2041'0,"0"0"-1817"15,0 0-223-15,0 0 68 0,0 0-38 16,0 0-31-16,0 0-41 0,0 0-151 16,78-50-207-16,-67 48-284 0,9-1-1044 0</inkml:trace>
  <inkml:trace contextRef="#ctx0" brushRef="#br0" timeOffset="15431.512">18057 12221 179 0,'0'0'2138'16,"0"0"-1699"-16,0 0 1 0,0 0-27 16,0 0-69-16,102 48-74 0,-66-38-16 15,2-2-62-15,3-4-69 0,1-2-47 16,3-2-36-16,1-4-9 0,-1-8-7 15,2-3-24-15,-2-3-11 0,0-1-81 0,-5-3-92 16,-2 2-91-16,-8 1-109 0,-5 2-286 16,-11 7-642-16,-11-1-648 0</inkml:trace>
  <inkml:trace contextRef="#ctx0" brushRef="#br0" timeOffset="15609.636">18423 12298 802 0,'0'0'1872'0,"0"0"-1573"0,-79 89-165 0,47-46 26 15,-6 5 53-15,-2 6 9 0,4-4 71 16,0-3-77-16,7-7-97 0,9-9-110 16,7-8-9-16,7-7-65 0,4-8-60 15,2-5 24-15,8-3-6 0,8-6-18 16,4-11-103-16,8-7-265 0,3-7-682 16,-5 7-745-16</inkml:trace>
  <inkml:trace contextRef="#ctx0" brushRef="#br0" timeOffset="15778.876">18580 12390 927 0,'0'0'2032'0,"0"0"-1709"0,0 0-183 16,0 66 9-16,-7-36 0 0,-2 6 2 15,1 6 129-15,-1-1-31 0,3 1-67 16,5 1-18-16,1-3 41 0,1-4-101 16,8-8-52-16,7-6-52 0,1-4-37 0,6-9-21 0,6-5-34 15,4-4 16-15,3-12-25 16,7-7-75-16,-1-8-87 0,0-3-185 0,-9 4-353 15,8-14-921-15</inkml:trace>
  <inkml:trace contextRef="#ctx0" brushRef="#br0" timeOffset="16064.251">19161 12095 1854 0,'0'0'1951'0,"0"0"-1769"0,0 0-112 16,0 0-70-16,0 0 75 0,0 0-28 0,0 0 40 15,92-61 10-15,-69 53-51 0,-1 4-21 16,-2 3-25-16,2 1 3 0,-4 7 31 16,-2 6-18-16,-1 4 18 0,-5 2 3 15,-3 4 21-15,-2 2 16 0,-3 2 25 16,-2-2-32-16,0-2-27 0,0-2-16 0,0-3-8 15,-2-6-14 1,0-1-2-16,1-7-27 0,-1-1-65 16,2-3-68-16,-1 0-59 0,-1-7-114 15,2 1-355-15,-3-11-1016 0</inkml:trace>
  <inkml:trace contextRef="#ctx0" brushRef="#br0" timeOffset="16221.36">19433 11787 2639 0,'0'0'1434'0,"0"0"-1206"0,0 0-163 0,0 0 59 16,0 0-121-16,100-68-3 0,-71 57-47 15,3 0-46-15,-1 3-298 0,-6 2-621 0,2 2-1750 0</inkml:trace>
  <inkml:trace contextRef="#ctx0" brushRef="#br0" timeOffset="21561.088">6264 15004 874 0,'0'0'2155'0,"0"0"-1797"0,0 0-120 16,0 0 24-16,-90-46 11 0,66 40-58 16,-3 6-85-16,-5 0-68 0,-1 5-13 15,-2 6-30-15,1 5 15 0,1 4 0 16,1 0-33 0,3 8-1-16,5 2 0 0,1 0-2 15,6 4 2-15,5-1 0 0,6-3-1 0,6-3-3 16,6-2-36-16,10-6 13 0,5 0 26 15,7-2 0-15,2-3-1 0,6-1-14 16,0-1 32-16,1-1-16 0,1 0 3 0,-3-1 6 16,-4 1-9-16,-3 0 0 0,-5 3 9 15,-6 0-9-15,-3 3 3 0,-5-1 0 0,-6 4 16 16,-3 1 5-16,0 1 1 0,-4 2-3 16,-9-1 8-16,1-3-2 0,-2-4-28 0,-4-2-25 15,0-6-42-15,2-3-23 0,-3-1 1 16,3-4 8-16,1-1-33 0,3-9-33 15,3-5-110-15,2-8-217 0,7-6-506 0,0 3-837 32,9-13 1285-32</inkml:trace>
  <inkml:trace contextRef="#ctx0" brushRef="#br0" timeOffset="21723.861">6684 15191 676 0,'0'0'1953'0,"0"0"-1376"15,0 0-350-15,8 70 14 0,-13-40 124 0,-6 5-16 0,-3 1-76 16,-2 0-77-16,-1-1-61 0,2-7-43 16,1-3-44-16,4-9-48 0,1-6-14 15,5-4-111-15,0-5-28 0,1-1-22 0,1-5-82 16,1-7-196-16,1 1-607 16,0-14-563-16</inkml:trace>
  <inkml:trace contextRef="#ctx0" brushRef="#br0" timeOffset="22146.964">6748 15015 2009 0,'0'0'1245'31,"0"0"-1133"-31,0 0 9 0,0 0 113 16,0 0-111-16,0 0-123 0,0 0-28 16,0 0-10-16,0 0-76 0,0 0-47 0,68-4-49 15,-59 11-62-15,-2 5-62 0,0 5-158 0,1 2-147 16,-4 8-16-16,1 1 316 0,-2 5 339 0,-1-1 384 15,-2 3 215-15,0-1-50 0,-2 2-109 0,-2 2-18 32,-3-1-105-32,0 3-41 0,-1-2-1 0,1 0-32 0,0-2-47 0,3-6-34 15,1-5-51-15,1-5-68 0,2-9-43 16,0-4-49-16,2-6-7 0,5-1 4 16,3-10 14-16,2-8 36 0,3-4-63 15,3-6-47-15,-1-2-16 0,2 1-20 16,1 2 57-16,-1 6-10 0,-3 2 50 15,1 7 32-15,-4 2 4 0,1 6 0 16,-2 1 15 0,-2 3 79-16,-2 1 34 0,0 5 4 15,-2 2-4-15,-4 2 6 0,3 4-16 0,-4 0-19 16,1 2-1-16,-1-1-18 0,-1 1-3 16,0 1 3-16,0-2 18 0,0 1-15 15,0-3-56-15,2-1-12 0,2-2-52 16,0 0-99-16,3 0-87 0,2 1-81 15,-2-4-287-15,10-2-848 0</inkml:trace>
  <inkml:trace contextRef="#ctx0" brushRef="#br0" timeOffset="22664.138">7501 15383 1018 0,'0'0'1922'0,"0"0"-1583"15,0 0-161-15,0 0 167 0,0 0-12 0,0 0-87 16,0 0-66-16,0 0-26 0,-60 85-16 0,55-66-40 15,2-1-43-15,2-1-45 0,1-2-10 16,1-2-27-16,6-3-16 0,5-2 12 16,-2-4-73-16,7-3-37 0,-1-1-23 15,6-7-12-15,-1-4-86 0,1-3-120 16,2-3-98 0,1 3-72-16,-4 0 22 0,1 4-25 15,-2 3 115-15,-1 3 430 0,-5 4 10 16,1 0 391-16,-4 9 168 0,-2 1 1 15,1 2-40-15,-3 1-150 0,1-2-117 16,0 0-30-16,1-2-50 0,-1-2-36 16,3-4-57-16,1-3-49 0,-1 0 7 15,4-2 23-15,1-8-17 0,0-5-19 0,3-3-25 0,1-3-43 16,1-3-31-16,0 0 6 0,-4-1 31 16,1 3 9-16,-4 3 26 0,-4 2 0 15,-3 5 2-15,-4 2 14 0,-3 4 2 0,0 1 42 16,-4 2 20-16,-8 3-29 0,-5 0-47 15,1 0-2-15,-4 9 0 0,-1 9 11 16,1 5-9 0,2 8 39-16,0 7 42 0,1 3 0 15,3 1 15-15,2-2 9 0,5-4-33 0,3-6-56 16,4-6-18-16,0-6-24 0,4-4-1 16,8-3-11-16,3-5 8 0,5-5 5 15,5-1 22-15,5-5-26 0,8-9-25 16,4-2-31-16,2 0-89 0,5 1 67 0,2-2 2 15,-4 2-247-15,-12 4-715 0,17-3-765 0</inkml:trace>
  <inkml:trace contextRef="#ctx0" brushRef="#br0" timeOffset="23485.402">9873 15309 1744 0,'0'0'1379'0,"0"0"-1031"0,0 0-98 0,0 0 61 0,0 0-76 15,0 0-73-15,0 0 29 0,0 0 43 16,98 57-72-16,-53-46-52 0,2-5-27 15,4-4-44-15,-2-2-8 0,-1-6-10 16,-1-7-18-16,-1-1-3 0,-4-3-43 16,-2-2-91-16,-4 0-12 0,-3 1-38 15,-5 1-47-15,-4 3-226 0,-8 3-649 0,-6 3-971 0</inkml:trace>
  <inkml:trace contextRef="#ctx0" brushRef="#br0" timeOffset="23650.515">10357 15446 2035 0,'0'0'1151'0,"0"0"-937"15,-53 83-81-15,31-47 152 0,-2 4-8 16,2-2-53-16,3-7-109 0,5-6-75 16,7-11-40-16,2-6-31 0,5-8-96 15,0 0-91-15,5-9 1 0,3-5 37 0,8-7-61 16,0-4-251-16,4-4-499 0,-3 5-297 15,4-9 612-15</inkml:trace>
  <inkml:trace contextRef="#ctx0" brushRef="#br0" timeOffset="23813.27">10357 15446 496 0,'88'-21'228'0,"-82"21"1275"0,1 0-999 0,-1 4-180 15,-2 4 18-15,3 6-38 0,-1 3-27 16,0 5-70-16,-2 2-82 0,0 3-26 16,1 1 22-16,2 2 5 0,2 1-24 15,4 0-25 1,0 1-16-16,5-1-12 0,-2-3-49 15,6-5-18-15,1-5 15 0,3-5-28 0,1-4-3 16,6-6-46-16,5-3-49 0,4 0-50 16,5-12-122-16,-9 4-209 0,18-15-780 0</inkml:trace>
  <inkml:trace contextRef="#ctx0" brushRef="#br0" timeOffset="24251.04">12530 15343 886 0,'0'0'1855'0,"0"0"-1565"0,0 0-124 15,0 0 44-15,0 0 44 0,0 0 1 0,0 0 31 16,0 0-68-16,5 70-82 0,-2-35-50 16,-2 4-24-16,-1-2-29 0,2 1-11 0,-1-7-20 15,0-5-2-15,2-5-9 16,0-6-44-16,0-4-67 0,-2-7-6 0,1-4-70 16,-2-2-121-16,1-4-306 0,-1-18-1086 15</inkml:trace>
  <inkml:trace contextRef="#ctx0" brushRef="#br0" timeOffset="24401.748">12530 15111 995 0,'0'0'2496'0,"0"0"-2133"0,0 0-337 0,0 0 24 15,0 0-50-15,0 0-145 0,104-34-158 0,-72 23-234 16,-5 3-777-16,18-3-309 0</inkml:trace>
  <inkml:trace contextRef="#ctx0" brushRef="#br0" timeOffset="24667.692">13076 15287 855 0,'0'0'2149'0,"0"0"-1782"0,0 0-116 15,-53 79 146-15,36-54-32 0,1-3-99 0,3-2-121 16,5-4-78-16,3-2-51 0,5-2-14 15,0-1 13-15,5 1-14 0,5-2 0 16,4-2 11-16,2 3 4 0,3-2 20 16,1-2-23-16,-1 2-13 0,1-1-2 0,0 1 2 15,-3 1 4-15,2-1-4 0,-5 2-2 0,1 1 2 16,-7 0 0-16,-2-4-18 0,-3 4 3 16,-3 0 13-16,-1-1-53 0,-7 0-28 15,-7-2-19-15,-1-1-15 16,-4-3-22-16,-4-2-112 0,-5-1-82 15,-5-2-273-15,9 2-528 0,-28-2-557 0</inkml:trace>
  <inkml:trace contextRef="#ctx0" brushRef="#br0" timeOffset="25183.997">15002 14708 1846 0,'0'0'1407'0,"0"0"-1203"16,-12 67-77-16,0-22 59 0,-5 15 9 0,-1 12-34 15,-3 7 17-15,0 6 36 0,2 1-85 16,5-5-40-16,3-3-24 0,6-7-16 0,5-9-15 16,2-8-34-16,10-9-1 0,3-12-18 15,4-11 1-15,1-11-1 0,4-9-2 16,1-4-68-16,1-14-22 0,0-4-56 15,-1-10-72-15,-6-1-122 0,-1-2-235 0,-8 9-607 16,-10-11-803-16</inkml:trace>
  <inkml:trace contextRef="#ctx0" brushRef="#br0" timeOffset="25352.764">14577 15196 1881 0,'0'0'1235'0,"0"0"-916"0,0 0-53 15,0 0-74-15,0 0-25 0,0 0 18 16,0 0 97-16,85 8-14 0,-42-7-84 0,6-1-68 16,4 0-43-16,-2-3-37 0,4-4-14 15,-4-1-11-15,-3 0-11 0,0-3-70 16,-6 2-77-16,-1-1-73 0,-3 5-70 16,-4 2-202-16,-11 3-586 0,0 0-1140 0</inkml:trace>
  <inkml:trace contextRef="#ctx0" brushRef="#br0" timeOffset="25630.849">15282 15198 2164 0,'0'0'1208'0,"0"0"-1071"0,0 0-23 0,0 0 91 15,0 0-51 1,83-15-18-16,-61 22 38 16,-3 2-9-16,1 7-73 0,-3 5-8 0,-3 2 11 15,-3 4 10-15,-7 3-35 0,-4 5 7 0,0 1-32 16,-7 2 7-16,-4 0 3 0,-3-2-6 0,1-1-15 15,1-4-1-15,0-6 7 16,6-6 5-16,1-5-8 0,2-10-1 16,3-2-5-16,0-2-4 0,0-3-3 15,5-7 13-15,4-4-16 0,6-5-21 0,3-5-15 16,5-2-64-16,4-3-55 0,3 2-52 16,2 1-58-16,3 2-101 0,2 1-185 15,-8 8-458-15,14-4-544 0</inkml:trace>
  <inkml:trace contextRef="#ctx0" brushRef="#br0" timeOffset="25947.08">15980 15323 346 0,'0'0'2990'0,"0"0"-2578"15,0 0-173-15,0 0 149 0,-95 75-82 16,65-46-57-16,-2 5 44 0,4 1-99 16,3-1-54-16,5-2-19 0,8-7-39 15,4-4-54-15,5-6-28 16,3-7-45-16,1-3 8 0,8-4 4 15,4-1 18-15,6-3 14 0,4-10-38 16,2-6-34-16,4-4-15 0,-1-4-21 16,1-3-38-16,-3 1 26 0,-2 4 38 15,-2 0 13-15,-3 3 21 0,-1 5 18 0,-5 3-9 0,-1 6 37 16,-7 3 3-16,0 5 13 0,-4 0 61 16,1 5 12-16,-1 6 11 0,1 4-5 15,-2 4-7-15,0 3-18 0,0 2-21 0,0-3 5 16,0-1-17-16,0-1-34 0,4-7-12 15,1-2-25-15,-2-3-63 0,2-1-28 16,1-2-9-16,-1-4-29 0,4 0-129 16,0-3-344-16,2-12-757 0</inkml:trace>
  <inkml:trace contextRef="#ctx0" brushRef="#br0" timeOffset="26254.169">16293 15389 1197 0,'0'0'2214'0,"0"0"-1885"16,0 0-134-16,-16 67 141 0,6-41-30 16,-1 0-60-16,-1-4 5 0,4-2-92 0,3-6-98 0,4-5-61 15,1-5-11-15,0-1-29 0,3-3-6 16,4-3 7-16,6-8-7 0,1-3-24 16,5-8-53-16,-2 0-33 0,5-2-20 15,-2 2 41-15,-2 4 63 0,0 4 35 16,-2 2 9-16,0 6 6 0,-5 3 7 15,1 3 15-15,-5 2 90 0,0 5 49 0,-4 5 3 16,2 2-34-16,-1 2-44 0,-3 3-24 16,1-2-24-16,0 1 20 0,-2 1 4 0,3 0 0 15,0 0-39-15,2 1-1 0,2 1-52 16,4-2-34-16,-2-1-67 0,4-4-172 16,1-3-270-16,-2-2-541 0,7-2-634 0</inkml:trace>
  <inkml:trace contextRef="#ctx0" brushRef="#br0" timeOffset="26718.941">16994 15274 760 0,'0'0'1022'16,"0"0"237"-16,0 0-1019 0,0 0-62 15,0 0 92-15,0 0 16 0,0 0 20 16,-84-29-58-16,61 45-112 0,-2 6-87 15,-5 11 3-15,-3 6 6 0,0 4 16 0,7-1-41 16,3-2-32-16,6-6 28 0,9-5-29 16,5-3-3-16,3-5-15 0,8-6-7 0,7-2-12 15,4-2 25-15,7-5 12 0,5-1 0 16,2-2-9-16,0 1-43 0,-1-3 6 16,-1 3 0-16,-3-1 24 0,-2 4-12 0,-6 1 13 15,-4 1 21-15,-7 1 21 0,-3 2 26 16,-6 0 2-16,0 2 27 0,-9 3 1 15,-5 0-13 1,-6 1-9-16,1-3-12 0,-5 0-25 16,0-6-18-16,-1 2-45 0,3-7-81 15,2-1-70-15,3-3-66 0,2 0-130 0,7 0-379 16,-4 0-1193-16</inkml:trace>
  <inkml:trace contextRef="#ctx0" brushRef="#br0" timeOffset="26871.241">17459 15898 3298 0,'0'0'1019'15,"0"0"-780"-15,0 0-116 0,0 0-89 16,0 0-10-16,0 0-24 0,0 0-84 16,0 0-157-16,0 0-98 0,0 0-144 0,0 0-710 0</inkml:trace>
  <inkml:trace contextRef="#ctx0" brushRef="#br0" timeOffset="27920.429">19118 15186 1854 0,'0'0'741'16,"0"0"-287"-16,0 0-116 0,34-66-65 0,-19 48 23 15,1 3-32 1,-5 3-16-16,-2 5-4 0,-6 5-57 16,-2 2-62-16,-1 0-8 0,-1 4 26 15,-11 6-40-15,-4 4-54 0,-4 7-47 16,-6 3 1-16,-1 5 12 0,2 1-12 16,2-1-3-16,3-2-12 0,6 0-3 15,2-3 12-15,7 0-28 0,2-1-2 16,3-2-1-16,0 3 13 0,8 0-3 0,5 1 5 0,3-1-2 15,3 0-15-15,2-2-16 0,0-1 30 16,-1-3 7-16,-3-1-3 0,0-1 18 16,-5-2 9-16,-1 0-7 0,-5 1 16 15,-1-3 7-15,-3 0 5 0,-2 1-2 16,0 0 17-16,-8 0-20 0,-1-1 5 16,-7 0-30-16,2-1 0 15,-6-3-18-15,0-2-13 0,1-3-29 16,1-3-11-16,2 0-5 0,2-7-19 15,3-5-61-15,1-6-72 0,5-6-172 0,5-6-195 16,0 6-654-16,12-17-961 0</inkml:trace>
  <inkml:trace contextRef="#ctx0" brushRef="#br0" timeOffset="28196.949">19712 15323 1661 0,'0'0'1414'0,"0"0"-939"0,0 0-209 0,0 0 14 0,43 81 50 16,-32-64-28-16,-2-4-102 0,4-3-93 15,1-3-80-15,5-4-25 0,1-3 17 16,5-2-19-16,1-9-23 0,3-3-29 16,-1-4-15-16,0-2-16 0,-3-1 9 15,-4 2 7-15,-2 1 36 0,-6 2 29 16,-5 1-1-16,-1 2-9 0,-5 2-10 16,-2-1 20-16,-5 0 2 0,-9 1-12 15,-2-1-35-15,-5-1 29 0,-2 2-25 16,-2 2 12-16,0 4-6 0,0 5 15 15,-1 0-9 1,1 13-31-16,2 4 0 0,3 3 3 0,1 1-94 16,5 2-188-16,4-6-298 0,1 7-862 0</inkml:trace>
  <inkml:trace contextRef="#ctx0" brushRef="#br0" timeOffset="28359.637">20460 15649 2289 0,'0'0'2112'0,"0"0"-1693"0,0 0-247 0,0 0-22 15,0 0-120-15,0 0-30 0,0 0-91 16,0 0-111-16,0 0-72 0,0 0-107 16,0 0-584-16,12-23-1602 0</inkml:trace>
  <inkml:trace contextRef="#ctx0" brushRef="#br0" timeOffset="29693.675">21739 15047 313 0,'0'0'2318'16,"0"0"-1932"-16,0 0-79 0,41-68-22 0,-29 50-23 16,-1 4-47-16,-5 8-69 0,-1 5-46 15,-2 2-41-15,1 13-1 0,-1 8 75 16,-1 10 0-16,-2 11-41 0,-3 7-40 0,-9 6-15 16,1 0-16-1,-5 1-18-15,2-5 25 0,-1-4-16 16,4-4-12-16,2-10-9 0,3-4-9 15,2-11-1-15,4-8-20 0,0-5-14 0,6-6-33 16,2 0-6-16,7-11 18 0,5-6 12 16,1-5 7-16,5-6 11 0,-1-3 16 15,2 0 25-15,-1-1 2 0,-1 1 0 16,-1 5 1-16,-3 2 16 0,-3 8 12 16,-2 6 3-16,-4 7 9 0,-7 3 12 0,0 1 13 15,-2 10 9-15,-2 5-3 0,1 2-7 16,-2 3-21-16,0 2-18 0,0 0-4 15,0-3-19-15,0-1-2 0,0-3-12 16,0-4-19-16,0-1-58 0,0-3-86 0,3-3-76 16,2-2-105-16,2-2-302 0,-2-1-846 15</inkml:trace>
  <inkml:trace contextRef="#ctx0" brushRef="#br0" timeOffset="29941.258">22306 15365 1850 0,'0'0'1311'15,"0"0"-989"-15,0 0-173 0,0 0 24 16,0 0 86-16,0 0-7 0,0 0-63 16,0 0-96-16,0 0-38 0,92 37-12 15,-70-54-40-15,3-3-3 0,0-5-77 0,-3 1-27 16,-1-1 8-16,-4 3 37 0,-4 5 25 16,-7 6 34-16,-3 3 0 0,-3 4 65 15,-3 4 6-15,-8 0-56 0,-6 0-13 0,-1 0-2 16,-3 0-10-16,-2 0 8 0,1 4-14 15,-1-3-43-15,3 3-41 0,1 1-21 16,0 2-24-16,3 2-21 0,3 3-128 16,3-2-302-16,-1 4-877 0</inkml:trace>
  <inkml:trace contextRef="#ctx0" brushRef="#br0" timeOffset="30912.467">23565 15054 2153 0,'0'0'1105'15,"0"0"-892"-15,0 0-39 0,0 0 144 0,0 0-79 16,0 0-65-16,0 0 3 0,65 87-36 0,-65-53-42 16,-3 2-41-16,-5 3 6 0,-3-2-12 15,-3-1-18-15,2-4-14 0,-2-1-20 16,4-5-3-16,1-5-15 0,2-6-31 0,4-5-3 16,2-7 0-16,1-2 12 0,0-1-6 15,3-4-43-15,7-6 6 0,3-8 33 16,5-3 19-1,4-3 10-15,4-3 5 0,2 0 1 16,-3 0 14-16,3 4 1 0,-2 1 3 16,-6 6 0-16,0 6 34 0,-4 3 34 15,-6 5-3-15,-3 2 3 0,-4 7-4 16,0 7-5-16,-3 3-1 0,0 7 0 0,0 2-18 16,-3 5-18-16,-1-3-13 0,-1-3-10 15,3-3-2-15,-1-6-25 0,1-4-91 0,2-3-68 16,0-3-69-16,5-4-123 0,3-2-272 15,0 0-718-15,9-15-617 0</inkml:trace>
  <inkml:trace contextRef="#ctx0" brushRef="#br0" timeOffset="31181.953">24148 15210 1835 0,'0'0'1296'0,"0"0"-847"0,0 0-282 16,5 67-19-16,-10-37 138 0,-1 0 28 15,1-1 3-15,4-2-99 0,1-7-115 16,0-4-45-16,9-8-34 0,2-2-24 15,6-6-1-15,0-3 0 0,5-8 0 16,1-5-60-16,0-3-9 0,-4-2-16 0,-2 0 13 16,-3 2 20-1,-3 2 17-15,-7 1-4 0,-2 4 18 16,-2 4 22-16,-6 1 18 0,-8 0-16 16,-4 3 31-16,-3 0-30 0,-2 1 28 15,-2 0-17-15,3 3-14 0,-1 0-2 16,3 0 2-16,4 0-39 0,1 2-8 15,3 3-29-15,2 1-48 0,1 0-98 16,6 0-172-16,-1 0-277 0,3-4-793 0</inkml:trace>
  <inkml:trace contextRef="#ctx0" brushRef="#br0" timeOffset="31518.943">24498 15141 1918 0,'0'0'1325'0,"0"0"-998"15,0 0-77-15,0 0 40 0,0 0 21 16,0 0 0-16,30 92-44 0,-33-64-93 16,-3-2-70-16,2-1-50 0,0-3-33 15,2-2-21-15,2-6-34 0,0 0-2 16,2-6-25-16,3-1 0 0,1-5-3 16,4-2 0-16,0 0 15 0,4-8 15 0,3-4-6 15,3-5-15-15,2-4-9 0,-1 1-1 0,1 1 1 16,-2 0 14-16,-1 4 19 0,-2 4 29 15,-3 2 2-15,-3 6 11 0,-6 3 41 16,1 0 3-16,-5 7 28 0,-1 5 6 0,0 4-3 16,0 2-22-16,0 0-15 15,-3 3-30-15,-4 0 17 0,5-2 7 0,-3 1-43 16,2-4-3-16,0 0 1 0,0-2-38 0,0-3-45 16,0-3-38-1,2-2-27-15,1-1-44 0,0-3-103 16,0-2-228-16,0 0-525 0,7-2-677 0</inkml:trace>
  <inkml:trace contextRef="#ctx0" brushRef="#br0" timeOffset="31786.247">25394 15255 36 0,'0'0'0'0</inkml:trace>
  <inkml:trace contextRef="#ctx0" brushRef="#br0" timeOffset="32098.865">25034 15205 893 0,'0'0'157'16,"0"0"1554"-16,0 0-1294 0,0 0-140 15,0 0 65-15,0 0 63 0,0 0-61 16,0 0-94-16,0 0-121 0,0 0-22 0,0 0 97 0,59 24-34 0,-26-24-76 16,5 0-57-16,-1 0-37 15,-1-7 0-15,1-4-94 0,-2-1-55 16,-5 1-40-16,0-2-59 0,-4 0-171 16,-10 5-552-16,-1-7-1123 0</inkml:trace>
  <inkml:trace contextRef="#ctx0" brushRef="#br0" timeOffset="32415.52">25567 14941 2267 0,'0'0'1292'16,"0"0"-986"-16,0 0-146 0,0 0 103 16,0 0 41-16,94-8-71 0,-70 8-70 0,1 4-68 15,-1 2-62-15,-3 3-33 0,-1 1-19 0,-9 4-15 16,-2 3-6-1,-8 5 16-15,-1 4-7 0,-13 5-2 16,-6 5-32-16,-7 4 4 0,-5 2 24 0,-1 1 6 16,0-2 13-16,1 0-7 0,5-7 25 15,6-4 1-15,5-5-1 0,5-8-1 16,7-2-2-16,3-3 3 0,3-4 17 16,10-2 17-16,5 0 6 0,3-4 21 15,6-2-15-15,4 0-28 0,0-4-18 0,5-7-60 0,1-3-78 16,-1-2-29-16,1-3-102 0,-8 3-249 15,7-9-856-15</inkml:trace>
  <inkml:trace contextRef="#ctx0" brushRef="#br0" timeOffset="32700.531">26121 15354 1509 0,'0'0'1860'0,"0"0"-1679"0,0 0-89 16,0 0 167-16,0 0 45 0,0 0 0 15,0 0-63-15,92-52-168 0,-63 22-73 16,-1-2-132-16,0 1-31 0,-2 2 33 16,-5 4 24-16,-2 4 22 0,-7 5 16 0,-5 4 68 15,-6 3 32-15,-1 3 55 0,-8 2-37 16,-5 2 37-16,-5 2 9 0,-1 0 3 0,-3 2-47 16,-4 8 16-16,1 4-47 0,0 5 25 15,0 5-12-15,-3 4-12 0,2 1-19 0,2 5 15 16,2-2-3-16,3-4-11 0,6-2-4 15,1-3-47-15,6-6-42 0,3-3-148 16,1-2-105-16,2-5-139 0,2-3-268 0,1-1-701 16,8-6 101-16</inkml:trace>
  <inkml:trace contextRef="#ctx0" brushRef="#br0" timeOffset="32916.496">26590 15098 1691 0,'0'0'1133'15,"0"0"-863"-15,0 0-159 0,0 0 71 16,0 0 104-16,40 89 19 0,-40-64-54 0,-4 4-99 16,-6 1-40-16,-1 1-7 0,-2 0 9 15,0-2-28-15,3-4-22 0,-2-1-2 16,3-5-14-16,2-6-32 0,4-4-16 16,3-6 1-16,0-3-1 0,3-4-37 15,7-10-39-15,6-2 63 0,3-7 12 0,3-4-63 16,3-3-62-16,1 1-50 0,-1 0-32 15,2 0-118-15,-7 8-252 0,9-7-774 0</inkml:trace>
  <inkml:trace contextRef="#ctx0" brushRef="#br0" timeOffset="33185.317">27031 15233 1828 0,'0'0'1255'0,"0"0"-711"0,-20 71-354 16,17-49 26-16,2 1 193 0,1-6-113 15,0-8-148-15,8-5-84 0,4-4-33 16,4-8-31-16,2-5-12 0,4-6-27 16,0-5-56-16,-1-3-1 0,-2 1 16 15,-2-2 25-15,-2 2 28 0,-4 2 27 0,-2 2 34 16,-5 1 9-16,-4 2 25 0,0 2 6 0,0-1-44 16,-5 1 7-16,-4 1 6 0,-2 5-15 15,-3 4 27-15,1 6-22 0,-4 1-33 16,-1 6-18-16,-1 8-46 0,-4 4 3 15,1 3 15-15,2 3-7 0,0-3-70 0,0 2-49 16,2-1-77-16,-2 2-152 0,5-6-298 16,-10 8-965-16</inkml:trace>
  <inkml:trace contextRef="#ctx0" brushRef="#br0" timeOffset="33951.244">27770 14898 1721 0,'0'0'1175'0,"0"0"-896"15,0 0-117-15,0 0 80 0,15 75 117 16,-15-28-45-16,-1 10-88 0,-8 13-81 16,-5 9-64-16,-1 6-17 0,-5 6 37 0,0 1 0 15,-5 1-3-15,-1-3-31 0,0-2-24 0,3-5-15 16,2-8-28-16,0-9-40 15,8-11-21-15,1-12-34 0,7-10-49 0,2-12-46 16,3-10-11-16,0-9-91 0,9-4-176 16,2-17-265-16,-2 4-683 0,1-26-150 0</inkml:trace>
  <inkml:trace contextRef="#ctx0" brushRef="#br0" timeOffset="34172.209">27850 15080 668 0,'0'0'2709'0,"0"0"-2348"0,0 0-282 0,0 0 97 16,0 0 81-16,86-17-74 0,-63 24-25 15,-4 5-60-15,3 2-27 0,-4 2-34 0,-6 4-7 16,-5 3-28-16,-4 2 1 0,-3 6 18 16,-11 1-9-16,-6 4-11 0,-5 0 30 15,-4-2-31-15,0-1 0 0,0-6-43 16,5-4-31-16,3-7-42 0,6-9-29 0,9-4-57 15,3-3-114-15,5-14-262 0,11-6-603 16,1 0-504 0,16-18 1433-16</inkml:trace>
  <inkml:trace contextRef="#ctx0" brushRef="#br0" timeOffset="34451.54">28255 15162 202 0,'0'0'1327'0,"0"0"332"0,0 0-1286 0,0 0-130 31,0 0 137-31,-4 86-14 0,-1-69-49 0,2 1-45 15,3-6-95-15,0-5-74 0,0-2-42 0,8-4-30 0,4-1-7 16,4 0 15-16,6-6-12 0,2-8-27 16,2-2-28-16,-1-4-20 0,-1 1-1 15,-4-2-15-15,-3 7 10 0,-8 3-1 16,-4 6 9-16,-5 2 19 0,0 3 27 16,-5 0 7-16,-9 0-7 0,-3 0-18 15,-6 3-16-15,-2 3 13 0,-1 4-7 0,2 3 10 0,1 3 15 16,1 2-52-16,2-1 9 15,5-2 16-15,1-4-62 0,8-2-68 0,4-6-201 32,2-3-294-32,0-2-697 0,5-6-527 15,15-17 1533-15</inkml:trace>
  <inkml:trace contextRef="#ctx0" brushRef="#br0" timeOffset="34905.408">28980 14591 111 0,'0'0'2774'0,"0"0"-2148"16,0 0-512-16,-28 98 41 0,8-51 191 16,-3 10 73-16,-4 4-56 0,1 4-100 15,1 0-71-15,2-2-56 0,4-4-81 0,4-6-55 0,7-5-42 16,4-9-83-16,4-4 13 0,2-8-13 16,6-6 27-16,9-7 15 0,2-6-2 15,6-7-4-15,2-1 0 0,3-5-22 16,4-5-19-16,-3 0-28 0,2 2 21 15,-4 4-21 1,-1 1 78-16,-3 3 79 0,-2 4 2 0,-1 6 29 16,-5 4 33-16,0 4 38 0,-5 4 58 15,-2 2-35-15,0 1-53 0,-1 2-30 16,-3 0 36-16,-2 0-37 0,1 3 12 0,-2 2-15 16,-3 2-12-16,0 3-23 0,0 4 75 15,-5 0 45-15,-4 0-73 0,-4 2-9 16,-2-2 15-16,-4-3 9 0,-1-2-49 15,-3-2 16-15,-2-6-1 0,-1-5-9 0,3-5 22 0,-1-8-19 16,4-5 4-16,2-5 54 0,5-9-31 16,5-11 25-16,5-9-46 0,3-12-30 15,7-11-33-15,9-8-6 0,5-1-4 16,8 2 7-16,3 3 8 0,6 6 4 16,3 5-34-16,2 3-18 0,3 3-61 15,1 3 12 1,2 2-16-16,-2 4-28 0,1 3-75 15,-1 2-165-15,-9 9-324 0,15-5-860 0</inkml:trace>
  <inkml:trace contextRef="#ctx0" brushRef="#br0" timeOffset="35243.215">30202 15144 3691 0,'0'0'1098'0,"0"0"-881"0,0 0-205 16,0 0-12 0,0 0 92-16,109 54 21 0,-55-50-16 15,3-4-42-15,10-9-55 0,5-10-21 16,2-6-28-16,2-6-61 0,-6-2-64 16,1-1-40-16,-8-2-48 0,-8 1-216 15,-15 7-488-15,-2-5-581 0</inkml:trace>
  <inkml:trace contextRef="#ctx0" brushRef="#br0" timeOffset="36794.504">14672 16451 734 0,'0'0'583'16,"0"0"809"-16,0 0-1131 0,0 0-50 0,-79 40 139 15,56-25-53-15,-2 5-51 0,-1-1-71 16,1 0-17-16,0 2 0 0,-1-1-29 16,1-1-3-16,-2 0-18 0,5-1-26 15,-2-2-21 1,2 3-27-16,2-2-13 0,3 1-21 0,1-1-11 16,4 0 11-16,5-3-15 0,3-3-3 15,4-3-4-15,0 0-8 0,7 1-25 16,8 0 38-16,6 3 17 0,5 1 12 15,3 0 13-15,2 1-22 0,1 0 12 16,1 0-3-16,-1-2-8 0,-3 1-1 16,-3 0 21-16,-7-1 10 0,-1-1-10 0,-9 0-3 0,2 0-2 15,-8 1 5-15,-1 1-6 0,-2 1 4 16,-3 0-4-16,-6 2-3 0,-4-4 13 16,-2 0-28-16,-3-1-37 0,0-3-27 15,-3 1-21-15,1-5-10 0,0-1-15 16,4-1-10-16,0-2-21 0,3-3-91 15,0-6-203-15,6 2-245 0,3-12-989 0</inkml:trace>
  <inkml:trace contextRef="#ctx0" brushRef="#br0" timeOffset="36957.283">14781 16986 2696 0,'0'0'1444'0,"0"0"-1236"0,0 0-93 0,-10 66 113 0,3-45 15 15,1-3-87-15,4-4-53 0,-1-4-50 16,3-5-53-16,0-2-43 0,0-3-48 16,4 0-114-16,3-8-56 0,6-5-54 15,-1-6-174-15,-1 3-586 0,7-18-876 0</inkml:trace>
  <inkml:trace contextRef="#ctx0" brushRef="#br0" timeOffset="37180.09">15344 16418 1334 0,'0'0'2124'16,"0"0"-1729"-16,0 0-158 0,-28 88 89 15,18-43-69-15,1 8-15 0,1 1-49 16,2 5-44-16,2-1-48 0,2 1-7 0,2 0-24 16,0-9-16-16,6-4-48 0,4-10-6 15,-1-9-36-15,1-9-98 0,-1-8 19 16,0-6 8-16,0-4 13 0,-1-1-25 15,1-9-28-15,0-8-87 0,-2-3-213 16,-4 2-572-16,-3-7-808 0</inkml:trace>
  <inkml:trace contextRef="#ctx0" brushRef="#br0" timeOffset="37342.994">14973 16752 2734 0,'0'0'1119'0,"0"0"-851"16,0 0-69-16,0 0 52 0,0 0-51 31,0 0 24-31,0 0-23 0,82 72-12 0,-46-67-58 16,5-5-62-16,3 0-69 15,4-8-27-15,2-7-100 0,1 0-83 0,-1-2-74 16,4 3-215-16,-15 3-636 0,24 6-1354 16</inkml:trace>
  <inkml:trace contextRef="#ctx0" brushRef="#br0" timeOffset="37743.772">16798 17018 1342 0,'0'0'91'0,"0"0"878"0,0 0-565 0,0 0-109 16,0 0 62-16,0 0 64 0,0 0-26 15,108 87-52-15,-65-65-66 0,9-6-66 16,1-5-77-16,8-7-49 0,-1-4-42 16,2-10-41-16,1-8-2 0,-3-6-73 15,-1-6-22-15,-3-6-11 0,-3-2-47 16,-4-5-56-16,-5 2-124 0,-10 2-259 0,-9 9-619 16,-8-4-517-16</inkml:trace>
  <inkml:trace contextRef="#ctx0" brushRef="#br0" timeOffset="38044.576">17404 16676 20 0,'0'0'2421'0,"0"0"-1998"0,0 0-141 0,0 0 40 15,-62 72-37-15,57-32-46 0,-1 6-20 16,4 7-23-16,2 3-13 0,3 5-20 16,7 0-16-16,1 1 12 0,4-1-22 15,0 0-64-15,-1-4-45 0,1-1-16 16,-3-3-9-16,-1-3 15 0,-4-3 4 15,0-3-20-15,-4-5-1 0,-3-5 17 16,0-5-15-16,0-4 0 0,-9-4 12 16,1-7-3-16,-4-1 3 0,-4-3-15 15,0-5-14-15,-4-2-19 0,-3-1-28 16,-3-2-3-16,0-3-12 0,-3-6 24 16,-1-1-21-16,-2-9-49 0,-1-2-20 0,-1-5-58 0,2-2-56 15,7-3-92-15,5 0-49 0,10 0-87 16,9 4-115-16,1 0-434 0,8 8-247 15,12-8 1130-15</inkml:trace>
  <inkml:trace contextRef="#ctx0" brushRef="#br0" timeOffset="38314.145">18116 16975 1596 0,'0'0'1803'0,"0"0"-1433"0,0 0-181 0,0 0 93 16,0 0-70-16,0 0-67 0,0 0-13 0,-67 83-30 15,53-55-26-15,-1 4 10 0,2 5 9 16,-2 6 2-16,5 1-36 0,1 4-27 16,0-1-10-16,6-1-3 0,3-4-18 0,0-2 0 31,8-4-3-31,7-4-1 0,-1-4-23 0,5-6-6 15,-1-6-56-15,1-4-30 0,3-7-21 16,-2-3-26-16,-1-2-46 0,2-5-104 16,-1-6-240-16,-3 1-732 0,1-14-1019 0</inkml:trace>
  <inkml:trace contextRef="#ctx0" brushRef="#br0" timeOffset="49869.583">31052 14443 795 0,'0'0'68'0,"0"0"1438"16,0 0-1125-16,0 0-102 0,0 0 47 16,0 0 8-16,0 0-45 0,0 0-54 15,0 0-67-15,-81-58 73 0,73 54-13 16,1 0-84-16,-1 1-37 0,-1 2 60 16,3 0 1-16,-2 1-47 0,1 0-51 0,0 2-25 0,-3 5-44 15,0 5-1-15,-1 4-1 0,-3 7 1 16,0 4 2-16,-3 5 0 0,0 5-2 15,0 0 15-15,3 2-15 0,-2 3-3 16,1 2 3-16,1 5 1 0,3 1-1 16,-1 1-2-16,7 0-10 0,-1 3 11 15,3-2-1 1,3 2-8-16,0-1-8 0,0-2 17 0,4-1-14 16,1-3 13-16,0-1-10 0,4-3 12 15,-2-2-4-15,0-5-8 0,-2-2-6 16,2-4 15-16,-2-2 0 0,0-2-27 15,-2 0-3-15,-2-4 30 0,1-1 3 16,-2-3-2-16,0-3-16 0,-6-3 6 0,-3-1-18 16,-4-4-7-16,-3 2-23 0,-2-6-16 0,-5 1-40 15,-1-4-55-15,0 0-71 0,-2-3-169 16,-1-7-264-16,1-5-540 0,7 5-404 16,-8-15 805-16</inkml:trace>
  <inkml:trace contextRef="#ctx0" brushRef="#br0" timeOffset="50244.496">31623 14991 307 0,'0'0'2223'0,"0"0"-1779"0,0 0-255 15,0 0 56-15,0 0 88 0,0 0-50 16,-90-7-101-16,65 14-101 0,-4 6-28 16,1 1 3-16,0 4 3 0,2 4-16 0,2 4 6 31,4 2 16-31,2 4 9 0,5 3 9 0,2-3-28 0,4 3-5 0,6-1-1 15,1-2-10-15,1-1-5 0,8-3 18 0,3-2-9 16,6-3 18-16,3-6 42 0,1-3-30 31,4-5-37-31,-1-6-36 0,1-3-37 0,-3 0 1 16,-1-5-19-16,-1-5-33 0,-3-5-50 16,-4-2-67-16,-3-1-88 0,-6-1-212 0,-4 5-610 15,-4-5-766-15</inkml:trace>
  <inkml:trace contextRef="#ctx0" brushRef="#br0" timeOffset="50408.267">31240 15238 408 0,'0'0'1216'0,"0"0"-183"0,0 0-638 0,0 0 32 16,0 0-32-16,0 0-87 0,90 31-106 0,-62-31-75 15,6 0-68-15,0-3-59 0,4-5-12 16,0-5-143-16,-1-3-60 0,1-3-42 15,-9 4-172 1,8-12-800-16</inkml:trace>
  <inkml:trace contextRef="#ctx0" brushRef="#br0" timeOffset="50856.185">32020 14816 68 0,'0'0'2832'15,"0"0"-2346"-15,0 0-200 0,0 0 183 16,0 0-19-16,0 0-155 0,0 0-127 16,0 0-58-16,-67 68-10 0,51-38 7 15,1 2 57-15,0 6-49 0,2 0-42 16,-2 5-28-16,5 1-12 0,-3 5 3 16,5 1-2-16,-3 1-19 15,6 1 3-15,-4-4-18 0,6-1-1 16,3-4-20-16,0-2 6 0,0-5 12 15,8-4-73-15,1-6 49 0,5-4-3 16,3-7-1-16,0-6-5 0,5-5 12 0,4-4 21 16,2-7-25-16,3-8 4 0,0-6-12 15,3-5-10-15,-3-5 4 0,2-5-10 16,-1-2-18-16,0-4 10 0,0-5-13 0,-1-1 12 0,0-1 6 16,-3-1 9-16,-2-2 18 0,-3 0 10 15,-5-2-6-15,-3 0-28 0,-6 3 34 16,-6-2 18-16,-3 4 25 0,-7 4-25 15,-7 6 0-15,-4 7 1 0,-1 7 48 16,0 11 30-16,-1 3-6 0,0 8-15 16,0 3-27-16,-3 7-31 0,-1 7-18 0,-4 5-21 0,-1 5-16 15,1-1-12-15,-1 2-52 0,0 0-29 16,3-4-148-16,1-1-184 0,8-5-516 16,-9 2-777-16</inkml:trace>
  <inkml:trace contextRef="#ctx0" brushRef="#br0" timeOffset="51210.25">32039 14904 49 0,'0'0'2501'16,"0"0"-2047"-16,0 0-221 0,0 0 165 16,0 0 59-16,-13 89-75 0,6-60-135 15,-1 3-54-15,0 1-24 0,0 4 16 0,-3 0-39 16,2 0-73-16,0-4-73 0,1-2 0 0,-1-6-88 15,3-3-55-15,1-5-18 0,2-4 5 16,3-5-34-16,0-3-100 0,0-5-160 16,2 0-159-16,2-3 4 0,4-5 173 15,-1-2 185-15,1 0 105 0,3 0 73 0,-2 1 69 16,-1 4 148-16,-1 1 85 0,0 4 35 16,2 0 26-1,-1 0 23-15,3 7-5 0,1 1-21 16,1 3-39-16,5 3-64 0,-5 0-51 15,1 2-28-15,0 1-20 0,0 1-5 0,-2-3 14 16,-1 1-9-16,0-4-57 0,-1-1-32 16,-3-3-126-16,1-5-90 0,-2 0-66 15,0-3-38-15,-3 0-177 0,0-1-549 16,-3-10-673-16</inkml:trace>
  <inkml:trace contextRef="#ctx0" brushRef="#br0" timeOffset="51475.402">32456 15033 316 0,'0'0'2704'0,"0"0"-2159"16,0 0-270-16,0 0 155 0,0 0-50 15,0 0-94 1,95 4-115-16,-63-4-86 0,-1-1-61 0,2-5-24 16,-1-1-46-16,-2-1-85 0,-1-3-41 15,-4 0-52-15,-6 2-104 0,-7-1-252 16,-7 4-599-16,-5-1-690 0</inkml:trace>
  <inkml:trace contextRef="#ctx0" brushRef="#br0" timeOffset="51687.424">32596 15118 95 0,'0'0'2115'16,"0"0"-1344"-16,0 0-365 0,-33 84-7 15,25-55 97-15,2 2-106 0,1 0-126 16,2 2-56-16,-3-1-47 0,5-1-58 16,1-2-9-16,0-1-36 15,0-6-6-15,4-3-40 0,2-4-10 16,2-6-2-16,1-1 0 0,2-3-37 15,2-3-41-15,2-2-41 0,-1-4-12 0,6-9-39 16,-1-5-90-16,4-5-191 0,-6 6-522 0,7-14-894 0</inkml:trace>
  <inkml:trace contextRef="#ctx0" brushRef="#br0" timeOffset="51927.586">32839 15229 1717 0,'0'0'1600'16,"0"0"-1374"-16,0 0-58 0,0 0 219 16,0 0 5-16,0 0-136 15,0 0-137-15,0 0-60 0,0 0-1 16,0 0 0-16,79 54-9 0,-66-49-16 16,0 0-8-16,-1 2-4 0,0 1-18 15,-3 0-2-15,0-1-1 0,-2 1-14 0,0 0-5 16,-2-1-41-16,-1-1-81 0,0 0-40 15,-1-3-50-15,0-1-45 0,2-2-113 16,2 0-252-16,0-8-506 0,-1 1-242 0,4-10 705 0</inkml:trace>
  <inkml:trace contextRef="#ctx0" brushRef="#br0" timeOffset="52128.058">33129 15066 232 0,'0'0'1262'0,"0"0"-557"0,0 0-379 0,-61 81-68 16,38-49 102-16,0-1 3 0,-1 2-60 16,0-3-61-16,4-1-54 0,0-4-70 15,3-4-102-15,1-4-16 0,6-5-118 16,3-3-66-16,1-6-106 0,3-3-157 16,3-3-641-1,0-6-901-15,6-14 1799 0</inkml:trace>
  <inkml:trace contextRef="#ctx0" brushRef="#br0" timeOffset="52474.841">33233 14934 924 0,'0'0'664'0,"0"0"-63"0,0 0-349 0,0 0 119 16,0 0 68-16,0 0-83 0,82-50-119 15,-71 45-93 1,3-2-39-16,-3 3-27 0,-3 4-38 15,1-2-21-15,0 2 0 0,-4 0-1 16,1 6 10-16,-1 2 69 0,-2 3 5 16,-1 6-37-16,-2 1-22 0,0 1-12 0,0 4-28 15,0 2 31-15,0-2-32 0,-2 4 25 16,-1-4-25-16,-2 1 19 0,2-1-20 16,-3 1 0-16,4-1 11 0,-1 1-9 0,-3 3-3 15,3 3 1-15,-1 0 72 0,-2-2-54 16,-1-1 5-16,-1-1 2 0,0-3-25 15,-1 0-1-15,1-1 10 0,-1-2-10 16,0-2-3-16,1-1-28 0,-1-2-33 0,-1-3 12 16,1 0 21-16,-1-3-22 0,-3-2-48 15,0-1-48-15,-2-1-31 0,-1-3-11 16,-4 1-45-16,-3-1-144 0,6 0-340 16,-22 0-680-16</inkml:trace>
  <inkml:trace contextRef="#ctx0" brushRef="#br0" timeOffset="53914.316">18203 17083 179 0,'0'0'1350'16,"0"0"369"-16,0 0-1205 15,0 0-130-15,0 0 13 0,0 0-74 16,86 47-57-16,-56-43-49 0,5-2-96 16,3-2-51-16,1-5-28 0,4-6-8 15,-4-5-22-15,-2-4-12 0,-2 1-82 16,-8-2-55-16,-4 3-36 0,-4 3-50 0,-8 3-93 15,-5 5-248-15,-3 1-706 0,-3 4-775 16</inkml:trace>
  <inkml:trace contextRef="#ctx0" brushRef="#br0" timeOffset="54077.05">18436 17205 809 0,'0'0'270'15,"0"0"780"-15,-39 74-452 0,23-45-164 16,-2 7-14-1,0-1-36-15,3-3-86 0,1-5-105 16,3-5-104-16,5-8-89 0,5-7-46 0,1-4-87 16,0-3-73-16,3-1-36 0,7-10-111 15,-2 0-279-15,7-16-655 0</inkml:trace>
  <inkml:trace contextRef="#ctx0" brushRef="#br0" timeOffset="54238.561">18517 17254 218 0,'0'0'248'0,"0"0"-101"0,0 0 1152 0,0 0-732 15,17 83-196-15,-15-55-19 0,2 1 24 16,0 1-39-16,2-2-11 0,5-1-40 16,0-5-74-16,2-4-64 0,4-6-87 15,1-6-61-15,3-6-80 0,0-6-95 16,4-10-65-16,-1-11-71 0,-6 6-298 16,6-24-1115-16</inkml:trace>
  <inkml:trace contextRef="#ctx0" brushRef="#br0" timeOffset="54461.863">19057 17021 82 0,'0'0'818'0,"0"0"1169"0,0 0-1507 0,0 0-141 16,56 75 58-16,-40-57-83 0,0-2-76 15,-1 0-53-15,0 0-102 0,-1-2-56 16,-3 0-12-16,0 2-15 0,-8 7-3 0,-3 2 3 15,0 5-43-15,-8 4-45 16,-8 4-29-16,-2 2-13 0,-5-2-18 0,1-2-4 16,-1-4-38-16,2-7-116 0,3-9-255 15,3-9-597-15,4-6-822 0</inkml:trace>
  <inkml:trace contextRef="#ctx0" brushRef="#br0" timeOffset="54631.077">19784 17193 973 0,'0'0'2310'16,"0"0"-1642"-16,0 0-125 0,0 0-54 16,83 19-193-16,-63-19-172 0,-4-6-124 15,3-4-51-15,-3-2-129 0,-2 0-89 0,-4-1-162 0,-4 2-361 16,-6 0-985-16</inkml:trace>
  <inkml:trace contextRef="#ctx0" brushRef="#br0" timeOffset="54815.893">19760 17396 232 0,'0'0'710'0,"0"0"1340"16,0 0-1479-16,0 0-69 0,0 0 7 15,0 0-88-15,0 0-95 0,87 46-95 0,-68-46-83 16,-1-6-69-16,1-5-79 0,1-2-68 15,-5-5-80-15,2-1-86 0,-4-2-71 16,1-4-214-16,-5 7-621 0,4-9-1059 0</inkml:trace>
  <inkml:trace contextRef="#ctx0" brushRef="#br0" timeOffset="55078.483">20199 17371 772 0,'0'0'2247'16,"0"0"-1842"-16,31 75-271 0,-17-49 87 15,1 0 156-15,0-7-57 0,0-7-85 16,2-10-109-16,1-3-75 0,2-14-51 0,1-9-25 0,0-7-12 16,1-7-39-16,-2-4-1 0,0-1-3 15,-4 3 30-15,-2 2 19 0,-2 5 29 16,-5 5 2-16,-6 4 32 0,-1 6 15 16,-5 4 39-16,-7 1 6 0,-6 4-9 15,-3 0-9-15,-3 3 20 0,-4 2-20 16,-3 2-1-16,0 2-18 15,-2 3-25-15,0 7-30 0,0 4-14 16,0 3-44-16,0 4-27 0,2 3-105 16,1 4-37-16,3-1-45 0,8-4-247 15,-7 9-1060-15</inkml:trace>
  <inkml:trace contextRef="#ctx0" brushRef="#br0" timeOffset="55679.88">21961 17334 650 0,'0'0'1250'0,"0"0"97"0,0 0-890 0,0 0-149 15,98 31-1-15,-58-31-59 0,2 0-88 0,5-10-43 16,0-5-47-16,-1-2-52 0,0-4-18 15,-4-2-49-15,0-2-80 0,-6 1-75 16,-3 0-53-16,-6 2-37 0,-8 7-132 16,-4 1-707-16</inkml:trace>
  <inkml:trace contextRef="#ctx0" brushRef="#br0" timeOffset="55896.073">22028 17576 2751 0,'0'0'523'15,"0"0"-212"-15,0 0 83 0,88 25 31 0,-49-22-79 0,6-1-116 16,0-2-87-16,1-4-42 0,1-9-52 16,-3-3-22-16,-4-3-27 0,0-5-26 15,-2-4-96-15,-5-1-71 0,-2-1-52 16,-7 1-95-16,-2-1-189 0,-8 8-598 15,-7-6-954-15</inkml:trace>
  <inkml:trace contextRef="#ctx0" brushRef="#br0" timeOffset="56196.662">22412 16912 293 0,'0'0'2171'0,"0"0"-1553"0,0 0-175 0,75 11-36 16,-39-3-72-16,6 4-46 0,1 3-83 0,3 0-62 16,1 1-28-16,1-1-21 0,-3 1-37 15,-2 1-43-15,-4 1 1 0,-6 2-13 16,-4 3-2-16,-6 1-1 0,-5 4-31 16,-9 3-9-16,-6 7-20 0,-3 4 23 15,-9 3 3-15,-9 5-18 0,-5 0 25 0,-3 0 25 16,-4 0-17-16,-2-2 17 0,-4-1-56 0,-4-3-59 15,-5 2-15-15,0-6-44 0,-2-1-54 16,1-4-144-16,0-7-299 0,13-9-529 16,-12 2-572-16</inkml:trace>
  <inkml:trace contextRef="#ctx0" brushRef="#br0" timeOffset="58840.587">3956 9525 2587 0,'0'0'565'0,"0"0"-294"0,0 0-17 15,0 0 70-15,0 0 29 16,0 0-59-16,0 0-60 0,0 0-57 15,0 0-21-15,0 0-29 0,0 0-20 16,-78-14-34-16,63 22-73 16,2 8 0-16,0 3-34 0,-1 7 16 15,2 5 17-15,1 5 0 0,2 5-11 16,2 6 12-16,4 0 21 0,3 3-20 16,0 5 23-16,0-3-23 0,10 2 18 0,3-4-19 15,3-3-1-15,4-5 0 0,2-5-2 16,5-3 3-16,1-8 0 0,2-6 1 15,0-4 2-15,2-9 21 0,1-3-12 0,2-4 11 16,2-10-23-16,-1-9-3 0,0-7-18 16,0-8-18-16,0-4-7 0,-4-4-30 0,0-5-6 15,-5-1 9 1,-1-2-12-16,-2-1-4 0,-5 2 7 0,0 1-1 16,-5 5 0-16,-5 1 0 0,-6 7 19 15,-3 8 21-15,-2 4 43 16,-10 7 24-16,-3 4 10 0,-5 6 3 15,-1 3 3-15,0 3 0 0,-2 1-12 16,4 10-22-16,-2 2-6 0,-1 8-62 16,3 8 28-16,0 6 34 0,1 5 2 15,2 7 41-15,-3 3 27 0,3 4-2 16,1 6-13-16,-2 1 9 0,2 6-15 0,2 5-16 16,-3 0 13-16,3 3-22 0,2 3 7 0,-1-2-1 15,3-2-14-15,-2-2-13 0,2-1 21 16,-1-4-6-16,3-6-18 0,0-1 3 0,1-9 9 15,1-7 1-15,4-7-1 0,1-10-10 16,0-7-2-16,0-9-21 0,0-8-55 16,0-3-9-16,3-2-31 0,4-10-61 15,5-7-4-15,1-9-54 0,5-8-151 0,-5 6-376 0,12-21-974 16</inkml:trace>
  <inkml:trace contextRef="#ctx0" brushRef="#br0" timeOffset="59040.975">4832 10137 2463 0,'0'0'1577'0,"0"0"-1234"0,0 0-74 16,0 0 99-16,0 0-51 0,0 0-62 15,76 71-118-15,-67-66-125 0,-2 0-12 16,0-2-91-16,-2-2-70 0,-1 1-94 15,-4-2-231-15,0 0-784 0,-3 5-1279 0</inkml:trace>
  <inkml:trace contextRef="#ctx0" brushRef="#br0" timeOffset="59172.453">4803 10414 1997 0,'0'0'1826'0,"0"0"-1471"0,0 0-246 0,0 0 198 15,0 0 101 1,0 0-100-16,-9 73-98 0,11-67-95 15,3 0-100-15,4-5-15 0,4 2-106 16,0-2-98-16,6-1-125 0,-6 0-364 16,8-3-1229-16</inkml:trace>
  <inkml:trace contextRef="#ctx0" brushRef="#br0" timeOffset="60960.932">23846 17026 797 0,'0'0'195'0,"0"0"1218"0,0 0-988 16,0 0-238-16,0 0 5 0,0 0 110 15,0 0-2-15,0 0-38 0,0 0-78 16,0 0-23-16,-52-28-77 0,37 46-38 15,-1 5-43-15,0 8 38 0,1 4-4 0,0 3 9 0,3 3-9 16,1 4-10-16,5 0 7 0,3 5 0 16,3-1-3-16,0 1-13 0,4-4-18 15,8-3-12-15,1-6-19 0,7-6 31 16,3-6-1-16,7-5-15 0,2-6 16 16,5-4 27-16,-1-7-2 0,-1-3-25 15,0-8-52 1,-1-10-16-16,2-6 1 0,-2-5 2 15,0-6-25-15,-3-1 0 0,-4-2 22 16,-3-1 25-16,-2 0 18 0,-2 0 24 0,-4 3 1 16,-5 1 0-16,1 4 15 0,-5 5 35 15,-4 3-16-15,-3 4 16 0,0 4 27 16,-7 1 0-16,-4 3-9 0,-1 3 18 16,-1-1-40-16,-3 4 16 0,1 2-19 0,0 3 0 0,0 0-20 15,-1 10-23-15,0 5-18 0,1 7-13 16,-1 6 31-16,-2 5 2 0,1 6 20 15,-2 4-7-15,1 0 9 0,0 4-24 16,0 1 0-16,0 1-3 0,0 4-12 0,3-3-16 16,-1 3-21-16,5 0 3 0,-1-3 19 15,5 2 8 1,1-4 10-16,0-1 9 0,3-3-10 16,2-4 1-16,0-5-3 0,1-3 13 15,0-6 1-15,0-7-2 0,0-2-16 16,2-6-5-16,-2-1-4 0,3-6-15 15,-1 0 2-15,-1-4-2 0,-1 0-9 0,3 0-17 16,-3 0-24-16,2-4-25 0,1 0 2 16,0-5 18-16,-1-1-40 0,4-2-102 0,0-5-139 15,-2 4-321-15,3-14-801 0</inkml:trace>
  <inkml:trace contextRef="#ctx0" brushRef="#br0" timeOffset="61482.282">25770 17240 121 0,'0'0'1770'15,"0"0"-989"-15,0 0-293 0,0 0-141 16,0 0 0-16,0 0 14 0,15 86-106 15,-5-54-76-15,-5 2-83 0,3 1-1 16,-2-1-28-16,-4-3-6 0,1-1-18 16,-1-4-24-16,-2-5-17 0,0-1-2 0,0-5 0 0,0-5-49 15,-2-1-22-15,-1-6-15 0,1-2-39 16,-3-1-57-16,1-2-32 0,-4-9-93 16,0-2-141-16,2-2-242 0,-5-13-700 0</inkml:trace>
  <inkml:trace contextRef="#ctx0" brushRef="#br0" timeOffset="61662.704">25649 16962 1296 0,'0'0'209'0,"0"0"782"0,0 0-668 0,0 0 10 15,0 0 65-15,86-19-117 0,-61 12-193 16,3-2-88-16,3 0-21 0,3 0-61 0,1 1-32 15,-2 2-79-15,1-1-173 0,-9 4-650 0,6 1-758 16</inkml:trace>
  <inkml:trace contextRef="#ctx0" brushRef="#br0" timeOffset="61963.264">26203 17058 186 0,'0'0'2028'15,"0"0"-1482"-15,0 0-174 0,0 0 112 0,0 0-33 16,-15 72-47-16,11-54-111 0,0-2-106 15,-2 1-62-15,1 3-45 0,2-1-38 16,0 3-11-16,3-5-10 0,0 1-18 16,0-3 0-16,2-1-1 0,4 1-2 15,1-3-1-15,2-2 1 0,2-2 0 16,-1-3 3-16,4 2 0 0,-2-2-1 16,0 1 1-16,1-1 10 0,-2 0-10 0,1 2 18 15,-1 0-3-15,0 1-6 0,-6 0-12 16,0 1-14-16,-4-1-1 0,-1 2-9 15,-1 1-22-15,-7 1-33 0,-3-2-28 16,-3 0-18-16,-1 1-53 0,-4-2-54 16,-3-1-59-16,-2 2-121 0,-5-1-222 0,8-2-635 15,-17 3-567-15</inkml:trace>
  <inkml:trace contextRef="#ctx0" brushRef="#br0" timeOffset="63064.228">27503 17237 824 0,'0'0'248'0,"0"0"753"0,0 0-444 0,0 0-152 0,-91-1 29 16,68 12-96-16,-1 3-64 0,1 5-59 0,3 5-16 16,1 7-36-16,4 2-27 0,3 5-11 15,4 4-45-15,5-3-22 0,3-3-33 16,0-4-7-16,10-4-18 0,1-7-19 15,4-5 3-15,2-6-11 0,3-6-34 0,1-4 2 16,3-3 4-16,2-8-18 0,1-5-32 16,0-5 22-16,1 0 3 0,-5 1-10 0,0 2 3 15,-1 6 31-15,-1 2 19 0,-3 7-22 16,-3 2 15-16,0 1 0 0,-3 4 29 16,-3 6 15-16,0 4 38 0,-1 2 28 15,-6 1-1-15,2 0-9 0,-1-1 6 16,-3-2-12-16,2 0-38 0,-2-4-12 0,1-3-3 15,1-4-47 1,-1-3-89-16,1 0-59 0,2-6-72 16,0-7-75-16,4-7-166 0,-1 3-568 15,1-22-479-15</inkml:trace>
  <inkml:trace contextRef="#ctx0" brushRef="#br0" timeOffset="63311.91">27947 16772 1672 0,'0'0'726'16,"0"0"-123"-16,0 0-351 0,0 0 13 0,0 0 167 16,0 0 18-16,0 0-95 0,0 0-150 15,0 0-85-15,0 0-5 0,-9 80-2 16,4-42 57-16,2 3-46 0,1 7-51 16,-3-1-6-1,2 1-31-15,-2 2-21 0,0-1-15 16,3 1-3-16,-1-3-73 0,0 0-51 0,0-3-21 15,1-4-32-15,2-4-24 0,0-8-121 16,9-7-260-16,5-12-461 0,-4-5-258 16,11-12-148-16</inkml:trace>
  <inkml:trace contextRef="#ctx0" brushRef="#br0" timeOffset="63612.228">28289 17245 1585 0,'0'0'649'0,"0"0"160"0,0 0-413 0,0 0-89 15,0 0 143-15,0 0-56 0,-32 67-130 16,21-48-86-16,2 1-62 0,-1-4-31 0,3-4-27 16,2-4-34-16,5-2-24 0,0-3-33 15,0-3-7-15,2 2 4 0,6-2 11 16,4 0 10-16,5 0-31 0,1 0-3 31,4 0 0-31,-2 0 22 0,2 1 26 0,-1 5-11 16,-3 0 10-16,0 3 1 0,-3 2 1 15,-3 1 11-15,-3 3 53 0,-1 0 15 16,-2 0-24-16,-6 2-15 0,0 0-4 0,0-1-2 16,-6 1-7-16,-5 1-2 0,-3-2-25 15,-2-1 0-15,-3-5-52 0,3-1-30 16,-2-6-31-16,3-3-9 0,3 0-32 16,1-3-48-16,5-9-86 0,2-6-135 15,3 5-319-15,1-22-769 0</inkml:trace>
  <inkml:trace contextRef="#ctx0" brushRef="#br0" timeOffset="63897.383">28650 17356 349 0,'0'0'2019'0,"0"0"-1371"0,0 0-240 0,27 68 79 16,-21-49-12-16,2-1-92 0,-2-5-135 16,1-4-116-1,4-5-74-15,1-4-25 0,2 0-9 16,3-10 7-16,2-6 2 0,1-4 4 0,0-4-19 15,-1-4-4-15,1 1-14 0,-3 0-15 16,-5 3 14-16,-1 5 1 0,-6 3 2 16,-1 5 13-16,-4 2 3 0,-4 3 37 15,-7 3-15-15,-5-1-22 0,-5 3-15 16,-4 1-3-16,0 0-34 0,-4 1 4 0,1 6-6 16,-2 2-46-16,1 5-46 0,2 0-12 15,-2 5-16-15,1 2-50 0,3 3-109 16,-1 0-226-16,7-5-609 0,-6 9-797 0</inkml:trace>
  <inkml:trace contextRef="#ctx0" brushRef="#br0" timeOffset="65338.014">30038 17212 1679 0,'0'0'990'0,"0"0"-533"0,0 0-174 31,0 0-13-31,0 0 133 0,0 0 20 0,0 0-121 16,12 71-109-16,-9-39-86 15,0 2-13-15,-1 1-20 0,-2-2-29 0,0-5-29 16,0-6-16-16,0-6-27 0,0-3-55 16,0-4-52-16,0-3-53 0,0-5-25 15,0-1-75-15,0 0-197 0,-3-1-480 16,-10-15-912-16</inkml:trace>
  <inkml:trace contextRef="#ctx0" brushRef="#br0" timeOffset="65505.926">30013 16994 1292 0,'0'0'1618'0,"0"0"-1279"0,0 0-151 16,0 0 157-16,0 0 4 0,0 0-171 16,82-11-150-16,-59 5-28 0,5 0-150 15,-3-2-95-15,0 0-67 0,-5 3-270 0,3-2-993 0</inkml:trace>
  <inkml:trace contextRef="#ctx0" brushRef="#br0" timeOffset="65838.316">30385 17208 1444 0,'0'0'1162'0,"0"0"-629"0,0 0-223 0,-6 76 116 15,3-52 44-15,-1-1-50 0,0-2-138 16,1-3-120-16,3-5-74 0,0-3-36 0,0-5-25 15,0-2-27-15,0-3 0 0,3 0-40 16,1-7-14-16,3-4-16 0,4-5-7 16,0-3-11-16,3-2 11 0,-2-2 16 15,-1 3 31-15,3 1 17 0,-3 2 11 0,-1 3 0 16,0 3-1-16,-1 2-15 0,-1 6 16 16,-2 0 2-1,-2 3 42-15,0 0 28 0,-1 1-12 16,0 6 3-16,0 0-3 0,0 4 0 15,0 2-15-15,-1 1-22 0,0 1-18 16,1 1 16-16,-2-2 2 0,1 1-18 0,-1-2-3 16,2-3-40-16,-1 1-72 0,1-4 5 15,0-2-77-15,-1-1-87 0,4-4-104 16,-3 0-378-16,8-4-966 0</inkml:trace>
  <inkml:trace contextRef="#ctx0" brushRef="#br0" timeOffset="66100.823">30939 17217 1258 0,'0'0'1821'16,"0"0"-1489"-1,0 0-98-15,0 0 223 0,24 70 18 16,-19-45-94-16,-2 0-140 0,2 5-104 16,-4 1-21-16,1 1-13 0,-2 2 24 15,0 1-36-15,0-1-40 0,-6 1-11 16,-1 1-22-16,-3-1 0 0,-1 0-18 0,-4-3 12 15,0 3-12-15,-3-4 1 0,1-3-1 16,-4-2 0-16,-1-6-33 0,2-2-4 0,-3-3-17 16,0-7 24-16,2-3-28 0,2-5-29 0,0 0-35 15,4-12-30-15,1-7-36 16,3-11-109-16,3-6-321 0,1 3-720 0,0-31-1106 0</inkml:trace>
  <inkml:trace contextRef="#ctx0" brushRef="#br0" timeOffset="66254.35">30937 16984 1964 0,'0'0'1804'16,"0"0"-1498"-16,0 0-116 0,0 0 333 31,0 0-68-31,0 0-221 0,89-50-216 16,-58 42-18-16,-1 0-152 0,5 2-100 15,-1 0-94-15,-3 5-233 0,-6 0-612 0,3 1-1346 0</inkml:trace>
  <inkml:trace contextRef="#ctx0" brushRef="#br0" timeOffset="66456.452">31494 17654 2232 0,'0'0'2568'0,"0"0"-2265"0,0 0-276 15,0 0 25-15,0 0 122 0,0 0 53 16,0 0-127-16,0 0-100 0,0 0-118 0,0 0-40 16,0 0-91-1,-20 2-281-15,23-18-830 0</inkml:trace>
  <inkml:trace contextRef="#ctx0" brushRef="#br0" timeOffset="79200.975">24658 9507 1281 0,'0'0'1805'0,"0"0"-1537"0,0 0-33 0,0 0 169 16,0 0 5-16,0 0-51 0,0 0-46 16,0 0-37-16,0 0-139 0,0 0-33 15,-38-22-36-15,35 37-22 0,-1 10 10 0,-2 10 26 16,-3 9 16-16,-2 14-30 0,-2 9-28 16,-5 11-6-16,-2 8-31 0,-1 7-2 0,-3 3 0 15,-1 3-2-15,3 2 2 0,-1-7-21 16,3-6-37-16,6-10-32 0,2-14-28 15,7-15-21-15,3-13-10 0,2-12-24 16,5-11-34-16,6-7-90 0,5-6-190 0,-2-6-277 16,13-23-773-16</inkml:trace>
  <inkml:trace contextRef="#ctx0" brushRef="#br0" timeOffset="79506.105">24953 9956 1258 0,'0'0'2330'16,"0"0"-2014"-16,0 0-155 0,-81 25 97 16,43-6-16-16,-4 6-79 0,-2 5-108 15,1 2-55-15,6 2-27 0,4-4-7 16,2 1-43-16,7-1-9 0,2-2-22 0,3-2 11 16,2-2 23-16,1-1 18 0,1-4 9 15,1 0 47-15,0-5 16 0,3-3 27 0,0 0 4 16,2-1-7-16,3 0 13 0,1 0 25 15,4 4 2-15,1 0-18 0,1 3 6 0,10 2 15 16,3 0 0-16,0 0 18 0,6-1 9 16,-2-1-6-16,3-3-4 0,1-4-6 15,2 0-30-15,-2-4-30 0,1-3-31 16,2 0-2 0,0-3-1-16,1 0-98 0,-1-10-48 15,4 0-43-15,-2-4-78 0,1-5-224 0,-7 3-556 16,4-9-763-16</inkml:trace>
  <inkml:trace contextRef="#ctx0" brushRef="#br0" timeOffset="79831.812">24967 10351 2839 0,'0'0'461'0,"0"0"-254"0,0 0 93 0,0 0 146 16,0 0-25-16,-1 70-93 0,2-65-169 15,8 0-126-15,1-4-31 0,5-1 1 16,1 0-3-16,2-4 0 0,4-5-30 15,0-5-40-15,-1-4-40 0,2-1-10 16,-4 0-5-16,-3-1 1 0,-5 3 29 0,-2 4 24 0,-6 2 55 16,-3 5 16-16,-2 0 47 0,-9 1-4 15,-2 3 25-15,-6-2-3 0,0 2-29 16,-2 2 7-16,-1 0 13 0,-1 8 2 16,4 8 19-1,-4 7-7-15,3 8 6 0,0 2 16 0,1 6 2 16,2-1-8-16,4-2-29 15,4 1-51-15,5-8-6 0,2-6-27 0,2-6-16 16,6-9-69-16,5-3 8 0,6-5-18 16,3-7-49-16,6-10-72 0,1-4-136 15,4-5-313-15,-9 3-466 0,13-13-419 0</inkml:trace>
  <inkml:trace contextRef="#ctx0" brushRef="#br0" timeOffset="80063.964">25404 10231 1383 0,'0'0'1448'0,"0"0"-1152"0,0 0-76 0,0 0 31 15,59 81 105-15,-51-50-49 0,-6 5 6 16,-2 2-73-16,0 2-44 0,-4 3-25 0,-5 0-37 16,-3-1-70-16,-2-3-46 15,4-7-17-15,0-4-1 0,5-9-12 0,-1-5 11 32,3-7 1-32,1-3 18 0,2-4 13 0,0 0 8 15,0-2-12-15,0-6-8 0,3-5-19 16,5-5-13-16,0-7-2 0,6-3-12 0,0-5-31 15,4 1-48-15,3-2-28 0,5 0-3 16,1 2-23-16,3 4-67 0,3 1-141 16,0 1-270-16,-8 7-558 0,12-7-834 0</inkml:trace>
  <inkml:trace contextRef="#ctx0" brushRef="#br0" timeOffset="80548.59">26188 10059 3599 0,'0'0'570'16,"0"0"-393"-16,0 0 89 0,0 0 35 15,0 0 23-15,-23 67-50 0,19-37-99 16,3 1-81-16,1 6-25 0,0 0-14 0,1-1-7 16,7-2-37-16,0-5-11 15,3-3-12-15,5-7 0 0,-1-3-6 0,2-5-3 16,0-5-6-1,3-4-4-15,3-2-20 0,5-3 27 16,-1-8-52-16,5-5-6 0,-1-4 7 16,1-6 2-16,-2-2-6 0,1-5 0 0,-3 0-9 15,-3-3 5-15,-2-1-20 0,-6-3-60 16,-7 4 102-16,-5-1-17 0,-5 7 78 16,-2 1 0-16,-5 5 16 0,-2 7 60 15,-2 7 16-15,1 5 28 0,0 4-10 0,-2 1-53 16,1 2-26-16,-4 10-10 0,-1 3 1 15,-1 7 8-15,1 3 3 0,1 7 13 0,-3 2-19 16,-1 7 10-16,3 7 17 0,-7 4-17 16,0 9-4-16,-2 3-6 0,-4 10-24 15,-1 1 13-15,-1 3-14 0,3 0-2 0,0-3 0 16,2-6 0 0,3-2-22-16,4-8-20 15,5-7-13-15,6-9 4 0,4-7-13 0,4-11 9 16,3-6-18-16,7-8-27 0,3-11-19 15,7 0-56-15,0-14-83 0,4-9-186 16,-6 4-504-16,7-21-726 0</inkml:trace>
  <inkml:trace contextRef="#ctx0" brushRef="#br0" timeOffset="80732.777">26760 10453 2809 0,'0'0'1290'0,"0"0"-1050"0,0 0 122 0,0 0 45 32,0 0-121-32,95 23-74 0,-75-17-121 15,2-3-91-15,-2-1-6 0,2-1-91 16,-3 1-94-16,-2 1-49 0,-5-2-63 16,-4 4-314-16,-7-1-748 0,-9 8-1277 0</inkml:trace>
  <inkml:trace contextRef="#ctx0" brushRef="#br0" timeOffset="80902.121">26630 10703 2985 0,'0'0'1050'0,"0"0"-830"15,0 0 99-15,0 0-5 0,0 0-39 0,0 0-17 16,0 0-21-16,0 0-110 0,91 2-48 16,-63-4-49-16,-1-4-30 0,2 0-87 15,0 1-88-15,0-2-59 0,0 2-89 0,-7 5-335 0,9 0-1034 16</inkml:trace>
  <inkml:trace contextRef="#ctx0" brushRef="#br0" timeOffset="81471.018">27801 9783 2546 0,'0'0'540'15,"0"0"-253"-15,0 0 72 0,0 0 56 0,0 0-67 16,0 0-157-16,0 0-102 0,0 0-49 15,-93 67 9-15,60-30 10 0,-2 8-23 0,0 1 10 16,0 1-9-16,2 0-25 0,4-4-12 16,4-2 0-16,7-5-3 0,4-7 3 15,6-3 1-15,4-7-1 0,4-3-15 16,0-2-19-16,4-3-9 0,7 1 0 16,1-2 13-16,-1 2 27 0,3 2 1 0,-2 2 2 15,-1 4 18-15,0 3 28 0,0 3-15 0,-3 6 17 16,-1 3 11-16,-1 7 14 0,-4-1 6 15,-1 3 113-15,-1 1-92 0,0-3-58 16,0-4-42-16,0-3-15 0,-1-4-9 16,1-5-1-16,0-2-23 0,3-3-37 15,2-5-31-15,1 0-39 0,3-5-56 16,-2-3-69-16,0-4-182 16,-1 0-283-16,4-4-800 0</inkml:trace>
  <inkml:trace contextRef="#ctx0" brushRef="#br0" timeOffset="81706.543">28014 10417 3283 0,'0'0'972'0,"0"0"-696"0,0 0-82 0,0 0 103 16,0 0-62-16,0 0-71 0,99 16-39 15,-68-16-62-15,3-2-63 0,4-7-15 16,3-4-106-16,1-3-58 16,-1-3-47-16,-2-2-68 0,-3 0-281 15,-14 4-600-15,-2-8-897 0</inkml:trace>
  <inkml:trace contextRef="#ctx0" brushRef="#br0" timeOffset="81988.349">28216 10101 1949 0,'0'0'453'0,"0"0"355"16,0 0-417-16,0 0-120 0,0 0 62 16,0 0-63-16,-56 86-60 0,54-57-22 15,2 6-23-15,0 3-43 0,0 4-31 16,3 3-45-16,1 5-22 0,-4 5-9 16,0 3-2-16,0 0-10 0,0 1 8 15,0 0-11-15,-4-5-3 0,1-4 1 0,0-3-14 0,1-5-23 16,0-4-28-16,1-6-21 0,-2-4 27 15,1-3-4-15,1-3-14 0,-1-4-1 16,-1-5 4-16,0-1 17 0,-3-1 10 16,0-4 9-16,-2-3 18 0,-2-3 4 15,-3-1-4-15,0 0-2 0,-4-5 11 0,-2-3-39 32,-4-5-48-32,0-5-64 0,-3-6-97 0,-1-3-244 15,7 3-573-15,-11-18-740 0</inkml:trace>
  <inkml:trace contextRef="#ctx0" brushRef="#br0" timeOffset="82551.399">29134 9765 3116 0,'0'0'440'32,"0"0"-304"-32,0 0 37 0,-16 73 94 15,7-31 81-15,2 4-61 0,1 6-82 16,-1 4-58-16,-3 5-31 0,3 3-22 16,-5 6-33-16,0 4-18 0,-6 6-1 0,-1 0-21 15,-1 0-21-15,1-5-2 0,5-11-40 0,5-6-86 16,4-11-39-16,2-9-7 0,3-7-41 15,0-5-96-15,3-7-227 0,0-6-475 16,7-7-654-16</inkml:trace>
  <inkml:trace contextRef="#ctx0" brushRef="#br0" timeOffset="82852.485">29687 10199 3857 0,'0'0'581'0,"0"0"-429"16,0 0-97-16,0 0 114 15,0 0 119-15,0 0 16 0,81 35-67 0,-44-23-140 0,5-5-40 0,4-2-9 16,-1-4-15-16,0-1-33 16,-2-5-3-16,-1-5-40 0,-1-5-120 0,-2-2-61 15,-4-1-20-15,-5-1-73 0,-7-2-254 16,-10 5-593-16,-7-7-1317 0</inkml:trace>
  <inkml:trace contextRef="#ctx0" brushRef="#br0" timeOffset="83175.611">29979 9885 2857 0,'0'0'585'15,"0"0"-356"-15,0 0-18 0,0 0 156 16,0 0-48-16,-78 71-73 0,69-43-74 16,3 7-62-16,3 6 15 0,1 5 30 0,-1 4-43 0,-2 2-63 15,4 3-34-15,-1 2-13 0,-1-2-2 16,3 2-1-16,0-2 1 0,0-2 0 15,0-1 1-15,0-3 0 0,0-3-1 16,0-5-11-16,0 0-16 0,0-3-4 16,0-5-11-16,0-2 2 0,-4-3 16 15,0-5 21-15,-2-2 3 0,2-6 0 0,-1 1 1 0,2-8-1 16,-1-1-9-16,0-3-37 0,-3-3 22 16,0 1 3-16,-4-2-22 0,-4-2-18 15,-1-3 6-15,-3-8 16 0,-1-1-29 16,-5-4-36-16,1-5-43 0,-1-4-13 0,5-5-94 15,-2-2-171-15,8 7-349 16,0-14-962-16</inkml:trace>
  <inkml:trace contextRef="#ctx0" brushRef="#br0" timeOffset="83691.989">30564 10126 1524 0,'0'0'601'0,"0"0"-219"0,0 0 40 0,0 0-9 16,0 0-39-16,0 0-2 0,-89 17-43 15,74-4-69-15,-1 3-51 0,-1 5-20 0,0 4-9 16,3 4-37-16,0 3-30 0,1 2-17 16,4 2-23-16,-1 1-21 0,5 1-28 15,-1-1-3-15,4-4-19 0,2-2-2 16,0-3-15-16,3-5-21 0,7-3-13 15,5-4-5-15,-1-3-65 0,5-2-48 16,2-4-15-16,7-6-11 16,0-1-58-16,3 0-210 0,-9-6-304 15,14-6-832-15</inkml:trace>
  <inkml:trace contextRef="#ctx0" brushRef="#br0" timeOffset="83955.2">30989 10381 2410 0,'0'0'323'16,"0"0"-301"-16,0 0 72 0,0 0 194 0,0 0 85 16,0 0-101-16,-77-25-152 15,67 25-70-15,3-1 13 16,1 1 28-16,2 0 28 0,2 0 11 15,1 0-33-15,1 0-39 0,0 0-21 16,0 0-15-16,0 0-7 0,1-2-15 16,1-1 0-16,-1 2-64 0,1-1-51 15,-1-1-56-15,2 2-83 0,2 1-153 0,-3-5-340 16,8-1-1077-16,-37 29 822 0</inkml:trace>
  <inkml:trace contextRef="#ctx0" brushRef="#br0" timeOffset="84494.052">30785 10338 2966 0,'0'0'720'0,"0"0"-348"0,0 0-203 0,0 0 172 15,0 0 110 1,0 0-82-16,0 0-111 0,0 0-134 15,0 0-76-15,0 0-2 0,0 0 2 16,51-2 21-16,-24 4-2 0,7 1-13 16,3-3-12-16,3 0-24 0,1 0-6 15,-1-7-11-15,2-1-1 0,0 0-30 0,-3-4-90 16,-1 0-40-16,-5 0-28 0,-5 1-12 16,-8 2-80-16,-6 1-209 0,-8 5-505 0,-3 1-348 15,-7 2-864-15</inkml:trace>
  <inkml:trace contextRef="#ctx0" brushRef="#br0" timeOffset="84679.085">31046 10317 1099 0,'0'0'1620'15,"0"0"-1219"1,0 0-142-16,0 0 121 0,0 0 88 16,-85 76-90-16,68-55-104 0,-2 2-100 15,0 1-40-15,2-2 9 0,0 1 9 16,1-3-64-16,0 0-61 0,3-4-25 0,-2 0-2 15,4-4-15-15,3-1-51 0,2-4-98 16,3 0-56-16,3-3-12 0,0-3-106 16,1-1-261-16,2 0-555 0,7 0-523 0</inkml:trace>
  <inkml:trace contextRef="#ctx0" brushRef="#br0" timeOffset="84894.949">31080 10386 2556 0,'0'0'621'0,"0"0"-414"0,0 0-92 0,0 0 179 0,0 0 148 16,0 0-85-16,-29 86-117 0,21-58-90 16,3 2-40-16,-1-1 15 0,4 1 24 31,2-4-49-31,0-2-27 0,0-3-73 16,8-7-15-16,3-6-34 0,3-3-48 15,5-4-31-15,4-1-15 0,3-5-25 16,3-6-59-16,1-5-141 0,-1-2-294 0,-8 4-665 0,7-13-852 0</inkml:trace>
  <inkml:trace contextRef="#ctx0" brushRef="#br0" timeOffset="85157.874">31470 10145 2119 0,'0'0'498'15,"0"0"-292"-15,0 0 108 0,0 0 116 16,0 0 11-16,0 0-47 0,46 73-116 15,-34-49-81-15,-4 0-54 0,3 4-14 16,-2-1-14-16,-1 3-17 0,0 0-31 16,-5-1-22-16,0 1-27 0,-1-1-15 0,-2 1-1 31,-2-3-2-31,-7 1-2 0,-4 0-58 0,-4 2-38 16,-3-3-14-16,1-1-10 0,-4-4-3 15,3-2 17-15,0-5 32 0,0-3-7 16,2-3-37-16,1-5-97 0,5-4-146 0,3 0-144 15,3-1-296-15,6-13-1023 0</inkml:trace>
  <inkml:trace contextRef="#ctx0" brushRef="#br0" timeOffset="85327.388">31775 10457 3116 0,'0'0'585'0,"0"0"-408"0,0 0 65 0,0 0 128 16,76 0-87-16,-59 0-172 0,-3-1-108 0,3-1-3 16,2-1-43-16,-2 2-98 0,-2 0-103 15,-1-1-67-15,-3 1-120 0,-4 1-305 16,-5 0-968-16</inkml:trace>
  <inkml:trace contextRef="#ctx0" brushRef="#br0" timeOffset="85512.003">31814 10679 3034 0,'0'0'1123'0,"0"0"-852"0,0 0-77 15,0 0 166-15,0 0 9 0,0 0-112 16,0 0-138-16,0 0-119 0,0 0-25 16,88-19-78-16,-65 10-30 0,1-3-55 0,4 1-81 15,0-2-272-15,-7 5-637 0,7-6-917 0</inkml:trace>
  <inkml:trace contextRef="#ctx0" brushRef="#br0" timeOffset="85843.298">32351 10495 2902 0,'0'0'1108'0,"0"0"-875"0,0 0-94 0,0 0 161 0,-35 83 92 15,25-60-114-15,3-3-142 0,1-2-136 16,3-1 0-16,3-5-42 0,0-5-7 16,6-1-9-16,5-3-27 0,6-1-15 0,1-2-7 15,3-4-6-15,5-4-56 0,-2-4-34 16,-1 0-20-16,0-2 33 0,-5-1 7 16,-2 2 29-16,-3-2 69 0,0 0 67 15,-6-4 18-15,-1 0 25 0,-4 0 3 16,-2-3 76-16,0-1-25 0,-5 3-26 15,-3-2 17-15,-4 5-45 16,-4 3-13-16,-2 4 16 0,-3 4 7 16,-2 6-20-16,-4 0-12 0,0 8-3 15,-4 2-37-15,6 3 3 0,3-2-42 16,2 0-100-16,6-2-270 0,0-2-799 0</inkml:trace>
  <inkml:trace contextRef="#ctx0" brushRef="#br0" timeOffset="86498.387">33060 9765 3372 0,'0'0'693'0,"0"0"-662"15,0 0 3-15,0 0 4 0,83-55 99 16,-47 32-41-16,7-2-96 0,1 2-18 16,2 3-3-16,-4 4-20 0,-6 6 23 0,-6 7-29 0,-9 3 16 15,-4 9 31-15,-11 8 62 0,-4 6 37 16,-4 8 47-16,-13 5-26 0,-5 4-9 16,-4 2-34-16,-2 2-10 0,-2 4-36 15,0 0-21 1,-3 0-10-16,3 4-1 0,1-6-2 15,4-1-15-15,8-7 16 0,5-8-23 16,6-4-18-16,4-5 13 0,0-8 29 0,1-2-19 16,7-3-20-16,0-3 9 0,0 2 13 15,1-3-19-15,2 3 6 0,-3 1 19 16,4 2 12-16,-2 2 20 0,2 1-18 16,-1 5 11-16,1 0-13 0,-2 4 2 0,1 1 10 15,-1 1-12-15,-1 2 0 0,1-1-12 16,-3 5 0-16,0 1-19 0,-4 0-13 0,-3 4-20 15,0 1 20-15,0 4 29 0,-8-2 15 16,-3 4 15-16,-6 1 4 0,1-3 3 16,-2 2-20-16,-4-6 19 0,2 1-8 0,0-3 14 15,-3-4-17-15,1-4-10 0,-1-4-50 16,0-4 22-16,1-3-27 0,0-6-72 16,1-2-141-1,0-6-120-15,4 0-297 0,-11-1-435 0</inkml:trace>
  <inkml:trace contextRef="#ctx0" brushRef="#br0" timeOffset="91189.969">25816 11958 1068 0,'0'0'329'0,"0"0"1317"0,0 0-1263 0,0 0-107 0,0 0 17 15,0 0 42-15,0 0-8 0,0 0-38 16,0 0-39-16,0 0-61 0,0 0-49 16,80 56-31-16,-58-45-12 0,5-2-22 15,3 1-23-15,4-4-7 0,2-3-42 16,2 0 0-16,2-3-2 0,0-4-1 15,2-4-73-15,-3-3-63 0,-2 0-36 16,-3 1-14-16,-4 1-45 0,-7 1-133 16,-5 4-348-16,-11 3-620 15,-7 1-757-15</inkml:trace>
  <inkml:trace contextRef="#ctx0" brushRef="#br0" timeOffset="91383.991">25995 12222 2297 0,'0'0'741'15,"0"0"-402"-15,0 0-177 0,0 0 128 16,0 0 115-16,0 0-64 0,0 0-67 0,0 0-96 16,0 0-75-16,0 0-23 0,0 0 11 15,-32 60 9-15,57-49-30 0,4 1-49 0,2-2-21 16,2-3-1-16,4 0-62 0,0-3-77 16,2-4-13-16,1 0-76 15,1 0-57-15,2-6-251 0,-12 1-578 0,11-2-871 16</inkml:trace>
  <inkml:trace contextRef="#ctx0" brushRef="#br0" timeOffset="91954.077">27142 11987 1618 0,'0'0'1217'16,"0"0"-957"-16,0 0-91 0,0 0 25 0,0 0 135 31,9-75 49-31,-9 64-34 0,0 1-76 0,-4 4-93 16,-1 3-31-16,-2 2 14 16,-2 1-33-16,-2 0-40 0,-1 2-43 0,-4 5-38 15,-1 11-3-15,-1 6 1 0,-1 8 1 16,-1 7 15-16,2 8 9 0,-1 0-9 15,5 2-6-15,3-5-12 0,5-3-2 16,4-6-22-16,2-7-6 0,5-4-16 0,6-8 4 0,9-4 17 16,3-6 10-16,3-6-15 0,6 0-7 15,3-12-5-15,1-6-10 0,3-7-6 16,1-3-9-16,-1-2-3 0,-2-3 27 16,-3-1 13-16,-6 2 14 0,-3 0 13 0,-8 1 2 15,-3 0 0-15,-8 1-20 0,-6 1-37 16,0 2 42-1,-11 4 15-15,-7 2-36 0,-4 6-12 16,-3 7 28-16,-4 6-16 0,-4 4-40 16,-1 10-6-16,0 5-35 0,0 5-183 15,3 6-200-15,10-9-597 0,-7 12-934 0</inkml:trace>
  <inkml:trace contextRef="#ctx0" brushRef="#br0" timeOffset="92169.745">27739 12728 4186 0,'0'0'413'0,"0"0"-413"0,0 0-207 16,0 0-17-16,0 0 205 0,0 0 7 15,0 0-90-15,0 0-237 0,0 0-468 16,0 0-1400-16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05:59.4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2246 9176 1197 0,'0'0'127'0,"0"0"1210"15,0 0-980-15,0 0-60 0,0 0-30 16,0 0 20-16,0 0-16 0,0 0-60 15,0 0-53-15,-4-8-53 0,4 8-46 16,3 0-10-16,4 0-6 0,9 0 25 0,3 1 11 16,8 2 31-16,2 1-27 0,1 0-50 15,0-2-14 1,-1 3-8-16,-3-4-11 0,0-1-3 16,-1 0 2-16,-2 0-11 0,-3 0 9 15,-1 0-10-15,-2 0-17 0,0 0-53 16,-4 0-48-16,-1-1-32 0,-2 1 6 15,-3-2-32-15,0 2-94 0,-2 0-164 16,-2 0-139-16,-3 2-188 0,0-1-363 16,0 3-4-16</inkml:trace>
  <inkml:trace contextRef="#ctx0" brushRef="#br0" timeOffset="187.941">2546 9254 1433 0,'0'0'354'0,"0"0"-136"15,0 0 12-15,0 0 94 0,-33 72 20 16,26-47-11-16,2 3-132 0,3 3-71 0,-1 3 35 15,1 3 11 1,1 1-35-16,-1 5-31 0,-1-1-13 16,-1 3-41-16,1-1-56 0,-4-1-17 15,0-1 15-15,1-1-66 0,-1-1-72 0,-3-2-31 16,1-5-30-16,0-1-59 0,0-4-158 0,1-6-359 16,-6 4-487-16</inkml:trace>
  <inkml:trace contextRef="#ctx0" brushRef="#br0" timeOffset="378.912">2181 9986 1596 0,'0'0'642'16,"0"0"-334"-16,0 0 14 0,0 0 88 15,0 0 15-15,0 0-88 0,0 0-40 16,0 0-105-16,0 0-87 0,0 0-50 16,-26-11-27-1,35 10-4-15,4-2 29 0,5 2 45 0,6 1-25 16,2-2-27-16,1-1-44 0,0 0 0 15,1-1-2-15,-3-1-26 0,1 2-75 16,-2-5-62-16,3 1-40 0,-2 0-73 16,-2-3-161-16,-4 1-322 0,2-7-887 0</inkml:trace>
  <inkml:trace contextRef="#ctx0" brushRef="#br0" timeOffset="553.543">2869 9772 2632 0,'0'0'517'0,"0"0"-240"0,0 0 53 16,0 0-47-16,0 0-67 0,88-9-86 0,-67 0-52 0,1-4-78 15,4-3-50-15,-2 3-130 0,1-6-112 16,-1 2-172-16,-6 6-528 0,2-5-698 0</inkml:trace>
  <inkml:trace contextRef="#ctx0" brushRef="#br0" timeOffset="902.088">3065 9440 2760 0,'0'0'452'0,"0"0"-321"0,0 0 107 0,0 0 81 16,0 0-9-16,0 0-74 0,0 0-81 15,0 0-75-15,0 0-18 0,-33 86 20 16,33-52-2-16,7 3 0 0,-3 4-22 0,2 3-21 15,0 3-16-15,1 3-18 0,-1 3 9 16,-1 2-10-16,1-3-2 0,-3-3-1 0,2-3 0 16,-1-6-18-16,-1-1 19 0,2-3 18 15,-3-5-16-15,-1-3 0 0,-1-4 1 16,0-3 9-16,0-5-10 0,0-4 17 16,0-4 2-1,-1-3 3-15,-1 1-2 0,-3-5-1 16,-1 4-6-16,-1-4-15 0,-5-1-45 15,-7 0-7-15,-2-1-37 0,-2-9-36 16,-3-2-22-16,0-4-35 0,1-3-9 0,4 1-27 16,5 0-45-16,3 2-40 0,3 0-78 15,4-1-168-15,2 2-182 0,2 3-82 16,2-6-356-16</inkml:trace>
  <inkml:trace contextRef="#ctx0" brushRef="#br0" timeOffset="1635.275">2406 9982 98 0,'0'0'1896'0,"0"0"-1565"0,0 0-228 16,0 0 94-16,0 0 148 0,0 0-19 0,0 0-56 16,0 0-80-16,0 0-36 0,0 0-22 15,-24 19-6-15,24-19-2 0,0 0-9 0,0 0-3 16,0 0-17-16,0 0-15 0,0 0-12 15,3 0 9-15,-3-1-16 0,1 1-24 16,3 0-22-16,-2 0-15 0,4 0 0 16,1 0 0-1,5 0 25-15,3 0-13 0,4 0-10 16,1 0 10-16,3 0-9 0,0 0-3 0,-1 0-10 16,1 0 7-16,1-3 2 0,-1 0-17 15,-1 2 14-15,-3-2-14 0,1 2 3 16,-4 0 0-16,0 1-41 0,-5 0-45 15,1 0-19-15,-1 0-13 0,-1 0-28 16,2 0-78-16,-4 2-142 0,0 2-246 0,1 3-661 0</inkml:trace>
  <inkml:trace contextRef="#ctx0" brushRef="#br0" timeOffset="3406.66">5081 9224 46 0,'0'0'472'0,"0"0"-119"16,0 0-57-16,0 0-42 0,0 0 10 15,0 0-47-15,0 0-32 0,0 0-26 0,0 0-4 16,0 0 0-16,0 0 0 0,0 0-3 16,36-53-8-1,-33 53-6-15,0 0-7 0,0 0-10 16,2 0-7-16,0 0-19 0,-1 0-16 16,2 0-16-16,1 0 0 0,2 5 7 15,-2 1-17-15,2 2 0 0,-4 2 10 0,4 3-9 16,-3 4 9-16,-2 4-1 0,-1 4-15 15,0 6-13-15,-3 5-15 0,0 0 2 0,-3 6-18 16,-4-1 22-16,-6 1-6 0,3 1-16 16,-5-5 9-16,-2-1 4 0,0-1-1 0,-1-1 19 15,0-4 3-15,0-6-12 0,-2-2 6 16,2-7 3-16,2-3-6 0,-3-5-4 16,3-3 4-16,-1-5 0 0,2 0-28 15,-2-5-25-15,4-7-43 0,-3-3-33 16,5-7 39-16,-1-2 24 0,2-2 4 0,4-3-34 0,0-1 18 15,5 1 13-15,1 3 9 0,0-2 26 32,3 4-17-32,4 1-9 0,2 1 6 15,4 1 7-15,-3 5-10 0,6 1 25 16,-3 4 1-16,5 3 1 0,-2 2 17 16,6 2-1-16,1 4-15 0,-1 0 13 15,2 6 0-15,-1 5-1 0,0 5 32 0,-1 5-46 0,-2 3 1 16,0 4 11-16,-2-2-13 0,-3 3-22 15,0-5-6-15,-2 1 9 0,-3-6 0 16,-1-3-18-16,-2 0-64 0,3-2-22 16,-3-6-3-16,0 0-32 0,-1-2-61 15,2-3-100-15,1-3-166 0,-1 0-251 0,6-6-324 0</inkml:trace>
  <inkml:trace contextRef="#ctx0" brushRef="#br0" timeOffset="3701.974">5881 9268 1831 0,'0'0'1030'0,"0"0"-888"0,0 0-46 0,0 0 38 16,0 0 105-16,-91 0 2 0,70 11 4 15,0 4-72-15,1 6-82 0,0 3-17 16,3 5-30-16,2 3-1 0,7 3 1 0,3 1-4 15,5 4-12-15,0-2 0 0,5 0 3 16,6-3-19-16,5-2-12 0,0-7 18 16,7-7-17-16,0-4 12 0,3-6 36 15,0-4-6-15,-3-3-24 0,3-2-19 16,0-5-80-16,-3-3-19 0,0-5-31 16,-3-3-38-16,-1 1-52 0,-5-2-81 15,-1-1-192-15,-7 5-301 0,-5-6-684 0</inkml:trace>
  <inkml:trace contextRef="#ctx0" brushRef="#br0" timeOffset="3870.328">5730 9488 450 0,'0'0'2041'0,"0"0"-1661"0,0 0-207 15,0 0 128-15,0 0 57 0,0 0-84 0,101 6-48 0,-71-6-55 16,0 0-69-16,3-1-62 0,-1-4-40 15,1-3-9-15,1 0-59 0,1 0-106 16,-2-2-95-16,0 0-93 16,-8 2-369-16,5-4-1111 0</inkml:trace>
  <inkml:trace contextRef="#ctx0" brushRef="#br0" timeOffset="4055.453">6473 9238 2711 0,'0'0'781'16,"0"0"-443"-16,0 0-82 0,0 0 73 0,78 16-88 16,-59-16-124-1,5-1-71-15,-1-5-32 0,3-4-14 16,0-1-96-16,-3 1-76 0,3 0-101 16,-4-1-96-16,-5 3-233 0,-4 2-634 15,-3 1-785-15</inkml:trace>
  <inkml:trace contextRef="#ctx0" brushRef="#br0" timeOffset="4240.931">6516 9346 779 0,'0'0'2045'0,"0"0"-1670"0,0 0-187 0,-17 80 34 16,14-49 153-16,0 5-15 0,2 0 2 16,-2 0-123-16,3-2-83 15,0-1-77-15,0-2-55 0,0-1-24 0,0 1-23 16,0-4-38-1,0-2-46-15,0-5-55 0,4-2-44 0,1-6-57 16,-1 0-77-16,2-5-241 0,-2-2-444 16,0-4-446-16</inkml:trace>
  <inkml:trace contextRef="#ctx0" brushRef="#br0" timeOffset="4425.575">6584 9655 2850 0,'0'0'470'16,"0"0"-298"-16,0 0 106 0,0 0 25 15,75-4-35-15,-55 4 54 0,0 0-89 16,-1 0-92-16,3 0-86 0,-3 0-40 16,2 0-15-16,-1 0-58 0,-1-1-71 15,0-2-48-15,-4 2-42 0,-1 1-104 16,-6 0-174-16,-2 0-306 16,-6 11-853-16</inkml:trace>
  <inkml:trace contextRef="#ctx0" brushRef="#br0" timeOffset="4610.424">6602 9908 2407 0,'0'0'432'0,"0"0"-265"0,0 0 92 16,0 0 116-16,0 0-60 0,0 0-48 16,0 0-13-16,0 0-50 0,0 0-47 0,97 3-38 15,-69-3-30-15,4 1-28 0,-1 2-31 16,4-2-27-16,-1-1-3 0,1 0-15 15,0 0-79-15,-2-1-96 0,-2-3-72 16,-6 0-191-16,4-4-784 0</inkml:trace>
  <inkml:trace contextRef="#ctx0" brushRef="#br0" timeOffset="5589.233">8306 9892 783 0,'0'0'2112'16,"0"0"-1734"-16,0 0-216 0,0 0 6 0,0 0 135 0,0 0-52 16,0 0-45-16,0 0-89 15,0 0-73-15,0 0-32 0,0 20 2 0,-1-7-14 16,-1 4-1-16,-2 0-11 0,1 5 0 16,0-4-16-16,1 0-49 0,-1-4-66 15,-2 1-54-15,2-2-26 0,-1 0-68 16,0-2-129-16,-2-1-227 0,0 0-554 0</inkml:trace>
  <inkml:trace contextRef="#ctx0" brushRef="#br0" timeOffset="12103.629">8324 9613 2827 0,'0'0'366'0,"0"0"-366"0,0 0-4 15,0 0 4-15,0 0 71 0,0 0-65 16,0 0-6-16,0 0-102 0,0 0 28 15,0 0 26-15,38-14-138 0,-23 14-139 16,-3 0-391-16,3-3-660 0</inkml:trace>
  <inkml:trace contextRef="#ctx0" brushRef="#br0" timeOffset="12547.019">8922 9689 2463 0,'0'0'704'16,"0"0"-576"-16,0 0-126 0,0 0-2 0,0 0 70 16,-81 68 19-16,65-53-6 0,0 0-36 15,2-1-15-15,1-2-7 0,4-1-14 0,2-4-11 16,0-1 0-16,4 0 27 0,2 0 8 15,1-5-20-15,0 3-15 0,0 1 0 16,8 4 34-16,1-2 7 0,2 2-9 0,5 0 9 16,-1 1-19-16,0-2 15 15,0 1-21-15,1-1 6 0,-2-2 9 0,-1 0-6 16,-1 1 14-16,-1-3-11 16,-2 2-25-16,-4 0-1 15,1 1-2-15,-3-1 13 0,0 2-1 16,-3 1 10-16,0-3 15 0,0 0-5 15,0 1 5-15,-3 0 4 0,-4-1 2 16,0 0-12-16,-6 0-31 0,0 0-40 16,-4 1-38-16,-2-2-9 0,-3-4-4 15,-2-1-51-15,-2 0-62 0,1 0-53 0,5-2-33 16,0-3-95-16,5 2-131 0,6 0-512 0,4-2-219 0</inkml:trace>
  <inkml:trace contextRef="#ctx0" brushRef="#br0" timeOffset="12990.678">10073 9757 2553 0,'0'0'1102'0,"0"0"-963"0,0 0-76 0,0 0 78 31,-76-3 16-31,53 4 24 0,-2 4-35 0,2 6-32 16,0 3-25-16,3 4-27 0,-2 4-40 15,6 4-21-15,-1 4-1 0,3 0 19 16,2-1-7-16,7-1 6 0,0-7-18 16,5-3-21-16,0-1-16 0,0-9 6 15,6-3-12-15,3-2-28 0,5-3 31 16,2-4-40-16,4-7 2 0,2-7-36 0,-1-1-23 0,1-6 1 15,-1-1-24-15,-3-2-29 0,-1 4 37 16,-4 5 105-16,-2 3 18 0,-2 4-16 16,-3 7 33-16,-3 4 12 0,0 1 71 15,1 0 56-15,-3 6 31 0,-1 5 8 16,3-1-27-16,-3 5-42 0,2-2-19 16,-2 3 3-16,1-3-13 15,1-1-27-15,1-6-41 0,0-1-44 16,-2-4-15-16,3-1 3 0,1 0-53 15,2-5-36-15,-2-4-56 0,4-5-105 16,0-5-215-16,-1 4-652 0,3-19-545 0</inkml:trace>
  <inkml:trace contextRef="#ctx0" brushRef="#br0" timeOffset="13190.594">10367 9036 2981 0,'0'0'378'15,"0"0"-308"-15,0 0 136 0,0 0 65 16,-39 88 55-16,31-48 3 0,0 8-58 16,1 6-72-16,3 6-53 0,0 7-39 0,-1 4-28 0,-1 2-46 0,2 0-21 15,-2-1-12-15,-2-7-24 0,4-5-43 16,1-10-88-16,3-8-16 0,0-9-22 16,3-9-72-16,6-10-133 0,-1-8-302 15,9-6-686-15</inkml:trace>
  <inkml:trace contextRef="#ctx0" brushRef="#br0" timeOffset="13629.573">10683 9771 833 0,'0'0'2755'15,"0"0"-2333"-15,0 0-255 0,-79 74 38 0,57-45 40 16,0-4 10-16,4-2-44 0,6-5-114 15,5-7-69-15,4-4-28 0,3-7-32 0,0 0-20 16,7 0-42-16,3-1 36 0,3-5 45 16,2-2-26-16,3-1-4 0,1-3-15 15,3 3 8-15,1 0-11 0,-3 4 9 16,3 3-10-16,-1 2 9 0,0 2 20 16,0 7 33-16,1 5 0 15,0 6 12-15,-4 3-9 0,-2 5 34 16,-3 1 6-16,-2 4-9 0,-7 3 6 15,-4 4 16-15,-1 3-1 0,-3 1-12 16,-10 4 12-16,0-1 18 0,-7 2-5 16,3-1-7-16,-2-1-9 0,0-4-1 15,1-4 10-15,-1-7 6 0,2-6-18 16,-3-5-25-16,-2-7 4 0,0-3-10 0,-2-7 9 0,-1-2-27 16,2-2-24-16,4-11-40 0,-1-7 9 15,6-3 1-15,1-10-38 0,9-6 13 0,4-6-43 16,0-1 9-16,15-3-23 15,6 4 10-15,6 1 34 0,3 6-4 0,2 4-32 16,4 3-59-16,4-1-87 0,-1 2-108 16,-7 8-232-1,14-13-622-15</inkml:trace>
  <inkml:trace contextRef="#ctx0" brushRef="#br0" timeOffset="14293.876">12216 9700 1368 0,'0'0'627'0,"0"0"-312"16,0 0-41-16,0 0-13 0,0 0 44 0,0 0-12 0,0 0-30 16,0 0-39-16,0 0-26 0,0 0-8 15,0 0-7-15,-76-42-7 0,73 47-10 16,1 7-16-16,1 12-37 0,0 10-37 15,1 12-12-15,0 10-3 0,0 2-28 16,0-5 1-16,1-11-34 0,5-10-14 16,1-11-11-16,3-9-26 15,3-10-4-15,4-2 15 0,4-8 4 16,2-8-13-16,3-10-40 0,-1-7 10 16,1-2-4-16,-4-3-9 0,-2 1 9 15,-1 1 18-15,-5 4 28 0,-2 2 9 0,-4 2-9 16,-2 2-6-16,-6 4 43 0,0 3 9 15,-7 1-6-15,-3 6 19 0,1 2 9 16,-2 6 0-16,2 1-10 0,2 3 20 0,1 0-26 16,0 6-15-16,3 0-46 0,2 2-22 15,0 1-22-15,1-2-84 0,0 3-208 16,2-3-246-16,4 0-476 0,0 0-640 0</inkml:trace>
  <inkml:trace contextRef="#ctx0" brushRef="#br0" timeOffset="14521.491">12637 9671 284 0,'0'0'1940'0,"0"0"-1606"0,0 0-70 0,46 72 92 31,-36-48 38-31,-5 2-31 0,-2-1 13 16,-3-1-94-16,0-3-79 0,0 0-81 16,-2-6-36-16,1-1-19 0,-1-5-18 15,2-2-34-15,0-2-15 0,0-5-1 0,0 0-11 16,2 0-18-16,5 0-1 0,0-4-42 15,3-4 72-15,6-1 1 0,1-5 24 0,3-4-24 16,3-1-33 0,1-5-13-16,0-1-43 0,2-5-71 0,0-3-75 0,0-4-119 15,-9 11-300-15,12-17-1065 0</inkml:trace>
  <inkml:trace contextRef="#ctx0" brushRef="#br0" timeOffset="14832.799">13169 9764 1337 0,'0'0'2021'16,"0"0"-1768"-16,0 0-44 0,0 0 134 16,0 0-45-16,0 0 22 0,0 0-71 15,0 0-121-15,0 0-104 0,0 0-24 0,0 0 0 16,66 15-30-16,-44-31-47 0,-1-4-23 16,-1 1-11-16,-2 1-15 0,-2 0 16 15,-5 1 5-15,-1 4-13 0,-7 2 9 0,-3 2-15 16,0 2 55-16,-7-2 6 15,-5 3 63-15,-1 1 9 0,-4 4 42 0,0 1 2 16,0 0 38-16,-1 11-51 0,5 6-28 0,-1 2 26 16,-2 6 8-16,6 3-12 0,-1-1 25 15,3 0-16-15,2-4-43 0,2-3-14 16,3-6-23-16,1-4-59 0,0-4-72 16,7-6-83-16,3 0-162 0,4-11-111 15,-1 0-272-15,9-13-962 0</inkml:trace>
  <inkml:trace contextRef="#ctx0" brushRef="#br0" timeOffset="15049.285">13672 9608 2647 0,'0'0'366'0,"0"0"-266"16,0 0-8-16,34 80 30 16,-29-51 214-16,-4 0 65 0,-1 1-78 0,0 1-103 15,-6-3-51-15,2-1-49 0,-2-2-37 0,2-6-28 16,-2-4-9-16,5-4-19 0,-1-5-6 15,2-4 4-15,0 0-1 0,0-2-12 16,0-2-12-16,3-4-17 0,4-3-74 0,5-5 32 16,1-7 29-16,7-5-19 0,3-5-46 15,0-1-74-15,3-4-84 0,3 2-111 16,1 0-224-16,-7 7-668 0,13-9-901 0</inkml:trace>
  <inkml:trace contextRef="#ctx0" brushRef="#br0" timeOffset="15381.526">14565 9135 4013 0,'0'0'372'16,"0"0"-232"-16,0 0-26 0,0 0 80 15,81 25-75-15,-51-16-36 0,3-2-7 0,2-3-45 16,-2-4-30-1,2 0-1-15,-1-4 0 0,2-4-16 16,-1-4-11-16,1-6-98 0,-5 1-75 16,-4 0-114-16,-7 0-164 0,-10 6-291 15,-5 4-416-15,-5 6-144 0</inkml:trace>
  <inkml:trace contextRef="#ctx0" brushRef="#br0" timeOffset="15566.621">14718 9285 2440 0,'0'0'480'0,"-19"66"-303"15,15-24-17-15,-3 8 104 0,-1 10 77 16,-3 5 57-16,2 1-51 0,-2 0-73 16,-2 1-112-16,3-4-89 0,1-6-48 15,1-12-24-15,3-8-1 0,5-13-26 16,0-10-90 0,2-6-52-16,8-8-51 0,1-2-121 15,4-10-172-15,-2-1-628 0,3-19-1345 0</inkml:trace>
  <inkml:trace contextRef="#ctx0" brushRef="#br0" timeOffset="15730.161">14778 9565 2662 0,'0'0'1440'16,"0"0"-1225"-16,0 0-17 0,0 0 172 0,0 0-223 16,0 0-25-16,0 0 24 0,0 0-64 15,79-18-43-15,-45 8-17 0,2 2-22 16,1-2-82-16,1 3-64 0,-2-1-50 15,-1 3-89-15,-9 1-253 0,8 4-761 0</inkml:trace>
  <inkml:trace contextRef="#ctx0" brushRef="#br0" timeOffset="15914.011">15628 9791 4447 0,'0'0'146'0,"0"0"-146"0,0 0-115 15,0 0 60-15,0 0-129 0,0 0 44 0,0 0 70 16,0 0-18-16,0 0-135 0,0 0-59 16,-25-12-471-16</inkml:trace>
  <inkml:trace contextRef="#ctx0" brushRef="#br0" timeOffset="16620.362">17027 9249 1395 0,'0'0'2115'0,"0"0"-1755"0,0 0-250 16,0 0-41 0,-23 79 38-16,33-58 46 0,7-1 92 15,5-3 4-15,5-4-96 0,3-6-79 0,6-4-32 0,0-3-42 16,6-10 0-16,3-8-27 0,0-8-68 15,1-8-61-15,-2-2-54 0,-2 0-71 16,-5-1-174-16,-11 10-525 0,-2-5-772 0</inkml:trace>
  <inkml:trace contextRef="#ctx0" brushRef="#br0" timeOffset="16830.523">17384 9051 2940 0,'0'0'380'0,"-24"81"-163"16,12-30-2-16,2 15 80 0,0 9 5 0,-1 1 9 16,3-4-93-16,4-7-97 0,4-9-97 15,0-10-22-15,6-11-67 0,5-13-49 16,5-11-35-16,1-6 37 0,4-5 21 0,3-13-46 16,3-10-48-16,5-7-115 0,1-12-240 15,-8 10-536-15,9-27-569 0</inkml:trace>
  <inkml:trace contextRef="#ctx0" brushRef="#br0" timeOffset="17200.817">17834 8594 2910 0,'0'0'428'0,"0"0"-249"16,0 0 33-16,0 0 20 0,-30 77 29 15,18-35 21-15,-1 8-41 0,4 8-51 0,1 4-28 16,-2 8-1-16,0 3-63 0,-1 8-35 15,-1 4-44-15,-2 1-1 0,0-2-18 16,1-5-2-16,1-6-41 0,1-9-39 0,4-14-24 16,3-13-13-16,2-13 36 0,2-12 16 15,0-9-46-15,9-3-38 0,4-16 9 16,3-4 31 0,2-9 18-16,3-6 22 0,0-3 11 15,-1-2 7-15,-2 4-6 0,0 5 40 16,-5 7 7-16,2 7 12 0,-4 9 43 0,0 7 28 15,-2 1 41-15,-3 6 44 0,0 7 29 16,-2 4-22-16,1 3-31 0,-1 5-19 16,-3 3-25-16,-1-2-2 0,0-2-13 15,0 1-6-15,0-5-22 0,0-4-45 0,3-6-9 16,1-3-46-16,4-2-39 0,1-5-6 0,2 0-35 16,3 0-21-16,4-7-56 0,1-5-107 15,5-1-248-15,0-3-445 0,-5 5-331 16</inkml:trace>
  <inkml:trace contextRef="#ctx0" brushRef="#br0" timeOffset="17485.631">18210 9557 1752 0,'0'0'967'0,"0"0"-457"0,0 0-49 15,0 0-18-15,0 0-94 0,0 0-63 16,0 0-62-16,0 0-87 0,0 0-42 16,86 39-28-16,-75-50-3 0,3-3-19 15,-1-7-14-15,1-3-31 0,-1-2-46 0,2 1-15 16,-5-1-15-16,-3 3 3 0,-3 4 0 15,-2 5 30-15,-2 0 6 0,-2 3-8 0,-6 0 27 16,-4 4 17-16,-2 1 2 0,-1 5 35 16,0 1 7-16,1 3 0 0,0 9-13 15,3 6-29-15,-3 9 17 0,-1 1 7 0,2 6 8 16,-2 2 13-16,4 0-19 0,-1-4-17 16,5-2-10-16,3-8-43 0,4-4-49 15,0-7-54-15,3-10-10 0,9-1-38 0,2 0-25 16,6-12-146-16,3-5-209 0,-2 2-441 15,14-14-311-15</inkml:trace>
  <inkml:trace contextRef="#ctx0" brushRef="#br0" timeOffset="17732.833">18626 9426 1494 0,'0'0'1150'0,"0"0"-662"0,0 0-64 0,0 0-77 0,23 77-74 16,-23-50-15-16,-4-1-14 15,-3 0 8-15,-2 0-38 0,0-5-62 16,3-4-58-16,1-7-51 0,5-4-31 15,0-6-12-15,0 0-3 0,2-4-40 0,6-3-48 16,4-5 24-16,2-5 21 0,6-1-8 16,3-1-14-16,2 2-14 0,-3 0 5 15,1 8 19-15,-2 4 27 0,-3 5-2 0,-1 0 33 16,-3 6 6-16,-1 7 64 0,-1 2-2 16,-3 1-25-16,0 4-19 0,-1-1-6 0,-4-1-18 15,0 1-10-15,-1-1-82 0,0-2-21 16,-3-1 9-16,3 1-32 0,-3-1-99 15,0-1-264-15,0-2-523 0,0 1-609 0</inkml:trace>
  <inkml:trace contextRef="#ctx0" brushRef="#br0" timeOffset="18287.96">20117 8719 2300 0,'0'0'1579'0,"0"0"-1375"0,0 0-169 16,0 0 37-16,0 0 46 0,0 0 62 15,43 74 143-15,-26-34-53 0,3 9-88 16,-1 11-69-16,1 4-22 0,0 4-15 16,-7 2-22-16,0-1-17 0,-3 0-19 0,-2-1-3 15,0-6-15-15,-1-3-3 0,-4-5-12 0,3-5-25 16,-2-4-20-16,2-9 24 0,-1-5 14 16,2-10 19-16,0-6-21 0,0-9-16 15,2-6-23 1,4-2 2-16,1-11 61 0,9-7 15 0,3-13 22 0,4-7-36 15,1-9-1-15,2-4-19 0,0-5-29 16,0-2 8-16,-1 3 1 16,-2-4-1-16,0 8-30 0,-4 4 36 15,-4 7-33-15,-5 8-13 0,-5 6-76 0,-4 9-91 16,-6 6-47-16,-2 7-96 16,-3 5-190-16,-4 1-396 0,-12 2-394 0</inkml:trace>
  <inkml:trace contextRef="#ctx0" brushRef="#br0" timeOffset="18471.983">20227 9381 965 0,'0'0'2496'15,"0"0"-2097"-15,0 0-249 0,0 0 42 16,0 0-43-16,0 0-9 0,0 0 48 16,0 0-19-16,96-53-99 0,-50 33-33 15,6 1-37-15,2 0-31 16,2 2-157-16,-2 2-120 0,-1 6-111 15,-14-1-362-15,15 3-1326 0</inkml:trace>
  <inkml:trace contextRef="#ctx0" brushRef="#br0" timeOffset="19310.478">21628 9410 2839 0,'0'0'445'15,"0"0"-232"-15,0 0-70 0,0 0 87 0,0 0 59 0,0 0-18 16,0 0-64-16,0 0-103 0,0 0-57 16,0 0 48-16,21 94 70 0,-13-38-37 15,-2 9-40-15,-2 10-5 0,-4 1-14 16,0 5 29-16,-5 0-29 0,-3-2-23 15,0-2-44-15,-1-3-2 0,0-7-9 16,1-5-31-16,0-8-26 16,5-10-22-16,1-11-1 0,2-10 1 15,0-10-21-15,0-6-56 0,5-7-53 16,3-7-134-16,3-11-57 0,2-10-134 16,2-9-148-16,-3 6-531 0,3-23-280 0</inkml:trace>
  <inkml:trace contextRef="#ctx0" brushRef="#br0" timeOffset="19542.609">21693 9509 2267 0,'0'0'342'0,"0"0"-81"0,0 0-33 15,0 0 8-15,0 0 31 0,0 0 4 16,0 0-75-16,0 0-62 0,94-60-31 0,-71 65 5 16,0 4-2-16,1 2-14 15,-5-2-33-15,1 4-19 16,-2 0-13-16,-7 2-11 0,-3-1-4 15,-7 8 13-15,-1 0 58 0,-6 6-56 16,-8 1-27-16,-7 2-58 0,-4 0-40 0,-1-3 5 16,1-4-9-16,3-9-3 15,5-7-34-15,6-6-54 0,3-2-81 0,8-13-252 16,0-6-109-16,2 2-682 0,12-15 9 0</inkml:trace>
  <inkml:trace contextRef="#ctx0" brushRef="#br0" timeOffset="19805.679">22052 9533 2017 0,'0'0'608'16,"0"0"-263"-16,0 0-96 0,7 77 32 16,-7-50 72-16,0-2 18 0,-1-2-70 0,-1-7-79 15,2-5-109-15,0-4-64 0,0-2-46 0,8-5-3 0,2 0-18 16,3-6-3-16,2-6-16 0,4-1-22 16,1-6-33-16,3-4 9 0,-4 4 3 15,-2-1 9-15,0 2-10 0,-6 4 22 16,-2 0-13-16,-5 4 29 0,-4-1 43 15,0 3 12-15,-6 2 10 0,-6 4 12 16,-2-1 53 0,0 3-3-16,-4 0-25 0,2 5-10 0,-1 7-36 15,0 1 2-15,3 0 7 0,0 3-22 16,3-2-10-16,4-6-33 0,2-3-140 16,4-4-94-16,1-1-164 0,1-5-193 15,5-2-403-15,11-18-155 0</inkml:trace>
  <inkml:trace contextRef="#ctx0" brushRef="#br0" timeOffset="20006.301">22564 9044 2966 0,'0'0'400'0,"0"0"-260"0,0 0 116 16,-38 94 119-16,22-54 34 0,-1 7-18 15,0 0-159 1,0 2-122-16,2 0-68 0,-1-1-42 15,5-2-14-15,2-3-56 0,2-6-104 16,6-3-52-16,1-8-67 0,4-5-170 16,12-8-340-16,-5-5-624 0,18-8 29 0</inkml:trace>
  <inkml:trace contextRef="#ctx0" brushRef="#br0" timeOffset="20312.723">22732 9622 1926 0,'0'0'609'0,"0"0"-303"0,0 0-75 0,17 77-13 16,-17-52 49-16,0 5 33 0,0-2-2 0,0-1-86 15,-1 1-45-15,1-3-19 0,0-2-53 16,1-2-73-16,5-1-22 0,3 0-12 16,1-1-3-16,0 2 15 0,-1-1 3 31,-2 3-1-31,1 2-2 0,-2 2-2 16,-4 1 0-16,-2 4-10 0,0 2-6 15,-5-3 18-15,-6-3 0 0,-1-4 21 0,1-4 4 16,-3-5-25-16,0-3 9 0,0-7-9 15,4-3 43-15,0-2-8 0,0-7-33 16,3-8-1-16,2-3 14 0,2-7-15 16,3-7-34-16,2-7 31 0,10-4-49 0,5 1 15 0,2 0-6 15,7 5 3-15,-1 0-12 0,3 4-16 16,3 2-71-16,1 2-54 0,3 3-64 16,1-1-185-16,-7 5-228 0,12-3-870 0</inkml:trace>
  <inkml:trace contextRef="#ctx0" brushRef="#br0" timeOffset="21779.424">23942 9141 2342 0,'0'0'297'0,"0"0"-171"0,0 0 22 15,0 0 131-15,0 0 49 0,0 0 19 16,0 0-76-16,0 0-88 0,0 0-90 15,0 0-52-15,-93-40-1 0,71 43-9 16,-3 5-13-16,-3 4 7 0,-1 4-7 16,-2 7-2-16,-2 6-1 0,-1 5 13 15,3 6-6-15,-1 7 8 16,2 2-2-16,2 2-25 0,5 1 13 16,7-3-16-16,5-1 2 0,8-7-1 15,3-5 23-15,7-5 16 0,6-7 37 16,6-1 12-16,3-7-44 0,4-6-45 15,1-2-1-15,2-5-11 0,1-3-9 16,-1 0 20-16,1-7 1 0,-1-4-61 16,0-3-53-16,-5-2-52 0,2-2-50 0,-6-1-64 0,-4 1-208 15,-4 4-496-15,-9-4-801 0</inkml:trace>
  <inkml:trace contextRef="#ctx0" brushRef="#br0" timeOffset="21964.659">23590 9485 764 0,'0'0'2277'0,"0"0"-1897"15,0 0-281-15,0 0 110 0,0 0 48 0,0 0 41 16,0 0-38-16,93 14-118 0,-67-14-62 16,3 0-19-16,4 0-27 0,0-8-33 15,2 0-1-15,3-1-52 0,2-6-123 16,2-1-57-16,1-3-73 0,-10 4-177 0,18-12-741 0</inkml:trace>
  <inkml:trace contextRef="#ctx0" brushRef="#br0" timeOffset="22212.241">24584 8962 3362 0,'0'0'516'0,"0"0"-224"16,0 0-189-16,0 0 80 0,0 0 82 15,84 0-66 1,-55 4-24-16,2 1-59 0,1 2-77 0,1-3-27 16,2 1-2-16,-1-3-10 0,0-2-43 15,1 0-39-15,-2 0-86 0,-2-2-56 16,-2-5-54-16,-8-1-104 0,-6 4-291 15,-7-2-713-15</inkml:trace>
  <inkml:trace contextRef="#ctx0" brushRef="#br0" timeOffset="22428.215">24708 9096 2062 0,'0'0'508'0,"0"0"-176"15,0 0-53 1,-22 80 100-16,18-43 12 0,0 6 25 0,0 4-58 15,-1 5-103-15,-1 3-84 0,1 2-37 16,-4 0-22-16,0-3-30 0,4-4-49 16,-3-4-33-16,4-8-13 0,1-10-20 15,3-9-31-15,0-6-39 0,7-6 5 16,1-3-33-16,3-4-49 0,3-4-81 16,1-7-198-16,-2 0-485 0,4-15-783 0</inkml:trace>
  <inkml:trace contextRef="#ctx0" brushRef="#br0" timeOffset="22628.93">24686 9418 1626 0,'0'0'2153'0,"0"0"-1779"0,0 0-259 16,0 0 112-16,0 0 10 0,0 0-43 16,0 0-8-1,0 0-104-15,0 0-5 0,89-8-8 16,-61 5-23-16,3 0-34 0,-3-1-10 0,3-2 0 15,0 3-2-15,0-2-57 0,-1-2-68 16,2-2-58-16,-1 2-53 0,6-5-140 16,-12 4-329-16,15-9-896 0</inkml:trace>
  <inkml:trace contextRef="#ctx0" brushRef="#br0" timeOffset="22829.682">25479 9124 3992 0,'0'0'610'0,"0"0"-533"0,0 0 0 0,0 0 85 15,79 22 40-15,-53-18-25 0,7-1-98 16,1-3-67-16,3 0-12 0,1-4-36 16,0-4-77-16,-2 0-88 0,-5-1-63 15,-4 1-115-15,-9 1-304 0,-4 1-780 0</inkml:trace>
  <inkml:trace contextRef="#ctx0" brushRef="#br0" timeOffset="23084.141">25651 9176 2564 0,'0'0'434'0,"0"0"-219"16,0 0 72-16,-54 82 85 15,37-44 45-15,-2 3-64 0,-1 4-98 0,4 2-75 16,-1 2-36-16,2 2-16 0,0-4-31 0,2-2-21 15,4-3-16-15,1-4-2 0,3-3-13 16,4-7-28-16,1-4-17 0,0-5-18 16,8-5-18-16,5-3-13 0,3-5-5 0,3-2-16 15,4-4-18-15,0 0 55 0,5-9-7 16,0 0-21-16,0-6-9 0,0 0-12 16,0-4-28-1,1-2-77-15,-4-1-189 0,-3 3-256 16,7-8-741-16</inkml:trace>
  <inkml:trace contextRef="#ctx0" brushRef="#br0" timeOffset="23269.119">26152 9356 3639 0,'0'0'444'0,"0"0"-341"0,0 0 34 16,23 85 108-16,-13-57 124 0,2-2-70 0,2-2-168 15,6 1-92-15,-1-4-27 0,1-1-12 16,2-2-15-16,-2-2-85 0,0-4-65 16,3-4-64-16,-4-4-78 0,4-4-183 0,-6 0-538 31,5-5-690-31</inkml:trace>
  <inkml:trace contextRef="#ctx0" brushRef="#br0" timeOffset="23430.915">26453 9426 2568 0,'0'0'694'0,"0"0"-474"0,-99 74-84 16,54-41 41-16,-7 8 113 0,0 0 27 15,4-5-27-15,7-2-124 0,6-7-108 16,10-4-58-16,3-7-53 0,8-3-116 16,5-5-28-16,3-8-51 0,6 0-113 15,0-8-253-15,15-18-714 0</inkml:trace>
  <inkml:trace contextRef="#ctx0" brushRef="#br0" timeOffset="23899.853">26734 9146 2887 0,'0'0'537'0,"0"0"-369"15,0 0 38-15,0 0-46 0,100-41-33 16,-73 33 0-16,-1 1-8 0,4-1-70 15,4 4-27-15,-3 0-22 0,2 4-14 16,-2 0 14-16,-2 1 21 0,-1 6 10 16,-5 1 3-16,-4 1 6 0,-2 1 10 15,-5 2 21-15,-1 2 37 0,-5 2-10 16,0 2-34-16,-2 1-18 0,-1 4 3 0,0-3 12 0,0 5 9 16,-3-1 7-16,0 2 23 0,0 0-30 15,0 2-18-15,0 0-7 0,0 3-2 16,0 3-1-16,0 0 3 0,1 0 7 15,1 3 24-15,1-1-4 0,0-1-33 0,-1-1-14 16,1 2-10-16,-1-2-12 0,-1 0-3 16,-1-1 0-16,0-1 0 0,0 0 0 0,0 0-1 15,0-6 0-15,-3 1-2 0,0-6-12 16,1-1-10-16,-1-3 1 0,-3 0 0 16,0-5 0-16,0-5 6 0,1 0-9 0,0-3-4 15,-5-2-29-15,2-2-7 0,-3 1-21 16,-1-1-21-16,-4 0-10 0,-4 0 3 31,-4-3-30-31,-5-2-50 0,-5-1-109 0,-3 0-93 16,-10-2-12-16,-4-2-92 0,10 1-125 0,-31-8-759 15</inkml:trace>
  <inkml:trace contextRef="#ctx0" brushRef="#br0" timeOffset="25255.004">22954 9224 1937 0,'0'0'505'0,"0"0"-279"16,0 0-97-16,0 0 314 0,0 0-21 0,0 0-60 15,0 0-65-15,0 0-80 0,0 0-60 16,90 48-31-16,-70-45-49 0,0-3-40 15,0 0-15-15,3-1-22 0,0-7-55 16,0-1-92-16,0-5-60 0,2 0-96 31,-2-5-175-31,-7 3-658 0,1-7-1474 0</inkml:trace>
  <inkml:trace contextRef="#ctx0" brushRef="#br0" timeOffset="25656.18">23221 8897 2827 0,'0'0'382'0,"0"0"-293"0,0 0 16 0,0 0 41 15,0 0 50-15,0 0-10 16,-78 22-70-16,67-7-62 0,-3 4-16 0,0 4-4 16,1 2 0-16,-1 6 13 0,1 0 15 15,2-1 0-15,0 3 22 0,2 0 36 16,2 1 4-16,3-1-14 0,-2 3-36 0,5-1 2 15,-1 0 10-15,2 3-13 0,0-2-6 16,0 3-33-16,3-2-13 0,3 0-18 0,0 1-3 16,-1-1-2-16,4 0-22 0,2-1 9 15,0-2-16-15,0 1 13 0,4-3-10 16,-2-1 25-16,-1-1-15 0,2-3-16 16,-3-2 16-16,1 0 3 15,-4-2 0-15,1-1-10 0,-1-2-5 16,-3-1-1-16,-2-2 0 0,-3 0-8 15,0-3 14-15,0 1 22 0,-8-4-12 16,-3-1-19-16,-1 0-12 0,-2 0 12 16,-3-3-25-16,-5-1-12 0,-1-3-18 15,-2 1-66-15,-5-4-104 0,-2 0-128 16,7 0-259-16,-21-4-815 0</inkml:trace>
  <inkml:trace contextRef="#ctx0" brushRef="#br0" timeOffset="26789.67">16335 10650 1752 0,'0'0'1181'0,"0"0"-794"0,0 0-132 0,0 0-31 16,0 0 103-16,0 0-10 0,0 0-61 31,0 0-117-31,0 0-72 0,-79 45-24 0,51-26-19 0,-3 3 7 16,0 4-29-16,-2-1 1 0,3 0-1 0,3-2-2 15,2-2 0-15,8-5-1 16,1-3 1-16,7-2-18 0,6-4-22 0,3 1-43 16,0 1-9-16,11 3 34 0,6 2 30 15,6 4 25-15,6 2 3 0,3 2 19 16,-1 0-19-16,2 0-56 0,-4 0 44 0,-1 0 12 0,-5-2 3 16,-5 3 46-16,-3-1-21 0,-4 0-3 15,-4-2 18-15,-4 1 6 0,-3-4 0 16,0 0 9-16,-3-3-9 0,-8-2-12 15,-1 0-10-15,-5-3-12 0,0 0-15 16,-3-4-21-16,-2-3-16 0,2-2-18 16,1 0-30-16,3-7-8 15,0-2-36-15,5-5-31 0,-1-5-42 16,5-4-95-16,3-6-170 0,1 5-249 16,3-16-607-16</inkml:trace>
  <inkml:trace contextRef="#ctx0" brushRef="#br0" timeOffset="27152.991">16525 10896 2719 0,'0'0'484'0,"0"0"-108"15,0 0 21-15,6 74 28 0,-10-45-70 16,-3-4-43-16,-1-2-77 0,1-3-110 16,4-4-77-16,3-4-48 0,0-4-1 15,0-4-23-15,6 3 0 0,3-7 2 16,3 1-20-16,3-1-53 15,2-1-20-15,4-6 2 0,2-5 12 16,1-4-16-16,0 1-12 0,-2-5-9 16,1 0 20-16,-3-1 13 0,-1 2 30 15,-2-1 44-15,-3 3 31 0,-2 2 18 16,-3 3 3-16,-5 3 32 0,1 5 31 0,-4 3 21 16,-1 1-3-16,0 0-9 15,0 2-7-15,0 5-7 0,0 6-8 0,0 3 18 0,-1 7-13 16,-2 1-9-16,0 3 3 0,0 0 3 15,3 0-21-15,0-4-4 0,0-4-48 0,3-2-51 16,3-4-37-16,2-4-62 0,2-3-15 16,2-3-19-16,5-3-65 0,3 0-241 15,-4-6-538-15,10-8-745 0</inkml:trace>
  <inkml:trace contextRef="#ctx0" brushRef="#br0" timeOffset="27375.603">17205 10909 1577 0,'0'0'1837'16,"0"0"-1511"-16,0 0-134 0,0 0 128 15,-85 30-47-15,62-11-11 0,4 5-11 0,-2 0-74 16,2 4-65-16,6 2-27 0,4-1-15 16,1-1-12-16,5-2-16 0,3-2-24 0,0-5-16 15,8-5-2-15,4-3-42 0,1-5-19 0,3-6-21 16,6 0-6-16,4-10-9 0,3-5 12 15,2-9-59-15,1-4-67 0,1-2-125 16,0-6-170-16,-7 9-165 0,10-15-839 0</inkml:trace>
  <inkml:trace contextRef="#ctx0" brushRef="#br0" timeOffset="27708.035">17502 10561 3056 0,'0'0'447'0,"0"0"-257"0,0 0 24 16,0 0 6-1,0 0 32-15,-40 65 116 0,30-32-38 16,1 3-104-16,1 2-86 0,2 0-34 16,1 2-39-16,1-2-43 0,1 2-24 15,-2-3-12-15,2 4-10 0,-2-3-23 0,1-2-55 16,3-5-28-16,1-7-9 16,0-6 40-16,5-6 23 0,3-7 10 0,4-4-15 15,2-1 5-15,3-7-6 0,3-7 9 0,5-4 0 16,0 0-12-16,-2 0 3 0,-2 4 36 15,-3 4 22-15,-2 6 22 0,-3 3 49 16,0 1 66-16,-3 6 23 0,-1 6 4 16,-2 2 5-16,2 4-22 0,-4 4-12 15,1 1-24-15,-3 1-16 0,-1 0-10 16,-1-2-2-16,1-1-12 16,-2-4-29-16,1-4-20 0,0-4-21 15,2-4-31-15,3 1-42 0,-2-5-107 16,2-1-59-16,4 0-62 0,-1-1-229 15,-1-5-553-15,4-1-814 0</inkml:trace>
  <inkml:trace contextRef="#ctx0" brushRef="#br0" timeOffset="28161.78">18658 11018 258 0,'0'0'1213'0,"0"0"-859"0,0 0 58 0,-80-8-1 16,63 8 90-16,5 0-74 0,4 0-99 0,6 0-83 15,2 4-55-15,5 6 8 0,10 2 42 16,5 5-28-16,9 2-90 0,5-2-43 15,9-6-3-15,4-4-33 0,4-5-43 16,0-2-9-16,-2-9-9 0,1-7-40 16,-2-3-46-16,-1-5-33 0,-5-5-59 15,1-4-106-15,-7 0-166 0,-8 8-269 16,-2-11-1125-16</inkml:trace>
  <inkml:trace contextRef="#ctx0" brushRef="#br0" timeOffset="28345.057">18983 10799 893 0,'0'0'2036'0,"-17"69"-1636"0,10-25-159 0,0 11 113 0,-3 7-13 16,0 3-34-16,-1-6-67 0,3-6-166 16,2-9-74-16,6-12-108 0,0-9-101 15,12-11-11-15,5-12 37 0,6-5-19 0,7-13-119 16,2-8-239-16,-6 2-499 0,13-23-680 0</inkml:trace>
  <inkml:trace contextRef="#ctx0" brushRef="#br0" timeOffset="29179.523">19524 10476 1494 0,'0'0'1946'16,"0"0"-1642"-16,0 0-149 0,0 0 62 15,0 0 19-15,-9 70-38 0,1-38 83 16,-1 9-55-1,1 3-70-15,0 5-44 0,-3 4-21 16,2 1-24-16,-4 5-30 0,0-3-16 16,2 1-21-16,-1-5-1 0,4-6-39 15,3-7-39-15,2-8-48 0,3-8-10 0,5-8 27 16,6-8 18-16,5-7-9 0,6 0-19 16,0-12 13-16,5-7-23 0,-1-4 6 0,1-1 18 15,-3-1 25-15,-2 2 19 0,-2 5 25 16,-2 4 5-16,-7 7 12 0,-1 4 20 0,-1 3 52 15,-3 7 91-15,-3 7 47 16,-1 2-33-16,-2 6-52 0,0 1-43 0,0 1 2 16,0-1 16-16,0-4 2 0,0-4-33 15,2-3-49-15,4-3-30 0,4-7-28 16,1-2-25 0,5 0-3-16,1-4 18 0,5-7-30 15,1-4-72-15,2-4-63 0,1 2-88 0,-1-4-109 16,1 1 38-16,-4 4 116 0,0 1 153 0,-4 6 123 0,-5 2 20 15,-1 4 176-15,-6 3 102 0,-1 2 8 16,-5 7 83-16,0 2 9 0,0 5-88 16,-3 4-64-16,-5 4-44 0,-2 0-16 15,1 1-36-15,2-5-56 0,2-2-49 16,2-6-45-16,3-7-36 0,0-5-37 16,6 0-36-16,2-3-4 0,3-6 21 15,6-10-2-15,1-4-26 0,6-6-27 16,2-4-38-16,0-5-29 0,3 0-20 15,1-4-68-15,-1-5-82 0,0-2-9 16,0-1-48-16,-5-3 89 16,-1 0 92-16,-3 1 39 0,-3 2 221 15,-3 8 42-15,-1 9 308 0,-2 6-10 16,-1 13-4-16,-2 7-22 0,-2 7 27 16,-1 3-43-16,-1 8-2 0,-1 7-27 15,0 7-71-15,0 4-59 0,0 7-50 16,-2 2-6-16,2 2-24 0,0 2-17 0,0 1-17 15,3 3-22-15,-2-1 0 0,0 1-2 0,2-2 0 16,-3-3-1-16,2-4-1 0,-3-3-14 16,1-8-28-16,-3-2-25 0,0-5-24 15,0-5-9-15,0-6-51 0,-4-2-55 0,-2-3-79 16,-1-2-76-16,-6-1-112 0,1 0 15 16,-4-3 116-16,-1-4-55 0,-3-1 5 15,1-1 18-15,-4-5 375 0,0 1 20 0,-1-3 159 16,1-1-59-16,1 3-119 0,4 2 35 0,7 2 198 15,8 4 26-15,3 0-43 0,3 3-107 16,13-2 65-16,1 1 92 0,9-1 29 16,3-2-31-16,6-2-8 0,5 1-46 15,3-4-88-15,2 2-43 0,0-2-80 16,-2 0-131 0,-4 1-245-16,-10 1-163 0,7 2-862 0</inkml:trace>
  <inkml:trace contextRef="#ctx0" brushRef="#br0" timeOffset="29881.512">22234 11382 3104 0,'0'0'411'0,"0"0"-129"0,0 0 1 16,0 0 75-16,16 69 3 0,-1-51-79 16,7-6-66-16,1-3-85 0,7-6-53 15,6-3-11-15,2-6-43 0,2-6-21 16,2-6-1-16,1-2-2 0,-1-3-97 15,-3-1-45-15,-3 1-41 0,-5-1-55 16,-3 3-146 0,-8 2-306-16,-4 5-587 0,-6-3-550 0</inkml:trace>
  <inkml:trace contextRef="#ctx0" brushRef="#br0" timeOffset="30215.234">22639 11114 1197 0,'0'0'1451'0,"0"0"-1139"15,0 0-37-15,0 0 37 0,0 0 26 0,0 0 1 0,-84 9-78 16,75 5-85-16,-1 5-81 0,4 5 6 16,1 5 12-16,2 5 43 0,2 5-31 15,1 3-21-15,0 5-31 0,0 1-22 16,0 2-17-16,0 6-22 0,0 2-11 16,2 2 1-16,-2-2 0 0,2 0 1 15,-1-1-3-15,3-3-19 16,-1-3 16-16,0-3 0 0,2-3-9 15,-1-6 11-15,0-3-2 0,1-7 1 16,-2-4 2-16,1-3 3 0,-1-5-1 16,-3-5 10-16,0-3 4 0,0-3-1 15,0-1 6-15,-6-5 9 0,-1 0-29 16,-5 0-1-16,-1-5-42 0,-4-2-22 0,-2-5 22 16,0-1-25-16,-1-6-12 0,2-4-22 0,3-3-30 15,-1-3-13-15,5-4-30 0,1 0-64 0,4-2-47 16,2 2-101-16,4 1-175 0,0 8-465 15,11-7-575-15</inkml:trace>
  <inkml:trace contextRef="#ctx0" brushRef="#br0" timeOffset="30668.087">23518 11156 1956 0,'0'0'728'0,"0"0"-364"0,0 0-131 0,0 0 56 16,0 0-5-16,0 0-16 0,0 0-50 16,0 0-88-16,0 0-34 0,0 0-7 0,-80 72 34 15,75-57 49-15,-1 0-16 0,-1 2-43 16,3 1-19-16,-2 1-33 0,3 3-19 16,-2 4-5-1,2 4-1-15,1 3-8 0,-1 6-13 16,-3 3 15-16,3 5-6 0,-3 0 4 15,4-2-4-15,-3 1-9 0,4-7-12 0,-1-3-3 16,2-8-13-16,0-8-5 0,2-2-1 16,4-7-29-16,2-5-31 0,1-2-45 15,2-4-29-15,6 0 16 0,-1-11-37 0,4-6-81 16,2-2-135-16,-3 2-233 0,7-14-777 16</inkml:trace>
  <inkml:trace contextRef="#ctx0" brushRef="#br0" timeOffset="31070.666">24064 11128 992 0,'0'0'2109'15,"0"0"-1860"-15,0 0-84 0,0 0 110 0,0 0 68 16,47 73 64-16,-41-39-68 0,0 5-116 16,-3 4-71-16,-1 0-12 0,-2 4 0 15,-3-1-49-15,-6 0-34 0,-4 1-27 16,-4-4-28-16,-5-1-2 0,-1-5-45 0,-5-2-40 15,0-5-12-15,-3-4 18 16,3-5 16-16,-3-7-29 16,2-7-8-16,-1-4 33 0,4-3 9 15,3-4 9-15,1-6-10 0,5-4 41 16,1-4-25-16,5-1 28 0,4-6-19 16,2-3-12-16,4-3 3 0,1 0 3 0,3 3-37 15,7 2 34-15,3 6 6 16,1 4 21-16,2 5 16 0,0 6 59 0,1 3 9 15,2 2 6-15,3 4 18 0,2 8-9 0,2 3-7 16,3 3 16-16,0 1 24 0,2 3 6 0,1-3-13 16,-2-1-45-16,0-1-37 0,-2-5-27 15,0-1-12-15,-3-5-33 0,1-5-37 16,-3-1-40-16,-1-4-52 0,1-6-56 16,-3-2-152-16,-4 1-388 0,1-10-1004 0</inkml:trace>
  <inkml:trace contextRef="#ctx0" brushRef="#br0" timeOffset="31285.064">24516 11298 2805 0,'0'0'407'0,"0"0"-251"0,0 0 73 0,0 0 61 0,49 66 86 16,-38-44 45-16,-3 2-148 0,1 3-102 15,-1 0-40-15,-2 2-15 0,-3 0-4 16,0 0-33-16,-3 3-30 0,0 3-19 15,-3 0 0-15,-6-2-15 0,-5-2-15 16,-2-2-29-16,-2 1-71 0,-3-3-40 16,-2-2-18-16,2-6-15 0,2-4-8 15,0-6-3-15,3-6-72 16,3-3-105-16,3-5-73 0,2-10-113 16,5 4-123-16,3-17-489 0</inkml:trace>
  <inkml:trace contextRef="#ctx0" brushRef="#br0" timeOffset="31469.728">24893 11403 3205 0,'0'0'760'0,"0"0"-427"15,0 0-46-15,0 0-13 0,89 39-8 16,-68-32 54-16,0 1-41 0,-2-3-119 16,3 1-94-16,1-2-49 0,-2-1-17 15,-1-3-36-15,-5 0-58 0,-1 0-48 0,-6 0-58 16,-2 0-40-16,-6 0-114 0,0 3-216 15,0-1-482-15,-16 7-408 0</inkml:trace>
  <inkml:trace contextRef="#ctx0" brushRef="#br0" timeOffset="31616.916">24993 11640 1003 0,'0'0'2273'16,"0"0"-1873"-16,0 0-173 0,0 0 133 16,0 0-115-16,0 0-54 0,0 0-6 15,0 0-45 1,0 0-72-16,0 0-68 0,84 36-25 15,-64-43-125-15,-1-2-58 0,0-1-98 0,-1-1-182 16,-5 4-573-16,6-3-683 0</inkml:trace>
  <inkml:trace contextRef="#ctx0" brushRef="#br0" timeOffset="32419.28">25329 11618 2383 0,'0'0'1046'0,"0"0"-891"0,0 0-6 15,0 0 24-15,0 0 66 0,0 0 53 16,0 0-122-16,0 0-125 0,0 0-45 0,0 0-2 15,62 49-13-15,-46-49-1 0,3 0-14 16,0-7-26-16,2 0-18 0,1 0-19 16,1-2-13-16,0 3 19 0,-2-3 18 15,0 5-1 1,-4 0-11-16,-4 2 43 0,-2 2 38 16,-5 0 2-16,-4 0 52 0,-2 0 56 0,0 0 15 15,0 0 12-15,-2 2-7 0,-2 1-9 16,-2-1-10-16,-1 1-13 0,3 0-3 15,-1 0-9-15,2-3-7 0,1 1-15 0,-3-1-24 16,2 0-19-16,0 0-6 0,-4 0-15 16,2 0-24-16,-3 0-9 0,-1-3 8 15,-3 2 1-15,-1 0 6 0,-2-1-13 0,4 2 30 0,1-2 1 16,1 1 12-16,3 1-9 0,1-1 12 0,0 1-2 16,2-1 8-16,0-2-18 15,3 1-3-15,-1 0-52 0,-1 0-3 0,2-1-18 16,0-1-4-16,0-1 13 15,0 2 21-15,0-1 9 0,0-1 3 0,0 2-6 16,0-3 0-16,3 1-6 0,2-1 6 16,-1 0-3-16,0-1 6 0,2 3-38 15,-1-3-27-15,0 2-4 0,-1 0 7 16,-1 3-3-16,0-1 43 0,-1 1 56 16,-2 2 23-16,0 0 18 0,0 0 32 15,0 0 58-15,0 3 3 16,0-1-20-16,0 0-21 0,-2 2-37 15,-1 1-19-15,2 2-6 0,-1 3 6 16,0 2 9-16,-1 2-6 0,3 0-10 16,-2 2 4-16,2 0 18 0,0-1-6 15,0 2-6-15,2-1-13 0,1-1-2 0,-1 1-7 16,4-5-18-16,-1-1-18 0,3-4-16 16,2 0 1-16,0-3-29 0,8-3-24 0,-2 0 22 15,5-9 6-15,5-3-22 0,1-3-25 16,-2-6 24-16,4-1 10 0,-3-3 21 0,-2-2 47 15,-2-1 3-15,-3 2 9 0,-4-4 44 16,-1 1 15-16,-6-1 19 0,-2 0 9 16,-5-1-16-16,-1 1-7 0,0 5-39 15,-7 1 3 1,-1 7 3-16,-3 3 18 0,-4 5-21 0,-1 2-16 16,-3 7-12-16,-1 0-9 15,-5 0-15-15,1 11 15 0,-1 3 0 0,2 4 15 16,3 5-2-16,-2 5-1 0,4-1 0 15,0 3-12-15,0 3 0 0,2-3-27 16,2-3-22-16,3 1-16 0,3-5 10 16,1-3 18-16,4-2-18 0,3-5-13 0,0 1-33 0,3-5-54 15,5 2-62-15,1-3-125 0,2-3-228 16,1-1-576-16,5-4-654 0</inkml:trace>
  <inkml:trace contextRef="#ctx0" brushRef="#br0" timeOffset="33173.553">27058 11466 2944 0,'0'0'444'0,"0"0"-149"0,0 0-90 0,-9 81 121 16,1-39 25-16,1 1-37 0,-3-3-112 16,3-2-102-16,3-8-97 0,2-8-3 15,2-8-67-15,2-7-12 0,3-3-96 16,8-4-55-16,0-7-104 0,1-4-317 16,5-18-1138-16</inkml:trace>
  <inkml:trace contextRef="#ctx0" brushRef="#br0" timeOffset="33328.285">27303 11128 3668 0,'0'0'579'0,"0"0"-579"0,0 0-35 16,0 0-39-16,0 0-11 0,0 0-22 15,107-21-107-15,-71 20-237 0,-8-2-650 0,14 6-600 0</inkml:trace>
  <inkml:trace contextRef="#ctx0" brushRef="#br0" timeOffset="33573.555">27694 11378 2861 0,'0'0'471'15,"0"0"-271"-15,0 0 56 0,0 0 122 16,-76 76 13-16,59-61-19 0,6-1-119 0,4-5-104 16,6-2-64-16,1-2-33 15,5 2 9-15,9 3-25 0,4 1-18 0,7 0-6 16,3 2-12-16,6 0-2 0,0 0 1 15,4 1-2 1,-1 2-15-16,-2 1-3 0,-3 1 0 16,-6 3-22-16,-4 1 19 0,-8-2 9 15,-3 3-16-15,-7 1 7 0,-4-5-15 0,0 2-13 16,-12-2-12-16,-6-4-6 0,-5 1-6 16,-6-4-28-16,-2 0 6 0,-3-5-56 15,-5 4-164-15,-4-4-232 0,10-3-572 16,-22 2-814-16</inkml:trace>
  <inkml:trace contextRef="#ctx0" brushRef="#br0" timeOffset="34807.85">19605 12941 2013 0,'0'0'314'15,"0"0"225"-15,0 0-46 0,0 0-116 16,0 0-104-16,0 0-34 0,0 0-10 16,0 0-40-16,0 0-48 0,0 0-40 15,0 0-24-15,-25-45-16 0,21 45 3 16,-1 0 6-16,-3 1 15 0,-3 3-33 15,-4 3-52-15,-1 1-3 16,-1 5-18-16,-2 3-25 0,1 4 44 16,3 6-19-16,2 2-1 0,2 5-2 15,3 2 12-15,1 5 0 16,3-2-4-16,1-1 14 0,3-5 0 0,0-7-16 16,0-6 0-16,6-7-22 0,2-6-6 15,1-5 19-15,4-1 12 0,4-6 15 16,-1-11 0-16,7-4-9 0,0-5-6 0,0-7-34 15,-1-2 6-15,1-3-21 0,2-2-1 16,-1-4-18-16,1-3-50 0,1-2-31 16,0-3-26-16,2-3-17 0,-2-4-42 0,-1-2 40 15,-2 0 9-15,-1-3 27 0,-4 2 3 16,-3 1 80-16,-4 11 81 0,-4 5 9 16,-2 8 54-16,-2 8 94 15,-3 10 37-15,0 5-3 0,0 6 21 16,0 6-29-16,0 2 11 0,-5 0 16 15,2 7-27-15,-3 8-40 0,-2 6-48 0,1 10-18 16,-2 5 0-16,0 8 24 16,-1 6 24-16,2 6 22 0,0 3-31 0,-3-1-43 15,2-2-37-15,-1-1-27 16,-1-2-11-16,1-1-41 0,-1-4-79 0,0-4-46 0,5-4-60 16,3-5-78-16,2-8-265 0,1-10-704 0,1-3-1035 15</inkml:trace>
  <inkml:trace contextRef="#ctx0" brushRef="#br0" timeOffset="34977.361">20050 13002 2749 0,'0'0'535'0,"0"0"-309"0,0 0 18 0,-3 73 26 16,-2-49 40-16,0-2-19 0,0-3-85 16,0-1-69-16,2-4-54 0,3-2-65 15,-1-5-18-15,1-2-39 0,0-5-68 16,0 0-142-16,0-3-94 0,1-7-130 15,2 1-254 1,0-12-1001-16</inkml:trace>
  <inkml:trace contextRef="#ctx0" brushRef="#br0" timeOffset="35124.609">20123 12702 2861 0,'0'0'512'16,"0"0"-312"-16,0 0-29 0,0 0 21 0,0 0-79 0,0 0-93 0,0 0-20 15,0 0-180-15,84-61-145 0,-68 54-150 16,-6 2-533-16,3-2-671 0</inkml:trace>
  <inkml:trace contextRef="#ctx0" brushRef="#br0" timeOffset="35361.596">20314 12735 2153 0,'0'0'524'0,"0"0"-212"0,0 0 40 15,-2 81 44-15,-2-46-71 0,3 3-33 16,0-2-32-16,-2 7-41 0,1-1-39 16,-1 0-21-16,2 0 5 0,-1-6-51 15,2-2-59-15,0-8-35 0,0-5-16 16,3-5 18-16,3-7-3 0,-2-4 0 0,3-3 13 0,1-2-10 16,0-2-18-16,1-7 10 0,5-4-13 15,0-4-18-15,1-3-7 0,1-4 1 0,4-4-9 16,0 1-40-16,-1-1-42 0,3-2-56 0,-1-1-52 15,3 0-170-15,-7 8-312 0,7-10-791 0</inkml:trace>
  <inkml:trace contextRef="#ctx0" brushRef="#br0" timeOffset="35541.531">20779 12972 3186 0,'0'0'550'15,"0"0"-277"-15,-18 73 121 0,13-49-11 16,1 4-65-16,1-5-56 0,2-4-123 0,1-4-123 0,0-3-16 16,0-3-40-16,0-2-21 0,0-3-57 15,1-1-43-15,-1-3-23 0,0 0-49 16,0-7-206-16,0 2-525 0,-1-10-965 0</inkml:trace>
  <inkml:trace contextRef="#ctx0" brushRef="#br0" timeOffset="35694.695">20746 12744 3432 0,'0'0'533'16,"0"0"-291"-16,0 0 65 0,0 0-35 15,0 0-46-15,0 0 3 0,0 0-116 16,0 0-113-16,0 0-16 0,91-21-133 16,-65 17-110-1,3 1-67-15,1 1-247 0,-7 2-572 0,6 0-1192 0</inkml:trace>
  <inkml:trace contextRef="#ctx0" brushRef="#br0" timeOffset="36110.954">21219 12834 3606 0,'0'0'551'0,"0"0"-392"0,0 0 52 16,0 0 1-16,0 0-58 0,0 0 20 16,-78 53-21-1,62-39-89-15,1 0-37 0,2 0-24 16,1 0 8-16,1-1-11 0,2-1-3 16,3-2 3-16,2-2-1 0,4-3-17 0,0 0-6 15,3 2 5-15,5-1 19 0,5 0 0 16,3 4 0-16,4-2-33 0,2 0 8 15,2 0-20-15,2-2 8 0,-1 1 25 16,-1-1-3-16,-2 1 12 0,0 1 3 0,-5 0 3 16,-3 0 36-16,-5 4-5 0,-5-2 2 15,-2 3 38-15,-2 0 2 0,-4 2-16 16,-7 1-8-16,-2-1-13 0,-2 0 7 16,-4-3-13-16,1 0-12 0,-2-4-20 0,4-2-1 15,-2-4-39-15,5-2-40 0,1 0-39 16,4-4-43-16,3-3-47 0,2-5-80 0,3-2-142 15,3-3-243-15,4 5-636 0,14-11-908 0</inkml:trace>
  <inkml:trace contextRef="#ctx0" brushRef="#br0" timeOffset="36411.507">21615 12979 2981 0,'0'0'666'0,"0"0"-344"0,0 0 100 16,-48 83-55-16,22-48-30 0,2-2-27 15,1 1-70-15,3-8-68 0,7-5-57 16,4-7-76-16,8-5-39 0,1-4-57 16,1-4-10-16,7-1-11 0,3-1-4 15,6-10 0-15,1-3-5 0,3-4-1 16,1-4 3-16,-2 1-22 0,0 1-15 0,0 3 27 0,-3 4 37 16,0 4 40-16,-3 4 16 0,0 3 2 15,-3 2 12 1,0 6 95-16,-2 3 6 0,-1 1 0 15,-2 5-16-15,-1-2-15 0,-2 1-21 16,1 2-22-16,-3-3-3 0,1 0-8 16,0-1-28-16,1-6-16 0,0 0-30 15,2-4-24-15,-1-2-54 0,0-2-40 0,5-7-35 16,0-5-147-16,1-4-247 0,-3 4-466 16,4-12-595-16</inkml:trace>
  <inkml:trace contextRef="#ctx0" brushRef="#br0" timeOffset="36812.079">22046 12471 2932 0,'0'0'438'16,"0"0"-320"-16,0 0 154 0,0 0 53 0,0 0 45 16,0 0-28-16,8 81-125 0,-8-46-125 15,0 3-43-15,-3 5 3 0,-5 3-13 0,-4-2-5 16,-2 2-14-16,0 0-20 0,0-5-18 0,0-1-25 15,3-7-64-15,5-6-42 0,3-9-8 16,3-5 47-16,0-8 36 0,9-5 9 16,4 0-40-16,3-8-3 0,6-3 2 0,0-1-6 15,0 2-17-15,1 3 31 0,0 6 48 16,-2 1 29-16,0 5 21 0,-1 6 47 16,-4 4 26-1,3 3 72-15,-4 2 82 0,-1 2-60 16,-4-1-56-16,-3 1 19 0,2-1-35 0,-5 0-3 15,-3 2-19-15,-1-2-6 16,0 1 1-16,-5-1-1 0,-7 2-13 0,-4 0-8 16,-4 0-3-16,-3 0-13 0,-2-2-30 15,1-3 0-15,0-5-52 0,2-5-69 0,6-8-38 16,3-2-28-16,5-12-83 0,3-9-59 0,5-9-195 16,0 4-443-16,10-33-577 0</inkml:trace>
  <inkml:trace contextRef="#ctx0" brushRef="#br0" timeOffset="37244.124">22645 12508 3064 0,'0'0'642'0,"0"0"-437"16,-9 75-25-16,1-37 81 0,-3 5 52 15,2 4 88-15,1-1-78 0,2 0-153 0,0-3-106 16,3-2-44-16,3-3-20 0,0 1-37 15,3-4-84-15,3-1-28 0,0-3-15 16,-1-1-10-16,1-3-22 0,0-2-100 0,4-3-162 16,0-3-94-16,3-4 26 0,4 2-12 0,5-2 97 15,0 1 119-15,4 0 192 0,1 1 130 16,3-2 231-16,1-1 181 0,0-4-40 16,2-4-27-16,-2-1-31 0,0-5-24 15,0-2-15-15,-2-10-33 0,-1-5-60 0,1-7-61 16,1-6-56-16,-2-3-12 0,0 0-28 0,-5-2-9 31,-4 4-15-31,-6 8 26 0,-8 2-5 16,-5 6 30-16,-6 5 22 0,-14 6 9 0,-6 4 7 0,-7 6 8 15,-4 11-4-15,-5 10-2 0,0 8-34 0,1 3-18 16,4 6 2-16,2-1-2 16,10-1-4-16,4-4-11 0,5-7-16 15,9-8-9-15,4-5-43 0,3-7-51 16,7-5-34-16,8-6 6 0,8 0-1 15,4-10-30-15,10-5-85 0,8-2-110 16,9-4-318-16,-13 6 244 0,24-7-1114 0</inkml:trace>
  <inkml:trace contextRef="#ctx0" brushRef="#br0" timeOffset="37914.384">24140 12568 726 0,'0'0'1786'0,"0"0"-1450"16,0 0-141-16,0 0 42 0,0 0 81 15,0 0-37-15,0 0 17 0,0 0-21 16,0 0-12-16,12 92-75 0,-12-41-64 16,-7 10-50-16,-5 7-9 0,-4 3 24 15,-4-3-14-15,1-2-26 0,1-8-51 0,2-7-6 0,3-8-58 16,4-8-36-16,6-7 30 0,3-10 9 15,0-7-13-15,9-9-14 0,4-2-13 16,4 0 33-16,3-2 28 0,3-7 19 16,1 1 21-16,1 2-13 0,3 2-14 15,-1 3 27-15,0 1 0 0,2 0 30 16,-4 7-14-16,-5 1-16 0,-1 2 15 0,-8 1 16 16,-1 1 24-16,-5 1 16 0,-3-2 8 0,-2 2 4 15,-2 2-10-15,-11 0-12 0,-2-1-3 16,-6 1-25-16,-1-2 10 0,-1-1-31 15,0-6-9-15,3-1-3 0,5-5-51 16,1 0-56-16,8-6-52 0,3-8-58 0,3-4-73 16,6-7-76-1,13-4-157-15,5-6-150 0,-3 5-524 16,20-17-107-16</inkml:trace>
  <inkml:trace contextRef="#ctx0" brushRef="#br0" timeOffset="38262.4">24556 13069 267 0,'0'0'1616'0,"0"0"-1017"0,0 0-122 16,0 0-55-16,0 0-42 0,79 78-18 15,-79-47-39-15,0 3-73 0,0 2-41 16,-5 2-22-16,-2-2-44 0,-1 0-27 0,2-5-13 16,3-4-24-16,3-7-79 0,0-5-3 0,9-5-52 15,3-5 0-15,3-2-5 0,3-3 11 16,4 0-6-16,3 0-15 0,1 1 37 16,1 6-4-16,0 5 16 0,2 7 9 15,-2 6 12-15,-2 4 15 0,0 6-15 16,-4 1-18-1,-1-1 14-15,-5 1 4 0,-2-3-2 16,-2 2-43-16,-3-1 11 0,-4-1-15 16,-4 0-3-16,0-2 31 0,-10 2-1 15,-7-1 19-15,-2-1 2 0,-4-4 1 0,-2-3 28 16,-1-6 30-16,3-3 21 0,-1-8-11 16,2-7-14-16,5 0 41 0,2-12-1 15,5-7-38-15,6-7-56 0,4-7-33 0,1-3 8 16,12-7 4-16,7-1-16 0,6 0-17 0,5 1 17 15,6 2-3-15,7 1 16 0,3 0-16 16,4 0 22-16,3 1-28 0,2-1-58 16,2 1-92-16,-2 3-191 0,-15 8-285 15,16-5-936-15</inkml:trace>
  <inkml:trace contextRef="#ctx0" brushRef="#br0" timeOffset="38701.171">26383 13130 2489 0,'0'0'656'0,"0"0"-261"0,0 0-149 0,36 76 91 15,-28-46 67-15,0 0-56 0,-3 1-101 16,0-2-116-16,-3-3-79 0,3-7-39 16,-2-3-13-16,0-4-55 0,0-6-82 15,0-4-25-15,-2-2-34 0,0 0-57 0,2-10-154 16,-3 3-553-16,0-12-780 0</inkml:trace>
  <inkml:trace contextRef="#ctx0" brushRef="#br0" timeOffset="38864.089">26502 12918 3112 0,'0'0'487'0,"0"0"-326"0,0 0 115 16,0 0 31-16,0 0-167 0,80-21-140 15,-54 15-4-15,2 2-154 0,3-2-53 16,3-1-208-16,-9 3-633 0,9-1-1025 0</inkml:trace>
  <inkml:trace contextRef="#ctx0" brushRef="#br0" timeOffset="39134.042">26922 13061 1869 0,'0'0'1545'0,"0"0"-1345"16,0 0-68-16,9 83 202 0,-7-56 132 15,1-1-57-15,1-1-116 0,1 0-120 16,1-1-72-16,2-4-38 0,2-1-20 0,-3-1-28 16,2 0-14-16,-4-2-1 0,1-3-2 0,0-2-25 15,-3-2-25-15,0-2 13 0,2-4 2 16,-5 0 7-16,2-2 6 0,-2-1 2 0,2 0 1 16,1 0-3-16,1-6-7 0,6-6 22 15,0-3 7-15,4-9 3 0,3-1-2 31,0-5-16-31,0-1-10 0,2 1-10 0,-2 0 10 16,3 2-28-16,-1 1-73 0,-2 1-74 16,1 3-199-16,-8 6-596 0,-1-2-1064 0</inkml:trace>
  <inkml:trace contextRef="#ctx0" brushRef="#br0" timeOffset="39434.079">27433 13045 3067 0,'0'0'961'0,"0"0"-832"0,0 0-60 0,0 0 40 15,22 71 18-15,-14-52 123 0,-2 4-26 16,0-3-142-16,2 3-39 0,-2-2-15 16,-3 4-10-16,-3 0 0 0,0 1-2 15,-3 2-15-15,-6 0-1 0,-5 1-7 16,0-1-8-16,4-4 15 0,1-5 12 0,3-7-9 15,6-4 13-15,0-7 8 0,0-1-1 16,8-5-22-16,3-7 23 0,9-7 6 0,6-4-27 16,2-7-3-16,3-1-14 0,3-2-26 15,-1 2-30-15,1 1-61 0,1 1-74 0,0 2-100 16,-1 0-135-16,-11 8-341 16,10-1-850-16</inkml:trace>
  <inkml:trace contextRef="#ctx0" brushRef="#br0" timeOffset="39850.508">28291 13022 2606 0,'0'0'421'0,"0"0"-232"0,0 0-93 0,0 0 69 16,-76-69 180-16,58 59-43 0,-1 7-38 15,4 3-84-15,2 0-4 0,-1 3 29 16,0 9-55-16,3 5-71 0,-5 8-12 16,1 8-3-16,1 6 6 0,2 7-6 0,1 3 3 15,2 5-1-15,4 0-17 0,3 0-19 16,2-4-20 0,0-4-10-16,9-4-30 0,7-6-25 15,0-6-14-15,7-5-32 0,2-3-51 16,4-8 9-16,4-3-46 0,5-5-75 15,6-6-154-15,-10 0-256 0,22-11-674 0</inkml:trace>
  <inkml:trace contextRef="#ctx0" brushRef="#br0" timeOffset="40720.697">29132 12780 1744 0,'0'0'649'0,"0"0"-159"16,0 0-90 0,0 0-22-16,0 0-4 0,0 0-45 15,32 73-70-15,-30-37-71 0,-2 4-32 0,-6 7 6 16,-8 2-15-16,-4 1-53 0,-6 2-30 15,-4-1-16-15,0-4-27 0,-7 0-9 16,-3-3-12-16,1-2-2 0,-2-3-11 16,3-8 13-16,3-5-3 0,3-5-30 15,2-6-13-15,1-4-30 0,4-4 7 16,0-5-20-16,3-2 13 0,5-2-28 16,2-5 0-16,6-7-6 0,3-2 24 15,1-4 2-15,3-6 23 0,1 0-7 0,8-4 34 0,2-2 31 16,2-2 0-16,2 5 3 0,1-1-3 15,2 6 1-15,0 4-7 0,0 3 9 16,3 5 56-16,-1 5 2 0,1 4 13 16,-2 3 10-16,3 5-14 0,-4 8-12 15,1 5 13-15,1 4 11 0,0 2 22 0,-1 2-18 16,1 1-10-16,-4-1-43 0,1-2-30 16,-3-1-3-16,-2-2-55 0,0 0-67 15,-2-2-37-15,0 0-22 0,0 1-16 0,-1-4 39 16,2 0-277-16,-5-6-642 0,3-5-703 0</inkml:trace>
  <inkml:trace contextRef="#ctx0" brushRef="#br0" timeOffset="40889.66">29497 13352 1922 0,'0'0'1436'0,"0"0"-1164"15,0 0-145-15,0 0 74 0,0 0 169 16,0 0 43-16,0 0-115 0,0 0-170 15,-10 76-58-15,3-50-9 0,0 2-22 16,-2-2-39-16,2-2-16 0,3-5-90 16,2-2-77-16,2-5-38 0,0-5-44 15,8-7-104-15,-2 0-280 0,13-12-715 0</inkml:trace>
  <inkml:trace contextRef="#ctx0" brushRef="#br0" timeOffset="41167.916">29867 12768 2996 0,'0'0'562'0,"0"0"-439"0,0 0 201 0,0 0 172 15,100-18-90-15,-61 15-134 0,5 0-83 16,4 2-43-16,1 1 23 15,-3 0-45-15,0 2-45 0,-5 2-37 16,-2 1-18-16,-4 0-24 0,-4 0-39 16,-3-3-34-16,-6 0-44 15,-2 2-32-15,-4-3-36 0,-3 1-58 0,-5 1-180 16,-4-3-367-16,-6 6-832 0</inkml:trace>
  <inkml:trace contextRef="#ctx0" brushRef="#br0" timeOffset="41373.497">30138 12955 2179 0,'0'0'1030'15,"0"0"-687"-15,-12 71-87 0,9-39 81 0,-3 7 42 16,1 0-59 0,1 3-88-16,-1-1-70 0,3 0-68 15,1 1-33-15,1 2-15 0,0-1-22 0,0-1 0 0,0-4-24 16,5-7-16-16,2-7-108 0,1-7-41 15,0-3-36-15,5-8-51 0,0-5-122 16,-4-1-426-16,5-4-1223 0</inkml:trace>
  <inkml:trace contextRef="#ctx0" brushRef="#br0" timeOffset="41569.204">30229 13140 2224 0,'0'0'469'0,"0"0"-340"0,0 0 204 16,0 0 97-16,0 0-58 0,0 0-46 15,88 26-94-15,-65-20-108 0,6 0-29 16,1-2-9-16,3-2-24 0,4-2-35 16,-3 0-27-16,3 0-113 0,-1-4-103 15,-2-4-90-15,0 1-102 0,-6 0-290 16,3-5-1022-16</inkml:trace>
  <inkml:trace contextRef="#ctx0" brushRef="#br0" timeOffset="41907.632">31026 12747 3562 0,'0'0'595'15,"0"0"-526"-15,0 0 96 0,0 0 134 16,0 0 54-16,0 0-24 0,59 88-147 16,-44-54-100-16,-4 2-22 0,2 0 1 0,-3 2-10 0,3 1-24 15,0-2 1-15,0 1-25 0,1 1-1 16,0-2 15-16,-3-1-17 0,1-2-2 0,-7-5-22 15,-3 1-55-15,-2 0-24 16,-5 3-21-16,-9-3-25 0,-5 1 3 16,-7 1 18-16,-5 1 0 0,-5 0-19 0,-3 0-28 15,-6 1-7-15,0 1-7 0,-2 0-115 0,11-11-315 16,-25 11-873-16</inkml:trace>
  <inkml:trace contextRef="#ctx0" brushRef="#br0" timeOffset="45146.451">19299 14295 1858 0,'0'0'1367'0,"0"0"-1068"16,0 0 7-16,0 0 90 0,0 0-80 15,0 0-152-15,0 0-66 0,0 0 0 16,0 0 61-16,0 0-6 0,90 4-62 15,-47-4-48 1,0 0-43-16,3 0 0 0,-4 0-2 0,1-2-1 16,1 0-24-16,-4-3-49 0,0-1-76 15,-4 1-50-15,-7 2-38 0,-4 1-156 16,-9 0-610-16,-11 2-948 0</inkml:trace>
  <inkml:trace contextRef="#ctx0" brushRef="#br0" timeOffset="45362.82">19327 14539 2955 0,'0'0'495'0,"0"0"-242"0,0 0 40 16,0 0-117-16,0 0 4 0,0 0 80 16,86 6-41-16,-43-6-91 0,4 0-54 0,0-2-54 15,-1-1-20-15,2-4-1 0,-5-1-17 0,-1-1-25 31,-3-1-92-31,-5-2-46 0,-2 2-72 16,-5-2-80-16,-9 5-254 0,-2-5-654 0</inkml:trace>
  <inkml:trace contextRef="#ctx0" brushRef="#br0" timeOffset="45631.633">19813 14007 2493 0,'0'0'425'0,"0"0"-188"0,0 0-67 0,0 0 11 16,0 0 59-16,0 0 2 0,79 11-87 16,-48 1-96-16,4 2-22 0,0 4 7 0,-1 3-32 15,-2 0-11-15,-3 7 12 0,-5-2 18 16,-5 7-31-16,-9 1 12 0,-6 5-12 16,-4 2 0-16,-7 3-1 0,-8 4-17 0,-4-1-1 15,-6 2-31-15,-4-1-15 0,-1-2-13 16,0 0-1-16,-3-7 3 0,1-3 1 15,0-5-38 1,3-8-67-16,4-5-77 0,0-7-211 16,10-5-288-16,-6-6-869 0</inkml:trace>
  <inkml:trace contextRef="#ctx0" brushRef="#br0" timeOffset="46402.842">21012 14830 1808 0,'0'0'668'0,"0"0"-275"15,0 0-136-15,0 0 7 0,-31-72-7 16,18 55 8-16,-2 3 5 0,-1 3-105 16,-2 3-56-16,-1 2-23 0,2 3 19 15,-3 3 37-15,3 10-59 0,-3 8-25 16,2 9-40-16,-2 8-15 0,2 5 15 0,2 5 19 15,1 0 15 1,4 0-18-16,3-2-16 0,5-7-18 16,3-7-11-16,0-7-11 0,3-8-23 15,6-7-29-15,5-7 16 0,5-4 24 16,3-11 34-16,4-10-36 0,2-6-72 16,1-5-3-16,-2-6 0 0,0-1 37 15,-3 0 18-15,1-3-3 0,-2 0 25 0,-1-2-7 16,1-2 1-16,-1-1 21 0,1-5-9 0,-4 1-13 15,1 1-38-15,-3 0 20 0,-2 9-42 16,-5 4 4-16,0 8 21 0,-5 8 16 0,-2 8-4 16,-3 7 64-16,0 5 48 0,0 5 12 15,0 0 35-15,-5 6-67 0,-2 8-28 16,3 7 50-16,-3 7 51 0,-1 6-26 16,2 4 11-16,-3 8 1 15,1 4 0-15,-2 3 0 16,-1 6-22-16,-1 4 0 0,0 1-18 0,0 2-7 15,0-4-25-15,1-4-15 0,3-10 0 16,6-10-37-16,2-10-9 0,0-8-41 16,5-9-68-16,7-4-60 0,2-7-138 15,-1 0-392-15,7-15-918 0</inkml:trace>
  <inkml:trace contextRef="#ctx0" brushRef="#br0" timeOffset="46703.115">21343 14995 2734 0,'0'0'408'0,"0"0"-277"16,0 0 50-16,0 0 129 0,0 0-1 16,0 0-131-16,0 0-79 0,0 0-40 15,79 5-16-15,-53-26-43 0,5-6-50 0,0-3-43 16,-2-2 15-16,-3 3-6 0,-6 4-4 31,-4 4 28-31,-5 5 60 0,-8 6 6 0,-3 4 74 16,0 0 38-16,-8 4-31 0,-7-1 6 15,-1 2-18-15,-4 1-7 0,-3 0-22 16,0 0 0-16,1 6-15 0,2 4-15 0,0 4 14 16,3 5 10-16,1 4-12 0,0 2 6 15,3 4-13-15,5 1-21 0,0-5-15 16,5 2-16-16,3-9-52 0,0-3-52 16,9-4-51-16,8-5-69 0,7-6-79 15,4-6-170-15,-3-2-196 0,18-16-481 0</inkml:trace>
  <inkml:trace contextRef="#ctx0" brushRef="#br0" timeOffset="47103.534">21902 14811 2583 0,'0'0'681'15,"0"0"-376"-15,0 0-5 0,-36 68 2 16,15-39 5-16,0 0 5 0,-2 0-55 16,3-2-68-16,1-4-34 15,5-3-21-15,5-5-50 0,3-7-65 0,6-4-19 16,0-4-52-16,3 0-27 0,6-5 31 15,7-6 30-15,4-5 17 0,2 0-24 16,4-2-8-16,1 5-7 0,0 5 1 16,0 4 18-16,-2 4-4 0,3 4 23 15,-4 7-19-15,2 6 6 0,-5 0-10 0,1 3 22 16,-4 5-15-16,-2 0 3 0,-2 2 15 0,-2 3 0 16,-5 1-1-16,-3 0-15 0,-1 2 16 15,-3 5 11-15,-7 2 16 0,-6 1-12 16,-4 1 3-16,-4 2 10 0,-3-2 2 15,-1-3 13-15,-4-2 21 0,1-1-10 16,0-8-2-16,-2-4-15 0,4-7-7 0,-2-7-28 16,6-6 37-16,1-4-27 0,4-4-10 0,1-7-2 15,6-7-18-15,4-5 0 0,3-4-12 16,3-3-16-16,8-2 1 0,6-3-4 16,6 0-39-16,2 2 0 0,3 0-10 0,3 0-39 15,4-1-29-15,4 1-130 0,1 1-212 16,-6 6-453-16,12-10-872 0</inkml:trace>
  <inkml:trace contextRef="#ctx0" brushRef="#br0" timeOffset="47298.138">22592 14974 2096 0,'0'0'2035'0,"0"0"-1724"0,0 0-175 0,0 0 150 0,0 0 2 15,94 23-106-15,-59-23-51 0,2-12-67 16,7-4-64-16,0-3-9 0,-1-4-82 16,-1-2-43-16,-4 0-31 0,-4 0-39 15,-6 2-48-15,-4 2-144 0,-8 2-185 16,-6 2-197-16,-3 7-543 0,-7 0-204 0</inkml:trace>
  <inkml:trace contextRef="#ctx0" brushRef="#br0" timeOffset="47651.734">22926 14624 1994 0,'0'0'360'0,"0"0"-50"0,0 0-24 0,0 0-4 16,0 0 11-16,0 0-24 0,0 0-50 15,0 0-52-15,0 0-21 16,-80 50 16-16,73-31-2 0,0 6-21 16,3 1-32-16,1 1-24 0,3 3-1 0,0-1-9 15,0 3-6-15,3 2-18 0,-1 1-3 16,1 0-10-16,3 3-8 0,-2-2-13 0,1 4-14 15,-1 0 0-15,-1 0-1 0,0 2-3 16,-2-1 2-16,1-1-11 0,-1-4 12 16,1 0-2-1,2-2 0-15,-2-3-11 0,1-3 13 16,0-6 1-16,0-2-1 0,-1-4 3 16,-1-1-2-16,-1-3 0 0,0-4 0 15,0-1-1-15,0-3-28 0,-4 1-11 0,-4-2-4 16,-4 1 6-16,-3 0 13 0,-3-1 6 15,-1-3 15-15,-4 0-37 0,-3-2-24 16,-3-5-46-16,-3-5 3 0,1-2-32 0,-6-3-27 16,4 0-51-16,0-3-109 0,1-1-118 15,6-1-163-15,6 7-623 0,-5-5-435 0</inkml:trace>
  <inkml:trace contextRef="#ctx0" brushRef="#br0" timeOffset="49682.15">22718 8611 2270 0,'0'0'420'0,"0"0"-221"0,0 0-61 0,0 0 77 16,-76-11 68-16,61 10-11 0,1-2-30 16,4 0-29-16,2 2-24 0,1 0 0 15,6-2-39-15,-1 3-42 0,2 0-29 16,0 0-5-16,0 0-4 0,7 0-39 15,-1 4-19-15,6 3 21 0,3 4-2 16,2 1-4-16,1 1-25 0,-2 1-2 0,1 0-2 16,-4-5-13-16,2 1-25 0,-4-1-51 15,-3-4-53-15,1 0-43 0,-3-3-62 16,-1 0-118-16,-2-2-222 0,0 0-223 16,-3 0-516-16</inkml:trace>
  <inkml:trace contextRef="#ctx0" brushRef="#br0" timeOffset="49870.226">22543 8693 2035 0,'0'0'386'0,"0"0"-176"0,0 0 22 0,0 0 69 15,0 0-36-15,0 0-9 0,-51 74-48 16,51-60-54-16,0 1-31 0,7-4 1 16,1-1-21-16,1-1-57 0,5-2-46 15,-1 0 13-15,1-3-26 0,1-3 13 16,1-1-105-16,1-1-13 0,-2-5-35 15,2-4-52-15,-1 1-95 0,-2-3-181 0,-5 2-328 16,2-2-914-16</inkml:trace>
  <inkml:trace contextRef="#ctx0" brushRef="#br0" timeOffset="50086.502">22783 8467 2466 0,'0'0'216'16,"0"0"-126"-16,0 0 42 0,0 0 58 16,0 0 94-16,-61 90 1 0,43-54-58 0,-1 1-67 15,-1 3-50-15,-3 0-19 0,0 0-13 16,-1 0-20-16,-2-4-23 0,3-5-26 16,0-1-9-16,7-10-40 0,1-2-50 15,2-4-63-15,-2-4-55 0,4-2-25 16,-2-4-87-16,1 0-195 0,-8-4-685 0</inkml:trace>
  <inkml:trace contextRef="#ctx0" brushRef="#br0" timeOffset="50425.106">21987 8372 2410 0,'0'0'342'0,"0"0"-252"0,0 0 61 16,0 0 102-16,0 0 5 0,85-6-18 0,-61 14 12 15,0 2-70-15,2 5-79 16,-2-1-38-16,-1 4-25 0,-4 0 1 0,-2 0-20 16,-7 0 4-16,-1 0 6 15,-7 0 0-15,-2-1 0 0,0 1-16 0,-5-3-15 0,-5 1-3 16,-2-4-43-16,-3 0-28 0,-1-2-19 0,-1-5-19 15,-1-2 50-15,2-3 62 0,-1 0 19 16,3-8-3-16,0-3 18 0,3-2-12 16,0-4-22-16,2-2-28 0,0-4-3 15,5 3 9-15,1-1-25 0,3 0-76 16,0 4-8-16,7 1-62 0,6 5-28 0,2 3-12 0,3 2-145 16,-3 1-300-16,9 5-593 0</inkml:trace>
  <inkml:trace contextRef="#ctx0" brushRef="#br0" timeOffset="51512.707">23531 14636 1997 0,'0'0'670'0,"0"0"-214"0,0 0-146 0,0 0 29 15,0 0 32-15,0 0-26 0,0 0-40 16,0 0-82-16,0 0-64 0,0 0-55 0,0 0-37 16,6 28-25-16,9-9 34 15,4 3-27-15,6 3-10 0,2 1-12 16,2-3-27-16,2-4 1 0,4-2-2 15,1-3-16-15,0-2 15 0,-2-2-1 16,-3-2-12-16,-8-1 3 0,-6-1 10 16,-7-1-13-16,-4-2-1 0,-6 4 4 0,0-1-3 15,-6 3-3-15,-10 4 0 16,-7 3 16-16,-5 0-12 16,-7 3 14-16,-3-1 19 0,-3 0-17 15,-1-2 10-15,-1-1-9 0,-2-1 10 16,2-3-13-16,1-3-1 0,6 1-14 0,4-4-43 15,4-1-21-15,7-1-27 0,6 0-35 16,6-2-21-16,7 2-65 0,4 1-213 16,12 0-293-16,1-1-583 0,18 0-469 15</inkml:trace>
  <inkml:trace contextRef="#ctx0" brushRef="#br0" timeOffset="51706.764">23901 15133 2782 0,'0'0'545'15,"0"0"-364"-15,0 0 63 0,0 0 130 16,-94 47-78-16,61-31-52 16,-3 0-75-16,-1 1-62 0,-2 0-34 15,1-1-8-15,2-1-32 0,0-1-33 16,2-1-14-16,0-1 2 0,-1-1-40 16,2-1-68-16,4 0-24 0,1-3-22 15,9-3-35-15,1-1-79 0,6 1-120 16,3-3-210-16,4-1-626 0,1 4-642 0</inkml:trace>
  <inkml:trace contextRef="#ctx0" brushRef="#br0" timeOffset="52878.154">25071 15116 1299 0,'0'0'1280'0,"0"0"-1074"15,0 0-32-15,0 0 66 0,0 0-14 0,-43-72-4 16,30 62-39-16,1-1-60 0,0 4-16 16,0 2-10-1,0 1 37-15,0 4 9 0,0 4-10 16,0 8-16-16,-2 6-55 0,2 7-19 0,0 8 0 15,-1 4 3-15,1-1-16 0,5 1-18 16,1-5-12-16,3-5-12 0,3-8-18 16,0-6-13-16,3-6-3 0,4-6 12 15,6-1 25-15,0-3 9 0,4-7 0 0,2-6-39 16,4-6-29-16,2-6 0 0,-1-2 22 16,0-3 3-16,1 1-13 0,-2-1 9 15,0 0 29-15,-4 1 16 0,4 0-1 16,-3-1 3-16,-1-1-1 0,0 1-17 15,-4-3 18-15,0 5 25 0,-3 0-10 0,-1 5 13 0,-1 5-9 16,-4 5 24-16,-1 6-15 0,-3 2 6 16,2 5 6-16,-4 2 9 0,0 1 7 15,0 2-16-15,0 7-6 0,-6 3-4 16,0 8 4-16,0 5-9 0,-1 4 8 16,-3 5-2-16,1 4 12 0,0-1-12 15,0 0-14-15,1 3-17 0,2-4-28 0,0 1-14 0,3-5-26 16,1 0-67-16,2-8-31 0,0-5-30 15,5-5-18-15,6-5-69 0,6-7-154 16,0-2-174-16,0-1-473 0,9-14-174 0</inkml:trace>
  <inkml:trace contextRef="#ctx0" brushRef="#br0" timeOffset="53163.146">25450 15190 2126 0,'0'0'472'0,"0"0"-243"0,0 0-7 0,0 0 97 0,0 0 46 15,0 0-104-15,0 0-110 0,0 0-14 16,0 0-53-16,0 0-28 16,75-10-17-16,-59-9-39 0,3-3-40 0,-5 1 12 15,2 0 12-15,-4 3 16 0,-2 2 15 0,-5 4 13 16,-2 2 18-16,-3 4 28 0,0 0 3 16,-6 0-6-16,-3 1-25 0,-2-1 0 15,-2 3-3-15,-1 1 13 0,-1 0-4 16,0 2-3-16,0 2-7 0,1 7-42 0,-1 5 0 15,3 3-21-15,0 2 9 0,3 5 12 16,-1-1-22 0,5 1-11-16,3 0-10 0,2-2-43 15,0-3-55-15,7-5-79 0,11-3-56 16,2-5-120-16,4-6-134 0,-1 0-180 16,15-9-597-16</inkml:trace>
  <inkml:trace contextRef="#ctx0" brushRef="#br0" timeOffset="53548.622">25903 15097 1266 0,'0'0'1001'0,"0"0"-530"0,0 0-28 16,0 0-61-16,0 0-95 0,-33 65-41 16,13-40-59-16,1-1-13 0,-1 1 17 0,4-6-31 15,3-5-59-15,6-4-70 0,4-6-31 16,3-2-64-16,0-2-10 0,5 0 31 16,4-2 12-16,5-1 8 0,2-5 22 0,5-2 1 31,1 0-1-31,0 1 0 0,1 2-20 0,-1 2 20 15,1 3 0-15,0 2 1 0,2 8 0 16,0 7 25-16,3 4 11 0,-2 3-11 0,-3 8-7 16,-1 1-14-16,-2 0 11 0,-6 4-14 15,0 1 11-15,-5 1 13 0,-5 3-4 16,-4-1-5-16,0 5 26 0,-13 2-2 16,-5 1-9-16,-7 4-1 0,-3-5 1 15,-3 0 9-15,0-5-1 0,2-7 41 16,2-7 35-16,6-7-48 0,2-8-34 0,8-8 7 15,3-4 2-15,2-1-8 0,0-11-34 16,4-6-33-16,2-5-12 0,0-8-10 16,3-5-8-16,7-4-4 0,0-2-28 15,5 3-21-15,3 2 15 0,5 0-12 0,2 1-99 0,6 0-107 16,6 0-229-16,-9 10-461 0,20-16-808 0</inkml:trace>
  <inkml:trace contextRef="#ctx0" brushRef="#br0" timeOffset="53733.488">26821 15208 2846 0,'0'0'776'0,"0"0"-505"16,0 0-100-16,0 69 121 0,0-42 67 15,0-4-74-15,1 1-71 0,4-5-99 16,0-3-90-16,1-3-25 0,3-4-31 0,-3-1-63 15,-2-4-62-15,-1-3-24 0,-2-1-41 0,-1 0-172 16,0 0-575-16,0-8-719 0</inkml:trace>
  <inkml:trace contextRef="#ctx0" brushRef="#br0" timeOffset="53896.623">26861 14946 3243 0,'0'0'479'16,"0"0"-428"-16,0 0 75 0,0 0-10 0,0 0-65 16,0 0-51-16,0 0-75 0,0 0-256 15,98-5-76-15,-78 5-183 0,3 0-952 0</inkml:trace>
  <inkml:trace contextRef="#ctx0" brushRef="#br0" timeOffset="54165.684">27119 15134 2857 0,'0'0'356'0,"0"0"-292"0,0 0 47 0,4 74 108 16,-4-53 206-16,0 2-25 0,0-1-101 16,0 1-108-16,0-4-60 0,0 1-30 15,0-2-53-15,0 1-29 0,0-5-4 16,0 3-12-16,-3-3 18 0,3-2-18 16,0-2 7-16,0-2-10 0,0-5-19 0,0 0 5 15,0-3 14-15,5 0 1 0,-1-2 0 16,5-2 10-16,2-5-10 0,2-3 17 15,3-7-15-15,6-4-3 0,-1-4-25 16,2-4-5 0,1-1-25-16,-1 1-37 0,0 0-42 0,-2 5-69 15,0 1-84-15,-1 3-95 0,-3 3-202 16,-3 7-604-16,-3-1-692 0</inkml:trace>
  <inkml:trace contextRef="#ctx0" brushRef="#br0" timeOffset="54682.425">27631 15012 1520 0,'0'0'484'0,"0"0"-484"0,0 0-172 16,0 0 172-16,0 0 114 0,0 0 171 16,0 0-81-16,0 0-91 0,0 0 0 15,0 0 45-15,14 27 28 0,-10-27 3 16,2 0-33-16,-1 0-35 0,-1-2-4 16,0 1 10-16,-2 1 24 0,0 0-13 0,-2 0-12 0,0 0-4 15,0 0-4-15,0 0-6 0,0 0-14 16,0 3-11-16,0-1-14 0,0 3-11 15,0 1 5-15,3 3-11 0,2 1-4 16,-1 4-7-16,0 2-8 0,-1 1 0 16,2 4-1-16,-2 1-8 0,-2 4-1 15,-1-2-5-15,0 3-10 16,-4-1-10-16,-4-2-2 0,3 0 1 16,-3-2 2-16,0-4 15 0,2-4 0 15,2-3 7-15,1-3 5 0,1-3-9 0,2-4-2 0,0 1-17 16,0-2 13-16,0 0-13 0,0-2-2 15,3-5-30-15,5-4-40 0,4-3-4 16,4-6 26-16,6-7 14 16,5-2-33-16,2-6-52 0,1 1 2 0,-2 0-21 15,-4 5 5-15,1 5-21 0,-4 3-20 16,-2 5-68-16,-2 5-98 0,-2 3-169 0,-4 3-293 16,0 5-647-16</inkml:trace>
  <inkml:trace contextRef="#ctx0" brushRef="#br0" timeOffset="55220.733">28637 14997 1997 0,'0'0'635'16,"0"0"-352"-16,0 0-100 0,0 0 53 0,0 0 101 16,0 0-16-16,0 0-86 0,0 0-74 0,-51 69-12 15,43-34-10-15,0 5-7 0,1 5-22 16,2-2-18-16,3 1-9 0,2-2-19 0,0-6-53 16,6-4-11-16,5-7-52 0,2-4 16 15,2-6-62-15,1-5 12 0,4-6-55 16,1-4-32-16,3-3-53 0,-2-11-143 15,-2 3-272-15,6-15-822 0</inkml:trace>
  <inkml:trace contextRef="#ctx0" brushRef="#br0" timeOffset="55584.001">29239 14772 2842 0,'0'0'350'0,"0"0"-318"0,0 0 162 15,0 0 170-15,0 0 82 0,37 69-19 16,-31-31-141-16,-1 5-115 0,-1 4-31 16,-1 2-3-16,-2-1 0 0,-1 2-46 0,0-3-49 15,-5 0-39-15,-3-3-3 0,-4-5-13 16,-3-1-20-16,-2-7-7 0,-1-4 7 0,-2-5-25 16,-3-4-18-16,0-6-12 0,-4-1 3 0,-1-5-9 15,2-6 20-15,1 0 1 16,2-2-25-16,4-6 21 0,1-3 1 0,7-2 5 15,3-3-12-15,2-6-32 0,3 1-37 16,3-4-3-16,7 1 26 0,3 5 41 16,4 2 44-16,3 6 22 0,4 7 22 0,0 4 75 31,5 6 64-31,0 6-45 0,3 7-7 16,0 2 25-16,1-1 33 0,0 0-49 0,3-3-41 15,-1-3-55-15,1-2-98 0,2-7-150 16,0-3-74-16,-9-2-329 0,13-2-743 0</inkml:trace>
  <inkml:trace contextRef="#ctx0" brushRef="#br0" timeOffset="55753.345">29633 15377 3041 0,'0'0'517'16,"0"0"-384"-16,0 0 81 0,0 0 84 16,0 0 9-16,-3 77-63 0,1-58-100 15,-1 1-46-15,-1 2-12 0,-3 0-10 16,-2 1-40-16,1-2-36 0,-1-3-13 15,-2-3-51-15,2-2-73 0,1-4-72 0,0-5-53 0,2-3-132 32,2-1-279-32,4-10-1064 0</inkml:trace>
  <inkml:trace contextRef="#ctx0" brushRef="#br0" timeOffset="55985.055">30200 15041 1474 0,'0'0'2657'15,"0"0"-2213"-15,0 0-293 0,0 0 88 16,83 5 67-16,-52-8-24 0,9-6-112 16,4-4-104-16,3-1-66 0,1-3-6 0,-1 0-30 15,-5 2-73-15,-6 2-40 0,-7 1-79 0,-9 3-62 16,-7 3-217-16,-10 3-460 0,-3 3-428 15,-8 0-707-15</inkml:trace>
  <inkml:trace contextRef="#ctx0" brushRef="#br0" timeOffset="56138.292">30431 15041 1524 0,'0'0'1465'0,"0"0"-1206"16,0 0-96-16,-52 75 223 0,36-43 88 15,-2 6-57-15,0 2-116 0,0 2-94 16,4 2-36-16,-1-2-22 0,3 0-52 15,1-6-40-15,2-3-57 0,2-7-3 16,2-2-51-16,1-5-62 0,2-5-51 16,2-3-37-16,0-4-49 0,0-2-123 0,3-3-233 15,0-2-525-15,-1 0-505 0</inkml:trace>
  <inkml:trace contextRef="#ctx0" brushRef="#br0" timeOffset="56301.446">30249 15399 1759 0,'0'0'1481'15,"0"0"-1129"-15,0 0-156 16,0 0 75-16,0 0 29 16,0 0-13-16,0 0-53 0,84-20-66 0,-57 20-95 15,2 0-62-15,1 0-11 0,3-6-24 16,2-2-89-16,0-6-117 0,-1-3-119 16,1-5-192-16,-9 7-724 0,4-14-1228 0</inkml:trace>
  <inkml:trace contextRef="#ctx0" brushRef="#br0" timeOffset="56539.381">30925 14912 2659 0,'0'0'340'0,"0"0"-243"0,0 0 152 0,0 0 112 0,0 0 64 15,0 0-55-15,61 81-120 0,-52-53-112 16,0 3-28-16,2 4 27 0,-3 3 46 15,1 2-37-15,0 0-79 0,-7 1-52 16,0 0 0-16,-2 2-15 0,-6 0-48 16,-7-1-83-16,-3-1-49 0,-7-3-15 0,0 1-13 15,-3 0-72 1,-3-3-121-16,-1-1-157 0,-2-5-138 16,9-7-528-16,-8 2-27 0</inkml:trace>
  <inkml:trace contextRef="#ctx0" brushRef="#br0" timeOffset="57056.154">31528 15288 3127 0,'0'0'572'0,"0"0"-314"0,0 0-57 16,0 0 184-16,0 0-6 0,0 0-123 16,83 20-134-16,-52-16-101 0,4 0-21 15,1-2-18-15,2-2-19 16,1 0-72-16,3-2-84 0,-3-2-61 16,-3-1-120-16,-9 0-288 0,-4 2-945 0</inkml:trace>
  <inkml:trace contextRef="#ctx0" brushRef="#br0" timeOffset="57240.834">31600 15468 2726 0,'0'0'787'0,"0"0"-439"0,0 0-37 0,0 0 89 16,0 0-31-16,0 0-158 0,109 12-126 15,-63-13-51-15,8-6-34 0,0-4-58 16,5 1-113-16,-1-2-53 0,1 2-37 15,-5 1-115 1,-15 2-397-16,1 3-1151 0</inkml:trace>
  <inkml:trace contextRef="#ctx0" brushRef="#br0" timeOffset="61320.862">32622 15139 2251 0,'0'0'482'16,"0"0"-216"-16,0 0-61 0,0 0 168 0,0 0-23 15,0 0-83-15,0 0-124 0,0 0-59 16,0 0-10-16,0 0 9 0,9-10-12 15,-6 10-6-15,5 3 15 0,-1 2 18 16,6 2 12-16,-2 5-12 0,0 3-31 16,1 1-21-16,-1 5-7 0,-3 0 1 15,-2 2-13-15,0 2-25 0,-6 0 1 16,0 2 0-16,0-2-1 0,-3 0-2 0,-4-2-1 0,1-2-20 16,0-4-15-16,2-2 5 0,-1-4 16 15,2-2 0-15,-1-4-7 0,4-1-23 16,-1-2 2-16,1-2 9 0,0 0-12 15,0 0-18-15,0-4-22 0,1-3 13 0,3-2 24 16,2-3 18-16,2-3 9 0,0-3 10 16,2 1-3-1,0-4 15-15,1 0 18 0,-2 0-17 16,0 1 2-16,0 1-1 0,-2 0-2 16,2 5-10-16,-2 2 10 0,-1 0-1 0,0 4-11 15,2 0 9-15,-4 6 0 0,2-2 3 16,-2 4 16-16,2 0 9 0,-1 0 8 15,2 1 1-15,-2 4 0 0,4 7 3 16,0 1-6-16,1 2 5 0,0 3 4 0,-1 3-15 0,1 0-23 16,-5 1-2-16,3-2 0 0,-1 2-13 15,0 0-33-15,2 0-39 0,-4-1-23 16,1 1-55-16,0 0-23 0,-1 0-85 16,-1 0-315-1,-2-6-473-15,-2 5-465 0</inkml:trace>
  <inkml:trace contextRef="#ctx0" brushRef="#br0" timeOffset="66207.296">22791 2220 1186 0,'0'0'322'0,"0"0"-156"0,0 0 3 16,0 0 116-16,0 0-77 0,0 0-105 15,0 0 4-15,0 0 472 0,-86 18-327 16,74-15-128-16,4 1-4 0,-2-3 6 0,2 4 10 15,0-3 27-15,-1 2 6 0,1 0-10 0,2 0-10 16,1 0-29-16,-1 0-28 0,1 0-21 16,2 0 3-16,2-2-7 0,1 1-9 15,0-1-21-15,1 2-25 0,9-1-11 16,3 2 24-16,7 0 29 0,6-2-2 0,4 1-15 16,3-2-25-16,4-2 3 15,3 0-14-15,3 0 30 16,0 0-16-16,1-2-13 0,0 0 1 15,-5-1-2-15,0 3-1 0,-2-2-1 16,-5 2-2-16,0-3-9 0,-6 2-3 16,-1-1-22-16,-7-2-39 0,-5 1-3 15,-6 2-7-15,-4-1 3 0,-3 2 31 0,-1 0 34 16,-11 0-19-16,-2 0-68 0,-8 3-46 16,-5 1 25-16,-5 1 51 0,-2 1 57 0,-3-1 14 15,-5 2 4-15,1-3 4 0,-1 0 45 16,1-2-33-16,3 0 43 0,3-2 30 15,4 0-18-15,3 0 15 0,5 0-18 16,7-2-31-16,2 1-12 0,5 1 14 16,6-1 17-16,3 1-56 0,0 0-57 15,11 0-7-15,7 2 64 16,7 4 55-16,9 0-39 0,5-1 11 16,4-1-14-16,1-2-13 0,1 0-46 15,0-1-15-15,0-1-105 0,1 0-75 16,-1-3-231-16,-12 0-706 0,7-4-1427 0</inkml:trace>
  <inkml:trace contextRef="#ctx0" brushRef="#br0" timeOffset="67647.523">11840 2266 3205 0,'0'0'458'0,"0"0"-215"0,0 0-146 16,0 0 7-16,0 0 121 0,0 0 96 0,0 0-23 15,0 0-136-15,0 0-77 0,0 0-15 16,51-15 13-16,-26 15 2 0,7 0-3 16,1 6-37-16,-1 1-24 0,1 3 3 0,0 4-11 15,-1-3-12-15,1 0 0 0,-1 0-1 0,4-1-1 16,-2-1-2-16,-2-3-22 0,-2-2-35 15,1-2-28-15,-3-2-67 0,-4 0-28 16,-1 0-37-16,-5-3-75 0,-6-1-161 16,-6 0-207-16,-3 1-423 0,-6 3-199 0</inkml:trace>
  <inkml:trace contextRef="#ctx0" brushRef="#br0" timeOffset="67826.274">12072 2378 2270 0,'0'0'510'0,"0"0"-234"0,0 0 63 15,0 0 16-15,-82-21-12 0,73 13-38 16,3 1-18-16,4 3-69 0,2 1-96 16,0 0-84-16,1 0-38 0,9 1-14 0,9-2 14 0,7 0 12 15,8 2-12-15,5 0-2 0,5 2-16 16,2 0 18-16,0 2-12 0,3 4-53 16,-3-2-79-16,3 1-43 0,0 1-76 15,-1-3-166-15,-12 0-526 0,11-3-1331 0</inkml:trace>
  <inkml:trace contextRef="#ctx0" brushRef="#br0" timeOffset="79727.248">892 11451 1486 0,'0'0'1522'0,"0"0"-1253"15,0 0-158-15,0 0 42 0,0 0 93 16,0 0 6-16,0 0-89 0,0 0-66 16,0 0-54-16,0 0-18 0,48-2 40 0,-16 3 12 15,6 0 56-15,-1 4-38 0,-1-4-42 16,-2 1-38 0,-3-2-3-16,-5 0-11 0,0 0 0 15,0 0-1-15,0-2-12 0,-3-5-9 16,0 2-118-16,-3-1-86 0,-1 0-33 15,-3 1-123-15,-6 3-270 0,-4 1-630 16</inkml:trace>
  <inkml:trace contextRef="#ctx0" brushRef="#br0" timeOffset="79927.12">1008 11667 2418 0,'0'0'422'16,"0"0"-204"-16,-32 95 6 0,20-43 81 15,-1 5-36-15,-2 5-49 0,4 1-64 16,-2 0-53-16,-2-4-57 16,4-4-18-16,-2-1-26 0,3-7-2 15,1-6-21-15,3-8-51 0,1-5-87 16,2-9-54-16,0-6-33 0,3-5-112 16,0-3-213-16,-2-3-501 0,1-4-160 0</inkml:trace>
  <inkml:trace contextRef="#ctx0" brushRef="#br0" timeOffset="80112.527">819 12197 1649 0,'0'0'756'0,"0"0"-366"0,0 0-140 16,0 0 6-16,0 0 46 0,0 0-97 15,0 0-1-15,78-39-46 0,-55 39-43 0,2 0 12 16,1 0-34-16,-3 0-71 16,3 0-20-16,-3 0-2 0,-6 0-19 0,-1 0-80 15,-3 0-65-15,-3 6-40 0,-3 0-48 0,-2 2-70 16,-5 5-109-16,0 4-142 0,-8 2-202 0,1-5-46 15,-10 10 65-15</inkml:trace>
  <inkml:trace contextRef="#ctx0" brushRef="#br0" timeOffset="80265.732">949 12383 293 0,'0'0'698'15,"0"0"-193"-15,0 0-112 0,0 0-110 16,-77 48-15-16,65-42 52 0,2 0-35 16,3-2-6-16,2-4-32 0,4 2-38 0,1-2-77 15,0 0-50-15,7 0-38 0,3 0-9 16,6 0 90-16,6 0 33 0,2 0-37 15,2 0-53-15,0-5-46 0,1-2-20 16,1-2-2-16,1-3-57 0,1-2-107 16,-1-4-76-16,1-2-93 0,-7 3-261 15,7-8-618-15</inkml:trace>
  <inkml:trace contextRef="#ctx0" brushRef="#br0" timeOffset="80444.833">1298 12216 1585 0,'0'0'1164'0,"0"0"-984"0,0 0-71 16,0 0 102-16,19 66 161 0,-5-42-32 15,2-1-29-15,3 1-166 0,1-5-70 0,3-2-66 16,-1-4-9-16,1-1-25 0,1-5-15 16,2-3-156-16,0-4-26 0,4-2-58 15,-1-10-180-15,3-6-166 0,-10 2-566 0</inkml:trace>
  <inkml:trace contextRef="#ctx0" brushRef="#br0" timeOffset="80597.711">1745 12189 1167 0,'0'0'1477'0,"0"0"-1242"0,0 0-65 16,-91 45 136-16,56-21 65 0,-3 4-132 0,0 1-84 16,5 1-37-16,1-3-31 0,5-2-80 0,4-4-7 31,2-4-41-31,3-3-102 0,2-4-30 15,-3-1-82-15,-2-2-122 0,5-4-235 16,-19 3-724-16</inkml:trace>
  <inkml:trace contextRef="#ctx0" brushRef="#br0" timeOffset="80882.551">377 12870 1767 0,'0'0'791'15,"0"0"-335"-15,0 0-164 0,0 0 12 0,0 0-64 16,0 0-108-16,0 0-72 0,0 0-58 16,0 0 83-16,0 0 124 0,87 9-42 15,-34-9-16-15,10 0-34 0,8 3-40 0,11 1-31 0,9 1-25 16,4 5-5-16,6 0 5 0,1 1 4 16,2 0-25-16,-2-3-7 0,-5 3-9 15,-3-7 16-15,-9 1 0 0,-8-2-16 0,-9-1-33 16,-9-2-74-16,-8 0-22 0,-10 0-27 15,-9 0-27-15,-6-1-49 0,-7-4-158 16,-6 1-248 0,-6-5-816-16</inkml:trace>
  <inkml:trace contextRef="#ctx0" brushRef="#br0" timeOffset="81113.909">2016 12400 3074 0,'0'0'440'16,"0"0"-417"-16,0 0 30 0,0 0 118 0,0 0 52 15,0 0-87-15,0 0-83 0,0 0-53 16,0 0-41-16,79 49-160 0,-76-36-216 16,0-2-559-16,-3 12-1544 0</inkml:trace>
  <inkml:trace contextRef="#ctx0" brushRef="#br0" timeOffset="81298.357">2033 12753 3146 0,'0'0'950'0,"0"0"-847"0,0 0 9 0,0 0 204 0,0 0 55 16,0 0-145-16,0 0-133 0,0 0-93 16,0 0-61-16,0 0-3 0,0 0-42 15,42 53-84-15,-22-53-47 0,0 0-115 16,-5 0-342-16,2 0-827 0</inkml:trace>
  <inkml:trace contextRef="#ctx0" brushRef="#br0" timeOffset="83485.639">3997 11987 1828 0,'0'0'1098'16,"0"0"-903"-16,0 0-121 0,0 0 95 16,0 0 218-16,0 0-63 0,0 0-47 15,0 0-97-15,0 0-84 0,0 0-44 0,0 0-27 16,29-31-25-16,-29 41 1 0,0 7 23 16,0 10 68-16,-3 9 19 0,-8 8-47 15,-5 7-27-15,-4 4-35 0,-6 0 13 16,0-1-15-16,-3-1 0 0,-3-3 0 0,2-4 0 15,-3-3-3-15,1-3 0 0,1-7-15 16,-3-3-13-16,3-6 3 0,-1-2-21 16,3-7-24-16,3-4-7 0,6-2 6 15,1-6 37 1,8-3 25-16,3-1-10 0,1-7-24 16,4-7-16-16,2-4 4 0,0-4 20 15,1-4 11-15,0-3 14 0,0 2 11 0,4 3 2 16,4 0 35-16,-2 4 12 0,3 3 2 15,0 4 1-15,2 2-16 0,2 5-22 16,1 0 6-16,2 3-16 0,6 1-2 16,-2 3 0-16,6 0 0 0,0 5-2 0,0 4-10 15,3 1 11-15,-2 4 2 0,-1 1 9 0,-1 6-9 16,-1 1 11-16,-1 1-12 0,-3 4-16 16,-2-1 14-16,-3-1-38 0,0-1-59 15,-1-1 37-15,-2-5 25 0,-3-5-40 0,-1-2-29 16,-2-5 0-16,0-5-71 0,-2-1-151 15,3-3-191-15,-2-1-281 0,3-15-851 0</inkml:trace>
  <inkml:trace contextRef="#ctx0" brushRef="#br0" timeOffset="83648.5">4432 12322 2066 0,'0'0'1013'0,"0"0"-854"0,0 0-98 15,0 0 111-15,0 0 198 0,0 0-34 16,0 0-93-16,81 36-98 0,-75-35-90 16,1 2-44-16,-1-1-11 0,1-2-34 15,2 0-130-15,-2 0-100 0,0 0-120 16,-4 0-276-16,-3 7-818 0</inkml:trace>
  <inkml:trace contextRef="#ctx0" brushRef="#br0" timeOffset="83833.917">4313 12612 1175 0,'0'0'1325'0,"0"0"-864"16,0 0-333-16,0 0 10 0,0 0 123 15,0 0 61 1,0 0-86-16,0 0-35 0,98 17-93 16,-66-19-52-16,1-7-53 0,4-3-3 15,-1 2-142-15,2-2-67 0,1 2-116 0,-12 2-177 16,12-2-796-16</inkml:trace>
  <inkml:trace contextRef="#ctx0" brushRef="#br0" timeOffset="84553.825">5274 12191 2709 0,'0'0'539'0,"0"0"-341"0,0 0-46 0,0 0 148 16,52 84-33-16,-29-41-53 0,0 7-59 15,3 1-44 1,-1 2-37-16,-1-3-3 0,2-6-25 16,0-5-15-16,-1-8-31 0,2-9-12 15,0-5-3-15,-1-9 14 0,0-7-21 0,0-1-5 0,-3-6 5 16,-1-7-24-16,-4-5-37 15,-2-2-28-15,-3-4-29 0,-4-1-37 16,-3-1 1-16,-3 1-40 0,-2 0-37 16,-1 1-59-16,0-1 56 0,-3 0 38 0,-4-1 41 15,-3-1 48-15,-3-3-7 0,-3-3 90 16,2 2 46-16,-1 0 52 0,1 2 61 16,5 4 10-16,5 1 48 0,2 8-1 15,2 1-22-15,2 2-20 0,8 3 16 16,4 1 21-16,5 2 34 0,7 0 15 0,4 3-34 15,5 0-36-15,2 0-30 0,5 4-24 0,-2-3-9 16,1 3-23-16,-1-3-30 0,-4 3-3 16,-1-1-22-16,-2 0-1 0,-4-2-2 15,-3 2-12-15,-3-2-69 0,-3 1-114 16,-4 2-75-16,-5 0-121 0,-3 0-252 16,-8 7-749-1</inkml:trace>
  <inkml:trace contextRef="#ctx0" brushRef="#br0" timeOffset="84833.012">6002 12375 885 0,'0'0'19'0,"0"0"1365"0,0 0-848 0,0 0-139 16,0 0 4-16,0 0-130 0,86 22-100 0,-76-17-96 15,1-3-29-15,0 2-27 16,-2 0-19-1,-2 0-2-15,-4 3-14 0,0 3-2 0,-3 1-4 0,0 3-50 16,-2 3-14-16,-5 5-30 0,-3 2 19 16,1 1 5-16,-1 1 61 0,3-2 2 0,3-2 29 15,2-1 0-15,2-2 44 16,9-2 23-16,8-2 74 16,5-2-75-16,8-2-25 0,5-2-16 0,5-5 10 15,0-1-35-15,6-3-32 0,-2 0-143 16,5-5-176-16,-15-2-231 0,18-3-805 0</inkml:trace>
  <inkml:trace contextRef="#ctx0" brushRef="#br0" timeOffset="94156.83">7497 12031 42 0,'0'0'1756'0,"0"0"-1285"0,0 0-238 0,0 0 8 31,0 0 71-31,0 0 30 0,0 0-19 16,0 0 14-16,0 0-34 0,0 0-50 15,-8-35-19-15,-2 30-26 0,0 5-68 16,-4-2-57-16,-5 0-50 0,0 2-21 16,-7 0-12-16,-4 6-12 0,-2 6 10 0,-5 4-47 0,-3 4 19 15,-2 7-1-15,0 5 10 0,-1 5 6 16,2 3 13-16,4 2 2 0,3 1 1 16,7 5-1-16,4 0-15 0,6 0-4 15,4-4 17-15,9-4-19 0,4-5-3 16,4-8 11-16,12-4 10 0,4-5 3 15,6-5 35-15,4-4-33 0,3-5-2 0,2-2 3 0,4-2-3 16,-3-9-31-16,-2 0-11 0,0-7-23 16,-3-1-29-16,-2-1-51 0,-3-2-49 15,-7-1-113-15,-2 0-224 0,-5 4-494 16,-11-2-657-16</inkml:trace>
  <inkml:trace contextRef="#ctx0" brushRef="#br0" timeOffset="94331.432">7042 12383 65 0,'0'0'2647'15,"0"0"-2226"-15,0 0-296 0,0 0 94 16,0 0 72-16,0 0-33 0,83-7-45 16,-52 6-54-16,5-2-48 0,3-3-37 0,2-1-56 0,5-2-18 15,1-2-96-15,1-4-143 0,1 0-74 0,3-1-53 0,-13 4-368 16,14-7-1090-16</inkml:trace>
  <inkml:trace contextRef="#ctx0" brushRef="#br0" timeOffset="100610.058">8525 11918 1790 0,'0'0'194'16,"0"0"1015"-16,0 0-685 0,0 0-115 15,0 0-42-15,0 0-81 0,0 0-74 16,0 0-99-16,0 0-55 0,-7 47-3 16,0-21 0-16,1 12 8 0,-4 6-17 15,-3 4 0-15,-1 4-13 0,-5 6-12 0,-3 2-19 16,-2 7-2-16,-5 3-2 0,0 5-1 16,-2 3-21-16,0-2-10 15,0-6-23-15,2-7-7 0,6-13 6 16,5-13-12-16,6-14-58 0,7-12-50 15,4-8-58-15,1-5-127 0,10-12-268 16,1 2-93-16,12-30-643 0</inkml:trace>
  <inkml:trace contextRef="#ctx0" brushRef="#br0" timeOffset="100841.717">8680 11962 2009 0,'0'0'528'16,"0"0"-222"-1,0 0 69-15,0 0 58 0,0 0-50 16,0 0-98-16,0 0-77 0,1 79-63 16,-7-39-35-16,-7 7-17 0,0 7-38 15,-7 3-16-15,-3 7-26 0,-3 4-13 0,-1 2-1 16,-1 0-27-16,1-4-55 0,5-7-9 16,5-14-6-16,6-12-10 0,5-14 6 15,3-11-25-15,3-8-88 0,0 0-153 0,6-13-60 16,1-4-68-16,4-10-137 0,-3 7-338 15,7-25 169-15</inkml:trace>
  <inkml:trace contextRef="#ctx0" brushRef="#br0" timeOffset="101211.283">8681 12064 251 0,'0'0'1490'0,"0"0"-926"16,0 0-137-16,92-57-61 16,-64 51-73-16,-4 5-86 0,-1 1-37 15,0 8-6-15,-4 3 12 0,-3 3-13 16,0 5-55-16,-8 0-36 0,-2 4-23 15,-4 5-15-15,-2 4 0 0,-3 3-32 16,-9 3-2-16,-4-1-37 0,0 1-6 16,-2-6 2-16,-2-2 23 0,1-4-19 0,-1-2-7 15,1-5-12-15,-3-3-28 0,2-3 9 0,1-2 32 16,1-1 32-16,3-4 11 0,2-4 16 16,0 0 3-16,2-2 3 0,1 0 12 15,2 0 6-15,-1-2-24 0,4 0-4 16,4-1 29-16,1 3-16 0,0 0-22 15,6 0 9-15,6 8 26 0,4 2 42 16,3 7 13-16,4 2 6 0,0 5-7 0,0 1 12 0,2 0 13 16,-1 2-50-16,-1-2-12 0,0 2-6 15,0-2-34-15,0-2-12 0,-2 0-3 16,0-6-20-16,2 1-29 0,-1-1-67 16,0-5-56-16,-1 1-37 0,2-2-85 0,-4-5-158 15,-3-2-285-15,1-4-734 0</inkml:trace>
  <inkml:trace contextRef="#ctx0" brushRef="#br0" timeOffset="101858.956">10101 12172 382 0,'0'0'1018'15,"0"0"-601"-15,0 0 56 0,0 0 15 16,0 0-161-16,0 0-65 0,0 0-18 15,-29-65-60-15,24 58-49 0,-2 2-12 16,-3 1-1-16,2 0-13 0,-3 0 3 0,-1 2-22 16,-3-1-16-16,-1 2-16 0,-3 1-2 0,-4 0-32 15,-4 0-23-15,-2 4 30 0,-2 2-21 16,-3 4-10-16,0 2-12 0,-1 2 0 16,5 2 10-16,0-1-10 0,1 3 8 15,4 0-14-15,1 1-10 0,6 1 13 0,1 1 13 16,3-2-23-1,2 3 7-15,7 1-16 0,0-1 9 16,4 1 6-16,1-1 17 0,3-3 2 16,4-1 0-16,7-2 22 0,1-1-3 15,3-2-7-15,1-2 13 0,4-1-13 16,-1-2 5-16,1-2-16 0,-1 1 0 0,2-2 33 16,0 0-3-16,2-4-29 0,0-1-2 15,0 0-2-15,3-1-10 0,-1-9 11 0,-1 3-101 16,-1-5-62-16,-3 0-47 0,-4 3-87 15,-4-1-100-15,-4 3-312 0,-7 3-800 0</inkml:trace>
  <inkml:trace contextRef="#ctx0" brushRef="#br0" timeOffset="102094.594">9625 12622 1865 0,'0'0'1173'0,"0"0"-819"15,0 0-173-15,0 0-19 0,0 0-20 16,0 0 24 0,0 0 44-16,0 0-89 0,0 0 25 15,0 0 66-15,0 0-52 0,69 33-56 0,-43-30-31 16,3-1-33 0,-1-2-16-16,0 0-23 0,1 0-1 0,1 0-15 0,-1 0-67 0,3 0-90 15,0-1-3-15,4-5-47 0,2 5-51 0,-2-4-177 16,-7-1-525-16,9 1-561 0</inkml:trace>
  <inkml:trace contextRef="#ctx0" brushRef="#br0" timeOffset="103015.259">10781 11956 1357 0,'0'0'566'0,"0"0"-213"16,0 0-39-16,0 0-18 0,0 0 2 15,0 0-21-15,0 0-29 0,0 0-91 16,0 0-44-16,0 0-18 16,-9 13-8-16,8-13-12 0,1 0-9 15,0 0-17-15,0 0 1 0,0 0 6 16,0 0 12-16,0 0 3 0,0 0 9 15,-2 0-3-15,1 0-10 0,-1 0-18 16,-2 0-9-16,0 0-3 0,-1 0-6 16,1 0-1-16,1 0 4 0,0 0-13 0,0 0-2 15,2 0-4-15,-1 0-13 0,1 0 0 0,1 0-2 16,-4 0-2-16,4 0-10 0,-1 0-1 0,1 0-2 16,-2 3-6-16,2-3 18 0,0 0 3 15,0 0 2-15,0 0 22 0,0 0 1 16,0 0-7-16,0 0-3 0,0 0-12 0,0 0 9 15,0 0-12-15,0 0-3 0,0 0 0 16,0 0 1 0,0 0 1-16,0 0 1 0,0 0 1 15,0 0 1-15,0 0 0 0,0 0 1 16,0 0 0-16,0 0 10 0,0 0-10 16,0 0 0-16,0 0 0 0,0 0-1 15,0 0-1-15,0 0-1 0,0 0-2 16,0 0 0-16,0 0-13 0,0 0 12 15,0 0-9-15,0 0 10 0,0 0 0 0,0 0 2 16,0 0 0-16,0 0 3 0,-1 0 19 0,-1 0-19 16,1 0 15-16,-4 0-18 15,2 0 0-15,-4 2-3 0,1 0-9 0,-4 1 9 16,2 1-13-16,-4 2-2 0,-1 1 3 16,0 4 0-16,-4 1 2 0,-2 3 1 15,-1 7 0-15,-3 0-9 0,-3 7-4 0,1 4 1 16,-5 5-13-16,1 3-9 0,2 4 18 0,1 0-8 15,5-1 17-15,6 2 17 0,4-6 1 16,6-2-17-16,5-6 2 0,0-2 4 16,6-1 11-16,8-6-2 0,1 1 3 0,5-2 31 15,4-2 24-15,2-2-3 0,3-3 3 16,1-2-3 0,1-2-30-16,0-4 14 0,1-2-11 15,1-4-22-15,-3-1-1 16,2-2-2-16,-3-7-13 0,0 1 0 0,-4-4-5 15,-2-1-71-15,-2-2 4 0,-5 0-20 16,-2-1-15-16,-3 1-37 0,-3 1-57 16,-5-1-46-16,0 3-61 0,-3-3-188 15,0 4-631-15,-14-5-839 0</inkml:trace>
  <inkml:trace contextRef="#ctx0" brushRef="#br0" timeOffset="103231.513">10589 12215 1190 0,'0'0'761'0,"0"0"-379"0,0 0-126 16,0 0 69-16,0 0 8 0,0 0-34 16,-3 72-56-16,9-45-70 0,0 3-24 15,-2 1-28-15,1 1-49 0,-1 1-40 16,-3 0-32-16,-1 3-53 0,0 1-103 0,0-1-67 15,-4 0-86-15,0-1-147 0,1-10-582 0,-5 11-610 0</inkml:trace>
  <inkml:trace contextRef="#ctx0" brushRef="#br0" timeOffset="109088.05">3309 14949 665 0,'0'0'522'0,"0"0"1037"0,0 0-1251 0,0 0-126 0,0 0 95 0,0 0 58 0,0 0-8 32,0 0-78-32,0 0-104 0,0 0-52 15,-5-12-53-15,5 18-25 0,0 1-12 16,0 5 25-16,2 6 5 0,1 2 17 0,-2 4-26 16,2 3-24-16,-2-5-1 0,-1-1-14 0,0-4-7 15,0-4-70-15,1-5-37 0,-1-4-60 16,2-4-57-16,-2-4-134 0,0-3-258 15,0-16-666-15</inkml:trace>
  <inkml:trace contextRef="#ctx0" brushRef="#br0" timeOffset="109288.399">3277 14537 2782 0,'0'0'414'0,"0"0"-357"0,0 0 61 0,0 0 177 15,0 0 51 1,0 0-141-16,0 0-124 0,0 0-57 16,0 0-24-16,0 0-2 0,79 21-44 15,-66-13-110-15,1 5-93 0,-2 3-105 16,-1-3-288-16,-5 16-930 0</inkml:trace>
  <inkml:trace contextRef="#ctx0" brushRef="#br0" timeOffset="109573.236">3562 14793 2100 0,'0'0'676'16,"0"0"-522"-16,0 0-55 0,0 0 61 16,0 0 140-16,0 0-12 0,35 83-128 15,-31-61-53-15,2 4-56 0,-3 2-20 16,0-3-15-16,0-2-15 0,-2-1-1 0,3-4 0 15,-1-4-2-15,-2-7-17 0,2-3 16 16,-1-3 3-16,-2-1 56 0,1 0 65 16,1-7 62-16,1 0-87 0,-2-6-37 0,5-3-4 0,-2-2 10 15,2-2-13-15,0-1-6 16,-2 0-34-16,2 2-12 0,0 0-10 0,0 0-8 16,2-2-7-16,-1 2-61 0,0 0-86 15,2 0-73-15,-2 0-103 0,-1 1-198 16,-2 5-662-16,-2-2-751 0</inkml:trace>
  <inkml:trace contextRef="#ctx0" brushRef="#br0" timeOffset="109889.716">3843 14684 1618 0,'0'0'1344'15,"0"0"-1171"-15,0 0-32 0,0 0 107 16,0 0 146-16,0 0-130 0,56 63-80 15,-49-42-76 1,1 0-61-16,-4 1-20 0,-1 4-8 0,0 1-16 16,-3 0-2-16,1-2-1 0,-1 2-17 15,0-8-11-15,0-4 25 0,0-6 3 16,0-2 0-16,0-5 12 0,0 0 7 16,0-2 2-16,0 0 13 0,3-4 9 0,-3-2-6 15,3-2-37-15,-2-5-17 16,1-4 2-16,1-2 15 0,1-3 0 0,0 1-3 0,2 2-21 15,3-1-4-15,-2 4-6 0,3-1-25 16,3 1-83-16,-1 1-26 0,1 3-43 16,2 1-68-16,1 1-112 0,3 2-221 15,-4 1-477-15,6-2-233 0</inkml:trace>
  <inkml:trace contextRef="#ctx0" brushRef="#br0" timeOffset="110128.212">4346 14618 1744 0,'0'0'1237'0,"0"0"-1009"0,0 0-56 15,0 0 142-15,0 0 19 0,0 0-70 16,0 0-80-16,0 0-93 0,-59 67-38 0,52-38 19 16,1 3 0-16,1 1 3 0,4 0 8 15,0-1-14-15,1 0-19 0,0-3-35 16,4-1-14-16,3-6-22 0,2-3-8 15,4-5-31-15,0-5-77 0,4-9-41 0,2 0-43 16,4-11-49-16,0-7-271 0,-4 2-644 16,7-17-792-16</inkml:trace>
  <inkml:trace contextRef="#ctx0" brushRef="#br0" timeOffset="110490.722">4816 14316 2966 0,'0'0'514'15,"0"0"-463"-15,0 0 44 16,0 0 192-16,0 0 148 0,0 0-116 16,14 89-123-16,-11-59-92 0,-1 5-33 15,-2 3 2-15,0 1-18 0,0 5-19 16,-3 5-32-16,-6 2 8 0,-2 2-12 16,-4-1 0-16,1-5-12 0,-2-6 12 0,0-6 1 15,0-7-1-15,2-4-13 0,-1-8-26 0,3-3-25 16,1-5-7-16,3-4 16 0,0-4-15 15,1-7-37-15,3-7 5 0,1-6 41 16,2-6 23-16,-1-4 26 0,2 1-9 16,0 1-7-16,0 6 28 0,3 4 18 15,3 8 7-15,2 3 15 0,1 3 13 16,1 3 11-16,4 1-9 0,2 0 16 16,4 3-13-16,1 6 0 15,5 1-3-15,-2 1-21 0,2 0 0 16,0 1 5-16,-2 0-26 0,1 0-13 15,0-2-4-15,-2 1-75 0,-3 2-83 16,-1-1-59-16,-1 3-45 0,0-2-224 16,-6-1-639-16,3-1-1023 0</inkml:trace>
  <inkml:trace contextRef="#ctx0" brushRef="#br0" timeOffset="110675.843">5232 14891 1600 0,'0'0'1509'0,"0"0"-1318"0,0 0-99 15,0 0 105-15,0 0 138 0,-40 77-56 16,26-55-80-16,2 0-78 0,-1 3-44 16,0 1-37-1,-1 1-25-15,1-1-15 0,0-1-12 16,0-1-19-16,3-5-77 0,1-5-81 16,2-5-63-16,4-7-51 0,3-2-77 0,0-1-629 15,2-20-816-15</inkml:trace>
  <inkml:trace contextRef="#ctx0" brushRef="#br0" timeOffset="111146.223">5843 14468 1903 0,'0'0'1796'0,"0"0"-1560"0,0 0-139 0,0 0 45 15,0 0 79-15,0 0 20 0,0 0-84 16,0 0-84-16,-66 72-27 0,56-43-12 16,4 6-6-16,2 2-10 0,1 5 25 15,0 2 9-15,2 0-7 0,1 1-5 16,0-1-6-16,0-4-17 0,0-6-16 0,5-4 1 31,4-8-1-31,4-4-1 0,2-10-3 16,3-2-9-16,3-6-1 0,3 0-8 15,3-11 19-15,2-6-10 0,0-7-3 0,3-4 14 16,-2-5-66-16,0-6-1 0,-1-3 4 16,-2-2 6-16,-3-1 6 0,-1 0-13 15,-3 1 19-15,-6 0-6 0,-1 2-1 0,-6 0 41 16,-4 1 0-16,-3-2 12 0,0 5 13 0,-7 0 18 16,-4 6-3-16,-1 5-25 0,-3 7 46 15,0 7-31-15,-3 7 29 0,0 6 20 16,-4 4-12-16,2 10-18 0,-5 10-34 0,-2 7 34 15,1 4-1-15,0 5-5 0,0-1-19 16,3-2-12-16,0-1-12 0,1-3-37 16,5-3-119-1,1-4-103-15,3-4-204 0,3-7-591 16,3-4-816-16</inkml:trace>
  <inkml:trace contextRef="#ctx0" brushRef="#br0" timeOffset="111346.583">5920 14475 2925 0,'0'0'486'0,"0"0"-417"0,-21 71 74 15,10-36 150-15,-2 6 83 0,0 3-35 16,0-2-92-16,3-4-115 0,2-5-91 16,0-4-43-16,4-1-76 0,1-5-90 0,1-3-28 15,2-8-22-15,0-1-11 0,0-8-65 0,8-3-87 16,-1-5-103-16,3-9-97 0,-1 2-70 15,4-13-353-15</inkml:trace>
  <inkml:trace contextRef="#ctx0" brushRef="#br0" timeOffset="111493.221">6000 14711 1755 0,'0'0'658'0,"0"0"-229"0,0 0-41 16,0 0-29-16,0 0-31 0,77 53-20 16,-61-37-54-1,-2 2-47-15,-1 0-29 0,0-2-43 0,1-2-77 16,-3-4-58-16,0-4-64 0,2-2-28 15,-1-2-61-15,3-2-63 0,-2-6-94 16,-1-1-285-16,5-14-854 0</inkml:trace>
  <inkml:trace contextRef="#ctx0" brushRef="#br0" timeOffset="111762.563">6519 14337 2651 0,'0'0'591'0,"0"0"-492"16,0 0 18-16,0 0 127 0,30 67 191 16,-21-43-57-16,0 4-134 15,5 2-130-15,-1 6-10 0,0 3 42 16,0 4-45-16,-4 3-59 0,-2 1-20 16,-1 3-19-16,-6 1 8 0,0 0-11 15,-2 2-18-15,-9-5-25 0,2-1-6 16,-4-1-9-16,-3-5-76 0,-1-4-16 15,1-3 9-15,-2-6 21 0,0-7-10 16,1-7 3-16,1-9-63 0,2-5-134 0,1-14-215 0,5 0-174 16,-7-25-974-16</inkml:trace>
  <inkml:trace contextRef="#ctx0" brushRef="#br0" timeOffset="111947.568">7008 14704 2621 0,'0'0'1657'16,"0"0"-1505"-16,0 0-35 0,0 0 130 0,0 0 98 15,0 0-119-15,89 35-111 16,-67-35-94-16,2 0-21 0,1-5-2 0,-3-2-113 16,-1 1-98-16,-1 0-44 0,-7 2-75 15,-1 2-238-15,-8 2-586 0,-4 3-797 0</inkml:trace>
  <inkml:trace contextRef="#ctx0" brushRef="#br0" timeOffset="112095.217">7002 14943 2992 0,'0'0'482'0,"0"0"-418"0,0 0 110 0,0 0 62 16,0 0-10-16,0 0 47 0,79-3-121 0,-56-7-106 15,-2-2-21-15,2 2-25 0,-3-2-27 16,-1 3-118-16,-1 1-116 0,-3 1-144 15,-2 1-312-15,1 0-1080 0</inkml:trace>
  <inkml:trace contextRef="#ctx0" brushRef="#br0" timeOffset="112795.68">7844 14689 2425 0,'0'0'660'0,"0"0"-328"16,0 0-50-16,0 0 64 0,0 0-83 15,0 0-80-15,78-67-63 0,-48 40-52 16,3-2-43-16,0 2-2 0,0 0-23 16,2 6 0-16,-4 9 9 0,1 7 7 0,0 5 8 15,-2 13 4-15,0 10 27 0,-3 8 25 16,-3 11-43-16,-1 4 54 0,-4 4-8 15,-6 3-13-15,-3-1-18 0,0-2-7 16,-3-1-30-16,-1-10-12 0,0-3-3 0,-2-9-12 16,3-8-9-16,-1-7-22 0,-2-5-82 15,2-7-82-15,0 0-33 0,2-11-22 0,1-6-151 16,1-7-282-16,-1 2-655 0,-1-17-397 0</inkml:trace>
  <inkml:trace contextRef="#ctx0" brushRef="#br0" timeOffset="112980.046">8475 14527 2448 0,'0'0'518'0,"0"0"-370"0,0 0 24 0,0 0 80 0,-71 75 45 15,45-44-39-15,-2 5-43 16,-1 4-66-16,-3 5-23 0,-1-1-8 16,-2 4-39-16,1-1-45 0,-2 1-9 15,1-2-25-15,1-2-18 0,3-4-68 16,8-7-74-16,3-10-63 0,7-9-83 0,3-7-100 15,6-6-228-15,1-9-952 0</inkml:trace>
  <inkml:trace contextRef="#ctx0" brushRef="#br0" timeOffset="113279.729">8514 14208 1987 0,'0'0'1006'0,"0"0"-686"0,0 0 77 0,79-26 49 16,-53 18-116-16,1 3-139 0,-1 0-90 15,-4 3-39-15,-2 2-19 0,-4 2-10 0,-2 5-16 16,-3 5-17-16,-3 4 0 0,-4 7 3 16,-4 3 30-16,0 7-30 0,-8 1-3 15,-1 1-2-15,-1 0 2 0,0-4 12 16,0-6 9-16,4-2-18 0,2-7 19 0,2-3-20 15,2-5 16-15,0-3-3 0,5-1-15 16,3-3 2-16,7-1-1 0,1 0-1 0,5-1-18 16,2-6 6-16,2 0-25 0,2 0-138 15,-1 0-74-15,2 0-107 0,-8 3-277 16,8 3-863-16</inkml:trace>
  <inkml:trace contextRef="#ctx0" brushRef="#br0" timeOffset="113648.753">9151 14824 3469 0,'0'0'634'0,"0"0"-497"16,0 0-68-16,0 0 55 0,0 0 52 0,0 0 33 15,0 0-196-15,0 0-13 0,0 0 0 16,0 0 30-16,78 13 16 0,-50-10-46 15,4-2 0-15,0-1-21 0,1 0 9 16,2 0-25-16,-1-3-62 0,2-3-79 16,-1-4-157-1,-8 2-405-15,5-9-1475 0</inkml:trace>
  <inkml:trace contextRef="#ctx0" brushRef="#br0" timeOffset="113995.591">9922 14571 4018 0,'0'0'344'16,"0"0"-304"-16,0 0-40 0,0 0 155 15,0 0-10-15,82-42-13 0,-66 42-43 16,3 0-41-16,-2 0-14 0,-1 1-9 15,-3 6-23-15,-3 2 1 0,-3 4 12 0,-4 2 9 16,-3 6 7-16,0 3 12 0,-7 7-10 16,-6 3-8-16,-2 3-7 0,-5 3-3 15,3-2-13-15,-2 1 0 0,3-3 0 16,2-3 0-16,4-6 13 0,2-2-15 16,3-4 0-16,5-4-21 0,0-2-3 0,4-3 2 15,6-1 7-15,5-2 15 0,8-1 0 16,6-2 0-16,5-5 1 0,5 1-1 0,6-2-15 15,1 0-31-15,3-3-39 0,0-1-19 16,0 2-83-16,0 1-190 0,-13 1-689 16,10 1-1431-16</inkml:trace>
  <inkml:trace contextRef="#ctx0" brushRef="#br0" timeOffset="120346.337">11922 14662 290 0,'0'0'336'0,"0"0"-144"0,0 0-74 0,0 0-30 0,0 0 6 15,0 0-20-15,0 0-74 0,0 0-13 16,0 0 13-16,0 0 1 0,-23-8-1 16,23 8-26-16,2-2-7 0,-1-1 19 0,3 0 14 15,-2 0 0-15,1 0-13 0,-2 2 11 16,-1-2-30-16,1 2-63 0,2-1-78 15,-3 0-42-15,0 1-85 0,6 33 23 0</inkml:trace>
  <inkml:trace contextRef="#ctx0" brushRef="#br0" timeOffset="120709.68">11922 14662 20 0,'70'-48'671'15,"-70"48"-407"-15,0 0-124 16,0 0-9-16,0 0 41 0,0 0 157 15,0 0-86-15,0 0-103 0,0 0-75 16,0 0 0-16,0 0 38 0,0 1 43 16,0-1-1-16,0 1-29 0,0-1-26 15,0 0-6-15,0 0-1 0,0 0 7 16,0 0 15-16,0 0-6 0,0 0-10 16,-2 0-9-16,-2 0-26 0,-1 2-16 0,-2-1 3 0,-3 1 19 15,0-1 16-15,-5 3-7 0,0-1-21 16,-1 1 18-16,-4-1 15 0,0 1-11 15,-2-1-42-15,-4-1 0 0,0 0 10 16,-4 0-20-16,-1-1-17 0,-3 1-1 16,-2-2-15-16,-6 2-16 0,-1-1-58 15,-2 2-137 1,2 3 141-16,4-2 64 0,4 2 20 0,8 0-39 16,2-1-27-16,7 1 11 0,3 0 37 15,5-1 6-15,3-2-19 0,4-3-101 16,3 0-132-16,0 0-218 0,2-5-343 15,8-10-409-15</inkml:trace>
  <inkml:trace contextRef="#ctx0" brushRef="#br0" timeOffset="121010.497">11588 14423 2028 0,'0'0'447'15,"0"0"-250"-15,0 0-4 0,0 0 54 16,0 0-5-16,0 0-76 0,-77 59-84 16,62-42-60-16,0 2 0 0,-1 2 10 15,3 0-4-15,-2 2-17 0,2 2-11 0,1 0-1 16,-1 0-21-16,4 2 0 0,1-3 22 16,1 1 18-16,5-5 7 0,2 1-3 15,0-3-20-15,2-1 33 0,6 0 9 16,5 0 9-16,0-1 13 0,4 1-16 0,2-3-15 15,3 0-19-15,1-3 10 0,1 0-26 16,4-5-4-16,2-1-9 0,0-3-106 16,5-2-79-16,-1-2-65 0,4-3-94 15,-9-1-387-15,11-6-854 0</inkml:trace>
  <inkml:trace contextRef="#ctx0" brushRef="#br0" timeOffset="121264.469">12705 14596 1926 0,'0'0'1007'0,"0"0"-712"0,0 0-136 15,1 91-28-15,-6-56 96 0,-3-1 123 16,1-1-48-16,1-4-135 0,0-1-121 15,2-6-46-15,0-4-31 0,1-6-89 16,2-2-88-16,1-5-34 0,-2-5-56 16,2 0-156-16,0-5-522 0,0-17-656 0</inkml:trace>
  <inkml:trace contextRef="#ctx0" brushRef="#br0" timeOffset="121432.468">12663 14402 2801 0,'0'0'440'0,"0"0"-278"0,0 0-3 0,0 0 18 16,0 0-1-16,0 0-80 0,0 0-96 16,0 0-226-16,0 0-109 0,78 56-135 0,-65-52-615 0</inkml:trace>
  <inkml:trace contextRef="#ctx0" brushRef="#br0" timeOffset="121682.002">12869 14661 2141 0,'0'0'379'0,"0"0"-166"0,0 0 95 0,0 0 69 16,0 0 25-16,32 74-56 0,-28-55-150 0,-1 2-75 0,-2 0-23 15,2-1 16-15,-3 1-3 16,0 1-43-16,0-2-35 0,0-3-11 0,0-1-1 15,0-6 10-15,0-2 8 0,0-5-2 16,0-3 3-16,0 0-4 0,0 0-26 16,5-7-7-16,0-4 12 0,4-6 9 15,1-4-24-15,4-8-73 16,0-4-55-16,3-3-41 16,-1-3-102-16,-1 1-207 0,-3 8-525 0,0-9-1081 0</inkml:trace>
  <inkml:trace contextRef="#ctx0" brushRef="#br0" timeOffset="121950.595">13192 14658 3034 0,'0'0'595'16,"0"0"-358"-16,0 0-58 0,0 0 53 16,0 0 130-16,17 69-43 0,-15-56-151 15,-1 3-116-15,-1-1-24 0,0 1 2 16,0 2-9-16,-3 1-21 0,-3 3-1 15,-5 0-32 1,4 1-22-16,-1-2-3 0,1-3 0 0,2-5 21 16,3-4 10-16,2-6-10 0,0-1-15 15,0-2-12-15,6 0 30 0,2-5 11 0,1-4 23 16,5-1 0-16,1-7-15 0,2-2-111 16,1-1-87-16,0-3-123 0,0 1-188 15,-3 6-269-15,0-7-701 0</inkml:trace>
  <inkml:trace contextRef="#ctx0" brushRef="#br0" timeOffset="122651.443">14519 14070 1687 0,'0'0'610'16,"0"0"-258"-16,0 0-104 0,0 0 24 15,0 0-23-15,-56 73-43 0,31-36-13 16,-5 8-30-16,-2 6-46 0,-2 6-39 16,-5 1-25-16,2 7 3 15,-4 1-12-15,-1 2-7 0,-2 1 15 16,0 1-39-16,1-2-11 0,1-4 13 15,5-4 0-15,2-8-15 0,6-7-19 16,4-8-30-16,7-7-32 0,5-7-44 16,7-7-47-16,6-7-48 0,0-6-62 15,9-3-90-15,10-9-30 0,3-6-141 16,-2 2-122-16,13-15-308 0</inkml:trace>
  <inkml:trace contextRef="#ctx0" brushRef="#br0" timeOffset="123152.666">14862 14330 1573 0,'0'0'659'0,"0"0"-316"15,0 0-127-15,0 0 86 0,0 0 7 16,0 0 30-16,0 0 23 0,0 0-113 0,0 0-91 16,0 0-53-16,-36 73-22 0,19-49-12 15,-2 1-13-15,2 0-8 0,-3 4-23 16,0 2-16-16,1 3-11 0,-1 4-2 31,-2 3 0-31,3 2-13 0,-1 3-3 0,3-2 15 0,1-2-16 16,3-3 7-16,3-1-7 15,4-7-11-15,3-2 11 0,3-3 1 0,2-3-19 16,5-4 9-16,4-2 4 0,2-6-1 0,3-3 0 16,2-2 25-1,3-5-18-15,6-1-4 0,2-7 20 0,3-5-26 16,2-7 4-16,4-7 21 0,3-6-7 0,0-5-20 15,1-5-39-15,-1-2-8 0,0-2-7 16,-2 0 34-16,-1 0 6 0,-5 3-15 16,-4 0-17-16,-5 2-2 0,-3-2 49 15,-6 3 6-15,-4 2 23 0,-6 2 25 0,-5 1 1 16,-2 6-5-16,-9 2 26 0,-4 4 11 16,-2 4 26-1,-2 4 19-15,-4 7-47 0,0 3-9 16,0 5-7-16,0 1 6 0,-1 10-30 0,-2 5-13 15,-3 4-3-15,3 6-31 0,-1 2-6 16,0 3 6-16,3 0-56 0,1 0-72 16,2 1-80-16,2 2-109 0,0-2-242 15,7-9-610-15,-2 4-442 0</inkml:trace>
  <inkml:trace contextRef="#ctx0" brushRef="#br0" timeOffset="123484.849">14842 14612 293 0,'0'0'1092'0,"0"0"-649"0,0 0-83 15,0 0-37-15,0 0 0 0,0 0-3 16,21 78-39-16,-21-56-69 0,0 2-41 16,-1 2-8-16,-6 1-9 0,0-1-38 0,-3 2-51 31,-2 1-25-31,-1 1-36 0,0-2-3 16,0-1-1-16,2-1-94 0,-1-5-102 15,4-3-47-15,2-4-9 0,4-4-12 16,2-7-82-16,0-3-169 0,2-3-52 15,5-8 95-15,4-2 3 0,-2-2-101 16,3-2 197-16,-1 0 373 0,-1 2 347 0,0 0 132 0,2 3-46 16,-2 3-26-16,0 1-27 0,1 3-4 15,0 3-41-15,0 2-29 0,2 0-35 16,-1 0-29-16,0 3-65 0,3 3-36 16,-2 5-31-16,4 0 4 0,-2 3-14 15,1 0-10-15,2 1-19 0,0 3 13 16,2-1-46-16,0 2-38 0,2 0-68 0,2-3-193 0,-1 1-154 15,-5-5-275-15,5 5-1036 0</inkml:trace>
  <inkml:trace contextRef="#ctx0" brushRef="#br0" timeOffset="124755.368">12195 15881 3614 0,'0'0'469'0,"0"0"-294"16,0 0-125-16,0 0 46 0,0 0 56 16,0 0 14-1,0 0-25-15,0 0-64 0,0 0-34 0,0 0-10 16,63 81-2-16,-46-54 3 0,-5-1-7 15,-5-1 0-15,-3 3 1 0,-4 0-10 16,0 0-16-16,-2 0 10 0,-7-1-9 16,0-4 13-16,-2-4-14 0,2-7 1 15,3-3-3-15,2-6-43 0,2-3-9 16,1 0 16-16,-1-9 5 0,2-5-33 0,0-6 3 0,0-9-10 16,0-4 19-16,0-5 21 0,5 1 30 15,1 1-2-15,-1 5-15 0,4 4 6 16,1 6-4-16,0 2 4 0,2 6-22 15,4 1-12-15,-2 2-7 0,3 2-33 0,3 1-134 16,-1 3-128-16,1 1-240 0,-4 2-584 16,7 0-605-1</inkml:trace>
  <inkml:trace contextRef="#ctx0" brushRef="#br0" timeOffset="125071.127">12585 16111 1922 0,'0'0'1007'15,"0"0"-824"-15,0 0-59 0,0 0 77 16,0 0 46-16,0 0-42 0,0 0-67 0,0 0-46 16,0 0 17-16,77 38-28 0,-59-58-53 15,1-4-28-15,1-4-106 0,-1-2-9 16,-3 1 26-16,-2 4 8 0,-5 6 24 16,-3 6 19-16,-5 4 38 0,-1 4 3 0,-3 1 26 15,-7 4-28-15,-6-1 18 0,-1 1 34 16,-6 0 25-16,1 1-30 0,-2 8 2 0,3 1 16 15,1 2-47-15,4 6-10 0,1-1-6 16,3 5 13-16,1 3 21 0,3-2-6 16,4 2-19-16,4-2-8 0,0-2-4 0,0-1-35 15,7-4-2-15,2-1-81 0,5-5-27 16,-1-4-38-16,6-3-12 0,5-3-101 16,2-8-165-1,-7 0-353-15,13-15-618 0</inkml:trace>
  <inkml:trace contextRef="#ctx0" brushRef="#br0" timeOffset="125456.737">13053 15986 2398 0,'0'0'756'0,"0"0"-475"0,0 0-62 0,-66 91 177 16,46-58-9-16,4-1-69 0,3-3-104 15,7-5-119-15,2-7-95 0,4-6-9 0,0-5-43 16,7-5-9-16,2-1 38 0,2-7 23 15,4-7 0-15,2-5-3 0,-1-7-52 16,1-4-3-16,1-3-10 0,0-5-49 16,2-2-49-1,-1-3-24-15,1-2-45 0,2-4-45 16,-2-3-30-16,0-2-137 0,-5 1-120 16,-1-3-26-16,-4 3 248 0,-4 4 156 15,-4 4 179-15,-2 4 10 0,0 6 274 0,-5 5 100 0,2 8 28 16,-1 9 11-16,1 5-12 15,0 8-54-15,2 0-62 0,-1 11-81 0,-1 7-9 16,-2 7-36-16,1 8-38 0,-1 9-19 16,2 4 12-16,0 6 36 0,-1 1 1 15,0 3-60-15,-1 1-21 0,0 0-39 16,-1-1-19-16,2-4-12 0,-1-5-79 16,2-4-105-16,3-10-18 0,0-6-29 15,0-8-21-15,6-9-93 0,1-9-199 16,1-1-511-16,4-9-523 0</inkml:trace>
  <inkml:trace contextRef="#ctx0" brushRef="#br0" timeOffset="125757.291">13284 15990 2526 0,'0'0'534'0,"0"0"-380"0,0 0 12 0,-10 83 129 0,7-58 13 15,2 1-35-15,-1-4-93 0,2-6-87 16,0-4-53-16,3-5-40 0,4-5-12 15,1-2-7-15,4-9 4 0,0-5-16 16,4-6 3-16,-2-7-65 0,2 0-34 0,-1-3-14 16,-3 3 27-16,-1 2 67 0,-1 6 32 15,0 2 15-15,-5 5-2 0,1 5 1 16,-1 3 1-16,-2 4 35 0,-2 2 70 0,1 6 72 0,-1 5-31 16,-1 5-25-16,0 1-59 0,0 5-19 15,0-1-18-15,0 0 21 0,0 0 0 16,0-1-18-16,0-1 3 0,3-3-31 15,1-3-36-15,-1-2-32 0,1-5-95 16,2-3-85-16,-2-1-100 0,4-4-199 16,-4 0-658-16,6 0-969 0</inkml:trace>
  <inkml:trace contextRef="#ctx0" brushRef="#br0" timeOffset="126251.545">13937 15948 1891 0,'0'0'693'15,"0"0"-383"-15,0 0-57 0,0 0 75 0,-76 4-71 16,56 2-25-16,-1 4 4 0,3 2-25 16,0 5-62-16,2 3-14 0,5 5-18 15,-1 3-16-15,7 4-9 0,0 0-6 16,4-2-13-16,1-3-12 0,0-6-22 0,6-4-22 16,2-6-17-16,4-3-25 0,1-6-8 15,4-2 8-15,0-1-5 0,3-11-34 16,2-3-28-16,0-7-27 0,-1-1-78 15,2-2-112-15,-1-3-144 0,-3 3-247 16,-4 6-462-16,4-7-376 0</inkml:trace>
  <inkml:trace contextRef="#ctx0" brushRef="#br0" timeOffset="126374.087">14202 15947 2474 0,'0'0'496'15,"0"0"-314"-15,0 0 102 0,0 0 52 0,25 71 10 0,-25-47-10 16,0-1-56-16,-5-1-105 0,1-3-55 15,-2-2-78-15,2-4-42 0,3-6-88 16,-1-2-90-16,1-4-50 0,1-1-91 16,0 0-249-16,-2-12-820 0</inkml:trace>
  <inkml:trace contextRef="#ctx0" brushRef="#br0" timeOffset="126537.377">14255 15655 3067 0,'0'0'506'0,"0"0"-439"0,0 0 226 16,0 0 42-16,0 0-102 0,0 0-82 15,0 0-141-15,84 0-10 0,-64-6-155 16,2-3-127-16,-4 0-275 0,4-8-834 0</inkml:trace>
  <inkml:trace contextRef="#ctx0" brushRef="#br0" timeOffset="126906.718">14647 15487 2865 0,'0'0'620'0,"0"0"-310"0,0 81-2 0,0-40 16 0,-1 9 21 0,-5 6-38 16,-1 3-79-16,1 0-110 0,0 3-51 15,-3-3-24-15,1-2-43 0,-1-7-1 16,2-9-75-16,4-7-24 0,-1-10 21 15,4-8 18-15,0-9-28 0,0-7-21 16,9-2 22-16,1-7 48 0,2-7 9 16,3-3-18-16,1 0-6 15,1 2-4-15,-1 2-2 0,-1 2 21 16,-1 2 15-16,-1 5-3 0,-3 2 0 16,-1 4 7-16,-4 0 21 0,-3 0 15 15,-1 4 75-15,-1 3 36 0,0 4-3 16,-3 2-28-16,-6 2-31 0,0 1-18 15,-3 3 3-15,-1-1 9 0,0 0-22 16,-1-4-20-16,2-1-15 0,1-5-1 0,-1-4-46 0,5-4-76 0,1-4-53 16,3-11-61-16,3-5-58 15,0-8-72-15,0-7-91 0,5-5-192 0,1 7-635 16,5-23-283-16</inkml:trace>
  <inkml:trace contextRef="#ctx0" brushRef="#br0" timeOffset="127276.545">14937 15584 2194 0,'0'0'1026'0,"0"0"-774"0,0 0-59 16,16 100 116-16,-16-57 23 0,0 4-4 15,-3 2-46-15,0 0-101 0,-3 0-50 16,4-4-46-16,0-3-61 0,2-3-24 16,0-5-48-16,7-4-59 0,5-4-21 15,2-7 12-15,0-3 21 0,3-7 33 0,1-3-8 16,1-5 17-16,3-1 10 0,-2-2-15 15,-1-8-29-15,1-4-34 0,0 0-22 0,-1-5-48 16,2-4-26-16,-1 1-14 16,-1-4-39-16,0 2 69 0,-5 1 104 0,-4 5 97 15,-4 5 42-15,-2 6 80 0,-4 3 152 16,-4 4 87 0,-9 4 19-16,-3 7-72 0,-5 4-53 0,-2 4-49 15,-1 6-50-15,-3 3-22 0,1 2-28 16,3-1-27-16,3 1-15 0,7-2-49 15,4-2-15-15,5-5-48 0,4-2-25 0,0-7-36 16,6-4-4-16,7-2-12 0,4-6 33 16,6 0 18-16,3-1 25 0,5-7-12 15,4-2-118-15,4-2-236 0,-10 3-298 0,22-5-680 0</inkml:trace>
  <inkml:trace contextRef="#ctx0" brushRef="#br0" timeOffset="127808.902">16675 15394 1687 0,'0'0'146'0,"0"0"1008"0,0 0-965 0,0 0-138 15,0 0 35-15,0 0 48 0,-81 76 122 16,53-41 46-16,-6 8-110 0,-2 9-83 15,-7 11-19-15,-5 9-7 0,-5 11 13 16,-4 4 3-16,-7 7-25 0,-1 3-41 16,-1 2-7-16,1-1-26 0,2-2-3 15,2-6-19-15,9-8 7 0,8-10-6 0,8-15 2 0,11-10-36 16,9-13 2-16,8-14-27 0,5-9-56 16,3-7-82-16,6-4-108 0,5-8-194 15,-1-3-159-15,9-17-749 0</inkml:trace>
  <inkml:trace contextRef="#ctx0" brushRef="#br0" timeOffset="129266.266">16803 15751 1828 0,'0'0'58'16,"0"0"680"-16,0 0-313 15,0 0-109-15,0 0-11 0,0 0 25 0,0 0-57 16,0 0-93-16,0 0-57 0,-35 95-15 16,24-55 12-16,1 5 6 0,-3 8-13 15,0 0-40-15,-2-1-24 0,1 1-6 0,-3-2-40 16,4-1-1-16,0-7-2 0,2-5-25 15,3-6-33-15,3-12-67 0,3-7-19 16,2-6-25-16,0-6-40 0,3-1-90 16,7-11-220-16,-4 0-442 0,11-17-725 0</inkml:trace>
  <inkml:trace contextRef="#ctx0" brushRef="#br0" timeOffset="129459.294">16969 15787 1956 0,'0'0'651'0,"0"0"-335"0,0 0-95 16,0 0 117-16,-7 80-6 0,-4-43-58 15,0 2-41-15,-2 3-84 0,-2 2-32 16,1 0-21-16,-3 0-34 0,1 0-62 16,1-1 0-16,1-4-43 0,2-8-99 15,4-5-69-15,1-8-28 0,4-6-20 0,2-7-12 16,1-5-175-16,0 0-528 0,0-12-522 0</inkml:trace>
  <inkml:trace contextRef="#ctx0" brushRef="#br0" timeOffset="129765.486">17069 15801 676 0,'0'0'1719'0,"0"0"-1329"0,0 0-165 16,83-39 101-16,-57 33-27 0,-3 4-50 15,-4 2-35-15,-3 0-49 0,-5 6-56 0,0 4-32 0,-5 4 16 16,-6 4-3-16,0 4-47 0,-8 4-12 15,-7 5 6-15,-8 3-19 0,-2 5-4 16,-6 0-14-16,-3 1-2 0,-1 0 0 16,0-3-16-16,4-4 18 0,3-4 0 31,5-5 18-31,7-3 1 0,7-5 2 0,6 0 1 16,3-1-22-16,9 0 1 0,10-1 11 0,6 1 16 15,7 0-6-15,5-4-20 0,8-1 14 16,1-3-4-16,1-2-12 0,1-3-19 15,1-2 16-15,-4 0-31 0,-1-2-45 16,-3 0-60-16,-4 2-58 0,-4 0-92 16,-5 0-183-16,-8 2-599 0,-4 12-973 0</inkml:trace>
  <inkml:trace contextRef="#ctx0" brushRef="#br0" timeOffset="130898.636">4607 17123 1729 0,'0'0'1592'0,"0"0"-1341"16,0 0-149-16,0 0 11 0,0 0 32 15,0 0 50-15,0 0-27 0,0 0-40 16,0 0-54-16,0 0 6 0,76-72-18 16,-50 47-10-16,3 1-33 0,0 3-19 0,0 5-1 15,-4 5-12-15,0 7 13 0,1 4 3 0,-1 8 34 16,-3 10 19-16,-1 10 54 0,-4 5-12 16,-2 5-12-16,-6 5-19 0,-1 1 3 15,-4 0-28-15,-2 4-23 0,-1-4-7 0,1 2-12 16,-2-3 13-16,0-7-13 0,1-7-21 15,-1-8-37-15,3-7-73 0,1-8-16 16,0-3-18 0,-2-3-32-16,4-4-98 0,-2-9-257 15,3-2-483-15,2-19-620 0</inkml:trace>
  <inkml:trace contextRef="#ctx0" brushRef="#br0" timeOffset="131067.767">5058 16952 2734 0,'0'0'529'16,"0"0"-402"-16,0 0-66 0,-62 73 104 16,36-36 163-16,0 5-49 0,0 0-102 0,-1 2-50 15,2-3-65-15,1-2-13 0,1-5-40 16,2-1-9-16,3-7-96 0,6-5-71 16,1-7-53-16,7-10-85 0,1-4-113 15,3-4-331-15,0-20-879 16</inkml:trace>
  <inkml:trace contextRef="#ctx0" brushRef="#br0" timeOffset="131346.5">5235 16605 52 0,'0'0'2599'0,"0"0"-2187"0,0 0-147 0,0 0 122 15,0 0-44-15,0 0-47 0,0 0-17 16,0 0-98-16,52 71-70 0,-52-41-35 15,0 3-6-15,-7 2-24 0,1 2-18 0,-4 2-27 16,4-2 0-16,-2-1 0 16,2-4-1-16,3-4 2 0,3-7-2 0,0-7 0 15,0-2-28-15,6-3 10 0,5 0 18 0,1-5 0 16,5 0-3-16,1-2-15 0,3-2 18 16,0 0-2-16,1 0-29 0,3-2-113 15,-4 0-34-15,2-4-56 0,-2 3-170 0,-7 1-393 16,2 2-1009-16</inkml:trace>
  <inkml:trace contextRef="#ctx0" brushRef="#br0" timeOffset="131546.674">5541 17398 2134 0,'0'0'2140'15,"0"0"-1792"-15,0 0-347 0,0 0 11 0,0 0 114 0,0 0 61 16,0 0 48-16,0 0-92 0,105-31-61 16,-72 20-30-16,-2 0-34 0,0 0-18 15,-3 1-39-15,-4-1-98 0,-1 2-67 16,-4-1-29-16,1 1-99 0,-6 0-264 16,-5 3-667-16,0-2-994 0</inkml:trace>
  <inkml:trace contextRef="#ctx0" brushRef="#br0" timeOffset="131869.526">6038 17098 3540 0,'0'0'580'0,"0"0"-487"0,0 0 78 0,0 0 129 16,0 0 44-16,0 0-88 0,78 16-144 15,-64-15-72-15,-2 1-16 0,2 0-6 0,-4 1-18 16,-2 4-2-16,-3 0-1 0,1 5-13 15,-6 8 16-15,0 5 33 0,-2 8-5 16,-9 6-16-16,-2 2-10 0,0 1-2 16,-3-3-21-16,5-2-28 0,1-7 12 15,5-7 19 1,4-8 15-16,1-5-15 0,7-4-12 0,3-2 2 16,3-4 13-16,3 2 15 0,-3-2 1 15,3 0 11-15,-3-5-9 0,0-2-3 16,0 0-21-16,-2-2-52 0,1-1-18 15,-2-1-77-15,0 0-69 0,1 0-198 16,-2 2-514-16,1-1-809 0</inkml:trace>
  <inkml:trace contextRef="#ctx0" brushRef="#br0" timeOffset="132307.69">6753 17286 1990 0,'0'0'1044'16,"0"0"-652"-16,0 0-170 0,109 8-4 15,-70-7-13-15,-4-1-65 0,0 0-80 16,-5 0-60-16,-3 0-7 0,-2-3-99 16,-4-3-57-16,-3 3-95 0,-6-1-196 15,-3 1-677-15</inkml:trace>
  <inkml:trace contextRef="#ctx0" brushRef="#br0" timeOffset="132470.761">6891 17518 1929 0,'0'0'512'0,"0"0"-225"16,0 0 102-16,0 0 73 0,0 0-87 16,0 0-80-16,88 12-118 0,-59-12-94 15,5-6-39-15,-1-3-32 0,5-2-12 16,0-4-167-16,3 0-104 0,1 1-94 0,-9 2-184 15,16-2-939-15</inkml:trace>
  <inkml:trace contextRef="#ctx0" brushRef="#br0" timeOffset="132949.867">8086 16961 2297 0,'0'0'497'15,"0"0"-304"-15,0 0 21 0,0 0 133 16,0 0-22-16,-51 68-54 0,44-35-119 15,4 7-62-15,3 8 13 0,3 4 29 16,7 4 47-16,6 1-87 0,0 1-25 16,4-2-24-16,-1-4-6 0,1-6-7 0,0-6-8 0,1-9-22 15,0-8-19-15,-1-7-23 0,1-4 11 16,-1-6-36-16,-2-5-84 0,0-1 19 0,0-5-16 16,-2-9-57-16,0-3-67 0,-3-5-210 15,-2 3-697-15,0-11-1058 0</inkml:trace>
  <inkml:trace contextRef="#ctx0" brushRef="#br0" timeOffset="133134.954">8471 17134 2083 0,'0'0'430'0,"0"0"-104"16,0 0 199-16,0 0-38 0,79 26-73 15,-51-7-144-15,6 4-42 16,2 4-62-16,-2 2-23 0,1-1-5 15,-2 2-53-15,-2-2-46 0,-1-1-39 16,-3-2-21-16,-2-4-113 0,-5-1-58 16,0-5-32-16,-3-3-78 0,-4-4-195 15,-3-4-488-15,0-4-643 0</inkml:trace>
  <inkml:trace contextRef="#ctx0" brushRef="#br0" timeOffset="133356.094">8850 17119 447 0,'0'0'2765'15,"0"0"-2431"-15,0 0-255 0,-75 73 129 0,47-42 191 16,0 1-80-16,-3 5-97 0,1 0-117 16,0 1-63-16,0-3-40 0,2 0-2 15,2-4-13-15,6-4-8 0,1-5-47 0,5-6-73 16,-2 0-72-16,7-3-70 0,-2-2-100 0,-1 0-274 15,4-3-571-15,-7 2-527 0</inkml:trace>
  <inkml:trace contextRef="#ctx0" brushRef="#br0" timeOffset="133990.125">9279 17354 427 0,'0'0'2128'15,"0"0"-1607"-15,0 0-367 0,0 0 56 0,0 0 201 16,0 0-31-16,0 0-110 0,0 0-119 16,91 4-52-16,-70-4-62 0,1 0 27 15,0 0-15-15,2-2-47 0,1-6-1 16,-1 0 0-16,1-1-1 0,-2-1-18 15,1-2-83-15,-1 1-87 16,-4 0-94-16,1 3-163 0,-8 2-355 16,2 1-1058-16</inkml:trace>
  <inkml:trace contextRef="#ctx0" brushRef="#br0" timeOffset="134554.053">9850 17195 1580 0,'0'0'783'0,"0"0"-438"0,0 0-152 0,0 0 92 0,0 0 53 15,0 0-60-15,0 0-111 16,0 0-69-16,0 0 36 0,0 0 80 16,0 0-25-16,83 57-29 0,-64-33-37 15,0 2-41-15,-5-1-14 0,1 0-35 16,-2-2-20-16,-3-4-13 0,1-2-3 15,-1-5-25-15,2-6-24 0,-5-2-18 16,3-4 12-16,-1 0 21 0,1-4-40 16,-4-7-52-16,-2-2-20 0,2-5 25 0,-2-1 44 15,-4 2 42-15,2-1-12 0,-2 1 36 0,0 2 14 16,0-2 17-16,0 0-16 0,-2-1-1 16,-1-2 1-16,-3-1 24 0,4-3 18 15,-3 0-30-15,4-3 15 0,-1 0 0 16,2 1 3-16,3 2-13 0,6 5 26 15,5 3-4-15,1 4 31 16,3 4-19-16,3 2-5 0,2 4-16 16,0 2-10-16,1 0 13 0,1 0-33 15,1 2-1-15,0 1-15 0,0 0-4 16,-2-2-36-16,-1 1-103 0,0 0-90 0,-3 3-126 16,-8-3-352-16,-1 9-1071 0</inkml:trace>
  <inkml:trace contextRef="#ctx0" brushRef="#br0" timeOffset="134853.849">10331 17361 1964 0,'0'0'1305'16,"0"0"-1025"-16,0 0-188 0,0 0 110 16,0 0 131-1,0 0-60-15,0 0-103 0,0 0-80 16,0 0-50-16,0 0-19 0,77-6-21 15,-72 6 0-15,-3 1-34 0,-1 6 34 16,-1 3 0-16,0 3 65 0,-3 2-10 0,-4 2 3 16,0 3-36-16,-3 1 2 15,1-1-22-15,3-4 14 0,0-3-1 16,5-6-12-16,1-2 14 0,0-2-17 0,3 0-18 0,7-2 0 16,2-1 16-16,4 0-1 0,2 0 3 15,3-3 3-15,1-4-3 0,4-5-16 0,2-2-91 16,-2-4-93-16,-3 0-140 0,-3 4-310 15,-1-10-1294-15</inkml:trace>
  <inkml:trace contextRef="#ctx0" brushRef="#br0" timeOffset="135092.199">10779 17110 2436 0,'0'0'1421'0,"0"0"-1271"15,0 0-112-15,0 0 35 16,0 0 80-16,0 0 162 0,0 0-47 16,78 73-130-16,-66-52-71 0,-1 2-12 15,-1 5-15-15,-4 2-22 0,1 2-16 16,-7 2-2-16,0-2-64 0,0 2-52 16,-8-3 30-16,-4 0 10 0,-1 2-10 15,-3-3-25-15,0 1-13 0,-1-3-12 16,-2-6-10-16,1-1-86 0,-1-6-121 0,3-6-265 0,-10 0-808 0</inkml:trace>
  <inkml:trace contextRef="#ctx0" brushRef="#br0" timeOffset="135724.179">11418 17118 1273 0,'0'0'651'0,"0"0"-233"0,0 0-88 0,0 0-51 0,0 0-32 15,0 0 21-15,0 0-24 0,0 0-52 16,0 0-38-16,-81 63-10 0,75-30 30 16,3 8 6-16,0 8-23 0,2 2-31 15,1 3-22-15,0-2 0 0,3 1-25 16,1-5-12-16,2-5-30 0,1-5-31 16,3-8-6-1,-1-5-27-15,-2-10-31 0,2-3-46 0,2-4-61 16,0-5-10-16,1-3-41 0,0-3-114 15,3-8-107-15,-3 0-228 0,0-13-723 0</inkml:trace>
  <inkml:trace contextRef="#ctx0" brushRef="#br0" timeOffset="135893.442">11682 17373 1763 0,'0'0'664'0,"0"0"-228"0,0 0-33 0,60 65-12 16,-41-39-39-16,-2 2-20 0,-1-2-20 0,-1-2-93 15,2-4-119-15,-3-2-100 0,3-6-18 16,-1-2-89-16,0-7-74 0,0-3 5 16,-2 0-57-16,2-8-90 0,0-4-154 15,-4 0-336-15,3-7-953 0</inkml:trace>
  <inkml:trace contextRef="#ctx0" brushRef="#br0" timeOffset="136078.097">11989 17356 424 0,'0'0'2158'15,"0"0"-1688"-15,0 0-208 16,0 0 18-16,0 0 60 0,-77-12 11 16,57 24-115-16,1 3-85 0,-4 5-62 15,-1 4-21-15,-2 4-16 0,1 2-20 16,0-2-32-16,4-2-18 0,1-4-13 16,7-4-58-16,0-2-58 0,4-2-45 0,2-3-25 15,3-2-69-15,2-3-264 0,2-2-605 16,0-4-626-16</inkml:trace>
  <inkml:trace contextRef="#ctx0" brushRef="#br0" timeOffset="136240.928">12016 17483 787 0,'0'0'1744'0,"0"0"-1239"16,0 0-112-16,105-2 27 0,-70 2 10 16,1 0-46-1,0-4-127-15,1-1-107 0,2-5-79 0,-3-1-50 16,3-3-5-16,-3-5-16 0,-1-1-61 15,-4-2-104-15,-2 0-83 0,-4-2-130 16,-8 6-233-16,-6-4-738 0</inkml:trace>
  <inkml:trace contextRef="#ctx0" brushRef="#br0" timeOffset="136439.958">12296 17219 114 0,'0'0'2436'0,"0"0"-2001"15,0 0-291-15,0 0 28 0,-14 70 117 16,14-44 86-16,0 2-46 0,6 4-130 31,0 2-97-31,5 2-38 0,-5 0 1 16,0 1-22-16,1 0-43 0,-4 0-28 0,0 2-110 16,-1-3-82-16,-2 1-69 0,1-4-121 15,2-6-578-15,0-2-979 0</inkml:trace>
  <inkml:trace contextRef="#ctx0" brushRef="#br0" timeOffset="136794.813">12701 17514 810 0,'0'0'2059'0,"0"0"-1796"16,14 72-199-16,-5-47 95 0,-1-1 89 15,4-4 5-15,-2-4-115 0,0-4-82 0,4-4 11 16,-1-5-8-16,2-3-45 0,-2-2-12 16,2-9 17-16,-3-6 16 0,-2-2-7 15,0-3-25-15,0 0 22 0,-4 0-22 16,-1-1 22-16,1 2 6 0,2-2 9 16,-2-2-12-1,2-2-13-15,1-3 1 0,-1-1 6 16,1 0 2-16,1 3 26 0,0 3 11 15,-1 4 66-15,4 4-38 0,-2 5-34 16,3 2-25-16,0 4-29 0,0 2-1 16,3 2-36-16,1 2 36 0,3 0 10 15,2 5-10-15,-1 1-55 0,-2-2-74 0,0 3-35 16,-5-2-80-16,2 1-120 0,-7-1-218 0,-4 6-664 0</inkml:trace>
  <inkml:trace contextRef="#ctx0" brushRef="#br0" timeOffset="137110.958">13205 17488 2842 0,'0'0'547'0,"0"0"-388"0,0 0 28 0,0 0 71 15,0 0-64-15,79-27-16 0,-65 22-57 16,-2 0-60-16,-1 2-39 0,-5 3-22 15,-3 0-36-15,-3 6 4 0,0 4 32 16,-6 5 28-16,-5 5-3 0,-1 1-23 0,-3 6 22 0,2-1-5 16,1-1-19-16,1-2-13 0,5-4 13 15,3-3 18-15,3-4 7 0,0-3 12 16,4-2-10-16,5-4 1 0,4-1 0 16,1 0 2-16,6-2 7 0,0 0 15 15,2-7 0-15,3-2-27 0,1-2 12 16,2-1-37-16,3-3-31 0,0-5-24 0,-2-4-114 0,0-1-205 15,-9 6-161-15,8-13-925 0</inkml:trace>
  <inkml:trace contextRef="#ctx0" brushRef="#br0" timeOffset="137316.471">13820 17301 2240 0,'0'0'452'15,"0"0"-227"-15,0 0 137 0,0 0 22 16,0 0 7-16,0 0-64 0,0 0-104 16,36 75-94-16,-30-50-55 0,-2 1-9 0,-2 3-41 15,-2 2-24-15,0 2-15 0,-2 2-37 16,-8 0-84-16,-2 0-9 0,-2-1-37 0,-4 0-36 16,0 0-40-16,-2-3 6 0,0-2-152 15,3-8-341 1,-12 8-832-16</inkml:trace>
  <inkml:trace contextRef="#ctx0" brushRef="#br0" timeOffset="163572.811">20117 17461 699 0,'0'0'778'15,"0"0"-748"-15,0 0 464 16,0 0-21-16,0 0-151 0,0 0-107 0,27-70-20 15,-20 59-10-15,0 1-19 0,2 2-5 16,-2 1-7-16,2 1-31 16,-1 4 9-16,-2-1-1 0,0 3 18 0,0 0-16 0,0 1-12 0,1 6-51 31,-2 3-5-31,1 4-22 0,-1 6 18 16,-4 4 43-16,-1 4-34 0,0 5-30 15,-9 5-29-15,-2 2-11 0,-6 5-1 16,-5-1-23-16,-2 1-1 0,-3 1 4 0,-3-1-3 0,-2-2-13 15,-2-3 19-15,3-5 15 0,0-4-20 16,3-6 23-16,1-7 1 0,4-4-1 0,3-7-3 16,4-6-46-16,0-1-37 0,0-11-43 15,2-5 21-15,2-6 31 0,2-6-4 16,3-6 60-16,0-1 2 0,4-2-6 16,0 3 22-16,3 2-15 0,0 7 5 15,0 5-2 1,6 5 5-16,3 6 10 0,1 3 38 0,1 5-14 15,5 1 23-15,2 0 30 0,3 7-6 16,3 5-3-16,4 5-37 0,2 3 9 16,-1 2-27-16,5 4 5 0,0-1-2 15,-3 3-16-15,1-2 0 0,-2 2-21 16,-4-4 9-16,1 1-7 0,-2-4-46 16,-2-2-46-16,-1-5-34 0,-2 1-8 0,0-3-41 0,-3 0-29 15,-1-2 71-15,0-3-150 0,-3-2-268 16,-5-2-427-16,1-3-218 0</inkml:trace>
  <inkml:trace contextRef="#ctx0" brushRef="#br0" timeOffset="164042.814">20537 17599 2368 0,'0'0'381'15,"0"0"-163"-15,0 0-89 16,0 0 5-16,0 0 22 0,0 0 66 15,0 0 37-15,0 0-51 0,106 19-71 16,-68-14-34-16,3-3-25 0,-1-2-38 16,3 0-18-16,-2-2-20 0,-1-4-2 0,-2 0-26 15,-1-3 13-15,-4 0-24 16,-4 1-40-16,-6 0-35 0,-6 2-61 16,-5 2-69-16,-4 3-151 0,-6 1-653 0,-5 0-719 0</inkml:trace>
  <inkml:trace contextRef="#ctx0" brushRef="#br0" timeOffset="164274.315">20644 17855 1273 0,'0'0'1528'0,"0"0"-1159"0,0 0-228 16,0 0 5-16,0 0 60 0,0 0 9 15,0 0 39-15,0 0-64 0,79 25-87 16,-54-25-44-16,3 0-29 0,1-1-29 0,2-5-1 15,0-3-6-15,2 0-25 16,2 0-55-16,-2 0-85 16,0-1-8-16,-1 2-44 0,-2-1-74 15,-7 4-284-15,6-2-699 0</inkml:trace>
  <inkml:trace contextRef="#ctx0" brushRef="#br0" timeOffset="165624.453">21873 17579 1383 0,'0'0'426'0,"0"0"-79"0,0 0-52 15,0 0 44-15,0 0-44 0,0 0-49 16,0 0-52-16,0 0-64 0,0 0-23 16,0 0 22-16,0 0 70 0,29 42-3 0,-13-20-62 15,-1 6-32-15,3 3-16 0,1 4-12 16,1 1-16-16,0 1-18 0,-1 1-25 0,0-5-15 16,-2 2-16-16,0-6 14 0,0-4-13 15,0-3-10-15,0-4 4 0,0-3 21 0,0-3-2 16,-1-6-7-16,1-3-28 0,-3-3-47 15,1-9 10-15,0-5-3 0,0-8 30 16,-3-4 10-16,1-2 22 0,-4-1 15 0,-2-2 10 16,-3 0-10-16,-1 1 0 0,-3-4-34 15,0-2-13-15,-3 0-12 0,-5-3 0 16,-3 2 0-16,0-2 1 0,1 2 33 16,0 2 6-16,0 2 4 0,3 3 15 15,2 2 15-15,2 3-15 16,2 4 0-16,1 1 0 0,0 4 32 15,0 4 6-15,3 1-10 0,3 5 4 16,2 1-1-16,6 2 12 0,1-2 20 16,5 2 8-16,6-1-18 0,4-1-28 15,3-2-13-15,6 0 13 0,3-1 0 16,4 0-25-16,1 2 12 0,1 1-12 16,1-1 0-16,-2 1 2 0,1 1-2 0,-3 1-15 0,-2-2 13 15,-4 3 2-15,-3-1-37 0,-5 2-4 16,-5 1-24-16,-6 0-25 0,-6 0-35 15,-4 0-39-15,-4 1-15 0,-3 4-115 16,-3 1-205-16,-3 0-553 0,-16 7-449 0</inkml:trace>
  <inkml:trace contextRef="#ctx0" brushRef="#br0" timeOffset="166147.77">22640 17601 2568 0,'0'0'464'0,"0"0"-221"0,0 0-24 0,0 0 12 0,0 0 55 16,81 0-22-16,-64 0-81 0,2 0-69 16,-2 0-61-16,2 3 2 0,-4-3-21 15,-3 2-34 1,-2 3 0-16,-3 0 0 0,-4 2 0 15,-3 0 11-15,0 3 17 0,-7 5-1 16,-7 1-2-16,-6 6-25 0,-5 2 1 16,0 5 15-16,-3-1 3 0,0 2-16 0,1-3 15 15,3 3 4-15,5-5 33 0,3-3 18 16,7-4 10-16,6-4-25 0,3-5-31 16,0-2-27-16,10-2 0 0,5-3-3 0,2-2 3 15,3 0-2-15,2-4 2 0,4-7-1 0,0-3-5 16,-2-3-34-16,1-1-36 0,-5-1-25 15,2 0-15-15,-4 0-53 0,-3 0-51 16,-2 0-87-16,-5 2-71 0,-3-1-95 16,-4 1-43-16,-1 6-511 0,-6-7-386 0</inkml:trace>
  <inkml:trace contextRef="#ctx0" brushRef="#br0" timeOffset="166648.746">21977 16927 1190 0,'0'0'826'0,"0"0"-244"0,0 0-160 0,0 0-90 0,0 0-103 16,0 0-80-16,82-15-49 0,-73 15-18 15,-3 0-16-15,-1 0-6 0,-3 0-16 16,-1 0-12-16,-1 6 11 0,0 2 32 16,-1 3 62-16,-6 6-22 0,-3 0-63 15,-2 4-25-15,0-1-27 16,-3 2-1-16,5-1-24 0,-2-2 7 15,6-1-7-15,3-1 3 0,3 0-6 16,2-1 0-16,5 2 10 0,6-1 6 16,0-2 11-16,3-3-13 0,-2 0-16 0,3-4 30 15,-3-1 0-15,1 0 0 0,-4 0 22 16,-3-2-1-16,-2-1-5 0,-5-2-4 16,1 1 13-16,-2 0 15 0,0 1 1 0,-7 1-20 15,-1 3-21-15,-3-2-31 0,-5 3-12 0,1-2 3 16,-5 0-7-16,1-2-30 0,-5 0-1 15,-3 0-13-15,-4-1-19 0,-2 2-6 16,-4-2-51-16,-3 3-99 0,-1 0-245 16,9-2-296-16,-9 6-419 0</inkml:trace>
  <inkml:trace contextRef="#ctx0" brushRef="#br1" timeOffset="212405.725">19425 3273 1094 0,'0'0'368'15,"0"0"-192"-15,0 0-1 0,0 0 432 16,56-82-269-16,-42 62-173 0,0-2-60 15,3 2-2-15,0 0 15 0,0 0 16 0,0 2-35 16,0 1-33-16,0 2-9 0,-4 3 10 16,-2 2-10-16,-2 3-10 0,-2 2-3 15,-1 4-19-15,-2-1-25 0,3 2-3 16,-1 0-18-16,1 0 21 0,2 8 16 16,2 3 15-16,1 4 10 0,2 6 9 0,-2 4 29 15,0 6-13-15,0 4-53 0,-1 8 18 16,-3 4-31-16,1 1 0 0,-2 2 0 15,0-1-22-15,-1-4 21 0,4-8-27 16,-1-6 16-16,2-6-14 0,1-3 0 0,-1-7-24 16,0-2-31-16,1-5-36 0,2-3-15 15,-2-5-33-15,4 0-80 0,0-9-207 16,-4 1-625-16,6-15-455 0</inkml:trace>
  <inkml:trace contextRef="#ctx0" brushRef="#br1" timeOffset="212644.195">20104 2996 1343 0,'0'0'101'0,"0"0"768"0,0 0-614 0,0 0 26 16,-96 92 58-16,69-57-17 0,-2 3-78 0,0 3-65 15,-2 5-34-15,-2 6-45 0,-1 3-41 0,-3 4-24 31,-3 0-26-31,2 2-9 0,2-4-44 0,4-6-59 16,2-4 5-16,7-11 17 0,5-7-4 16,4-10-6-16,4-5-64 0,3-9-73 15,4-3-98-15,2-2-282 0,0-3-680 16,1-18 261-16</inkml:trace>
  <inkml:trace contextRef="#ctx0" brushRef="#br1" timeOffset="214412.986">20156 2660 1327 0,'0'0'166'0,"0"0"-62"0,0 0 636 0,0 0-321 16,0 0-94-16,0 0-35 0,82-52-45 16,-62 45-59-16,0 0-41 0,0 1-32 15,0 2-25-15,-4 2-26 0,-2 2-6 0,-3 0-18 16,-4 0-23-16,-3 0-13 0,2 6 11 16,-5 0 5-16,-1 1-2 0,0 4 2 0,-4 1 7 15,-7 6 0-15,-1 0-14 0,-4 1-10 16,3 1 17-16,0-5-16 0,3-2 10 15,3-4 7-15,1-4-4 0,5-2-13 16,-1-2-2-16,2 0-1 0,0-1 1 0,0 2 0 16,0-2-2-16,0 0 2 0,0 0 1 15,0 1 0 1,2 1 0-16,-1-1 3 0,3-1 20 16,-1 4-8-16,0-3-4 0,-1 0 3 15,-1 0 10-15,2 1 3 0,-3 0-3 0,2-2-1 16,-1 0 1-16,-1 0-4 0,0 0 4 15,0 0-4-15,2 0-5 0,-2 0-13 16,0 0-1-16,0 0-2 0,0 0-12 16,0 1-1-16,2-1 1 0,-2 2 10 0,4-1-1 15,-4 1 1-15,2-1 1 0,-1 0 0 16,-1-1 1-16,2 0 2 0,-1 3 0 16,-1-3 0-16,0 0 1 0,0 0 0 15,0 1-1-15,0-1-2 0,0 1-1 0,2 0-1 16,-2 2-1-16,1-3 0 0,1 2 1 15,-2-2 0 1,0 0 1-16,1 0 1 0,-1 0 0 16,0 1 2-16,0 1 1 0,0 0-1 15,0-2-2-15,0 2-3 0,-1 1-19 0,-2-1-14 16,1 3-1-16,-2 0-3 0,-2 1-7 16,2 0-2-16,1 1 15 0,-1-3 0 15,-1 1-3-15,2 0-7 0,-2 0 4 16,-1-1 0-16,0 2-1 0,1-2 1 0,-3 3 8 15,2-3 4-15,-1 2 3 0,0 0 10 16,1-1-1-16,2 0 13 0,-2 1-12 0,2-5-7 16,0 3 5-16,2-3 15 0,2 0 2 15,0-1 0-15,0 0 3 0,0 0 17 16,0 0 5-16,0 0-3 0,0 0-1 0,3 0-17 16,1 0 27-16,1-2 3 0,-3-2 0 0,4 4 7 15,-3-1-4-15,2-2-3 0,-1 0-9 16,1 2-3-16,0 1-10 0,-2-3 4 15,1 3-14-15,1-1 0 0,-1 1-1 32,0 0-1-32,-1 0-1 0,3 0 0 15,-1 0 0-15,0 0-2 0,-2 0 1 0,1 0 0 0,-1 0 0 16,1 0 1-16,-2 0 0 0,0 0 0 16,1 1-1-16,-3 1-1 0,2-1-9 15,-1 0 11-15,1 1-1 0,-1-2-14 16,1 1 14-16,-1 2 0 0,2-3 1 15,-2 0-2-15,1 0 2 0,-1 1-2 16,-1-1-13-16,0 0-2 0,0 0 2 0,2 0 4 16,-2 0 10-16,0 0 2 0,0 0 1 0,0 0 20 15,0 0 4-15,1 0 3 0,-1 0 3 16,0 0-6-16,0 0 3 0,0 0-13 16,0-1-2-16,0 1-12 0,0 0-1 0,0 0-3 15,0 0-16-15,0 0-9 0,0 0-9 16,0 0-3-16,0-1-4 0,0 1 10 15,0-2 6 1,-1 2 13-16,-1-1 13 0,2-1-1 16,-3 2 1-16,3-1-20 0,-2 1-18 15,0 0-10-15,1 0-12 0,-2 0-46 0,1 0-65 16,-2 0-153-16,-2 0-211 0,2 0-283 16,-5-1-422-16,47 6 386 0</inkml:trace>
  <inkml:trace contextRef="#ctx0" brushRef="#br1" timeOffset="-213950.042">20250 2617 1203 0,'0'0'491'0,"0"0"-111"16,0 0-40-16,0 0 15 0,0 0-53 0,0 0-88 16,0 0-64-16,0 0-26 0,0 0-4 0,0 0-13 15,0 0 0-15,14-38-16 0,-11 36-2 16,-1-2-11-16,3 1 0 0,-1 2-13 31,2-2-6-31,-1 1 0 0,1-1 16 0,0 0-1 16,1-1-9-16,2 2-19 0,-2-1-6 15,0 0-9-15,1 2-16 0,-1-2-4 16,-2 3-11-16,1-1-12 0,-3 1-4 0,0 0-5 16,0 0 9-16,1 3-4 0,-1-1-2 15,-2 5 2-15,2 0 13 0,-1-1 0 16,-1 4-15-16,-1-3 16 0,2 4 2 0,-1-3 2 15,-1 2-2-15,0-2 0 0,2 1-1 16,-2-2 1-16,0 1 0 0,0 2 0 16,0-1-13-16,-5 1-2 0,2 2-16 15,-4 1-9-15,0-1 9 0,1-1 16 16,0 3-4-16,-1-1 7 0,0-2 11 16,0 1 1-16,0-1 2 15,-1-1 10-15,-1-3 7 0,0 1-4 16,-1-1-15-16,-2 2-2 0,-1-2-23 15,1 1 4-15,0 0-10 0,1-1 15 0,-1 0-2 0,0-2-10 0,0 0 0 16,1-2 9-16,1 1 9 0,1-4 9 16,2 2 1-16,3 1 0 0,-1-3 3 15,3 1-3-15,0-1-1 16,1 0-12-16,-1 0 10 0,1 0-9 16,1 0-1-16,0 0 1 0,0 0-7 15,0 0-3-15,0 0 7 0,1 0-1 0,2 0 16 16,1-1 11-16,1-1 23 0,-1-1 13 15,5 3 12-15,-1-4-7 0,0 2-5 16,0 0 6-16,2-1-23 0,0 2-11 16,-1 0-18-16,2 0 11 0,-2 1-9 0,1 0-2 0,0 0-1 15,1 0-11-15,-1 1 11 16,1 1 1-16,-1 3 0 0,2 1 0 0,1 0 18 16,-2 2-4-16,3 1 13 0,-3 1-16 15,0 0 4-15,1 1-16 0,-1 0-1 16,-2 1-12-16,2 0 13 0,-2-1 3 15,-2 0 1-15,3-3-4 16,-5 0 0-16,-1-2 0 0,-1 0 2 16,-2-1-1-16,-1-3 0 0,0 2 2 15,0 1 9-15,0-2 4 0,0 2-1 16,-1 0 0-16,-5 1 22 0,0 0-6 16,-4 0-7-16,-1 1-5 0,-2 0-4 15,-4-1-2-15,-2 1-10 0,0-2-1 16,-3 1-2-16,0-3-22 0,1 2-30 0,1-1 18 0,0 0-12 15,2-2-34-15,0 0 9 0,3 0-31 16,-2-2 15-16,5 0-16 0,3 0 13 16,3 0-36-16,1 0-31 0,5 0-51 15,0 0-116-15,0-3-204 0,0 0-458 16,8-3-374-16</inkml:trace>
  <inkml:trace contextRef="#ctx0" brushRef="#br1" timeOffset="-213597.425">20525 3300 1372 0,'0'0'205'0,"0"0"956"15,0 0-833-15,0 0-104 0,0 0 52 16,0 0 15-16,0 0-46 0,0 0-70 0,0 0-82 16,0 0-43-16,0 0 12 0,-8 0 15 15,22 0 12-15,3 0 71 0,1 1-50 16,3 2-51-16,-1 0-17 0,3-1-25 15,-2-1-17 1,2 1-13-16,0-2-2 0,0 0-58 16,0 0-71-16,1-3-81 0,-1-2-69 15,0-1-83-15,-7 2-282 0,5-5-920 0</inkml:trace>
  <inkml:trace contextRef="#ctx0" brushRef="#br1" timeOffset="-213064.867">21107 3098 968 0,'0'0'1'0,"0"0"1065"0,0 0-461 16,0 0-187-16,0 0-89 0,0 0-2 0,0 0-41 0,0 0-54 16,0 0-42-16,85-9-33 0,-64 9-33 15,2 0-29-15,3 5-21 0,2 3-4 16,1 3 0-16,-1 2-12 0,-2 2-27 15,-4 2-13-15,-5 2-18 0,-1 0 0 16,-6 4 0-16,-3 3-12 0,-5 0-3 16,-2 3-43-16,-2 2-25 15,-8 1 7-15,-4 0 5 0,-3 3 6 16,-3-2-11-16,-2 0 14 0,0-2 31 16,1-5 28-16,2-3 3 0,2-6 15 15,5-3-12-15,2-4 19 0,3-4-22 0,5-2 2 16,-1-3 14-16,3-1-15 0,0 0 17 0,0 0 7 15,3 0 18-15,3-1-6 0,7 0 27 16,1-1 31-16,6 1 12 0,3 1-39 16,-1-2-32-16,6 2-18 0,0-2-18 15,3 2-2-15,0 0-34 0,4-2-102 16,0 2-83-16,3-3-112 0,1 1-126 16,-10-1-609-16,9-4-1334 0</inkml:trace>
  <inkml:trace contextRef="#ctx0" brushRef="#br1" timeOffset="-212446.722">22316 3273 1026 0,'0'0'1880'0,"0"0"-1531"0,0 0-40 15,0 0 35-15,0 0-49 0,104 12-56 16,-74-9-63-16,2-3-49 0,-2 0-54 16,1-2-27-16,1-5-24 0,-2-2-22 15,1-2-40-15,-4-2-123 0,-3 1-65 16,-6-1-55-16,-5 5-132 0,-6 2-394 0,-7 6-1025 0</inkml:trace>
  <inkml:trace contextRef="#ctx0" brushRef="#br1" timeOffset="-212259.382">22385 3484 254 0,'0'0'238'0,"0"0"2003"0,0 0-1808 16,0 0-149-16,0 0 29 0,0 0-20 0,0 0-68 16,0 0-70-16,97 8-93 0,-72-15-62 15,6-2-6-15,0-1-124 0,1-2-73 16,1 2-86-16,0-2-131 0,-2 3-339 15,-8 2-763-15,8 0 461 0</inkml:trace>
  <inkml:trace contextRef="#ctx0" brushRef="#br1" timeOffset="-211639.413">23085 3063 1250 0,'0'0'16'0,"0"0"1436"0,0 0-977 0,0 0-144 15,0 0-6-15,0 0-1 0,0 0-44 16,0 0-49-16,0 0-56 0,0 0-40 15,-79 8-28-15,64 4-22 0,-2 7-12 16,-3 4-12-16,-2 6-12 0,-1 8-13 16,1 4-2-16,-1 3-19 15,1 1-3-15,0 3-12 0,2-3-1 16,3 1-2-16,2-3-21 0,4-1 5 16,5-5 17-16,4-3-25 0,2-4-12 15,2 0 5-15,8-4-5 0,7 0-38 16,2-3-54-16,7-4-9 0,4-4-66 15,5-4-115-15,4-1-217 0,-9-6-566 16,22-4-855-16</inkml:trace>
  <inkml:trace contextRef="#ctx0" brushRef="#br1" timeOffset="-210759.047">23466 3226 878 0,'0'0'147'0,"0"0"32"16,0 0-49-16,0 0 913 0,0 0-675 15,0 0-127-15,0 0-59 0,0 0-13 16,0 0-16-16,0 0-20 0,0 0-35 16,24-70-16-16,-11 58-25 0,3-2-13 15,-3 3 6-15,1 0 3 0,-3 2 8 0,0 4 1 0,1-1-18 16,-4 5-19-16,3 1-13 0,-2 0 1 15,3 8-11-15,0 5-1 0,3 2 1 16,-1 6 23-16,3 2-25 0,-1 5 1 16,-1 3 29-16,1 0-29 0,2 4 0 15,-4 2 21-15,2 4-1 0,-3-2-20 0,0 0 0 16,-5 0 11-16,3-5-12 0,-2-4 2 0,0-4-2 31,1-5-9-31,2-6-10 0,-2-4 7 16,-1-1-13-16,2-4-90 0,-2-5-71 0,2-1-47 0,1-3-74 0,1-9-175 15,0-5-687-15,-5 3-504 0,3-12 1557 0</inkml:trace>
  <inkml:trace contextRef="#ctx0" brushRef="#br1" timeOffset="-210536.489">24013 3163 684 0,'0'0'1635'0,"0"0"-1286"0,0 0-165 16,0 0 66-16,-77 64 44 0,54-43-63 0,-1 2-60 0,-1 4-74 16,-3 1-31-16,1 3-41 0,-2 1 10 15,-3 2-7-15,2 0-26 0,-2 1-2 16,-1 0-15-16,4-5 12 0,1-1-34 16,2-5-64-16,7-5-21 0,3-3-24 15,4-6-22-15,5-1-26 0,2-6-78 16,3 1-204-1,2-4-289-15,0 0-413 0</inkml:trace>
  <inkml:trace contextRef="#ctx0" brushRef="#br1" timeOffset="-210204.695">24277 3414 342 0,'0'0'1103'0,"0"0"134"0,0 0-768 0,0 0-147 16,0 0-25-16,0 0-39 0,0 0-23 15,0 0-33-15,0 0-60 0,93 0-19 0,-72 0-37 16,3-1-6-16,-2 1-16 0,1 0-12 16,0-4-21-16,0 4-30 0,-1-2-1 15,-2 1-2-15,-1-3-10 0,-5 3-77 0,-1-2-71 16,-3-1-92-16,-2-1-71 0,-3 1-221 16,-2-5-904-16</inkml:trace>
  <inkml:trace contextRef="#ctx0" brushRef="#br1" timeOffset="-209219.185">24882 2783 1266 0,'0'0'970'15,"0"0"-366"-15,0 0-178 0,0 0-70 16,0 0 0-16,99-20-30 15,-71 14-66-15,3 1-42 0,0-1-37 16,0 1-55-16,-3 2-29 0,-5 0-39 16,-7 1-27-16,-1 1-19 0,-5 1-12 15,-4 0 0-15,-3 0-15 0,-3 3-7 0,0 2-5 16,-3 3-22-16,-8 7 31 0,-6 4-16 16,-5 5-48-16,-5 4 5 0,-2 1 13 15,0-4 46-15,2-3 17 0,7-5 1 0,4-2 3 16,3-6 6-16,5-3-9 0,3-1-3 15,2-3-22-15,3 0-5 0,0-1-13 16,0 1 3 0,3 0 6-16,4 5 34 0,6 0 23 0,0-1 14 0,6 1-6 15,0 2-9-15,2-2 11 16,-1 0-5-16,-1 0-4 0,1 0 1 16,-5-1 9-16,-1 1-7 0,-4-1-12 15,-2 0-12-15,-3 3 22 0,-3-3-4 16,-2 1-9-16,0 1 7 0,-2 1 2 15,-5 0-9-15,-3 3-12 0,-2-2-20 16,-2 2-59-16,0-2-22 0,-3 1-16 16,-3-3-21-16,0 1-26 0,0 0-18 0,-1 0-43 15,-2 0-109-15,0-1-164 0,7-3-302 0,-7 2-583 0</inkml:trace>
  <inkml:trace contextRef="#ctx0" brushRef="#br1" timeOffset="-208686.548">25246 3560 959 0,'0'0'166'0,"0"0"1440"15,0 0-1183-15,0 0-183 0,0 0 130 16,56 78-64-16,-43-64-82 0,-1-2-31 0,-1 0-58 16,-1-3-64-16,-1 0-34 0,-1-2-9 0,-1-4-25 15,-4 0-1-15,2-1-2 0,-2-2-15 16,0 0-31-16,2-2-35 0,-1-7-14 0,2-3 2 31,-1-3-12-31,0-4-4 0,-2-4-32 0,0-1 24 0,-3-4 26 0,0-3 25 16,0-1-16-16,-4-6 9 0,-3 1-40 15,-1-1-8-15,1-1-16 0,-1 1 38 16,0 5 70-16,2-1 13 0,1 4 15 16,1 4-28-16,2-2 27 0,2 6 2 15,0 0 0-15,0 1 42 0,7 3 34 16,0 4 11-16,4 1 8 16,3 2 7-16,0 1-4 0,6 1-19 15,2 0-9-15,4 2 8 0,5-1-12 16,0 1-9-16,2 3 15 0,5 2-5 15,-2 0-11-15,1 0 3 0,2 0-28 16,-3 0 0-16,4-1-29 0,-3 0 1 0,-3 0-3 16,-1 2-2-16,-2-3-1 0,-4 3-18 15,-6-1-51-15,-5 2-63 0,-3 0-54 0,-5 0-35 16,-4 0-71-16,-4 3-224 0,0 1-553 16,-15 6-342-16</inkml:trace>
  <inkml:trace contextRef="#ctx0" brushRef="#br1" timeOffset="-208386.032">25682 3262 779 0,'0'0'297'16,"0"0"1215"-16,0 0-1017 0,0 0-109 15,0 0-57-15,0 0-81 0,0 0-94 16,0 0-45-16,0 0-69 0,0 0-39 15,0 0-1-15,75 47-12 0,-75-37 9 0,0 5-28 0,-1-1-28 16,-5 1-1-16,-3 1 14 0,2 1 11 0,-3 0 10 16,4-5 16-16,2 0 9 0,3-5 0 15,1 0 0-15,0-4 3 0,5 0 31 16,10 0 4-16,1 0 18 0,5-3 34 16,6 0-15-16,4 0-29 0,3-2-5 15,2-2-30-15,1-1-11 0,-3-2-47 16,2 0-77-16,-1-1-63 0,-1-2-71 15,-1-3-99-15,-11 2-305 0,10-9-968 0</inkml:trace>
  <inkml:trace contextRef="#ctx0" brushRef="#br1" timeOffset="-208085.672">26405 2957 1134 0,'0'0'36'15,"0"0"1322"-15,0 0-804 0,0 0-130 0,0 0-58 0,82 62-64 16,-64-42-72-16,0 0-41 0,2 3-32 16,-4 2-50-16,2 2-39 0,-3 0-19 15,-2 3-28-15,-3 0-20 0,-4 1 0 0,-2 3-1 16,-4-3 0-16,0 0-11 0,-4-2-29 15,-4 0-27-15,-3-3-41 0,-1 2 1 16,-2-4-20 0,-3-4-28-16,1 3-22 0,-3-5 1 15,-1 0-25-15,-3-4-96 0,-2-2-155 16,-1-3-283-16,3-2-680 0,-11-5 659 0</inkml:trace>
  <inkml:trace contextRef="#ctx0" brushRef="#br1" timeOffset="-206800.191">27126 2991 1137 0,'0'0'319'0,"0"0"-59"0,0 0-85 0,0 0 826 16,0 0-662-16,0 0-106 0,0 0-15 0,0 0 9 15,0 0-38-15,-74 67-14 0,63-52-14 16,3 0-31-16,-1 3-22 0,3 1-16 0,1 4-9 15,0 2-3-15,4 3-1 0,1 3-9 16,0 1-5-16,1 4-29 0,6 2-2 16,1 0-34-16,2-1-17 0,1-2 16 15,1-1-17-15,-1-3-12 0,2-6-47 16,2-3-54-16,1-5-16 16,2-3-50-16,4-7-85 0,0-3-103 15,-2-2-299-15,8-4-903 0</inkml:trace>
  <inkml:trace contextRef="#ctx0" brushRef="#br1" timeOffset="-206383.375">27371 3220 1132 0,'0'0'518'0,"0"0"228"16,0 0-208-16,0 0-313 0,0 0-94 16,0 0 50-16,0 0-45 0,0 0-60 0,83-57-38 15,-60 47-36-15,3 1 1 0,-4 6 19 16,4 0 13-16,-1 3-33 0,0 0 11 15,0 8-11-15,-2 4 26 0,-2 3 10 0,-1 3 9 16,-2 4 10-16,-1 3 53 0,-5-1-19 16,1 2-32-16,-2 3-18 0,-2-1 14 15,-1 0-17-15,-1 0-14 0,-3-2-8 0,-1-2-14 16,1-2 0-16,-1-4-1 0,-3-2-1 16,0-3-25-16,0-4-55 0,0 0-64 15,0-6-54-15,0 1-34 0,2-4-41 0,-1 0-62 31,4-4-211-31,-3-8-548 0,3 3-103 16,2-17 912-16</inkml:trace>
  <inkml:trace contextRef="#ctx0" brushRef="#br1" timeOffset="-206198.678">27877 3046 1258 0,'0'0'1013'0,"0"0"-748"0,0 0-236 0,-76 77 152 15,48-46 178-15,2 2 8 0,-1 0-110 16,0 0-65-16,0 2-35 0,-1-2-66 16,-1 1-35-16,2 0-56 0,1-3-19 15,1-3-96-15,4-3-106 0,3-6-72 16,6-7-32-16,4-3-91 0,4-7-204 0,2-3-465 16</inkml:trace>
  <inkml:trace contextRef="#ctx0" brushRef="#br1" timeOffset="-205861.403">28063 2707 1794 0,'0'0'600'0,"0"0"393"16,0 0-556-16,0 0-66 0,0 0-58 0,0 0-100 15,81-13-93-15,-67 13-53 0,1 0-45 0,-4 2-22 16,-1 4-40-16,-3 5-12 0,-7 2-4 16,0 5-5-16,-3 5-50 0,-11 4-25 15,0 3-13-15,-3-2 25 0,3-3 78 0,-1-2 46 32,4-8 75-32,4-3 40 0,2-3 12 0,2-3-19 15,1-2-34-15,2-2-31 0,0-2-21 16,0 0 15-16,6 2-6 0,3-2-7 0,2 1 7 15,3 0 3-15,3-1-22 0,3 0 6 16,-1 0-18-16,2 0-107 0,1 0-102 16,0-2-86-16,0 0-150 0,-3 2-667 15,5 0-1090-15</inkml:trace>
  <inkml:trace contextRef="#ctx0" brushRef="#br1" timeOffset="-201490.268">28443 3278 881 0,'0'0'141'16,"0"0"688"-16,0 0-258 0,0 0-258 0,0 0-111 15,0 0-3-15,0 0 50 16,0 0-30-16,0 0-51 0,0 0-52 16,-6 1-41-16,6-1-15 0,0 0-3 15,0 0 3-15,0 0-1 0,0 0 0 16,0 0-3-16,0 0 0 0,0 0 0 0,0 0-4 15,0 0 1-15,0 0-10 0,0 0-15 16,2 0-25-16,2 0-2 0,1 0 1 16,2-1 10-16,3 0 4 0,2-2-1 0,1 2 10 15,5-3-4-15,-2 0-2 0,4 1-5 0,3-2-14 16,-4 0 0-16,4 1-1 16,0 1-1-16,-2-1-10 0,-1 1-10 0,0-1-8 15,-3 2-38-15,-1-1-25 0,-1 1-6 16,-3 1-13-16,-1 1 0 0,-3-3-17 15,-2 1-18-15,2 1-58 16,-3 0-45-16,-1-2-88 0,2 2-135 16,-2 0-200-16,-1 0-448 0</inkml:trace>
  <inkml:trace contextRef="#ctx0" brushRef="#br1" timeOffset="-197651.227">28618 2998 653 0,'0'0'395'0,"0"0"-206"0,0 0-7 0,0 0-68 16,0 0 0-16,0 0 854 0,0 0-627 15,0 0-120-15,0 0-46 0,0 0 19 16,0 0 30-1,4-2-10-15,-4 2-34 0,0 0-34 16,0 0-28-16,0 0-16 0,0 0-19 16,0 0-6-16,0 0-9 0,0 0-7 15,0 2-21-15,0 0-12 0,0 0-26 16,0 5 0-16,0 3 10 0,0 2 3 0,3 5 7 16,0 5 2-16,-2 2-11 0,1-1-11 15,-1 1 0-15,-1 0-2 0,0 0-13 0,2 0-2 16,-2-2 13-16,3 0-35 0,-2-1-15 15,2-3 3-15,0-2 0 0,0-1-3 16,0-3 9-16,0-3-10 0,0 2-5 16,1-4-4-16,-3 0 0 0,0-1 3 0,2 0-3 15,-3-1 0-15,2 0 3 0,-1-1-10 16,-1-1-7-16,0 1 7 0,0-3-3 0,0 1-13 16,0-2-6-16,0 2-1 0,0 0-13 15,0-2-34-15,2 0-59 0,-1 0-30 0,2 0-125 16,0 0-159-16,2-4-92 0,-3-6-411 15</inkml:trace>
  <inkml:trace contextRef="#ctx0" brushRef="#br1" timeOffset="-196496.123">29042 3184 421 0,'0'0'606'0,"0"0"-411"16,0 0-55-1,0 0 150-15,0 0 511 0,0 0-346 16,0 0-174-16,0 0-76 0,0 0-15 15,0 0-13-15,-2-17-16 0,2 17-42 16,0 3-46-16,5 4-33 0,0 4 16 16,5 3 25-16,2 4 0 0,0 1-41 0,0 1-17 15,0-1-23-15,1-1 0 0,-3-1-1 16,0-2-1-16,1-1-14 0,-3-2 14 16,1-2 1-16,-1-3-2 0,-1 1-9 0,-1-2-10 15,-2-2 0-15,-1-3-2 0,0 0-17 0,-1-1-9 16,-2 0-28-16,0 0 0 15,1 0 2-15,-1 0 7 0,3-5-6 0,3-3-20 16,-4-1-6-16,3-6-13 0,-1 1-19 16,-1-3-26-16,-1-1 15 0,1 1 0 0,-3-2 15 15,0 1 39-15,0-1 3 0,0 1 49 16,0-1 2 0,0 1 1-16,0-1 22 0,1 2 13 15,0-1 0-15,-1 2-14 0,2 3 13 16,-1-5-2-16,2 5 2 0,1 1-28 15,1-1 29-15,0 2-2 0,0 3 2 16,1 1 18-16,0 0 11 0,0 4 26 16,0-1 23-16,2 1 12 0,-1 0 16 15,3 1-3-15,0 0-4 0,2-1-6 0,0-1-19 0,1 1-4 16,5-1-16-16,-4 1 0 0,3 2 3 16,2 0 4-16,1-1-14 0,3 2-12 15,-1 0-7-15,3 0-12 0,0 0-13 16,-3 0-3-16,-2 0-1 0,-2 0-2 15,-5 0-10-15,-1 0-28 0,-1 0-105 0,-3 0-61 16,-1 2-52-16,-4-2-143 0,-1 0-395 0,-2 1-594 0</inkml:trace>
  <inkml:trace contextRef="#ctx0" brushRef="#br1" timeOffset="-196143.623">29473 3148 1292 0,'0'0'569'0,"0"0"-225"0,0 0 21 0,0 0 31 16,0 0-72-16,0 0-137 0,0 0-79 15,0 0-67-15,0 0-28 0,0 0-13 16,0 0 1-16,44 65 1 0,-44-52 1 15,-5-1-3-15,-3 3-11 0,2 1-5 16,1-3 0-16,-2 1 3 0,2-3 11 16,4-1 2-16,-1-1 19 0,2-1 26 15,0-2 8-15,0 2-9 0,6-2-9 16,1-1 3-16,0 0 3 16,4 1-3-16,1-3-13 0,-1 0-13 15,0-2-11-15,3-1 2 0,0 0-3 0,1-1 0 16,0-5-75-16,2-4-98 0,-2 1-71 15,0-4-88-15,-5 2-289 0,-1-7-705 0</inkml:trace>
  <inkml:trace contextRef="#ctx0" brushRef="#br1" timeOffset="-195415.956">28971 2535 939 0,'0'0'404'16,"0"0"-154"-1,0 0-6-15,0 0-26 0,0 0-79 16,0 0-13-16,0 0-35 0,82 7 312 16,-65-3-226-16,3 1-46 0,-1-3-22 0,0 2-13 15,-3 0-14-15,-2-1-12 16,-1-1-12-16,-3 1-20 0,-4-1-21 0,-2 1-17 16,-1-1-3-16,-3-1-13 0,0 1 1 15,0 2-7-15,0 2 22 0,-5 1-3 0,-3 2-7 16,1-1-6-16,0 0 14 0,0-2 2 15,2 0 2-15,-1 0 1 0,-2 0-3 16,2-1 0-16,-1 2-22 0,0-1 6 16,-2 2 13-16,2-2-10 0,0 2 0 15,-1-1 11-15,2 0-20 0,0-1 20 0,1-1 2 16,2 1 1 0,1-3 21-16,0-2 0 0,1 0-2 15,1-1 5-15,0 0 0 0,0 0-9 16,0 0-13-16,0 0 1 0,0 0-4 15,0 0-32-15,0 0-13 0,3 0 18 16,-1 4 27-16,3-3 35 0,1 1-7 0,0 2-5 16,3-4 30-16,0 1 4 0,0 1-15 15,1 1-11-15,-2-3-6 0,0 1-12 0,-2 0-11 0,0-1 0 16,0 1 0-16,-1 2-2 16,-2-1 0-16,0 1-12 0,-3 0-4 0,1 1 13 15,-1 1-10-15,0 0 13 16,0 3 0-16,-1 0 1 0,-5 2 15 0,-2 0-13 15,-1 1 0-15,-3 1 8 0,-1-2-11 16,-1 1-3-16,-1 1-13 0,-1-3 14 0,-1 1-27 0,0-3 28 16,2 0-15-16,-1-2-22 0,3-1 35 15,1-2-38-15,0 0-13 0,1-2-25 16,3 0-7-16,2 0-64 0,-1-3-99 16,1-3-150-16,-1 0-272 0,2-6-563 0</inkml:trace>
  <inkml:trace contextRef="#ctx0" brushRef="#br1" timeOffset="-193843.959">29863 2900 382 0,'0'0'759'0,"0"0"-450"0,0 0-113 15,0 0 304-15,0 0 126 0,0 0-228 16,0 0-117-16,0 0-50 0,0 0-32 0,0 0-23 15,0 0-32-15,-3-5-47 16,5 6-48-16,2 4-15 16,3 2 16-16,3 6 18 0,5 5 15 15,-1 5 31-15,3 1 6 0,-1 3-64 16,3 0-26-16,0 0-12 0,-3 0-5 16,1-1-13-16,-3 0-9 0,1-1 8 15,-7-1 0-15,3-2 1 0,-3-1 0 0,1-2 0 16,-1-2-14-16,-2 0 14 0,0-4-27 15,-1-3-13-15,0-3-3 0,-1 1-6 0,-2-2-19 16,1-1-31-16,0-3-24 0,-2 1-14 0,1-3-12 16,0 0-18-16,0 0-53 0,1 0-83 15,2-5-80-15,0-1-157 0,-1-1-205 16,-1-8-380-16</inkml:trace>
  <inkml:trace contextRef="#ctx0" brushRef="#br1" timeOffset="-193558.693">30236 2967 863 0,'0'0'576'0,"0"0"-332"0,0 0-120 15,0 0-23-15,0 0 479 0,0 0-274 0,0 0-84 16,-89 65-72-16,68-46-38 0,0 1 2 15,-2 3 7-15,-1-3-7 0,-2 4-16 16,-2 1-35-16,3-1-28 0,-2 2-10 16,-2-1-10-16,5-4-15 0,3-1-2 15,2-3 1-15,1-3-1 0,8-3 1 0,0-5-21 0,6-1-4 16,3-3-87-16,1-1-42 0,0-1-45 16,0 0-56-16,3 0-149 0,-1-1-196 15,10-6-492-15</inkml:trace>
  <inkml:trace contextRef="#ctx0" brushRef="#br1" timeOffset="-192424.288">30716 3184 1463 0,'0'0'277'0,"0"0"-108"0,0 0 466 15,0 0-153 1,0 0-130-16,0 0-114 0,0 0-55 16,0 0-20-16,0 0-14 0,0 0-19 15,0 0-24-15,2 0-25 0,3 0 2 0,3 0 10 16,3-4 24-16,3 3 40 0,3-1-47 15,3 2-6-15,1-4-22 0,0 1-12 16,2 0-18-16,-1 1-22 0,-1-2-11 16,0 1-1-16,2-1-17 0,-4 1-1 0,0-2 0 15,-2 3-1-15,-4-1-24 0,-3 3-2 0,2-3-22 16,-6 2-5-16,-1-1-26 0,-2 2-20 16,0-1-14-16,-3-1-14 0,0 2-26 15,0 0-63-15,0 0-97 0,0 0-168 16,0 0-485-16,0 0-418 0</inkml:trace>
  <inkml:trace contextRef="#ctx0" brushRef="#br1" timeOffset="-192037.948">30871 2998 1413 0,'0'0'430'0,"0"0"-125"16,0 0-4-16,0 0 28 0,0 0-11 15,0 0-82-15,0 0-64 0,0 0-27 16,0 0-15-16,17 89-23 0,-13-65 0 0,1 4-12 16,-3 2-24-16,-2-1-18 15,0 4-31-15,0-2-5 16,0-2-16-16,0-1-2 0,0-5-17 16,-2-1-7-16,2-4-43 0,0-1-40 15,0-5-5-15,0-2-31 0,2-1-36 0,1-2-46 16,4-2-112-16,1-4-239 0,-3 0-453 15,6-1-394-15</inkml:trace>
  <inkml:trace contextRef="#ctx0" brushRef="#br1" timeOffset="-191036.187">31302 2669 1598 0,'0'0'471'0,"0"0"-176"0,0 0 28 15,0 0 27-15,0 0-53 0,0 0-59 16,0 0-57-16,0 0-59 0,84-2-49 0,-75 2-4 15,3 0-3-15,-7 0-19 0,0 0-31 0,1 2-16 16,-5-2 0-16,1 2-3 0,-2 3-28 16,0 0-16-16,-3 4 14 0,-5 5-1 15,-2 3-26-15,-4 1-56 0,1 1-4 16,-1-2 54-16,5-3 37 0,1-4 28 16,6-1-2-16,0-1-19 0,1-1 9 0,1-3 13 0,0 4 35 15,3 1-3-15,1-1 9 0,2 1-22 16,3 0 6-16,-1 0 10 0,1 0 3 15,-2-1-20-15,0-1 14 0,3 2 6 16,-3-2 3-16,-2-2-19 0,1 0 6 16,-3-1 0-16,-2 1 13 0,-1-1-3 15,0 2-6-15,0 0-17 16,-3 0-13-16,-4 3 23 0,-3 0-25 16,-2-1-72-16,1 2-20 0,-3-2-14 15,0 0-36-15,3-1-63 0,-4-2-133 16,4 0-259-16,3 1-467 0,-4-1-426 0</inkml:trace>
  <inkml:trace contextRef="#ctx0" brushRef="#br1" timeOffset="-190619.266">31518 3149 620 0,'0'0'1268'0,"0"0"-782"16,0 0-44-16,0 0-79 0,12 72-76 16,-9-55-66-16,2-5-41 0,-1 1-67 15,3-3-18-15,0 1-11 0,1-4-9 0,-1 0-22 16,0-4-12-16,2 1-14 0,-4 0-11 16,1-3 5-16,-1-1-21 0,1 0-31 15,-4 0-7-15,5-3 10 0,-2-4-21 16,-1-2-29-16,0-3-13 0,2 2-10 0,-3-8 23 15,3 1 11-15,-1-4-11 0,-2-3 24 0,2-2-22 16,-2-2 35-16,0-1-19 0,0-1 6 16,-1 2 35-16,1 1-13 0,1 4-3 15,-1 3 9-15,3 4 1 0,0 2-13 16,1 4 19-16,2 3 19 0,-1 0 0 16,3 3 1-16,1 0 20 0,3 2 20 0,4 1 10 0,-2 1-19 15,3 0-13-15,0 0-3 0,-2 0-1 16,2 0-15-16,-3 1 0 0,0 0-2 15,-1 3-90-15,1-4-135 0,-3 0-245 16,-5 0-266-16,0 2-371 0</inkml:trace>
  <inkml:trace contextRef="#ctx0" brushRef="#br1" timeOffset="-190318.471">31814 3078 463 0,'0'0'1228'0,"0"0"-832"16,0 0 6-16,0 0 29 0,0 0-21 16,0 0-112-16,0 0-93 0,0 0-41 0,0 0-54 15,0 0-53-15,82 29-40 0,-73-23-17 0,-4-2-15 16,-2 2-23-16,-1 0-31 0,-2 3-16 16,0 1 10-16,-4 2-7 0,-2 1-10 0,-3 1 29 15,3-2 36-15,1 0 27 0,4-3 19 16,1 0 38-16,0 0 12 0,0-3 3 31,8-2-2-31,1 1 5 0,3-1 20 16,2 1 1-16,3-5-18 0,3 0-15 0,0 0-25 15,2 0-38-15,0-7-22 0,1-3-74 16,-1-3-136-16,3-3-146 0,-6 3-263 0,5-11-1173 0</inkml:trace>
  <inkml:trace contextRef="#ctx0" brushRef="#br1" timeOffset="-190049.547">32420 2852 2077 0,'0'0'425'16,"0"0"-254"-16,0 0 246 0,0 0 23 0,0 0-124 15,0 0-70 1,0 0-31-16,76 58-8 0,-59-37-25 15,-1 3-46-15,0 2-48 0,-1 2-36 0,-3 2-15 16,1 0-6-16,-4 0-15 0,3-2-16 16,-4-1-24-16,0-1-13 0,-4 1-46 15,1-3-27-15,-5-2-25 0,0 1-23 16,-2-1 10-16,-8-1-5 0,-3 1 7 16,-8 3-44-16,-3-2 1 0,-5 1-74 15,-1 1-280-15,7-9-711 0,-22 10-244 0</inkml:trace>
  <inkml:trace contextRef="#ctx0" brushRef="#br1" timeOffset="-175965.37">24163 4267 2436 0,'0'0'371'0,"0"0"-159"0,0 0-59 0,0 0 67 15,0 0 72-15,-18-71-27 0,16 59-45 16,1 1-49-16,1 2-44 0,0 4-16 0,0 0 9 16,0 4 31-16,0 1-25 0,0 0-29 15,0 0-20-15,0 1-29 0,0 8-20 16,6 1 11-16,-1 3 13 0,5 8-9 16,-1 1-40-1,-2 4-1-15,-1 4-2 0,-1-1-2 16,-2 1-20-16,-1 1 1 0,-2-2-37 15,0-3-24-15,0-3-3 0,0-4 5 16,0-7-8-16,0-4-11 0,0-4-23 16,0-2-54-16,0-2-113 0,0 0-128 15,0-3-294-15,0-14-779 0</inkml:trace>
  <inkml:trace contextRef="#ctx0" brushRef="#br1" timeOffset="-175802.479">24220 3967 1155 0,'0'0'1964'0,"0"0"-1632"0,0 0-202 16,0 0-29-16,0 0 66 0,0 0 123 0,0 0-76 16,0 0-118-16,0 0-96 0,80 24-85 15,-68-17-127-15,-2 4-83 0,-4 0-215 16,-6 4-946-16</inkml:trace>
  <inkml:trace contextRef="#ctx0" brushRef="#br1" timeOffset="-175464.04">24456 4278 2443 0,'0'0'1093'0,"0"0"-815"0,0 0-68 0,0 0 112 0,-2 79-10 15,1-61-63-15,0-1-105 0,1-3-129 16,0 0-15-16,0-4-58 0,0-1-31 16,4-2-24-16,3-6-19 0,5-1-4 15,-1 0 28-15,5-6-13 0,1-6 9 16,2-6 3-16,0-1 1 0,0 0-5 16,1-1 0-16,-4 2 50 0,1 3 25 0,-3 2 36 15,1 2 2-15,-4 6 0 0,-1 3 31 0,0 2 17 16,0 0 18-16,-4 4 28 0,2 7 10 15,-2 2 25-15,0 2-35 0,-3 4-29 16,-1-2 19-16,-1 4-44 0,-1-1-6 16,0-4-34-16,0 1-19 0,2-3-109 0,1-3-71 15,2 0-47-15,2-4-105 0,-1-1-384 16,1-2-771-16</inkml:trace>
  <inkml:trace contextRef="#ctx0" brushRef="#br1" timeOffset="-175216.988">25267 4184 760 0,'0'0'2672'16,"0"0"-2195"-16,0 0-288 0,0 0 48 0,-47 77 106 15,33-48-49-15,0 2-77 0,1 4-95 16,0 4-67-16,2 2-13 0,-2 5 1 15,1-1-40-15,2 0-3 0,0-3-67 0,3-4-45 16,1-8-22-16,5-3-16 0,1-11 15 16,0-5 6-16,6-5-34 0,5-6-91 15,3-4-84-15,3-11-205 0,-3 1-465 0,12-19-494 0</inkml:trace>
  <inkml:trace contextRef="#ctx0" brushRef="#br1" timeOffset="-174984.8">25484 4127 1702 0,'0'0'997'15,"0"0"-438"-15,0 0-346 0,-25 69-108 16,14-34 69-16,-3 5 147 0,0 3 9 16,0 4-98-16,-2 6-100 0,1 3-58 0,-2 0-37 15,-2 0-25-15,1 1-12 0,0-4-1 16,1-3-54-16,2-3-31 0,1-8-10 15,5-8-33-15,4-9 14 0,2-10 7 0,3-7-36 16,0-5-79-16,7-9-86 0,3-11-171 16,4-8-309-16,0 3-462 0,4-24 221 0</inkml:trace>
  <inkml:trace contextRef="#ctx0" brushRef="#br1" timeOffset="-174646.96">25543 4236 421 0,'0'0'2339'0,"0"0"-1932"0,0 0-203 15,0 0 22-15,0 0 51 0,0 0-19 16,0 0 4-16,0 0-55 0,0 0-87 0,82 31-43 16,-74-17-25-16,-1-2-28 0,-2 4-24 15,-2-2-16-15,-2 4-11 0,-1 2-75 16,-6 5-21-16,-6 5-19 0,-7 1-19 16,-4 0 21-16,-3 0 20 0,0-4 35 15,0 1 48-15,3-6 22 0,0 1 14 16,4-8 2-16,4 0 10 0,1-2 46 15,7-5 35-15,3 2-17 0,4-2-44 16,0-1 0-16,5 2 41 0,4 3 12 0,5-1-7 0,4 2 3 16,1 2 25-16,2 1-6 0,-1-2-35 15,0 2 7-15,0-3 9 0,-2 2-4 16,-1-2-5-16,-4 0-20 0,1-2-21 16,-3 0-30-16,0-1-3 0,-1-1-19 0,0-2-60 15,-2-2-74-15,3-2-93 0,-1-3-54 16,2-3-88-1,1-9-283-15,-3 3-831 0</inkml:trace>
  <inkml:trace contextRef="#ctx0" brushRef="#br1" timeOffset="-174431.006">26054 4314 2519 0,'0'0'1653'0,"0"0"-1339"0,0 0-179 16,0 0 108-16,0 0-22 0,0 0 19 16,79 32-36-16,-60-29-107 0,3-1-67 15,-1-2-30-15,1 0-28 0,0-3-97 16,-2-1-60-16,-4 0-25 0,-1 2-56 0,-6-2-188 0,-4 4-200 16,-3 0-464-16,-2 1-336 0</inkml:trace>
  <inkml:trace contextRef="#ctx0" brushRef="#br1" timeOffset="-174230.652">26132 4460 824 0,'0'0'107'16,"0"0"1887"-16,0 0-1578 0,0 0-219 16,-51 86 2-1,43-59 56-15,-2 0 55 0,1 1 5 16,3 1-59-16,0 0-67 0,4-2-21 0,2 1 14 16,0-3-18-16,0-5-46 0,2 0-21 15,4-6-33-15,5-2-28 0,1-3-15 16,4-3-9-16,1-2 2 0,2-2-14 15,1-2-48-15,3-6-40 16,2-3-42-16,1-7-49 0,1-3-70 0,-1-3-123 0,0 0-265 16,-8 2-596-16,5-10-870 0</inkml:trace>
  <inkml:trace contextRef="#ctx0" brushRef="#br1" timeOffset="-174061.226">26537 4498 401 0,'0'0'3123'0,"0"0"-2628"0,13 72-276 16,-9-44 125-16,4 3 13 16,0-1-24-16,-1-5-103 0,2-2-130 15,2-5-87-15,0-1-13 0,0-6-58 0,3-3-39 16,4-3-46-16,1-5-30 0,3 0-51 16,0-6-101-16,1-10-197 0,2-5-285 15,-7 5-832-15,4-13 123 0</inkml:trace>
  <inkml:trace contextRef="#ctx0" brushRef="#br1" timeOffset="-173914.073">26726 4542 437 0,'0'0'2735'15,"0"0"-2280"-15,-72 67-237 0,44-40 118 0,-4 8 64 16,0-4-22 0,5-1-76-16,4-6-128 0,5-5-138 15,3-3-36-15,1-4-76 0,2-1-85 0,1-5-34 16,-1 0-78-16,4-6-162 15,2 0-599-15,6-12-1075 0</inkml:trace>
  <inkml:trace contextRef="#ctx0" brushRef="#br1" timeOffset="-173465.759">26974 4317 2541 0,'0'0'1433'0,"0"0"-1269"0,0 0-55 15,0 0 71-15,0 0-26 0,93-76 0 0,-65 59-12 16,0 2-85-16,0-1-57 0,-1 5-19 0,2 2-8 16,-4 2-4-16,-4 6 14 0,-1 1 17 15,-4 4 18-15,-2 5-2 0,-5 4 14 16,-1 3 13-16,-3 0 21 0,0 3 7 16,-1 0-1-16,-1 4-22 0,0-2 7 15,1 2 0-15,0 1-6 0,1-1-7 16,1 1-14-16,2 0-13 15,-1 2 18-15,0 3 7 0,2 0 2 16,0 0-12-16,-4 2-5 0,-2 5 5 16,2-3-3-16,-4 3 9 0,1-2-8 15,-2-2-7-15,0-3-3 0,0-4 6 16,0-1 0-16,0-4 0 0,0-1-22 16,0-5 0-16,0-1-2 0,-3-2-3 15,1 0-21-15,-2-4-15 0,0 1 6 0,-5-1-4 0,0 1 1 16,-1-2-6-16,-3 1 11 0,-3 0 1 15,-4-1-12-15,0 0-22 0,-7-5-48 16,-4 2-47-16,-9-3-15 0,-5 0-89 16,-9-6-111-16,-10 1-161 0,13 0-509 15,-39 4-910-15</inkml:trace>
  <inkml:trace contextRef="#ctx0" brushRef="#br1" timeOffset="-165346.341">10413 3052 684 0,'0'0'2290'16,"0"0"-1891"-16,0 0-278 0,0 0-19 0,0 0 144 15,0 0 90-15,0 0-16 0,0 0-58 16,87 25-38-16,-54-24-41 0,3 1-58 16,6-2 2-1,1 0-8-15,0-2-13 0,3-1-34 16,-2-1-14-16,-1-1-31 0,-4 2-24 0,-3-3-1 15,-3 1-2-15,-6-2-15 0,-1 2-39 16,-4 1-34-16,-6 0-48 0,-2 1-22 16,-5 1-22-16,-3 2-64 0,-5 0-184 15,-1 0-259-15,0 0-562 0,-15 0-559 0</inkml:trace>
  <inkml:trace contextRef="#ctx0" brushRef="#br1" timeOffset="-165123.897">10616 3149 1467 0,'0'0'1716'0,"0"0"-1372"0,0 0-198 0,-24 71 30 16,18-41 95-16,0 2 74 0,1 3-80 16,-1 2-105-16,5 3-38 0,-2 1-39 15,0 6-37-15,0 1-18 0,-2 3-28 0,2 0-3 16,1-1-12-16,-1-7-65 0,3-9-27 15,0-8-43-15,3-7-34 0,4-6-17 0,-1-3-29 16,1-5-75-16,2-3-210 0,-2-2-459 16,-3-7-330-16</inkml:trace>
  <inkml:trace contextRef="#ctx0" brushRef="#br1" timeOffset="-164941.53">10667 3542 473 0,'0'0'2304'0,"0"0"-1903"0,0 0-219 16,0 0 94-16,0 0 39 0,0 0-39 16,0 0-18-16,0 0-61 0,88 6-102 15,-69-4-63-15,0-1-32 0,1 0-31 16,0-1-58-16,-1 1-99 0,-2 3-107 16,-3 1-97-16,-4-2-297 0,-7 9-862 0</inkml:trace>
  <inkml:trace contextRef="#ctx0" brushRef="#br1" timeOffset="-164745.878">10622 3866 779 0,'0'0'2109'0,"0"0"-1537"16,0 0-331-16,0 0-74 0,0 0 116 0,0 0-3 16,0 0-27-16,0 0-44 0,0 0-47 15,84-21-46-15,-50 14-79 0,1 1-28 16,3 1-9-16,-2 1-37 0,1 2-57 15,2-1-102-15,-2 2-93 0,-1 1-61 16,1 0-178-16,-10 0-278 0,5-1-1366 0</inkml:trace>
  <inkml:trace contextRef="#ctx0" brushRef="#br1" timeOffset="-163517.772">10651 6936 760 0,'0'0'2531'0,"0"0"-2093"0,0 0-281 15,0 0-25-15,0 0 100 0,0 0 31 16,0 0-13-16,0 0-66 0,0 0-59 0,0 0-6 0,0 0 6 16,74 17-12-16,-50-16-50 0,5-1-38 15,1-2-4-15,3-6 9 0,2-4 3 16,-2-1-14-16,0-3-1 0,-1 1-5 16,-3-1-13-16,-3 3-24 0,-2 1-25 0,-2 0-54 15,-5 1-49-15,-3 4-46 0,-2 0-40 16,-5 2-107-1,-2 3-159-15,-4 2-226 16,-1 0-677-16,-3 1-379 0</inkml:trace>
  <inkml:trace contextRef="#ctx0" brushRef="#br1" timeOffset="-163273.862">10813 6986 1615 0,'0'0'630'0,"0"0"67"0,0 0-352 0,0 0-166 15,0 0 4-15,-18 86 29 0,18-57-20 16,4 6-8-16,2 3-28 0,2 5-42 16,-4 1-15-16,3 2-37 0,-1 1-13 15,-2 0-9-15,2 1-25 0,-2-5 1 16,2-2-16 0,-2-3 0-16,3-7-1 0,-1-5-15 15,0-7-36-15,0-6-47 0,-2-3-21 16,3-5-60-16,-2-3-57 0,0-2-71 15,0-7-82-15,-1-6-273 0,-1-5-501 0,-1 3-220 16,-2-10 1347-16</inkml:trace>
  <inkml:trace contextRef="#ctx0" brushRef="#br1" timeOffset="-163089.35">10912 7361 1247 0,'0'0'189'0,"0"0"1147"0,0 0-1027 0,0 0-197 15,0 0 85-15,0 0 136 0,0 0-28 0,0 0-17 16,0 0-59-16,0 0-50 0,92-15-41 15,-67 7-52-15,1-1-25 0,2-3-18 16,1 1-16-16,0-3-27 0,1 2-13 0,-2-1-45 16,-2 0-80-16,-2 3-104 0,-2-2-34 15,-4 4-52-15,-6 0-259 0,0 1-973 0</inkml:trace>
  <inkml:trace contextRef="#ctx0" brushRef="#br1" timeOffset="-162418.593">10844 6209 1896 0,'0'0'334'0,"0"0"-137"0,0 0 386 0,0 0-196 0,0 0-114 0,0 0-40 31,0 0 9-31,0 0-43 0,0 0-47 16,0 0-47-16,0 0-31 0,-27 13-28 0,27 0-9 0,0 4-6 16,0 2 2-16,-2 5 1 0,1 2-3 15,1 1-13-15,0 0-15 0,-1 1 9 16,-1 1-12-16,1-1-1 0,-1-2-35 16,1 2-69-16,-1-3-42 0,2-1-82 15,-1-3-48-15,1-1-41 0,0-1-135 16,0-6-288-16,0 3-618 0</inkml:trace>
  <inkml:trace contextRef="#ctx0" brushRef="#br1" timeOffset="-161400.749">10661 5106 912 0,'0'0'1863'0,"0"0"-1542"0,0 0-193 0,0 0 69 16,0 0 136-16,0 0-51 0,0 0-37 0,0 0-105 16,0 0-11-16,17 68 19 0,-11-31 9 15,2 7-10-15,-4 7-55 0,-1 2-34 0,-2 3-31 16,-1-1-25-16,0 2-2 0,0-2-34 16,-1-6-61-16,-1-7-55 0,2-11-37 15,0-6-20-15,2-9-10 0,5-8-83 16,0-7-139-16,0-1-283 0,4-7-635 0</inkml:trace>
  <inkml:trace contextRef="#ctx0" brushRef="#br1" timeOffset="-161100.647">11011 5200 2917 0,'0'0'435'0,"0"0"-285"0,0 0 18 0,0 0 115 16,-102 16-4-16,69-3-102 0,1 6-47 15,-1 0-65-15,3 6-37 0,1 1-27 16,0 0-1-16,5 3 0 0,0-3-19 16,4 3 7-16,3-4 9 0,6-1-13 15,3-4 14-15,2-2 0 0,5-2-10 16,1-2 12-16,4 1 2 0,7-2 16 0,4 3 4 16,1-1 6-16,4 1 6 0,5-4 18 0,1 3-18 15,4-3 27-15,1-3-18 0,0-2 19 16,0-1-7-16,-1-2-3 0,-1-3-50 15,-2-1 26-15,0 0-28 0,-2 0-67 16,-4-5-31-16,-2-1-40 0,-2-1-62 0,-1 0-51 31,-1-1-81-31,-4-1-199 0,-3 3-604 0,-2-6-676 16</inkml:trace>
  <inkml:trace contextRef="#ctx0" brushRef="#br1" timeOffset="-160695.13">10706 4398 1770 0,'0'0'564'0,"0"0"-295"16,0 0-115-16,0 0 487 0,0 0-214 15,0 0-156-15,0 0-84 0,0 0-50 16,0 0-48-16,11 69-8 0,-6-38-29 0,-2 2-24 16,0 3-12-16,-2 0-16 0,1 2-12 15,-2 5-34-15,0 2-62 0,0 3-66 16,0 2-66-16,0 2-81 0,0-14-355 0,-2 21-966 0</inkml:trace>
  <inkml:trace contextRef="#ctx0" brushRef="#br2" timeOffset="-142019.14">12791 3666 1216 0,'0'0'777'0,"0"0"-462"0,0 0 355 0,0 0-245 0,0 0-70 16,0 0-24-16,0 0-36 0,0 0-81 16,0 0-63-16,-28 51-35 0,25-33-12 15,1 6 13-15,1 2-20 0,1 4-27 16,0 1-21-16,0 4-16 0,0-3-14 16,0-3-16-16,0 0-2 0,0-5-1 15,1-3-22-15,2-5-5 0,-3-4-61 16,2-5-31-16,-2-5-46 15,0-2-56-15,1 0-100 0,-1-8-217 16,0 1-495-16,0-14-654 0</inkml:trace>
  <inkml:trace contextRef="#ctx0" brushRef="#br2" timeOffset="-141818.528">12752 3386 2644 0,'0'0'600'16,"0"0"-317"-16,0 0 52 0,0 0 4 0,0 0-122 16,0 0-114-16,0 0-73 0,0 0-30 15,0 0-1-15,0 0-20 0,0 0-91 16,65 23-102 0,-51-9-144-16,-5-2-196 0,0 14-914 0</inkml:trace>
  <inkml:trace contextRef="#ctx0" brushRef="#br2" timeOffset="-141417.136">13022 3679 2093 0,'0'0'433'16,"0"0"-287"-16,0 0 121 0,0 0 30 15,0 0 6-15,0 0-47 0,0 0-105 16,0 0-44 0,0 0 3-16,49 69 2 0,-41-58-19 15,-2 3-31-15,0 1-9 0,1 4 5 16,-4 2-36-16,1 4-1 0,-2 4-9 0,-2 2-12 16,0-1-13-16,0 0-33 0,0-7-9 15,-2-5 11-15,2-6 7 0,0-6 6 16,-2-3 31-16,2-1 12 0,0-2 26 0,0 0 8 15,0-5 10-15,0-2-25 0,0-5 15 16,0-5-3-16,0-1 0 0,0-6 12 0,2-2 7 16,4-2 18-16,3-2 15 0,0 1-10 15,3-1-39-15,-1 1-9 0,-1-1-35 16,1 3-2-16,1 0-2 0,-1 3-1 16,-1 4-22-16,-1 4-18 0,-2 1-82 0,-1 6-56 15,-2 5-75-15,-1 1-101 0,-2 3-219 0,1 0-572 16,-2 10-658-16</inkml:trace>
  <inkml:trace contextRef="#ctx0" brushRef="#br2" timeOffset="-141054.008">13386 3629 1649 0,'0'0'1403'0,"0"0"-1250"0,0 0-34 15,0 0 125-15,0 0 106 0,0 0 11 16,0 0-153-16,83 60-91 0,-71-40-52 16,-1 1-19-16,-3 5-15 0,1 3-7 0,-5 6-24 15,-1 2 0-15,-3 4-1 0,0-1-57 0,0-4-16 16,-1-6 24-16,-1-6 36 0,-1-10 14 16,2-5 3-16,-1-6 16 0,2-3-17 15,-1 0 26-15,-2-2 5 0,0-6-13 0,3-2-18 16,0-4-1-16,0-3 30 0,0-5 0 15,3 0-7-15,4-6 10 0,2 0-6 16,1-1-19 0,3 1-9-16,0 3-3 0,3 0-22 15,1 4-12-15,3 3 7 0,-4 0 5 16,4 4-9-16,-1 2-24 0,-3 3-97 0,1 3-53 16,1 4-49-16,0 2-102 0,0 0-153 15,-4 0-602-15,2 6-516 0</inkml:trace>
  <inkml:trace contextRef="#ctx0" brushRef="#br2" timeOffset="-140616.09">14173 3506 1960 0,'0'0'599'0,"0"0"-213"0,0 0-91 16,0 0 20-16,0 0-12 0,0 0-23 16,0 0-69-16,0 0-59 0,0 0-35 15,-78-4-55-15,64 18-31 0,2 8-16 0,0 6 13 16,1 7 2-16,3 5 1 0,2 4-3 16,-1 3-25-16,3 3 15 0,2 2-16 0,2-5-1 15,0-1-1-15,0-7-1 0,10-7-29 16,0-9-13-16,3-3 0 15,4-5-19-15,1-4 19 0,3-3-68 16,2-1-35-16,3-4-56 0,0-3-124 16,3 0-203-16,-6 0-594 0,12-5-577 15</inkml:trace>
  <inkml:trace contextRef="#ctx0" brushRef="#br2" timeOffset="-139767.54">14839 3480 427 0,'0'0'1512'0,"0"0"-1045"0,0 0-154 0,0 0 15 15,0 0 4-15,0 0-53 16,0 0-33-16,0 0-60 0,0 0-43 0,0 0-25 16,0 0-22-16,66-45-12 0,-60 55-7 15,0 6 28-15,-1 7 21 0,-2 4-40 16,-1 7-37-16,-2 5-25 0,-2 6 0 15,-9 8 1-15,-1 0-24 0,-2 3 2 0,-3-2-2 0,0-3 0 16,-1-6-1-16,1-8 3 0,-1-6-3 16,1-5-15-16,1-5-49 0,-4-4-13 15,2-5 3-15,2-3 7 0,-1-5-22 16,2-3 18-16,2-1 6 0,1-1 22 16,4-8-19-16,-4-2 6 0,2-4-6 0,0-4-16 15,-1-2 35 1,0-1 39-16,4-1 4 0,0-2-53 15,4 6 53-15,3 2 68 0,0 3-31 16,2 3 7-16,5 3 3 0,1 2 8 16,4 2-5-16,2 3 0 0,1 1-13 15,5 0 12-15,3 8-3 0,0 0 31 0,2 4-12 16,1 4 12-16,-2-2-13 0,3 3-15 16,-5-3-12-16,1 2-7 0,0 0-8 0,-3-1-22 15,-2 1-13-15,-3-2-8 16,0 0-71-16,-2 0-67 0,-2 1-66 0,0-2-92 0,-2-1-204 15,-1-3-580-15,1-4-703 0</inkml:trace>
  <inkml:trace contextRef="#ctx0" brushRef="#br2" timeOffset="-139598.667">15181 4014 2236 0,'0'0'501'15,"0"0"-327"-15,0 0 50 0,0 0 54 16,0 0 16-16,-34 80-7 0,23-58-96 15,2-3-78-15,1-1-45 0,0-1-68 16,4-5-6 0,0-3-72-16,3-4-81 0,-1-5-83 15,2 0-30-15,0 0-90 0,0-4-338 16,2-10-706-16</inkml:trace>
  <inkml:trace contextRef="#ctx0" brushRef="#br2" timeOffset="-139082.411">15516 3371 1467 0,'0'0'633'0,"0"0"-273"15,0 0-60-15,0 0 43 0,0 0-40 0,0 0-33 16,0 0-65-16,0 0-32 0,0 0 2 16,5 72-13-16,-1-42-39 0,2 4-15 15,-2 5-15 1,2 4 17-16,-3 4-5 0,-2 3-26 0,-1 4-39 15,0 2-22-15,0 1-16 0,-3-3-2 16,0-4 0-16,2-9-24 0,-2-5-7 16,3-11-8-16,0-8-26 0,0-5-70 15,0-4-56-15,3-5-90 0,0-3-196 16,-2 0-317-16,4-10-876 0</inkml:trace>
  <inkml:trace contextRef="#ctx0" brushRef="#br2" timeOffset="-138750.1">15796 3577 2852 0,'0'0'426'16,"0"0"-286"-16,0 0 50 0,0 0 104 0,0 0-15 16,0 0-204-16,0 0-75 0,0 0-72 15,0 0 1-15,-85 51-12 0,66-29-48 16,-2 2 5-16,-1 3-23 0,1-1-9 15,0 3-53-15,1-3-67 0,4-4 79 16,0-3 199-16,8-4 55 0,2-7 70 16,3-1-39-16,0-3-25 0,3-1-16 15,0 2 13-15,7 3 31 0,2 0 32 16,3 2 6-16,3 2 31 0,1-1 3 16,2 1-10-16,2 0 9 0,-3 0 27 0,2 1-42 0,-2-2-37 15,2 0-34-15,-5-4-49 0,2 2-22 16,-1-5-3-16,0 0-18 0,-2-4-3 15,3 0-59-15,-1 0-134 0,0-8-106 16,1-7-87-16,-4 5-314 0,-1-12-832 0</inkml:trace>
  <inkml:trace contextRef="#ctx0" brushRef="#br2" timeOffset="-138465.34">16028 3509 2857 0,'0'0'433'0,"0"0"-341"0,0 0 133 0,0 0 119 15,0 0 35-15,0 0-45 0,79 54-129 16,-59-36-88-16,1 2-26 0,0 2-26 16,-1 1-14-16,-2 2-11 0,-1 2-22 15,-4 2 4-15,0 1-22 0,-6 2-1 0,-4 0 0 16,-3 4-12-16,-1-1-14 0,-7 2-31 15,-6 1-9-15,-1-1-22 0,-2-2-18 0,1-1-3 16,-2-4 18-16,-1-3-10 16,2-4-34-16,-2-5-56 0,2-3-137 0,-1-5-142 15,4 1-494-15,-12-7-509 0</inkml:trace>
  <inkml:trace contextRef="#ctx0" brushRef="#br2" timeOffset="-136707.905">8864 3546 1512 0,'0'0'718'16,"0"0"-430"-16,0 0-66 0,0 0-13 0,0 0-32 15,0 0 40-15,-23-73-49 0,22 63-32 16,1 0 6-16,0 1 22 0,0 2-47 15,4 0-30 1,3 2-3-16,2 1-9 0,2 3-25 16,1-1 12-16,5 2-13 0,3 0 4 0,-1 5-25 15,4 2-10-15,-1 2 13 0,-2 1-8 16,0 2-23-16,-1 0-1 0,-5 2 1 16,-2-2-1-16,1 0 1 0,-6 0 2 15,0-1 1-15,0 1 9 0,-4-1 7 0,0 1 8 16,0 0-14-16,-2-1-10 0,-1-1 15 15,0 0-3-15,0-3-2 0,0-2-11 16,0 0 1-16,0 0-3 0,0-3-19 16,0 0-5-16,-1-2 24 0,-1 0 0 15,1 0 3-15,-1 0-2 0,1 0-1 0,0 0 0 16,-1 0 0-16,1 0 1 0,-2 0 1 16,0 0 0-16,0 0-2 0,2 0-2 0,-4-2-19 15,3 1-1-15,-3-2 0 0,1 2-12 16,1-1-18-16,-4 1-34 0,4 0-26 0,-1 0-25 15,-1-1-37-15,1 1-19 0,2 1-37 16,1 0-59-16,1 0-91 0,-1 0-91 16,1 0-37-16,-2 0 56 0,1 3 117 15,-1 0 3 1,1 2 2-16,1-3 86 0,0 0 94 0,-3 0 114 16,2-2-68-16</inkml:trace>
  <inkml:trace contextRef="#ctx0" brushRef="#br2" timeOffset="-135805.869">9106 3114 1243 0,'0'0'605'0,"0"0"-206"16,0 0-27-16,0 0-50 0,0 0-53 16,0 0-53-16,0 0-54 0,0 0-29 0,0 0-4 15,0 0 0-15,0 0-43 16,1 49 4-16,1-24 4 0,-2 6-29 0,0 5-28 16,0 3-6-16,0 2-18 0,-3 2 5 0,-4 0-16 15,1-3-1-15,-2-3 0 0,0-3 0 0,-3-3 2 16,2-2 18-16,-2 0-8 0,-4-2-10 15,-1 2 15-15,-1-2-5 0,-2 1-13 16,-1-4-28-16,-1-3-9 0,0-2-7 16,0-2-8-16,1-3 17 0,2-3-39 15,0-4 2-15,3-1 10 16,-1-4 43-16,3-2-20 0,-1 0 1 16,2-5 13-16,-3-1-34 0,3-4-7 15,-1-2 25-15,3-2 0 0,1-3-6 0,2-1 5 16,2-2 17-16,2-1-13 0,0-2-1 15,3 0 39-15,0-2 32 0,0 1-10 16,4-4 35-16,3 2-22 0,0-2 6 16,1 2-10-16,0 1-9 0,2 0 16 15,-4 4-3-15,3 2-10 0,-3 3-3 0,-1 4 15 16,1 2-2-16,-2 5 2 0,-1 5-36 16,2 0-1-16,-1 0-3 0,6 0 3 15,0 5 0-15,3 2 64 0,4 0-20 16,1 1-10-16,0 1 6 0,2 0 7 15,1-2-13 1,0 0 4-16,2 0-1 0,0-2 9 16,-1 0-42-16,1 0 39 0,0 0-31 0,-1 3 4 15,-1 0-14-15,-1 5 32 0,-1 1-16 16,0 5-15-16,-2 2-2 0,-2 2-1 16,-1 3 13-16,-1 2-12 0,-1-1 0 0,0 2-1 15,2 0-25-15,0-5 10 0,0-2 15 16,2-2 1-16,-1-5 14 0,-1-1-15 0,-2-4 1 15,-4-2-1-15,2-1-1 0,-4-1 0 16,0-3 1-16,-3 0 0 0,-2 0 1 16,1 0-1-16,-1-3-1 0,-1 1-14 15,2-1-44-15,-2 0-22 0,0 0-37 0,0 0-22 16,0-1-39-16,0-5-26 0,0 2-48 16,0-4-120-16,0-3-232 0,0 0-439 0,0-3-200 0</inkml:trace>
  <inkml:trace contextRef="#ctx0" brushRef="#br2" timeOffset="-135373.553">9860 3244 1554 0,'0'0'501'0,"0"0"-213"0,0 0 19 16,0 0 69-16,0 0-47 0,0 0-71 15,0 0-66-15,0 0-41 0,0 0-91 16,0 0-26-16,0 0-30 0,-94 54-3 15,77-31-1-15,-3 4 3 16,0 3-3-16,1 5-2 16,0-3-1-16,1 5-10 0,3-2-6 0,3-2 4 15,1-2 15-15,7-5 0 0,1-5 13 16,3-3 38-16,0-1-20 0,6-3 13 16,5-1 24-16,2-2-11 0,2-2 42 15,3-1 34-15,4-5-19 0,-2 1-49 16,3-4-25-16,1 0-22 0,-1 0 7 0,-1-7-24 0,-2 2-1 15,-1-6-35-15,-3 0-76 0,0-2-83 16,-3 1-99-16,-3-2-150 0,-2 3-271 16,-6-2-884-16</inkml:trace>
  <inkml:trace contextRef="#ctx0" brushRef="#br2" timeOffset="-135188.914">9658 3581 1148 0,'0'0'1292'0,"0"0"-831"0,0 0-70 0,0 0-7 16,0 0-60-16,0 0-86 0,0 0-42 16,0 0-20-16,0 0-37 0,0 0-41 15,0 0-49-15,98-55-29 0,-71 46-20 16,1 3-15-16,-1-1-43 0,5 1-96 0,2-1-93 16,2 0-70-16,2 0-95 0,-8 1-74 15,12-2-960-15</inkml:trace>
  <inkml:trace contextRef="#ctx0" brushRef="#br2" timeOffset="-133955.516">16447 2978 430 0,'0'0'1209'31,"0"0"-748"-31,0 0-134 0,0 0-30 16,0 0-27-16,0 0-33 0,0 0-62 0,0 0-67 16,0 0-22-16,-11 27 34 0,8-9 38 0,-3 5-33 0,2 6-2 0,0 4-17 31,1 5-25-31,1 8-7 0,2 7 1 16,2 7-16-16,6 6-19 0,5 11-19 15,2 4-6-15,2 7-15 0,-1 8-19 16,1 6 17-16,-1 4 1 0,0 1-23 0,-2-1-37 0,-1-4 2 0,-1-10 19 15,-2-7-35 1,0-6 32-16,-3-10-20 0,-1-7-27 16,1-9-21-16,0-6-24 0,2-11-19 0,-2-10-42 15,2-7-87-15,1-7-134 0,-4-5-219 16,1-7-365-16</inkml:trace>
  <inkml:trace contextRef="#ctx0" brushRef="#br2" timeOffset="-133253.114">17090 3821 2433 0,'0'0'605'0,"0"0"-219"0,0 0-88 15,3 72-27-15,-1-42-14 0,0 1-28 16,-2 0-68-16,3 1-69 0,-3 0-24 16,3 1-25-16,-1-2-28 15,-1-3-13-15,2-4-2 0,0-5-21 16,-2-7-47-16,1-3-58 0,0-5-13 15,1-2-19-15,-1-2-38 0,1-1-77 16,0-9-164-16,0 2-578 0,-3-14-1140 0</inkml:trace>
  <inkml:trace contextRef="#ctx0" brushRef="#br2" timeOffset="-133068.643">17076 3641 2711 0,'0'0'504'16,"0"0"-192"-16,0 0-103 0,0 0 33 16,0 0 15-1,0 0-52-15,0 0-100 0,0 0-80 0,86-49-25 16,-66 41-26-16,3 5-32 16,-4-1-156-16,1 3-147 0,-4 1-263 0,0 1-995 0</inkml:trace>
  <inkml:trace contextRef="#ctx0" brushRef="#br2" timeOffset="-132767.844">17446 3809 1615 0,'0'0'1363'0,"0"0"-1097"16,0 0 8-16,0 0 108 0,0 0-9 15,42 70-64-15,-36-53-96 0,-2 2-75 0,0 1-40 31,-1 2-31-31,1 0-28 0,-4 6-20 16,0-1-17-16,0 2 0 0,0-3-2 0,-4-4 0 16,4-4-2-16,-1-5 0 0,1-7-1 15,0-1 0-15,0-5 3 0,0 0 0 16,0 0 3-16,0 0 27 0,1-4 1 16,1-3 5-16,3-6 10 0,0-5-13 0,3-4-14 15,0-4-7-15,2-2-12 0,0 0-28 16,1-1-42-16,1-4-116 0,-1 1-40 0,0 0-110 15,0-3-197-15,-4 12-651 0,-2-12-1165 0</inkml:trace>
  <inkml:trace contextRef="#ctx0" brushRef="#br2" timeOffset="-132466.325">17760 3659 2680 0,'0'0'456'0,"0"0"-251"0,0 0 96 0,0 0 61 16,0 0 7-16,0 0-100 15,0 0-121-15,30 71-65 0,-22-49-22 0,-4 3-25 16,1 4-20-16,-3 4-14 0,-2 4-2 16,0 4 0-1,0 1-25-15,0 0 22 16,-4-5-58-16,1-8 30 0,0-7 31 0,2-5 0 16,-1-7 13-16,2-5-11 0,0-3 10 15,0-2 12-15,0 0 4 0,0 0 6 16,0-5-34-16,2-2-10 0,4-5-38 0,2-2 44 15,2-4 3-15,0-1-2 0,2-3-15 16,1 1-10-16,1-2-91 0,1 0-41 0,1-2-69 16,-1 0-97-16,1 4-184 0,-4 3-447 15,1-1-474-15</inkml:trace>
  <inkml:trace contextRef="#ctx0" brushRef="#br2" timeOffset="-132235.779">18224 3679 1441 0,'0'0'1477'0,"0"0"-1134"0,0 0-70 15,0 0 53-15,0 0-34 0,0 0-40 16,0 0-51-16,-23 73-26 0,19-49-12 16,2 3-19-16,-2 4-29 0,3 0-26 15,-1 7-28-15,1 0-22 0,-2 3-6 0,3-3-8 16,0-4-23-16,4-6-2 0,3-4-24 15,2-7-4-15,1-2 7 0,2-5-61 16,-1-1-58-16,1-2-22 0,2-6-28 0,-1-1-56 16,3-1-139-16,-6-6-270 0,10-11-729 0</inkml:trace>
  <inkml:trace contextRef="#ctx0" brushRef="#br2" timeOffset="-131832.23">18582 3638 2247 0,'0'0'1285'0,"0"0"-1168"0,0 0-37 16,0 0 118-16,0 0 168 15,0 0 58-15,0 0-145 0,27 87-114 16,-22-60-31-16,0 5 0 0,-4 0-16 16,-1 5-45-16,0 2-43 0,-2 1-27 15,-7-1-3-15,0 0-1 0,-2-3-29 16,-2-4-1-16,3-7 16 0,-3-3-6 15,3-6 3-15,0-4-16 0,-2-4-14 16,2-4-31-16,1-3-6 0,-2-1 12 0,1-2-10 0,0-5 4 16,-2-4-10-16,4 0 7 0,0-3 14 15,1 0 22-15,0-1 9 0,3 2 7 16,2 1 17-16,1 4-5 0,1 2 18 16,0 2 31-16,0 1-1 0,4 2-2 0,5 1 9 15,-1 0 0-15,6 1 24 0,3 6 3 16,0 1-3-1,6 1 7-15,0 3 5 0,1-2-21 16,-2 2-37-16,1 0-15 0,-1 0 0 0,-5-3-12 16,3 0-10-16,-4 2-121 0,-1-1-44 15,0 0-77-15,1-3-303 0,-5-3-558 16,6-1-695-16</inkml:trace>
  <inkml:trace contextRef="#ctx0" brushRef="#br2" timeOffset="-131654.846">18966 4089 627 0,'0'0'2411'0,"0"0"-2015"0,0 0-196 0,0 0 46 16,0 0 89-16,-2 67 44 0,-4-45-63 15,0 3-108-15,0-2-52 0,2 1-35 16,1-3-54-16,2-1-58 0,-1-2-9 0,2-4-18 31,0-2-34-31,0-3-78 0,0-2-38 16,0-5-34-16,2-2-84 0,4-2-198 0,-1-5-277 15,4-11-993-15</inkml:trace>
  <inkml:trace contextRef="#ctx0" brushRef="#br2" timeOffset="-131480.577">19151 4009 3354 0,'0'0'450'0,"0"0"-286"16,0 0 108-16,0 0 35 0,0 0-51 15,78 12-8-15,-59-12-105 0,2 0-76 16,2-4-61-16,2-4-6 0,1-3-24 0,0-1-55 0,-1-3-135 16,-3 1-90-16,-2-1-148 0,-5 4-318 15,-4-1-937-15</inkml:trace>
  <inkml:trace contextRef="#ctx0" brushRef="#br2" timeOffset="-131280.298">19364 3991 196 0,'0'0'2642'0,"0"0"-2178"16,0 0-171-16,-18 84 78 0,15-52 2 15,0 0 7-15,1 0-92 0,2 2-117 16,0-3-64-16,0 0-46 0,0 0-38 16,2-5-23-16,2-2-40 0,1-4-100 15,0-2 9-15,2-6-13 0,-1-1-21 0,1-7-54 0,-1-1-138 16,-1-3-245-16,0 0-538 0,-1-3-377 0</inkml:trace>
  <inkml:trace contextRef="#ctx0" brushRef="#br2" timeOffset="-131111.336">19390 4254 1486 0,'0'0'1667'0,"0"0"-1428"0,0 0-102 0,0 0 141 15,0 0 65-15,0 0 2 0,0 0-89 0,84 6-91 0,-63-6-39 16,5 0-19-16,2-3-43 0,0-3-61 15,1-3-3-15,2-2-28 0,-1-1-91 16,-1-2-73-16,-2-2-82 0,1 3-160 16,-7 1-368-16,2-6-1279 0</inkml:trace>
  <inkml:trace contextRef="#ctx0" brushRef="#br2" timeOffset="-130864.231">20085 3991 3164 0,'0'0'606'0,"0"0"-253"0,0 0-33 15,0 0-20-15,0 0 46 0,53 72-78 16,-40-53-92-16,1 0-49 0,0 3-33 16,1 1 6-1,-2 1-16-15,2 2-45 0,-1 5-27 16,-2-1-11-16,-2 4 1 0,-3-2-2 0,-5 2-2 15,-2-1-22-15,-6 0-30 0,-9 4-49 16,-4-2-15-16,-5 1-15 0,-2-3-34 16,-3 0-70-16,-4-6-140 0,7-6-313 15,-23 9-786-15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13:02.20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4317 8618 1679 0,'0'0'348'16,"0"0"-261"-16,0 0 302 0,0 0-77 0,0 0-55 15,0 0 24-15,0 0-39 0,0 0-37 16,88 0-42-16,-53 2 11 0,4 0-22 16,5 0-34-16,0 2-40 0,3-3 11 15,-4-1-40-15,-1 0 1 0,-3 0-26 0,-3 0-6 16,-3 0-18-16,-2-1-2 0,-3-5 0 15,-3 5-14-15,-5-2-76 0,-1 1-66 16,-5 2-28-16,-5 0-27 0,-2 0-57 16,-3 0-133-16,-2 0-179 0,-1 2-220 15,-1 6-466-15</inkml:trace>
  <inkml:trace contextRef="#ctx0" brushRef="#br0" timeOffset="222.435">4709 8753 1486 0,'0'0'364'0,"0"0"-124"0,0 0 42 16,0 0 60-16,0 0-17 0,-21 85-47 15,21-59-68-15,0 4-11 0,0 5-44 0,3 2-14 16,-2 3-52-16,2 3-61 0,-3-1 3 0,0-1-16 16,0 2-15-16,0-5-3 0,0-1 0 15,0-5-9-15,0-6-26 0,0-6-21 16,0-8-49-16,0-3-55 0,1-7-58 15,3-2-88-15,2-1-123 0,-1-10-208 0,-1 4-139 16,2-18-499-16</inkml:trace>
  <inkml:trace contextRef="#ctx0" brushRef="#br0" timeOffset="559.159">4986 9021 779 0,'0'0'1159'15,"0"0"-961"-15,0 0-43 0,0 0 78 0,0 0 122 16,0 0-32-16,74 80-87 0,-66-55-65 16,1 2-60-16,-4 2-38 0,1 7-50 15,-1-1-22-15,2 1-1 0,-3-4 15 16,-1-4-15-16,0-9-21 0,-2-8 20 16,1-4-1-16,-1-6-17 0,-1-1 5 15,0 0 14-15,0 0 19 0,0-5 15 0,0-2 64 0,0-5-51 16,0 0 0-16,0-2 7 0,-1-5 9 15,-1 0-7-15,1-1-19 0,-1 2 10 16,2 0-22-16,0 1-10 0,2 2 7 16,2 0-22-16,2 1-1 0,1 3-21 15,3 2-3-15,-1 1 22 0,0 1-37 16,2 4-1 0,1 0-37-16,-2 2-79 0,3 1-54 15,-2 0-61-15,2 4-91 0,-4-2-252 0,1 5-809 0</inkml:trace>
  <inkml:trace contextRef="#ctx0" brushRef="#br0" timeOffset="854.447">5421 9075 2202 0,'0'0'349'0,"0"0"-249"0,0 0 55 0,0 0 130 15,0 0 66-15,32 79-66 0,-29-57-105 16,0 1-67-16,0 0-65 0,0 4-23 15,0 3-22-15,0-1-3 0,-1 2 2 16,2-5-1-16,-4-5-1 0,2-7-3 0,-1-5 0 16,1-6-13-16,-1-3 15 0,1 0 1 0,2-7 53 15,-1-1 91-15,5-3-98 0,0-3-9 16,0-3 35-16,3-2-7 0,1-2-37 16,0 2-26-16,1-3-2 0,-3 2-2 15,3 0-14-15,1 0-15 0,-2 2-87 16,2 2-81-1,-1 0-65-15,0 2-143 0,-1 2-213 16,-5 2-456-16,2 3-472 0</inkml:trace>
  <inkml:trace contextRef="#ctx0" brushRef="#br0" timeOffset="1792.791">5391 9026 1547 0,'0'0'403'0,"0"0"-147"0,0 0 32 15,0 0 28-15,0 0-21 0,0 0-8 0,0 0-68 16,0 0-79-16,0 0-46 0,0 0 16 16,0 0 20-16,4 31 38 0,1-19-19 0,2 4-16 15,-2 0-31-15,1 4-22 0,0-3-19 16,0 4-24-16,2 1-9 0,0 1-7 16,-1 3-6-16,-1-2-15 0,1 4-2 15,1-2 2-15,1-2-1 0,0-1-12 0,1-4 11 0,0-6-10 16,-1-4-6-16,2-5-13 0,-2-1-12 15,1-3 43-15,4-3 55 0,-1-4-15 16,1-5-6-16,0-1-16 0,0-4-18 16,-1-2-12-16,-1-2 12 0,0-1-12 15,0-1 10-15,-2 0-90 0,-1-2 21 16,-2 2 9-16,-1 2 1 16,-2-2 5-16,1 3 13 0,-4 2-1 15,0 2 10-15,-1 2-9 0,0 5 12 0,0 2 30 16,0 2 1-16,0 0 22 0,0 4 6 15,0 1-7-15,3 0-2 0,-3 0 37 16,0 0 5-16,0 0 4 0,0 0-3 16,0 1-4-16,0 4-2 0,0 0 2 15,0 2-6-15,-4 0 0 0,4 5-6 16,-1 4-9-16,-1 3-4 0,2 3 10 0,0 4 0 16,0-1-1-16,0 5-20 0,0 2-4 15,2 1-3-15,-1-1 3 0,4 0-4 16,1-4-14-16,-1-3 0 0,2-3-16 15,2-4 16-15,1-4 11 0,-2 0-11 16,1-5 0 0,-1 0-22-16,0-5-5 0,-1 0 2 15,-1-4-29-15,2 4-59 0,-2-4-28 0,1 0-22 16,2-4-12-16,-1-3-20 0,3-5-127 16,-3-4-243-16,0 3-229 0,3-11-671 0</inkml:trace>
  <inkml:trace contextRef="#ctx0" brushRef="#br0" timeOffset="2189.409">5952 9240 912 0,'0'0'1453'0,"0"0"-1198"0,0 0-139 0,0 0 93 15,0 0 165-15,0 0 17 0,0 0-58 16,0 0-92-16,0 0-64 0,0 0-54 16,62 53-30-16,-51-50-16 0,-1-3 9 15,2 0-10-15,2 0-36 0,1-7-15 0,0-3-13 16,1-3-9-16,-3 0 12 0,0-2-15 15,0 1-2-15,-3-3-41 0,-4 4-3 16,1 0 13-16,-2 3 2 0,-1 2-3 16,-4 2 25-16,0 5 9 0,-2-1 37 0,-5 2-7 15,-4 0-30-15,-5 8 0 0,-2 1-3 16,-2 2-7 0,0 6-2-16,-3 0 12 0,0 4 1 15,3 2 24-15,1 1-10 0,3 2-3 16,3 1-9-16,3-1 28 0,2-2-7 0,5-2-21 0,3-5 13 0,0 0-13 15,1-6 21-15,6-1 10 16,8-5 9-16,1-2 12 0,5-3-1 16,7 0-20-16,2-1-19 0,3-5-12 15,3-2-3-15,-1 0 0 0,2 0-33 16,-4-1-59-16,2 1-94 0,-2-2-7 16,-1 1 5-16,-4 0-32 0,1 0-153 0,-4-2-237 15,-9 5-467-15,1-2-303 0</inkml:trace>
  <inkml:trace contextRef="#ctx0" brushRef="#br0" timeOffset="2659.014">4360 9804 734 0,'0'0'1457'0,"0"0"-1072"16,0 0-47-16,0 0 94 0,0 0-33 15,0 0-71-15,97 7-85 0,-67-5-38 16,6 0-36-16,6 2-40 0,7 2 28 16,7-2-47-16,5-1-34 0,5 2-18 15,3 1-43-15,4-4 15 0,3 2-2 16,2-4-26-16,2 0-1 0,4-4-1 0,-2-1 2 16,3-2-1-16,-1 4 14 0,-1-2-14 0,-1-1 0 15,0 2-1-15,-2 1-1 0,-1-2-11 16,0 1 11-16,-5 1-1 0,-3-2-10 15,-5 0-37-15,-4 0-33 0,-6-2-28 16,-4 1 15-16,-9-2 16 0,-3-1-7 0,-8 0-25 16,-2 0-22-16,-4 0-25 0,-4 0-56 15,-2-1-75-15,-4-2-147 0,1 1-162 0,-5 0-482 16,1-6-478-16</inkml:trace>
  <inkml:trace contextRef="#ctx0" brushRef="#br0" timeOffset="2874.841">6864 9387 2315 0,'0'0'1099'0,"0"0"-868"16,0 0-57-16,0 0 140 0,0 0 87 15,0 0-50-15,0 0-76 0,0 0-150 0,0 0-83 16,0 0-40-16,0 0-2 0,27 3-27 16,-24-2-107-16,1-1-120 0,-1 0-112 0,-1 2-396 15,-2-2-1550-15</inkml:trace>
  <inkml:trace contextRef="#ctx0" brushRef="#br0" timeOffset="8537.81">9266 8663 1611 0,'0'0'23'0,"0"0"113"0,0 0 354 0,0 0-176 16,0 0-15-16,0 0 28 0,0 0-129 16,0 0-24-16,0 0-6 0,-56 68-36 15,40-39-12-15,-3 7-25 0,-1 8-30 0,0 9-24 16,-3 5-16-16,0 9-22 0,-1 5-1 0,0 4-1 15,3 2-1-15,1-2 0 0,5-9-19 16,4-9-37-16,2-15-10 0,8-13 3 16,-1-13-31-16,2-8 6 0,0-9-45 15,0 0-57-15,6-12-71 0,5-7 21 16,2-9-84-16,0-10-116 0,5-9-196 16,-7 10-77-16</inkml:trace>
  <inkml:trace contextRef="#ctx0" brushRef="#br0" timeOffset="8769.148">9165 8859 851 0,'0'0'433'0,"0"0"-16"16,0 0-47-16,0 0-27 0,0 0-49 0,0 0-56 16,0 0-68-1,0 0-68-15,0 0 0 0,0 0 35 16,0 0 15-16,72 16 25 0,-52 20-32 16,-1 4-48-16,1 9-18 0,-4 2-41 15,2 7-36-15,-5-3-2 0,-2-1-19 0,-4-10-9 16,1-5 9-16,-4-8 10 0,-1-8 6 15,-2-6 3-15,-1-3-33 0,0-4-42 0,0-1-41 16,0-2-26-16,-4-2-13 0,0-3-16 16,-1 0-14-16,-1-2-81 0,-2-6-156 0,-2-6 40 0,-2-5-18 15,-1-6 43-15,-1-4-18 0,-3-5-45 16,2 8 48-16</inkml:trace>
  <inkml:trace contextRef="#ctx0" brushRef="#br0" timeOffset="8916.318">9119 9076 189 0,'0'0'701'0,"0"0"-108"0,0 0-125 16,0 0-115-16,0 0-36 0,0 0-46 15,0 0-15-15,0 0-4 16,0 0-43-16,0 0-41 0,36 34-23 16,-19-22-26-16,1 1-15 0,5-2-54 15,-2 0-22-15,4-2-28 0,-3 1-1 16,4-3-30-16,1 4-104 0,2-1-98 16,1 2-83-16,-4-3-179 0,10 6-741 0</inkml:trace>
  <inkml:trace contextRef="#ctx0" brushRef="#br0" timeOffset="9385.963">10403 9096 3228 0,'0'0'442'0,"0"0"-338"0,0 0-7 16,-77 57 48-16,51-28 74 15,1 7 30-15,0 4-67 0,4 3-56 0,3-1-56 16,6-6-48-16,4-6-22 0,4-6-16 16,4-8-14-16,0-5-4 0,0-6 19 15,4-3-25-15,4-2-65 0,4-7 25 0,2-4 77 16,3-7-10-16,0-4-24 0,3-1-43 0,-1-1 9 16,0 1 18-16,1 5 3 0,-1 4 6 15,2 7 10-15,-1 6 15 0,2 1 19 16,0 8 17-16,1 6 39 0,-4 8 31 0,1 2 16 15,-3 2-26-15,-3 7-21 0,2 1-10 16,-4 6 6-16,-4 4-5 0,0 6 14 16,-6 6-18-16,-2 4-3 0,-4 4 0 0,-7 0 12 15,-4 2 9-15,-4-2 0 0,-2-7 3 16,2-4 19-16,-4-9-7 0,-1-7-16 16,1-9-23-16,2-6-19 0,1-7 0 15,4-10-8-15,-1-5-10 0,1-5-33 0,0-12-55 16,-4-5-37-16,3-6 31 0,0-4-7 15,3-5 30 1,6 2 1-16,4-6-38 0,4 3-2 16,0-4-17-16,4-3-78 0,7-4-92 15,0-1-141-15,-3 12-275 0,7-18-700 0</inkml:trace>
  <inkml:trace contextRef="#ctx0" brushRef="#br0" timeOffset="9671.634">10753 9276 1155 0,'0'0'1781'0,"0"0"-1534"16,0 0-91-16,0 0 140 0,0 0 9 0,82 27 12 15,-71-19-50-15,0 0-95 0,-1 1-67 16,0 1-34-16,2 3-32 0,-5 3-17 16,0 2 11-1,-4 2-14-15,-1 4-17 0,-2 4-1 0,0 0-1 16,-2-1-10-16,-4-4 10 0,2-4 0 15,0-5 3-15,1-6 15 0,0-4 0 0,3-2-15 16,0-2-3-16,0 0-23 0,0-2-17 16,4-7-6-16,2-5 10 0,6-5 15 15,3-5 21-15,0-5 0 0,5-3-119 0,-2-4-103 16,2-3-63-16,-2 0-133 0,-5 8-261 16,4-9-693-16</inkml:trace>
  <inkml:trace contextRef="#ctx0" brushRef="#br0" timeOffset="9957.025">11147 9256 2209 0,'0'0'1086'0,"0"0"-863"16,3 90-125-16,-2-57 53 15,1 2 177-15,1-5 5 0,-2-9-86 16,3-5-103-16,3-9-67 0,1-7 15 16,2 0-92-16,4-5-12 0,2-9-10 15,3-6 20-15,1-5-53 0,0-6-37 0,-1-2-49 16,-2-1-1-16,-4 5 15 0,-1 2 37 15,-5 6 24-15,1 3 7 0,-8 5 9 16,0 5 50-16,-1 2 38 0,-10 2 49 0,-3 4-22 16,-1 0 44-16,-1 7 15 0,-1 5 2 15,1 6-37-15,1 5 3 0,-1 5-15 16,2 0 2-16,1 3 10 0,3-3-13 0,1-3-42 16,5-4-34-16,1-7-31 0,3-6-60 15,0-5-56-15,0-3-52 0,6-1-17 16,7-9-20-16,1-7-74 0,3-4-179 0,-3 2-259 15,8-15-664-15</inkml:trace>
  <inkml:trace contextRef="#ctx0" brushRef="#br0" timeOffset="10242.294">11454 9216 2172 0,'0'0'729'0,"0"0"-265"0,0 0-103 16,0 0-37-16,30 72 38 0,-26-47-44 16,1-4-72-16,-2 1-60 15,1-6-73-15,0-6-72 0,-1-1-41 16,4-7-36-16,-1-1-16 0,4-1-12 15,3-1 30-15,2-11 4 0,3-6-59 16,2-2 1-16,-2-8-17 0,0-2-21 16,0 3 0-16,-2 0 43 0,-3 3 17 15,-1 5 8-15,-1 3 17 0,-4 6 23 16,0 5 17-16,-3 4 1 0,-2 1 83 0,-2 7 50 16,0 6 31-16,0 6-41 0,0 5-25 0,0 6-15 15,-2 0 5-15,1-2-14 0,-2-1-35 16,2-4-39-16,-1-4-9 0,2-4-49 15,0-7-79-15,0-4-35 0,3-3 3 16,4-1-47-16,0-8-108 0,2-6-187 16,-1 2-291-1,1-11-893-15</inkml:trace>
  <inkml:trace contextRef="#ctx0" brushRef="#br0" timeOffset="10774.867">11935 9136 2511 0,'0'0'999'0,"0"0"-812"15,0 0-80-15,0 0 107 0,0 0 130 0,-4 93-20 16,4-56-91-16,0 10-37 0,8 8 14 0,1 5-46 16,0 7-43-16,1 6-5 0,-3 2-35 0,0 6-48 15,-2 2-21-15,-2-3-12 0,-3-4-16 16,0-7-23-16,0-10-6 0,0-10 18 15,-2-9-7-15,1-9-32 0,-1-7-13 16,1-8 0-16,-1-8-6 0,-1-8-9 16,2-1-19-1,-3-15-43-15,1-8-67 0,-3-13-48 0,3-7-5 16,0-14-82-16,-1-6-138 0,2 12-309 16,-6-36-601-16</inkml:trace>
  <inkml:trace contextRef="#ctx0" brushRef="#br0" timeOffset="11022.383">12040 9262 2493 0,'0'0'441'0,"0"0"-204"0,0 0-55 0,0 0-23 16,0 0 60-16,82-2 73 0,-70 5-57 15,1 2-64-15,1 1-35 0,0 0-53 16,-2 3-37-16,-2 1 10 0,-1-1-4 16,0 4-3-16,-4 3-15 0,1 2 3 15,-6 3-13-15,0 3-3 0,0 0-21 16,-7-1-3-16,0-3 3 15,-5-2 0-15,-1-3-29 0,-5-2-36 16,0-1 7-16,-3-2-3 0,-2-2-4 16,-5-2-43-16,1-6-22 0,-2 0-43 15,-4 0-46-15,1-5-93 0,-2-2-192 16,6 1-194-16,-6-7-943 0</inkml:trace>
  <inkml:trace contextRef="#ctx0" brushRef="#br0" timeOffset="11692.082">13082 9182 1759 0,'0'0'403'0,"0"0"-44"0,0 0-21 16,0 0-27-16,0 0-62 0,0 0 2 0,-65 68 51 16,54-31-48-16,7 8-40 0,1 4-28 15,3 3-17-15,0-3-40 0,3-7-32 16,3-10-26-16,3-10-52 0,-1-10-19 0,0-6-30 16,4-6-10-16,2-2 12 0,3-10-2 15,-2-4 30-15,4-8 0 0,-3-5 0 0,-1-3-55 16,-3-3-10-16,0-1-5 0,-1 1-1 15,-4 3 13-15,1 4 5 0,-4 2 1 16,-3 5 12-16,-1 2 16 0,0 7 24 16,-5 1 49-16,-4 4 7 0,-1 4-19 15,-2 3-22-15,2 0-12 0,-2 0-3 0,3 5-14 16,-2 2-23-16,3 0-22 0,-1 1-6 0,5-2-62 16,-1-1-103-16,4 1-157 0,0-4-214 15,1 2-676-15,0-2-544 0</inkml:trace>
  <inkml:trace contextRef="#ctx0" brushRef="#br0" timeOffset="11814.497">13312 9260 2674 0,'0'0'459'0,"0"0"-105"15,92 25 16-15,-59-18-69 0,2 0-105 16,-1-5-56-16,-8-2-41 0,1 0-35 16,-1-5-36-16,-1-6-28 0,-2-6-2 0,-3-4-100 15,0-7-120-15,-1-1-119 0,-6-2-164 0,-4 8-291 16,-2-8-684-16</inkml:trace>
  <inkml:trace contextRef="#ctx0" brushRef="#br0" timeOffset="12146.098">13487 8958 1759 0,'0'0'461'0,"0"0"-157"0,0 0-11 15,0 0 28-15,0 0-8 0,0 0-19 16,-30 71-55-1,30-44-44-15,0 5-21 0,4 6-34 16,2 7-23-16,4 3-3 0,-3 5 0 0,2 4-32 16,0 2-17-16,-1 2-26 0,1 1-11 15,-2-1-10-15,1-1-5 0,0 1-13 16,-1-7-2-16,-1 0-2 0,1-6 1 16,0-5-15-16,-2-6 15 0,-2-7 1 15,-2-2 2-15,-1-7-2 0,0-4-16 0,0-1-25 16,0-7 18-16,-6 0-21 0,-4-3-42 0,-4-2-42 15,-6 1 20-15,-2-5 23 0,-7 0 28 16,0 0-18-16,-4-2-66 0,1-8-23 16,-2-5-7-16,1-7-54 0,10 2-215 15,-16-23-804-15</inkml:trace>
  <inkml:trace contextRef="#ctx0" brushRef="#br0" timeOffset="12747.902">14882 9180 192 0,'0'0'1748'0,"0"0"-1459"0,0 0-47 0,0 0 84 16,0 0 33-16,0 0-30 0,0 0 37 16,-36 82-11-16,33-45-78 0,3 3-28 15,-1 6-16-15,1-2-22 0,0-1-50 0,0-8-33 16,0-5-31-16,3-11-24 0,-2-9-31 15,2-8-42-15,0-2-3 0,2 0-24 16,3-7-31-16,1-5 37 0,2-11 9 0,1-2-30 16,-1-5-56-16,1 0 4 0,-1 1 6 15,-3 3 18-15,-3 3-3 0,1 3-1 16,-3 3 7 0,-3 6 9-16,0-1 12 0,-3 5 18 15,-6-1 26-15,-2 0-1 0,-8 2 3 16,0 0-40-16,-2 4 16 0,-1 2 24 15,1 0 1-15,2 9 9 0,3 3-10 0,1 2-34 16,5 1-3-16,0 1-12 0,5-2-25 16,2 0-155-16,1-2-235 0,2-3-313 0,0-3-831 15</inkml:trace>
  <inkml:trace contextRef="#ctx0" brushRef="#br0" timeOffset="13010.544">15173 9086 2338 0,'0'0'371'15,"0"0"-133"-15,88 7 21 0,-59 4 31 16,0 3-100-16,-4 4 31 0,-7 3 68 0,-3 4-56 0,-4 3-63 16,-5 0-50-16,-5 5-56 0,-1-1-30 15,-3 3-3-15,-5-3-10 0,-4 1 1 16,2-7-21-16,1-2 1 0,1-8 13 16,2-7-2-16,3-4 2 0,2-3 3 15,1-2-9-15,0-4-9 0,0-6-33 16,0-7-50-16,4-4 15 15,4-7 41-15,1-3-7 0,3-4-31 16,4 2-49-16,0 1-25 0,4 1-38 16,2 4-96-16,2 1-267 0,-4 8-593 15,12-7-510-15</inkml:trace>
  <inkml:trace contextRef="#ctx0" brushRef="#br0" timeOffset="13410.89">15792 9138 3246 0,'0'0'470'0,"0"0"-259"0,0 0 106 16,-72 73-4-16,45-44-36 0,2 3 22 16,-1 2-73-16,4-1-78 0,5-3-38 0,3 0-44 15,6-1-46-15,2-4-20 0,2-3-18 16,4-4-15 0,0-7-10-16,7-3-20 0,2-6-16 15,5-2 21-15,2-1 7 0,3-11 2 0,1-4-30 16,3-6-13-16,0-6-8 15,2-7-29-15,-3-3-21 0,2-5-81 0,0-4-39 16,-2 0-22-16,-2-2-51 0,-3-1-99 16,-2-2-81-16,-4-1 106 0,-5 1 206 15,-3-1 146-15,-3 1 65 0,0 5 119 0,-3 4 98 16,0 7 87-16,0 11-24 0,0 8 24 16,-2 9 47-16,4 7 34 0,-1 1-53 15,2 1-105-15,-1 8-55 0,1 6-18 0,-2 5-50 16,2 11-21-16,0 9-4 0,0 3 10 15,0 8 75-15,0 1-6 0,3 2-52 16,-1 2-54-16,-2 1-49 0,0-2-3 0,0-4-25 16,0-3-103-16,0-7-33 0,0-6-30 15,0-7-20-15,2-8-106 0,7-5-249 16,0-10-212-16,2-5-326 0,-2-1 53 16,4-16-65-16</inkml:trace>
  <inkml:trace contextRef="#ctx0" brushRef="#br0" timeOffset="13695.314">16008 9282 1717 0,'0'0'1050'16,"0"0"-566"-16,0 0-112 0,0 0-66 16,31 65-27-16,-22-49 35 0,-1 0-53 15,0-5-77-15,1-7-89 0,1-2-80 16,4-2-15-16,1-10-10 0,3-8 10 16,1-7 55-16,1-5-55 0,-1-4-76 15,-3 2-43-15,-2 3-13 0,-2-1-4 0,-5 10 7 0,-3-1-10 16,-4 6 2-16,0 1 0 0,-5 6 32 15,-6 2 37-15,-4 6 68 0,-1 0 56 16,0 12 51-16,1 5-29 0,1 7-3 0,1 4 3 16,1 5 12-16,0-2-4 0,0 2-11 15,2-2-26-15,3-6-49 0,0-3-63 0,4-8-135 16,0-7-51 0,3-6 38-16,0-1-53 15,7-10-51-15,3-7-33 0,3-7-90 0,5-6-177 16,-6 7-418-16</inkml:trace>
  <inkml:trace contextRef="#ctx0" brushRef="#br0" timeOffset="13911.342">16329 9117 98 0,'0'0'1175'16,"0"0"-560"-16,0 0-77 0,0 0-154 15,90 47-114-15,-73-24-34 0,-3 2-4 0,-1 5 11 0,-4-1-35 16,-3 3-4-16,-2-3-2 0,-1 2-72 16,-3-1-71-16,0-9-47 0,0-4-11 0,0-5-1 0,0-6-2 15,0-5 2-15,1-1 22 0,2-3-4 16,1-6 1-16,1-5-4 0,2-5 3 15,5-5 4-15,3-6-22 0,1 0-3 32,4-1-40-32,3 3 9 0,-1 1 15 15,1 4 4-15,2-1-22 0,-2 5-105 16,-3 3-85-16,0 1-90 0,0 3-97 16,-7 4-544-16,6 0-1105 0</inkml:trace>
  <inkml:trace contextRef="#ctx0" brushRef="#br0" timeOffset="14413.15">17943 8725 3186 0,'0'0'408'16,"0"0"-320"-16,0 0 73 0,0 0 5 16,0 0 7-16,0 0 184 0,0 0-169 15,0 0-188-15,-72 76-12 0,38-39-25 0,-1 5 10 0,0 3 26 16,1 1-16-16,4-1 4 16,5-1-17-16,5-5-14 0,10-6 13 15,4-8 31-15,6-1 19 0,2-6 37 0,6-4-4 16,6 1 7-16,3-5-7 0,3 1 9 15,0-4-12-15,4-2-3 0,-2-3-23 16,-1 1-23-16,-2-3-19 16,1 0 7-16,-5-3-12 0,-1 0-115 15,-5-3-24-15,-2 3-53 0,-4 1-52 16,-3 2-126-16,0 0-214 0,-3 1-574 16,-14 9-517-16</inkml:trace>
  <inkml:trace contextRef="#ctx0" brushRef="#br0" timeOffset="14581.274">17486 9428 2511 0,'0'0'441'0,"0"0"-181"0,0 0-34 0,0 0-1 16,0 0-4-16,0 0-1 0,0 0-45 15,0 0 2-15,0 0 23 0,0 0-3 16,97 50-38-16,-55-45-58 0,2 0-37 0,4-5-6 16,0 0-43-16,-2 0-15 0,1-8-15 15,-3-1-49-15,0-3-119 0,-2 0-32 0,-1 0-105 16,-1-1-255-16,-12 3-718 0,4-2-1165 0</inkml:trace>
  <inkml:trace contextRef="#ctx0" brushRef="#br0" timeOffset="14928.76">18567 8785 2365 0,'0'0'1440'0,"0"0"-1333"0,0 0 3 16,0 0 75-16,0 0 17 0,0 0 110 0,0 0-51 16,-3 79-139-16,-8-49-70 0,1 2-28 15,-2 0-3-15,-2-1-21 0,5 0-18 0,0-1-9 16,3-5 12-16,4 0-10 0,2-3-15 0,2-3-2 16,9 2 5-16,2-2 0 0,9-1 10 15,0 1 14-15,4 1 13 16,-1-1 3-16,1 0 21 0,1 1-3 0,-4-3 7 15,0 2-7-15,-4 0 1 0,-2 4-19 16,-3-1 34-16,-6 0-13 16,-1 1-6-16,-5 1 4 0,-2-1-7 15,-3-2 0-15,-6-1-5 0,-4-6-10 16,-2-3-70-16,-1-5-37 0,-6-5-40 16,-1-1-40-16,-2-12-26 0,-4-6-164 15,6 5-289-15,-13-22-1026 0</inkml:trace>
  <inkml:trace contextRef="#ctx0" brushRef="#br0" timeOffset="15051.057">18694 9049 3632 0,'0'0'409'16,"0"0"-237"-16,0 0 24 0,85-30-159 16,-63 23-15-16,0-2-22 0,-1 2-112 15,3-1-187-15,-8 2-314 0,16-2-1356 0</inkml:trace>
  <inkml:trace contextRef="#ctx0" brushRef="#br0" timeOffset="15483.941">20442 9194 1812 0,'0'0'1286'0,"0"0"-1066"16,0 0-64-16,0 0 135 0,95 24-52 16,-72-4-25-16,-2 12 77 0,-3 5-63 15,-5 5-65-15,-3 2-47 0,-2-2-36 16,-3-5-53-16,1-6-27 0,-3-5-42 15,0-11-130-15,1-5-76 0,-2-7-37 0,-2-3-59 0,0-4-176 16,-2-5-509-16,-8-17-1103 0</inkml:trace>
  <inkml:trace contextRef="#ctx0" brushRef="#br0" timeOffset="15630.929">20441 8879 810 0,'0'0'2500'0,"0"0"-2170"0,0 0-185 16,0 0 167-16,0 0-131 0,89-35-169 16,-60 23-12-16,3-1-118 0,4-1-80 15,3 0 3-15,4-2-36 0,4 3-141 16,-10 4-207-16,19 0-758 0</inkml:trace>
  <inkml:trace contextRef="#ctx0" brushRef="#br0" timeOffset="15869.433">21108 8974 2917 0,'0'0'454'0,"0"0"-143"0,0 0 64 16,-23 82-7-16,16-62 2 0,3-3-92 16,2-3-156-16,2-4-116 0,0-1-6 0,7 0 0 15,6 0 13-15,0 0 5 0,7 0-16 0,3 0 1 16,-1 1-1-16,6-3 8 0,-1 4-10 31,0-3-12-31,-1 1 11 0,-3-1 1 0,-2-1-2 0,-4 2 0 16,-4 0 2-16,-5 2 3 0,-3-1 24 15,-5 2-27-15,-3 3-6 0,-12 3-36 16,-2 1-41-16,-8 2-24 0,-3-1-55 16,-3-1 12-16,-2-1-57 0,-1-4-200 15,8-4-390-15,-13 0-1034 0</inkml:trace>
  <inkml:trace contextRef="#ctx0" brushRef="#br0" timeOffset="16417.31">22868 9060 3186 0,'0'0'389'0,"0"0"-162"0,0 69-4 0,0-34 93 15,0 7 27-15,0 1-9 0,0 0-123 16,-7 1-95 0,2-6-59-16,2-7-39 0,0-8-18 15,3-8-20-15,-1-5-53 0,1-6-116 16,-1-2-64-16,1-2-30 0,0-6-139 0,0-2-552 16,0-20-871-16</inkml:trace>
  <inkml:trace contextRef="#ctx0" brushRef="#br0" timeOffset="16560.64">22803 8755 2861 0,'0'0'560'0,"0"0"-452"0,0 0-51 0,0 0 60 16,0 0-69-16,86-42-48 0,-57 30-45 16,3 0-208-16,4 1-114 0,-6 3-64 15,16 1-658 1</inkml:trace>
  <inkml:trace contextRef="#ctx0" brushRef="#br0" timeOffset="16817.801">23366 8833 75 0,'0'0'2865'0,"0"0"-2542"0,-14 70-189 15,1-43 50-15,-6 4 147 0,0 4 129 16,1-5-37-16,1 3-154 0,4-6-135 16,5-3-60-16,4-5-47 0,4-2-27 15,0-4-14-15,1 0-5 0,7-2-8 0,3 1-19 16,3-1 28-16,4-3 6 0,2 2-6 15,2-2 18-15,-1 3 1 0,0-3 1 16,-1 3 22-16,-4-1 10 0,-1 3 8 16,-5-1-2-16,-4-1-4 0,-3 3 4 15,-3 1-1 1,0-1 1-16,-3 2-10 0,-7-2-15 0,-2-1-15 16,-3 2-54-16,-4-6-41 0,3-1-14 15,0-5-28-15,3-1-34 0,0-2-63 16,3-7-106-16,2-5-240 0,2-1-627 15,3-17-997-15</inkml:trace>
  <inkml:trace contextRef="#ctx0" brushRef="#br0" timeOffset="17087.243">23743 9222 3466 0,'0'0'470'0,"0"0"-272"15,13 81 82-15,-8-53 106 0,-1-4-25 16,2-5-109-16,5-7-149 0,1-8-103 15,7-4 0-15,4-5 18 0,5-12 24 0,3-7-42 0,0-5-40 16,0-2-21-16,-2-3-15 0,-2 3 28 16,-6 5 11-16,-3 2 16 0,-7 5 6 15,-5 2 13-15,-6 6 2 0,0 2 1 16,-14 2-1-16,-9 2 1 0,-2 3 10 0,-5 0 7 16,-1 2-18-16,-7 0 0 0,2 0-24 15,-1 7-13 1,1 1-27-16,1 4 15 0,3 0-24 15,3 2-34-15,4 2-123 0,3-1-141 16,7-2-319-16,-2 6-746 0</inkml:trace>
  <inkml:trace contextRef="#ctx0" brushRef="#br0" timeOffset="17773.594">25011 8779 2951 0,'0'0'381'0,"0"0"-270"0,0 0-25 15,0 0 110-15,0 0 87 0,0 0 9 16,0 0 8-16,27 92-94 0,-17-38-68 16,0 10-37-16,-3 7-16 0,-4 4 10 0,-3-3 48 15,0 1-43-15,0-4-76 0,0-11-24 16,0-6 0-16,0-11-12 0,0-11-21 0,3-11-10 15,2-8-21-15,1-6-12 0,0-5-24 16,2 0-7-16,2-9 12 0,1-7 16 16,2-6-47-16,-2-8-62 0,1-5-153 15,-4-3-187 1,-3 10-243-16,-5-13-600 0</inkml:trace>
  <inkml:trace contextRef="#ctx0" brushRef="#br0" timeOffset="17958.107">24860 9021 1406 0,'0'0'1564'0,"0"0"-1162"0,0 0-103 16,0 0-44-16,0 0 46 0,0 0 25 16,0 0-65-16,0 0-56 0,0 0-25 15,0 0 6-15,0 0-22 0,98 69-43 0,-58-56-60 16,0-6-31-16,1-4-30 0,5-3-20 16,-2-3 18-16,2-4-35 0,1-6-84 15,1-3-46-15,0-2-55 0,3 0-46 16,-7 0-194-16,-6 4-501 0,6-4-725 0</inkml:trace>
  <inkml:trace contextRef="#ctx0" brushRef="#br0" timeOffset="18237.045">25705 9054 2255 0,'0'0'1166'0,"0"0"-972"0,0 0-52 0,-24 82 207 0,19-55 77 15,3-2-20-15,2-2-128 16,0-4-160-16,8-3-118 0,5-4-3 0,5-2-27 15,2-6 9-15,2-2-4 0,6-2 1 16,3-8-4-16,2-7-26 0,1-2-10 16,0-3 12-16,-3 0 3 0,-3 0-3 15,-3-1-3-15,-3 1 21 0,-7 4 3 16,-3 2 31-16,-7 2 0 0,-5 4 17 16,0 1 44-16,-11 3-15 0,-3 0-10 0,-5-1-5 0,-7 2-31 15,-1 0-6-15,-3 2 4 0,0 1-10 16,-1 0-22-16,3 7-42 0,2 2 5 15,3 1-9-15,4 4-52 0,0 2-82 16,4 0-192-16,3-1-297 0,2 6-799 0</inkml:trace>
  <inkml:trace contextRef="#ctx0" brushRef="#br0" timeOffset="18822.372">26925 9168 2591 0,'0'0'431'16,"0"0"-258"-16,0 0-30 0,0 0 89 16,0 0 112-16,0 0 35 0,0 0-91 15,0 0-109-15,-28 97-41 0,23-61-6 16,0 3 14-16,4-4-30 0,1-6-46 16,3-9-70-16,5-8-15 0,4-4-25 0,2-6 10 0,5-2-1 15,1-5 16-15,5-10-40 0,2-5 6 0,0-5-24 16,1-5-13-16,-2 0-12 0,-3-2 6 15,-4 3 19-15,-1 0-4 0,-5 5 12 16,-3 4-3-16,-3 2 65 0,-4 6 3 16,-3 4 62-16,-6 4 15 0,-8 0 6 15,-3 4-40-15,-5 0-16 16,-4 0-24-16,2 6-3 0,1 4 43 16,3 4-29-16,-1 2-14 0,7-3-3 15,1 0-37-15,4-1-15 0,4-3-81 16,2-3-80-16,1 0-187 0,2-3-335 0,0-3-840 15</inkml:trace>
  <inkml:trace contextRef="#ctx0" brushRef="#br0" timeOffset="19139.047">27272 9078 2564 0,'0'0'518'16,"0"0"-282"-16,0 0 31 0,28 75 105 15,-25-46 41-15,-3 7-39 0,0-1-80 16,0-3-108-16,-2-1-83 0,-2-4-39 15,2-7-52-15,1-8-12 16,1-2-45-16,0-8-34 0,6-2-10 16,3 0-30-16,3-5 22 0,2-3-4 15,4-9 15-15,2-1 12 0,-1-2 22 16,2-2 8-16,-1 1 4 0,-2 2 25 0,-1 4 15 16,-2 2 1-16,-1 3 11 0,-3 7 31 15,-1 1 59-15,-1 2-10 0,-2 4-3 16,1 4 21-16,-3 4-6 0,4 1-16 0,-3 2-8 15,-1 1-10-15,1-1-7 0,-3 1-14 16,3-4-28-16,-3-3-21 0,-1 0-12 16,0-3-27-16,-1-4-89 0,1 2-30 0,-1-4-41 15,1 1-40-15,1-1-98 0,1 0-290 16,-1 0-641-16,4-5-869 0</inkml:trace>
  <inkml:trace contextRef="#ctx0" brushRef="#br0" timeOffset="19461.946">27835 9282 2955 0,'0'0'447'16,"0"0"-241"-16,0 0 160 0,0 0-65 15,0 0-93-15,0 0 14 0,0 0-78 16,85-39-77-16,-67 21-24 0,3-3-20 0,-2-2-23 0,1-1-37 16,-3 2-24-16,-2 3-1 0,-5 0 16 15,-1 5-3-15,-8 5 3 0,-1 2 9 16,-1 0 34-16,-9 3-16 0,-3 2 13 15,-4-1 6-15,-1 3 1 0,-3 0 1 16,2 12 12-16,-3 4 10 0,2 6 7 16,2 5-9-16,-2 7 2 0,3-1 7 15,3 3 0-15,2 1 9 0,1-4-3 16,3 0-13-16,6-4-24 16,2-5-33-16,2-6-22 0,9-4-3 0,7-4 33 0,4-2 25 15,7-4-12-15,2-2-34 0,5-2-59 16,3-5-62-16,0-5-88 0,4-1-205 15,-9 0-263-15,13-5-861 0</inkml:trace>
  <inkml:trace contextRef="#ctx0" brushRef="#br0" timeOffset="20109.431">28834 9105 2974 0,'0'0'469'0,"0"0"-247"0,0 0-133 16,0 0 87-16,-34 94 190 0,20-62-10 16,3 2-52-16,5-5-133 0,1-5-104 15,5-8-48-15,0-6-16 0,0-4-3 16,5-6-16-16,7 0-8 0,2-6 6 15,8-7-4 1,5-5 19-16,2-8-27 0,-1-3-40 16,0 1 8-16,-2-2 1 0,-4 6 6 0,-5 1 9 15,-1 3-22-15,-7 4-24 0,-3 2 0 16,-6 4 27-16,0 2 43 0,-6 1 22 0,-7 3 3 16,-5 4 37-16,-6 0 13 15,-1 0-38-15,-4 2 13 0,1 9 3 0,0 2-31 16,4 4-2-16,-1 2-26 0,6-1 13 0,2 0-53 15,3-2-75-15,2-1-71 0,4-5-267 16,3-1-485-16,2-2-575 0</inkml:trace>
  <inkml:trace contextRef="#ctx0" brushRef="#br0" timeOffset="20262.879">29281 9062 3503 0,'0'0'504'0,"0"0"-346"0,0 0 3 0,91 1 28 0,-72-5-47 15,1-4 43-15,-3 0 8 0,0-7-90 16,5-1-67-16,-2-5-36 0,0-2-119 16,0-2-83-16,-4 1-72 0,-2 4-98 15,-5 2-289-15,-6 0-884 0</inkml:trace>
  <inkml:trace contextRef="#ctx0" brushRef="#br0" timeOffset="20957.84">29305 8658 1865 0,'0'0'467'0,"0"0"-257"15,0 0 74-15,0 0 75 0,-20 77 11 16,13-46-64-16,-1 0-79 0,0 5-53 0,2-1-46 0,3-4-14 15,1-2-46-15,-1-4-19 0,3-3-2 16,0-5-7-16,0-3-13 0,0-5-24 16,0-3-2-16,3-2 3 0,-3-1-3 15,0-2-1-15,1 1-4 0,-1-2-11 16,0 0 15-16,0 0 15 0,0 0 7 16,0 0 6-1,0 0-7-15,0 0-2 0,0 0-7 16,0 0-9-16,0 0-1 0,0 0-2 15,0 0-18-15,0 0-13 0,0 0-15 0,0 0-10 16,0 0 10-16,0 0 6 0,0 0 6 16,0 1-9-16,0-1 3 0,0 6 40 0,0 0 45 15,0 5-5-15,0 0 0 0,0 1-3 16,-4 3-3-16,1-1-9 0,-3 3-4 16,3 2-8-16,-2 1-10 0,2 5 9 0,-2 5-10 15,1 1 10-15,-1 8-9 0,-1 1 0 16,1 4 16-16,-1-1-4 0,0 1-13 0,1-3 11 15,-4-3-10-15,2-1 18 0,-2-4-18 16,0-4 10-16,0-4-12 0,0-5 11 16,-1 1-12-16,-2-6 0 0,2-2-15 0,0-1-40 31,-3-8-31-31,-1 2-25 0,-3-5 9 0,0-1 31 0,-4 0 19 0,-1-7-20 16,1 1-37-16,-4-6 0 0,1 1-33 0,1-3 4 31,2-3-58-31,0-5-105 0,2-3-212 15,8 6-647-15,-7-17-467 0</inkml:trace>
  <inkml:trace contextRef="#ctx0" brushRef="#br0" timeOffset="21696.553">29268 9010 658 0,'0'0'410'0,"0"0"-179"0,0 0-6 0,0 0 103 15,0 0 62-15,0 0-48 16,0 0-52-16,0 0-33 0,0 0-15 16,0 0 19-16,0 0-25 0,4-3-18 0,-1 3-10 15,-3 0-18-15,0 0-48 0,0 0-38 16,0 0-9-16,0 0-3 0,0 1 3 15,0 3 0-15,0-3-22 0,-3-1-27 16,3 0-28-16,0 2-17 0,-1-1-1 16,1 1 0-16,-1-1-2 15,1 0 2-15,-3 0 0 0,0 3 12 16,0 0 0-16,-2-1-12 0,0 2 0 16,-1-1-2-16,-3-1-16 0,1 3-21 15,-3-1-7-15,0 0-6 0,2-2 0 16,1 2 6-16,2-3 22 0,0 2 12 15,3-4 11-15,3 0 1 0,0 0 1 16,0 0 17-16,-1 0-3 0,1-2-3 0,-2-2-11 0,2 3-1 16,-2-3-15-16,0 1 12 0,-1-1 3 15,0 3 3-15,0-3 9 0,0 2-11 16,2-1 1-16,-2 0 2 0,1-1-1 16,-1 2 12-16,0-3 6 0,1 4 7 15,1-5-4-15,-2 1-22 0,1 1 10 0,-1 1 1 16,-1-3-11-16,1 2 0 0,-1 2 19 0,0 1-20 15,1-2-1-15,0 2-3 0,1 1-21 16,0 0-25-16,2 0 15 0,0 0-6 16,0 0 10-16,0 0-16 0,0 0-3 15,0 0-15-15,0 0-4 0,5 0 4 0,4 0 8 16,2-2 10-16,6 2 24 0,3-1 19 16,1-1-127-1,1-1-81-15,1 0-90 0,1 0-103 16,1 1-106-16,-8 0-216 0,11-1-620 0</inkml:trace>
  <inkml:trace contextRef="#ctx0" brushRef="#br0" timeOffset="22181.5">29765 9050 209 0,'0'0'1774'0,"0"0"-1330"0,0 0-240 0,0 0-11 15,0 0 134-15,0 0 106 0,0 0 24 16,79 22-76-16,-42-13-128 0,3-3-87 16,0 0-53-16,3-6-9 0,0 0-31 15,-1-2-30-15,2-8-24 0,-1-5-19 16,-1-4-18-16,-1-4 0 0,-2-4-71 0,-1-4-36 16,-2-4-96-1,-3 3-131-15,-8 2-281 0,-3-4-852 0</inkml:trace>
  <inkml:trace contextRef="#ctx0" brushRef="#br0" timeOffset="22382.441">30236 8755 2659 0,'0'0'427'0,"0"0"-197"0,-8 104 27 15,2-52 125-15,0 7 68 0,0 2-49 16,1-2-168-16,-1-5-139 0,3-8-94 15,3-7-9-15,0-11-82 0,6-10-84 16,7-9-3-16,5-9 14 0,4-8-15 0,6-14-55 16,3-7-140-1,3-9-243-15,-10 5-551 0,11-18-427 0</inkml:trace>
  <inkml:trace contextRef="#ctx0" brushRef="#br0" timeOffset="22883.074">30621 8509 2055 0,'0'0'482'0,"0"0"-218"0,0 0 19 16,0 0 52-16,0 0-9 0,0 0-17 0,0 0-100 16,0 0-7-16,0 84-4 0,0-33-20 0,0 6 9 15,0 5 23-15,-3 1-52 0,-2-1-67 0,2-1-57 16,-3-3-34-16,1-3-3 0,1-11-43 16,4-6-63-1,0-11-19-15,3-10 12 0,6-6 0 16,2-9 3-16,4-2-4 0,4-2-24 0,-1-12-14 0,4-3 3 0,-3-5-13 15,1 2 49-15,-4-1 69 0,-1 6 44 16,-4 3-10-16,-3 6 13 0,-1 2 89 16,-1 4 45-16,-2 0 6 0,2 6-13 31,2 3 9-31,-2 1-28 0,0 1-28 0,3-1-22 16,0 0-36-16,4-2-22 15,0-4-31-15,5-2 12 0,2-2 19 0,2-2 14 16,3-8-14-16,1 0-28 0,-4-3-3 0,0 0 8 15,0-2 22-15,-4 6-14 0,-3-1-21 16,-1 3-23-16,-5 1 10 0,-2 1-1 16,-1 1 10-16,-3 2 12 0,-1-1 26 15,-2-1 1-15,0 0 1 0,0 1 0 16,-6-3 0-16,-3-3 44 0,-3 5 5 0,-6-1-31 0,-1 4-16 16,-1 1 10-16,-3 3 43 0,1 7-18 15,3 4 3-15,1 9 6 0,4 2-6 16,0 4-29-16,8 0-10 0,2-2-2 0,4-4-17 15,3-4 15-15,9-4-18 0,8-7-44 16,6-2 25-16,7-6 15 0,4 0-21 16,5-10-34-1,3-3-72-15,0 0-62 0,-11 1-242 16,12-7-814-16</inkml:trace>
  <inkml:trace contextRef="#ctx0" brushRef="#br0" timeOffset="24316.057">9739 11003 722 0,'0'0'1861'15,"0"0"-871"-15,0 0-816 0,0 0 53 16,0 0 158-16,0 0-113 0,0 0-134 16,0 0-76-16,0 0-7 0,0 0 52 15,0 0 67-15,127 50-86 0,-74-39-33 16,0-6-55-16,-5-2 0 0,-1-3-38 0,-5-5 16 0,-4-5-66 16,-4-4-50-16,-4-5-42 0,-5-4-1 15,-3-3-110-15,-7 0-273 0,-7 3-797 16,-8-11-1086-16</inkml:trace>
  <inkml:trace contextRef="#ctx0" brushRef="#br0" timeOffset="24632.373">10047 10690 1800 0,'0'0'1012'16,"0"0"-496"-16,0 0-19 0,-8 72-89 15,8-42-73-15,0 3-52 0,0 3-75 16,0 4-68-16,0-1-45 0,0 7-50 0,0-1-29 0,0 0-16 16,0 1-1-16,0 0 1 0,0-3 2 0,-3-1-2 15,-2-1 0-15,2-2-16 16,-4-3 14-16,3-4-13 0,0-5 3 0,-1-4-12 16,1-5-25-16,0-2-6 15,-3-5-3 1,2-4 0-16,1-2-3 0,0-1 3 0,-1-1-3 15,2-3 12-15,0 0-10 0,-1 0-36 0,-3-6-13 16,-2-4-46-16,-1-2 2 0,-3-6-77 16,0-2-51-16,0-6-183 0,3-2-159 15,3 5-528-15,1-13-127 0</inkml:trace>
  <inkml:trace contextRef="#ctx0" brushRef="#br0" timeOffset="25071.815">10442 11072 1501 0,'0'0'634'0,"0"0"-191"15,0 0 7-15,0 0 19 0,0 0-102 16,0 0-84-16,-6 93-96 0,6-61 2 16,0 3 17-16,5 1-28 0,2-6-62 0,0-4-48 15,5-7-23-15,-4-5-35 0,4-7-10 0,-1-7-31 16,1 0-9-16,2-9 10 0,2-6 15 16,1-8-22-16,-1-5-37 0,2-4-18 15,-5 0-6-15,1-1-13 0,-4 3 9 0,-1 0-12 16,-2 5-32-16,-3 2 0 0,-2 4 38 15,-2 2 42-15,-3 5 66 0,-6 2 48 16,-5 2 15-16,-2 2 10 0,-3 4-20 0,-2 2 34 16,-1 2-15-16,3 10-48 0,-1 5-17 15,1 6-6-15,2 3-1 0,5 5 3 16,1-2 31-16,4 1-3 0,4-6-31 0,3-3-100 16,0-7-188-16,4-6-204 0,5-5-300 15,5-5-448-15,-4-6 751 0,10-20-39 0</inkml:trace>
  <inkml:trace contextRef="#ctx0" brushRef="#br0" timeOffset="25288.001">10846 10590 1823 0,'0'0'535'0,"0"0"-141"0,0 0 7 0,0 0 73 0,-16 89-45 16,13-50-77-16,-1 8-22 0,2 4-23 0,2 3-69 15,0 4-50-15,0 0-61 0,0 1-69 16,0-4-58-16,3-4-15 0,0-5-97 16,1-9-58-16,2-13-1 0,1-7-3 15,2-11 9-15,2-6-90 0,2-11-120 0,3-11-138 16,0-7-120 0,-2 2-527-16,4-21-425 0</inkml:trace>
  <inkml:trace contextRef="#ctx0" brushRef="#br0" timeOffset="25473.245">11094 10594 3213 0,'0'0'524'0,"0"0"-357"15,0 0-48-15,0 0 69 0,0 0 215 0,0 0-92 0,0 0-143 16,-6 84-74-16,4-48-24 0,2 3 12 16,0 7 22-16,0 1 2 0,0 1-58 15,0 1-29-15,0 1-19 0,0-2-2 16,2-5-53-16,-1-1-72 0,4-9-50 15,-1-7-33-15,4-10-20 0,1-8-109 16,4-8-273-16,-3 0-571 0,6-20-693 0</inkml:trace>
  <inkml:trace contextRef="#ctx0" brushRef="#br0" timeOffset="25773.479">11340 11047 2920 0,'0'0'454'0,"0"0"-310"16,0 0 20-16,4 81 211 0,-1-62 95 15,0-4-95-15,0-5-188 0,3-4-105 16,1-6-58-16,2 0-2 0,2 0-21 0,4 0-1 16,0-9-25-16,1 1-42 0,-2-6 3 15,0-1 9-15,-3 1-3 0,-1-3-18 16,-4 3 8-16,0 3 10 0,-5 0 8 16,-1 6 1-16,0 2 49 0,-3-1 38 15,-7 4 24-15,-4 0-13 0,1 0-6 0,-6 4 3 0,2 1 0 16,-3 4-28-16,1-1-3 0,0 6-15 15,2 0 0-15,2 2 18 0,1 3-18 16,4 0-3-16,3-2-37 0,2 1-15 16,5-5-68-16,0-2-59 0,0-3-34 15,8-8-106-15,3 0-214 0,6-8-219 16,6-9-345 0,-7 1 296-16</inkml:trace>
  <inkml:trace contextRef="#ctx0" brushRef="#br0" timeOffset="26254.323">11608 11031 665 0,'0'0'1606'0,"0"0"-945"0,0 0-159 15,0 0-53-15,0 0-36 0,88 75-32 16,-78-44-83-16,0 5-48 0,-3 0-7 16,-1-1-58-16,1-4-58 0,-1-6-64 15,0-7-63-15,2-8-12 0,1-5-45 16,1-5-4-16,5-4 1 0,-1-10-7 0,5-7-18 16,2-2-21-16,-2-2 24 0,3-2 12 15,-2 5-12-15,-3 5 21 0,-3 5 36 16,-2 8-2-16,-2 4 27 0,-1 0 3 15,-5 9 73-15,-1 5 40 0,0 0-37 16,-2 5-27-16,-1-5-22 16,0 0-2-16,0-5-28 0,3-4-22 15,0-3-45-15,2-2-21 0,0-2 30 16,5-9 57-16,2 0-2 0,2-3-9 16,2-1-15-16,4 1 2 0,-1 2 4 15,3 5 0-15,1 1-1 0,1 6 22 0,1 4 25 16,2 10 103-16,-2 5-40 15,2 6-42-15,-3 6-19 0,2 1 6 0,-1 5-5 0,0 1 2 16,-4 8-6-16,-1 0 13 0,-4 4-1 0,-6 1-3 16,-7 2-5-16,-3 1 23 0,-11 0-12 15,-7 1-14-15,-3-2-24 0,-4-5 23 16,-1-6 3-16,-1-7-24 0,4-10 15 16,3-8 6-16,1-9 4 0,7-8-28 15,-1-4 0-15,0-11-58 0,0-7-36 0,3-9-8 16,8-6 26-16,2-5 9 0,4-1 9 15,10-3 22-15,5 3 15 0,1 0-4 0,5-1-17 16,3-1-13-16,3 2-100 0,2-2-14 16,1 3-79-16,3 0-195 0,-9 11-572 15,11-10-947-15</inkml:trace>
  <inkml:trace contextRef="#ctx0" brushRef="#br0" timeOffset="27223.312">14910 11133 749 0,'0'0'1181'0,"0"0"-707"0,0 0-36 16,-77-8-47-16,54 8-54 16,0 0-46-16,2 7-30 0,2 8-62 0,-1 6-56 15,4 8-35-15,-1 9-37 0,3 9-31 16,5-1-40-16,3-2-15 0,4-8-19 15,2-11-19-15,6-9-15 0,5-8-21 16,4-8-14-16,2 0 60 16,4-10 43-16,2-4 15 0,2-5 20 15,4-4-1-15,0 1-33 0,1 1-1 16,-2 6 15-16,0 1-12 0,-3 7 65 16,1 5 4-16,-3 2-11 0,0 9 38 15,1 8-4-15,-2 7-3 0,0 7 12 16,-1 4 19-16,-5 7-62 0,0-1-28 15,-6 4-2-15,-2 2-4 0,-7 5 7 0,-1 2-7 16,-6-2 10-16,-7 0-13 0,-7-4 24 16,0-4 13-16,-5-6 18 0,-1-7-43 0,-3-7-11 15,1-8-9-15,-1-7-16 0,2-8-70 16,1-2 0-16,4-11-15 0,0-7 9 16,5-9 28-16,1-8 5 0,3-7-27 15,3-10 3-15,4-2-95 0,6-5-10 0,0 3-25 0,12-1-63 16,5 1-113-16,5 1-138 0,2 6-210 15,-4 10-470-15,12-14-231 0</inkml:trace>
  <inkml:trace contextRef="#ctx0" brushRef="#br0" timeOffset="27477.161">15330 11051 1365 0,'0'0'627'15,"0"0"-245"-15,0 0-14 0,0 0 24 16,81 88-3-16,-63-59 81 0,-4 0-129 15,-3 5-54-15,-5 0-22 0,-1 2-57 0,-5 3-77 16,0-3-64-16,0 0-19 0,-2-6-11 16,1-8-4-16,-1-8-18 0,1-7-3 15,1-5-12-15,0-2-22 0,1-3 22 0,5-8-33 16,5-5 33-16,5-8 14 0,3-9 13 16,3-7-27-16,2-1-29 0,2-6-80 15,0 3-22-15,-2-2-59 0,-2 1-61 16,1 3-108-16,-1 0-151 0,-5 7-217 15,-4 10-486-15,0 1-78 0</inkml:trace>
  <inkml:trace contextRef="#ctx0" brushRef="#br0" timeOffset="27749.216">15764 11024 1699 0,'0'0'826'0,"0"0"-199"0,-12 90-134 16,7-54-106-16,2 6-111 0,2-2-16 0,-1-3 14 16,2-9-84-16,0-6-62 15,6-10-40-15,2-6-67 0,4-6-18 0,1-4 9 16,6-10-12-16,1-7-12 0,2-7-40 15,1-5-3-15,-2-3-27 0,0 1-22 0,-1 0 3 16,-2 4 12-16,-6 6 27 0,1 3 22 0,-7 5 28 16,-2 5 12-16,-4 3 58 0,0 4 62 15,-9 1-1-15,-2 4-30 0,-4 0-6 16,0 3-16-16,-1 6 18 0,-1 4-12 16,0 4-19-16,0 7-11 0,4 0-7 15,-1 2 4 1,2-1-25-16,4-4-15 0,1-5-21 15,2-6-46-15,5-3-61 0,0-4-36 0,0-3-28 16,3 0-23-16,8-7-41 0,3-8-85 16,4-5-235-16,-2 2-422 0,12-12-433 0</inkml:trace>
  <inkml:trace contextRef="#ctx0" brushRef="#br0" timeOffset="28024.876">16138 11003 2541 0,'0'0'768'15,"0"0"-217"-15,0 0-100 0,0 0-105 0,0 0 13 0,30 81-14 16,-29-54-100-16,-1-1-48 15,0-4-19-15,0-1-69 0,3-7-63 0,0-4-46 16,2-5-63-16,1-5-6 0,3 0-52 16,3-8-3-16,2-4-3 0,4-9 12 15,2-3 2-15,1-6-24 0,-2 0-55 0,0 3-28 16,-2-1-1-16,0 5 66 0,-4 4 22 16,-3 6 24-16,-2 1 63 0,-3 7 46 15,-2 5 109-15,-3 1 58 0,0 10 0 16,0 4 8-16,0 7-19 0,0 5-49 15,-3 4-18-15,-1 4-22 0,4 1 9 0,0-3 6 32,0 0-30-32,0-8-52 0,3-5-36 0,1-4-125 15,4-8-68-15,1-4-34 0,3-4-55 16,2-6-248-16,-5-5-497 0,10-14-578 0</inkml:trace>
  <inkml:trace contextRef="#ctx0" brushRef="#br0" timeOffset="28240.747">16688 10950 3134 0,'0'0'430'16,"0"0"-326"-16,0 0 136 0,7 86 15 15,-2-46 46-15,-1 9 136 0,3 6-122 16,0 5-112-16,-1 7-2 0,1 9-20 16,2 7-66-16,-3 2-52 0,-2 3-20 15,0-5-43-15,-1-2-6 0,-3-12-85 16,0-9-36-16,0-11 3 0,-3-14 9 15,-1-7 3-15,1-13-1 0,2-8 1 16,-2-7-44-16,0-13-153 0,0-12-204 0,0-12-145 16,2-6-102-16,1 5-342 0,0-31-274 0</inkml:trace>
  <inkml:trace contextRef="#ctx0" brushRef="#br0" timeOffset="28459.688">16780 11028 2962 0,'0'0'463'16,"0"0"-250"-16,0 0 52 0,0 0-51 0,0 0-93 15,0 0 44-15,85-54 45 16,-69 54-84-16,1 0-46 0,2 0-34 0,-2 0-18 0,0 4-1 16,-2 4 7-16,-2 2 9 0,-1 3 0 15,-5 2-24-15,-3 2-19 0,-2 6-2 16,-2-3 1-16,-2 8 1 0,-8-1 0 16,-6 2-40-1,-1 0-36-15,-8 0-13 0,0-2-22 16,-6 1-43-16,-3-3-34 0,-4-2-105 0,-5-1-186 15,11-6-487-15,-24 7-579 0</inkml:trace>
  <inkml:trace contextRef="#ctx0" brushRef="#br0" timeOffset="29395.83">9207 13418 127 0,'0'0'2741'16,"0"0"-2121"-16,0 0-298 0,0 0-105 15,0 0-75-15,0 0 51 0,82 9 103 16,-33-8-87-16,12-1-59 0,7 0-34 15,6 0-18-15,0-1-40 0,2 1-16 0,-5 0-8 16,-5 0-31-16,-7 3 17 0,-6 1-20 16,-8 1 0-1,-7 0-12-15,-9 2-28 0,-8 0-30 0,-9 1 6 16,-2 3 10-16,-9 1-13 0,-1 7 5 16,-11 5-20-16,-5 5-47 0,-10 6-18 15,-4 3 17-15,-6 4 46 0,-6 0 22 16,-4 2-56-16,-2 0-41 0,-4-1 27 0,-1 2 25 15,1 0 47-15,2-4 26 16,1-2 34-16,4-3 1 0,0-2 0 0,8-5 36 16,2-6-19-16,8 0 49 0,4-4 33 15,8-3 20-15,8 1-36 0,4 0-22 0,3-2 4 16,7 3 11-16,8-1 1 0,8 2-4 16,4-5 12-16,8 3 22 0,2-5-7 15,6-2 9-15,2-1 10 0,1-5-26 0,-1 0-36 16,-1-2-3-16,0-2-28 0,-4 0-27 15,2-2-2-15,-3-4-1 0,-1-1-15 16,-2-2-3-16,-2 0-80 0,-2-2-55 16,-2-3-24-16,-1 0-26 0,-3-5-57 0,0-3-115 15,-3-2-219 1,-10 5-528-16,5-15-732 0</inkml:trace>
  <inkml:trace contextRef="#ctx0" brushRef="#br0" timeOffset="29627.781">10366 13610 2511 0,'0'0'467'15,"0"0"-326"-15,0 0 13 0,0 0 173 16,0 0 76-16,-81 39-65 0,55-24-137 16,-3 1-96-16,-2 3-37 0,-4 3-37 15,0 4-19-15,-1 2-9 0,-4 5 12 0,-2 3-15 16,-1 4-10-16,-6 4-30 0,0 4-28 15,-3 0-61-15,0 2-20 0,-2 1-19 0,4-4-11 16,2-3-66-16,3-5-116 0,3-5-166 16,13-11-251-16,-2-2-517 0</inkml:trace>
  <inkml:trace contextRef="#ctx0" brushRef="#br0" timeOffset="29997.085">10769 14127 1850 0,'0'0'1151'0,"0"0"-1107"0,0 0-44 0,0 0 0 16,0 0 122-16,0 0 95 0,0 0 103 15,0 0-112-15,0 0-92 0,2 91-40 16,2-44-29-16,0 4 28 0,-1 5 6 15,-3-1-1-15,0 0 26 0,-1-3-51 16,-5-2-36-16,3-4-19 0,-1-8-37 16,2-4-102-16,1-11-73 0,1-8-77 0,0-8-163 0,3-3-654 15,3-8-1092-15</inkml:trace>
  <inkml:trace contextRef="#ctx0" brushRef="#br0" timeOffset="31031.003">11983 13597 2819 0,'0'0'576'0,"0"0"-348"0,0 0-39 15,0 0 34-15,0 0 22 0,0 0 58 16,0 0-53-16,89 31-91 0,-53-20-40 0,6-3-55 16,1 0-15-16,-1-4-19 0,1-1 4 0,-1-3-13 15,-4 0-21-15,-5 2-2 0,-4-1-10 16,-8 3 0-16,-6 3-10 0,-6 3-20 15,-4 6 2-15,-5 5-12 0,-5 8-6 16,-12 8-18-16,-6 1-25 0,-3 7 0 0,-6 1 36 16,-3 1 16-16,-1 2 9 0,-2-1 0 15,-1 1 0 1,1-2 6-16,1-4 21 0,3-3 13 16,5-4 13-16,4-5 8 0,9-4 4 15,3-7 12-15,6-4 22 0,7-6-4 0,0-1-12 16,13-2-22-16,6-3 35 15,10-2 30-15,5-1-28 0,8-1-3 0,4 0-6 16,3-2-10-16,-1-4-11 0,-1-1-10 16,-5-1-9-16,-2-2-9 0,-2 0-30 0,-5-2-34 0,0-2-7 15,-4 0-60-15,-2-3-47 0,-1 0-97 16,-5-2-150-16,-4 4-324 0,0-8-982 0</inkml:trace>
  <inkml:trace contextRef="#ctx0" brushRef="#br0" timeOffset="31247.765">12813 13799 3014 0,'0'0'486'0,"0"0"-287"0,0 0-7 0,0 0 72 16,-85 92 10-16,59-59-2 0,-2 3-82 15,-1 0-86 1,-1 3-67-16,-2 0-25 0,2 2-12 0,-3-1-25 15,0-2-30-15,0-1-30 0,0-3-57 16,1-1-64-16,2-3-82 0,7-3-212 0,4-7-532 16,-1 5-725-16</inkml:trace>
  <inkml:trace contextRef="#ctx0" brushRef="#br0" timeOffset="31568.172">13039 14274 3273 0,'0'0'428'0,"0"0"-330"0,0 0 9 0,0 0-19 16,0 0 57-16,0 0 134 0,0 0-152 15,0 0-87-15,36 69 7 16,-36-41-10-16,0 5-19 0,-5 6-15 0,2 2-1 15,1 4 11-15,1-2 2 0,1 1-15 16,1-5 25-16,6-7 51 0,5-4 38 16,2-9-26-16,3-4-29 0,1-3-23 0,3-5-2 0,5-4-7 15,0-3-21-15,3 0-6 0,1-6-39 16,0-5-35-16,1 0-23 0,-2-2-32 16,-2-1-12-16,-5 2-20 0,-4 1-55 15,-3 2-101-15,-5 1-143 16,-6 3-204-16,-2 0-556 0,-2 5-404 0</inkml:trace>
  <inkml:trace contextRef="#ctx0" brushRef="#br0" timeOffset="31947.824">11650 14518 1600 0,'0'0'646'16,"0"0"-110"-16,0 0-65 0,0 0-134 0,-22 84-172 16,6-43-120-16,-4 1-45 0,0 2-13 15,-2-3-40-15,1-3-118 0,0-6-115 16,1-4-147-16,7-9-332 0,-10 6-518 0</inkml:trace>
  <inkml:trace contextRef="#ctx0" brushRef="#br0" timeOffset="34638.194">14235 14227 2126 0,'0'0'1584'0,"0"0"-1231"0,0 0-260 0,0 0-21 0,0 0 40 15,0 0 135-15,0 0 70 0,0 0-91 16,12 81-107-16,-14-62-58 0,-5 3-31 0,-2-2-11 15,1 1-16-15,-5 0 0 0,-2 1-3 16,-2 1-32-16,-2 1-80 0,1 1-74 16,-2-2-16-16,2-3-54 0,3 0-122 15,3-5-204-15,3-5-392 0,-1 1-442 0</inkml:trace>
  <inkml:trace contextRef="#ctx0" brushRef="#br0" timeOffset="35170.585">15214 13416 3443 0,'0'0'553'16,"0"0"-358"-16,0 0-90 0,0 0 20 0,89 38 57 15,-66-28 98-15,0-3-72 0,6 0-86 16,1 0-61-16,2-2-31 0,0 2-27 15,-3-1-1-15,-3-1-2 0,-6 1 0 16,-6 0-2-16,-4 1-10 0,-6 5-6 16,-4 7-13-16,-11 3-5 0,-8 12-16 15,-10 4 0-15,-4 4 9 0,-7 1 43 16,0 2 21-16,-4-3-3 0,0-2-16 16,-1-2 22-16,-1-1-5 0,3-4 2 15,1-1-18-15,3-3 30 0,7-3-8 16,5-1-7-16,9-3-18 0,6-1 0 15,6-4-2-15,6 1 2 0,1-1 3 16,15-2 15-16,8 0 37 0,8-2-15 0,9-1 11 0,6-3-2 16,4-4-13-16,3-1-5 0,0-4-28 15,-4 0 15-15,-2 0-18 0,-3-7-18 16,-1-1-55-16,-4-4-39 0,-2-1-53 16,0-2-55-16,-7-2-96 0,0-2-246 15,-11 5-538-15,3-9-881 0</inkml:trace>
  <inkml:trace contextRef="#ctx0" brushRef="#br0" timeOffset="35392.89">15835 13752 2816 0,'0'0'789'0,"0"0"-489"15,0 0-206-15,0 0-27 0,0 0 73 0,0 0 186 16,-94 39-70-16,68-21-143 0,-2 6-64 0,-6 3-12 15,0 2-17-15,-4 3-19 16,-4 0 1-16,-1 5 13 0,1-3-15 0,-1 1-24 16,4-4-28-16,5-2-71 0,2-7-70 15,6-2-39-15,7-9-48 0,4-3-129 16,4-6-202-16,4-2-685 0</inkml:trace>
  <inkml:trace contextRef="#ctx0" brushRef="#br0" timeOffset="35740.52">15985 14052 2981 0,'0'0'463'16,"0"0"-152"-16,0 0-16 0,0 0 18 0,0 0 63 15,0 0-32-15,0 0-162 0,37 69-112 16,-37-55-30-16,-4 4-1 0,0 0-11 15,-2 0-1-15,1-1 6 0,0-4 10 16,5-2-7-16,0-2-9 0,4-5-27 0,5 1-18 16,2-1-3-16,5-1 21 0,0 1-2 0,4 1-22 15,0-3 22-15,1 8 2 0,-3-2 2 16,-3 3 0-16,-2 1 16 0,-5 0-3 16,-3 2 0-16,-4 2 0 0,-1 0-13 15,-3 0 14-15,-6 0-3 0,-3 3-13 0,-4-2-27 16,-3 1-22-1,-3-3-12-15,-4 1-8 0,-4-2-32 16,-2-2-33-16,-8-2-73 0,0-3-85 16,-7-2-153-16,9-2-355 0,-30-2-1108 0</inkml:trace>
  <inkml:trace contextRef="#ctx0" brushRef="#br0" timeOffset="36526.503">12837 14287 1197 0,'0'0'749'0,"0"0"-273"16,0 0-134-16,0 0-34 0,0 0-49 16,0 0-52-16,0 0-2 0,0 0 18 15,0 0-87-15,0 0-30 0,91-10-12 16,-75 10-1-16,1 0 6 0,-4 0-3 0,2 1-29 31,-4-1-30-31,-2 0-6 0,2 0-3 0,-3 0-7 16,-3 0-19-16,1 0 0 0,-3 0-2 15,0 0-15-15,-2 0 3 0,-1 0-4 16,0 5-36-16,0 1-34 0,0 1 52 0,0 5-19 0,0 3 4 0,-4 3-4 0,1 2-21 31,-1-1-51-31,-2-2-48 0,0 1-116 16,2-5-167-16,-1-2-238 0,-1 5-524 0</inkml:trace>
  <inkml:trace contextRef="#ctx0" brushRef="#br0" timeOffset="37998.129">22870 13727 3034 0,'0'0'494'0,"0"0"-213"16,0 0-98-16,0 0 92 0,0 0 23 15,0 0-9-15,0 0-26 0,0 0-101 16,0 0-71-16,0 0-21 0,101-12-4 0,-72 12 4 15,-1 0-37-15,0-1-2 16,1 1-4-16,1-2-24 0,1 1 16 16,0-2-19-16,0 0-1 0,-4 1-2 0,-1 1-12 15,-3 1 13-15,-4 0-16 0,-5 2 6 16,-3 5-6-16,-4-2-13 0,-5 5-20 0,-2 1-7 16,0 3 58-16,-9 1 0 0,-7 8 0 0,-6 2-14 15,-4 0 11-15,-4 4-15 0,-5 0-4 16,-1 2-23-16,-6 1 5 0,-1 1 19 15,0 1 9-15,-1 3 11 0,3 1 0 16,3-1-1-16,5-1 2 0,4-1 1 0,8-4 11 16,6-4 6-16,4-5 25 0,8-5-1 15,3-5-5-15,3-1-22 0,10-4 3 16,3-1-3 0,5 0-2-16,5-2 8 0,4-3-6 15,4 0 0-15,0-1-12 0,0 0-2 16,2 0-1-16,-2-1 0 0,3 0 0 15,-3 0-15-15,-3-4-79 0,0 1-12 16,-3-2 17-16,0-1-39 0,-3-2-43 0,0-1-89 0,1 1-124 16,-3 1-186-16,-7 1-425 15,6 3-442-15</inkml:trace>
  <inkml:trace contextRef="#ctx0" brushRef="#br0" timeOffset="38229.941">23529 13916 1687 0,'0'0'1005'15,"0"0"-860"-15,0 0 3 0,0 0 44 16,-76 39 56-16,54-25 69 0,-1 3-31 16,-1 2-113-16,-4 0-83 0,2 4-18 15,-4-2-10-15,-2 2-22 0,-1 1-18 16,0 0-9-16,0-1-13 0,1-1-15 15,4-1-78-15,0-2-44 0,3-2-38 0,2 0-39 0,6-3-73 16,3-3-124-16,3-3-235 0,5 0-608 16</inkml:trace>
  <inkml:trace contextRef="#ctx0" brushRef="#br0" timeOffset="38646.01">23956 14166 3624 0,'0'0'648'0,"0"0"-419"16,0 0 11-16,0 0 21 0,-71 86-93 15,48-60-22-15,0 1-18 0,2 1-71 16,3-6-35-16,4 0-20 0,4-3-2 15,4-4-1-15,4-1 0 0,2-2-11 16,3-2-13-16,6 4-11 0,1 0-10 16,6 0 28-16,-1 3 0 0,2 1 4 0,1-1 13 15,0 0-14-15,0-1-15 0,-2 0 15 0,2-2-16 16,-4 0 7-16,0-1 22 0,-1-1-13 16,-1 0-10-16,-4-1 22 15,0 0 3-15,-4 1 19 0,-1-2-1 0,-3 2 21 0,0-2 4 16,0-1-3-16,-6 1-7 0,-4 1 0 15,-4-3 2-15,-1-1-35 0,-2-3-40 0,0-4-33 32,-5-2-9-32,1-7-30 0,-3-6-66 15,-2-7-73-15,0-7-98 0,-1-6-215 16,9 6-665-16,-6-26-1024 0</inkml:trace>
  <inkml:trace contextRef="#ctx0" brushRef="#br0" timeOffset="38799.887">23986 14230 2696 0,'0'0'772'16,"0"0"-630"-16,0 0-40 0,80-15 65 15,-52 9 9-15,3 0 61 0,-3 0-32 0,-2 0-153 16,0 1-52-16,-3 1-46 0,-4-1-143 16,-3 3-121-16,-2 1-137 0,-5-1-547 15,-5 2-1137-15</inkml:trace>
  <inkml:trace contextRef="#ctx0" brushRef="#br0" timeOffset="47421.073">16903 14589 1486 0,'0'0'403'15,"0"0"593"-15,0 0-743 0,0 0-71 16,0 0-32-16,0 0 40 0,0 0 53 16,0 0-4-16,0 0-52 0,0 0-67 15,-2-6-42-15,2 6-16 0,0 0 5 0,0 3 13 16,0 1 0-16,0 3-31 15,0 5 3-15,0 2-3 0,0 6-12 16,-3 1-16-16,-2 4-17 0,-1-2-4 0,0 4-3 16,-4-4-30-16,1 2-68 0,-2 0-31 15,-1 1-19-15,-3-2-6 0,0 1-11 16,1-2-28-16,2-3-38 0,2-5-50 16,2-3-152-16,3-5-301 0,-1-5-597 0</inkml:trace>
  <inkml:trace contextRef="#ctx0" brushRef="#br0" timeOffset="49388.497">17498 13657 1441 0,'0'0'1127'0,"0"0"-644"0,0 0-154 0,0 0-25 16,0 0-46-16,0 0-37 0,0 0 2 16,0 0 12-16,0 0-7 0,0 0-96 15,98 7-47-15,-73-7-8 0,0 0 2 16,4 0-6-16,-1-3-6 16,0-3-22-16,4-2-30 0,0 2 7 15,1-2-7-15,0 2-12 0,0 1-3 16,-1 2 2-16,-2 2-2 0,-4 1 0 15,-3 0-11-15,-4 3 10 0,-2 3-1 16,-4 1-16-16,-1 3-13 0,-5 1-20 0,-3 2-13 16,-4 2-6-16,0 6 15 15,-8 1-9-15,-5 4-16 0,-3 2 10 0,-4 0 3 0,-3 3 2 16,-2-1-12-16,-5 0-15 0,-1 5 27 16,-6 0-6-16,-2 3 28 0,-3-1 42 15,1-1-33-15,0 2 0 0,1-3-3 16,2-1 21-16,7-5 16 0,3-4 23 0,2-2-22 15,8-8 30-15,3-3 9 0,5-4 19 16,6-5-7 0,1 2-18-16,3-5-15 0,0 1-18 15,0 0 14-15,3 2 13 0,5-1 0 0,4 3 43 16,3 0-22-16,3 1 34 0,2-3 12 16,1 1-22-16,3-1-3 0,3 0-3 15,2-3-12-15,-1 0-6 0,3 0-22 16,-2 0-25-16,1 0-2 0,1 0 2 15,0-2-2-15,-3-2-15 0,0-2-40 0,-3-1-55 0,1-2-2 16,-3 1-5-16,-1-2-33 0,-5 2-53 16,0-3-95-16,-4-1-226 0,-5 4-497 15,3-7-603-15</inkml:trace>
  <inkml:trace contextRef="#ctx0" brushRef="#br0" timeOffset="49626.506">18257 13808 2047 0,'0'0'550'0,"0"0"-241"0,0 0-94 0,0 0 6 16,0 0-5-16,0 0-58 0,-80 32-64 0,62-16-53 15,-2 2 0-15,-1 4-6 0,-3 4-7 16,-4 2-6-16,-3 2-6 0,-2 4-4 15,-2-1-12-15,-2 3 0 0,1 0-1 0,-1-2-18 16,2-1-15-16,3-4-79 0,2-3-26 16,6-3-51-16,2-6-52 0,6-3-126 15,6-7-184-15,2 0-482 0</inkml:trace>
  <inkml:trace contextRef="#ctx0" brushRef="#br0" timeOffset="50006.761">18175 14221 1413 0,'0'0'993'16,"0"0"-619"-16,0 0 21 0,0 0 9 15,0 0-79-15,0 0-71 0,0 0-73 0,0 0-73 0,0 0-55 16,79 43-31-16,-73-33-7 0,-3 3 4 15,-3 2 24-15,0 4-12 0,-1 1-31 16,-8 4-7-16,-4 2-79 0,-1 3-22 0,-3 0 18 16,-1 1 28-16,2-4 9 0,0-4 53 15,4-3 28-15,1-4-13 0,1-2-2 16,3-4 12-16,3-3 3 0,2-4 12 16,1-2-12-16,1 2-26 0,0-2 0 0,0 0-2 31,7 2 3-31,2-1 28 0,2 0 19 15,1 1 8-15,4-2-30 0,-2 0-3 0,2 0-4 16,0 0-8-16,1-2-13 0,3-2 0 16,-1 0-99-16,1-2-68 0,2-1-91 15,0 2-165-15,-7-1-575 0,4 2-832 0</inkml:trace>
  <inkml:trace contextRef="#ctx0" brushRef="#br0" timeOffset="51076.164">18673 13761 1714 0,'0'0'1027'0,"0"0"-696"0,0 0-190 0,0 0 76 0,0 0 153 16,0 0 26-16,38 72-33 0,-22-40-148 15,3 2-101-15,-2 1-38 0,2-1-24 16,-3-3 6-16,-2-3-21 0,1-2-37 16,-2-6 0-16,-2-3-34 0,0-4-21 15,0-5-49-15,-1-3-37 0,0-2-9 16,2-3-54-16,-2-1-89 0,2-8-195 15,-6 1-587-15,5-13-980 0</inkml:trace>
  <inkml:trace contextRef="#ctx0" brushRef="#br0" timeOffset="51260.728">18942 13830 2375 0,'0'0'555'0,"0"0"-289"0,0 0-72 0,0 0 142 16,-80 75 5-16,58-51-33 0,-1 0-116 15,1-1-122-15,5-4-70 0,1-2-19 16,4-6-73 0,4-1-75-16,1-4-86 0,4-4-124 0,1 0-247 15,2-5-760-15</inkml:trace>
  <inkml:trace contextRef="#ctx0" brushRef="#br0" timeOffset="51629.922">19275 13672 2785 0,'0'0'484'0,"0"0"-125"16,0 0 86-16,75 11-106 0,-52-5-58 15,-2 0-17-15,-2 1-114 0,4 0-77 16,0 0-45-16,0-1-10 0,-4 0 1 16,1 1-19-16,-4-1-3 0,-3 0-12 0,-3 2 3 31,-4 3-31-31,-3 0-33 0,-3 6-4 0,0 4 19 0,-9 3 0 0,-5 7-13 15,-6 2 19-15,-5 5 3 0,-1 2-13 16,-2 0 3-16,-3 0 35 0,4-4 27 16,1-1 24-16,1-6 38 0,5-3 33 15,3-5-18-15,4-5-25 0,6-4-9 16,2-5 3-16,2-2-12 16,3-1-24-16,2 1-8 0,7 2 21 15,5 0 41-15,2 1 0 0,2 2-19 0,3-2-11 0,0 0-7 16,2-1-26-16,0-4-1 0,-1 0-18 15,3-3-9-15,1 0-59 0,-1-4-11 16,1-8-23-16,1-1-76 0,0-4-147 16,-6 3-262-16,8-11-813 0</inkml:trace>
  <inkml:trace contextRef="#ctx0" brushRef="#br0" timeOffset="51830.087">19795 13936 1315 0,'0'0'1894'16,"0"0"-1589"-16,0 0-143 0,0 0 90 15,0 0 68-15,-86 75-32 0,63-52-72 0,-2 1-109 16,-1 2-77-16,0-1-30 0,-3 5-15 16,1-4-4-16,0 2-45 0,-1 1-25 0,1-3-53 0,3 2-59 15,-1-2-83-15,6-6-69 0,1-2-101 16,5-5-152-16,4-5-152 0,1-5-423 15</inkml:trace>
  <inkml:trace contextRef="#ctx0" brushRef="#br0" timeOffset="52209.543">19814 14300 2073 0,'0'0'685'0,"0"0"-373"15,0 0-136-15,0 0 44 0,0 0 112 16,0 0 39-16,8 77-101 0,-13-57-143 16,1-1-72-16,-1 0 13 0,-1 2 0 0,1 0-4 15,-1 1 13-15,0 1-4 0,0-4-2 16,2 0-7-16,1 0-24 0,0-5-10 0,2 1-9 15,1-2-5-15,0-3-15 0,0-1 1 16,4 0-1-16,3-1 14 0,3-3-3 16,0-1-12-16,2-1 0 0,4-1-12 15,-2-2 9-15,5 0 2 16,-1-5-11-16,2-4-10 0,1-3-29 16,0 0-20-16,-1-3-17 15,-2 1-22-15,-2 1-35 0,1-2-52 0,-4 0-29 16,-1 1-47-16,-2 1-98 0,-3 1-160 15,-4 5-213-15,-1-2-541 0</inkml:trace>
  <inkml:trace contextRef="#ctx0" brushRef="#br0" timeOffset="53226.761">19693 14396 1709 0,'0'0'435'0,"0"0"-221"16,0 0-75-16,0 0 74 0,0 0 48 16,0 0 1-16,0 0-52 0,0 0-86 15,0 0-35-15,0 0 6 0,0 0 15 16,5-37 12-16,-2 35-5 0,0-1-8 16,0 1-15-16,0-3-23 0,2 1-12 0,0-3-3 0,-2 2-4 15,4-2-12-15,-2 2-6 0,0 1-6 16,-2 1-6-16,0 0-10 0,-1 2 0 15,-1 1-10-15,1 0 0 0,-2 0-2 16,1 0-12-16,-1 0 0 0,3 0 9 16,0 1 3-16,-1 2 0 0,1-1 3 0,0 0 0 15,2 3 9 1,-1 0-10-16,0 0-2 0,-1 0 2 16,0 0-2-16,1 1-26 0,-1 2-39 15,-1 1-16-15,-2 0-11 0,0 2-32 16,0 1-35-16,0-3-14 0,0 2-32 15,-3 5-89-15,-3-4-150 0,3-3-326 16,-4 6-654-16</inkml:trace>
  <inkml:trace contextRef="#ctx0" brushRef="#br0" timeOffset="62258.598">20410 14397 2523 0,'0'0'665'0,"0"0"-451"0,0 0-119 0,0 0-25 16,0 0 66-16,0 0 85 0,0 0 30 16,0 0 7-16,0 0-88 0,0 0-68 0,44-6-13 15,-41 12-6-15,-2 5 42 0,-1 1-9 0,0 3-37 16,0 5-30-16,-6 2-21 0,-1 3-16 15,-2 1-12-15,-3-2-1 0,1-2 0 16,0-3-54-16,2-3-88 0,4-6-32 16,0-5-12-16,4-5-47 0,1-3-92 15,0-14-235 1,1 2-594-16,9-26-620 0</inkml:trace>
  <inkml:trace contextRef="#ctx0" brushRef="#br0" timeOffset="62722.011">20938 13689 3339 0,'0'0'567'0,"0"0"-316"0,0 0-191 0,0 0 52 16,0 0 86-16,0 0 45 0,0 0-56 15,0 0-74-15,0 0-52 0,107-8-15 16,-70 5-19-16,2-1 7 0,1 2-31 15,2-2 6 1,1 2-9-16,-4 2-18 0,-1 0-19 16,-5 2 25-16,-4 6-9 0,-5 2-7 0,-5 3-33 15,-6 2-9-15,-6 4 0 0,-3 1 2 16,-4 5 13-16,-8 5 9 0,-7 1 6 16,-3 2-6-16,-5 3 3 0,-3-3 9 15,-5 3-3-15,1-1 15 0,-2-3 22 0,-1 1 22 0,0-2-1 16,0-4 29-16,4 0 5 15,2-2-2-15,2-2-4 0,5-5 18 0,6-5 1 16,5-1-7-16,3-1-18 0,6-6-34 16,0 3-7-16,6 1-2 0,8 2 33 15,3 1 7-15,7 2-6 0,3 0-4 16,5 1-2-16,0-2 5 0,2-1 7 16,0-3-22-16,-1-1-17 0,-2-3-1 0,-2-2-18 0,-1-2-16 15,-3-1-60-15,1-1-22 0,-3-7-49 16,1-2-44-16,-3-5-125 0,-1-1-240 15,-7 2-661-15,4-7-882 0</inkml:trace>
  <inkml:trace contextRef="#ctx0" brushRef="#br0" timeOffset="62959.524">21683 13903 2662 0,'0'0'645'0,"0"0"-382"0,0 0-108 0,0 0 66 15,0 0 154-15,0 0 9 0,0 0-93 16,0 0-148-16,0 0-88 16,0 0-24-16,0 0-16 0,-96 65 9 15,70-44 4-15,-5-1-25 0,0 4 0 16,-2 0-3-16,-4 2-1 0,-2 0-33 16,1 4-11-16,0-3-74 0,1 0 0 0,2 1-41 15,3-4-27-15,4-3-26 0,3-1-77 16,7-4-97-16,4-4-127 0,7-7-245 15,4-1-643-15</inkml:trace>
  <inkml:trace contextRef="#ctx0" brushRef="#br0" timeOffset="63606.605">21685 14377 430 0,'0'0'457'0,"0"0"-102"0,0 0-7 0,0 0 6 0,0 0 13 16,0 0-67-16,0 0-58 0,0 0-37 0,0 0 0 15,0 0-24-15,11-6-9 0,-8 6 1 16,-2 0-6-16,-1 0-9 0,0 0 16 16,0 0-6-16,0 0-32 0,0 2-22 0,0 2-19 15,0-1-18-15,-1 4 5 16,-5 7 62-16,-2 5-77 0,-3 5-40 0,-3 4-14 15,0 6-12 1,-2 1-1-16,3 1-2 0,-1 1-14 16,5-4 13-16,2 1-18 0,4-6 9 15,3-3-13-15,1-5-2 0,9-4-10 16,4-4 37-16,3-4 29 0,6-1 1 16,2-5-5-16,3-2-23 0,3 0 40 15,0-3-40-15,0-4 17 0,1-5-19 0,-2 1-1 0,1-1-21 16,-4-1-60-16,-2-1-13 0,-1-1-33 15,-4 0-53-15,-1-1-63 0,-3-1-148 16,-4 2-256-16,-3 2-635 0,-1-4-757 0</inkml:trace>
  <inkml:trace contextRef="#ctx0" brushRef="#br0" timeOffset="63781.434">21896 14501 1641 0,'0'0'1123'0,"0"0"-850"0,0 0-142 0,-44 90 10 16,26-54 56-16,5 3 116 15,-2 3-52-15,0-1-139 0,-1 3-122 0,2-3-72 16,0 2-132-16,0-1-143 0,5-9-230 16,-2 12-900-16</inkml:trace>
  <inkml:trace contextRef="#ctx0" brushRef="#br0" timeOffset="64204.07">22268 14556 160 0,'0'0'610'0,"0"0"-333"0,0 0-105 0,0 0-71 31,0 0-75-31,-24 68-26 0,18-57-280 0,-4 3-310 0</inkml:trace>
  <inkml:trace contextRef="#ctx0" brushRef="#br0" timeOffset="77311.66">8629 15687 1479 0,'0'0'84'0,"0"0"945"0,0 0-878 0,0 0 10 16,0 0 128-16,0 0 23 0,0 0 54 15,0 0-27-15,0 0-72 0,33-6-45 16,-40 12-28-16,-6 5-14 0,-7 3-107 0,-6 5-73 16,-4 6-16-16,-3 0-14 0,-3 4 5 15,-2-1-2-15,-1 1-19 0,2 0-27 16,-2 1 2 0,1-1 47-16,2 1-4 0,3-3 13 0,7-2 12 15,2-1-1-15,4-2-11 0,5-1 14 16,4-3 1-16,5-3 19 0,6 2 27 15,0-3-19-15,7-1-24 16,9-2 0-16,1-1 22 0,6 0-10 0,2-1 22 16,-1-4-37-16,2-1-2 0,-4-1 2 15,1-1 1-15,0-1 2 0,-7-1-3 0,1 1-25 16,-5-1-45-16,-3 0-65 0,-3 0-56 16,-3 1-110-16,-3 3-161 0,0-3-119 0,-4 6-114 15,-2-2-278-15,-11 4-175 0</inkml:trace>
  <inkml:trace contextRef="#ctx0" brushRef="#br0" timeOffset="77496.71">8067 16336 1284 0,'0'0'583'15,"0"0"-207"-15,0 0-134 0,0 0 78 16,-76 10 87-16,70-8-67 0,3-1-52 0,3 2-84 16,0 1-72-16,6 5-20 0,7 3-9 15,3 4 14-15,7 2 38 0,3 1 14 16,4-1-53-16,2 1-27 0,1-6-43 15,4 2-10-15,-2-5-36 0,5-1-1 0,2-4-20 0,-2-2-28 16,3-3-119-16,2 0-32 0,0 0-69 16,0-3-137-16,-11 1-541 0,11-3-965 15</inkml:trace>
  <inkml:trace contextRef="#ctx0" brushRef="#br0" timeOffset="77882.245">9248 15671 2081 0,'0'0'1147'16,"0"0"-876"-16,0 0-113 0,0 0-26 0,0 0 70 15,0 0 67-15,0 0-33 0,0 0-91 16,-5 97-83-16,-1-53-19 0,-2 3 3 15,-2-1-13-15,1-3-22 0,5-5-11 16,-1-6-1-16,2-4-2 0,3-6-16 16,0-3 17-16,3-2 1 0,4-3-14 15,4-2 12-15,1 1-10 0,3 2 13 0,4 0 19 0,0 0 2 16,4 3 10-16,-2 0 3 0,-1 3 27 16,-2-2-21-1,-3 1 6-15,-5 0-4 0,-1-3-5 16,-3-1-3-16,-2 1-13 0,-4-3-3 15,0-3 3-15,-4 0 1 0,-5-2-22 0,-4-2-78 16,-4 0-78-16,0-2-19 0,-6-3 3 16,0-2-26-16,-2 0-31 0,2-5-101 15,-3-6-151-15,0-6-169 0,8 3-116 16,-11-19-294-16</inkml:trace>
  <inkml:trace contextRef="#ctx0" brushRef="#br0" timeOffset="78029.901">9089 16020 1987 0,'0'0'695'15,"0"0"-364"-15,0 0-20 0,0 0 95 0,98-16-47 0,-72 14-36 16,-2 1-76-16,2-1-74 0,1 0-85 16,2-2-63-16,3 0-25 0,0-2 0 15,2-4-80-15,4 2-95 0,1-3-72 16,4 0-142-16,-10 3-297 0,15-3-1110 0</inkml:trace>
  <inkml:trace contextRef="#ctx0" brushRef="#br0" timeOffset="78745.357">11141 15740 1896 0,'0'0'1033'15,"0"0"-879"-15,0 0-33 0,0 0 106 0,0 0 20 0,0 0-42 16,0 0 71-16,0 0-67 0,0 0-64 16,62 82-49-16,-73-40-10 0,-2 6-33 15,-5 2-35-15,1 5 7 0,-2 1-25 16,2-5-19-16,1-4-15 0,3-9 31 16,5-5 1-16,3-8-1 0,5-7-21 0,0-3-16 15,3-3-16-15,7-1 32 0,3 1 24 0,4 0 19 16,-1-1-19-16,6-1 0 0,-1-2 1 15,1 0 11-15,1 0 6 0,0-1-17 16,-4 0-1-16,-2 2 12 0,0-1-10 16,-6 0 29-16,-3 2 15 0,-5 0 13 15,0 0-1-15,-3 1-12 0,0 1-6 16,-1 2 27-16,-8-2 0 16,-3 2-27-16,-3 0-37 0,-1-1-2 15,-3-2-1-15,0 0-34 0,3-4-24 16,1-3-3-16,2-3-9 0,-1-1-25 0,3-4 18 15,1-4-40-15,3-9-56 0,1-1-92 16,6-6-150-16,9-3-163 0,10-2-155 16,-2 5-457-16,25-9 45 0</inkml:trace>
  <inkml:trace contextRef="#ctx0" brushRef="#br0" timeOffset="79030.893">11559 16264 916 0,'0'0'762'0,"0"0"-84"0,95-3-162 16,-67 9-52-16,-1 4-55 0,0 1-97 15,-4 5-31-15,-4 3-37 0,-2 5-10 16,-3 3-19-16,0 4-51 0,-4 4-51 15,0 4-31-15,-6 3-36 0,-1 3-10 16,-3 1-24-16,0 4-12 16,0-1 2-16,-1 0-1 0,-5-3 14 15,-4-1-13-15,3-3 14 0,-4-4-16 16,-3-4 0-16,3-5-2 0,-4-2-20 16,1-5-35-16,-2-2-1 0,0-3-3 15,3-5 16-15,0-3 17 0,0-5 16 16,3-4 10-16,4 0-29 0,-1-6 4 15,3-6-22-15,2-5-12 0,2-8-30 0,3-7 48 0,10-6 3 16,4-7 6-16,2-4-15 0,7-3-22 16,4 0 1-16,5-1-1 0,5 0-19 15,1 3-18-15,2 0-66 0,2 2-112 16,-4 2-226-16,-9 12-526 0,7-12-795 0</inkml:trace>
  <inkml:trace contextRef="#ctx0" brushRef="#br0" timeOffset="80085.973">4747 16077 2270 0,'0'0'1003'0,"0"0"-911"0,0 0 19 16,0 0 86-16,-33-71 114 0,33 58-47 15,1 4-81-15,12-1-72 0,0 5-24 16,7 4-20-16,2 1-17 0,2 5 11 0,-1 9-36 16,2 10 2-16,-3 5 1 15,-2 10 5-15,-2 4-29 0,-2 0-4 0,-3 0 0 16,-1-5-22-16,-2-4 7 0,-4-6 3 15,1-6-16-15,-3-3 6 0,-3-3-2 0,1-4-1 0,-2 0 7 16,0-4 3-16,0-3 12 0,0-2 1 16,1-3 2-16,1 0 1 0,-1 0-1 15,4-8-24-15,0-3-7 0,5-7 31 16,2-6 33-16,5-7-17 0,-2-3-16 16,0-2-12-16,0-1-16 0,1 3-98 15,-3 2-54-15,0 2-56 16,3 1-44-16,-3 4-121 0,1 6-197 15,-4 5-478-15,4 0-345 0</inkml:trace>
  <inkml:trace contextRef="#ctx0" brushRef="#br0" timeOffset="80371.45">5276 16106 2043 0,'0'0'505'0,"0"0"-254"16,0 0 35-16,0 0 52 0,0 0-2 0,62 73-50 0,-51-66-79 15,-1-5-80-15,0-2-62 0,2 0-3 16,-2-4-3-16,3-4-4 0,0-6 1 15,0 0-35-15,-2-5-5 0,-1-1-16 16,1 0-51-16,-3-1-45 0,-1 2-15 16,-2 3 5-16,-1 1 50 0,-4 3-6 15,0 4 62-15,-1 3 28 16,-7 1 8-16,-6 4-36 0,-2 0 0 16,-4 0-12-16,1 7 12 0,-2 3 0 15,-1 4 3-15,6 3 44 0,0 5-13 16,3 3 3-16,2 3-12 0,5 3 31 0,2 0-41 15,1 0 7-15,3 0-22 0,0 0-10 16,4-1-45-16,3-4-17 0,5-5-173 16,1-7-45-16,2-6-41 0,3-8 9 0,-2-1-172 15,7-18-880-15</inkml:trace>
  <inkml:trace contextRef="#ctx0" brushRef="#br0" timeOffset="80618.82">5839 16002 2232 0,'0'0'507'0,"0"0"-282"16,0 0 130-16,4 96 70 0,-4-51-35 16,-4 7-51-16,-2 7-92 0,2 8-41 0,1 5-53 15,0 8-56-15,3 6-36 0,-1 4-31 16,1 2-26-16,0-4-4 0,0-5-19 16,1-12-8-16,2-12-28 0,0-14 6 15,0-12 0 1,-2-8-42-16,1-10-23 0,-2-6 13 15,0-6 9-15,0-3-28 0,0-4-57 16,0-10-109-16,-2-9-32 0,0-6 68 0,-4-8-120 16,-2-8-189-16,3 8-235 0,-10-30-479 15</inkml:trace>
  <inkml:trace contextRef="#ctx0" brushRef="#br0" timeOffset="80834.711">5820 16183 1102 0,'0'0'583'0,"0"0"204"16,58-82-448-16,-37 58-56 0,3 1 29 0,-1 3-77 15,-2 4-49-15,0 6-51 0,-1 4-5 16,0 5-24-16,-3 1-50 0,3 3-6 16,-5 10-7-16,-1 7 16 0,-1 4 3 0,-4 9-37 31,-5 6-19-31,-3 7-6 0,-1 1-127 0,-1 0 15 16,-7-4 50-16,-1-3 21 0,0-6-21 15,-5-6-39-15,2-3 0 0,1-7-25 16,-1-5-19-16,1-7-55 0,2-5-58 15,-1-1-50-15,1-8-185 0,3-1-198 16,-1-15-560-16</inkml:trace>
  <inkml:trace contextRef="#ctx0" brushRef="#br0" timeOffset="81157.707">6244 15458 1365 0,'0'0'26'0,"0"0"104"0,0 0 617 0,0 0-331 16,10 90-59-16,-7-52-15 0,0 7-12 15,0 8-60 1,0 6-9-16,1 8-26 0,-3 4-96 15,-1 6-71-15,0 2-53 0,0-1-15 16,0-2-19-16,0-3-12 0,0-10-108 0,0-10-22 16,0-15 28-16,0-12 64 0,2-11 3 15,4-10-110-15,1-5-174 0,3-6-148 16,-2-4-191-16,7-18-482 0</inkml:trace>
  <inkml:trace contextRef="#ctx0" brushRef="#br0" timeOffset="81604.798">6433 16174 1152 0,'0'0'163'16,"0"0"130"-16,0 0-85 0,0 0-169 16,0 0-17-16,0 0-18 0,0 0 31 15,0 0 24-15,0 0 32 16,0 0 77-16,0 0 30 0,37 10 2 16,-34-11-23-16,-1-1-23 0,-2 2-6 15,0 0-8-15,0 0 10 0,0 0 21 16,0 0 0-16,0 0-7 0,0 0 0 15,-2 0 4-15,-2 3-15 0,-2 1-33 16,-3 3-21-16,-2 2-6 0,1 4 11 16,0 1-9-16,0 6-34 0,1 3-27 0,2 2 15 15,2 0-6-15,4 2-16 0,1-2-27 0,0-3-10 16,0-3 8-16,3-6-19 0,3-3-19 16,-1-6-12-16,4-2-3 0,2-2 33 15,1-4 10-15,1-5 0 0,3-6-37 16,-1-2-34-16,-1-4-25 0,-1-3-28 15,3 2 3-15,-5-1 3 0,-1 2 30 0,-4 4 31 16,0 3 21-16,-3 4 26 0,-2 4 22 0,1 5 26 16,-1 1 15-16,-1 0 72 0,1 1-1 15,1 5-22-15,-2 4 0 0,3 4 18 16,-2 3 6-16,2 2-13 0,0 2-12 16,0-3-16-1,-2-3-35-15,2-3-38 0,0-3-27 16,0-3-7-16,1-3-9 0,-1-2-9 0,2-1 0 15,1 0-53-15,2-1-67 0,-1-6-101 16,2-5-145-16,1-4-235 0,-3 4-503 16,8-11-200-16</inkml:trace>
  <inkml:trace contextRef="#ctx0" brushRef="#br0" timeOffset="82005.313">6724 16212 7 0,'0'0'2584'15,"0"0"-2079"-15,0 0-326 0,0 0 63 16,0 0 111-16,0 0-51 0,0 0-29 0,-9 81-69 15,9-66-65-15,0-3-90 16,0-3-49-16,3-3-46 0,2-1 9 0,3-2 6 16,2-3-3-16,0 0-15 0,6-8-56 15,2-4-50-15,2-2-44 0,1-2 7 16,3 2 26-16,1-1 21 0,4 5 15 16,0-1 19-16,-2 3-7 0,1 4 45 15,-4 0 43-15,-3 3 30 0,-1-1 1 0,-6 1 12 0,0-1 9 16,-5-1 1-16,-3-3-5 0,-1 0-18 15,-2-1-48-15,-3-4 19 0,0 2 10 16,-3-3-23-16,-5 1 42 0,-1 3 48 16,-4 1 51-16,-3 2 45 0,-1 0-11 15,-6 4-19-15,1 1-7 0,1 0 25 16,2 10 23-16,-1 4 19 0,5 4-47 0,1 5-27 16,4 4 11-16,1 2 6 15,4 1-13-15,3-2-15 0,2 0-9 0,0-4-31 16,10-5-46-16,3-2-3 0,6-8-19 15,3-3 4 1,5-6 15-16,6 0-2 0,7-8-25 16,2-9-16-16,6-2-92 0,2-5-133 15,2-3-151-15,-13 7-330 0,23-13-1127 0</inkml:trace>
  <inkml:trace contextRef="#ctx0" brushRef="#br0" timeOffset="83562.312">11647 15966 863 0,'0'0'179'0,"0"0"929"0,0 0-823 16,0 0-75-16,0 0 15 0,0 0 9 15,0 0 15-15,0 0-33 0,0 0-67 16,-39-10-58-16,39 16-28 0,0 3-3 0,-1 5 3 16,1 5 10-16,0 4-14 0,0 4-6 0,0 0-19 15,-2 2-18-15,2 2-15 0,0 1 2 16,0 0 7-16,0-1-10 0,0-5-22 15,0-7 19-15,3-4-19 0,1-7 0 16,2-3-19-16,3-2 23 0,-1-3 17 16,1 0 1-16,1-1-3 0,2-6-54 0,1-4-19 0,1-3-21 15,-1-3-23-15,3-2-41 0,0-2-36 16,1-2-10-16,-3 1-20 0,4-1-2 16,-4 3 33-16,0 3 15 0,-2 1 51 15,-2 4 72-15,-1 3 58 0,-4 2 29 16,0 4 110-16,-4 1 49 0,-1 2-4 15,2 0-30 1,-2 0-26-16,0 5-19 0,0 2 16 16,0 5-4-16,0 2-35 0,0 3-35 0,0 2-19 15,-5 1-30-15,1 4-2 0,1 2 0 16,0 0-22-16,-1 2-1 0,-2 2-101 16,2-3-99-16,1 4-66 0,-1-4-69 0,1-6-127 15,1 6-319-15</inkml:trace>
  <inkml:trace contextRef="#ctx0" brushRef="#br0" timeOffset="84210.251">14235 15858 718 0,'0'0'2073'0,"0"0"-1800"16,0 0-78-16,0 0 88 0,0 0-18 16,-78 47-79-16,45-21-54 0,-4 5-42 15,1 3-65-15,0-1-21 0,0-1-4 16,1 0 2-16,3-2-1 0,2-5 0 0,3-1 0 0,5-5 2 15,6-4 19-15,2-3-19 0,7-4 9 16,4-1 32-16,3 0-16 0,3 3-27 16,11 2 48-16,6 6 35 0,5-1-4 15,4 1-6-15,1-3-72 0,0-2 38 16,0-2-39-16,-1-4 2 0,-3-2-3 16,-3 0-1-16,-3-2-45 15,0-2-83-15,-6-1-70 0,-3 0-104 16,-2 0-192-16,-5 0-549 0,-4 2-868 0</inkml:trace>
  <inkml:trace contextRef="#ctx0" brushRef="#br0" timeOffset="84379.334">13806 16468 878 0,'0'0'603'0,"0"0"836"0,0 0-1112 16,0 0-104-16,0 0 71 0,0 0-42 15,0 0-20-15,0 0-15 0,0 0-16 16,29 77-48-16,-2-61-3 0,3-1 12 15,2-3-95-15,3 1-61 0,-1-5-6 16,3-2-51-16,0-5-99 0,0-1-18 0,2-5-35 16,4-8-76-16,-2-4-190 0,-10 5-545 0,10-8-875 0</inkml:trace>
  <inkml:trace contextRef="#ctx0" brushRef="#br0" timeOffset="84926.266">14987 15696 29 0,'0'0'2610'0,"0"0"-2237"0,0 0-197 16,0 0 25-16,0 0 15 0,0 0-45 15,0 0-1-15,0 0-19 0,0 0-67 16,0 0-34-16,-53 44-3 0,38-19-10 0,0 4-12 16,-4 6 9-16,2 1-3 0,-2 1 16 15,3-1-13-15,-1 0 27 0,5-4 35 16,-2-1 107-16,4-3-90 0,0-2-58 16,1-5-9-1,1 0 0-15,2-2-19 0,1-2-11 16,1 0-16-16,-1 2-1 0,2 2-12 15,0 4 12-15,0 5 0 0,-2 5 1 0,1 3-1 16,1 0 1-16,0 0-12 0,-1-3 0 16,4-4 0-16,0-8 9 0,3-5-13 15,4-6-17-15,2-6 11 0,1-2 7 16,3-4 4-16,1 0 11 0,3-8 1 0,4-6-1 16,-1-5-3-16,0-4-28 0,-1-4-24 15,0-4 12-15,-4 4 3 0,-2 0 19 16,-4 2 21-16,-3 4 0 0,-1 5 21 0,-5 4 10 15,0 5 15-15,-6 2-7 0,-6 1-39 16,-4 4-12-16,-4-1-22 0,-2 1 7 0,-1 0 26 16,1 1-31-16,-1 4-2 0,0 2 9 15,3 3-27-15,0-1-53 0,1 3-43 0,3 0-44 16,1 2-93-16,3 0-220 0,3-3-494 16,-2 8-609-16</inkml:trace>
  <inkml:trace contextRef="#ctx0" brushRef="#br0" timeOffset="85180.012">15672 16454 3867 0,'0'0'572'0,"0"0"-476"0,0 0-96 16,0 0 3-16,0 0 0 0,0 0 47 15,-40 77-10-15,25-59-40 0,1-1-27 16,0-2-50-16,-3 3 9 0,3-2-38 0,-2-2-52 16,2-1-103-1,-1-1-238-15,4-5-826 0,-8 5-746 0</inkml:trace>
  <inkml:trace contextRef="#ctx0" brushRef="#br0" timeOffset="85881.733">16934 16249 2436 0,'0'0'1011'0,"0"0"-764"0,0 0-150 16,0 0-11-16,0 0 231 0,100 0 12 15,-51 0-98-15,2 0-56 0,3-6-65 16,1-6-61-16,-2 0-37 0,-1-5-12 16,0-4-12-16,1-2-16 0,-2-5-97 15,-2-1-84-15,-6-2-121 0,-10 8-268 16,2-8-979-16</inkml:trace>
  <inkml:trace contextRef="#ctx0" brushRef="#br0" timeOffset="86097.862">17272 16017 1429 0,'0'0'1906'0,"0"0"-1595"0,-12 100-121 16,12-56-24-16,0 9 38 0,4 2 51 16,-1-1-58-16,0-1-110 0,3-3-84 15,1-4-3-15,1-10-22 0,1-8-79 16,3-10-45-16,4-10-21 0,1-8-29 0,3-3-53 0,5-16-140 15,-8 1-247-15,11-27-729 0</inkml:trace>
  <inkml:trace contextRef="#ctx0" brushRef="#br0" timeOffset="86668.177">17798 15564 2324 0,'0'0'1091'16,"0"0"-841"-16,0 0-70 0,-5 91 50 15,-4-38 10-15,1 7 45 0,-1 8-15 16,1 1-80-16,-1 3-56 0,2-2-67 0,0 0-33 16,2-1-34-16,0-1-14 0,1-5-11 15,4-7-8-15,0-9-53 0,1-11-42 16,7-12 30-16,3-8 16 0,0-11 26 0,5-5-51 16,1-9-51-16,2-10-34 0,3-8-57 15,0-6-54-15,-1-3-96 0,0 1 41 16,-2 1 98-16,-3 5 179 0,1 5 81 15,-1 6 74-15,-2 8 16 0,-3 5 61 16,0 5 26-16,-2 2 20 0,-1 9 38 16,1 3 12-16,-1 4-43 15,1 2-50-15,-1 1-8 0,0 0-47 16,4-3-34-16,-1-2 0 0,0-2-6 16,3-2-58-16,2-3 14 0,2-2-15 15,0-1 0-15,3 1-17 0,1-1 17 0,1-1 0 16,-3-3-11-16,3 0-60 15,-1-2-31-15,0-3 12 0,1-5 25 16,-2-8 22-16,1-3-4 0,-3-2 13 0,-2-5 9 0,-3-2 3 16,-1 1 19-16,-1 0-13 0,-5 0 16 0,-3 6 11 15,-4 2-11-15,0 4 12 0,-8 3 7 16,-7 6 6-16,-4 3 12 0,-3 3 4 16,0 10 15-16,-3 9 9 0,2 9 15 15,0 3-9-15,4 7-9 0,-1 4 3 0,3 0-10 16,4-1-12-1,4-3-6-15,3-3-24 0,4-4-13 16,2-7-22-16,5-4-24 0,7-5 0 16,5-4 9-16,5-5-3 0,5-5-3 15,4-1-25-15,3-6 49 0,5-2-30 16,1-7-66-16,1-2-75 0,-1-2-78 16,3-5-172-16,-11 6-530 0,14-10-695 0</inkml:trace>
  <inkml:trace contextRef="#ctx0" brushRef="#br0" timeOffset="87570.261">19978 16235 10 0,'0'0'2252'0,"0"0"-1890"0,0 0-104 0,0 0-18 16,0 0 79-16,0 0-34 0,0 0-11 15,0 0-39-15,0 0-61 0,-77-40-62 16,62 51-54-16,-4 7-15 0,-1 6-9 15,1 7-12-15,1 6 12 0,2 6 21 0,1 4 7 16,7 6 2-16,2 0 15 0,4-1-27 16,2-1-21-16,0-8-31 0,6-7-13 15,4-7-6-15,5-11-8 0,1-11-22 16,4-7 6-16,4-6-15 0,5-15-34 16,1-10-41-16,3-8-64 0,-1-8-111 0,1-7-291 31,-11 13-622-31,8-20-654 0</inkml:trace>
  <inkml:trace contextRef="#ctx0" brushRef="#br0" timeOffset="87748.481">20216 15798 1391 0,'0'0'0'0,"0"0"1290"0,0 0-988 0,0 0-81 16,0 0 63-16,0 0 16 0,0 0-35 15,0 0-46-15,0 0-77 0,-7 67-46 0,5-27 15 16,0 9 13-16,0 1 47 0,-1 2-82 0,0 7-49 15,0 3-17-15,-1 3-23 0,-1-2-30 16,2 0 2-16,0-5-88 0,1-5-59 16,2-5-13-16,2-8-72 0,6-9-167 15,5-10-310-15,-3-7-806 0</inkml:trace>
  <inkml:trace contextRef="#ctx0" brushRef="#br0" timeOffset="88102.382">20543 16358 98 0,'0'0'2823'0,"0"0"-2435"0,0 0-226 0,0 0 94 16,0 0 82-16,0 0-30 15,-98 83-5-15,74-52-67 0,2 3-89 16,6 3-58-16,1-1-28 0,6-3-19 0,3-1-14 16,4-5-4-16,2-5-22 15,0-6-2-15,5-5-27 0,4-6-13 0,5-4 6 16,0-1 16-16,5-6 18 0,1-8-2 15,0-3-22-15,2-6-25 0,-2-3-18 16,0-2 15-16,0 2-9 0,-2-2 21 0,-1 3 0 16,-2 2 22-16,-3 6-1 0,-1 5 1 0,-4 7 8 15,-3 5 10-15,2 0 67 0,-2 5 16 16,-1 7-10-16,-1 5-18 0,0 4 0 16,-2 2-6-16,0 0-9 0,0-1-19 0,0-3-21 15,2-2 0-15,-1-3-37 0,1-4-66 16,1-2-66-1,0-5-21-15,2-3-47 0,-1 0-142 16,2-9-297-16,0 0-694 0,1-10-405 0</inkml:trace>
  <inkml:trace contextRef="#ctx0" brushRef="#br0" timeOffset="88202.467">20798 16349 137 0,'0'0'72'0,"0"0"-72"15,0 0-209-15</inkml:trace>
  <inkml:trace contextRef="#ctx0" brushRef="#br0" timeOffset="88633.991">20959 16410 3036 0,'0'0'719'0,"0"0"-493"0,0 0-125 31,0 0 68-31,-17 86 94 0,13-55-10 0,-2 1-66 15,2 1-92-15,-2-4-74 0,3-3-11 0,-1-5-10 16,1-4-40-16,2-4-28 0,-1-5-42 16,1-5-28-16,1-3-41 0,0-5-90 15,0-10-133-15,0 1-372 0,0-17-1038 0</inkml:trace>
  <inkml:trace contextRef="#ctx0" brushRef="#br0" timeOffset="88792.285">20965 16196 2035 0,'0'0'1574'16,"0"0"-1208"-16,0 0-246 0,0 0-14 16,0 0 3-16,0 0-38 0,0 0-21 15,0 0-50-15,0 0-67 0,0 0-214 16,78-17-75-16,-65 17-107 16,-3 4-356-16,-1 0-801 15</inkml:trace>
  <inkml:trace contextRef="#ctx0" brushRef="#br0" timeOffset="89172.856">21136 16300 714 0,'0'0'212'15,"0"0"1640"-15,1 68-1339 0,-4-39-265 16,-1 4-5-16,-1 2 38 0,0 0-16 16,-1-4 25-16,0-1-47 0,0-6-93 15,5-5-52-15,0-8-68 0,1-5-30 0,0-4-21 16,4-2-1-16,2 0 22 0,4-7 18 16,1-4-18-16,3-1-12 0,0-2-80 15,-1-1-24-15,2 3 18 0,-1 3 30 0,0 4 19 16,0 3 6-16,-2 2 3 0,-1 0 38 15,-1 1 2-15,0 5 1 0,-2 2 23 16,-3-1 41-16,-2-1 9 0,0 1 6 0,-1-4 2 16,-1 0-5-16,2-1-46 0,-2-2-31 15,4 0-9-15,-1 0 9 0,2-5 25 16,1 0-1-16,3-2-24 0,-1-3 1 16,2 1 1-16,4-3 14 0,-4 0-15 15,5-2 1-15,-2 1-1 0,1 2 1 0,-1 3-2 16,-1 3 0-1,2 5 1-15,-4 0 26 0,3 6 7 16,-3 8 21-16,0 6-13 0,2 3-27 16,-3 5 31-16,-1 5-12 0,-1-2-20 0,0 0-14 0,1-1-22 15,-4-3-57-15,4-5-64 0,-3-3-68 16,1-3-96-16,-1-4-224 0,-1-4-783 16,2 0-1245-16</inkml:trace>
  <inkml:trace contextRef="#ctx0" brushRef="#br0" timeOffset="89605.282">22704 16212 810 0,'0'0'1426'16,"0"0"-636"-16,0 0-372 0,0 0-107 15,0 0 4-15,45 87-112 0,-37-47-79 0,-2 4-3 16,-3-1-38-16,-3 2-28 0,0-8-24 15,0-5-31-15,0-5-21 0,0-8-38 0,-2-4-92 16,1-7-79-16,-2-5-81 0,1-3-277 16,-4-4-959-16</inkml:trace>
  <inkml:trace contextRef="#ctx0" brushRef="#br0" timeOffset="89774.664">22709 16098 1509 0,'0'0'1798'0,"0"0"-1588"0,0 0-147 0,0 0 35 16,0 0-35-16,0 0-63 0,87-33-160 16,-64 23-152-16,3-2-210 0,4 0-832 15,-6 4-12-15</inkml:trace>
  <inkml:trace contextRef="#ctx0" brushRef="#br0" timeOffset="90022.282">23234 16106 1505 0,'0'0'1232'0,"0"0"-681"0,-15 71-261 0,0-43 3 16,-3 4 87-16,-2 0-73 0,1-3-95 16,2-4-77-16,5-5-55 0,6-7-41 15,3-1-23-15,3-6-14 0,1 1 19 16,10-1 13-16,1 3-8 0,4-3-26 0,1 2-18 16,5 0 18-16,-1-1 33 0,1 4 1 15,0-1-16-15,-1 2-16 0,-2-2 10 16,-2 1 13-16,-1 0-25 0,-3-1-2 15,-4-1-13-15,-2-1-7 0,-4-1-36 16,-3 0-58 0,0-2-21-16,-7 2 17 0,-7 0-6 0,-3-1-44 15,-6 2-47-15,0-1-53 0,-4-1-210 16,7-2-556-16,-13 3-911 0</inkml:trace>
  <inkml:trace contextRef="#ctx0" brushRef="#br0" timeOffset="90374.855">24181 16429 2654 0,'0'0'734'0,"0"0"-512"15,0 0-133-15,0 0-23 0,0 0 129 16,0 0 199-16,0 0-8 0,99 23-104 15,-48-15-129-15,5-4-98 0,1-4-16 16,1-5-39-16,-3-8-11 0,-2-4 11 0,-1-6-45 16,-4-3-74-16,-4-5-62 0,-3-3-37 15,-5-2-112-15,-10 7-284 0,-3-12-949 0</inkml:trace>
  <inkml:trace contextRef="#ctx0" brushRef="#br0" timeOffset="90638.037">24604 15993 1076 0,'0'0'2025'0,"0"0"-1677"16,0 0-183 0,0 0 2-16,0 0 3 0,-39 100 37 0,39-56 20 15,0 7-26-15,8 4-37 0,3 6-29 16,3 3 5-16,-2 5-33 0,2 2-21 16,-1 1-35-16,-2-1-11 0,-1-1-24 15,-5-4-16-15,0-4-15 0,-2-6-6 0,0-7-19 16,0-8-12-16,-1-9 4 0,1-7-47 15,1-9 6-15,-2-5-15 0,-1-7-9 16,1-4-32-16,-1-7-59 0,1-8-48 0,3-9 26 16,1-7 18-16,6-7-167 0,-1-7-324 15,0 9-724-15,10-20 253 0</inkml:trace>
  <inkml:trace contextRef="#ctx0" brushRef="#br0" timeOffset="90954.475">25267 16462 1778 0,'0'0'1289'16,"0"0"-798"-16,0 0-207 0,0 0 77 16,0 0-7-16,-70 84-84 0,47-54-34 15,2 2-56-15,1 0-61 0,4-1-49 16,5-3-25-16,5-6-29 0,5-6-16 16,1-5-42-16,1-7-1 0,6-2 1 0,5-2 14 15,-1-3 13-15,4-5-3 0,1-2-15 16,1-3-25-16,0-1-6 0,3-2-13 15,-1 2-20-15,-2 0 2 0,2 3-13 16,-4-1 1-16,-1 4 36 0,0 0 12 0,-2 4 37 16,-1 2 21-16,-3 2 1 0,-3 0 2 15,-2 6 45-15,0 2 39 0,0 3 22 0,-3 1-10 16,2 0-46-16,0 1-21 0,0-3-31 16,1-3-18-16,-1-2-43 0,3-2-62 15,-1-3-40-15,2 0-29 0,1-7-132 0,2-3-200 16,0-1-489-16,-5 1-571 0</inkml:trace>
  <inkml:trace contextRef="#ctx0" brushRef="#br0" timeOffset="91524.068">25558 15816 82 0,'0'0'2707'0,"0"0"-2297"0,0 0-222 0,0 0 0 0,0 0 36 16,0 0 47-16,0 0 9 0,0 0-109 16,0 0-51-16,0 0 18 0,5 107 46 15,-2-53-55-15,-3 6-32 0,0 4-8 16,0 4-35-16,0 5-2 0,0 0 9 15,0 1-10-15,-3-2-23 0,-2-6-27 16,-1-9-1-16,4-10-82 16,2-7-55-16,0-10-6 0,5-8 24 15,6-9-3-15,4-8-53 0,1-5-125 16,4-8-209-16,-4-4-242 0,9-15-779 0</inkml:trace>
  <inkml:trace contextRef="#ctx0" brushRef="#br0" timeOffset="92063.737">26025 16231 1687 0,'0'0'1095'0,"0"0"-630"0,0 0-217 0,0 0-42 0,-98 4 102 16,74 4 5-16,-1 4-59 0,2 2-78 16,-1 3-78-16,2 2-46 0,5 2-27 15,2-1-25-15,7 0-12 0,3-2 9 0,5 0-18 32,0-2 21-32,8 0 0 0,5-2 0 0,5-1 21 15,4-1-6-15,0-2-14 0,4-1 10 16,-1-1-9-16,1 0 25 0,-1-1-27 15,-5 2 19-15,0 0 2 0,-7 1 16 16,-3-1-19-16,-4 1 16 0,-4 2 2 0,-2 1 19 16,-5 0 6-16,-6 2-24 0,-2-4-24 15,-4 0-13-15,1-1-37 0,-2-5-30 16,5-3-9-16,-1-2-25 0,4 0 13 0,3-2-23 16,2-4-52-16,4-6-106 15,1-3-137-15,4-3-248 0,9-4-507 0,-2 2-563 0,14-12 1294 0</inkml:trace>
  <inkml:trace contextRef="#ctx0" brushRef="#br0" timeOffset="92341.926">26433 16354 1649 0,'0'0'1291'0,"0"0"-720"0,0 0-249 15,0 0-16-15,85 59 4 0,-73-49-121 16,-4-4-60-16,-5-4-58 0,2-2-37 0,-4 0-10 16,0-6 16-16,2-7 7 0,0-5-47 15,0-3-98 1,0-3-37-16,-1 1-10 0,-2 2 62 15,0 4 56-15,-6 5 26 0,-4 3 0 16,-5 1-2-16,1 5 0 0,-5 2 3 16,2 1 55-16,-2 6 19 0,3 4-12 15,0 5-4-15,5 5-21 0,3 4 6 16,0 2-12-16,5 1-10 0,2 2-2 0,1 2 5 16,3 2 13-16,5-1 27 0,2 1 7 0,5-1 23 15,3-5-12-15,4-1-79 0,0-4-3 16,1-5-27-16,1-3-101 0,-1-4-92 15,-1-1-94-15,1-1-240 0,-6-2-757 16,10 3-1135-16</inkml:trace>
  <inkml:trace contextRef="#ctx0" brushRef="#br0" timeOffset="92473.3">27149 16717 388 0,'0'0'3252'0,"0"0"-2611"0,0 0-248 0,0 0-1 15,0 0-139-15,0 0-61 16,0 0-89-16,0 0-103 0,0 0-182 0,0 0-141 15,-23-24-328-15,3 16-1454 0</inkml:trace>
  <inkml:trace contextRef="#ctx0" brushRef="#br0" timeOffset="97634.022">14969 17001 1509 0,'0'0'1187'16,"0"0"-955"-16,0 0-27 0,0 0-7 0,0 0 72 15,0 0-30-15,0 0 9 0,0 0-16 16,0 0-81-16,-33 78-59 0,36-46-22 16,5 7 52-16,4 6 9 0,1 5-10 0,2 6-21 31,-1-1-40-31,0 6-40 0,0-6-8 0,2-4-12 15,-1-6-1-15,-2-8-2 0,-1-8 0 16,0-8-20-16,-2-8 4 0,-3-4-6 16,-1-5-16-16,-3-4-73 0,3 0-56 15,-2-4-46-15,-1-7-122 0,3-6-270 16,-5 2-686-16,-1-15-882 0</inkml:trace>
  <inkml:trace contextRef="#ctx0" brushRef="#br0" timeOffset="97950.593">14937 17183 1850 0,'0'0'1181'0,"0"0"-990"16,0 0-44-16,-68 71 66 0,45-42 5 15,-1 0-73-15,2-1-39 0,6-6-104 16,3-5-2-16,3-9-19 0,6-4-65 0,1-4-29 16,2 0-26-1,-1-8-29-15,1-5-61 0,1-5-91 16,0-4-108-16,0-2-155 0,0 1-96 15,3-1 118-15,1 5 268 0,0 2 293 16,1 3 300-16,-1 5 146 0,-1 2 82 16,-2 6-90-16,2-1-92 0,1 2-20 15,-1 0 4-15,2 0-37 0,2 0-26 16,4 0-16-16,1 0-34 0,5 2-12 0,2 1-56 0,4 0-72 16,0 0-18-16,4 1-18 0,4 2-41 15,0 0-13-15,5 3-85 0,1 1-97 16,0 4-126-16,-7-2-193 0,16 10-717 0</inkml:trace>
  <inkml:trace contextRef="#ctx0" brushRef="#br0" timeOffset="98653.045">15972 17608 290 0,'0'0'2502'0,"0"0"-2121"0,0 0-192 16,0 0 17-16,0 0 110 0,0 0-46 15,-74-77 19-15,63 69-51 0,-5 0-97 16,0 4-43-16,-1 1-21 0,-4 3 6 15,-1 0-35-15,-3 9-26 0,-2 5-21 16,1 6-1-16,-1 5-2 0,2 4 1 16,0 3-2-16,-1 1-13 0,5-1 16 15,0 2 0-15,4-3-2 0,1 0-16 16,4-3 17-16,4-5-2 0,5-4 1 0,3-2-10 0,0-5 12 16,6-3 3-16,7-1 9 15,3 1-10-15,4-3 22 0,3-1 1 0,3-2-22 16,3-1 9-16,1-2 0 0,-1 0 3 15,1 0-14-15,-1 1 2 0,-1 1 10 16,0 3 8-16,-3 2 1 0,-3 2-20 0,-2 3 21 16,-6 0-21-1,-1 5 13-15,-3-3 3 0,-2 5 19 16,-2 2-4-16,-4 0 13 0,-2 0 23 16,0 2-23-16,-8 2-7 0,-3 0-18 15,-3-1-2-15,-5-2-1 0,-4 1-17 0,1-3 16 16,-5-1-17-16,-2-3-3 0,0-4 1 0,-1-1 2 15,1-4-18-15,-4-4-19 0,3-3 4 16,-2 0-37-16,3-4 4 0,5-4-7 16,2-1-12-16,8 1-4 0,4-1-24 0,3-2-33 15,5 0-81-15,2-3-141 0,3 0-209 16,4 5-428-16,6-7-832 0</inkml:trace>
  <inkml:trace contextRef="#ctx0" brushRef="#br0" timeOffset="99169.823">16280 18145 1753 0,'0'0'1196'0,"0"0"-1016"0,0 0-36 16,0 0 158-16,0 0-28 0,0 0-12 0,0 0-29 15,0 0-59-15,0 0-66 0,0 0-35 16,85-40-14-16,-75 40-1 0,-1 3-2 16,-2 1 11-16,1 1-24 0,0 1-7 15,-4 0-14-15,1 2-4 0,-4 0-6 16,-1 1 10-16,0 2 8 0,0 4-8 0,-6 0-10 0,-2 2-12 16,-5 2-19-16,0-1-11 0,-4 0-1 15,2-2 31-15,-2-2 24 0,2-2 7 16,0-1-31-16,1-4-21 0,3 2 21 15,5-8 14-15,1 3-14 0,5-3-21 16,0-1-31-16,0 0-18 0,4 0 5 0,5 0 40 31,3 0 25-31,3 0 2 0,4 0-1 0,-3 0 27 16,2 2-27-16,1 2 1 0,-2 2 31 16,0 0-14-16,-3 1-19 0,-2 0 42 15,-3 2 7-15,-2 0 0 0,-1 0 3 16,0 2 3-16,-5 3-13 0,-1-3 22 15,0 3 24-15,0-1-21 0,-8 3-24 16,-2-2-16-16,-4 1-3 0,-1-1-22 0,-5 3 22 0,-1-3-24 16,-5 2-20-16,-1-3-4 0,0 1-43 15,-1-5-21-15,-2 1-30 0,1-5 8 16,3-2-12-16,5-3-83 0,-1 0-75 16,7-4-48-16,3-5-197 0,6 2-563 15,3-11-1172-15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15:11.99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2520 3364 189 0,'0'0'241'0,"0"0"1308"0,0 0-1060 15,0 0-227-15,0 0-92 0,0 0-19 0,0 0-1 16,0 0 83-16,0 0-52 0,65-12-36 16,-30 11-25-16,5-2 21 0,3 3-28 15,5 0-19-15,-1 0 9 0,1 0-35 16,-2 0 0-16,2 0-9 0,-1-2-28 0,-1 0 15 0,2-2-12 15,-2-1-16-15,-3-1-11 0,-2 0 5 16,-5-1-11-16,-1 0-1 0,-8 0-19 16,-4 1-76-16,-3 1-32 0,-4 0-44 15,-4 3-25-15,-1 0-22 0,-4 1-91 0,-4 1-179 16,1 0-282-16,-7 1-603 0</inkml:trace>
  <inkml:trace contextRef="#ctx0" brushRef="#br0" timeOffset="300.506">3010 3509 1213 0,'0'0'403'15,"0"0"376"-15,0 0-524 0,0 0-97 0,0 0 108 16,0 0-7-16,0 0-103 0,0 0-26 15,0 0-42-15,0 0-62 0,0 0-26 16,-72 75 0-16,71-52 27 0,1 5-2 16,0 4 0-16,0 8-9 0,1 4-14 15,5 4 33-15,-5 4-32 0,2 2 10 16,-3 1-13-16,1-2-4 0,1 1-18 16,1-5-20-16,-2-5 40 0,4-6-62 0,-1-9-56 15,-1-8-10-15,1-9-26 0,3-5-86 16,-2-3-76-16,-1-2-24 0,5-2-89 15,-1-2-131-15,-2-2-70 0,3-12-157 0</inkml:trace>
  <inkml:trace contextRef="#ctx0" brushRef="#br0" timeOffset="1402.272">3441 3863 858 0,'0'0'218'16,"0"0"1012"-16,0 0-990 0,0 0-102 15,0 0 56-15,0 0 59 0,0 0-36 16,0 0-23-16,0 0-58 0,0 0-51 0,0 0-25 0,19-33 9 16,-9 38-3-16,0 1 0 0,2 1-21 15,-1 2-1-15,2 3 12 0,0 0-6 0,-2 3-7 16,1 6-12-16,-2 2-12 0,-1 3-17 15,-3 3 32-15,-2 1-12 0,0-3-21 16,2 0-1-16,-5-5 25 0,1-5-7 0,-2-1-18 16,0-9 0-1,0-2 2-15,0-5 17 16,0 0 3-16,0 0 15 0,1 0 0 0,-1-5 6 16,0-2 28-16,0 0-4 0,0-5-67 15,-4-5-62-15,2-1 43 0,0-3 19 16,2 1 24-16,0 1-5 0,5 1-17 15,1 0 12-15,1 0-14 0,2 0 0 16,1-1 0-16,0 3 13 0,2-1-13 0,1 3-13 16,-3-1-2-16,0 2 3 0,1 4-4 0,-2-2-2 15,1 5-10-15,-1 1-15 0,-2 2 9 16,0 0-16-16,-1 3-49 0,1 0-59 16,-1 4-47-16,1 5-37 0,-1 3-109 15,0 3-186-15,-2-6-550 0,-3 9-369 0</inkml:trace>
  <inkml:trace contextRef="#ctx0" brushRef="#br0" timeOffset="1865.165">3901 3801 1038 0,'0'0'612'15,"0"0"518"-15,0 0-928 0,0 0-105 16,0 0 82-16,0 0 97 0,0 0-20 0,0 0-26 0,1 65-98 16,-1-33-41-16,0 5-14 0,3 1-24 0,-3-1-22 31,4-2-12-31,1-2-16 0,1-8-3 15,-1-5 1-15,4-8-1 0,-2-5-25 16,2-3 13-16,1-4-23 0,-2 0-17 16,4-4 21-16,1-4-29 0,0-5-24 15,3-5-1-15,-2-5-12 0,2-1-4 0,-3 0-3 16,4-4 16-16,-4 3 37 0,-1 1 38 0,2 4 13 16,-2 2 2-16,-1 2 11 0,-2 6 28 15,-3 3 26-15,0 5 21 0,-4 2 13 16,1 0-23-16,1 6-2 0,-1 1 30 15,2 5-18-15,-1 0-20 0,0 4-12 16,2-3-13-16,0-1-43 0,1-1-6 0,0 2 3 16,2-5-50-16,0 2-65 0,4-3-73 15,-2-2-16-15,5 1-52 0,0-5-174 16,1-1-530-16,-5 0-415 0,5-5 573 0</inkml:trace>
  <inkml:trace contextRef="#ctx0" brushRef="#br0" timeOffset="2181.348">4549 3962 1261 0,'0'0'1073'0,"0"0"-579"0,0 0-336 16,0 0-24-16,0 0 32 0,0 0 60 15,0 0 2-15,0 0-23 0,83 33-17 16,-68-50-35-16,1-6-66 0,0-5-40 0,0-6-47 16,1 0 0-16,-1 0-47 0,-6 3 0 15,0 4 4-15,-2 5-13 0,-3 7 15 16,-5 3 10-16,0 4 31 0,-7 5 5 15,-6 3-5-15,-7 2-40 0,-2 7 18 0,-4 7 19 16,-1 7 6-16,-2 5 6 0,3 8 4 16,2 7-11-16,-1 6 48 0,6 1-3 0,-1 3 27 15,6-5-15-15,4-2-21 0,4-7-38 16,4-6 0-16,2-8 0 0,5-6 0 16,9-6 1-16,2-4 36 0,4-2-3 0,6-5-31 15,1-2 12-15,4 0-15 0,0-6-68 16,0-3-37-16,-1-1-45 0,-3-2-57 15,-2 1-42-15,-3-2-125 0,-5 5-300 16,-4-4-787-16</inkml:trace>
  <inkml:trace contextRef="#ctx0" brushRef="#br0" timeOffset="2651.471">2729 4559 931 0,'0'0'557'0,"0"0"473"15,0 0-644-15,0 0 24 0,0 0 2 16,0 0-88-1,0 0-83-15,0 0-89 0,0 0-68 16,0 0-47-16,-7 5-19 0,27-3 44 16,6-1 101-16,6 2-22 0,5 3-52 15,4-1-10-15,5 0-15 0,5 4-18 16,6-1 27-16,10-2 51 0,4-1-35 0,10-2-38 16,4 1 10-16,4-4-28 0,3-4-6 15,5-4 6-15,1-4-14 0,1-6-5 0,2 0-14 16,-1-1-2-16,0 0 2 0,-3 3 0 15,0-2 0-15,-4 6-2 0,-2 1 2 0,-3 4-1 16,-4 1-1-16,-2 0 1 0,-3 1 0 16,-4 1-39-16,-6 1-29 0,-2 0-13 15,-7 0 6-15,-7-3 0 0,-4 0 0 16,-7 0-6 0,-6-1 3-16,-4-2-28 0,-5 0-49 0,-1-1-53 15,-3 0-50-15,-1 1-108 0,-2 0-195 16,-4 2-501-16,0-2-587 0</inkml:trace>
  <inkml:trace contextRef="#ctx0" brushRef="#br0" timeOffset="2868.272">5955 4160 3871 0,'0'0'770'0,"0"0"-595"0,0 0-58 0,0 0 139 0,0 0 100 16,0 0 1-16,0 0-89 0,0 0-132 15,0 0-82-15,0 0-51 0,0 0-3 16,5 0-75-16,-9 0-70 0,0-3-69 16,-2 3-85-16,0-1-426 0,-17 1-1686 0,61 4-83 0</inkml:trace>
  <inkml:trace contextRef="#ctx0" brushRef="#br0" timeOffset="12238.776">10408 3676 1089 0,'0'0'36'0,"0"0"1224"16,0 0-995-16,0 0-91 16,-2-69 80-16,-2 51 49 0,-1 0-56 0,-2-1-60 0,2 1-2 15,-3-1 25-15,1 3-33 16,-4 1-28-16,-1 2-26 0,2 1 4 0,-4-2-14 15,-1 4-6 1,1-2-18-16,-2 2-28 0,0 3 6 16,-1-3-31-16,-2 3-36 0,-1 0 1 15,1 1 11-15,-1 1-9 0,2 5 14 0,-3-1-17 16,-2 1-1-16,0 0-14 16,1 6 14-16,-2 2-18 0,-1 3-2 0,-2 7 21 0,1 1-18 15,-3 6-7-15,0 6 7 0,3 4 15 16,-1 4-21-16,1 0 11 0,2 3-2 15,2 4 12-15,3-3-12 0,2 4 3 16,5-3 10-16,1 3-20 0,2 0 10 16,2 2 0-16,4 1 12 0,3 1-12 15,0-2 12-15,0 1 0 0,9-3 1 0,1-3-1 16,4-5-13-16,2-7 13 0,1-3 0 16,5-6 1-1,0-8 42-15,4 0 6 0,1-7 6 16,2-1 3-16,0-3-6 0,-1-1-7 15,0-3-8-15,-2 0 2 0,-3-3-15 16,1-3-22-16,-1-4 11 0,-3-1-10 16,-1-2-2-16,1-1-1 0,-5-4-49 15,1 0-39-15,-5-1-61 0,1-1-47 16,-7 1-74-16,0 4-88 0,-4-3-156 0,-1 6-265 0,-3 0-583 16,-14-1-235-16</inkml:trace>
  <inkml:trace contextRef="#ctx0" brushRef="#br0" timeOffset="12570.596">9993 4157 1444 0,'0'0'770'0,"0"0"-86"0,0 0-351 0,0 0-155 16,0 0 10-16,0 0 83 15,0 0 31-15,0 0-13 16,0 0-79-16,0 0-66 0,54 4-52 0,-39-4-37 16,-1 0-30-16,3 0-15 0,-2-1-10 15,-1-2-58-15,2-1-59 0,-2 0-61 16,1 1-38-16,-1-1-45 0,-1 3-41 15,-1-3-65-15,-1 1-118 0,-2-2-36 16,0 1-27-16,-2 0 44 0,-4 1 120 0,-1 3 185 0,0 0 199 16,-2 0 248-16,0 5 120 0,0 1 100 15,0 4 15-15,0 4-83 0,0 0-89 16,-3 4-59-16,2 4-55 0,-2 5-7 16,0 5-8-16,0 2 1 0,2 5 72 15,-1 2-122-15,-1-4-72 0,-1 0 1 16,0 0-16-16,1-2-46 0,-2-4-1 0,4-2-14 0,-1-4-25 15,2-4-59-15,0-6-31 0,0-5-47 16,3-6-21-16,2-2-34 0,1-2-84 16,1 0-211-16,4-11-601 0</inkml:trace>
  <inkml:trace contextRef="#ctx0" brushRef="#br0" timeOffset="14476.112">11324 3759 427 0,'0'0'232'0,"0"0"-174"16,0 0 1014-16,0 0-835 0,0 0 25 15,0 0 29-15,0 0 25 0,0 0-12 16,0 0-33-16,0 0-46 0,0 0-33 0,-49 11-35 16,49-11-22-16,-1 0-20 0,-1 1-12 15,2-1-10-15,-1 0-4 0,1 0-21 16,0 0-6-16,0 2-28 0,0-2-13 16,0 0-9-16,0 0 1 0,1 0-11 15,2 0 1-15,4 0 0 0,5-2 46 0,1 1 0 0,4-2-12 16,1 2-19-16,2-2-15 0,0-1 15 15,0 1-5-15,3-1 8 0,3 1 1 16,0 2-20-16,4-3 16 0,2 2-15 16,4-2 9-16,1 0-12 0,5 0 15 15,1-1-13-15,-1 1-2 0,1 0 0 0,1 0 0 16,-4 0 1-16,2-1 0 0,-5 3-1 0,2 1 1 16,-3 1-1-16,-1 0 0 0,2 0-11 15,-4 0 11-15,-1 0 0 0,1 0 1 16,0 0 12-16,-1 0-13 0,1 0 15 0,2 0-3 15,0 0 19-15,1 0 5 0,-1-3-34 16,-3 1 19-16,-2 1 7 0,-5 0-4 16,0 1-9-1,-4 0 1-15,-1 0-15 0,-4 0-1 16,-2 0 1-16,-3 0 0 0,-3 0-1 16,0 0-2-16,-3 0 0 0,-1 0-1 15,-4 0-10-15,2 0 12 0,-2 1 0 16,0-1 1-16,0 0 2 0,0 0-2 15,0 0-21-15,0 0-12 0,-5 0-10 0,0 0-18 16,-2 0-25-16,-2 0-11 0,0-3-38 0,-2 0-41 16,1-1-15-16,-2 1-61 0,-1-3-135 15,5 1-286-15,-15-2-772 0</inkml:trace>
  <inkml:trace contextRef="#ctx0" brushRef="#br0" timeOffset="14861.631">12285 3475 127 0,'0'0'2583'0,"0"0"-2165"0,0 0-233 0,0 0-10 16,0 0 113-16,0 0 8 0,0 0-28 15,0 0-88-15,0 0-85 0,0 0-55 0,11 5-3 0,3 2 9 16,2 2 10-16,5 4 20 0,2-2-23 15,-1 3-17-15,4 0-24 0,-3 1-9 16,1-1-5-16,1 1 4 0,-3 2-2 16,1 0 3-16,-2-1-1 0,0 2 10 15,-3-2-12-15,-1-1-3 0,-5-2 0 16,0 0 2-16,-3 0 0 16,-1-1-12-16,-4 0-8 0,1 1-13 15,-5-1 16-15,0 1 18 0,0 5 0 0,-6 0 12 16,-6 2-10-16,-4 1-1 0,0 1 2 15,-4-1-1-15,-3-2-2 0,-1 0-30 0,-1-3-28 16,-1-4-22-16,0 0-10 0,-4-4-70 16,1 3-35-16,2-4-49 0,-2-2-99 15,2 2-197-15,-1 0-452 0,9-3-329 16,-8 1 548-16</inkml:trace>
  <inkml:trace contextRef="#ctx0" brushRef="#br0" timeOffset="18756.616">11207 3377 166 0,'0'0'1858'0,"0"0"-1356"0,0 0-327 0,0 0 5 15,0 0 54-15,0 0 9 0,0 0-28 0,0 0-15 16,-86-4-62-16,74 9-53 0,-2 1-25 15,1-1-10-15,-3 1 16 0,2 1 6 16,-2 0-1-16,0 2 0 0,0 0 7 16,2 1 2-16,-2-1-21 0,0 1 3 0,3 0-4 15,-1 1-9-15,-2 0-9 0,4 0-25 16,-1 4-12-16,-1-2 0 0,2 3-2 0,0 1-1 16,1 0-2-16,0 2 2 0,2-3-1 15,1-1 1-15,0-2 0 0,5-1 0 0,0 0 1 16,0 0 10-16,3 0-11 0,0-2 0 15,0 5 1-15,2-3 12 0,1 0-13 32,1-1-3-32,1 0-8 0,2 0 10 0,0 1 2 15,2-2 8-15,-1 1-8 0,0-3 0 16,1 1-1-16,2-2 14 0,-1-4-14 16,1 1 0-16,2 0 2 0,-2-3 0 15,3-1 0-15,-1 0-2 0,1 0 0 16,1 0 12-16,0-2 3 0,-2-1-1 0,3-1-14 15,-3 1 0-15,-1-1 2 0,2-1 1 0,-1 2-3 16,0 2 2-16,-1-2-2 0,-2 2-2 16,1 0 2-16,1 1 0 0,-1-3 0 15,1 3 2-15,-2-2-1 0,1 1 0 16,0 1 11-16,0-4-10 0,-2 3-2 16,-1-1-2-16,1 2 2 0,-2-2 1 0,2 0 1 15,-2 2 0-15,-1 0-2 0,-2-1 0 0,1 1-1 31,2 0-2-31,-5 0-12 0,4 0 11 16,-3 0-14-16,0 0 15 0,0 0-15 16,-1 0-1-16,-1 1-8 0,2-1-26 0,-2 2 7 0,2-2-3 0,-2 2-16 0,-1-2-15 31,2 0-13-31,-1 2-18 0,-1-2-29 16,0 1-39-16,2-1-48 0,-2 0-117 0,1 2-377 15,-1-2-820-15,-14-9 357 0</inkml:trace>
  <inkml:trace contextRef="#ctx0" brushRef="#br0" timeOffset="19985.876">14480 3423 1284 0,'0'0'1134'0,"0"0"-760"0,0 0-47 0,0 0-8 16,6-82 58-16,-12 65-57 0,-2 3-18 16,-3 2-73-16,-4 0-11 0,0 2-56 0,-4 3-28 31,1 2-52-31,-4 4-27 0,-1 1-6 15,-1 0-46-15,-4 6-1 0,-2 7-2 16,-2 5-28-16,-1 5-14 0,-1 6 15 0,0 7 14 16,0 2-8-16,3 3 3 0,4 1 6 15,4-1-4-15,6-3-2 0,1-3 18 16,7-4-3-16,6-6-18 0,3-2 18 16,0-4-28-16,9 0 10 0,4-2 21 0,7 1 0 0,5-1 1 15,2 1 26-15,5-1 31 0,1 1-40 0,3-2 25 16,0 4-15-16,2-3 11 0,0 4 7 15,1 0-13-15,-4-1-21 0,-2 2 0 16,-3 0 16-16,-2 2-28 0,-4-3 15 16,-2 3-13-16,-8-3 13 0,-1 1 25 0,-4-1 11 15,-6-1 4-15,-3-4-7 0,0 2-15 16,-3-2-8-16,-9-3 2 0,-1 3 3 16,-4-4-15-16,-3 1-15 0,-5-1 15 15,-2 0-12-15,0-5-1 0,-2 1-2 16,0-3-40-16,2-1-11 0,-1-4-13 15,4 0-24-15,1 0-21 0,3 0 0 16,3 0-4 0,6-6-21-16,2 1 6 0,7 0-53 0,0 2-124 15,2-5-160-15,2-1-185 0,3 3-585 16,7-7-319-16</inkml:trace>
  <inkml:trace contextRef="#ctx0" brushRef="#br0" timeOffset="28858.066">15114 3721 1770 0,'0'0'678'0,"0"0"-324"0,0 0-219 15,0 0 402-15,0 0-51 0,0 0-123 16,0 0-84-16,0 0-18 0,0 0-43 0,0-36-66 0,0 45-67 16,2 6-36-16,1 8 15 15,0 13 57-15,-2 13 3 0,-1 13-42 0,0 12-40 16,0 7-6-16,-4 8-17 0,-4 8-18 16,-3 0-1-16,2-3-37 15,-1-7 19-15,2-12 0 0,3-19 17 0,2-12-14 16,1-14 0-16,2-12-37 0,0-9-54 15,0-4-30-15,0-5 2 0,4-3 6 16,2-6 0-16,5-7 46 0,-1-7 5 0,4-7-12 0,0-7 0 16,0-2-34-16,0-3-22 0,1 2 92 15,1 4 41-15,-3 5 12 0,-1 3 22 16,0 7 52-16,-3 7 25 0,-1 4 5 16,-3 3-21-16,-2 3-12 0,-2 4-31 15,-1 0-39-15,0 1 23 0,0 9-21 16,-1 1 16-16,-4 4-7 15,-2 5-12-15,-3 1-21 0,0-2-4 16,-2 0-36-16,1-2-22 0,-1-3-6 16,2-3 15-16,0-3 15 0,3-2 7 15,0 1 18-15,1-2 3 0,3 2-16 16,3 0-21-16,0 5 52 0,6 0 16 16,4 2 84-16,3 3 9 0,6-2-6 15,1 0-13-15,0 1-19 0,3-3 7 0,-1 0-1 0,-2-5 7 16,1 2 17-16,1-3-11 0,-4 0 8 15,0 0-12-15,-3-3-24 0,0 1-22 16,-3 0-24-16,2 1-3 0,-1-3-24 16,0 3-37-16,0 0-28 0,4 3-18 15,-1-1-28-15,4 4-21 0,2 0-141 16,1-1-302-16,-6-3-531 16,9 2-465-16</inkml:trace>
  <inkml:trace contextRef="#ctx0" brushRef="#br0" timeOffset="29575.535">18922 4087 404 0,'0'0'2140'0,"0"0"-1536"0,0 0-285 0,0 0-34 0,0 0 33 15,0 0 12-15,84 29-40 0,-45-16-139 16,6-1-56-16,0 0-43 0,4-5-49 15,-3-3-3-15,0-4-1 0,1-4-30 16,0-10-67-16,-2-4-86 16,-1-7-35-16,-2-2-95 0,-6-4-196 15,-10 7-513-15,-3-13-552 0</inkml:trace>
  <inkml:trace contextRef="#ctx0" brushRef="#br0" timeOffset="29838.164">19433 3716 440 0,'0'0'1334'15,"0"0"-951"-15,0 0-14 0,0 0 88 0,0 0-57 0,0 0-111 16,-75 47-100-16,67-18-32 0,5 13 9 16,2 5 52-16,1 8 38 0,0 7-37 15,3 3-54-15,0 6-55 0,-1 2-28 16,1 5-27-16,-3-4-25 0,0 1 13 16,0-8-1-16,-4-8 1 0,0-9 11 15,-1-8 40-15,2-8-48 0,-3-9-43 0,3-6-3 0,1-5-12 16,-1-5-28-16,-1-6-32 0,2-3-13 15,-1 0 0-15,0-3 2 0,0-8-17 16,-2-6-68-16,0-7-43 0,-1-6-54 16,1-7-95-16,-1-7-176 0,3-3-246 15,2 13-453-15,2-15 113 0</inkml:trace>
  <inkml:trace contextRef="#ctx0" brushRef="#br0" timeOffset="30108.088">19678 4226 1418 0,'0'0'614'0,"0"0"-86"15,0 0 2-15,91 10 12 0,-75-3-162 16,-4-2-70-16,-4 1-99 0,-2-5-88 16,0 1-43-16,2-2-6 0,-2 0-34 0,4-9 0 15,0-3 3-15,0-3-43 0,2-3-37 0,-1-1-80 16,-3-1 1-16,-2 2 14 0,-2 1 31 16,-4 4-7-1,0 1 22-15,-7 4 10 0,-9 3 18 16,-4 1 28-16,-6 2-2 0,-5 2-11 0,0 4 13 0,0 8 59 0,4 2 28 15,3 3-22-15,5-1-12 0,2 1-28 16,5-1-25 0,1-4-7-16,3 0-51 0,4-4-63 15,1-4-88-15,3-1-127 0,0-3-270 0,0 0-564 16,10-6-227-16</inkml:trace>
  <inkml:trace contextRef="#ctx0" brushRef="#br0" timeOffset="30340.142">20059 3973 1703 0,'0'0'506'16,"0"0"-69"-16,0 0-48 0,92 62-51 0,-72-40-24 16,-6 1-40-16,-5 4 5 0,-4 3-61 15,-5-1-76-15,-2 1-62 0,-4 1-58 16,-5-4-20-16,4-7 16 0,-1-4-3 16,4-8 10-16,1-2 18 0,1-3 12 15,0-3-3 1,2 0-12-16,0-5 12 0,0-7-52 15,0-5-34-15,0-3 16 0,7-4 6 0,3-2-16 16,1 1 1-16,4 0-10 0,3 1-24 16,6 1-35-16,6 1-55 0,5 1-72 15,8-2-62-15,2 4-206 0,-8 7-673 16,18-7-1058-16</inkml:trace>
  <inkml:trace contextRef="#ctx0" brushRef="#br0" timeOffset="30663.409">21089 3866 3380 0,'0'0'537'0,"0"0"-427"0,0 0 97 0,0 0 162 15,-96 60-68-15,65-38-5 0,0 1-119 16,2-3-68-16,4-1-24 0,5-3-21 16,7-4-37-16,6-5-15 0,2 0-12 15,5 0-1-15,0 0-32 0,0 3 2 16,8 3 1-16,1 2 18 0,2 4 11 15,4-3-11-15,1 2 11 0,1-2 1 0,-3 0 0 16,1 0 11 0,-5-2 10-16,-1-1-19 0,-3 0 16 15,-3-1 10-15,-3 0-7 0,0 0-3 16,-3-1-18-16,-6 0-21 0,-2-3-34 16,-2 1-36-16,-2-6-18 0,1 2-19 15,-1-5-9-15,3 0-28 0,-1-4-65 16,5-6-122-16,0-4-164 0,2-5-252 0,4 4-521 15,-4-17-357-15</inkml:trace>
  <inkml:trace contextRef="#ctx0" brushRef="#br0" timeOffset="30963.894">21243 4042 2489 0,'0'0'761'0,"0"0"-244"0,0 0 35 15,0 0-76 1,55 71-103-16,-48-61-108 0,-1-3-132 0,3-2-75 15,1-3-19-15,0-2-15 0,3 0 0 16,1 0-24-16,1-3-9 0,1-6-9 16,1 0-6-16,0 0-52 0,-4 0-21 15,2-1-9-15,-7 2 6 0,-2 1 5 16,-3 1 4-16,-1 2 8 0,-2 0 25 16,0-1 31-16,-9 2 2 0,-4-3-18 0,-6 1-12 0,-2-1 27 15,-6 0-15-15,0 3-37 0,-3-1-6 16,0 3 12-16,1 1 27 0,3 0 23 15,3 1-1-15,4 6-3 0,3-1-40 16,3 1-94-16,3 0-71 0,4-1-124 16,4 1-127-16,0-5-254 0,2 3-449 0</inkml:trace>
  <inkml:trace contextRef="#ctx0" brushRef="#br0" timeOffset="31428.959">21578 3888 2002 0,'0'0'773'0,"0"0"-270"16,0 0-30-16,0 0-102 0,82 29-79 0,-71-17 29 16,-3 1-14-16,-4 4-69 0,-1 2-47 0,-3-2-33 15,0 0-40-15,0-1-43 0,0-4-43 16,0-3-32-16,-1-2-28 0,1-6-41 16,0 1-7-16,0-2-6 0,1 0-5 15,6-6-32-15,3-2 31 0,3-2 12 0,4-4 18 16,2 2 0-16,1-5-9 0,3 4 12 15,-4 5 0-15,1 3 15 0,-2 2 39 0,-7 3-17 16,1 3 18-16,-2 5 38 0,-4 4 45 16,-4 0 0-16,-2 4-1 0,0-2-9 15,0 0-6-15,0 0-3 0,0-6-22 0,-1-1-14 16,1-5-13-16,0-2-13 0,0 0 0 16,1 0-2-16,7-9-29 0,1 1 13 15,5-8 14-15,0 1-10 16,3-3-30-16,3 1-13 15,-5 1 6-15,4 5 7 0,-5 3-10 0,3 6 18 16,-3 0 18-16,-3 2 16 0,3 2 34 16,-3 4 14-16,-2 2 19 0,-1 3 12 15,-2 1 3-15,-1 0-12 0,0 0-15 16,-2 2 8-16,1-2 4 0,-3-1-9 16,1 1-16-16,-1-5-18 0,1 3-11 0,-2-2-13 15,2 0-3-15,-2 0-39 0,3-1-67 0,0 0-58 16,2 0-58-16,1 2-83 0,0-6-373 15,5-1-844-15</inkml:trace>
  <inkml:trace contextRef="#ctx0" brushRef="#br0" timeOffset="31766.137">22509 3990 3216 0,'0'0'622'0,"0"0"-468"0,0 0 12 0,12 66 195 16,-7-49 2-16,2-5-100 0,3-5-120 15,2-3-82-15,7-4-25 0,2-4-3 16,3-6-2-16,2-8-31 0,-1-4 0 16,0-4-49-16,-4-1-24 0,-2 0 6 15,-2 3 31-15,-6 0-7 0,-4 6 19 16,-6 4 23-16,-1 3-2 0,-7 4-25 16,-8 3 10-16,-2 3 18 0,-6 1 18 0,-1 2-15 15,-4 10 43-15,2 4-19 0,-2 9 1 16,0 4-28-16,2 6 3 0,0 1-3 15,5 2 0-15,1 2 24 0,1-4 7 0,4-3-1 16,7-5-30-16,5-4 0 0,3-8-36 16,5-7-4-16,9-4 7 0,6-2 20 15,4-3-5-15,2-3-28 0,5-4-70 16,-1-5-67-16,2-1-85 0,5 2-173 16,3-1-343-1,-7 3-975-15,29 0 695 0</inkml:trace>
  <inkml:trace contextRef="#ctx0" brushRef="#br0" timeOffset="32831.432">23915 3276 1896 0,'0'0'509'0,"0"0"-254"0,0 0 28 15,0 0 110-15,0 0-3 0,0 0-40 0,0 0-54 16,0 0-55-16,0 0-7 15,0 0-60-15,-4 88-12 0,4-41-10 0,2 8-15 16,2 6-25 0,-1 8-3-16,-2 1-3 15,-1 3-33-15,0-1-31 0,0 1-9 16,-1-2-30-16,-8-5 0 0,2-5-2 16,-2-9-1-16,0-10-12 0,1-11-12 0,2-9 3 15,3-9-15-15,0-4-43 0,2-5-15 16,0-4 19-16,1 0 11 0,0-5 6 0,0-6-15 15,0-4-27-15,2-6 0 0,6-4 36 16,2-5-3-16,1-2 18 0,4-2 9 16,1 1 3-16,1 0-9 0,2 6 10 0,2 4 18 15,0 2 18-15,2 7 1 0,-3 3 27 16,-1 4 24-16,-5 6 9 0,-3 1-12 0,-1 0 6 16,-4 0-3-16,-3 5-16 0,-2 1 7 15,-1 0 12-15,0 6-19 0,-8 0-2 16,-4 2-13-16,-1 4 9 0,-2 0-2 15,-1-1-16 1,1 1 0-16,1-3 6 0,3 0-6 16,2-1 13-16,3-4-10 0,3 2 0 0,3-1 3 15,0-3-15-15,3 3 12 0,6-3-3 16,3 3 13-16,4 1 5 0,4 0 6 16,2 0 1-16,0 2 2 0,2-2-12 0,2 1-6 15,1-2-9-15,-1 0-9 0,-4-1-1 16,3-3-2-16,-2 0-21 0,-2-3 3 15,0-1-42-15,2-3-62 0,-2 0-56 0,1 0-69 16,1-3-126-16,-5 1-329 0,4-1-901 0</inkml:trace>
  <inkml:trace contextRef="#ctx0" brushRef="#br0" timeOffset="32969.114">24901 4245 3056 0,'0'0'1468'0,"0"0"-1234"0,0 0-13 15,0 0 190-15,0 0-65 0,0 0-56 16,0 0-146-16,0 0-144 0,0 0-103 16,0 0-36-16,3-9-48 0,-5 2-53 15,-1-1-186-15,-2 4-822 16,-9-2-1865-16</inkml:trace>
  <inkml:trace contextRef="#ctx0" brushRef="#br0" timeOffset="36090.11">8292 6181 1371 0,'0'0'156'15,"0"0"764"-15,23-72-685 0,-17 42-6 0,-3-1 33 16,-2 3 13-16,-1 2 25 0,-3 5 12 16,-7 5-47-16,-3-1-51 0,-1 5-50 15,-5 0-42-15,0 2-33 0,-4 2 15 0,-3 2 6 16,-2 4-49-16,-3 0-23 0,-5 2-38 15,-1 9 0-15,-2 5-1 0,-3 11-24 16,0 9 7-16,2 6 15 0,-2 9-15 16,3 6 18-16,3 1-3 0,7 2-12 15,6-8 15-15,7-5 0 0,9-8 0 16,7-8-11-16,0-8-10 0,13-3 19 16,3-3-8-16,7-1 10 15,3 1 3-15,7-1-3 0,2 0 0 16,4 2 0-16,1-1 0 0,0 2 18 15,-1 2-18-15,-4 0 0 0,1 2 12 0,-6 0-9 16,-4-1-1-16,-1-1 2 16,-5 0 26-16,-4 1 10 0,-4-4-10 0,-4 0-3 15,-4-3 1-15,-2-1-7 0,-2-1 7 16,0 1-1-16,-6 0 3 0,-3 0-9 0,-4 0-18 0,-3-2 12 16,-1-1-13-16,0 0 16 0,-3 0-18 15,-3-1 0-15,-2-2-16 0,2-1-18 16,-3-2-11-16,0-2-16 0,5-1-24 0,3 0 2 15,2 0-11-15,8-1-38 16,3-2-49-16,4 1-59 0,1-2-86 0,4-1-225 16,9-1-203-1,-1 4-254-15,11-10-21 0</inkml:trace>
  <inkml:trace contextRef="#ctx0" brushRef="#br0" timeOffset="36553.35">8422 6616 2292 0,'0'0'379'0,"0"0"-212"0,0 0 67 16,0 0 279-16,79 51-185 0,-69-30-92 0,-2 1 22 0,-2 3-17 16,-3 3-66-16,-1 5-67 0,-2 3-35 15,0 4-18-15,0 2-9 0,-5 3-19 16,-2-4-11-16,2-2-14 0,0-8-1 16,2-8-1-16,-1-10-13 0,4-6 12 15,-2-7-17-15,1 0-34 0,1-10-36 16,0-5-38-16,0-8-28 0,0-7 40 0,7-6-6 0,5-3-1 15,2-2 18-15,3 3 29 0,2 4 36 16,1 4 36-16,2 7 2 0,-2 6 2 16,0 3 39-16,-4 7 18 0,-1 4-9 15,-5 3 15-15,-3 0 25 0,-2 4 6 0,-2 4-19 16,-1 4-34-16,-2 4-12 16,0 2-6-16,-8 6-25 15,-1 0-27-15,-3-1-35 0,-2 1-6 16,1-4-12-16,-1-4 21 0,0-4 25 15,3-5 15-15,-1 0 4 0,2-1-19 0,3-5 3 16,0 2 31-16,4-2-13 0,3 0-8 16,0-1-32-16,2 2 0 0,6 4 53 15,7 0 65-15,2 3 25 0,3-1-37 16,2 3-34-16,2-1 2 0,0 0 10 0,4 1 13 0,-2-1 2 16,4 1 75-16,-2-1-72 0,-1-3-34 15,0 1-15-15,-4-2-18 0,0-1-50 16,-2-2-68-16,2 3-47 0,-2-1-71 15,0-2-177-15,-4-1-293 0,4-2-793 0</inkml:trace>
  <inkml:trace contextRef="#ctx0" brushRef="#br0" timeOffset="37524.88">10833 6470 1539 0,'0'0'650'0,"0"0"-188"15,0 0-172-15,0 0-40 0,4-66 43 0,-7 54 13 0,-7 4 3 16,0 1-10-16,-5 0-80 0,-2 3-34 15,-6 4-4-15,0 0-53 0,-4 6-64 16,-1 2-12-16,1 6-6 0,1 3-4 16,3 6-2-16,6 0-19 0,1 6-21 15,7 2-1-15,3 6-20 0,6 3 2 16,0 1 1-16,12 3-3 0,5 0-10 0,4 2-5 0,3-5-92 16,6-4-40-16,2-5-47 0,6-7-63 15,5-10-231-15,4-8-249 0,-10-7-306 16,20-12-82-16</inkml:trace>
  <inkml:trace contextRef="#ctx0" brushRef="#br0" timeOffset="37879.085">11347 6547 1501 0,'0'0'1510'0,"0"0"-1082"16,0 0-158-16,0 0 63 0,0 0-8 16,0 0-133-16,0 0-26 0,-92 75 34 0,70-40-17 15,-1 6-64-15,3 5 9 16,4 1-1-16,1-2-15 0,4 1-36 0,3-7-28 15,3-4-17-15,4-7-10 0,1-9-20 16,0-6-1-16,3-7-24 0,4-6-19 0,3-2-11 16,4-9 8-16,1-10-2 0,5-6-25 0,-1-6-27 15,5-7-12-15,-1-1-1 0,0 1-6 16,-1 3 6-16,1 6 11 0,-1 3 13 16,-3 9 40-16,-1 3 18 0,-1 7-3 31,-5 5 34-31,-2 4 14 0,0 0 81 0,-3 9 13 15,1 4-13-15,-1 3-16 0,1 5 7 16,-2 1-19-16,0 3-3 0,-2-1 3 16,-1 0-9-16,0 0-19 0,2-6-24 15,-1-5-15-15,0-3-39 0,0-4 11 0,2-4-60 16,0-2-49-16,1-2-49 0,3-7-57 16,0-4-209-16,-1 0-326 0,5-16-880 0</inkml:trace>
  <inkml:trace contextRef="#ctx0" brushRef="#br0" timeOffset="38179.767">11741 6578 2696 0,'0'0'488'0,"0"0"-341"15,1 71 12-15,-1-35 176 0,0 9 89 0,-4 0-40 32,-1-3-56-32,0-4-102 0,2-3-116 0,3-8-92 15,0-6-18-15,0-9-36 0,1-6-22 0,6-6-55 16,2-2-15-16,4-12 27 0,0-7-38 15,4-3-61-15,-1-8-60 0,3-3 15 16,-2-1 29-16,3-1 80 0,0-1 38 16,-1 6 22-16,3 3 28 0,-2 4 48 0,-4 7 23 15,3 5 97-15,-5 4 35 0,0 7 21 16,-3 2 13-16,-1 1-11 0,1 8-8 16,-1 3-15-16,-1 2-26 0,2 3-31 15,-5 4-18-15,0 2-19 0,-2 2-18 16,1-1-25-16,-4 4-18 0,3-5-70 15,-1 2-111-15,0-1-127 0,1-5-176 16,-2-6-796-16,-1-1-1420 0</inkml:trace>
  <inkml:trace contextRef="#ctx0" brushRef="#br0" timeOffset="39846.039">12990 5945 1863 0,'0'0'787'0,"0"0"-536"0,0 0-142 16,0 0 99-16,0 0 152 0,0 0 40 16,58 94-152-16,-44-49-87 0,2 5-18 15,-4 7-38-15,-1 2-25 0,-4 2 0 0,-1 1-7 16,-5 3-39-16,-1-2-17 0,0 0-17 0,0-4-2 16,-4-7-10-16,1-10-6 0,-2-8-4 15,3-11 10-15,1-11 9 0,-1-5 3 16,2-7-3-16,0 0-12 0,0-9-13 15,7-5-40-15,0-3 1 0,7-6 8 16,3 0 31 0,2 1-15-16,1 4 15 0,1 4 7 0,0 6-10 15,0 5 31-15,-2 3 15 0,-2 0 32 16,-1 6-1-16,-4 3 6 0,-5 6 35 16,1 1-11-16,-8 5-8 0,0-1-37 15,0 4-13-15,-10 0 0 0,0-1-2 16,-3 0-13-16,-4-4 11 0,2-1-14 15,-3-2-12-15,1-4-31 0,2-3 15 0,2-4-5 16,0-5-29-16,3 0-45 0,-3-5-66 16,3-8-44-16,1-7-50 0,1-4-152 0,5 1-312 15,3-12-811-15</inkml:trace>
  <inkml:trace contextRef="#ctx0" brushRef="#br0" timeOffset="40162.299">13522 6692 2955 0,'0'0'533'0,"0"0"-311"0,0 0 104 0,0 0 6 16,82 61-66-16,-70-57-66 0,-1-4-63 16,1 0-20-16,2-6-41 0,3-7-30 15,-1-8-10-15,0-4-5 0,3-4-31 16,-5-2-28-16,-1-1-36 0,-1 4 12 16,-4 3-2-16,-5 3-17 0,-3 7 19 0,0 5-3 15,-9 6 9-15,-6 2 12 0,-6 2 7 0,-3 10 8 16,-2 3 18-16,0 6-13 0,0 6 14 15,3 5 2-15,3 4 10 16,1 2 22-16,5 6 9 0,5-3 24 0,1 1 10 16,3 0-19-16,5-3-18 0,0-5-40 15,0-4-9-15,6-5-19 0,8-6-9 0,2-7 1 16,7-1 17-16,5-7-27 0,3-2 25 16,7-1-16-16,2-11 7 0,5-2-17 15,0-4-63-15,2-3-88 0,3 1-87 16,-3-3-171-16,-10 6-321 0,14-10-992 0</inkml:trace>
  <inkml:trace contextRef="#ctx0" brushRef="#br0" timeOffset="48365.783">15656 6647 440 0,'0'0'56'15,"0"0"19"-15,0 0-53 0,0 0 951 16,0 0-703-16,0 0 64 0,3-72-20 16,1 56 35-16,-2-2 3 0,-1 1-62 15,1 4-27-15,1 2-37 0,-2 3-12 16,0 2-18-16,2 6-23 0,0-1-25 0,-1 1-12 0,-1 0-14 16,2 1-18-16,2 5-37 0,1 3-21 15,2 6 6-15,1 3-10 0,-1 5-2 16,1 5-22-16,-1 5 22 0,0 5-16 0,-2 2-3 0,2 2-18 15,-2 2-2-15,-2-2 9 32,0 0-10-32,2-6 0 0,0-6 0 0,0-6 3 15,-1-8-3-15,1-7-1 0,0-4 1 0,2-5 13 16,-2 0 11-16,3-1 0 0,1-9 0 16,2-4 25-16,-1-7 9 0,3-5-28 15,0-3-15-15,-1-3 0 0,2-4-13 16,-1-2 0-16,1 0 0 0,0-4-2 15,0 3-1-15,-1-3-23 0,0 3-25 0,-4 2-5 16,3 4-19-16,-3 3 9 0,-3 7-21 0,1 3-12 16,-2 6-16-16,0 5-15 0,-1 3-41 15,-2 2-101-15,1 4-156 0,0 0-125 16,1 0-174-16,-1 0-488 0,-3 7-396 0</inkml:trace>
  <inkml:trace contextRef="#ctx0" brushRef="#br0" timeOffset="48619.63">16367 6578 10 0,'0'0'2406'16,"0"0"-1989"-16,0 0-177 0,0 0-16 15,5 64 78-15,-5-37-12 0,0 7-10 16,0-2-44-16,-1 2-87 0,-2-2-48 16,0-2-39-16,3-2-31 0,0-8-28 0,0-2-1 15,0-9-2-15,0-5-28 0,0-3-89 16,3-1-65-16,1-2-42 0,-1-12-99 0,0 1-209 16,-1-21-677-16</inkml:trace>
  <inkml:trace contextRef="#ctx0" brushRef="#br0" timeOffset="48787.449">16384 6276 2202 0,'0'0'1133'0,"0"0"-936"0,0 0-80 0,0 0-19 16,0 0 28-16,0 0 54 0,0 0-27 15,0 0-97-15,0 0-56 0,0 0-18 0,0 0-116 16,83 23-109-16,-68-15-82 0,-1-1-218 15,-1 5-716-15</inkml:trace>
  <inkml:trace contextRef="#ctx0" brushRef="#br0" timeOffset="49167.486">16703 6649 1984 0,'0'0'1082'0,"0"0"-788"0,0 0-12 16,0 0 33-1,0 0-36-15,0 0-27 0,0 0-73 0,0 0-44 16,0 0-43-16,0 0-37 16,89 30-21-16,-72-48-19 0,-1-4-15 0,0-1-80 15,0-2-21-15,-2 1-15 0,-1-1 1 16,-2 5-2-16,-5-1 12 0,-4 6 43 16,-2 1 62-16,-3 3 2 0,-10 3-2 0,-3 3 1 15,-4 3 0-15,-1 0 1 0,0 2 38 0,-2 7-3 16,2 5-18-16,3 4 15 0,0 5-15 15,1 3 2-15,3 6 20 0,4 2 8 16,1 4 16-16,-1 3-7 0,5 3-9 16,2-2-15-16,1-1 18 0,2-4-24 15,2-10-9-15,5-4-16 0,6-6 43 0,-2-7-16 16,5-3-28 0,-1-1-2-16,3-4-12 0,1 0-52 15,3-4-44-15,2-5-49 0,3-2-72 16,0-4-82-16,2-1-216 0,-6 0-501 15,10-10-572-15</inkml:trace>
  <inkml:trace contextRef="#ctx0" brushRef="#br0" timeOffset="49552.929">17155 6517 1284 0,'0'0'1122'0,"0"0"-481"15,0 0-408-15,-9 65-99 0,3-33 97 0,1 4 134 16,1 3-11-16,-1 0-54 0,2-4-110 0,3-4-107 16,0-3-46-1,0-8-36-15,3-3-1 0,5-9 0 16,1 1-13-16,2-7-14 0,2-2 5 16,2 0-27-16,4-7-37 0,-3-9 0 0,5-3 19 15,0-6 5-15,0-2 25 0,-1-1 9 16,-2 1 13-16,-2 1-1 0,-2 4-12 15,-4 7 13-15,0 5 15 0,-5 3 9 0,1 7 56 16,-2 0 43-16,1 11-28 0,0 1-21 16,2 7 14-16,0 3-2 0,-1 3-28 15,1 0 9-15,0-2 3 0,1-4 3 16,0-5 15-16,1-4 6 0,0-3-12 16,1-7-12-16,2 0-16 0,2-1 13 15,1-10-19-15,1-2 4 0,1-5-10 0,1-5-27 0,1-1-76 16,1 0-54-16,-3-2-32 0,0-1-70 15,-1 5-109-15,3 0-196 0,-7 4-439 16,5-4-514-16</inkml:trace>
  <inkml:trace contextRef="#ctx0" brushRef="#br0" timeOffset="49868.827">17808 6672 1865 0,'0'0'1427'15,"0"0"-1084"-15,0 0-173 0,13 67 9 16,-10-50 103-16,1-3 41 0,0-3-47 15,4-6-92-15,1 0-71 0,3-5-49 16,3 0-25-16,3-5-39 0,5-9-12 16,2-2-46-16,-2-5-42 0,2 1-32 15,-4-3-2-15,-3 3-2 0,-3 2 10 0,-5 3 12 0,-4 2 14 16,-4 4 29-16,-2 1 37 0,-5 1 31 16,-9 0-57-16,-5 3 60 0,-1 3 0 15,-5 1 60-15,2 5 14 0,0 9-37 0,1 5 13 16,4 3 24-16,2 6-12 0,2 1 12 15,2 3 16-15,1-2 8 0,6-1-37 16,2-5-61-16,3-5-10 0,2-6-11 0,7-6-13 16,6-4-49-16,4-3-6 0,6-5-38 0,3-12-96 15,6-3-131-15,2-8-302 16,-9 6-596-16,13-15-366 0</inkml:trace>
  <inkml:trace contextRef="#ctx0" brushRef="#br0" timeOffset="50222.953">18299 6661 333 0,'0'0'2680'0,"0"0"-2122"0,0 0-302 0,-4 89-1 16,-2-58 54-16,0-1 46 0,-1-5-34 16,5-2-113-16,2-9-96 0,0-3-76 15,1-9-32-15,7-2-1 0,3 0 21 16,2-8-24-16,5-6 0 0,4-10-64 16,1-9-33-16,3-4-34 0,0-5-37 0,0-2 15 15,0-6 2-15,-1 0 16 0,-1-6-11 16,-1-3 19-16,-5-3 46 0,-6-6 34 15,-8-2 19-15,-4-2 9 0,0-1 19 16,-8 3 60-16,0 10-7 0,3 10 25 0,-1 11 67 16,5 12 53-16,1 9-50 0,0 9-4 15,-2 6-19-15,1 3-15 0,-2 6-31 16,-2 7-58 0,1 10-17-16,-3 8 41 0,-2 9 31 15,2 10 6-15,0 11 15 0,-1 5 15 0,-3 10-48 16,2 4-10-16,-2-1-21 0,-2 1-33 15,4-5-10-15,3-11 7 0,2-7-9 16,4-9-18-16,0-10-52 0,4-6-45 16,5-6-31-16,3-6-18 0,1-4-25 15,1-5-97-15,2-4-206 0,-4-6-255 0,5-1-800 0</inkml:trace>
  <inkml:trace contextRef="#ctx0" brushRef="#br0" timeOffset="50987.667">20205 6791 238 0,'0'0'284'16,"0"0"1156"-16,0 0-1132 0,0 0 2 15,0 0 12-15,-54-75-18 0,37 68-45 0,-2 1 70 0,0 1-43 16,-2 4-99-16,-1 1-3 0,-1 2-39 16,1 9-25-16,-2 1 15 0,0 8-12 15,1 5-41 1,1 4-12-16,2 6-9 0,3 1-15 15,3 6-10-15,6-1-8 0,3-3-28 0,4-4 0 16,1-9-12-16,4-6-7 0,6-7 4 16,1-5-6-16,3-4 3 0,2-3-31 15,4-3-37-15,3-7-5 0,3-6-4 16,-1-5 12-16,3-4-24 0,0-2-8 16,-4 1-17-16,1 0 20 0,-5 3 50 15,0 4 31-15,-3 5 28 0,-2 3-13 16,-4 5 16-16,1 6 16 0,-4 0 83 15,0 10 25-15,0 4-19 0,-1 5-12 0,-1 7-1 0,2 3-21 16,-2 0-4-16,2 1 3 0,2 1-33 16,0-8-37-16,4-1-6 0,1-9-67 0,4-3-78 15,3-7-52-15,6-3-82 16,2-7-204-16,-7-5-632 0,16-19-872 0</inkml:trace>
  <inkml:trace contextRef="#ctx0" brushRef="#br0" timeOffset="51272.671">20922 6631 2387 0,'0'0'1275'0,"0"0"-1098"16,0 0 24-16,0 0 118 0,0 0-60 15,-90 53 6-15,68-33 22 0,-1 3-126 16,6-4-85 0,5-2-36-16,5-2-40 0,4-1 0 15,3-1-24-15,3-1 24 0,8-1 19 16,8 1-19-16,3-2-14 0,5 1 14 0,6 1-10 15,3 0 11-15,0 0-1 0,2 0 0 16,-2-3-3-16,-5 1-18 0,-2 0-9 16,-4 2 2-16,-7-1-2 0,-5 2 15 15,-5-1 3-15,-7 2-7 0,-1 2-39 0,-9 2-2 16,-8 1-14-16,-2 0-17 0,-4 0-17 16,-4-1 16-16,0-3-9 0,-1-3-63 15,-2 1-81-15,1-3-68 0,-2-2-199 0,9-1-495 16,-18-3-780-16</inkml:trace>
  <inkml:trace contextRef="#ctx0" brushRef="#br0" timeOffset="51873.809">22679 6810 303 0,'0'0'2479'15,"0"0"-2129"-15,0 0-181 0,-34-80-22 16,20 53-58-16,-6-1-10 0,1 3 120 16,-2 6-36-16,-2 4-52 0,1 5 10 0,0 3-2 0,4 5 88 15,0 2-19-15,3 10-59 0,0 6-49 16,-1 9-31-16,5 7 3 0,-2 10 0 15,4 2-13-15,1 3 1 0,3-1-13 16,4-5-27-16,1-9-12 0,3-5 0 16,8-11-6-16,2-7-13 0,5-7-5 0,2-2-19 15,2-6 3-15,0-10-19 0,4-3-5 0,-1-4-20 16,-2-2 29-16,-1 1 17 0,-2 1 29 16,-4 2-16-16,1 5 21 0,-3 7 13 0,-1 1-10 31,-1 6 13-31,1 2 49 0,-2 7 41 0,-1 5 26 15,3 4-20-15,-3 2-29 0,1 1-40 16,1 0-8-16,2-1-4 0,-2 0-15 16,3-1 0-16,0-5-2 0,3-1-10 0,2-4-52 15,2-3-44-15,2-4-2 0,5 0-35 16,1-5-63-16,4-5-114 0,-1-3-188 16,-7 1-665-16,8-6-598 0</inkml:trace>
  <inkml:trace contextRef="#ctx0" brushRef="#br0" timeOffset="57072.22">24942 6703 2187 0,'0'0'372'15,"0"0"4"-15,0 0 15 0,0 0-80 0,0 0-15 16,0 0 18-16,0 0-137 0,-88 10-85 16,66 4-36-16,2 1-7 0,-2 2-15 15,-1-1-3-15,7-2 6 0,2-2-19 16,5-4 13-16,3-4 3 0,3 0-6 15,3-4-28-15,0 2-25 0,0 2-30 16,9 1-4-16,6 3 59 0,3 3 19 0,5 1 8 0,-1 0-11 16,-2-1-13-16,0 1 0 0,-4-3-3 15,-3 2 3-15,-3 1 9 0,-2 0 13 16,-2-1 3-16,0 1-1 0,-6 2 1 0,0 2 5 16,0-3-14-16,-3 3-1 0,-6-2-3 15,-2 2-15-15,-3-3-25 16,1-1-30-16,0-3-34 0,0-4-19 0,2-1 0 0,-1-3-3 15,5-1-41-15,0-1-28 0,2-6-37 0,2-2-140 16,0-8-236-16,3 4-709 0</inkml:trace>
  <inkml:trace contextRef="#ctx0" brushRef="#br0" timeOffset="57388.328">25171 6810 1747 0,'0'0'730'0,"0"0"-253"0,0 0-20 16,0 0-2-16,1 87 40 0,-4-65-119 16,-1-1-124-16,1-4-99 0,2-6-77 15,1-3-76-15,0-4-25 0,0-4-30 16,5 0-6-16,3-5 6 0,4-7 37 0,3-3-52 16,2-5-47-16,1-4-33 0,3-1 2 0,-1 1 39 15,-2 3 32-15,0 0-4 0,1 1-10 16,-4 6 17-16,-2 2 32 0,-1 5 7 15,-4 4 35-15,1 3 0 0,-3 0 70 16,0 6 27-16,-1 8 21 0,-1 2 13 16,-3 2-4-1,2 5-29-15,-3-1-2 0,0 1-13 0,0 1-4 16,0-2-8-16,0-5-32 0,0-3-39 16,0-6-9-16,0-4-55 0,0-4-59 15,3 0-70-15,2-7-45 0,4-10-77 16,0 3-336-16,4-19-904 0</inkml:trace>
  <inkml:trace contextRef="#ctx0" brushRef="#br0" timeOffset="57743.024">25704 6255 2925 0,'0'0'323'15,"0"0"-234"-15,0 0 207 0,-2 71 119 0,-2-40 3 16,-1 4-97-1,-1 4-156-15,0 3-61 0,-1 2-3 16,-5 8-4-16,1 1-36 0,0 0-46 16,0-3-14-16,4-6-1 0,2-7-12 15,5-8-21-15,0-9 5 0,3-4-2 16,2-5-10-16,3-2 19 0,4 0-3 0,2 0-7 16,3-4 16-16,5 0-13 0,3 1-2 15,2-3-4-15,2 1 31 0,-2 0-9 0,1 0-16 16,-5 1 13-16,-4 2-13 0,-2 1 12 15,-6-1 15-15,-3 0 1 0,-3-1-12 0,-4 0 12 16,-1-1-2-16,-5 0-7 0,-5-1-19 16,-5 3-27-16,-6 1-56 0,-4-1-46 15,-1-1 5-15,-1 0-6 0,2-5-37 16,-1-1-60-16,2 0-176 0,5-1-287 0,-8-11-604 0</inkml:trace>
  <inkml:trace contextRef="#ctx0" brushRef="#br0" timeOffset="58191.069">26318 6772 2583 0,'0'0'540'0,"0"0"-335"0,0 0 179 0,0 0 81 16,-79 59-96-16,51-31-76 0,-1 3-100 15,4 1-53-15,1 2-15 0,6-8-16 16,6-1-52-16,4-7-57 0,5-7-43 0,3-1-5 0,0-3-4 16,1-7 0-16,6 0-5 0,3 0 11 15,3-6-3-15,5-6 16 0,-1-1 20 16,5-6-39-16,1-2-12 0,-1 0 15 16,2 4-9-16,-1 1 6 0,-2 4-19 0,0 5 22 0,-3 5 12 15,2 2 15-15,-5 4 10 0,1 10 12 31,-5 3 28-31,2 4 12 0,-3 8 3 16,-2 1 3-16,-1 8-25 0,-3 2 4 16,0 3-12-16,-2 5-11 0,-2 5 15 15,0 2-5-15,0 3 28 0,-2 2 67 16,-8 1-55-16,-1-6 3 0,-5 0-3 0,-1-4-10 16,-1-6 4-16,2-4 0 0,2-9-22 15,1-7-9-15,0-7 4 0,2-8 11 0,0-9-30 16,-1-1-33-16,1-7-25 0,1-9-18 0,0-9-43 15,2-7-19-15,2-13-64 16,1-7-119-16,2-11-163 0,1 13-622 0,1-35-877 0</inkml:trace>
  <inkml:trace contextRef="#ctx0" brushRef="#br0" timeOffset="58730.431">26579 6744 2141 0,'0'0'1142'16,"0"0"-973"-16,0 0 69 0,0 0 130 15,98-3-137-15,-77 13 26 0,-1 2 39 16,-4 7-106-16,0 3-65 0,-4 3-34 16,-5 5-9-16,-5 1-15 15,-2 5-12-15,-3-1-28 0,-6 3-12 16,-1-3 7-16,-3-6-19 0,3-4 9 16,2-7-10-16,3-7-1 0,3-4 14 15,2-7 15-15,0 0-9 0,0-5-21 16,3-8-63-16,6-8-59 0,1-4 37 15,2-6-15-15,3-1-25 0,1-4-31 16,1 3-13-16,1-1-46 0,-1 3-33 0,0 4-37 16,1 2-86-16,-3 6-68 0,0 4-22 0,-2 3-176 15,-2 4-39-15,-2 6 135 0,0 2 356 16,-4 1 185-16,-2 8 472 0,-1 4 107 16,-1 5-11-16,1 3-81 0,-2 4-77 15,0 4-57-15,-2 0-59 0,-1 2-33 0,-1-1-43 16,2-5-26-1,1-2-47-15,1-8-56 0,0-5-46 16,7-9-22-16,4-1-21 0,1-3 12 16,6-11-2-16,0-5-10 0,3-4-22 15,0-3-33-15,-1-3 6 0,-1 3 0 0,-2-2 3 16,-3 8 45-16,-2 0 2 0,-6 3 17 16,-4 0 16-16,-2 5 6 0,0 0 9 15,-8 2-3-15,0 2 37 0,-5 4 42 0,0 4 18 16,-3 0-39-16,1 6-46 0,-2 4-46 15,1 5 9-15,1 3-9 0,0-1 19 16,2 2-1-16,2-4-17 0,-1-2-13 0,5-1-21 16,1-5-13-16,2-2-63 0,2-1-40 15,2-4-46-15,0 0-78 0,2-6-224 16,4 0-633 0,5-11-564-16</inkml:trace>
  <inkml:trace contextRef="#ctx0" brushRef="#br0" timeOffset="59046.283">27227 6786 2058 0,'0'0'695'0,"0"0"-342"0,0 0 40 0,0 86 1 16,-6-56-2-16,1-6-48 15,2-1-68-15,0-8-132 0,3-3-86 16,0-6-46-16,1-3-12 0,7-3-21 0,3-4-1 16,3-8 19-16,5-3-9 0,1-7-28 15,2-3-45-15,-2-3-41 0,0 4-6 16,-4 0 30-16,0 3 40 0,-4 2 13 15,-2 2-1-15,-2 3 10 0,-5 5 40 16,0 5 42-16,-3 3 54 0,0 1 56 0,0 5-8 16,0 5-37-16,-3 6 13 0,-3 4-7 0,-1 6-19 15,-1-1-3-15,-1 5 4 0,0 1 23 16,-1-5-9-16,2 0-52 0,3-6-57 16,1-2-31-16,4-7-87 0,3-6-58 15,9-4 12-15,6-1 60 0,2-10-116 16,1-8-186-16,3-6-291 15,-5 5-552-15,9-13-556 0</inkml:trace>
  <inkml:trace contextRef="#ctx0" brushRef="#br0" timeOffset="59293.408">27672 6735 2338 0,'0'0'814'0,"0"0"-587"16,0 0-75-16,0 0 85 0,0 0 100 15,0 0 21-15,-9 74-81 0,4-49-123 0,1 4-35 0,-1 6 37 16,2 9 51-16,2 5-37 0,-2 6-55 15,-1 5-27-15,1 8 30 0,-3 2 21 16,1 3-58-16,-6 3-48 0,-1-2-33 16,-2-1-22-16,-3-6-26 0,1-2-58 15,-1-13-42-15,4-7 42 0,0-9 34 16,6-9 11-16,3-12-15 16,1-8-15-16,3-7 6 0,0-9-16 15,3-12-20-15,4-12-23 0,4-8-28 16,2-9-105-16,0-7-109 0,0-5-166 15,0-6-260-15,-1 16-470 0,-1-37-176 0</inkml:trace>
  <inkml:trace contextRef="#ctx0" brushRef="#br0" timeOffset="59531.889">27661 6813 1668 0,'0'0'1145'0,"0"0"-782"0,0 0-54 16,27-72-12-16,-16 53-16 0,1 6-35 16,2 0-39-16,1 1-65 0,3 1-52 0,2 4-4 15,3 2-31-15,-3 1-28 0,2 4-25 16,-4 0 17-16,-2 4-5 0,-2 3-14 15,-2 4 0-15,-5 2 18 0,-1 2 28 16,-2 3 3-16,-4 3 1 0,0 2-50 0,-7 4 0 0,-4 1-30 16,-2 2-7-16,-5 2-30 0,1 1 9 15,-2 0-50-15,-1-1-5 0,3-5 2 16,-2-3-19-16,5-5-35 0,-1-3-56 16,2-7-66-16,1-4-102 0,1-3-78 15,3-2-201-15,-4-2-568 0</inkml:trace>
  <inkml:trace contextRef="#ctx0" brushRef="#br0" timeOffset="60064.232">28622 6692 1102 0,'0'0'1507'0,"0"0"-913"0,0 0-164 15,0 0-65-15,0 0-27 0,0 0-66 16,0 0-72-16,-44 71-50 0,33-36-27 16,3 2-26-16,2-3-6 0,3-3 4 15,3-5-28-15,0-8-64 0,6-5-3 16,5-7-16-16,3-2-5 0,3-4-3 15,3-6-3-15,4-10-7 0,5-4 10 16,-1-8-25-16,0-3-9 16,0 0-6-16,-2 0 12 0,-7 2-6 15,-2 5 6-15,-6 7-6 0,-5-1 27 16,-4 5 30-16,-2 2 1 0,-8 3 22 16,-5 0-1-16,-5 1 22 0,-4 4-25 15,0-2-18-15,-1 5-20 0,2 0-29 0,-1 2-9 0,6 4-22 16,1 3 0-16,4-3-65 0,6 1-97 15,3-4-162-15,2 0-293 0,0-1-636 16,10-2-187-16</inkml:trace>
  <inkml:trace contextRef="#ctx0" brushRef="#br0" timeOffset="60195.753">28936 6703 734 0,'0'0'2042'0,"0"0"-1488"0,81 14-123 16,-53-9-16-16,3-5-129 0,0 0-107 15,-1-5-31-15,2-5-44 0,-2-5-43 0,2-5-61 16,-1-5-27-16,1-4-148 0,-2 0-131 0,-2-1-67 15,-6 3-271-15,-5 8-685 0,-5-3-201 0</inkml:trace>
  <inkml:trace contextRef="#ctx0" brushRef="#br0" timeOffset="60465.626">29292 6410 711 0,'0'0'1563'16,"0"0"-1124"-16,0 0-169 16,0 0 38-16,0 0-70 0,0 0-35 15,0 0 1-15,-79 17-21 0,74-1-15 16,0 5 28-16,2 6 19 0,3-1-49 15,0 9-28-15,0-1-7 0,0 5 10 16,0 3-20-16,0 4-48 0,0 2-40 16,0 2-18-16,0 5-15 0,0-2-16 15,0 4-5-15,0 1-3 0,0-4-7 0,0-3-20 16,2-4-10-16,-1-5 25 0,4-6-10 0,-4-1-36 16,2-6-16-16,-2-4 12 0,-1-4 16 15,0-4 15-15,0-5 9 0,-5-2-3 16,-4-4 15-16,-1-1 12 0,-5-4 10 15,1-1-16-15,-3 0 8 0,-2 0 19 16,-3-5-29 0,-1-4-35-16,-3-5-37 0,-2-4-66 15,-3-3-148-15,-3-6-190 0,6 7-716 0,-11-20-726 0</inkml:trace>
  <inkml:trace contextRef="#ctx0" brushRef="#br0" timeOffset="60934.424">30502 5859 1949 0,'0'0'796'16,"0"0"-379"-16,0 0-105 0,-22 88 30 0,6-36-59 16,-1 10 0-16,-8 13-54 0,-2 6-69 15,-3 5-6-15,-4 3 11 0,-2 1-28 16,-4 0-70-16,1-3-43 0,2-7-9 16,4-9-15-16,4-12-24 0,9-14-22 15,9-14-30-15,6-13-12 0,5-12-31 0,0-6-28 16,8-5-38-16,6-14 0 0,6-10-151 15,-3 3-345-15,17-32-867 0</inkml:trace>
  <inkml:trace contextRef="#ctx0" brushRef="#br0" timeOffset="61313.823">30509 5999 1577 0,'0'0'546'0,"0"0"-203"0,0 0 44 0,0 0 68 15,43 97-93-15,-27-54-51 16,3 9 30-16,2 4-47 0,1 0-112 0,0 4-35 16,-2 1-28-16,-4-1-76 0,-1-2-13 15,-2-3-28-15,-3-2 13 0,0-5-15 16,-4-4-3-16,2-7-40 0,-3-5 3 16,-1-7-15-16,-1-2-24 0,-1-9 24 15,-2-3 2-15,0-5-14 0,-2-4-35 0,-6-2-36 0,-4 0-82 31,-4-6-62-31,-2-2 5 0,-4-3 68 0,0-1 44 0,-1-1 34 0,0-4-86 16,-2-1-40-16,-3-3 41 0,2-2 99 16,-1-2 79-16,1 2 38 0,3 0 122 15,1 3 72-15,8 4 21 0,3 2 45 16,5 6-2-16,3 3-17 16,3 2-58-16,0 0-45 0,6-1-37 15,3 1-13-15,7-4-20 0,4 0 0 16,5-1-55-16,2-2-13 0,0 1-13 15,1-2-30-15,2 2-163 0,1 1-115 16,0-3-110-16,-8 4-327 0,11 0-818 0</inkml:trace>
  <inkml:trace contextRef="#ctx0" brushRef="#br0" timeOffset="65815.33">31153 6793 2338 0,'0'0'638'0,"0"0"-340"0,0 0-28 15,0 0 84-15,0 0-6 0,0 0-60 16,0 0-97-16,0 0-77 0,0 0-22 16,0 0 15-16,0 0 30 0,56-7-39 0,-41 7-29 15,-2 0 1-15,2 2-15 0,0 2-6 16,-1-2-7-16,-1 4-6 0,0-2-8 15,-3 1-16 1,0-1-10-16,-4 2 16 0,1 0-15 16,-2 1-1-16,-4-3 0 0,-1 4-1 15,0 2 26-15,0 0 13 0,-9 2-31 16,-1 0-9-16,-4 2-37 0,-3 0-5 16,-1-2 12-16,-2 2-7 0,-1-2 13 0,2 1 0 15,-3-2 0-15,1-1-1 0,3 1 7 16,0-1 3-16,3-3-15 0,1-1-1 0,4 0 28 15,1-4 0-15,3 2 0 0,3-2-15 16,1 0 3-16,2-1-4 0,0-1 1 16,0 0 8-16,1 2 10 0,3-2 3 0,5 1 37 15,2 3 8-15,3-1-14 0,1 1-7 16,5-4-6-16,1 4-9 0,2-2 25 16,0-2-19-1,2 0-18-15,-1 0-1 0,0 0-11 16,4-5-22-16,-3 4-8 0,1-5-28 0,2 1-30 15,-3-1-25-15,0 0-67 0,0 0-134 0,-4-1-185 16,-3 1-196-16,-5 4-705 0,-2-3-608 16</inkml:trace>
  <inkml:trace contextRef="#ctx0" brushRef="#br0" timeOffset="66478.751">31820 6431 2153 0,'0'0'569'0,"0"0"-347"0,0 0 21 16,0 0 95-16,0 0 22 0,0 0-77 15,0 0-106-15,23 91-47 0,-18-56-22 16,-2 3 120-16,-2 2-44 0,-1 1-53 0,0 0-58 16,-4-1-27-16,-5 1-9 0,-2-3-7 15,0 2-6-15,0-5-22 0,-1-2-1 16,2-5-1-16,1-6 0 0,4-5-3 0,1-4-12 16,1-5 0-16,1-5-3 0,1 0-28 15,1-3-15-15,0 0-27 0,0 0-22 16,0-4-19-16,1-2 6 0,1-4 22 0,5-1 30 15,-2-4 6-15,1-6 22 0,5-1 24 16,-2-2 0-16,4-4 1 0,1 3 7 0,1 0 9 16,1 3-9-16,1 4 11 0,1 4 15 15,-1 5 10-15,-1 3 28 0,-2 5 6 16,1 1-7-16,-4 0-6 0,-1 0-9 16,-1 5-15-1,-3 1-4-15,-1 0 10 0,-2 3-3 16,-3-1 15-16,0 3-4 0,0-1-11 15,-5 2 18-15,-6 3-31 0,-4 2-11 16,-1 1-1-16,-4 2-30 0,0 0-7 16,1-2-18-16,-1-1-28 0,2-1 15 0,7-4 37 15,3-5 31-15,5-1 1 0,1-5 2 16,2 3-3-16,0-3 0 0,0 3 12 0,0 0 32 16,2 2-23-16,7 2-2 0,3 1 30 15,4 0 18-15,0 1-5 0,5 1 11 16,2 0-15-16,3 1-15 0,1-3-3 0,4 2-22 15,-2 0 10-15,4-4-28 0,-2 2-10 16,2-2 10-16,2-1-45 0,0 0-44 16,2 2-33-16,2 4-50 0,1 1 61 0,-4 2-10 15,1-1-306-15,-13-7-344 0,11 5-659 0</inkml:trace>
  <inkml:trace contextRef="#ctx0" brushRef="#br0" timeOffset="74315.172">7999 8750 1706 0,'0'0'1130'0,"0"0"-835"16,0 0-110-16,0 0 6 0,0 0 100 16,0 0-74-16,0 0-54 0,-82-59-23 15,72 56 9-15,0-1-19 0,3 2-29 16,0 2-30-16,-1 0-31 0,-1 0 3 15,-2 3-9 1,0 5-22-16,-5 4-11 0,3 3 2 16,-4 8 19-16,1 8-7 0,-1 2-12 0,-1 5 12 15,1 5-12-15,1-1 8 0,3 3-11 16,4 0-18-16,5-2 16 0,1 3-16 16,3-2 17-16,1-1-12 0,7 1 13 15,-1-4 0-15,3-1-2 0,0-7-10 0,2-5-15 16,-2-5-38-16,3-5-15 0,0-5-24 15,0-3-29-15,1-4-7 0,3-4-40 0,-1-1-81 16,3-6-162-16,-3-3-271 0,4-7-641 0</inkml:trace>
  <inkml:trace contextRef="#ctx0" brushRef="#br0" timeOffset="75032.967">8273 9109 411 0,'0'0'189'0,"0"0"-81"0,0 0 719 0,0 0-288 15,0 0-173-15,0 0-88 0,0 0-5 0,0 0 2 16,0 0-27-16,0 0-45 16,0 0-30-1,0-2-22-15,0 2-16 0,0-2-20 16,3 1-9-16,-3-3-16 0,4-3-22 0,1 0-41 0,1-5-8 15,2 0 2-15,2-3 1 0,3 0-19 16,0 3 13-16,2-1-13 0,0 3 21 16,0 2-11-16,-2 3-13 0,-2 3 9 15,0 2-10-15,-2 0 1 0,-3 0-3 16,0 5 3-16,0 2 14 0,-2 2 14 16,-2 6 9-16,-2 3-10 15,0 3 13-15,0 5-9 0,-2 4-16 16,-5 2 0-16,1 3-12 0,0 3 16 15,-2-2-18-15,4 0-1 0,1-4 0 16,0-4 0-16,3-9-2 0,0-6-23 16,0-2 7-16,4-5 18 0,0-2 1 0,5-3 11 15,-2-1 4-15,3-4 23 16,3-3 7-16,-1-10 3 0,2-2-49 0,1-6-34 0,-1-1-63 16,0-2-23-16,-3-1-18 0,0-2-66 15,-4 1-110-15,-1-1-196 0,-2 9-716 0,-4-16-1017 16</inkml:trace>
  <inkml:trace contextRef="#ctx0" brushRef="#br0" timeOffset="75202.471">8481 8753 620 0,'0'0'1968'16,"0"0"-1307"-16,0 0-327 0,0 0-56 15,0 0 83-15,0 0-67 0,0 0-121 16,0 0-130-16,0 0-43 0,0 0 0 15,0 0 0-15,86-34-23 16,-66 28-101-16,-1 3-33 0,1 0-89 16,0 3-99-16,-8 0-280 0,5 6-685 0</inkml:trace>
  <inkml:trace contextRef="#ctx0" brushRef="#br0" timeOffset="75551.581">8887 9311 630 0,'0'0'1155'0,"0"0"86"16,0 0-975-16,0 0-126 0,0 0 82 0,0 0 118 15,0 0-40-15,0 0-104 0,0 0-82 16,0 0-34-16,0 0-9 0,0 65-28 0,-7-47-12 0,-2 5-25 16,-1 0-6-16,-3-3-65 0,3 1-24 15,1-6-41-15,1 0-27 0,2-8-42 16,3-1-56-16,3-6-142 0,0 0-316 15,0-3-765-15,2-11 146 0</inkml:trace>
  <inkml:trace contextRef="#ctx0" brushRef="#br0" timeOffset="76321.089">9330 9099 16 0,'0'0'2452'16,"0"0"-1953"-16,0 0-236 0,0 0-5 16,0 0 68-16,0 0 13 0,0 0-56 0,0 0-85 15,0 0-72-15,0 0-46 0,0 0-68 16,1 11-12-16,8-11 0 0,2-4 15 0,2-3 28 16,4-1 9-16,1-5-15 0,0-2-23 0,-2 2-14 15,2-1-30-15,-5 2 5 0,-1 1-2 0,0 4-7 16,-3 2 0-16,-2 0-6 0,-1 3 7 15,-2 0-1-15,-3 1-3 0,1 1 6 16,-2 0 0-16,1 0 4 0,1 2 6 31,-1 2 21-31,1 5 22 0,1 3 21 16,-2 2-9-16,2 3 6 0,-3 2-39 16,0 1 26-16,0 4-8 0,0 0-1 15,0 4-2-15,0 2 27 0,-1 4-4 16,-1 1-23-16,-1 3 8 0,0 1 7 0,-1 2-7 15,1 0-2-15,0-1-4 16,0-1 0-16,2 3 16 0,-2-3-32 0,1 0 50 0,-2 2-34 16,0-4 6-16,0-3 1 0,-1-2-10 0,2-3 0 15,0-5-15-15,2-5 12 0,-2-2 1 16,0-3 5-16,3-6 9 0,-4-2-9 16,3-1 1-16,-1-2 5 0,-1 0 3 15,3-3 7-15,-3 0 14 0,-1 0-39 16,-2 0-9-16,0-6-63 0,-5 0-38 0,2-3-26 0,-2-6-53 15,-4 0-16-15,1-9-57 0,-2-3-94 16,1-4-190-16,1-1-273 0,3 5-683 16</inkml:trace>
  <inkml:trace contextRef="#ctx0" brushRef="#br0" timeOffset="77076.678">9423 8718 1618 0,'0'0'1063'0,"0"0"-632"0,0 0-166 0,0 0-138 16,0 0 28-16,0 0 97 0,0 0-10 15,0 0-67-15,0 0-95 0,0 0-52 16,0 0-27-16,82-36-1 0,-67 29-108 16,-1 2-157-16,2 1-117 15,-6 3-258-15,3 1-1014 0</inkml:trace>
  <inkml:trace contextRef="#ctx0" brushRef="#br0" timeOffset="77477.957">9948 8793 1365 0,'0'0'1624'0,"0"0"-1307"0,0 0-120 15,0 0 72-15,0 0 77 0,0 0-10 16,86 73-74-16,-67-58-139 0,3 3-44 16,-1 1 1-16,-2-2 3 0,1 1-4 15,-1 1-30-15,-2 2-13 0,-1-1 1 0,-1-1-22 0,-4 4-12 16,-4-2 9-16,-2 3-11 0,-5 2 1 15,0 2-2-15,-5 1-12 0,-9 4-49 16,-1 0-6-16,-5-2-43 0,-2 4-12 16,-4-4-59-16,1-1-50 0,-1-1-114 15,-2-5-218-15,7-6-648 0,-14 6-853 0</inkml:trace>
  <inkml:trace contextRef="#ctx0" brushRef="#br0" timeOffset="79412.664">10550 8651 2244 0,'0'0'510'15,"0"0"-93"-15,0 0-60 0,0 0 28 0,0 0-65 16,0 0-130-1,0 0-60-15,0 0-41 0,0 0 13 16,0 0 63-16,42 73-9 0,-35-35-49 16,2 4-37-16,-2 3-12 0,-3 0-16 0,1 4 1 15,-4 0-13-15,2 2-28 0,-1-1 12 16,-1-2-14-16,0-1-16 0,1-5-44 0,2-6-32 16,0-5 4-16,-1-8-25 0,2-6-24 15,-1-5-29-15,0-6-53 0,2-3-103 0,2-1-232 16,1-2-189-16,-1-3-567 0,-4-3-301 15</inkml:trace>
  <inkml:trace contextRef="#ctx0" brushRef="#br0" timeOffset="79659.834">10857 9049 85 0,'0'0'2055'0,"0"0"-1673"0,0 0-114 0,0 0 30 16,0 0 21-16,0 0-17 0,0 0-70 15,85-5-15-15,-56 4-30 0,4-3-20 16,10 1-31-16,1-4-13 0,7-2 9 0,6-1-16 16,-1-1-15-16,5-1-19 0,1 0-11 15,0 2-50-15,0-2-18 0,-3 5 3 0,-3-2-5 16,-3 2-1-16,-1 1 0 0,-7 0-3 16,-3-1-18-16,-2 2-52 0,-6-2-28 15,-5 1-12-15,-2 0 0 0,-5-2-47 16,-5 0-40-16,-3 3-89 0,-6-2-132 15,-5 5-191-15,-3-6-705 0</inkml:trace>
  <inkml:trace contextRef="#ctx0" brushRef="#br0" timeOffset="79960.673">11818 8788 653 0,'0'0'1825'16,"0"0"-1448"-16,0 0-184 0,0 0 21 15,0 0 88-15,0 0-40 0,0 0-92 0,0 0-13 16,0 0-4-16,0 0-11 0,98 31-12 16,-67-24 18-16,0-1-25 0,3 0-31 0,-1 1-25 15,1-1-30-15,-2 0-10 0,1 3-5 16,-2-1-21-16,-4 0-1 0,-3 2 0 16,-2-1-19-16,-3 2 1 0,-4 1 0 15,-3 1-28-15,-2 1 3 0,-6 4-6 0,-4 0 12 16,0 2 1-16,-10 2-32 0,0-1-15 15,-4 3-40-15,-6-2 11 0,-2 0 1 16,-2 0 2-16,-3 1-95 0,-3 1-139 0,0-4-220 16,-2 2-514-16,8-8-571 0</inkml:trace>
  <inkml:trace contextRef="#ctx0" brushRef="#br0" timeOffset="81032.23">14610 8785 1251 0,'0'0'286'16,"0"0"1021"-16,0 0-1015 0,0 0-59 16,0 0 94-16,0 0-25 0,0 0-23 15,-84-48-41-15,69 48-59 0,-3 0-90 0,2 4-12 0,0 5-12 16,-1 5-1-16,3 5-15 15,-2 5-25-15,3 4-5 0,2 5 11 0,3-2 4 16,2 4-16-16,5-1-17 0,1-1 1 16,0 3-2-16,1-3-1 0,4 1-2 0,1-3-25 15,2-4-36-15,1-1-9 0,2-7-19 16,0 0-12 0,4-5-19-16,0-3-31 0,2-2-60 15,3-4-146-15,1-4-212 0,-6-1-410 16,6-1-717-16</inkml:trace>
  <inkml:trace contextRef="#ctx0" brushRef="#br0" timeOffset="81936.357">14871 8894 101 0,'0'0'815'0,"0"0"671"0,0 0-1044 15,0 0-143-15,0 0-9 0,0 0-11 0,0 0-59 16,0 0-28 0,0 0-39-16,0 0-26 0,69-12-37 15,-59 17-19-15,0-4-13 0,0 4-5 0,-4-3-13 16,-1 2-19-16,-2 1-8 16,-1 1-10-16,-2 0 0 0,0 2 12 15,-2 5 1-15,-6 1 6 0,-4 5-22 0,-2 0-55 0,-3 5-4 16,-3 1-2-16,2 0-7 0,-2 0-15 15,2 0 24-15,0-3 21 0,5-3 35 0,0-1 3 16,4-3 18-16,1-6-3 0,4-1 10 16,1-5 9-16,3 2-3 0,0-1-28 15,0-2-2-15,6 4 27 0,3-1 37 16,5 1-13-16,1 1 16 0,3-2 18 16,2-1 3-16,0-1-16 0,0-3-11 15,2 0-20 1,1 0-5-16,-3-3-23 0,2-4-14 15,-1-2-1-15,0-2-20 0,0-2-95 0,1-4-74 16,-3 3-100-16,1-2-139 0,-9 3-377 16,3-3-1049-16</inkml:trace>
  <inkml:trace contextRef="#ctx0" brushRef="#br0" timeOffset="82196.576">15392 9016 1694 0,'0'0'1088'0,"0"0"-649"16,0 0-228-16,0 0-27 0,0 0 156 16,0 0-33-16,0 0-71 0,0 0-100 15,0 0-44-15,0 0-24 0,50 18-7 0,-46-8-18 16,-3 5-6-16,1 0-10 0,-2 4 1 16,0 2-13-16,-2 0-15 0,-3 1 0 15,0-3-15-15,1 1-31 0,0-4-37 16,-1-4-24-16,2-6-7 0,2-4-40 15,-1-2-54-15,2 0-84 0,0-8-143 0,0-2-649 16,0-11-596-16</inkml:trace>
  <inkml:trace contextRef="#ctx0" brushRef="#br0" timeOffset="82366.657">15427 8696 2200 0,'0'0'1088'16,"0"0"-935"-16,0 0-23 0,0 0 151 16,0 0 31-16,0 0-95 0,0 0-142 15,0 0-75-15,89-33-1 0,-70 30-114 16,0 1-100-16,1 1-100 0,-3 1-137 16,-2 0-595-16,-1 1-919 0</inkml:trace>
  <inkml:trace contextRef="#ctx0" brushRef="#br0" timeOffset="84955.238">17399 9074 36 0,'0'0'1836'0,"0"0"-1301"15,0 0-280-15,0 0-59 0,0 0 55 16,0 0-34-16,0 0-65 0,0 0-110 0,0 0-42 15,0 0-42-15,-2-7 23 0,2 3-35 0,0 4-64 16,0 0-76-16,0-1-66 0,0-1-89 16,0 1-162-16,0-1-120 0,0 1-403 15,0 0 838-15,2 20 84 0</inkml:trace>
  <inkml:trace contextRef="#ctx0" brushRef="#br0" timeOffset="89953.121">15766 9113 1732 0,'0'0'704'0,"0"0"-291"0,0 0-163 15,0 0 66-15,0 0-56 0,0 0-71 16,0 0-51-16,0 0-46 0,0 0-33 16,0 0 16-16,43-17 34 0,-26 17-22 15,3 3-38-15,1-1-36 0,0 1-1 16,-1-3-9-16,1 0-3 15,-1 0-12-15,-3 0-13 0,3-5-49 16,0-3-69-16,-2-2-38 0,0-3-87 16,-3 1-125-16,-2 0-279 0,-3 0-717 0</inkml:trace>
  <inkml:trace contextRef="#ctx0" brushRef="#br0" timeOffset="90184.48">16169 8776 1960 0,'0'0'482'16,"0"0"-124"-16,0 0-65 0,0 0 6 15,0 0-57-15,0 0 10 0,0 0-25 16,0 0-65-16,0 0-47 16,6 65-32-16,-4-42-15 0,-2 6-9 0,1 0-31 15,-1 2-25-15,0 4-3 0,2-2-2 16,-2 2-20-16,0 2-46 0,0-2-28 15,0 0-59-15,0-2-54 0,1 1-18 16,4-3-98-16,-2-2-150 0,0-8-523 16,5 0-145-16</inkml:trace>
  <inkml:trace contextRef="#ctx0" brushRef="#br0" timeOffset="90394.98">16541 9303 2209 0,'0'0'424'16,"0"0"-157"-16,0 0 111 0,0 0 6 0,0 0-31 16,3 65-78-16,-6-51-126 0,-3 3-84 0,2-3-37 15,-3 1-28-15,-2-2-1 0,3 0-30 16,-1-2-71-16,1 0-50 0,-1-5-112 16,3 0-101-16,3-6-180 0,-2 0-581 15,3-5-790-15</inkml:trace>
  <inkml:trace contextRef="#ctx0" brushRef="#br0" timeOffset="90759.664">16881 8888 2534 0,'0'0'707'15,"0"0"-446"-15,0 0-52 0,0 0 99 0,0 0-23 16,0 0-59-16,0 0-50 0,84 18-44 16,-70-13-53-16,3 0-42 0,-3 1-22 15,-2 2 1-15,0 1-16 0,-2 1-1 16,-4 4-1-16,-3 2-12 0,-3 6 12 16,-3 3-32-16,-9 6-46 0,-1 2-9 15,-4 1 12-15,3-1 31 0,-2-2 12 16,3-3 12-16,1-7 21 0,7-4-1 15,2-5-19-15,3-6-16 0,0 0 0 16,4-5 37-16,4 2 6 0,3-3 43 16,0 0 13-16,5 0-22 0,-1 0 12 0,3-4-12 15,1-4-40-15,1-2-1 0,2-1-20 0,1-4-44 16,0-1-108-16,1-2-109 0,-1 1-155 16,-8 5-305-16,5-6-767 0</inkml:trace>
  <inkml:trace contextRef="#ctx0" brushRef="#br0" timeOffset="91139.457">17394 9063 2790 0,'0'0'500'0,"0"0"-271"0,0 0 36 0,0 0-26 16,0 0-82-16,0 0-4 15,0 0-45-15,0 0-71 0,0 0-24 16,0 0 2-16,0 0-2 0,62-43-10 0,-52 43-3 16,-1 0-13-16,1 0 4 0,-3 5 9 15,1 2 12-15,1 4 7 0,-1 2 9 16,0 5-4-16,-2 1 10 0,3 2 22 16,-1 5 11-16,-3 2-33 0,1 3 0 15,-2 1-22-15,0 5 7 0,0 2-8 0,-4 3-10 0,0-1-1 16,0 0 3-16,0 0-2 0,0 0 1 15,-4-4 9-15,1-2-10 0,-2 0 0 16,-1-5-1-16,1-5 3 0,0 0 0 16,-2-3-3-16,2-7 2 0,-1-1-2 15,-1-5-25-15,-2-4-21 0,-2-3-12 16,-2-2-28-16,-4-3-44 16,-1-8-56-16,-2-6-29 0,0-7-68 15,-2-6-153-15,5 5-583 0,-6-28-734 0</inkml:trace>
  <inkml:trace contextRef="#ctx0" brushRef="#br0" timeOffset="91324.361">17394 8772 2115 0,'0'0'676'0,"0"0"-339"0,0 0-31 0,0 0 51 16,0 0-146-16,0 0-41 0,91-54-84 15,-64 42-86-15,2 2-19 0,1 2-46 16,1 2-161 0,-4 2-55-16,-2 4-106 0,-5 0-261 15,3 4-715-15</inkml:trace>
  <inkml:trace contextRef="#ctx0" brushRef="#br0" timeOffset="91548.843">17874 9122 3209 0,'0'0'517'0,"0"0"-362"0,0 0 2 0,0 0 37 16,0 0 76-16,0 0-42 0,0 0-114 16,0 0-86-16,91 28-14 0,-68-28-14 15,1 0-25-15,1-6-45 0,-2-3-75 16,2-4-84-16,-1-2-142 0,-5 4-279 15,-2-6-979-15</inkml:trace>
  <inkml:trace contextRef="#ctx0" brushRef="#br0" timeOffset="91776.635">18384 8861 2962 0,'0'0'533'0,"0"0"-242"0,0 0-23 0,0 0-74 16,0 0 11-16,0 0 54 0,0 0-90 16,0 0-71-16,11 67-34 0,-9-42-9 0,1 4-9 15,1 2-31-15,-4 0-14 0,2 4 0 0,-2 0-1 16,1-3-64-16,-1 0-95 0,3-3-62 16,3-5-4-16,1-2-23 0,6-5-97 15,0-5-123-15,-3-4-502 0,9-8-657 16</inkml:trace>
  <inkml:trace contextRef="#ctx0" brushRef="#br0" timeOffset="92056.021">18941 8797 2005 0,'0'0'1062'0,"0"0"-896"0,0 0 73 16,0 0-5-16,0 0 28 0,70 74 79 0,-55-51-16 16,-1 1-125-16,2 4-90 0,-2-2-40 15,1 3-21-15,-4-1-18 0,-3 0-28 16,-3 2 17-16,-2 1-20 0,-3 1-3 0,-4-1-64 31,-8 0-46-31,-2-1-16 0,-5-2-3 0,-2-2 5 0,-1-3-6 0,-6-4-37 16,1-1-78-16,-2-5-99 0,-1-1-197 15,6-7-484-15,-13-5-955 0</inkml:trace>
  <inkml:trace contextRef="#ctx0" brushRef="#br0" timeOffset="92648.527">20246 8594 1231 0,'0'0'664'16,"0"0"-343"-16,0 0-124 0,0 0 313 15,0 0-197-15,0 0-74 0,0 0-4 0,0 0-31 0,0 0-37 0,-76 43 2 31,69-22-5-31,0 6-3 0,2 7-4 16,-1 2-28-16,1 6-40 0,0 1-19 0,1-1-45 16,-2 4-7-16,2-4-18 0,0 1 0 15,1-1-18-15,1-4-13 0,2 1-57 16,0-3-47-16,8-4-22 0,6-3-1 16,3-5 25-16,6-3-41 0,5-3-103 15,5-7-207-15,-6-1-265 0,19-10-611 0</inkml:trace>
  <inkml:trace contextRef="#ctx0" brushRef="#br0" timeOffset="93629.369">20578 8971 1774 0,'0'0'464'0,"0"0"307"0,0 0-302 0,0 0-108 15,0 0-119-15,0 0-39 0,0 0-1 16,60-78-8-16,-34 61-74 0,2 2-16 15,-3 3-27-15,1 3-16 0,-7 4-31 0,-2 3-5 16,-6 2-25-16,-3 0-12 0,-1 8-1 0,-4 2 13 16,-1 3 46-16,-2 4-9 0,0 2-9 15,-9 5-28-15,-2 1-33 0,-3 2-22 16,0 3-22-16,-2 0 4 0,1-3 6 16,1 3 11-16,3-5 26 0,2-2 14 15,4-1 13 1,0-4 1-16,5 0 2 0,0-6-15 15,0-1 15-15,3-3 13 0,3-1 15 0,1-4 9 16,4 0 9-16,0 0-10 0,0-3-2 16,7 0 6-16,-2-3-13 0,4-3 1 15,1-6-28-15,1-2-3 0,2-3-12 16,2-1-80-16,-1-1-83 0,-1-2-93 16,0 2-143-16,-2 1-202 0,-4 4-573 0,-1-3-579 0</inkml:trace>
  <inkml:trace contextRef="#ctx0" brushRef="#br0" timeOffset="93859.673">21212 8929 2531 0,'0'0'457'16,"0"0"-287"-16,0 0 88 0,0 0 84 0,0 0-53 16,0 0-23-16,0 0-80 0,0 0-87 15,0 0-41-15,0 0-8 0,72-3-20 0,-63 14 16 16,2 3 62-16,-1 5-22 0,-2 0-47 15,0 5-11-15,-4 0-13 0,-2 2-13 0,-2-3-2 16,0 0-15 0,0-4-37-16,0-3-46 0,0-6-34 15,0-5-37-15,0-2-45 0,0-3-103 16,0-5-207-16,0-3-621 0,0-13-924 0</inkml:trace>
  <inkml:trace contextRef="#ctx0" brushRef="#br0" timeOffset="94028.46">21288 8651 3059 0,'0'0'453'15,"0"0"-244"-15,0 0 46 0,0 0 36 0,0 0-117 16,0 0-72-16,0 0-89 0,0 0-13 31,0 0-28-31,90-54-28 0,-64 45-105 0,1 3-115 16,0 4-117-16,-8 1-270 0,9 1-642 0</inkml:trace>
  <inkml:trace contextRef="#ctx0" brushRef="#br0" timeOffset="94845.118">21840 9168 2594 0,'0'0'393'0,"0"0"-160"15,0 0-10-15,0 0 31 0,0 0 35 0,0 0 15 16,-3 74-108-16,-2-58-98 0,-1 1-51 0,-1-2-46 15,2 1-1-15,0-3-16 0,0-3-42 16,2-1-106-16,0-3-57 0,3-1-68 16,0-3-135-16,0-2-283 0,0 0-783 0</inkml:trace>
  <inkml:trace contextRef="#ctx0" brushRef="#br0" timeOffset="95160.735">22223 8961 1497 0,'0'0'1656'15,"0"0"-1366"-15,0 0-115 0,0 0 159 16,0 0-61-16,0 0-43 0,0 0-48 16,81-10-87-16,-64 10-58 0,-2 3-34 15,1 3-1-15,-5 2-1 16,1 2-2-16,-4 1 2 0,-5 5 22 15,-3 3 4-15,0 4-23 0,-8 4-4 0,-7 5-40 16,-1 2 40-16,-1 1 0 0,-1-3 0 16,2-2 1-16,4-2 17 0,2-6-15 15,4-6-3-15,6-3 37 0,0-4-12 16,6-3-4-16,8-5 3 0,2-1 4 16,4 0-4-16,5-1-23 0,2-9-1 0,3-3-15 0,2-3-64 15,3-4-106-15,-1-2-99 0,2-2-135 16,-10 5-327-16,5-7-1231 0</inkml:trace>
  <inkml:trace contextRef="#ctx0" brushRef="#br0" timeOffset="95531.358">22778 9093 3071 0,'0'0'567'15,"0"0"-312"-15,0 0 25 0,0 0-22 16,0 0-67-16,0 0-18 0,0 0-84 15,0 0-89-15,62-68-9 0,-47 58-13 16,-1 2-12 0,-1 2 1-16,-1 5 5 0,-1 1-18 15,-1 0-7-15,-2 3 23 0,0 7 30 0,-2 6 6 16,-2 5 34-16,-2 3 15 0,-1 3-39 16,-1 4-1-16,0 3-12 0,0 0-2 15,-1 4-1-15,-2 2-12 0,-2 0-13 0,1-1 13 16,-1 3-16-16,-1-1 7 0,1-5 20 15,1 4-1-15,-2-2-1 0,0 1-1 0,-1 3 3 16,-1 4 1-16,-1-2 13 0,-2 0 24 16,0-6-16-16,3-8-5 0,0-8-1 15,1-5-12-15,2-6-1 0,0-5-2 0,1-3-32 16,-1-3-42-16,1-3-61 0,-3-10-135 16,1-5-84-16,-2-7-178 0,0 3-450 15,-4-21-405 1</inkml:trace>
  <inkml:trace contextRef="#ctx0" brushRef="#br0" timeOffset="95714.682">22882 8557 2884 0,'0'0'566'0,"0"0"-348"15,0 0-22-15,0 0-42 0,0 0-72 0,95-25-51 16,-69 24-31-16,3 1-30 0,1 0-106 16,0 1-147-16,1 5-117 0,-7 0-229 15,6 0-802-15</inkml:trace>
  <inkml:trace contextRef="#ctx0" brushRef="#br0" timeOffset="95978.491">23529 8816 2156 0,'0'0'1313'0,"0"0"-1069"0,0 0-2 0,0 0 34 16,72 72-18-16,-52-52 65 16,0 2-53-16,0 1-130 0,-2 2-70 0,-2 0-15 15,1 3-16-15,-7-2-12 0,2 3-8 16,-8-1-18-16,-1 2-1 0,-3 1-2 0,-6 1-38 15,-7 3-12-15,-6 1-33 0,-3 4 12 0,-6-1-15 16,-1 1-59-16,-4-2 18 0,-3-1-21 16,0-2-20-16,-5 0-113 0,-4-3-112 15,10-7-275-15,-28 7-868 0</inkml:trace>
  <inkml:trace contextRef="#ctx0" brushRef="#br0" timeOffset="98667.164">16065 10001 1375 0,'0'0'647'0,"0"0"-365"0,0 0-172 16,0 0 3-16,0 0 0 0,0 0 238 15,0 0-124-15,0 0-67 0,-79-8-49 16,63 21-16-16,-2 6 22 0,-2 2-25 16,2 0 2-16,2 2 13 0,0-3-6 15,4 1-1-15,3-1 12 0,2 3 3 0,4-2-44 16,1 4-6-16,2 2-7 16,2 2-5-16,8 2-32 0,2 1 7 0,6 1-3 0,5-1 2 31,4-2-11-31,4 0 5 0,2-2-18 0,3-4 16 0,2-3-16 0,2-4 0 31,4 0 10-31,0-4-12 0,2-3-1 0,2-3 2 16,0-1 9-16,2-5-11 0,4-1-15 15,2-2 13-15,6-8-13 0,3-4 2 16,7-3 13-16,5-2-1 0,3-2 2 0,1-1 15 16,4 0-16-16,1 0-3 0,-2 3-10 0,0 1-8 15,-1 1 21-15,1 2-10 0,-3-1 7 16,1 2-12-16,3 3 15 0,1 0 3 15,5 2 16-15,5 0 45 0,0 1-27 16,-1-1-36-16,-2 3 2 0,-2 3 9 16,-3 3-14-16,-3 0 2 0,-3 7-15 0,-8 7 15 0,-2 3 9 15,-9 5-9-15,-7 3-1 0,-9 5 1 16,-7 2-2-16,-10 6-13 0,-4 1 15 31,-7 4-1-31,-9 2 1 0,-4 0 2 0,-5 3-2 16,-1-2-27-16,-7-2-7 0,-2-3-9 15,-4-5 40-15,1-5 0 0,1-6-18 16,4-4-1-16,2-13 19 0,3-2-28 0,2-6-33 16,3-1-20-16,10-12-2 0,6-10 55 15,7-8 29-15,8-9-51 0,6-8-52 16,5 0-45-16,5-2-23 0,1 3 53 16,5 3 48-16,3 2 53 0,3 0 8 15,2 6 11-15,2 1 32 0,2 3 34 16,-1 3 22-16,-2 5 28 0,0 3-9 0,-1 7 9 0,-4 5-23 15,-2 5-3-15,-4 4 31 0,-4 0-38 16,-2 8 6-16,-1 4-31 0,-3 3-5 16,0 0 8-16,1 1-6 0,0-2-9 15,6-3 12-15,2-2-9 0,3-5 3 16,2-4-16-16,1 0-17 0,-1-7-19 16,-4-7-2-16,-4 0-20 15,-5-5-45-15,-4 1-46 0,-5-1-43 16,-3 2-53-16,-4 2-91 0,-5-1-192 15,-6 8-575-15,-7-4-777 0</inkml:trace>
  <inkml:trace contextRef="#ctx0" brushRef="#br0" timeOffset="99184.169">19892 11022 2587 0,'0'0'427'0,"0"0"-254"0,0 0-58 0,-8-78 3 16,0 58 12-16,-1 3 44 0,-4 6 40 15,-4 4-34-15,1 3-77 0,-4 4-16 0,-2 4-44 16,-3 4-15-16,0 9-3 0,-4 3 3 16,-1 8-9-16,-1 4-1 0,0 8 25 15,0 4-15-15,6 6 37 0,0 4 6 16,5 3 0-16,6 0 2 16,3 0-14-16,4-3 5 0,7-7-27 15,0-4-18-15,9-10-19 0,2-7-2 16,7-8-35-16,-1-6 13 0,5-9 2 15,1-3 22-15,1 0-2 0,2-13-57 16,2-5-76-16,-3-1-93 0,1-9-108 16,-8 9-224-16,0-16-765 0</inkml:trace>
  <inkml:trace contextRef="#ctx0" brushRef="#br0" timeOffset="99368.802">19580 11222 2613 0,'0'0'745'0,"0"0"-482"0,0 0-140 16,0 0 138-16,0 0-13 0,0 0-37 16,87 22-17-16,-56-19-58 0,7 0-44 0,1-2-31 0,6-1-61 15,-2 0 0-15,3 0-28 0,0 2-24 16,-1 2-126-16,2-2-106 0,-2 6-128 16,-12-4-236-16,10 12-861 0</inkml:trace>
  <inkml:trace contextRef="#ctx0" brushRef="#br0" timeOffset="99759.241">20684 11368 3128 0,'0'0'385'0,"0"0"-385"0,0 0 13 31,0 0-13-31,-62 89 133 0,33-46 85 16,-1 10 39-16,-2 11-70 0,-5 2-44 0,0 9-47 15,-4 4-16-15,-7 4-31 0,-5 6-21 16,-3 1-26-16,-3-2-2 0,2-5 0 16,5-8-25-16,8-12-15 0,11-15 40 15,12-18-2-15,10-12 2 0,7-13-40 16,4-5-117-16,4-15-54 0,13-14-22 0,7-14-65 16,8-14-92-16,-3 10-352 0,16-35-975 0</inkml:trace>
  <inkml:trace contextRef="#ctx0" brushRef="#br0" timeOffset="100005.321">20630 11464 2338 0,'0'0'651'0,"0"0"-418"0,0 0-67 0,0 0 25 15,0 0-39-15,0 0 134 0,4 66-17 16,-4-25-70-16,3 10-42 0,1 10-25 16,4 5 6-16,0 6-25 0,-2 3-42 15,1 1-22-15,0-2-19 0,-1 1-21 16,0-7-9-16,-1-6-15 0,1-8 0 15,0-9-19-15,2-8 7 16,-2-8 26-16,-1-8-33 0,-2-4-39 16,0-6-1-16,-3-5-24 0,0-5-31 15,0-1-7-15,-3-4-52 0,-5-6-99 16,0-7-41-16,-4-5-97 0,1-3-13 16,-4-5-211-16,5 6-352 0,-11-14-26 0</inkml:trace>
  <inkml:trace contextRef="#ctx0" brushRef="#br0" timeOffset="100171.1">20432 11950 1399 0,'0'0'430'0,"0"0"27"0,0 0-250 16,0 0 177-16,0 0 9 0,0 0-34 16,0 0-87-16,0 0-49 0,0 0-36 15,0 0-29-15,0 0-7 0,36 43-21 16,-10-31-23-16,7-3-39 0,0-7-19 16,3 1-25-16,2-3-23 15,-2 0-1-15,2-4-15 0,-3-2-74 16,1-2-86-16,-4-2-72 0,0 2-120 15,-5-1-222-15,-6 4-727 0,2 0-842 0</inkml:trace>
  <inkml:trace contextRef="#ctx0" brushRef="#br0" timeOffset="105850.479">20947 12318 326 0,'0'0'82'16,"0"0"1742"-16,0 0-1410 0,0 0-128 16,0 0 66-16,82-2-50 0,-62 4-78 15,2 1-76-15,1-2 0 0,0-1-4 0,-1 0 5 16,-2 0-19-16,-3 0-47 0,-4 4-12 15,-4-2-28-15,-4 3-28 0,-2 3-2 0,-3 3 5 16,0 2-16-16,-7 5 17 0,-3 3-17 16,-5 3-2-16,-2 1-18 0,-3 0-3 15,1 0-16-15,-2-1 9 0,1-4-2 16,3-2-1 0,2-2 31-16,3-4 12 0,3 0-12 15,1-3-1-15,4-1-2 0,4 3 0 0,0-3 3 0,1 3 11 16,9-3 26-16,3 3-18 0,3-4 2 15,3-1 16-15,2 1-13 0,4-4-5 16,-2-3-19-16,1 0 9 0,2-3-9 16,2-5-67-16,0-7-69 0,1-1-37 15,4-8-132-15,-2-1-262 0,-5 3-786 0</inkml:trace>
  <inkml:trace contextRef="#ctx0" brushRef="#br0" timeOffset="106066.503">21561 12185 1687 0,'0'0'1133'0,"0"0"-883"0,0 0-164 16,0 0 96-16,-20 84 88 0,17-50 71 16,1 7-34-16,2 2-105 0,0 3-73 15,0 1-45-15,0 1-29 0,0 2-37 0,0-3-18 0,2-1-50 16,2-8-138-16,4-7-51 0,3-7-24 15,6-13-89-15,5-8-145 0,4-6-191 16,-3-6-604-16,10-20 257 0</inkml:trace>
  <inkml:trace contextRef="#ctx0" brushRef="#br0" timeOffset="106279.628">21924 12464 1418 0,'0'0'666'15,"0"0"138"-15,0 0-550 0,0 0-95 0,-90 4 13 0,62 6 15 16,-3 2 15-16,3 2 9 0,2 4-111 15,1 4-72-15,5 3 6 0,1 0 16 16,5 5 12-16,2-1 6 0,7-3 28 16,5 1 31-16,0-6-44 0,12-1-28 15,4-3-21-15,9-4-22 0,6-4 10 16,7-5-12-16,6-4-10 16,3 0 0-16,5-10-28 15,2-4-122-15,1-3-63 0,-1-1-192 0,-15 3-271 16,12-2-862-16</inkml:trace>
  <inkml:trace contextRef="#ctx0" brushRef="#br0" timeOffset="122292.756">6215 11689 408 0,'0'0'619'0,"0"0"1055"0,0 0-1260 0,0 0-187 0,-11-71 17 16,2 58 78-16,-1 1-2 0,-3 3-59 16,-1 3-76-1,-5 3-44-15,0 2 0 0,-5 1-55 16,-4 1-13-16,-5 8-21 0,-6 8 0 15,-2 4-10-15,-3 10-14 0,-3 3-10 16,-1 7-15-16,2 3-2 0,3 4-1 0,7-2-12 16,4 2-12-16,6-3 8 0,10-8-2 15,8-5-9-15,5-4 5 0,3-6-2 0,4-1 21 16,10-2-9-16,4 0 12 0,5 0 0 16,4 0 3-16,6 0 0 0,0-1 27 15,2 1-15-15,1-4 1 0,-3 3-16 16,-1-1 3-16,-3 0 0 0,-6 1 9 15,-3 2-11-15,-6-3 11 0,-2 3 0 0,-7 0-9 16,-3-1 22-16,-2 0-4 0,0 0-3 16,-7 1 4-16,-8-1-4 0,-1 0-3 15,-4 0-3-15,-3-3-12 0,-2-1-1 16,0-1-41-16,-4-2-28 0,3-2 0 0,0-1 3 16,2-2-7-16,1-2-8 0,2-2-41 15,4-3-6 1,3 0-18-16,1-2-42 0,7-4-110 15,3-4-189-15,3-3-282 0,0 3-632 16,12-12-6-16</inkml:trace>
  <inkml:trace contextRef="#ctx0" brushRef="#br0" timeOffset="122525">6098 12339 1725 0,'0'0'1327'0,"0"0"-1046"16,0 0-125-16,0 0 144 0,0 0 59 15,-10 73-48-15,3-44-67 0,3 5-69 16,4 5-32-16,-1 3 22 0,1 3-34 16,0 0-64-16,0 0-15 0,1-3-52 0,6-2 0 15,2-5-16-15,1-8-75 0,3-6-64 0,3-8-34 16,2-8-26-16,4-5-7 0,3-3-128 16,2-10-87-16,2-4-195 0,-1-8-186 15,1-1-281-15,-1-6 339 0</inkml:trace>
  <inkml:trace contextRef="#ctx0" brushRef="#br0" timeOffset="122740.254">6416 12633 110 0,'0'0'473'16,"0"0"32"-16,0 0 263 0,9-67-204 16,-21 59-87-16,-6 3-141 0,-5 3-49 0,-4 2-75 15,-2 0-52-15,-1 5-12 0,0 5-13 16,1 3-42-16,3 1-27 0,7 3-26 16,2 0-12-16,4 2-25 0,3-1 16 0,6 1 9 15,2 1-10-15,2-2 28 0,2 0-5 16,9 0 11-16,2 0 1 0,4 0 20 15,2-2-5-15,0 0-4 0,1-1-21 0,0 1-15 16,0-2-1-16,3 0-25 0,-1 0-2 16,2-1-21-16,2-2-49 0,3 0-133 15,1-4-75-15,5-4-116 0,-9 0-308 16,14-3-849-16</inkml:trace>
  <inkml:trace contextRef="#ctx0" brushRef="#br0" timeOffset="123094.013">7002 12478 2970 0,'0'0'1080'0,"0"0"-889"0,0 0-131 0,0 0 51 16,0 0 38-16,0 0 57 0,0 0 30 16,0 0-102-16,0 0-24 0,105-22 36 15,-61 13-15-15,4 3-65 0,7 0-5 0,0-1-19 16,4 2-8-16,2 1-31 0,2-1-2 0,4 2 2 16,1-4-2-16,2-1-1 0,-5 1-2 15,-2-2-29-15,-5 0-14 0,-8 2-19 16,-4-4-24-16,-7 5-33 0,-7-1-31 15,-5 0-31-15,-7 0 2 0,-8 2-58 16,-4 0-96 0,-6 1-47-16,-2-3-28 0,-10-1-168 15,1 1-505-15,-14-9-758 0</inkml:trace>
  <inkml:trace contextRef="#ctx0" brushRef="#br0" timeOffset="123325.889">7881 12128 1418 0,'0'0'1713'0,"0"0"-1496"15,0 0-128-15,0 0 85 0,0 0 19 16,0 0 103-16,91 38-22 0,-72-26-85 0,4-3-72 16,-3 1-13-16,3 1-18 0,-3-1-24 15,0 0-26-15,0 1 1 0,-2 1-6 16,-1 1-13-16,-2 0-18 0,-3 1-12 0,-4 3 11 16,-4-1-21-16,-1 4 22 0,-3 1-2 31,-4 4 0-31,-7 3 0 0,-6 3-34 0,-1 0-23 15,-1 0-26-15,-6 1-26 0,-5 0-49 16,0 1-41-16,-5-2-118 0,-1-4-217 16,12-6-508-16,-5-4-412 0</inkml:trace>
  <inkml:trace contextRef="#ctx0" brushRef="#br0" timeOffset="124296.054">9524 11612 238 0,'0'0'147'0,"0"0"1596"0,0 0-1364 16,0 0-134-16,0 0 28 0,0 0 40 15,0 0 17 1,0 0-27-16,0 0-24 16,-49-68-65-16,41 63-32 0,2 1-34 0,0 1-32 15,2-1-12-15,1 4-3 0,3-2-16 0,0 2-33 16,0 0-21-16,0 0-28 0,0 0-2 0,0 0-1 15,0 0-19-15,0 0 1 0,0 0-9 16,0 0 8-16,0 0 7 0,0 0 11 16,0 0 1-16,0 0 2 15,0 0 14-15,0 0 2 0,0 0 0 0,0 0 6 0,0 0-2 16,0 0 5-16,0 2-6 16,0-2-8-16,-2 5-13 0,-1 1-15 0,0 2-3 15,-5 13 18-15,-2 5 34 0,-6 11-10 16,-1 8-3-16,-6 7-6 0,-2 10-13 15,-5 6-2-15,0 6-2 0,-5 9 0 0,-1 6 0 16,-3 4 0-16,1 1-13 0,1-1 14 16,4-5-11-16,3-8 11 0,4-11-14 15,7-14 0-15,5-13-1 0,6-13-2 16,6-12-34-16,2-9-48 0,0-8-28 0,0 0-4 16,5-8 31-16,5-7 12 0,3-8-62 15,2-7-78 1,5-6-94-16,0-5-172 0,-1-6-137 15,1-4-349-15,-4 10-109 0</inkml:trace>
  <inkml:trace contextRef="#ctx0" brushRef="#br0" timeOffset="124543.597">9389 11717 104 0,'0'0'1700'0,"0"0"-1249"16,0 0-154-16,0 0 51 0,0 0-37 0,0 0-72 0,83-55-27 15,-73 65 53-15,-1 9-17 16,5 5-43-16,-1 7-41 0,3 8-13 15,-1 6-40-15,0 7-28 0,-3 5-37 0,1 5 0 16,1 3-28-16,-2 3 6 0,1 0-8 16,0-2-1-16,-1-5-15 0,2-7 0 15,-1-7-21-15,0-11 8 16,0-8-8-16,-3-7-28 0,-2-8-15 16,-2-2 5-16,-1-7-11 0,-4-1-38 15,-1-3-43-15,0 0-54 0,0-3-61 16,-1-3-112-16,-8-3-288 0,-5-1-593 15,2 0-465-15</inkml:trace>
  <inkml:trace contextRef="#ctx0" brushRef="#br0" timeOffset="124681.47">9260 12310 706 0,'0'0'111'16,"0"0"1134"-16,0 0-998 0,0 0-137 15,0 0 35-15,0 0 135 0,0 0-4 16,0 0 24-16,84 5-100 0,-55-5-89 15,4-5-61-15,3-2-50 0,-2-3-22 0,4-1-111 0,-2 1-143 0,-7 2-230 16,6-4-1067-16</inkml:trace>
  <inkml:trace contextRef="#ctx0" brushRef="#br0" timeOffset="124944.002">9939 12376 46 0,'0'0'2542'0,"0"0"-2220"0,0 0-98 15,0 0 143-15,0 0-61 0,0 0-35 16,80 1-65-16,-66-6-100 0,-3 1-57 16,1 1-46-16,-5 3-3 0,0 0-34 15,-2 3 9-15,-1 6 25 0,-2 4 7 0,-1 4 5 16,0 4-10-16,1 1 7 0,-2 6-7 16,4 2-2-16,0-2 22 0,1-3-21 0,2-2 2 15,3-4 0-15,4-7-3 0,-2-3 0 16,4-2-21-16,0-4-26 0,1-3-43 0,-3 0-19 15,4-10-26-15,-4-4-69 16,2-5-179-16,-7 5-360 0,3-12-983 0</inkml:trace>
  <inkml:trace contextRef="#ctx0" brushRef="#br0" timeOffset="125148.693">10321 12166 316 0,'0'0'2310'0,"0"0"-1965"16,0 0-147-16,0 0 99 0,3 75 54 16,-3-44-12-16,0 3-84 0,0 5-57 0,3 0-47 15,-2 5-25-15,5 3-34 0,-2 3-47 16,2 2-32-16,1-1-13 0,2-2-25 16,1-5-39-16,2-11-129 0,3-9 11 0,4-11-22 15,6-10-58-15,2-4-182 0,-3-8-366 0,13-22-874 0</inkml:trace>
  <inkml:trace contextRef="#ctx0" brushRef="#br0" timeOffset="125366.591">10720 12396 339 0,'0'0'2786'16,"0"0"-2442"-16,0 0-211 0,-95 63 72 0,62-37 79 16,4 3-4-16,2 0-26 0,5 0-107 15,8-3-79 1,5-2-27-16,7-1-41 0,2-4-22 15,12-2 4-15,7-4 18 0,3-3 39 16,5-2-3-16,6-4-19 0,0-1-17 16,2-3-13-16,1 0-29 0,-2 0-38 15,1-1-65-15,3-1-77 0,1 1-61 0,2 1-120 16,1 6-210-16,-9 0 134 0,10 10-895 0</inkml:trace>
  <inkml:trace contextRef="#ctx0" brushRef="#br0" timeOffset="129796.236">7382 14880 2168 0,'0'0'1186'0,"0"0"-948"0,0 0-133 0,0 0 49 16,0 0 210-16,9-78 27 0,-16 63-65 16,-6-4-128-16,0 2-85 0,-4-4-46 15,-4 0 18-15,-3-1 21 0,-5 1-12 0,-4 2-42 32,-5 5-13-32,-4 5-36 0,-6 9-1 15,-5 5-1-15,-5 13 20 0,-3 14-21 16,1 9 0-16,-2 7 2 0,1 9 11 0,7 4-13 15,6 0 12-15,12-1 27 0,9-6-18 16,9-4-20-16,11-6-1 0,7-6-18 16,0-4 3-16,13-4-3 0,7-4-6 15,9-4-19-15,9 0 31 0,9 0 12 0,6-1 3 16,5-2 0-16,3 0-2 0,2-2 0 0,-2-1 1 16,-4 3 0-16,-2 0-1 0,-6 0 0 15,-7 1-1-15,-5 0-12 0,-5 1 12 16,-8 1 1-16,-5-1 0 0,-6 1 2 15,-7 1 9-15,-6 1 15 0,0 2-11 16,-13 1-1-16,-7 3 15 0,-6 0-3 0,-4 0-12 16,-6-2 6-16,-5-2 4 0,-5-1-22 0,-3-4 0 15,-4-2 0-15,-2-3-3 0,-1-4-28 16,2-6-26-16,4-6-12 0,8 0-31 16,6-8-6-16,9-4-31 0,5-2-51 15,10 0-81 1,7 1-128-16,5 0-189 0,2 4-436 15,18-1-246-15</inkml:trace>
  <inkml:trace contextRef="#ctx0" brushRef="#br0" timeOffset="130446.84">7630 15784 2282 0,'0'0'81'0,"0"0"-81"0,0 0 0 0,0 0-4 16,0 0-38-16,0 0-211 16,0 0-377-16,0 0-663 0</inkml:trace>
  <inkml:trace contextRef="#ctx0" brushRef="#br0" timeOffset="136146.461">7610 15559 1178 0,'0'0'1593'16,"0"0"-1278"-16,0 0-120 0,0 0 2 0,0 0 82 0,0 0 52 15,0 0-88-15,0 0-67 0,0 0-28 0,0 0-19 16,-7 6-18-16,10 12-16 0,3 10-3 16,-3 4-22-16,-2 8 3 0,-1 6-6 0,0 4-22 15,0 1-29-15,-6 5-4 0,-1-2-12 16,-2-1-1-16,-1 0-2 0,3-6-31 15,-2-3-14 1,1-7-7-16,4-9 0 0,-1-8-3 16,2-7-12-16,3-8-16 0,-1-5 0 15,1 0 13-15,0-7 8 0,0-5 16 16,6-9-6-16,5-6-7 0,2-6-3 0,6-5 9 16,1-1 32-16,5 3 20 0,-1 1-8 15,5 5 12-15,0 4 0 0,-2 4 40 16,2 4 25-16,-6 3 6 0,-1 6-12 0,-7 4 6 15,-6 2-44-15,-2 3-18 0,-5 0 19 16,-2 7 11-16,0 1-33 0,-5 1-3 16,-5 5-76-16,-4 2-11 0,-2 1-12 15,-3 0-12-15,-1-2 8 0,0-1 10 0,1-2-7 16,2-3 17-16,1-3 33 0,1-1 26 31,3-2 27-31,1-3 3 0,4 0 16 0,0 0 6 16,6 0 12-16,1 0 1 0,0 1-18 0,4 2-1 15,5 0 21-15,4 3 32 0,5 0 15 16,1 1-9-16,4 0-10 0,3 0-3 16,0 0-19-16,1 0 4 0,4 0-16 15,-1 0 24-15,0 2 0 0,3 2 25 16,-2-3-46-16,0 3-34 0,-3-3-3 0,-1 2-15 16,-1-2-13-16,-3 1-73 0,0-3-93 15,-1-2-76-15,-2-3-119 0,-4-1-561 16,3-1-797-16</inkml:trace>
  <inkml:trace contextRef="#ctx0" brushRef="#br0" timeOffset="136828.964">8733 15304 1949 0,'0'0'689'0,"0"0"-264"0,0 0-46 0,0 0-2 15,0 0 18-15,0 0-47 16,0 0-90-16,0 0-68 0,0 0-7 0,0 0-30 15,0 0-38-15,68 12-9 0,-40-12-12 16,6 0 3-16,5 0-22 0,2 0 1 16,8-1-34-16,5-2 4 0,2-1-16 15,6 0 6 1,1-1-33-16,6-1 15 0,1-4-3 0,4-1-13 16,3-3 1-16,-2-3 9 0,0-1-12 15,-6-3-1-15,-3-1-1 0,-5 0-52 0,-8 0-19 16,-8 1-38-16,-6 2-25 0,-8 2-43 15,-9 1-12-15,-5 2-13 0,-6 4-62 16,-7 1-125-16,-4 1-199 0,-3 2-155 16,-4 5-413-16,-12-3-19 0</inkml:trace>
  <inkml:trace contextRef="#ctx0" brushRef="#br0" timeOffset="137114.373">9771 14898 2262 0,'0'0'472'0,"0"0"-276"15,0 0 28-15,0 0 159 0,0 0 2 16,0 0-22-16,0 0-66 0,77 24-81 16,-56-19-51-16,2 1-36 0,3-2-17 0,-1 2-8 15,6 0-22-15,-1 2-21 0,0-1-28 16,2 1-33-16,-3 3-12 0,-2-1 0 16,0 1 11-16,-3 1 1 15,-3 2-3-15,-1-1-28 16,-5-1-14-16,-5 1 2 0,-2 3 10 15,-5-1 9-15,-3 2 2 0,-3 1 1 16,-8 3 6-16,-3 3-19 0,-5 1-24 0,-4 4-18 0,-5 0-55 16,-5 2-66-16,-4 2-77 0,-1-1-78 15,2-4-165-15,6-6-544 0,-3-3-1007 0</inkml:trace>
  <inkml:trace contextRef="#ctx0" brushRef="#br0" timeOffset="140608.78">11954 14443 980 0,'0'0'258'0,"0"0"-128"0,0 0 20 0,0 0 999 15,0 0-718-15,0 0-112 0,0 0-84 32,0 0-49-32,0 0 5 0,0 0 32 15,0 0-31-15,0-11-50 0,0 11-49 16,0 2-19-16,-3-1-4 0,2 3-2 16,-4 1-10-16,1 2-6 0,-2 0-3 15,1 3-6-15,-1 4-4 0,-2 1-5 0,1 4-4 16,-1 6 7-16,-2 2-1 0,-1 5-5 15,-1 5 5-15,1 3-20 0,-3 5-4 0,0 4 6 16,-3 5-18-16,0 4-2 0,0 4-10 16,-2 2 11-16,-1 4-2 0,0-1-34 0,-2 0 19 15,-1 1-31-15,3-6 10 16,3-5 17-16,0-7 7 0,5-11 15 0,2-3-3 16,0-7 2-16,3-5 1 0,2-7-15 15,2-2-9-15,-1-7 8 0,4-1-2 0,-2-7-9 0,2 0-13 16,0 0-24-16,0 0-28 0,0-7 9 15,0-4-6-15,3-3-7 0,0-5-27 16,2-5-32-16,1-1-60 0,-2-4-34 16,4 0-85-16,0-4-122 0,0-3-159 15,0 8-422-15,7-14-241 0</inkml:trace>
  <inkml:trace contextRef="#ctx0" brushRef="#br0" timeOffset="141025.537">11950 14671 1740 0,'0'0'363'0,"0"0"-149"0,0 0 0 15,0 0 150-15,0 0 26 0,0 0-59 0,0 0-91 0,0 0-84 16,0 0-23-16,0 0-8 0,31-53-14 16,-31 53-18-16,2 0-31 0,-1 0-19 15,4 0-9 1,-1 4 3-16,4 0 3 0,3 3-3 15,-1 0 3-15,2 7 0 0,2-2-3 0,1 7 9 16,1 1 9-16,0 4 6 0,2 1-18 16,0 1-3-16,-2 4-25 0,3 1 12 15,-2 2-27-15,0 3-2 0,-1 1 2 16,2 2 3-16,0-1-3 0,0 3-18 16,0-2 17-16,2-2 1 0,-2 1-1 15,0-2-14-15,-2-1 15 0,2-2 3 0,-4-4 7 16,2 2-10-16,-4-4 0 0,2-1 3 15,-4-4-1-15,-1 0-2 0,-1-4-2 0,1-2-13 16,-3-3-3-16,-2-4-10 0,-1-3-9 16,1-2-9-16,-1-2-9 0,-2-2-12 0,-1 0-1 15,0 0 7-15,0-2-1 0,0-2-2 16,-4-5-26-16,0-1-25 0,-5-3-62 16,-1-2-74-16,-6-3-121 0,-3 1-189 15,1 5-528-15,-14-10-332 0</inkml:trace>
  <inkml:trace contextRef="#ctx0" brushRef="#br0" timeOffset="141426.168">11771 15298 1763 0,'0'0'441'0,"0"0"-185"0,0 0 2 15,0 0 86-15,0 0 16 0,0 0-78 16,0 0-105-16,0 0-52 0,0 0-2 16,0 0 14-16,0 0 9 0,6-12-16 0,-1 11-13 15,0-1-9-15,-1 2-10 0,3 0-9 0,1 0 0 16,1 0-16-16,3 0-24 0,1 0-10 16,3-2 4-16,1 1-3 0,1-2-7 15,3 0 4-15,2 0-7 0,0 0 0 16,5-3-17-16,-1 3 8 0,5-2-6 15,-2-1-14-15,2 1-1 0,-2 2 3 0,3-1 8 32,0 1-11-32,-2-1-12 0,-1-1 11 0,-1 2-14 15,-2-2 14-15,-3 0-1 0,-1 3-32 16,-5 0 4-16,-1-1-3 0,-5 1-4 16,-2-1-5-16,-3 2-7 0,-4 1-6 15,-2 0-12-15,-1 0-34 0,0 0-49 0,0 0-28 0,-3 0-66 16,0 0-73-16,-5 1-140 0,2 2-338 15,-7 3-888-15</inkml:trace>
  <inkml:trace contextRef="#ctx0" brushRef="#br0" timeOffset="142975.66">12957 15070 1949 0,'0'0'237'0,"0"0"492"0,0 0-170 0,0 0-214 0,0 0-9 15,-2 91-34 1,2-56-74-16,0 5-59 15,0 3-25-15,0 4-40 0,0 2-34 0,0 3 9 16,-4 0-27-16,0-2-19 0,-2 1-30 16,2-7-1-16,-1-3 0 0,0-8 2 15,0-7-4-15,1-6-13 0,1-8 11 0,0-2-40 16,0-6-19-16,2-3-21 0,1-1-4 16,-1 0 19-16,-1 0 24 0,1-3 6 0,-1-4-9 15,1-5-33-15,1-4-23 0,0-5 41 16,0-4 14-16,4 0 13 0,3-3 3 15,5-1 19-15,2 3 12 0,2-1 3 16,0 2 25-16,3 3 6 0,0 4 28 16,-1 4 5-16,1 2 7 0,-5 3-9 15,-2 5-13-15,-2 0-15 0,-4 4-13 0,-3 0 0 0,-2 0-2 16,-1 2-4-16,0 4-6 0,0 3-9 16,-3 4 18-16,-4 3-21 0,-6 2-25 15,1 1-45-15,-3 2-16 0,0-3-24 16,-1 2-10-16,3-4 30 0,-1-2 38 15,1 0 2-15,1-6 22 0,2 1 28 0,5-4 11 16,0-3-11 0,5-1-16-16,0-1-9 0,0 1 22 15,0 1 3-15,8-1 10 0,3 3 36 16,1-1 47-16,5 2-22 0,0 1-19 0,3-2 28 16,-1 0-9-16,3 1-19 0,1-1-24 15,0 1 18-15,-3 2-16 0,3-2 47 16,0 0-20-16,-6-1-57 0,2 0 0 15,-3-1 0-15,-3 0-31 0,-1 1-36 0,0-1-37 16,-2-1-56-16,1-2-46 0,1 0-42 16,0 0-141-16,2-2-196 0,-5-4-463 15,6-7-348-15</inkml:trace>
  <inkml:trace contextRef="#ctx0" brushRef="#br0" timeOffset="143207.842">13551 15518 2156 0,'0'0'524'0,"0"0"-154"0,0 0 16 0,0 0-19 0,0 0-9 15,0 0-65-15,92 20-111 0,-69-18-47 16,1-2-58-16,0 0-34 0,0-2-31 15,-1-3-12-15,1-1-63 0,-2-2-75 16,1 0-54-16,-3-1-6 0,-4-2-33 16,-1 2-87-16,-5 2-305 0,-3-3-809 0</inkml:trace>
  <inkml:trace contextRef="#ctx0" brushRef="#br0" timeOffset="143414.146">13755 15346 1846 0,'0'0'706'16,"0"0"-384"-16,0 0-161 0,0 0 47 0,0 0 81 15,-10 75 15-15,10-53-74 0,0 3-81 16,0-2-40-16,7 5-12 0,-4-1-17 16,2 1-34-16,-4 2-33 0,3-3-13 0,-1 1-28 15,-1-2-56-15,1-5-89 0,1-6-53 16,3-6-41-16,3-6-78 0,-1-3-150 15,10-12-618-15</inkml:trace>
  <inkml:trace contextRef="#ctx0" brushRef="#br0" timeOffset="143762.416">14219 15373 287 0,'0'0'1437'15,"0"0"-889"1,0 0 33-16,0 0-85 0,0 0-37 15,0 0-16-15,81-7-75 0,-68 7-122 16,-3 2-87-16,0 3-39 0,0-1-14 16,-1 3-24-16,-2-1-12 0,-4 2-24 15,0 2-28-15,0 0-6 0,-3 5-12 16,-3 0 0-16,-3 5 0 0,-4-1-14 0,-2 3-7 0,-2 2-13 16,1-2 10-16,2 2-25 0,-1-3 25 15,3 0 12-15,2-2-3 0,5-3-7 16,2 1 21-16,0-4-17 0,4-1 15 15,6-2 3-15,3-2 0 0,5-1 12 0,5-5 28 16,2 0 2-16,4-2-2 0,3 0-10 16,2-3-2-16,2-3-22 0,-1 3-6 15,2-1 0 1,-4-1-3-16,-1 1-64 0,-6-1-110 16,-2-2-21-16,-2 1-63 0,1 1-63 0,-3 0-217 15,-4 4-259-15,4 1-592 0</inkml:trace>
  <inkml:trace contextRef="#ctx0" brushRef="#br0" timeOffset="157778.151">7012 17055 901 0,'0'0'521'16,"0"0"204"-16,0 0-476 0,0 0-123 16,0 0-16-16,0 0 22 0,0 0-26 15,0 0-22-15,0 0-20 0,0 0-3 16,-19-10-7-16,18 10-3 0,1-1 7 16,-1 1-4-16,-1 0 10 0,1 0 2 0,-1-1-5 15,2 1-7-15,-1 0 3 0,1 0-3 16,0-1 3-16,0 1-4 0,0 0-3 0,-2-2 10 15,2 2-3-15,-1-1-4 0,-1 1-12 16,2-2-19-16,-1 2-19 0,-1 0-3 0,0 0-3 16,2 0-10-16,0-1-6 0,0 1 1 15,0 0-1-15,0 0 0 0,0 0-3 16,0 0-3-16,-2 0-19 0,2 0 3 0,0 0-16 31,-1 0-15-31,1 0-48 0,0 0-74 16,0 0-84-16,-1 1-114 0,-1 2-284 0,-1 6-561 15,12-22 438-15</inkml:trace>
  <inkml:trace contextRef="#ctx0" brushRef="#br0" timeOffset="160383.866">7074 17073 134 0,'0'0'127'0,"0"0"-81"16,0 0-44-16,0 0 1 0,0 0 17 15,0 0-1-15,0 0 14 0,0 0 6 16,0 0 13-16,0 0 7 0,0 0-7 15,0-1-23-15,0 1-29 0,0 0-40 16,0 0-68-16,0 0-51 0,0 0 35 16,0 0 36-16,0 0 88 15,0 0 19-15,-3 0 102 0,2 0 55 16,-3 0 16-16,1 0 27 0,0 1-131 16,0 0-46-16,0 0 7 0,2 0 10 0,-2 2 12 15,1-3 14-15,-1 0 143 0,2 0-170 16,-1 0-54-16,-1 1 15 0,2 0 76 15,-2 1 54-15,2-1 36 0,-2 1 23 0,0-1-27 16,2-1 0-16,-2 0 29 0,0 0 21 0,0 0 6 16,0 0-20-16,1 0-58 0,1 0-36 15,0 0-3-15,-1 0-1 0,2 0 14 16,0 0 1-16,0 0 0 0,0-1-16 16,0-4-16-16,0 3-10 0,3-4-18 15,0 0-34-15,0-5-3 0,1 0 6 16,4 0 0-16,0-3-9 15,-1 0-4-15,2 0-11 0,3 1-1 16,-1 1-18-16,2 0 0 0,0 4-2 16,-3 0-1-16,3 0-16 0,-2 3 1 15,1-2 16-15,-2 2-16 0,2 2 16 16,-1-2 0-16,1 3-17 0,-2-1 16 16,-1 3 0-16,-1 0-31 0,2 3-6 15,-1 5 13-15,1 6 27 0,0 3 43 0,0 6-19 0,-1 4 25 16,1 5-18-16,-4 3-13 0,1 1 7 15,0 2-25-15,0 0-1 0,0-4-21 16,2-2 20-16,-2-4 0 0,3-7 1 16,-1-4-11-16,0-4 9 0,-2-4-18 15,0-2 5-15,0-3 1 0,1-4-6 16,-3 0-56-16,4-2-37 0,0-7-59 0,-1-4-50 16,1-3-87-16,4-5-201 0,-4 4-283 0,3-8-736 15</inkml:trace>
  <inkml:trace contextRef="#ctx0" brushRef="#br0" timeOffset="160653.608">7571 16917 965 0,'0'0'1611'16,"0"0"-1270"-16,0 0-206 0,0 0 66 15,0 0 79-15,0 0 14 0,0 0-80 0,-92 37-88 16,72-21-36-16,1 3-12 0,-2 1 18 15,-2 5-37-15,-2 1-4 0,0 1-15 16,-2 3-15-16,0 1 9 0,-1 0-20 0,0 1-14 16,0 0-1-16,5 1-17 0,1-3-35 0,2-2-48 15,3-4-11-15,4-3 0 0,1-2-19 16,3-5-7-16,3-2 6 0,1-3-10 16,4-2-19-16,1-5-43 0,0 1-99 15,0-3-118-15,4 0-45 0,2 0-151 16,5-2-74-16</inkml:trace>
  <inkml:trace contextRef="#ctx0" brushRef="#br0" timeOffset="160969.625">7943 16939 1140 0,'0'0'1016'0,"0"0"-763"0,0 0-66 16,0 0 138-16,0 0 40 16,-56 73-85-16,40-51-106 0,-4 0-39 0,1 2-15 15,0 1 22-15,-1 0-21 0,2 3-40 16,3 0-16-16,2 2 0 0,2-1-19 0,5-1-2 0,3 0-7 16,3-4 3-16,0-2 9 15,9-2 10-15,5-6 5 0,1-1-18 0,2-3-15 16,2-3-1-16,1-4-14 0,0-2-13 31,-1-1 8-31,-1-4-11 0,1-5-3 0,0-2-89 0,-2-5-52 16,-1-3-32-16,-2 0-63 0,-1-3-87 15,-4-1-204-15,-3 7-538 0,-6-4-575 0</inkml:trace>
  <inkml:trace contextRef="#ctx0" brushRef="#br0" timeOffset="161154.382">7769 17218 2149 0,'0'0'630'16,"0"0"-463"-16,0 0-39 0,0 0 214 15,0 0 44-15,0 0-109 0,0 0-74 16,0 0-67-16,0 0-43 0,89 2-9 16,-64-4-40-16,-1-4-44 0,2 0-37 15,0-1-130-15,3 0-97 0,4-4-47 0,1 4-88 16,-9 1-404-1,11-2-1553-15</inkml:trace>
  <inkml:trace contextRef="#ctx0" brushRef="#br0" timeOffset="161501.631">8531 16631 1357 0,'0'0'501'16,"0"0"585"-16,0 0-814 0,0 0-49 0,-36 67 81 15,25-39-15-15,-1 6-69 0,0 4-80 16,0 2-17-16,0 7-15 0,-4 2-18 15,2 3-26-15,-3 4-24 0,-1 0-15 16,-2-3-25-16,1 0-3 0,2-5 2 16,1-6-21-16,3-7 20 0,6-9 1 15,1-7-2-15,3-7-37 0,3-7 3 0,0-5 7 16,0 0-91-16,0-8-43 0,3-8-22 0,4-6-27 16,2-6-29-16,5-5-129 0,-2-3-243 15,-2 6-478-15,7-11 46 0</inkml:trace>
  <inkml:trace contextRef="#ctx0" brushRef="#br0" timeOffset="161801.479">8471 16768 189 0,'0'0'1520'15,"0"0"-1364"-15,0 0-110 0,0 0 278 16,0 0 116-16,0 0-106 0,0 0-123 16,0 0-64-16,0 0 6 0,0 0-27 15,0 0-6-15,86 20 28 0,-73 6-32 16,0 5-27-16,0 3-14 15,-3 1-4-15,2 3-33 0,-4-1-20 16,0 1 1-16,-2 2-16 0,0-3 17 16,-1-1-20-16,-1-3-1 0,-1-1-14 0,1-1 14 15,-1-5-1-15,0-3-10 0,1-4-7 16,-1-6 17-16,-1-5-10 0,-1-3-4 16,1-5-12-16,-2 0-34 0,0 0-13 15,0-4-14-15,0-2-11 0,0-3-4 0,0-1 0 0,0-4 6 16,-3 0-70-16,-2-1-93 0,-2-1-182 15,1 4-200-15,-7-6-409 0</inkml:trace>
  <inkml:trace contextRef="#ctx0" brushRef="#br0" timeOffset="161970.883">8357 17119 1971 0,'0'0'431'16,"0"0"-201"-16,0 0 75 0,0 0 105 15,0 0-115-15,0 0-112 0,0 0-82 16,0 0-48-16,0 0 30 0,0 0 23 16,0 0-35-16,99-2-30 0,-73-4-19 15,2-1-22-15,2-3-11 0,0 0-154 0,2-1-77 0,0-1-153 16,-8 5-248-16,6-3-866 0</inkml:trace>
  <inkml:trace contextRef="#ctx0" brushRef="#br0" timeOffset="162656.343">8818 17098 1148 0,'0'0'169'0,"0"0"888"0,0 0-589 15,0 0-112-15,0 0-63 0,0 0 36 16,0 0-27-16,0 0-34 0,0 0-55 16,43 74-78-16,-40-48-30 0,0 3-35 15,0 3-21-15,-3 1-6 0,0-1-25 16,0 0-18 0,-2-1 0-16,-2-1-12 0,3 1-24 0,-2-3-44 15,1-6-6-15,1-8 28 0,1-6-4 16,0-5-43-16,0-3-46 0,1-1 11 15,5-9 59-15,1-1 56 0,2-6 24 16,2-3-24-16,1-2 7 0,0-2 3 16,2 4 15-16,-1-3 3 0,3 4 44 0,-2 3-10 15,0 2 26-15,0 4 18 0,-3 3 8 0,-5 4-36 0,-2 3-22 16,-1 0 3-16,-3 0 0 0,0 5-13 16,0 2-19-16,-1 4 11 0,-5 2-13 15,-4 1-37-15,0 1-3 0,-2 1 3 16,1 1 15-16,-1-3-24 0,3-1 2 0,-2-1 26 15,5-1 16-15,2-4 0 16,2-1-19-16,1-1 2 0,1 0 19 0,0-1 23 16,6 2 11-16,4-1 0 0,3 3 6 15,0-2 4-15,2 2 2 0,3-2-46 16,1 1-10-16,1-3 7 0,0 2-10 0,3-1-24 16,3-2-90-16,1 2-25 0,1-1-43 15,0-2-189-15,-9 1-627 0,9 2-782 0</inkml:trace>
  <inkml:trace contextRef="#ctx0" brushRef="#br0" timeOffset="163135.263">9929 16718 1144 0,'0'0'570'0,"0"0"712"0,0 0-1090 0,0 0-77 16,0 0 127-16,0 0 83 0,0 0 8 15,79 91-47-15,-67-54-77 0,1 4-76 16,-4 3-20-16,-4 2-21 0,1-3-22 0,0-2-55 0,-2-4 0 16,-1-4-15-16,0-2-38 0,-2-5-54 15,1-5-52-15,-1-6-22 0,1-4-22 16,-1-6-22-16,2-3-60 0,0-2-155 16,0-5-274-16,2-1-486 0,-2-6-241 0</inkml:trace>
  <inkml:trace contextRef="#ctx0" brushRef="#br0" timeOffset="163320.216">10123 17094 1254 0,'0'0'1280'15,"0"0"-919"-15,0 0-140 0,0 0-4 16,0 0 66-16,87 18-21 0,-61-12-64 16,10-4-45-16,3 0-7 0,6-2-41 15,5-2-9-15,5-7 117 0,-2-3-143 0,2-3-64 0,-2-1-6 16,-1-1-2-16,-6-1-41 0,-1 0-24 15,-5 1-87-15,-4 2-63 0,-5 0-38 16,-7 2-110-16,-8 5-331 0,-3 0-829 0</inkml:trace>
  <inkml:trace contextRef="#ctx0" brushRef="#br0" timeOffset="163574.236">10732 16942 787 0,'0'0'1257'0,"0"0"25"0,0 0-1079 0,0 0-162 15,0 0 76-15,0 0 148 0,0 0-14 16,0 0-64-16,0 0-45 0,0 0-28 0,63 0-22 16,-41 1-30-16,2 4-10 15,4-1-9-15,-1-2-6 0,0 2-19 0,1 1-17 16,-3 0 2-16,-1 0-3 0,0 3 0 16,-4 1-12-16,-2 5-40 0,-2 0-22 15,-5 4-9-15,-2 2-3 0,1 0-6 16,-6 2-32-16,-2 0-16 0,-2-1 9 15,0-2-1-15,-3 0-6 0,-5-5-60 16,-3 1-132 0,1-3-157-16,-1-3-168 0,-8 2-642 0</inkml:trace>
  <inkml:trace contextRef="#ctx0" brushRef="#br0" timeOffset="164724.558">12706 16989 1072 0,'0'0'32'0,"0"0"85"0,0 0 937 16,0 0-643-16,0 0-129 0,0 0-41 16,0 0 4-16,0 0-29 0,0 0-40 15,0 0-53-15,0 0-54 0,19-59-21 16,-5 41 5-16,-1-1 3 0,3-2-6 15,0 1-10-15,1-1-15 0,1 2 0 0,0 0 0 16,1 0-1 0,0 1-2-16,-1 5-3 0,1 1-4 15,3 6-15-15,-1 2-1 0,3 4 0 16,0 4 0-16,-1 8-2 0,0 6 0 16,-4 6 3-16,0 2 23 0,-5 5 11 0,-4 3-22 15,-1 2 10-15,-5 1 9 0,1-3-29 16,-4 0 16-16,0-2-5 0,1-3-13 15,-1-5-15-15,3-5-3 0,-4-5-32 0,3-5-61 16,0-5-51-16,0-4-64 0,3-2-73 0,1-11-94 16,3-8-171-16,2-6-464 0,-3 2-207 15,8-18 828-15</inkml:trace>
  <inkml:trace contextRef="#ctx0" brushRef="#br0" timeOffset="164877.261">13319 16673 362 0,'0'0'685'15,"0"0"-353"-15,0 0 1052 0,0 0-1057 0,0 0-116 16,0 0-23-16,-84 47 8 0,61-25-7 16,-3 3-29-16,0 4-40 0,-4 2-33 15,1 3-9-15,-2 2-28 0,-3 1-35 16,3 0-15-16,-4 0-34 0,3-1-106 0,-1-1-42 16,1-3-31-16,-1-1-15 0,3-1-138 15,6-9-412-15,-10 13-997 0</inkml:trace>
  <inkml:trace contextRef="#ctx0" brushRef="#br0" timeOffset="167344.596">19268 14066 1731 0,'0'0'130'16,"0"0"970"-16,0 0-774 0,0 0-33 16,0 0 60-16,0 0 26 0,0 0-63 15,0 0-117-15,-45 64-70 0,29-28-43 16,-1 9-22-16,-1 9 3 0,-3 8 9 16,-1 10-24-16,-3 6-10 0,-1 6-32 0,1 4-10 15,-2-3-2 1,1-3-53-16,1-8-6 0,4-9-18 15,5-11 3-15,5-12-22 0,2-14-3 16,6-10-7-16,3-10-36 0,0-8-79 16,1-3-94-16,7-12-65 0,3-9-123 15,-2 2-309-15,8-24-669 0</inkml:trace>
  <inkml:trace contextRef="#ctx0" brushRef="#br0" timeOffset="167560.71">19354 14116 1565 0,'0'0'1109'0,"0"0"-714"16,0 0-178-16,0 0-3 0,0 0 58 16,40 85-12-16,-31-47 19 0,1 6 9 15,2 6-100-15,1 3-81 16,1 5-21-16,1 3-28 0,0 0-9 16,-2 0-49-16,1-4-10 0,-2-7-17 15,0-7-65-15,-1-8-24 0,1-9-29 16,-2-8 13-16,0-6 11 0,-3-6 19 15,-4-3-7-15,-1-3-31 0,-2 0-81 16,0-9-151-16,-2-3-207 0,-4 0-564 16,-14-10-412-16</inkml:trace>
  <inkml:trace contextRef="#ctx0" brushRef="#br0" timeOffset="167713.945">19200 14584 977 0,'0'0'1896'0,"0"0"-1617"0,0 0-122 16,0 0-17-16,0 0 63 0,0 0-33 15,0 0-26 1,0 0 2-16,96 9-50 0,-62-9-43 16,0 0-39-16,7-4-14 0,1-2-28 0,4-3-78 15,1 1-89-15,1 1-165 16,-12 1-336-16,10 1-1055 0</inkml:trace>
  <inkml:trace contextRef="#ctx0" brushRef="#br0" timeOffset="168261.21">19847 14640 2153 0,'0'0'1253'0,"0"0"-948"0,0 0-198 16,0 0-10-16,0 0 61 0,-6 95 60 0,6-58 30 15,3 3-69-15,-1 3-90 0,-1-2-46 0,2-1-42 16,0-3-1-16,0-1 0 15,0-5-28-15,-1-5-24 0,1-2-34 0,0-6-22 16,0-6 9-16,-1-5 0 16,1-7 9-16,0 0 0 0,2-7-1 0,-1-9 41 15,4-6-26 1,-1-6-27-16,3-2-14 0,-1-3 0 16,1 0 54-16,2-1-26 0,-1 1 22 15,0 3 20-15,1 5 47 0,1 4 0 0,-1 5 76 0,0 6 41 16,-2 5 4-16,2 4-14 0,-1 1-19 15,-2 0-22-15,2 6 3 0,-5-1-18 16,-1 3-26-16,-5 4-25 0,0 1-2 16,-2 3-36-16,-8 2-50 0,-6 4-6 15,-4 3-1-15,0 0-22 0,-5-1 38 16,-2-4 41-16,3-2 29 0,2-2 9 16,0-4 28-16,5-2 4 0,3-3-4 15,2-3 39-15,8-1 24 0,2-1 4 16,2 0-17-16,5-1-28 0,6 1 11 0,2 3 11 15,4-1 18 1,2 3-9-16,4 0-13 0,-1 0 4 16,1 0 2-16,-1 1 25 0,1-1-13 0,0-1-31 15,-4 0-43-15,1-2-12 16,-2 1 0-16,0-2-15 0,-1 0-62 0,-1-2-37 16,1 1-65-16,-1-2-98 15,1 0-110-15,2-3-352 0,-5-3-832 0</inkml:trace>
  <inkml:trace contextRef="#ctx0" brushRef="#br0" timeOffset="168642.238">21334 14197 2549 0,'0'0'777'0,"0"0"-749"15,0 0 1-15,0 0-29 16,0 0 140-16,-83-18 53 0,58 19 52 16,-2 10-65-16,-2 4-74 0,-2 6-35 15,-3 7-3-15,-2 6-6 0,-3 4 6 16,5 7-9-16,0 1 12 0,7 2 28 15,9-2 72-15,4-3-36 0,6-7-80 16,8-5-25-16,2-4-14 0,13-7 5 16,7-4-3-16,6-4 4 0,9-7 17 0,0-5-11 0,6-2-28 15,0-9-24-15,-1-4-37 0,0-1-33 16,-7 1-31-16,-4 1-35 0,-5 0-6 0,-5 1-59 16,-6 2-99-16,-9 4-228 15,-2 2-491-15,-9 3-648 0</inkml:trace>
  <inkml:trace contextRef="#ctx0" brushRef="#br0" timeOffset="168835.006">20867 14930 2677 0,'0'0'1099'0,"0"0"-939"0,0 0-50 15,0 0 59-15,0 0 27 0,78 17 48 16,-43-17-7-16,6-2-109 0,4-6-76 0,1 0-27 15,-2-2-25-15,-2 3-2 0,-2-1-32 16,-6 0-48-16,-2 0-105 0,-5 3-109 0,-2-2-105 16,-6 2-335-16,2-4-1122 0</inkml:trace>
  <inkml:trace contextRef="#ctx0" brushRef="#br0" timeOffset="169917.203">22271 13958 810 0,'0'0'374'0,"0"0"-214"0,0 0 950 16,0 0-752-16,0 0-53 0,0 0-56 15,0 0-30-15,0 0-32 0,0 0-40 0,0 0-24 16,0 0-13-16,-57 58-4 0,43-25 12 0,-3 8 9 15,-2 8-10-15,-1 9-36 0,-3 6-23 16,-2 8-43-16,-6 4-13 0,2 4 0 16,-7 5-1-16,2-1 1 0,-2-1 1 15,2-4-3-15,1-8-18 0,4-10-22 0,6-8 12 16,6-9-8-16,4-8-11 0,7-9-42 16,3-9-26-1,3-7-34-15,0-9-41 0,3-2-50 16,6-13-22-16,4-9-78 0,0-7-183 15,-2 4-147-15,5-25-488 0</inkml:trace>
  <inkml:trace contextRef="#ctx0" brushRef="#br0" timeOffset="170186.502">22276 14065 1527 0,'0'0'202'0,"0"0"-134"0,0 0 729 0,0 0-359 15,0 0-71-15,44 78-75 0,-34-43-50 16,4 8-19-16,0 2-33 0,0 8-1 16,3 1-4-16,-4 3-81 0,2 0-39 15,-4-1-19-15,1 1-22 0,-4-3-22 16,0-3-2-16,-2-2-18 0,-2-5-10 16,0-4-36-16,-1-6-4 0,-3-4-18 15,1-8 19-15,-1-3-26 0,0-10-15 16,0-2-10-16,0-4-7 0,0-3 1 15,0 0-53-15,-3-7-164 16,-6-5-278-16,3 3-445 0,-8-11 4 0</inkml:trace>
  <inkml:trace contextRef="#ctx0" brushRef="#br0" timeOffset="170370.974">22104 14579 49 0,'0'0'398'0,"0"0"788"0,0 0-586 16,0 0-244-16,0 0-95 0,0 0-14 15,0 0-8-15,0 0-57 0,0 0-46 0,0 0-45 16,107 62-34-16,-71-57-38 0,4-5 3 16,3 0 25-16,3-7-9 0,0-3-22 15,2-3-16-15,-3 2-2 0,-2-1-48 16,-3 2-104-16,-2-1-112 0,-4 0-75 16,-9 3-251-16,1-4-726 15</inkml:trace>
  <inkml:trace contextRef="#ctx0" brushRef="#br0" timeOffset="170586.556">22811 14621 55 0,'0'0'1738'16,"0"0"-311"-16,0 0-1130 0,-4 76-111 15,-1-43 16-15,2 8 87 0,-2 4 43 16,2 5-77-16,-1 3-92 0,0 2-80 15,-1 2-47-15,0-1-19 0,-1-6-17 16,0-5-22-16,0-8-51 0,5-8-65 16,1-8-31-16,0-7-38 0,3-9-7 0,7-5-18 0,3-5-114 15,-2-1-259-15,9-22-741 0</inkml:trace>
  <inkml:trace contextRef="#ctx0" brushRef="#br0" timeOffset="170849.652">23070 14871 183 0,'0'0'2822'0,"0"0"-2372"0,0 0-298 0,-88 48 35 0,57-30 64 15,1 3 30-15,1-2-79 0,1-1-110 16,4-1-92-16,1 0-27 0,5-3-38 16,3-2-6-16,5-1 6 0,4 0 15 15,6-3 10-15,0 1 15 0,3-1 24 0,6-1 1 16,2 2 43-16,4-2 10 0,-1 1 18 15,3 0-6-15,2-2-28 0,-2 2-12 0,2-2-23 16,1-1 20-16,0 1-19 16,-1-4-3-16,1-2-50 0,0 0-80 0,0-6-56 15,2-3-52-15,0-4-96 0,-2-3-200 16,-3 2-487-16,5-8-649 0</inkml:trace>
  <inkml:trace contextRef="#ctx0" brushRef="#br0" timeOffset="171034.401">23177 15002 699 0,'0'0'2428'15,"0"0"-2065"-15,0 0-239 0,0 0 49 16,0 0 105-16,0 0-29 0,42 64-63 0,-22-64-75 16,2-5-111-16,6-9 0 0,0-4-92 15,3-6-76-15,0-2-65 0,0-4-69 0,0 0-158 16,-8 7-348-16,5-8-860 0</inkml:trace>
  <inkml:trace contextRef="#ctx0" brushRef="#br0" timeOffset="171219.702">23394 14818 290 0,'0'0'323'0,"0"0"1829"15,-23 65-1812-15,15-34-158 0,-1 4 108 0,1 2 82 16,2-1-12-16,1-3-109 0,2-4-116 15,-1-4-85 1,2-4-50-16,-1-4-52 0,3-4-108 16,0-5-79-16,0-4-55 0,0-4-166 15,3 0-644-15,3-12-828 0</inkml:trace>
  <inkml:trace contextRef="#ctx0" brushRef="#br0" timeOffset="171473.504">23720 14791 1026 0,'0'0'2361'0,"0"0"-2097"0,0 0-192 16,98-11 145-16,-68 10 206 0,-3 1-148 15,-4 0-103-15,-3 0-74 0,-4 0-68 16,1 5-30-16,-6 2-1 0,-3 4-24 16,-5 3-5-16,-3 4 11 15,0 4 19-15,-7 5 1 0,-5 2-1 16,-2 0-10-16,0 1 8 0,1-2 2 15,3-3-12-15,4 2 9 0,4-7-19 16,2 0 7-16,8-3-7 0,9-3-27 0,9-3 3 16,8-5-121-16,8-6-53 0,8 0-17 15,3-9-103-15,1-3-207 0,-12 0-247 0,13-5-450 0</inkml:trace>
  <inkml:trace contextRef="#ctx0" brushRef="#br0" timeOffset="174573.048">7004 18131 395 0,'0'0'2361'0,"0"0"-2011"15,0 0-183-15,0 0 122 0,0 0 127 16,0 0-96-16,0 0-94 0,0 0-44 16,0 0-29-16,0 0-21 0,-35-12-19 15,35 11-40-15,0-2-33 0,0 0-38 0,3-4-2 0,5-2 0 16,3-4 0-16,0-2 1 0,2 1-1 15,3-3-25-15,-2 6 22 0,1 2-18 16,-1 3-16-16,1 3 10 0,2 3 10 16,0 2 16-16,-1 5-1 0,3 5 0 15,-2 5 2-15,2 4 3 0,-3 4 0 16,1 6-1-16,0 4 1 0,-3-1-3 0,0 0-22 0,0-5-45 16,-4-3 37-16,-1-5 5 0,-2-5-5 15,0-3-41-15,-1-3-27 0,-2-6-4 16,1-1-6-16,-1-3-31 0,2 0-38 15,1-3-93-15,0-6-156 0,3-6-119 16,-1 2-200-16,-2-14-473 0</inkml:trace>
  <inkml:trace contextRef="#ctx0" brushRef="#br0" timeOffset="174758.667">7358 17987 1876 0,'0'0'577'0,"0"0"-335"0,0 0-107 15,0 0 55-15,0 0 2 0,-85 47-36 16,64-25-60-16,-1 3-65 0,-1 6-8 0,1 0-8 16,0 3-15-16,1 0 0 0,1-3-9 15,4-3-13-15,0-4-7 0,6-5-54 0,3-3-47 16,1-4-33-16,5-4-55 0,1-1-156 16,0-2-235-16,5-4-221 0</inkml:trace>
  <inkml:trace contextRef="#ctx0" brushRef="#br0" timeOffset="175043.427">7649 17959 1170 0,'0'0'23'16,"0"0"1453"-16,0 0-1193 0,0 0-109 15,0 0 52-15,0 0 47 0,0 0-74 0,0 0-95 0,-36 93-63 16,23-64 12-16,-3 4 4 0,3-2 3 15,1-2-26-15,1-3-3 0,3-3 35 16,0-4 8-16,4-2-6 0,0-3-18 16,4-2-16-16,0-3-19 0,7 1 7 15,3-3-19-15,5 0 12 0,5 0-2 16,4-2 42 0,2-4 7-16,4-1 12 0,-1 0-43 15,0-8-31-15,0-4-31 0,-3-1 12 16,1-4-67-16,-2-1-37 0,-2-1-57 0,-4-2-113 15,-4-1-205-15,-3 7-311 0,-5-4-983 0</inkml:trace>
  <inkml:trace contextRef="#ctx0" brushRef="#br0" timeOffset="175207.811">7700 18212 2455 0,'0'0'509'15,"0"0"-285"-15,0 0-35 0,0 0 45 0,0 0-44 16,0 0-61-16,0 0 44 0,0 0 11 15,0 0-125-15,86-35-59 0,-67 20-22 16,2-1-68 0,-2-1-50-16,-1-2-30 0,-4 0-63 0,-4 0-155 0,-3 3-292 15,-1-4-702-15</inkml:trace>
  <inkml:trace contextRef="#ctx0" brushRef="#br0" timeOffset="175475.248">7623 17861 1865 0,'0'0'1225'0,"0"0"-972"0,0 0-155 16,0 0 153-16,0 0 73 0,0 0-99 0,0 0-88 16,0 0-47-16,0 0 34 0,26 73 14 15,-10-49-39-15,4 5-44 0,-1 4-15 0,2 6-25 16,1 3-13-16,-2 5-2 0,0-2-14 15,-1 2 12-15,0-4-103 0,0-1-30 16,-3-5 3-16,1-4-1 0,-3-8 27 16,2-6-43-16,0-6-31 0,0-5-62 0,-2-4-40 15,2-4-142-15,-4 0-304 0,6-13-520 0</inkml:trace>
  <inkml:trace contextRef="#ctx0" brushRef="#br0" timeOffset="175750.469">8433 17831 2108 0,'0'0'1231'0,"0"0"-935"0,0 0-195 15,0 0 88-15,0 0 103 0,0 0-100 16,-21 86-46-16,12-44-48 0,-4 7-15 15,3 5-9-15,-3 4-22 0,-1 3-15 16,-1 2-19-16,-1-1-18 0,0-1-1 0,-1-4-1 0,4-9-22 16,2-12-13-16,2-11-27 0,5-10 5 15,1-9-2-15,3-6-23 0,0-2-36 16,0-11-88-16,0-9-58 0,4-10-90 16,6-11-166-1,-3 7-248-15,6-26-466 0</inkml:trace>
  <inkml:trace contextRef="#ctx0" brushRef="#br0" timeOffset="176161.349">8377 17956 1494 0,'0'0'773'0,"0"0"-379"16,0 0-92-16,0 0 21 0,0 0-71 15,0 0-63-15,0 0-34 0,0 0 14 16,0 0 10-16,89 3-30 0,-71 17-16 16,-1 6-12-16,1 0-17 0,-1 5-21 0,-2 5-34 15,-2 2-6-15,-1 3-15 0,-1 1-10 0,-2 0-8 16,0-2-10-16,-2-4-3 0,-3-3-9 15,-1-5 10-15,0-3-13 0,-3-7-40 16,0-4-1-16,0-5-5 0,0-4-47 16,0-5-55-16,0 0-48 0,-4-9-17 0,-2-1-5 15,-3-4-96-15,1-2-169 0,-4-3 18 16,-4-2 73 0,-3-1 118-16,-2 1 149 0,-5 1 140 15,-3 0 234-15,-3 3 35 0,2 1-58 0,4 6-43 16,2 0 96-16,6 3-10 0,4 3-18 15,7 2-32-15,1 1-40 0,6 0-38 0,0 1-44 16,0 0-25-16,7 0-23 0,5 1 61 16,2 2 136-16,6 1 10 0,2 1-86 15,3 1-23-15,0-2-19 0,3-2-52 16,-2-1-27-16,-2-1-34 0,2-1-3 0,-3-5-37 16,3-2-30-16,-1-2-56 0,-1-3-74 15,-1-3-141-15,0-2-275 0,-7 3-780 16,3-7-768-16</inkml:trace>
  <inkml:trace contextRef="#ctx0" brushRef="#br0" timeOffset="176600.074">8894 18114 2478 0,'0'0'509'0,"0"0"-356"0,0 0-9 16,13 86 180-16,-10-56 1 0,0 1-114 15,-3 1-99-15,0-1-28 0,0-1-28 0,0-5-28 16,0-2-28-16,0-3-2 0,0-8 1 16,0-2 0-16,0-6-34 0,0-4-24 15,0 0-24-15,0-3-61 16,0-5 18-16,2-2 44 0,2-6 19 0,0-1 16 16,-1-5 22-16,4-2-10 0,-1 2 16 0,1 2 19 15,3 6 3-15,-1 1 73 0,1 4 31 0,1 2-16 16,0 3-12-16,-1 0-19 0,0 3-20 15,-3 1-5-15,0 0-15 0,-1 0-20 16,-2 1-1-16,-2 3-61 0,-2 3-7 16,0 0-23-16,0 3 80 0,-3 4-10 0,-6 1-9 15,1 4 28-15,-1 1 3 0,-2 1 27 16,0-4 20 0,3-1 0-16,2-2 19 0,0-2 3 15,5 1-25-15,1-5-10 0,0 2-34 16,7-2 0-16,1 1-28 0,4-3 28 15,5-3 32-15,-1 1 18 0,3-4 34 16,2 0-16-16,1 0 6 0,0-5-72 16,1-2-2-16,0-4-83 0,2-3-100 15,3 0-40-15,3 0-79 0,3 2-202 0,-6 5-548 0,16 4 412 0</inkml:trace>
  <inkml:trace contextRef="#ctx0" brushRef="#br0" timeOffset="177048.272">10480 17725 1634 0,'0'0'1298'16,"0"0"-1006"-16,0 0-89 0,0 0 80 15,36 80 37-15,-29-52 33 0,-1 6-81 16,-1 1-84 0,1 2-66-16,0 1-24 0,1 2-31 0,0-3-36 15,-1 0-31-15,0 1-9 0,0-5-58 16,-1-3-74-16,0-5-40 0,-2-5-50 15,1-3-70-15,0-8-104 0,-1-2-185 16,-1-6-405-16,1-1-163 0</inkml:trace>
  <inkml:trace contextRef="#ctx0" brushRef="#br0" timeOffset="177248.629">10582 18181 1505 0,'0'0'730'16,"0"0"-342"-16,0 0-188 0,0 0 124 0,0 0 39 15,0 0-104-15,0 0-104 0,81-19 9 16,-48 15 60-16,3 1 11 0,10 0 27 15,3-1-63-15,1-2-68 0,4 0-30 16,0-1-25 0,-3-3-27-16,-1-1-49 0,-5-4-9 0,0-1-95 15,-3-5-57-15,-5-2-50 0,-3-2-66 16,-3 0-82-16,-8-2-141 0,-6 8-264 16,-7-4-667-16</inkml:trace>
  <inkml:trace contextRef="#ctx0" brushRef="#br0" timeOffset="177487.158">11289 17867 1231 0,'0'0'1220'0,"0"0"-988"0,0 0-148 16,0 0 16-16,0 0 80 0,0 0 129 0,0 0-1 15,0 0-103-15,0 0-57 0,0 0 46 16,87 10 64-16,-68-6-70 0,-1 2-58 16,0 0-38-16,0 1-19 0,-3-1-18 15,2 2-9 1,-4 1-15-16,0 1-10 0,-1-1-21 0,-2 5 0 15,-2 0-12-15,0 3-19 0,-3 2-21 16,-2 4-40-16,-3-4-18 0,0 1 27 16,-4 1-19-16,-3 0 7 0,-2 0-7 15,-2-2-16-15,0-2-44 0,-3-1-49 16,1-1-98-16,0-4-197 0,2-3-615 16,-7 1-756-16</inkml:trace>
  <inkml:trace contextRef="#ctx0" brushRef="#br0" timeOffset="178118.904">12744 17966 378 0,'0'0'2245'0,"0"0"-1881"16,0 0-70-16,0 0-24 0,0 0 27 15,0 0-89-15,0 0-58 0,0 0-16 16,19-79-4-16,-5 61 3 0,3 0 18 16,3 3-19-16,5 2-47 0,1 2-23 0,-1 4-29 0,2 3 4 15,-1 4-13-15,-2 0 7 0,-1 7-4 0,1 3-5 16,-5 3 23-16,1 1-17 0,-2 2-1 15,-2 0-9-15,-2 0-15 0,-3 2 0 16,0-3-3-16,-4-2-24 0,3-1-58 16,-4-4-25-16,0-3-21 0,-1 1-4 0,1-5-28 15,1-1-80-15,-1 0-143 0,0-8-160 16,1-3-153-16,0 1-472 0,2-15-273 0</inkml:trace>
  <inkml:trace contextRef="#ctx0" brushRef="#br0" timeOffset="178317.237">13244 17658 2035 0,'0'0'557'0,"0"0"-267"0,0 0-56 15,0 0-14-15,0 0 9 0,-67 71 14 16,47-45-54-16,1 0-51 0,-2 3-19 16,-1 3-17-16,-2-4-24 0,2 4-28 15,1-3-29-15,-2 1-12 0,2-4-9 16,0 0-18-16,1-2-53 0,2-3-60 0,1-5-40 15,2-1-30-15,4-4-42 0,5-3-58 0,2-4-214 16,1-2-724-16</inkml:trace>
  <inkml:trace contextRef="#ctx0" brushRef="#br0" timeOffset="179152.677">13944 17616 1451 0,'0'0'430'0,"0"0"269"0,0 0-297 0,0 0-152 16,0 0 33-16,0 0-14 0,0 0-8 0,0 0-42 15,0 0-42-15,0 0-47 0,-82-24-10 16,72 30-3-16,-3 5-13 0,0 3-21 15,-3 2-25-15,2 3-21 0,-2 3-10 16,4 3-9-16,-2 1-18 0,1 5-2 0,6 2-10 16,2 1 10-16,5-1-13 0,0 4-9 15,3 0 5 1,7 0-2-16,6-4 5 0,2-2-29 16,3-4-1-16,5-5-34 0,1-7-37 15,5-4-61-15,3-8-82 0,2-3-110 0,-1-1-184 16,-8-5-424-16,12-7-470 0</inkml:trace>
  <inkml:trace contextRef="#ctx0" brushRef="#br0" timeOffset="180492.882">14351 17518 1403 0,'0'0'325'0,"0"0"687"0,0 0-687 16,0 0-117-16,0 0 81 16,0 0 52-16,0 0-59 0,0 0-76 0,0 0-73 15,0 0-16-15,0 0 3 0,25 62 15 16,-17-30-71-16,-2 4-42 0,-2 3-4 0,-3 1-18 16,1 0 0-16,0 2-15 0,-2-1-16 15,0-3-39-15,0-3-22 0,0-4 24 16,0-10 34-16,0-4 22 0,0-5-25 15,0-5-74-15,0-1-7 0,0-6 13 16,0 0 8-16,2 0 1 0,-1 0-18 16,1-9-40-16,1-2 28 0,1-6 79 0,0-2 25 0,2-3 22 15,-3 0 3-15,4 2 22 0,-4 2 35 16,4 3 19-16,-4 3 9 0,2 2 0 16,0 4-3-16,2 1 9 0,-1 3-29 15,0-1-12-15,-2 3-53 0,2 0-12 0,-3 1-6 16,0 3 18-16,1 4 3 0,-3 2-3 15,1 2-28 1,-2 0-62-16,0 2 6 0,-3 1 14 16,-1-3 13-16,-2 1 35 0,0-3 19 15,2 0 1-15,-2-1-20 0,0-2 20 16,1 0 2-16,1-3-3 0,1-1 3 0,3-1 0 16,0-1-19-16,0-1 19 0,0 1 0 15,3 2 63-15,5 0 21 0,-1 0-14 16,3 1 18-16,-1 0-10 0,2-1 2 0,-2 1-11 15,1-3-20-15,0 1 13 0,-1 0-6 0,0 0-32 16,-2 0-23-16,0 1-1 16,-3-2-24-16,2 1-1 0,-1 1-21 0,0-3-50 15,1 1-63-15,-2 0-48 0,1 0-57 16,0-1-113-16,-2 0-225 0,0 0-512 16,0 0-376-16</inkml:trace>
  <inkml:trace contextRef="#ctx0" brushRef="#br0" timeOffset="181910.409">14770 17838 1797 0,'0'0'1034'0,"0"0"-595"0,0 0-162 0,0 0-71 16,0 0 99-16,0 0 41 0,0 0-59 15,0 0-127-15,0 0-108 0,0 0-52 16,7-14 15-16,8 12 59 0,5 0-37 16,3 0-27-16,0-2-10 0,1-2-19 0,2-2-60 15,-3-1-47-15,-1-3-52 0,-3-2-32 16,-1-2-61-16,-6 1-156 0,-2 4-376 0,-3-6-971 0</inkml:trace>
  <inkml:trace contextRef="#ctx0" brushRef="#br0" timeOffset="182142.16">14871 17677 1087 0,'0'0'452'0,"0"0"878"31,0 0-1041-31,0 0-92 0,0 0 99 16,-12 74 28-16,12-53-14 0,0-1-99 16,4 2-69-16,-1-2-56 0,2 1-31 15,-1 1-55-15,-1 0-3 0,1-1-27 16,1-2-57-16,-1-4-85 0,-1-2-14 0,1-6 2 0,0-5-30 16,2-2-121-16,0 0-297 0,5-14-632 0</inkml:trace>
  <inkml:trace contextRef="#ctx0" brushRef="#br0" timeOffset="182326.807">15123 17573 2568 0,'0'0'579'16,"0"0"-321"-16,0 0-67 0,0 0 86 15,10 67 72-15,-4-45-70 0,-2 0-125 16,0 0-92-16,1 1-41 0,-2 0-19 0,1-1-2 31,-1 0-24-31,1-1-53 0,2-4-93 16,-2 0-109-16,2-1-99 0,-2-2-221 0,2-3-670 15,1 3-478-15</inkml:trace>
  <inkml:trace contextRef="#ctx0" brushRef="#br0" timeOffset="182511.512">15485 17855 2209 0,'0'0'803'0,"0"0"-537"0,0 0-145 0,0 0 117 16,0 0 158-16,0 0-24 0,0 0-159 15,7 69-148-15,-10-53-43 0,-3 2-21 16,0 1-1-16,-2 2-40 0,1-1-41 16,-1 3-27-16,-3-5-84 0,4 2-84 15,-2-4-89-15,3-3-266 0,-5-1-822 0</inkml:trace>
  <inkml:trace contextRef="#ctx0" brushRef="#br0" timeOffset="183612.789">15946 17367 711 0,'0'0'94'15,"0"0"1141"-15,0 0-830 0,0 0-51 0,0 0-62 16,0 0 5-16,0 0-100 0,0 0-36 16,0 0 94-16,0 0-4 0,45 98-115 15,-28-57-18-15,-3 7-13 0,-2 0-28 0,-4 4-21 16,-3 0-23-16,-4 3 1 0,-1 1-22 0,0-5-12 31,0-5-21-31,0-8-4 0,0-11-30 16,0-8-37-16,0-9-16 0,0-5-38 15,0-5-50-15,2 0-33 0,-2-3-36 16,0-9-36-16,1-2 1 0,-1-6 5 0,0 0 98 16,0-4 78-16,0-1 64 0,0-1 55 15,2 0 19-15,-2 1 23 0,0-1 6 0,0 1 7 16,0 3 39-16,1 0 6 0,1 3 64 16,4 2-7-16,0 3 3 0,0 2-14 15,1 5 3-15,1 1 16 0,0 3-48 16,-2 3-51-16,-2 0-19 0,1 9 0 0,-4 1 23 15,1 6 2-15,-2 2-26 0,-2 1-46 0,-4 1-53 16,-2 1-45-16,-2-5 14 0,0-2 11 16,-1-1 39-16,-1-2 31 0,1-3 2 15,3 1-1-15,-2-4 0 0,4-1 1 16,0-3 1-16,3 2 16 0,2-3 0 16,1 0-13-1,0 0 29-15,0 0 15 0,0 1 0 16,6 1-10-16,2 3 61 0,4 0-20 15,-1 4-22-15,5 0 6 0,-1-1 16 16,0 3-7-16,1-3-3 0,3 0-18 0,-2 0-35 16,3-1-15-16,0-1-45 0,-1-2-113 15,1-2-113-15,-1-2-84 0,-1 0-217 16,2 0-939-16</inkml:trace>
  <inkml:trace contextRef="#ctx0" brushRef="#br0" timeOffset="184161.48">16282 17718 218 0,'0'0'2545'0,"0"0"-2045"16,0 0-214-16,0 0-8 0,0 0 15 15,0 0-41-15,0 0-26 0,0 0-72 16,0 0-65-16,0 0-19 0,92-1-12 0,-67-10-19 0,0-1-39 16,1-3-27-16,-3-1-38 0,0-2-67 15,-4 0-52-15,1 0-23 16,-7 1-23-16,-3 1-132 0,-4 2-251 0,-3 3-693 15,-3 2-576-15</inkml:trace>
  <inkml:trace contextRef="#ctx0" brushRef="#br0" timeOffset="184345.944">16372 17573 706 0,'0'0'1802'0,"0"0"-1374"0,0 0-171 15,0 0-15-15,0 0 71 0,-4 66-1 16,4-49-28-16,6 4-49 0,-2 1-93 0,2 2-65 0,0 1-65 16,0 1-12-16,1 1-80 0,0-1-86 15,0-1-82-15,-1-1-52 0,5-2-119 16,-3-7-309-16,3-1-875 0</inkml:trace>
  <inkml:trace contextRef="#ctx0" brushRef="#br0" timeOffset="184747.739">16712 17554 2546 0,'0'0'553'0,"0"0"-397"0,0 0-98 0,0 0 171 15,0 0 24-15,0 0-40 0,0 0-27 16,0 0-65-16,91-12-93 0,-78 15-27 16,-1 3-1-16,-1 2 0 0,-6 4 1 15,-1 3-1-15,-4 3-20 0,0 5-26 16,-4 4-20-16,-4 2 10 0,-6 0-9 0,3 4-15 16,-4-2 2-16,1-2 44 0,2-3 34 15,-1-3 17-15,5-7 40 0,2-2 28 16,0-6 12-16,3-3-3 0,3-4-10 15,0 0-35-15,0-1-27 0,3 0-21 0,6 0 2 16,2-1 59-16,5-4 9 0,1 0-12 16,6-2-38-1,2-4-21-15,1-1 0 0,-1-3-89 16,3-1-94-16,-2-3-72 0,2-1-117 0,-8 5-267 16,5-9-870-16</inkml:trace>
  <inkml:trace contextRef="#ctx0" brushRef="#br0" timeOffset="185001.28">17224 17472 2988 0,'0'0'437'0,"0"0"-281"0,0 0 109 0,0 0 9 15,0 0-22-15,0 0 39 16,0 0-122-16,82 19-111 0,-66-9-31 0,0 3 4 0,1 2-7 15,-2 3-5-15,-1 1-7 0,-1 2-12 16,-3 4-1-16,-4-2-1 0,0 1-19 16,-6 3-31-16,0-1-50 0,-4 4-2 31,-7 2-25-31,-2 2-26 0,-4 1-34 0,-2 3-65 16,-4-1-105-16,-3 1-224 0,6-11-590 15,-17 13-422-15</inkml:trace>
  <inkml:trace contextRef="#ctx0" brushRef="#br0" timeOffset="188057.042">26576 14304 1588 0,'0'0'1382'0,"0"0"-1209"0,0 0-42 0,0 0 21 0,0 0 80 15,0 0 33-15,-84-71 51 0,71 67-104 16,-2 2-77-16,1 2-24 0,0 0 3 16,-2 3-22-16,-1 10-25 0,-3 5-18 15,-3 8-21-15,-5 13 15 0,0 9-16 16,-6 17-9-16,-2 10-18 0,-3 13 0 15,-4 10 0-15,1 12-1 0,-4 7 1 0,4 7 0 16,-1 5 0-16,2 6-11 0,4 1 11 16,6 6 3-16,5 4 31 15,7 3 2-15,5 5-14 0,9 0-22 16,5 2-3-16,8 1-19 0,12 0 4 16,5 0-28-16,9-1-9 0,8-5-9 15,3-2 9-15,8-10-52 0,4-3-19 0,4-9 12 0,4-8-12 0,2-11-26 16,7-11-13-16,1-19-74 0,5-15-64 15,2-17-187-15,-20-17-195 0,34-10-543 0</inkml:trace>
  <inkml:trace contextRef="#ctx0" brushRef="#br0" timeOffset="188687.62">31830 14834 1060 0,'0'0'16'0,"0"0"658"16,0 0-71-16,0 0-287 0,88-12-42 16,-62 12 1-16,3 0-17 0,4 7-45 15,3 1 79-15,7 1 28 0,-2 0-141 16,-1 2-49-16,2 2 6 0,-5 3 54 16,-1 3-7-16,-2 4-24 0,-3 2-29 15,0 6-20-15,-3 3-23 0,-2 4-14 0,-1 5-34 0,-2 5 1 16,-3 5-13-16,-1 3-15 0,-5 9-9 15,-1 2-1-15,-6 8 16 0,-2 5-16 16,-5 6 9-16,-3 9-11 0,-9 3-1 16,-4 6-17-16,-5 3-39 0,-1 0-19 15,-2 3 3-15,-4 1-8 0,1-2 8 16,-2-1 0-16,0-5-24 16,1-7 21-16,0-9-19 0,0-10 43 15,-2-9 6-15,1-7-12 0,-2-9-55 16,0-3-53-16,0-10-56 0,2-3-108 15,2-5 19-15,4-6-60 0,7-7-172 16,1-8-251-16,-1-7-684 0</inkml:trace>
  <inkml:trace contextRef="#ctx0" brushRef="#br0" timeOffset="190475.099">26842 17334 1679 0,'0'0'406'0,"0"0"-166"0,0 0 433 16,0 0-308-16,104 8-80 0,-68-8-86 15,6 2-48-15,9 1 0 0,5-1 67 16,9 4-26-16,5-3-84 0,8 0-47 16,1 1-9-16,3-2 4 0,3-2-23 0,0 0-2 31,5 0-19-31,-1-4 20 0,4-3-32 0,0 2-15 15,3-4-19-15,0 0 22 16,-1 0-7-16,1 1-21 0,5 0-27 0,0 2 42 16,4 1-9-16,2 0 34 0,3 0-3 15,-4 1-37-15,2-2-12 0,-1 0 9 0,-1 0 42 16,-2-3 2-16,3 3-2 0,-5-2 1 16,-2 1-3-16,-5 2 1 0,-6-1-45 0,-5 2 1 15,-8 3-4-15,-2 1 47 0,-10 0-3 16,-4 1 4-16,-4 5 4 0,-10-1-2 15,-6 1 3-15,-2-1 50 0,-10 0-22 16,-4-2-19-16,-6 1 13 0,-2-4 27 16,-4 0-2-16,-4 0-7 0,0 0-9 0,-1-5-10 15,-2-2 4-15,1-1 3 0,-3-6-1 0,0-1 22 16,-1-3-30-16,-2-4 5 0,0-1 1 16,-3-2-26-16,-3-2-2 0,-1-3 1 15,-5 0-1-15,4-1 0 0,-3-1 0 16,-1 0 18-16,1 1 1 0,1-1-19 15,0-3-3-15,2-1-10 0,-1-5-20 0,0-1 21 16,5-6-4 0,0-3 16-16,2-1-1 0,1-5-13 15,1-5 11-15,0-5 0 0,6-5 3 16,2-6-22-16,2-4 22 0,2-4-6 16,1-4 3-16,1-4 3 0,3-1-16 0,-2-2 14 15,2 0-39-15,-2 0 1 0,2 1 37 16,-1 1-9-16,1 2-13 0,0 2 10 15,3 4-59-15,0 3 6 0,0 8-9 0,-5 3-60 16,-2 8 44-16,-1 5-41 0,-4 9-24 16,0 8-65-16,-5 3-87 0,-3 6-134 0,0 11-191 15,-3-6-651-15</inkml:trace>
  <inkml:trace contextRef="#ctx0" brushRef="#br0" timeOffset="191678.335">28364 15515 287 0,'0'0'55'0,"0"0"-55"16,0 0-267-16</inkml:trace>
  <inkml:trace contextRef="#ctx0" brushRef="#br0" timeOffset="192233.036">28222 15504 1494 0,'0'0'1270'0,"0"0"-885"31,0 0-44-31,0 0-59 0,0 0 98 0,0 0-7 16,0 0-68-16,0 0-79 0,0 0-58 0,0 0-7 15,0 0-79-15,3-36-43 0,7 20-8 16,6-6-7-16,1-6-15 0,6-4-9 16,0-3 0-16,4-1-2 0,-1 2-19 15,2 3 9-15,-3 6 0 0,1 4-16 16,-2 8 7-16,-1 6 0 0,0 7 9 16,0 0 9-16,-2 12-13 0,1 6 13 0,-3 5 3 0,-3 4 1 15,1 4 15-15,-3 5 2 0,0 3 0 16,-2 0 0-16,-2 4-16 0,0 0 1 15,-1-3 6-15,-2 0-9 0,-2-4-15 16,2-5-30-16,-2-5-7 0,3-8-15 16,-1-5-48-16,1-6-20 0,0-4-8 0,0-3-54 15,1 0-161 1,2-9-256-16,-3-2-387 0,8-13-376 0</inkml:trace>
  <inkml:trace contextRef="#ctx0" brushRef="#br0" timeOffset="192417.912">28924 15195 1899 0,'0'0'1262'0,"0"0"-972"0,0 0-113 0,0 0 54 0,0 0 148 15,0 0-81-15,-93 64-95 0,66-32-98 16,-3 6-44-16,-3 1-18 0,-1 4-19 16,-2 1 1-16,-1 3-23 0,-3-1-2 15,-1 1-1-15,1 1-51 0,-2-1-68 16,2 0-70-16,2 0-101 0,2-1-91 15,1-2-193-15,9-12-546 16,-8 12-656-16</inkml:trace>
  <inkml:trace contextRef="#ctx0" brushRef="#br0" timeOffset="193409.245">30886 17337 2466 0,'0'0'557'0,"0"0"-209"0,0 0-62 15,0 0 88-15,0 0-61 0,0 0-115 16,-27 86-81-16,21-49-52 0,2 8-16 16,-1 6 0-16,1 5-9 0,1 3-21 0,-2 1-1 0,0 0-18 15,1-2-9-15,-1-7-6 0,3-4-44 16,-2-8-33-16,4-11-28 16,0-5-16-16,2-11-28 0,4-5-83 0,1-7-87 15,3-4-203-15,0-6-432 0,6-19-549 0</inkml:trace>
  <inkml:trace contextRef="#ctx0" brushRef="#br0" timeOffset="193836.909">31049 17422 2677 0,'0'0'382'0,"0"0"-321"0,0 0 102 0,0 0 225 0,0 0-33 15,0 0-104-15,0 0-84 0,93-29-52 16,-68 27-20-16,3-2-5 0,3 0-57 15,3 0 4-15,2-5-21 0,3 0-15 16,2-1-1-16,-2 1-4 0,2-2 1 16,-1 4 3-16,-3 0-28 0,-3 2 26 15,-3 1-9-15,-3 2-1 0,-4 2-22 16,-4 0-9-16,1 0 10 0,-4 0 14 16,-3 2 18-16,3 2-14 15,-4 0 14-15,-1 1-1 0,1 0 0 16,-1 0 1-16,-4 1 1 0,4 0-1 15,-5 2-11-15,0-1 12 0,0 2 21 16,-3 3-20-16,2 2-1 0,-3 5 3 16,0 6 28-16,-1 5-7 0,-2 4-2 15,0 7-7-15,0 3-15 0,0 4-13 16,-2 2 0-16,-1 0-17 0,-1 2-17 0,-1-1 17 16,3 0 29-16,-2 0 1 0,-1-3 2 0,2-5 13 15,-1-1-13-15,0-6 17 0,1-6-16 0,0-4-1 16,1-4-2-16,-1-4 0 0,2-5-34 15,-2-4-22-15,0-4 13 0,1-3-13 16,-3-2-34-16,-1 0-53 0,-2 0-29 16,-4-2-36-16,-2-5-85 0,-3-1-150 0,3 1-266 15,-9-4-534-15</inkml:trace>
  <inkml:trace contextRef="#ctx0" brushRef="#br0" timeOffset="194084.633">30973 18295 2839 0,'0'0'378'0,"0"0"-225"0,0 0-57 0,0 0 119 0,0 0 144 16,0 0-99-16,0 0-87 0,0 0-52 31,0 0-100-31,0 0 44 0,45 42 43 0,3-43 69 16,8-4-57-16,6-1-53 0,5-2-28 0,-2-1-11 0,0-1-4 15,-3-1-24-15,-5 0-24 0,-4-1-71 16,-6 2-67-16,-4-2-25 0,-1 0-59 16,-5 0-33-16,-4 3-82 0,-4-1-186 0,-9 4-599 15,-1 3-650-15</inkml:trace>
  <inkml:trace contextRef="#ctx0" brushRef="#br0" timeOffset="205492.058">31595 17537 1463 0,'0'0'381'0,"0"0"-102"0,0 0 74 0,0 0 383 15,0 0-234-15,0 0-191 0,0 0-60 16,0 0-37-16,0 0 2 0,0 0-35 15,0 0-37-15,-4 10-50 0,4-6-36 16,0 7-12-16,0 4 3 0,0 6-13 16,0 4-25-16,1 0-11 0,2 2-12 15,0-3-3-15,-1 0-34 0,1-4-94 0,0-2-59 16,-3 0-56-16,3-4-144 0,-3-2-287 16,0 5-884-16</inkml:trace>
  <inkml:trace contextRef="#ctx0" brushRef="#br0" timeOffset="205793.301">31153 18089 965 0,'0'0'1317'0,"0"0"-827"16,0 0-233-16,0 0 22 0,0 0 38 15,0 0-64-15,0 0-61 0,0 0-33 16,0 0-1-16,0 0-34 0,0 0-40 16,45 49-44-16,-37-32-25 15,1 1-13-15,-3-3-2 0,-1 5-65 16,-2-2-52-16,0 1-69 0,-1 0-102 15,-2 0-109-15,0-3-267 0,0 6-684 0</inkml:trace>
  <inkml:trace contextRef="#ctx0" brushRef="#br0" timeOffset="212225.819">4137 15243 1380 0,'0'0'0'0,"0"0"-371"0,0 0-239 0</inkml:trace>
  <inkml:trace contextRef="#ctx0" brushRef="#br0" timeOffset="212310.087">4271 15120 124 0,'0'0'0'16,"0"0"-59"-16</inkml:trace>
  <inkml:trace contextRef="#ctx0" brushRef="#br0" timeOffset="212796.207">4254 15012 1331 0,'0'0'553'15,"0"0"88"-15,0 0-360 0,0 0-69 16,0 0 18-16,0 0 63 0,0 0-6 15,0 0-28-15,0 0-54 0,0 0-43 16,0 0-17-16,-3 4-43 0,-3 3-59 0,0 5-25 16,-2 5-16-16,1 8-2 0,1 9 15 15,1 9-2-15,5 5 8 0,2 8-9 0,7 2-12 16,5 1 0-16,0-1-18 0,5-5 17 16,0-6-17-16,2-12 16 0,1-8-17 15,0-10 4-15,1-6-4 0,1-8 4 0,2-3 15 16,3-14 14-16,0-7 26 0,1-8-40 15,2-10-6-15,-2-5-62 0,-3-3-9 16,-2-5 19 0,-2 2 8-16,0-1-36 0,-5 1 14 15,-3 4 23-15,-3 2 11 0,-1 4 23 16,-5 4-16-16,-5 7-7 0,-1 3 38 16,0 6 3-16,-7 8 38 0,-3 2 31 0,0 6-4 15,-3 4-22-15,0 0 7 0,-1 4-22 16,-2 10 3-16,0 3 6 0,-1 9-39 15,-1 9 30-15,1 11 9 0,-1 9 0 0,0 8 0 16,1 8-3-16,1 7-9 0,-3 6-28 0,-1 2-13 16,4 4 11-16,-1 0-16 0,4-7-1 15,3-8-8-15,3-12-7 0,4-12-34 16,3-7-9-16,0-10 3 0,0-6 9 16,0-7-13-16,3-5-56 0,4-6-61 15,-1-7-66-15,1-3-68 16,3-1-241-16,0-7-215 0,6-14-582 0</inkml:trace>
  <inkml:trace contextRef="#ctx0" brushRef="#br0" timeOffset="213264.669">5124 14637 1175 0,'0'0'1601'15,"0"0"-1271"-15,0 0-195 0,0 0 5 0,0 0 183 16,0 0 93-16,0 0-105 16,0 0-141-16,0 0-84 0,-10 71-24 15,7-44 5-15,-4 3 7 0,3-1-4 0,-2 4-24 16,0 0-31-16,2 2-15 0,0 1-24 16,-1 4-46-16,2 4-93 0,-1 2-102 15,0 2-108-15,1 3-201 0,3-13-631 16,-4 16-757-16</inkml:trace>
  <inkml:trace contextRef="#ctx0" brushRef="#br0" timeOffset="213512.253">5527 15379 3439 0,'0'0'496'15,"0"0"-414"-15,0 0-25 16,0 0 83-16,0 0 7 16,0 0-14-16,0 0-112 0,79 37-21 0,-74-32-40 15,0-1-99-15,-1 3-129 0,-1-2-164 16,-2 1-373-16,-5 6-1297 0</inkml:trace>
  <inkml:trace contextRef="#ctx0" brushRef="#br0" timeOffset="213677.65">5486 15737 3395 0,'0'0'499'16,"0"0"-427"-16,0 0 10 0,0 0 122 15,0 0 66-15,0 0-91 0,0 0-179 16,0 0-7-16,0 0-79 0,95-10-81 15,-70-13-159-15,-5 4-289 0,7-12-891 0</inkml:trace>
  <inkml:trace contextRef="#ctx0" brushRef="#br0" timeOffset="-214433.987">3641 11847 2255 0,'0'0'375'0,"0"0"-227"0,0 0 6 15,0 0 80-15,0 0 69 0,0 0-21 16,0 0-37-16,0 0-35 0,0 0-51 15,-75 7-45-15,61 1-36 16,1 2-23-16,-4 7-9 0,1 2-21 16,-1 5 3-16,1 4-1 0,3 7-8 15,3 3 8-15,4 5-2 0,3 6-23 16,3 4 0-16,4 6-1 0,6 2 1 16,6 0 1-16,3-6 9 0,1-7-11 15,3-9 28-15,-1-12 5 0,1-5 0 0,3-10 12 0,0-4 2 16,1-8-14-16,2 0-34 0,4-12-13 15,-1-10-6-15,1-6-8 0,-1-7-25 16,-2-2-18-16,0-4-26 0,-4-2-14 16,-3 0-29-16,0-2 21 0,-1 2 4 15,-2 0 11-15,-6 5 28 0,-2 2-11 16,-3 3 14-16,-7 6 16 0,-2 5 43 16,0 3 10-16,-5 7 3 0,-7 4 25 0,1 1 22 0,-5 5 7 15,3 2 6-15,-4 4 15 0,1 7-16 16,-1 5-21-16,-1 5 12 0,-1 10 5 15,2 3 4-15,-3 9 6 0,0 3 10 0,2 7-5 16,0 3-14-16,-1 2-28 0,2 6-1 16,-2-2-8-16,3 4-16 0,-1 1-1 15,2-2 7 1,1-3-9-16,2-4-21 0,4-6-1 16,-2-6-18-16,4-10-18 0,3-6-32 15,2-9-15-15,1-8 24 0,0-8-37 0,3-4-73 16,2-1-76-16,5-4-12 0,-1-8-23 15,4-1-3-15,3-6-191 0,-6 3-316 16,10-15-526-16</inkml:trace>
  <inkml:trace contextRef="#ctx0" brushRef="#br0" timeOffset="-214195.988">4352 12253 1979 0,'0'0'1412'0,"0"0"-1164"16,0 0-134-16,0 0 56 0,0 0 143 15,0 0-43-15,0 0-103 0,0 0-136 16,79 38-31-16,-70-35-2 0,-2 3-66 0,1-1-77 15,-2 0-144-15,-3 0-227 0,-3 8-879 0</inkml:trace>
  <inkml:trace contextRef="#ctx0" brushRef="#br0" timeOffset="-214061.733">4320 12582 3168 0,'0'0'569'0,"0"0"-459"16,0 0 9-16,0 0 98 0,0 0 47 15,0 0-112-15,0 0-152 0,0 0-62 16,0 0-90-16,0 0-90 0,87 29-205 16,-64-28-804-16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19:34.98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1723 3953 795 0,'0'0'1781'0,"0"0"-1482"0,0 0-103 0,0 0-7 16,0 0 97-16,-85-40 105 0,78 36-46 15,2 0-85-15,4 0-56 0,1 3-45 16,0-1-43-16,0 2-15 0,1 0-19 16,4 0-14-16,2 0-29 0,6-2-9 15,6-2 19-15,10 0-3 0,7-5 8 0,4 1-11 16,0 1-25-16,4-3 3 0,-1 2 0 15,-1-1-18-15,1-1 3 0,-1-2-6 16,-2 0-1-16,-2 0-35 0,-3 0-49 0,-3 0-27 16,-6-1-40-16,-1 1-47 0,-5 4-40 0,-7 1-91 15,-2 1-141-15,-6 6-251 0,-5 0-530 16,0 0-348-16</inkml:trace>
  <inkml:trace contextRef="#ctx0" brushRef="#br0" timeOffset="215.835">1807 3946 1083 0,'0'0'479'0,"0"0"750"16,0 0-918-16,0 0-46 0,-28 83 24 15,24-48 44-15,1 5-103 0,0 5-50 16,3 1-1-16,0 1-6 0,3 1-38 16,3 1-34-1,-2 2-28-15,2 0-24 0,-3 0-12 16,4-2-28-16,-1-5-9 0,-2-6-16 0,2-6-32 15,1-5-38-15,-1-8-12 16,2-3-52-16,0-3-72 0,-1-5-63 0,3-2-76 16,-1-5-91-16,-2-1-198 0,-1-3-415 15,-2-16-246-15</inkml:trace>
  <inkml:trace contextRef="#ctx0" brushRef="#br0" timeOffset="400.84">1768 4380 1132 0,'0'0'602'0,"0"0"486"15,0 0-847-15,0 0-91 0,0 0 162 16,0 0 29-16,0 0-46 0,0 0-71 16,82 9-32-1,-61-6-44-15,1-1-47 0,3-2-45 16,-1 0-44-16,2 0-12 0,1-4-15 16,2-1-71-16,3 0-111 0,0 1-110 15,2 3-107-15,-6 1-350 0,14 3-1026 0</inkml:trace>
  <inkml:trace contextRef="#ctx0" brushRef="#br0" timeOffset="755.017">2558 4428 863 0,'0'0'2458'16,"0"0"-2067"-16,0 0-262 0,0 0 154 0,-87 67 133 15,65-46-80-15,4 5-144 0,1-1-73 16,3 0-46-1,7-1 9-15,-1-4-33 0,8-2-46 16,0-4-3-16,0-4-33 0,5-2-4 16,4-4 1-16,1-2-13 0,6-2-12 0,-2 0-18 15,5-8-22-15,0-5-12 0,1-4-7 16,0-3 0-16,-4-4-6 0,1 0 20 16,-5 2 16-16,1 1 22 0,-3 6-7 15,-3 3 35-15,-1 7-4 0,-1 4 44 0,-3 1 34 0,1 4 72 16,1 6 40-16,-1 2 12 0,0 5-19 15,0 0-31-15,0 4-4 0,0-2-15 16,1-1-19-16,0-4-22 0,1-3-48 16,0-5-46-16,3-5-40 0,1-1-76 15,2-1-7-15,2-10-1 0,4-8-35 16,-1-5-162-16,-2 4-340 0,7-24-766 0</inkml:trace>
  <inkml:trace contextRef="#ctx0" brushRef="#br0" timeOffset="971.251">2899 3698 1501 0,'0'0'1742'15,"0"0"-1475"-15,0 0-181 0,0 0 201 16,0 0 201-16,-40 90-78 0,31-49-146 16,4 8-106-16,2 8-33 0,1 4 27 15,2 7 0-15,0 5-80 0,0 1-52 16,0 0-20-16,0-5-28 0,2-5-20 15,2-5-64-15,3-10-61 0,3-8-22 16,2-10-25-16,2-8-72 0,5-9-166 0,4-10-229 0,-3-4-670 16,7-11-683-16</inkml:trace>
  <inkml:trace contextRef="#ctx0" brushRef="#br0" timeOffset="1256.275">3329 4274 1623 0,'0'0'1895'0,"0"0"-1592"0,0 0-221 0,0 0 126 16,-55 90 239-16,39-62-51 0,0-6-179 16,5-1-120-16,3-3-48 0,4-5-25 15,1-1-24-15,3-2 0 0,3-2-21 0,4-1 0 16,5 3 18-16,2-4-9 0,5 1-10 16,3-1 21-16,0-2 0 15,2 3-11-15,0 0-9 0,-2 0 3 16,-5 3 5-16,-1-1 10 0,-3 3 3 0,-3 3 3 15,-3 3 16-15,-5 2 8 0,-2 3 4 16,-5 3-19-16,-7 1 15 0,-5-2-12 16,-1-2-3-16,-4-4-12 0,-1-5-31 15,2-3-48-15,-1-6-52 0,3-5-13 16,0 0-21-16,3-11-113 0,2-8-107 0,3 0-316 16,-5-20-877-16</inkml:trace>
  <inkml:trace contextRef="#ctx0" brushRef="#br0" timeOffset="1588.587">3687 4465 2292 0,'0'0'1502'0,"0"0"-1292"16,0 0-87-16,33 81 179 0,-22-61 80 0,-1-7-164 16,4-4-154-16,5-5-63 0,3-4 1 15,5-4 10-15,5-8-12 0,5-7-107 16,3-6 18-16,2-4-6 0,-3-2-89 15,-4 0 45-15,-3 1 58 0,-8 3-33 16,-5 3-17-16,-9 5 43 0,-6 6 28 0,-4 1 60 16,-9 5 79-16,-9 1 15 0,-4 5 36 0,-4 1 7 15,-3 9 17-15,-1 12-49 0,0 6-47 16,-3 6 1-16,1 9 42 0,0 4-9 0,2 5-10 16,4-3 6-16,5 1 4 0,4-2-34 15,6-4-58-15,7-1 0 0,4-5-34 16,0-2-8-1,13-4-7-15,4-2-15 0,6-4 3 16,9-3-61-16,4-6 30 0,8-4 3 16,0-3-284-16,-10-7-209 0,14-2-767 0</inkml:trace>
  <inkml:trace contextRef="#ctx0" brushRef="#br0" timeOffset="1741.935">5010 4616 1505 0,'0'0'3434'0,"0"0"-3434"0,0 0-1226 16,0 0 95 0,-92-9 656-16,68 2-214 0</inkml:trace>
  <inkml:trace contextRef="#ctx0" brushRef="#br0" timeOffset="47339.276">8322 4135 1289 0,'0'0'1742'0,"0"0"-1509"0,0 0-172 16,-30-74 88-16,17 51 73 0,-6 2 64 15,2 0-103-15,-2 3-62 0,-1 3-46 16,1 2-20-16,1 3 38 0,-1 2 71 0,-1 2-87 16,0 0-7-16,2 3-11 15,-1 3-10-15,2 0 6 0,-3 0-22 0,-2 7-20 16,-2 5 5-16,1 5-17 0,-3 1 2 16,-3 7-1-16,2 5-1 0,-1 3 11 15,-2 4-11-15,3 6-1 0,-2 2 0 0,3 7-2 16,3 2-13-16,0 5 12 0,4 2 1 0,3 1-1 15,3-3 0-15,3-5 1 0,4-5 1 16,6-7 1-16,0-5 46 0,5-5 5 16,6-4 4-16,5-3-3 0,4-1-6 15,3-5 11-15,5-1 10 0,2-3-9 16,2-3 3-16,1-5 14 0,-1-2-17 16,-1-3-10-16,-3-2-20 15,-1 0-7-15,0-5-3 0,-4-4-6 16,-2 2-12-16,-3-2-2 0,-6 0-58 15,-1-2-55-15,-5 0-43 0,-3 0-52 16,-2-2-52-16,-1-1-122 0,0 2-327 16,-7-5-788-16</inkml:trace>
  <inkml:trace contextRef="#ctx0" brushRef="#br0" timeOffset="47639.676">7881 4635 349 0,'0'0'1178'16,"0"0"-164"-16,0 0-524 0,0 0-56 15,0 0 2-15,0 0-88 0,0 0-69 16,0 0-110-16,84 5-83 0,-71-6-58 16,-2-4-28-16,4 0-45 0,-4 4-109 15,1-4-37-15,-1 3-8 0,-2-2-46 0,-1 4-95 16,0 0-99-16,-4 0 9 0,-1 6 82 16,-3 2 173-16,0 1 175 0,0 3 29 15,0 3 136-15,-1 2 48 0,-2 2 25 16,-2 1-3-16,2 4-12 0,-1-1-35 15,1 3-5-15,2 1-19 0,1 5 16 16,-3-1 41-16,2 5-88 0,-1-3-55 0,-1 2 5 0,2-3-40 16,-1-3-20-16,2-4-23 0,0-4-31 15,2-4-64-15,7-8-57 0,2 2-22 16,0-10-6-16,7-1-71 0,1-5-215 16,-4-5-638-16,11-19-1008 0</inkml:trace>
  <inkml:trace contextRef="#ctx0" brushRef="#br0" timeOffset="47845.506">8622 4597 2020 0,'0'0'1781'0,"0"0"-1466"0,0 0-222 16,0 0 184-16,0 0 37 0,0 0-5 0,98-9-84 15,-71 7-106-15,2 1-80 0,0-5-39 16,3 1 0-16,-2 0-27 0,0-1-46 16,-1 0-94-16,-2 0-77 0,-2 0-69 15,-8 3-224-15,0-1-951 0</inkml:trace>
  <inkml:trace contextRef="#ctx0" brushRef="#br0" timeOffset="48025.375">8792 4760 1881 0,'0'0'1840'0,"0"0"-1557"16,0 0-185-1,0 0 117-15,0 0 165 0,0 0-64 16,0 0-108-16,0 0-74 0,78 5-58 16,-51-11-37-16,2-5-39 0,4 2-24 15,0 0-134-15,2-1-89 0,0 1-66 16,-8 5-260-16,8 1-900 0</inkml:trace>
  <inkml:trace contextRef="#ctx0" brushRef="#br0" timeOffset="48911.858">9857 4146 904 0,'0'0'2185'0,"0"0"-1850"0,0 0-252 16,0 0-23-16,0 0 54 0,0 0 69 0,0 0 22 16,0 0 7-16,0 0-26 0,112 46 21 15,-62-45-60-15,4-1-30 0,5-1-28 16,-3-7-34-16,1-5-4 0,-7 1-14 0,-2-1-13 16,-5 1-21-16,-5-2-3 0,-3 1-1 15,-6 4-17-15,-7 0-40 0,-5 5-49 16,-7 1-15-1,-5 3-50-15,-5 6 9 0,-5 7 36 16,-8 4 46-16,-8 11 16 0,-7 4 3 0,-9 7 15 16,-4 5 47-16,-6 4 17 0,-5 2-17 15,0 0-3-15,0 0 3 0,-2-2 25 16,-1-2 3-16,7-2 32 0,1-5 33 16,5-2 3-16,6-4-7 0,4-4 1 15,9-3-16-15,4-2-13 0,9-3-18 0,3-1 3 0,7-5 3 16,0 0-6-16,12-1 15 0,6 0 3 15,7-5 3-15,2 3 9 0,6-1 31 16,2-5 5-16,1 0 42 0,0-5-42 16,3-1-48-1,0 0-28-15,-2-1-30 0,1-8 9 0,1 0-12 16,-1-1-12-16,-2-4-21 0,2 2-61 0,-3-1-36 0,-1 2-49 16,-2-1 8-16,-2 1-67 0,-4 0-118 15,-3-1-226-15,-10 5-541 0,4-10-734 0</inkml:trace>
  <inkml:trace contextRef="#ctx0" brushRef="#br0" timeOffset="49159.027">10686 4248 1349 0,'0'0'1535'16,"0"0"-1285"-16,0 0-93 0,0 0 160 15,-87 45 14-15,57-22-61 0,-2 2-68 16,-4 7-78-16,-1 2-34 0,-3 5-26 0,-1 1-30 16,1 5-32-16,-2-3-1 0,3 2-1 15,3-2-40-15,3-3-65 0,3-2-34 16,2-2-13-16,2-2 25 0,7-5-40 0,1-4-100 16,5-3-133-16,1-4-209 0,7-5-563 15,-1 0-318-15</inkml:trace>
  <inkml:trace contextRef="#ctx0" brushRef="#br0" timeOffset="49460.197">10762 4820 1220 0,'0'0'1903'16,"0"0"-1517"-16,0 0-190 0,-10 75 119 0,7-42 60 15,2 5-63-15,-1 5-67 0,-1 8-74 16,3 4-64-16,-3 4-28 0,2 3-42 16,-2 5-37-16,-1-3 0 0,4-3-3 0,-1-8-21 15,1-11-37-15,0-11-3 0,1-10-12 16,6-7-37-16,-3-8-37 0,4-6-25 15,-3-3 2-15,7-11-3 0,-1-7-119 16,3-8-291-16,-3 4-395 0,6-24-554 0</inkml:trace>
  <inkml:trace contextRef="#ctx0" brushRef="#br0" timeOffset="49698.05">10863 4879 957 0,'0'0'401'0,"0"0"207"16,0 0 172-16,0 0-312 0,0 0-105 15,0 0-35-15,0 0-42 0,32-66-69 16,-19 64-56-16,2 2-25 0,3 0-20 0,0 3 1 0,0 5-41 16,2 2-24-16,-1 1-9 0,-5 3 6 15,-1 2-31-15,-4-1-16 0,-2 3 19 16,-3 4-19-16,-4-3 0 0,0 1-2 16,-4 1-18-16,-6-2-9 0,-4 0-13 15,-3-1-33-15,-1-1-4 0,-1 1-5 16,-3-5-16-16,2-2 2 15,4 0-24-15,1-6-38 0,3-2-56 16,2-3-69-16,4-3-114 0,1-5-258 16,0-15-819-16</inkml:trace>
  <inkml:trace contextRef="#ctx0" brushRef="#br0" timeOffset="49929.966">11640 4264 1982 0,'0'0'773'0,"0"0"-266"16,0 0-50-16,68 87 83 0,-47-52-88 15,0 2-112-15,0 4-66 0,2-2-76 16,0 0-62 0,0-3-60-16,0-4-61 0,2-3-15 15,-1-9-49-15,3-3-72 0,-2-8-27 0,1-6-23 16,3-3-48-16,-2-6-72 0,1-12-263 15,-8 6-805-15,-1-19-1424 0</inkml:trace>
  <inkml:trace contextRef="#ctx0" brushRef="#br0" timeOffset="50115.106">12095 4278 2262 0,'0'0'1384'15,"0"0"-1176"-15,-73 83-47 0,38-43 120 16,-4 6 94-16,-3 2-1 0,2-1-106 15,0-3-113-15,2 1-82 0,2-4-53 16,-1 0-20-16,2-1-30 0,5-4-98 0,3-2-85 16,5-6-40-16,6-5-11 0,7-11-95 0,6-5-146 15,3-5-446-15,3-9-740 0</inkml:trace>
  <inkml:trace contextRef="#ctx0" brushRef="#br0" timeOffset="50484.777">12458 4311 385 0,'0'0'2523'0,"98"-21"-2060"16,-50 12-183-16,7 1 189 0,4 1-127 15,-3 0-111-15,-4 3-71 0,3 2-34 16,-2-1-35-16,-3 3-30 0,-2 0-58 16,-5 0-3-16,-8 1-3 0,-8 5-9 0,-7 0-6 15,-7 2 3-15,-7 5-13 0,-6 1-6 0,-3 4-14 16,-16 5 2-16,-6 4 3 0,-12 3 18 15,-5 4-5-15,-6 3 8 0,-3 0-9 16,-1 1 7-16,3-2 24 0,3-1 1 16,5-3-1-16,4-1-2 0,9-3 0 15,7-3 2-15,4-5 3 0,10-2 40 0,2-1-3 16,5-5 9 0,3-2 3-16,6-2-6 0,8 0 12 15,4-1 30-15,5-2 28 0,5-1-3 16,5-1-4-16,1-3 0 0,1 0-42 15,-3 0-34-15,-1-3-33 0,1-3 0 16,-3 0-12-16,-1-3-6 0,0-1-58 16,-4-5-94-16,3 1-40 0,-2-4-22 0,0-1-121 15,0-5-273-15,-8 6-584 0,8-11-660 0</inkml:trace>
  <inkml:trace contextRef="#ctx0" brushRef="#br0" timeOffset="50668.93">13253 4378 1178 0,'0'0'722'0,"0"0"558"0,0 0-1066 16,-70 76-59-16,44-46 101 0,-2 2 96 0,-3 3-41 15,0-1-104-15,-3 0-87 0,1 0-53 16,-1 1-36-16,-4 0-31 0,3-1 0 16,-2 0-83-16,3-2-80 0,3-2-31 15,8-7-39-15,7-7-128 0,8-7-216 16,6-6-482-1,4-9-816-15</inkml:trace>
  <inkml:trace contextRef="#ctx0" brushRef="#br0" timeOffset="51006.212">13548 4721 980 0,'0'0'271'15,"0"0"1024"-15,0 0-854 0,0 0-141 16,0 0 59 0,0 0-34-16,0 0-56 0,0 0-76 15,4 67-39-15,-4-40-9 0,0 5 39 0,0 7-9 16,0 3-47-16,0 6-22 0,0 2-18 15,-4 4-6-15,-1 1-24 0,-4 2-19 16,1-1-27-16,0-2-12 0,0-7-30 16,1-4-24-16,4-5-47 0,3-7-26 15,0-8-13-15,0-4-16 0,0-7 0 0,0-3-19 0,2-5-76 16,3-3-177-16,-2-1-318 0,5-6-692 0</inkml:trace>
  <inkml:trace contextRef="#ctx0" brushRef="#br0" timeOffset="51301.46">13683 4732 108 0,'0'0'2073'15,"0"0"-1672"-15,0 0-236 0,0 0 76 16,0 0 85-16,0 0-53 0,0 0-36 15,82-14-45-15,-67 14-88 0,-1 0-48 0,-1 5-25 16,0 0-12-16,-3 1 0 0,-2 2-7 16,-4 3-9-16,1 2 13 0,-3 1 2 15,-2 3 4-15,-2 1 6 0,-7 2 4 16,-3 1-32-16,-4 2-25 0,-1-2-3 0,-3 2-37 16,-5 1-28-16,2-4-14 0,-4 1 3 15,-1-5-9-15,-2-2-1 0,3-2-75 0,-5-4-75 16,-3-4-294-16,8-1-748 0</inkml:trace>
  <inkml:trace contextRef="#ctx0" brushRef="#br0" timeOffset="52202.633">8332 5096 1558 0,'0'0'1449'0,"0"0"-1027"0,0 0-166 0,0 0-19 0,0 0 26 16,0 0-11-16,0 0-45 0,0 0-35 16,0 0-40-16,18 80-31 0,-18-51-25 15,0 1 0-15,0-1-33 0,0-2-43 16,-2 2-1-16,-1-5-20 0,0 0-34 15,0 0-70-15,2-1-59 0,-2-4-49 16,3 0-52-16,-1 0-210 0,1-5-512 0,-6 3-502 16</inkml:trace>
  <inkml:trace contextRef="#ctx0" brushRef="#br0" timeOffset="53105.281">8364 7091 280 0,'0'0'1502'16,"0"0"-850"-16,0 0-339 0,1-81-111 15,-2 52 77-15,-6 2 83 0,1 1-106 16,-1 1-26-16,-2 0-46 0,-2 6 2 16,1-4 12-16,-5 7-56 0,1 1-32 0,-3 3-18 0,-2 3 9 15,-3 0-28-15,-2 4-24 0,0 4-1 16,-3 1-2-16,0 1-6 0,-2 7-10 15,-1 6-30-15,-4 1-9 0,1 9-12 16,0 4 18-16,0 1 0 0,1 5-12 16,2 5-3-16,3 4 15 0,2 6-27 0,5 3 8 15,4 6 19-15,6 3-21 0,6 1 24 16,4-1-1-16,4-5-11 0,12-8 10 0,5-6 2 16,4-6 33-1,4-6-12-15,1-4 7 0,2-5-10 16,1-3 19-16,1-6 14 0,0-4 13 15,-3-3-40-15,0-5-21 0,-1-2 22 16,-1-10-22-16,-3-4-3 0,1-3-2 16,-5-1-108-16,-2-3-94 0,-7-1-55 0,-1 1-91 15,-7 4-346-15,-2 6-832 0,-3-2-839 0</inkml:trace>
  <inkml:trace contextRef="#ctx0" brushRef="#br0" timeOffset="53405.395">8073 7447 1038 0,'0'0'117'16,"0"0"1176"-16,0 0-804 0,0 0-101 0,0 0-36 16,0 0-128-16,0 0-121 0,85-1-42 15,-64-7-40-15,1-1-21 0,0-3-121 16,-1 2-108-16,-2-1-53 0,1 1-62 16,-4 2-100-16,-3 2-57 0,-3 0 21 15,-2 5 138-15,-4 1 42 0,-4 0 284 16,0 7 16-16,0 3 488 0,-6 1-29 15,0 3-41-15,0 4-54 0,2 1-33 16,0 4-21-16,-1 5-56 0,4 1-43 16,-2 1-29-16,3 2-47 0,0 0 2 15,0 3 27-15,0-4 6 0,0 0-56 0,0-3-68 16,3-3-46-16,1-5-16 0,2-4-52 16,1-3-89-16,4-6-35 0,1-3-41 0,3-4-107 15,-1 0-288-15,9-12-740 0</inkml:trace>
  <inkml:trace contextRef="#ctx0" brushRef="#br0" timeOffset="53690.246">8853 7467 398 0,'0'0'1830'0,"0"0"-1169"16,0 0-120-16,0 0-33 0,0 0-113 15,77 8-92-15,-66-2-91 0,1-1-65 16,-4 1-49-16,-1 2-37 0,-1 1-34 15,-1 6-6-15,-5 1-2 0,0 5-16 0,0 6 12 16,-7 1-3 0,-3 3 0-16,0 0 4 0,-1-1-16 15,3 0 3-15,1-5 12 0,5-2 3 16,2-5-4-16,0-3-14 0,9-2-18 16,0-2 3-16,8-5 3 0,2-2 0 15,3-3-1-15,2-1 10 0,2 0-12 16,3-7 12-16,-2-2-46 0,0-1-116 15,-2-1-98-15,0-2-117 0,-7 6-618 0,3-5-1824 0</inkml:trace>
  <inkml:trace contextRef="#ctx0" brushRef="#br0" timeOffset="54175.476">9792 7190 821 0,'0'0'1755'0,"0"0"-784"0,0 0-586 15,0 0-71-15,81 10 5 0,-58-7-73 0,0-1-68 16,1 0-71-16,-1-2-40 0,-1 0-24 16,3-3-31-16,-2-4-12 0,0-2-1 15,-3-1-57-15,-1-2-113 0,-3 1-31 16,-5 0-51-16,-4 8-95 0,-5 3-278 15,-2 0-629-15,-5 6-460 0</inkml:trace>
  <inkml:trace contextRef="#ctx0" brushRef="#br0" timeOffset="54353.164">9750 7461 798 0,'0'0'1411'0,"0"0"-681"16,0 0-232-16,0 0-118 0,0 0-53 15,0 0-63-15,0 0-32 16,0 0-26-16,0 0-19 0,86 11 20 15,-53-11-73-15,5 0-76 0,-2-5-40 16,2-1 2-16,1 0-20 0,1-5-30 16,1 1-104-16,2 0-162 0,6-3-91 15,-13 5-373-15,20-6-1193 0</inkml:trace>
  <inkml:trace contextRef="#ctx0" brushRef="#br0" timeOffset="55341.294">11232 6729 2496 0,'0'0'615'0,"0"0"-239"0,0 0-123 0,0 0 20 0,0 0 16 31,78-12-1-31,-34 8-79 0,7-3-74 15,5-1-44-15,0 1-20 0,-1 0-16 16,-4 1-13-16,-1 0-17 0,-3 0-7 0,-6 1-15 16,-4 4-3-16,-9 1-13 0,-7 0-5 0,-9 1-13 15,-8 7-18-15,-4 7-55 0,-6 4-18 0,-11 7-4 16,-8 8-6-16,-9 8-1 16,-9 3 9-16,-5 7 7 0,-2 2 17 0,-5 1-3 15,0-1-2-15,2 0 39 0,0-4 14 16,2-3 52-16,5-6 28 0,3-3 26 15,8-5 37-15,5-5 13 0,7-5-7 0,6-5 8 0,6-2-5 16,4-7-20-16,7 0-18 0,4-4 3 16,10 0 30-16,6 0 34 0,4-1-6 15,8 0 17-15,5-4 12 0,2 0-39 16,0 0-25-16,4-3 0 0,-2-1-3 16,1-2 3-16,-1 1-31 0,0-2-27 15,-4 0-12 1,2 0-18-16,-3-1-2 0,-1-3-19 15,1-1-15-15,-2-2-91 0,-2-3-64 16,-2-1-37-16,-2 0-4 0,-4 0-139 0,-6 1-321 16,0-7-824-16</inkml:trace>
  <inkml:trace contextRef="#ctx0" brushRef="#br0" timeOffset="55573.266">12161 6703 1482 0,'0'0'1585'0,"0"0"-1212"16,0 0-252-16,0 0 31 0,0 0 124 15,-96 60 31-15,64-35-96 16,0 4-90-16,-1 1-60 0,-4 7-21 16,-2 1-12-16,0 4-14 0,-4 5-14 15,1 1-1-15,-1-1-11 0,0 1 10 0,1-3-35 16,3-2-65-16,4-3-46 15,5-4-32-15,4-5-35 0,7-2-65 16,5-7-161-16,4-9-264 0,7 1-703 0</inkml:trace>
  <inkml:trace contextRef="#ctx0" brushRef="#br0" timeOffset="55826.975">12183 7524 1307 0,'0'0'2032'0,"0"0"-1641"0,-17 92-199 0,8-51 34 15,-2 10 72-15,-1 4 2 0,0 0-77 16,-2 5-112-16,2-2-50 0,1 3-31 16,1-2-29-16,1-2 10 0,3-4-11 15,2-8-2-15,4-7-25 16,4-13-31-16,5-7-25 0,1-9-24 15,0-7-28-15,0-2-19 0,1-7-50 16,1-11-174-16,-6 1-403 0,4-18-896 0</inkml:trace>
  <inkml:trace contextRef="#ctx0" brushRef="#br0" timeOffset="56080.837">12187 7545 2183 0,'0'0'1431'0,"0"0"-1245"0,0 0-85 16,0 0 153-16,0 0 29 0,98-59-48 16,-75 48-82-16,1 3-73 0,-3 4-25 15,-2 1-37-15,-5 2-18 16,-5 1-3-16,-2 2-19 0,-7 4 4 16,0 6 18-16,-3 6 0 0,-10 2 0 15,-4 7-36-15,-5 0-47 0,-5 2 0 16,3 1 10-16,-2-3-17 0,2-4-34 15,4-2-46-15,2-7-62 0,6-5-98 16,5-6-159-16,2-3-485 0,2-5-700 0,3-14 1286 16</inkml:trace>
  <inkml:trace contextRef="#ctx0" brushRef="#br0" timeOffset="56348.448">12683 7240 691 0,'0'0'2462'0,"0"0"-2038"16,0 0-147-16,0 0 53 0,0 0-93 15,0 0-77-15,0 0-73 0,80-4-57 16,-75 12-11-16,-5 4-16 0,0 4 15 0,0 6-16 16,-8 6-2-16,-1 3-9 0,-1 0 7 15,0 0 1-15,3-3 0 0,4-4 1 16,3-5 12-16,0-2 6 0,4-6-18 0,9-3 0 0,3-2 33 15,5-5 7-15,4-1 9 0,5 0-31 16,3-3-1-16,2-6-17 0,1 2-30 16,-1 0-105-16,-1-3-143 0,-8 7-199 15,7-4-820-15</inkml:trace>
  <inkml:trace contextRef="#ctx0" brushRef="#br0" timeOffset="62485.511">18399 4336 1516 0,'0'0'744'15,"0"0"-356"-15,0 0-172 0,0 0-24 0,0 0 70 16,0 0 91-16,18-69 5 15,-18 65-70 1,0 0-62-16,2 2-47 0,-2 2-10 16,0 0 5-16,0 0-37 0,0 0-21 0,0 0-25 15,0 6-21-15,0 4-30 0,-6 8-4 16,-3 12-3-16,-5 8-5 0,0 7-25 0,-4 11 33 16,-2 3-24-16,-2 8-1 0,-3 6-11 15,-3 3-3-15,-1 3-9 0,2 2 10 16,1-4-28-16,4-7-31 0,5-9-21 0,3-13 18 15,2-13-2-15,5-8-16 0,1-11-13 0,3-5-36 16,3-8-22-16,0-3-43 0,0 0-89 16,2-8-121-16,8-10-54 0,4-4-56 15,-1 1-196-15,9-23-540 0</inkml:trace>
  <inkml:trace contextRef="#ctx0" brushRef="#br0" timeOffset="62793.798">18366 4439 954 0,'0'0'78'0,"0"0"1608"0,0 0-1294 0,0 0-134 16,0 0 2-16,0 0 49 0,0 0-39 16,0 0-86-16,0 0-104 0,0 0-24 15,51 2 33-15,-35 22 59 16,0 8 27-16,3 7-62 0,-2 6-12 16,0 6-50-16,-2 5 4 0,1 0-18 15,-3 4-16-15,-2-1-19 0,-1-5-1 16,-1-7 2-16,0-9 10 0,1-9-12 0,-2-8-2 15,-2-7 0-15,0-4 1 0,1-2 2 16,-3-7-2-16,1-1 0 0,-1 0 3 16,3-6 25-16,3-8 20 0,3-9-2 0,4-8-19 15,1-5-15-15,4-8-12 0,-2-2-1 0,-3-5-11 16,2 2 11-16,-2-1-66 0,0 5-21 16,-1 6-6-16,-3 4-10 0,-1 7 10 15,-3 9-13 1,-3 7-28-16,0 3-65 0,-1 7-94 0,-1 2-183 15,0 0-269-15,-1 7-616 0</inkml:trace>
  <inkml:trace contextRef="#ctx0" brushRef="#br0" timeOffset="63008.646">18939 4984 104 0,'0'0'2966'0,"0"0"-2539"0,0 0-218 0,-6 77 12 15,3-50 96-15,0 1 20 0,0 1-106 16,1-1-127-16,-1-1-61 0,2 1-28 16,-2-3-15-16,1-2-19 0,2-4-48 15,0-3-87-15,0-2 0 0,0-7 0 16,5-1-20-16,1-6-99 0,3 0-222 16,0-6-467-16,8-13-528 0</inkml:trace>
  <inkml:trace contextRef="#ctx0" brushRef="#br0" timeOffset="63225.037">19478 4742 2202 0,'0'0'1628'0,"0"0"-1282"15,0 0-234-15,0 0 46 0,0 0 182 0,0 0-10 16,85 6-29-16,-60-6-125 0,3 0-94 15,1 0-27-15,4 0-40 0,-2-1-15 16,0-4-24-16,-2 1-104 0,-3 0-81 16,0 0-38-16,-6 3-65 0,-2-2-259 0,-7 3-734 15,-6 0-978-15,-8 8 1617 0</inkml:trace>
  <inkml:trace contextRef="#ctx0" brushRef="#br0" timeOffset="63409.549">19557 4982 1413 0,'0'0'1676'16,"0"0"-1097"-16,0 0-330 0,0 0-66 0,0 0 116 16,0 0 19-16,0 0-15 0,0 0-132 15,0 0-64-15,0 0 20 0,0 0 22 16,91 20-79-16,-58-27-41 0,-1 0-29 16,0-3-60-16,-3 3-107 0,-1 0-55 15,0 3-22-15,-1 3-156 0,-9-3-578 16,5 3-1150-16</inkml:trace>
  <inkml:trace contextRef="#ctx0" brushRef="#br0" timeOffset="64211.057">20862 4636 2077 0,'0'0'1166'16,"0"0"-880"-16,0 0-39 0,0 0-43 0,0 0 109 15,0 0 22-15,0 0-44 0,0 0-92 16,0 0-86-16,0 0-4 0,85-38 1 0,-33 28 5 0,1 3-30 15,0 3-28-15,-4 1-14 16,-2 2-10-16,-5 1-9 0,-2 0-6 16,-9 0-16-16,-2 0-2 0,-7 3-1 15,-6 0-20-15,-7 3 3 0,-3 1-15 0,-6 5-10 16,0 1 4-16,-8 6-15 0,-8 8-28 16,-9 2-6-1,-5 5-3-15,-4 5 2 0,-6-1 22 0,0 2 25 16,-2 1-1-16,1-3 25 0,-2 0-13 15,4-1 29-15,2-5 2 0,7-5 0 16,6-4 22-16,8-4-7 0,4-2 37 16,7-5 9-16,3-1 6 0,2-3-16 15,5 1 4-15,7-1-6 0,6 1 17 16,6 0 1-16,6-1-3 0,4 1 5 0,2-2-14 0,3-3-7 16,2-2-15-16,-2 1-5 0,3 0 2 15,1-3-9-15,1 0-10 0,-3 0-11 16,0 0-2-16,-4 0-16 0,1-3-12 15,0-4-79-15,-4 0-58 0,-1-2-39 16,-2-1-10-16,-2-2-31 0,-3-1-156 16,-8 3-325-1,0-7-868-15</inkml:trace>
  <inkml:trace contextRef="#ctx0" brushRef="#br0" timeOffset="64442.715">21771 4644 1406 0,'0'0'1818'0,"0"0"-1500"0,0 0-211 15,0 0 32-15,0 0 142 0,-79 44 24 16,56-25-67-16,-5 6-109 0,-2 4-67 16,-3 2-22-16,0 6-16 0,-5 1-22 0,4 1-1 15,-2 2-1-15,0-4-11 16,2-1-26-16,1-2-86 0,0-3-21 0,4-1-33 0,5-6-31 15,4 0-81-15,7-6-179 0,5-6-269 0,4-1-683 16</inkml:trace>
  <inkml:trace contextRef="#ctx0" brushRef="#br0" timeOffset="64690.866">21840 5198 1121 0,'0'0'2215'0,"0"0"-1872"16,0 0-151-16,2 81 79 0,-2-49 61 15,-5 2-8-15,-3 3-122 0,0 3-83 16,-2 1-55-16,2 1-27 0,0 1-26 0,-1 0-11 16,1 0-3-16,2-4-52 0,4-5-64 15,0-6-40-15,2-7 24 0,0-7-13 0,3-7-12 16,0-5-55-16,1-2-145 15,-1-7-220-15,0-6-558 0,3-1-819 0,-1-16 1872 16</inkml:trace>
  <inkml:trace contextRef="#ctx0" brushRef="#br0" timeOffset="64928.692">21919 5169 813 0,'0'0'2254'0,"0"0"-1792"0,0 0-262 16,0 0-68-16,0 0 76 0,0 0 44 15,0 0-81-15,0 0-113 0,0 0-30 16,0 0-6-16,83-6-1 0,-68 16-17 0,-3-1 8 16,-1 2 25-16,-5 3-3 0,-3 3-1 15,-3 1 4-15,0 3-18 16,-6 0-19-16,-8-2-15 0,1-1-12 0,-3-1 11 16,-3-3-39-16,2-3-34 15,-2-1-7-15,1-4-9 0,2-5-35 16,3-1-64-16,3-1-116 0,4-10-233 0,0-1-223 0,6-8-558 0,0 5 267 15</inkml:trace>
  <inkml:trace contextRef="#ctx0" brushRef="#br0" timeOffset="65152.755">22679 4718 767 0,'0'0'2713'0,"0"0"-2227"16,0 0-206-16,43 85 79 0,-28-54-36 16,0 2-12-16,1-2-92 15,3-1-122-15,0-1-61 0,-2-4-33 0,0 0-3 16,1-7-20-16,0-3-101 0,0-4-65 0,2-6-27 0,1-5-53 16,-2 0-194-16,-2-2-552 15,-2-13-505-15</inkml:trace>
  <inkml:trace contextRef="#ctx0" brushRef="#br0" timeOffset="65314.155">22951 4779 2204 0,'0'0'1256'0,"0"0"-1059"0,-72 71-33 0,38-35 144 15,-1 6 77-15,-1 0-46 0,0-3-88 16,2 0-129-16,2-3-80 0,2-5-42 15,2-1-42-15,6-6-120 0,2-4-67 16,5-4-64-16,7-8-218 0,5-4-547 0,3-7-624 0</inkml:trace>
  <inkml:trace contextRef="#ctx0" brushRef="#br0" timeOffset="65561.077">23500 4500 866 0,'0'0'2666'0,"0"0"-2296"16,0 0-166-16,0 0 154 0,0 0 64 15,6 84-53-15,-9-54-113 0,0 4-114 16,1 6-72-16,2 2-7 0,-2 3-33 16,2 7 3-16,-1 0-33 0,-2 4-1 15,-2 0-20-15,-3 1-45 0,-1-2-40 16,0-7-64-16,1-6-27 0,-1-4-41 15,3-8-164-15,1-7-383 0,-6 2-1173 0</inkml:trace>
  <inkml:trace contextRef="#ctx0" brushRef="#br0" timeOffset="66517.821">18642 7025 1360 0,'0'0'719'16,"0"0"-140"-16,0 0-300 0,0 0-48 0,0 0 142 15,0 0 5-15,-19 75-30 0,2-50-93 16,0 10-80-16,-6 7-46 0,-2 5-30 15,0 7-14-15,-1 4-14 0,-2 5-14 16,2 3-17-16,0 0-19 0,0 0-21 16,2-4-3-16,2-3 2 15,6-5-29-15,2-13 6 0,7-8-68 0,2-10-40 16,5-11 16-16,0-7-47 0,5-5-47 16,5-8-64-16,1-7-132 0,5-10-239 15,-4 3-469-15,5-20-471 0</inkml:trace>
  <inkml:trace contextRef="#ctx0" brushRef="#br0" timeOffset="66818.348">18611 7197 1436 0,'0'0'585'0,"0"0"175"0,0 0-353 0,0 0-117 15,0 0 112-15,0 0-51 0,0 0-50 16,0 0-119 0,0 0-118-16,0 0 22 0,0 0 18 15,62 50 34-15,-48-9 8 0,-1 9-21 16,3 1-37-16,-2 3-15 0,0 0-37 15,0 1-24-15,1-5-12 0,-2-5 0 0,2-10-1 16,1-7-32-16,-2-7 12 0,0-9 18 16,0-4-19-16,-2-5 4 0,0-3-6 15,4-8-16-15,-3-7-23 0,2-8 14 0,-3-7 10 16,3-6 2-16,0-4 16 0,-1-5-4 16,1-2 10-16,-2-3-12 0,2-4 2 0,-1-3-17 15,0 0-23-15,-1 3-20 0,3 4-29 0,0 9 22 16,1 7-50-16,-1 9-111 0,1 9-195 15,-6 9-259-15,-1 7-661 0</inkml:trace>
  <inkml:trace contextRef="#ctx0" brushRef="#br0" timeOffset="67119.398">19096 7806 3127 0,'0'0'1030'16,"0"0"-949"-16,0 0-9 0,0 0 136 0,0 0 99 16,78-13-16-16,-61 11-111 0,1-3-98 15,-2 4-58-15,-1-2-4 0,-2 3-20 16,-1 0-18-16,-4 4 15 0,0 7-12 16,-5 1 3-16,0 3 9 0,-3 6 3 0,0 0 1 15,-2 3 17-15,-2 4-17 0,-1-4 0 0,2-1 0 16,3-3-1-16,0-4 0 0,2-2-2 15,7-5-19-15,6-1-10 0,1-6 7 16,7-2 21-16,2 0 1 0,4-3-16 16,2-9-40-16,1-4-76 0,1-5-19 15,3-4-65-15,3-2-149 0,-10 4-371 0,13-12-900 0</inkml:trace>
  <inkml:trace contextRef="#ctx0" brushRef="#br0" timeOffset="67335.491">20044 7353 881 0,'0'0'3595'0,"0"0"-3103"0,0 0-360 15,94-18-13-15,-61 10-19 0,1-2-9 16,-6 0 25-16,0 2 11 0,-2 1-79 0,-1 3-48 15,-1-2-22-15,-3 4-105 0,-4 0-73 16,-3 2-29-16,-6 1-83 0,-8 8-341 0,0 6-752 16,-8-2-797-16</inkml:trace>
  <inkml:trace contextRef="#ctx0" brushRef="#br0" timeOffset="67519.845">20061 7619 1899 0,'0'0'1496'0,"0"0"-1252"0,0 0-190 0,0 0 56 16,0 0 199-16,0 0 122 0,0 0 0 16,79 0-148-16,-49-8-106 0,0 1-56 15,3-2-57-15,1 0-42 0,-3-1-22 0,-1 0-24 16,1 1-98-16,0-3-90 0,-2 3-66 16,-1 1-112-16,-7 2-643 0,4 0-1209 0</inkml:trace>
  <inkml:trace contextRef="#ctx0" brushRef="#br0" timeOffset="68252.043">21274 7011 658 0,'0'0'2133'0,"0"0"-1716"0,0 0-131 16,0 0-70-16,0 0 104 0,0 0 5 15,0 0-25-15,102 52-69 0,-66-38-69 0,3-2-43 16,1 0-15-16,2-2-32 0,1-2-2 15,-4-3-27-15,-3 0-13 0,-1-2-27 0,-2 0 12 16,-7-2-3-16,-1-1-12 0,-9 3-3 16,-4 1 0-16,-4 2-1 0,-5 0-20 15,-3 6-3-15,-8 5 0 0,-9 6-4 0,-8 6-42 16,-10 9-24-16,-6 1 18 0,-2 5 30 16,-5-1 9-16,4 0-9 0,-7-1 0 15,5-1 13-15,-1-1 23 0,2-2 13 0,2-1-1 16,5-4-1-16,6-3-1 0,5-2-15 15,4-3 17-15,9-3-1 0,2-4-1 16,6-5-19-16,6-5 22 0,0-2 31 16,3-6 6-16,6 2 15 0,5-2 12 15,2 0 3-15,1 0-18 0,6-2-7 16,2 0 16-16,1 1 0 16,5-2-9-16,1 3-4 0,4 0 4 15,3 0 6-15,0 3-25 0,4-2-28 16,-1 1 0-16,-1 0 0 0,0 0-2 15,-3-2-2-15,-1 0-13 0,-3 0 3 16,-3 0-7-16,-2 0-26 0,-5 0 5 0,-1 0-39 16,-7 0-42-16,-3 0-16 0,-3 0 14 15,-4 0-2-15,-3 0-41 0,0-2-100 0,-1 0-184 16,-2 2-291-16,0-2-637 0,-2-2-256 0</inkml:trace>
  <inkml:trace contextRef="#ctx0" brushRef="#br0" timeOffset="68536.981">22051 7325 1360 0,'0'0'1994'0,"0"0"-1778"16,0 0-152-16,0 0 43 0,0 0 0 15,0 0 91-15,-88 21 40 0,63-6-105 0,-3 4-58 0,-3 4-29 16,-2 5-6-16,-3 1-3 0,-3 3-9 16,-1 4 15-16,-3 2-21 0,1 2-22 15,1-2 0-15,0 2 0 0,4-2-31 16,4-3-40-16,5-1-62 0,3-7-44 16,8-2-25-16,5-5-56 0,6-5-11 15,5-5-126-15,1-5-199 0,7-5-655 0,3 0-21 0,9-5 1211 0</inkml:trace>
  <inkml:trace contextRef="#ctx0" brushRef="#br0" timeOffset="68784.635">22118 7708 696 0,'0'0'781'16,"0"0"719"-16,0 0-1269 0,0 73-21 15,-4-37 97-15,-3 7 4 0,1 8 39 0,-2 6-78 16,0 1-112-16,-1 2-49 0,1 7-23 16,-2-1-20-16,-2 3-32 0,-2-1-14 15,-1-2-21-15,1-10-1 0,5-6-17 0,1-9-31 16,3-10-4-16,5-9-7 0,0-9-29 16,0-7-32-16,2-6-25 0,5-10-22 0,3-9-78 15,0-6-144-15,2-6-342 0,-5 3-949 16</inkml:trace>
  <inkml:trace contextRef="#ctx0" brushRef="#br0" timeOffset="69038.371">22104 7760 46 0,'0'0'2756'0,"0"0"-2399"0,0 0-207 16,0 0 63-16,0 0 21 0,88-31-36 0,-68 30 3 15,5 1-57-15,-3 0-67 0,-1 4-52 16,-2 3-25-16,-4 4-9 0,-3 2 9 16,-6 1 28-16,-2 2-28 0,-4 1-13 15,-1 2-2-15,-10 4-29 0,-6-3-12 0,0 3 0 16,-6 0-25-16,-3-3 9 0,-3 3-10 16,-1-4-9-16,-3-2-13 0,0-3-95 0,-2-3-147 15,-1-5-235-15,-6-2-470 0,12-4-202 0,-24 0 1012 16</inkml:trace>
  <inkml:trace contextRef="#ctx0" brushRef="#br0" timeOffset="69671.602">20935 7263 1380 0,'0'0'416'0,"0"0"660"16,0 0-835-16,0 0-53 0,-21 86 25 15,15-58 43 1,1 2 18-16,1 2-70 0,-1 7-61 15,2 2-60-15,0 4-18 0,0 7 0 0,-2 2-16 16,2 3-6-16,-1 2-18 0,0 4-12 16,-3-1-13-16,2-1-1 0,0-1 0 15,0-6-17-15,2-5-25 0,0-6 0 16,0-5 2-16,3-5-11 0,0-7-22 16,0-5-44-16,0-7-31 0,0-4-43 0,0-6-63 0,0-3-131 15,0-1-262-15,3-7-399 0,-3-1-252 16,0-14 1146-16</inkml:trace>
  <inkml:trace contextRef="#ctx0" brushRef="#br0" timeOffset="69987.191">20917 7365 1661 0,'0'0'814'15,"0"0"-325"-15,0 0-271 0,0 0-87 16,0 0 66-16,0 0 18 0,0 0-26 16,0 0-60-16,0 0-59 0,87-58-24 15,-70 57-2-15,-3 1-3 0,0 0-38 0,0 1 18 16,-3 3 1-16,-2 4 9 0,0 2 0 16,-4 0 7-16,-1 4 2 0,-3 0 0 15,-1 3-6-15,0 2-12 0,-7 2-22 0,-5-1-65 16,-2 3-6-16,-3 0 5 0,-5-2 1 15,-1 1-3-15,-3 2-17 0,-1-5-19 0,-2 0-37 16,1-1-20-16,0-1-3 0,-1-1-91 16,-1-2-142-16,-1-2-281 0,8-2-825 0,-10 0 800 15</inkml:trace>
  <inkml:trace contextRef="#ctx0" brushRef="#br0" timeOffset="73062.008">23884 7635 1383 0,'0'0'1234'0,"0"0"-964"16,0 0-61-16,0 0-46 0,0 0 91 0,0 0 69 15,0 0-25-15,0 0-61 0,0 0-92 16,0 0-64-16,37-72-13 0,-22 56 2 16,5-2-2-16,1-1 9 0,4 0-7 15,2 0-12-15,1 1-15 0,-1 0-22 16,2 4-21-16,-2 5 0 0,1 2 13 15,-1 4-11 1,-2 3-1-16,2 0-1 0,-1 7-3 16,-2 2 3-16,1 3 0 0,-3 0 0 0,-1 0 0 15,1 0 1-15,-3 0 2 0,-1 0-3 16,1-1-12-16,-2-4 12 0,-1 0 0 16,-1-2 0-16,-1-2-1 0,-3-1-2 15,0 0-12-15,0-2-43 0,-4 0-64 0,-1 0-17 16,-1 0-30-16,-5-2-82 0,0 2-156 15,0 0-252-15,-3 0-412 0,-14 3-512 0</inkml:trace>
  <inkml:trace contextRef="#ctx0" brushRef="#br0" timeOffset="73262.427">23985 7897 1676 0,'0'0'1328'0,"0"0"-913"16,0 0-158-16,0 0-115 0,0 0-16 15,0 0 62-15,0 0 114 0,0 0-43 0,95 14-65 16,-53-18-72-16,2-4-36 0,2 2-28 16,0-2-28-16,-1 3-21 0,3 0-9 15,-2-1-15 1,1 1-18-16,0 0-74 0,0-1-98 16,-1 0-66-16,0 0-61 0,-11 1-329 15,17-7-861-15</inkml:trace>
  <inkml:trace contextRef="#ctx0" brushRef="#br0" timeOffset="73679.448">25383 7261 1345 0,'0'0'2519'0,"0"0"-2280"15,0 0-211 1,85-4 35-16,-54 4 52 0,2 0 46 16,2 0 123-16,1 4-88 0,4 2-101 15,1-1-52-15,-1 2-27 0,-4-1-16 0,-1 1-3 16,-8 0-9-16,-4 1 9 0,-6 2-25 16,-3 2 1-16,-9 1-25 0,-2 6 12 15,-3 2 6-15,-8 3-6 0,-9 6-9 16,-5 1 12-16,-7 6 13 0,-4 4-4 0,-4 2-3 0,1-1 16 15,1 0 3-15,1-1 12 0,3-1 0 16,3-5 1-16,4 1 12 0,4-5-11 16,6-3 42-16,3 0 36 0,7-7-25 15,4 1 0-15,0-2-9 0,9-3 9 16,5-4 0-16,3 2-6 0,8-6 3 16,3-1-15-16,3-5-10 15,3-1 4-15,2-2-28 0,2-3-1 16,-4-7-2-16,2-3-86 0,-2-3-60 15,-3-3-41-15,-1-1-37 0,-1-4-110 16,-10 6-355-16,3-9-927 0</inkml:trace>
  <inkml:trace contextRef="#ctx0" brushRef="#br0" timeOffset="73895.59">25991 7552 2108 0,'0'0'1243'0,"0"0"-1046"0,0 0-181 16,0 0 47-16,-76 59 98 0,49-36 129 16,0 3-31-16,-3 3-92 0,-2 2-90 0,-1 2-49 15,-3 0-26-15,0 5-2 0,-2-2-15 16,2 3-22-16,2-3-112 0,2-3-96 16,3-2-79-16,6-8-154 0,7-3-549 15,6-7-655-15,7-11 1324 0</inkml:trace>
  <inkml:trace contextRef="#ctx0" brushRef="#br0" timeOffset="74148.987">26051 7956 1600 0,'0'0'1146'0,"0"0"-684"0,0 0-312 0,16 70 34 0,-14-38 157 16,0 7 69-16,0 7-54 0,-2 5-21 15,0 4-91-15,0 3-86 0,-2 0-49 16,-8 1-30-16,2 0-36 0,-3-2-43 16,-1 0-10-16,2-5-44 0,1-5-86 15,3-7-30-15,3-9-16 0,3-11-7 16,3-8-25-16,6-8-116 0,2-4-105 16,1-13-147-1,2-6-397-15,-1-8-344 0</inkml:trace>
  <inkml:trace contextRef="#ctx0" brushRef="#br0" timeOffset="74380.766">26213 8140 2906 0,'0'0'493'0,"0"0"-255"0,0 0 108 0,0 0-45 0,0 0-87 16,0 0-41-16,0 0-35 0,80-52-31 15,-64 50-27-15,3 2-31 0,-3 0-22 16,0 7 4-16,-2-1-16 0,-2 2 3 15,-2 4 4-15,-4 2 5 0,-1 2 10 16,-5 3 12-16,0 3-19 0,-5 4-30 0,-7 3-3 16,-4 1-107-16,-4-1-18 0,-2-1-34 0,-4-3-10 15,3-6-34-15,2-2-18 0,-4-6-45 16,2-5-121-16,6-3-366 0,-11-3-931 0</inkml:trace>
  <inkml:trace contextRef="#ctx0" brushRef="#br0" timeOffset="75297.445">24750 5061 36 0,'0'0'2670'0,"0"0"-2249"0,0 0-176 16,0 0 107-16,0 0-5 0,0 0-45 16,0 0-42-16,0 0-70 0,0 0-61 15,0 0-49-15,0 0 2 0,-11 4 3 0,15-4-2 16,3-4-23-16,3-1-8 0,2-2 0 16,6 0-19-16,4-3-12 0,1 1 10 15,7 0 2-15,2 4-6 0,4-1 1 0,-2 4 8 16,2 2-18-16,-1 0-15 0,0 0 9 15,-3 0-9-15,-2 2 0 0,-3 2 15 16,-3-2-16-16,-4 2 1 0,0-1 10 16,-5-1-12-16,1 2 0 0,1-1 0 15,-1 0 2-15,2-1 8 0,1-2-11 16,1 0-3-16,0 0-25 0,-1-5-44 0,1 0-25 16,0-2-31-16,-4 1-5 0,-1 0-17 15,-3-1-11-15,-5 3-17 0,-5 0-99 0,-2 3-210 16,-5 1-217-16,-2 0-505 0,-17 4-911 15</inkml:trace>
  <inkml:trace contextRef="#ctx0" brushRef="#br0" timeOffset="75513.668">24854 5342 916 0,'0'0'1343'0,"0"0"-653"15,0 0-357-15,0 0-75 0,0 0 61 0,0 0-11 16,0 0 21-16,0 0-21 15,0 0-42-15,90 38-64 16,-51-37-57-16,2-1-38 0,0 0-41 16,1-2-11-16,1-4-43 0,-1 1-10 15,-3 0-2-15,3-1 0 0,-2 0-30 16,4-3-85-16,2 2-59 0,1-2-14 0,2 1-84 16,-1-1-166-16,-12 3-329 0,12-8-919 0</inkml:trace>
  <inkml:trace contextRef="#ctx0" brushRef="#br0" timeOffset="75967.374">26166 4718 2073 0,'0'0'1463'0,"0"0"-1192"16,0 0-170-16,0 0 6 0,96-7 16 16,-68 0 48-1,6 0 36-15,0 0-71 0,2 1-74 16,0 0-44-16,0 4-5 0,0 1-11 0,-7 1 1 16,0 1-3-16,-3 7-16 0,-4 3 1 0,-5 3 3 15,-7 2 9-15,-6 6 1 0,-4 4 2 16,-4 4 12-16,-12 3-9 0,-3 5 3 15,-5 4-6-15,-4 2-21 0,-3 5-4 16,-2-1-15-16,-1 4-10 0,0-2 20 16,1-2 29-16,4-2 1 15,4-5 11-15,5-9-10 0,6-5 35 16,2-7 23-16,10-5 8 0,2-5-24 16,0-2 6-16,5-3 4 0,5 1 2 15,6 0 18-15,7 0 34 0,3-1 15 16,3-4-46-16,1-1-30 0,3 0-22 15,-1 0-21-15,0-3-3 0,2-6 0 16,1 1-82-16,0-4-76 0,0-5-63 0,1-2-18 0,-1-4-138 16,-9 4-378-16,9-12-991 0</inkml:trace>
  <inkml:trace contextRef="#ctx0" brushRef="#br0" timeOffset="76183.259">26920 4829 173 0,'0'0'2661'0,"0"0"-2398"0,0 0-241 16,0 0 80-16,-78 77 109 0,51-48 99 15,-3 2-80-15,-1 4-104 0,-2 0-67 16,-4 5-28-16,0 3 6 0,-2 1-37 16,-2 0-13-1,2 2-21-15,2-5-101 0,4-4-82 16,4-2-23-16,5-7-36 0,6-5-230 0,5-5-296 15,7-6-638-15,3-6 1251 0</inkml:trace>
  <inkml:trace contextRef="#ctx0" brushRef="#br0" timeOffset="76436.391">27030 5406 1310 0,'0'0'1655'0,"0"0"-1411"0,0 0-85 0,-7 83 139 0,1-49 39 31,0-1-11-31,0 2-94 0,0 2-103 16,0 2-64-16,1 3-31 0,-1 2-10 16,0 6-21-16,-1 2 10 0,-3-2-13 0,3-3-83 15,0-7-31-15,2-10-22 0,5-5-31 16,0-11-36-16,0-5-127 0,8-7-225 15,-2-2-429-15,5-13-409 0</inkml:trace>
  <inkml:trace contextRef="#ctx0" brushRef="#br0" timeOffset="76683.351">27126 5266 1246 0,'0'0'1933'0,"0"0"-1627"0,0 0-278 0,0 0 99 0,0 0 97 15,0 0 68-15,0 0-71 0,0 0-48 16,81 8-65-16,-65 2-28 0,-4 0-15 16,0 0-7-16,-1 2-27 0,-4 0-7 15,-3-1-11-15,0 2-12 0,-2 1-1 16,-2 0-22-16,-2 2-39 0,-8-1-28 16,-3 4-22-16,-7 2 6 15,-3-2-46-15,-2 2-27 0,-6-1-19 16,-1 0-11-16,-4-3-108 0,-3 1-262 15,0-6-577-15,8 0-306 0,-23 0 1163 0</inkml:trace>
  <inkml:trace contextRef="#ctx0" brushRef="#br0" timeOffset="88602.352">7669 9579 2047 0,'0'0'1188'16,"0"0"-870"0,0 0-96-16,0 0 90 0,-24-67-32 0,15 51-48 15,-1 2-41-15,-3-1-50 0,0 2-47 16,-3 2-32-16,0 1 2 0,-2 1 12 16,-1 3-15-16,-3 3-28 0,-2 3-21 15,-1 0-10-15,0 4-2 0,-6 8-33 16,1 6 21-16,-5 5-10 0,2 6-5 0,-3 5 6 15,0 5 9-15,0 3-10 0,1 4 19 16,0 4-18-16,1 5-7 0,4 4 13 16,4 7-1-16,4 1 14 0,7 5-8 15,6 1 9-15,6-1 1 0,3-1 0 0,10-6 1 16,9-3 20-16,7-10 46 0,4-7 12 16,3-9-3-16,3-8-9 0,3-9-9 15,-1-7 18-15,0-6 24 0,0-6-25 0,0 0-29 16,-4-7-25-16,-2-7 0 0,-3 0-6 15,-5-5-15-15,-2-2-44 0,-6 0-65 16,-4-2-67 0,-3 2-46-16,-4-1-86 0,-2 2-190 0,-3-2-244 15,-2 4-539-15,-4 5-529 0</inkml:trace>
  <inkml:trace contextRef="#ctx0" brushRef="#br0" timeOffset="88902.907">7270 10263 855 0,'0'0'551'0,"0"0"702"0,0 0-772 15,0 0-152-15,0 0-60 0,0 0-33 16,0 0-4-16,0 0-14 0,0 0-36 16,0 0-68-16,94-6-70 0,-71 0-44 15,-2-1-123-15,-2 2-62 0,-2 0-54 16,-1 1-88-16,0 3-163 0,-3 1-131 16,-4 0-35-16,-2 0 156 0,-1 6 197 15,-2 2 161-15,-1 3 142 0,0 5 208 0,0 2 150 0,4 6 61 16,-1 3 14-16,-2 3 98 0,3 2-212 15,-2-1-107-15,-2 0 2 0,0-2-6 16,-2-3-39-16,3-1-45 0,-3-3-37 16,2-3-44-16,2-2-43 0,-2-3-15 0,1-4-22 15,0-3-100-15,2-2-75 16,0-3-33-16,1-2-36 16,0 0-76-16,4 0-166 0,0-1-237 15,-4-5-368-15,6-6 490 0</inkml:trace>
  <inkml:trace contextRef="#ctx0" brushRef="#br0" timeOffset="89404.593">8047 10313 55 0,'0'0'128'0,"0"0"2191"16,0 0-1827-16,0 0-213 0,0 0 67 0,0 0 13 15,0 0-61-15,14 80-109 0,-12-51-62 16,-1 3-7-16,-1 1-34 0,2-4-6 16,-1-2-34-16,2-4-32 0,3 0-14 15,-2-3-28-15,5-3-30 0,-1-2-96 16,0-5-46 0,-1-2-51-16,6-5-66 0,-3-3-112 15,3-5-198-15,-3-2-695 0,3-18-126 0</inkml:trace>
  <inkml:trace contextRef="#ctx0" brushRef="#br0" timeOffset="89773.071">9207 9538 1167 0,'0'0'1871'0,"0"0"-1577"16,0 0-116-16,0 0 138 0,0 0-1 15,0 0 17-15,0 0-85 0,0 0-112 16,0 0-55-16,0 0-28 16,1 23 55-16,-14 0-31 0,-7 9-24 15,-7 9-31-15,-5 9 3 0,-8 10-24 16,-8 6 1-16,-2 10-2 0,-11 8 2 16,-5 4-1-16,-7 10 3 0,-8 7-3 15,-4 7-2-15,-9 5-10 0,0 2 9 16,-3 2-21-16,2 2-7 0,1-2-2 0,3-3-10 15,3-1 4-15,7-2 8 0,5-6-3 16,8-9-2-16,11-9-22 0,6-13-10 0,11-13 10 16,8-12-1-16,6-12-27 0,9-9-12 15,1-9-42-15,7-11-27 0,3-3-62 0,4-7-95 16,0-2-82-16,1 0-114 0,-1-11-282 16,2-6-352-16,0 3 437 0</inkml:trace>
  <inkml:trace contextRef="#ctx0" brushRef="#br0" timeOffset="90367.917">8887 10901 2794 0,'0'0'996'16,"0"0"-857"-16,-26 67-70 0,12-29 123 16,-2 15 152-16,-4 7-18 0,0 8-109 0,-1 7-79 15,1 3-32 1,3 3-42-16,-2-3-18 0,2 1-10 15,1-6-15-15,3-6-21 0,3-9-21 16,3-11-25-16,5-11-39 0,2-11 6 16,0-12-21-16,2-9-53 0,4-4-52 15,2-11-60-15,4-8-95 0,-2-12-223 16,-1-8-452-16,-1 7-629 0</inkml:trace>
  <inkml:trace contextRef="#ctx0" brushRef="#br0" timeOffset="90637.86">8848 11209 1433 0,'0'0'439'0,"0"0"534"0,0 0-668 0,0 0-37 16,0 0 96-16,0 0-36 0,0 0-98 16,82-29-20-16,-67 43-28 0,5 6 21 15,0 5-44-15,-1 7-65 0,1 4-21 0,2 5-9 16,-5 4 12-16,0-1-30 0,-4 0-22 16,1-2-12-16,-2-6-10 0,-3-6 13 0,1-11-14 15,-3-5 2-15,-1-5 16 0,0-4 5 16,-2-5 9-16,2 0-3 0,-2-5 31 15,0-7 18-15,5-6-10 0,2-8-8 16,1-9-34 0,1-8-27-16,4-4-21 0,-2-3-3 15,2 1-19-15,3 3-20 0,-1 3-40 0,1 3-6 16,0 8-10-16,-2 4-66 0,0 3-178 16,-2 2-302-16,-3 5-726 0,0 0-985 0</inkml:trace>
  <inkml:trace contextRef="#ctx0" brushRef="#br0" timeOffset="90806.039">9556 11353 2485 0,'0'0'1445'0,"0"0"-1216"16,0 0-79-16,0 80 125 0,0-52 97 16,0 1-51-16,0 2-166 0,0 1-104 15,0 4-45 1,0 0-6-16,1 4-112 0,2 2-86 15,1-3-98-15,-2 0-114 0,-1-12-790 0,-1 8-1420 0</inkml:trace>
  <inkml:trace contextRef="#ctx0" brushRef="#br0" timeOffset="95361.556">11018 10559 2405 0,'0'0'300'0,"0"0"-252"15,0 0 33-15,0 0 111 0,0 0 16 16,0 0-61-16,0 0-61 0,0 0-7 16,0 0 0-16,45-74-3 0,-33 57 9 0,-1 3 44 15,-3 3-19-15,-1 1-28 0,-2 5-7 16,-2 3-19-16,-1 2-15 0,-1 0-1 0,2-1-3 16,-1 1-9-16,2-1-9 15,2-1 0-15,1 1-1 0,0-1 4 0,2-2-4 16,0 3-2-16,0-1-4 0,0 0-10 15,1 1 14 1,0-1 2-16,0 0-2 0,-1 2-13 16,2 0 0-16,0 0 9 0,2 0 7 15,2 2 5-15,0 4 26 0,5-2-4 16,3 3-9-16,-1-2-16 0,2 3 4 16,2-1-25-16,2-2 18 0,-3 0-15 0,1-2 22 15,-1 2-15-15,0-3-8 0,-1-1 15 16,0-1 1-16,1 0 13 0,-2-1-28 0,0-4 0 15,0-1-3-15,0-1 0 0,-4-2-2 16,1 0-26-16,-1 0-52 0,-2 0-27 16,-4 3-26-16,0-2-31 0,-3 3-38 0,-2 0-74 15,-2 3-159-15,-3 1-143 0,-3 0-217 16,0 1-362-16</inkml:trace>
  <inkml:trace contextRef="#ctx0" brushRef="#br0" timeOffset="95646.194">11109 10884 899 0,'0'0'169'16,"0"0"979"-16,0 0-663 0,0 0-61 15,0 0-42-15,0 0-53 0,0 0-74 16,0 0-81-16,0 0-49 0,0 0 17 0,0 0 9 15,59-10-3-15,-28 6-32 0,3-1 22 16,4-1 11-16,2 1-61 0,2 0-57 16,1 2-29-16,5-1 19 0,2-1-15 0,2-1-6 15,3 1-18-15,2-2 3 0,-2 2-83 16,0-2-57-16,0 1-78 0,-1 0-53 16,-3 1-158-16,-12 2-550 0,6 0-799 0</inkml:trace>
  <inkml:trace contextRef="#ctx0" brushRef="#br0" timeOffset="96332.131">12679 10049 157 0,'0'0'2239'0,"0"0"-1784"0,81-5-45 0,-40 5 3 16,4 5-48-16,2-1-68 0,0-2-47 15,0 2-65-15,-1-1-47 0,-3-1-31 16,-1-1-39-16,-4-1-17 0,-3 0-14 16,-5 0-16-16,-3 2 10 0,-5-2-31 0,-8 4-1 15,-4-1-30-15,-9 7-14 0,-1 3-1 16,-9 9 3-16,-10 5-46 0,-9 7-15 0,-6 4-15 16,-4 3 29-16,-6 5 16 0,-3-1 3 15,-3 2-12-15,-2 2-10 0,-1 4 43 16,-2-5 38-16,5-2 12 0,2-3 31 15,6-5-30 1,8-5 30-16,4-4-6 0,7-3 18 0,7-7 13 16,7-5 15-16,9-2 3 0,0-1-22 15,14-3 19-15,8 3 15 0,5-4 22 16,8 0 20-16,2-2-15 0,5-4-13 16,1-1-5-16,-1 0 35 0,4-4-18 15,-4-2-45-15,2-4-16 0,-3 1-41 0,0-3-10 16,-4 0-19-16,1-2-29 0,0 0-40 0,-3 0-54 15,0-3-71-15,-1 0-38 0,1-2-68 16,-2-3-174-16,-3-2-312 0,-7 7-575 16,2-14-590-16</inkml:trace>
  <inkml:trace contextRef="#ctx0" brushRef="#br0" timeOffset="96548.442">13590 10150 2073 0,'0'0'1140'0,"0"0"-971"0,0 0-140 0,-70 74 60 16,39-40 110-16,-5 5 141 15,-6 5-87-15,0 2-113 0,-3 4-69 0,-1 0-37 16,3 0-32-16,-1 0 0 0,3-5-2 16,2 1-25-16,4-6-111 0,4-1-25 15,3-6-40-15,5-2-51 0,5-5-80 16,5-5-315-16,5-9-794 0</inkml:trace>
  <inkml:trace contextRef="#ctx0" brushRef="#br0" timeOffset="96801.946">13709 10703 1269 0,'0'0'1966'0,"0"0"-1651"0,0 84-141 16,-7-43 59-16,-2 9 102 0,-4 4 34 0,3 3-108 0,-2 0-99 16,4 1-50-16,1 2-35 0,1-2-29 15,5 2-48-15,-1-2-3 0,2-4 1 16,0-6-43-16,3-9-53 0,3-8 0 16,0-9-6-16,-2-9-30 0,1-6-38 15,0-3-32-15,-1-4-38 0,-1-5-141 0,2-9-111 0,2-9-70 16,1-8-524-16,-3 3-334 0</inkml:trace>
  <inkml:trace contextRef="#ctx0" brushRef="#br0" timeOffset="97038.639">13779 10717 254 0,'0'0'2077'16,"0"0"-1705"-16,0 0-131 0,0 0 15 15,0 0 50-15,79-60 10 0,-65 60-26 0,2 0-91 16,-3 0-38-16,1 6-6 0,-1 3 1 15,-1 0-51-15,-4 1-32 0,0 2-21 16,-4 2-24-16,-1 3-13 0,-3 2-12 16,0 4-3-16,-7 4-9 0,-5 1-80 15,-4 0 1-15,-3 0-11 0,-5-1 7 0,-3-2-4 16,-4 0 16-16,-3-3-10 0,-4-2-40 0,-5-2-44 16,0-2-94-16,-6-5-111 0,3-2-193 0,-5-5-535 31,12-4-600-31,-24-5 1628 0</inkml:trace>
  <inkml:trace contextRef="#ctx0" brushRef="#br0" timeOffset="102290.171">8377 12726 1235 0,'0'0'1496'16,"0"0"-1172"-16,0 0-94 0,0 0-48 0,-27-69 103 15,15 53 17-15,-4 2 16 0,-3 1-40 16,-4 2-78-16,-4 1-74 0,1 3-32 16,-1 3-20-16,-2 4-47 0,-1 0 6 15,-2 9-17-15,-3 5 57 0,-1 5-21 0,-3 7-37 0,-4 8-14 16,-3 9 0-16,2 8 1 0,2 6-2 16,4 8 3-16,6 4 36 0,8 6-11 15,5 1-10-15,9 4-3 0,6-2-15 16,4-1 0-16,7-5 0 0,12-9 0 15,1-10 21-15,6-12 13 0,1-11-22 16,2-11 12 0,3-7-21-16,-2-5 24 0,3-7-24 15,-1 0 9-15,0-11 0 0,-2-4-12 0,-1-3-16 16,-3-4-44-16,-5-4-40 0,-2 0-43 16,-3 0-46-16,-6 1-62 0,-3 1-81 15,-4 4-264-15,0 4-443 0,-6-2-207 0</inkml:trace>
  <inkml:trace contextRef="#ctx0" brushRef="#br0" timeOffset="102443.808">7946 13309 2211 0,'0'0'1067'0,"0"0"-756"15,0 0-175-15,0 0 47 0,0 0 159 16,0 0 14-16,0 0-67 0,82 46-87 0,-60-37-86 16,5-5-62-16,-2-1-54 0,2-2 0 15,-1 0-24-15,1-1-46 0,-3 0-122 0,-1 0-100 16,-2-2-29-16,-3 2-167 0,-1 0-277 15,-7 0-508-15,0 0-323 0</inkml:trace>
  <inkml:trace contextRef="#ctx0" brushRef="#br0" timeOffset="102559.444">8249 13475 786 0,'0'0'62'0,"0"0"1431"16,0 0-1160 0,-25 83-169-16,21-54 80 0,-1 3 21 15,2-2-36-15,2-2-21 0,1-6-94 16,0-3-114-16,0-6-123 0,1 0-175 15,5-5-88-15,0-5-196 0,0-3-771 16</inkml:trace>
  <inkml:trace contextRef="#ctx0" brushRef="#br0" timeOffset="102813.242">8576 13451 52 0,'0'0'1919'15,"0"0"-1142"-15,0 0-527 0,0 0-64 16,0 0 123-16,0 0-78 0,78-4 24 15,-75 15-44-15,-2 1-65 0,-1 7-28 16,0 0-32-16,-1 9-27 0,-5 1 12 16,-3 4 9-16,1 3 0 0,-4 2 12 15,3-1-4-15,-2 0-27 0,4-6-18 0,2-5-6 16,4-5-4-16,1-5-11 16,4-3-4-16,9-2-3 0,4-5 6 0,6-1-21 15,2-3-1-15,5-2-20 0,2-3-28 0,2-7-45 16,1-3-68-16,4-5-53 0,-1-4-66 15,2-4-216-15,-14 6-605 0,13-17-1061 0</inkml:trace>
  <inkml:trace contextRef="#ctx0" brushRef="#br0" timeOffset="103098.334">9596 12900 3213 0,'0'0'753'15,"0"0"-483"-15,0 0-130 0,0 0-13 16,0 0 157-16,0 0-12 0,0 0-135 16,0 0-97-16,-40 77-25 0,18-39 16 15,-4 11-7-15,-7 10-24 0,-6 11-9 16,-4 9 9-16,-7 8-12 16,-9 12 0-16,-6 9 11 0,-7 9-12 15,-9 9 10-15,-1 4-18 0,-5 2-28 0,1 0-15 16,-2 0-34-16,3-3 22 0,5-6 24 15,4-6-12-15,6-10 18 0,8-11-31 16,7-17 0-16,12-13-34 0,6-14-134 16,12-15-116-16,3-12-148 0,6-11-195 15,3-8-803-15,0-9 312 0</inkml:trace>
  <inkml:trace contextRef="#ctx0" brushRef="#br0" timeOffset="103715.575">9403 13968 980 0,'0'0'1926'16,"0"0"-1599"-16,0 0-129 0,0 0-8 0,0 0 66 16,0 0 33-16,0 0 49 0,0 0-119 15,0 0-121-15,-26 76-64 0,16-31 3 0,0 7 12 16,-4 13 9-16,-1 6-12 0,-4 5-9 16,-1 4 5-16,-1 1 1 0,-2 2-3 15,-2-1-10-15,3-7-29 0,2-5-1 0,2-14-21 16,6-10-71-16,5-17-36 0,2-13-28 15,5-11-32-15,0-5-74 0,5-17-88 16,5-9-154 0,-3 0-219-16,4-32-642 0</inkml:trace>
  <inkml:trace contextRef="#ctx0" brushRef="#br0" timeOffset="103987.367">9405 14011 1045 0,'0'0'2068'0,"0"0"-1787"0,0 0-173 15,0 0 110-15,0 0 71 0,0 0-32 16,0 0 35-16,0 0-55 0,77 83-72 16,-61-40-55-16,3 6-39 0,-1 4-14 15,0 3 13-15,2 2-33 0,-2 0-22 0,-1-1 0 16,-3-5-4-16,0-6-11 0,-2-5 0 16,1-12 2-16,-4-7 10 0,-3-11 3 15,-1-6 12 1,1-5-2-16,0-3-25 0,-2-13-24 15,5-10 24-15,0-12 52 0,0-10-30 0,0-6-22 16,1-5-52-16,-1-2-8 0,2 1-19 0,0 4-28 16,3 5-39-16,-1 7-35 0,3 4-46 0,-2 8-95 15,2 8-234-15,-6 9-396 0,2 5-470 16</inkml:trace>
  <inkml:trace contextRef="#ctx0" brushRef="#br0" timeOffset="104316.549">10000 14658 3116 0,'0'0'809'0,"0"0"-667"0,0 0-123 16,0 0 55-16,0 0 138 0,0 0 60 16,0 0-17-16,90-34-90 0,-66 26-85 15,0 2-60-15,-1 4-20 0,-3 2-15 16,-2 0 1-16,-3 10 14 0,-4 5 1 15,-3 6 21-15,-3 4-22 0,-4 4-14 16,-1 3 14-16,0 2 2 16,-1 0 1-16,-2-1 12 0,-2 0-12 15,2-3 12-15,2-3-3 0,1-3 1 16,0-6 5-16,3-4 3 0,4-2-3 16,6-4-16-16,0-3-1 0,4-1 1 15,2-4 14-15,3 0-16 0,-1 0-37 16,0-7-12-16,2 0-27 0,-3-4-34 0,1 0-49 15,-3-1-44-15,0-4-75 0,0 1-232 16,-4 0-560-16,2-5-717 0</inkml:trace>
  <inkml:trace contextRef="#ctx0" brushRef="#br0" timeOffset="105281.799">11589 13821 1129 0,'0'0'1774'0,"0"0"-1441"0,0 0-110 16,0 0-10-16,0 0 29 0,0 0-34 16,0 0-30-16,0 0-48 0,16-74-22 15,3 43-9 1,7-2-4-16,4 0 4 0,6-1 8 16,4 2 12-16,-1 0 0 0,2 4-49 15,-3 1-24-15,0 5-13 0,-3 3-18 0,-4 4-5 16,1 7-10-16,-2 5-13 0,-2 3 10 15,-1 6-16-15,-1 11 19 0,-3 7 18 16,0 4 28-16,-1 6-43 0,-5 1 12 16,0 0-13-16,-2-4-2 0,1-7-11 0,-2-5 9 15,0-7 0-15,-2-5-13 0,2-4 3 0,-2-3-10 16,1 0-17-16,1-5-68 0,-2-5 1 16,2-4-17-16,-1-3-39 0,0 2-44 15,-3-1-101-15,-4 2-195 0,-1 3-252 16,-5-1-555-16</inkml:trace>
  <inkml:trace contextRef="#ctx0" brushRef="#br0" timeOffset="105503.678">11627 14148 1911 0,'0'0'1160'15,"0"0"-943"1,-45 76-89-16,42-59-14 0,3 0 114 15,0-7 87-15,13-4-56 0,7-3-58 0,11-3 55 16,11-1-39-16,9-10-40 0,5-4-61 16,5-6-37-16,2-3-52 0,2-3-27 15,0 0-3-15,2 0-121 0,1 2-26 0,0 3-45 16,0 4-66-16,-2 6-141 0,-17 2-552 16,13 8-1026-16</inkml:trace>
  <inkml:trace contextRef="#ctx0" brushRef="#br0" timeOffset="106938.294">13365 13064 1542 0,'0'0'1368'0,"0"0"-1134"16,0 0 27-16,0 0-96 0,0 0 25 15,0 0 131-15,0 0 0 0,95 2-55 0,-55 1-97 16,3 3-31-16,5-3-28 0,2 0 2 15,2-3-14-15,-4 0-31 0,1 0-10 16,-6 0-23-16,-4 0-34 0,-7 0-2 16,-5 0-22-16,-7 0 5 0,-7 0-17 0,-3 2-34 15,-8 6-21-15,-2 4-31 0,-3 6 30 0,-11 7 12 16,-5 6 7-16,-7 3-13 0,-3 5 15 16,-3 2 28-16,-4 7-9 0,-2-1 11 0,-4 6-14 31,-2-2 15-31,-2 6 23 0,-3-1 17 15,2 0 19-15,3 0-16 0,1-6 15 0,7-6 32 16,7-1 36-16,9-9-12 0,6-8-9 16,6-5 21-16,8-6 3 0,3-3-10 15,12-3-18-15,9-1 28 0,5-1-1 16,7-2-12-16,7-4-9 0,1-1-12 16,3-1-4-16,1-7-5 0,2-1-4 0,-1-1-5 15,-1 0-16-15,-2-2-21 0,-1 0-31 16,-5 0-75-16,-1-1-48 0,1 3-53 0,-4 1-50 15,0 0-72-15,-5 0-201 0,-9 1-570 16,4-11-575-16</inkml:trace>
  <inkml:trace contextRef="#ctx0" brushRef="#br0" timeOffset="107185.947">14225 13189 2647 0,'0'0'708'0,"0"0"-568"0,0 0-95 16,0 0 116-16,0 0 97 0,-72 75 40 15,42-43-84-15,-6 6-118 0,1 8-50 16,-5 2-24-16,-1 9-20 0,-2 1 0 0,0 4-2 16,0-1-1-16,3-1-33 0,-1-3-68 0,6-6-47 15,4-5-25-15,3-5-55 0,7-10-48 16,5-5-187-16,5-8-337 0,3-6-796 15,5-6 827-15</inkml:trace>
  <inkml:trace contextRef="#ctx0" brushRef="#br0" timeOffset="107408.609">14349 14007 1676 0,'0'0'1589'15,"2"82"-1303"-15,-2-36-71 16,-5 10 72-16,-1 13 0 0,-1 2-15 16,2 3-93-16,-1 4-84 0,3 0-68 15,0 4-27-15,1-3-3 0,-2-3-73 16,4-8-1-16,-3-10-6 0,3-11-16 16,-1-14-43-16,1-14-19 0,0-12-45 15,0-7-53-15,0-15-171 0,-3-13-114 16,0 5-506-16,-4-28-440 0</inkml:trace>
  <inkml:trace contextRef="#ctx0" brushRef="#br0" timeOffset="107639.937">14411 13719 1121 0,'0'0'2051'0,"0"0"-1710"0,0 0-201 0,0 0 30 16,0 0 73-16,77-5 6 0,-60 10 27 0,1 3-89 15,1 1-104-15,-2 2-52 0,-3 0-19 16,0 3-12-16,-7 1-3 0,0 3-21 16,-7 4-32-16,0 2-42 0,-7 2 0 15,-10 2-7-15,-6 0 27 0,-6-1 1 16,-8-1-44-16,-5-1-90 0,-7-2-135 0,-6 0-239 16,9-7-469-16,-34 10-629 0</inkml:trace>
  <inkml:trace contextRef="#ctx0" brushRef="#br0" timeOffset="109813.924">18474 11367 2360 0,'0'0'1146'0,"0"0"-909"0,0 0-70 0,0 0 22 15,0 0 104-15,0 0-62 0,0 0-3 16,0 0-20-16,0 0-31 0,31 83-16 16,-20-29 24-16,-3 12-52 15,-2 7-30-15,-6 9-33 0,0 1-28 16,-9 2-33-16,2-2-9 0,0-3-15 16,-1-8 0-16,4-10-67 0,0-8-45 15,4-12-27-15,0-10 8 0,0-10 9 0,0-9-3 16,0-8-40-16,0-5-93 0,0-8-114 15,0-13-235-15,-1-6-162 0,-1 0-702 16,-7-29 225-16</inkml:trace>
  <inkml:trace contextRef="#ctx0" brushRef="#br0" timeOffset="110208.434">18490 11485 329 0,'0'0'356'0,"15"-89"1641"16,-4 57-1563-1,4-1-51-15,3-4 27 0,3 7-53 16,2 5-41-16,2 2-69 0,-1 4-52 0,1 6-48 15,1 2-46-15,0 6-28 0,-2 3-28 16,-2 2-21-16,-2 2-8 0,-4 8-13 0,0 5 7 0,-5 8-10 16,-2 7-22-16,-6 6 19 15,-3 13 1-15,-9 7 0 0,-7 4-31 0,-7 4 0 16,-3-5-1-16,-1-4 34 16,2-8 0-16,1-9 3 0,2-8-1 0,6-6-2 15,4-5-18-15,6-5-6 0,4-3-7 16,2-1-8-16,10 0 5 0,6 1 19 15,8-3-16-15,1 3-5 0,10-4 34 16,-2 0-11-16,1-1-17 0,1 5 16 0,-5-4 14 16,-5 5 0-16,-5 2 2 0,-6 5-1 15,-8 5 2-15,-6 2 30 0,0 9 1 16,-13 3-13-16,-7 4-19 0,-7-1 0 0,-4 3 14 16,-5-3-1-16,-1-5-14 0,0-6 11 15,-1-6 0-15,6-5-12 0,5-7-27 16,1-7-52-16,7-4-44 0,3-2-39 15,6-11 17-15,6-8-105 0,4-8-282 0,1-6-520 16,7 6-453-16,15-17 307 0</inkml:trace>
  <inkml:trace contextRef="#ctx0" brushRef="#br0" timeOffset="110516.324">19121 11908 385 0,'0'0'2429'0,"0"0"-1942"16,0 0-137-16,0 0 11 0,45 92 14 0,-45-53-81 15,0 3 22-15,-3 0-90 0,-2-1-77 16,1-5-76-16,2-7-54 0,2-5-19 0,3-8-30 0,3-6 8 16,5-5-2-16,1-5-9 0,3-5-37 15,3-12-40-15,2-6-30 0,-1-8 14 16,4-4-3-16,-3-1 19 0,-1-1-14 16,-3 6 4-16,-4 3 27 0,-1 6 15 15,-5 6 53-15,-2 4 25 0,-1 11 47 16,-3 1 49-16,0 5 31 15,0 9-31-15,0 5 21 0,0 6 3 16,0 5-22-16,-4 1 3 0,1 2-4 16,0-2 4-16,-3-1-10 0,5-5-33 15,0-6-25-15,1-6-33 0,0-6-25 16,2-7-5-16,8 0-10 0,2-10-66 0,4-8-35 0,3-7-64 16,6-10-96-16,4-6-291 0,7-8-758 15,-8 12-119-15</inkml:trace>
  <inkml:trace contextRef="#ctx0" brushRef="#br0" timeOffset="110732.394">20124 11337 2797 0,'0'0'1045'0,"0"0"-854"15,-13 81 10-15,-6-33 41 0,-1 11-20 16,-5 5 137-16,2 0-57 0,4 2-69 16,4-2-87-16,6-1-41 0,5-4-35 15,4-5-41-15,0-5-29 0,8-8-18 16,1-3-18-16,2-9-58 0,0 1-45 15,0-6 9-15,1-4-10 0,-4-2-6 16,0-6-40-16,-4-4-37 0,-2-4-138 16,-2-4-220-16,-5-3-30 15,-7-8-448-15,0 1-539 0</inkml:trace>
  <inkml:trace contextRef="#ctx0" brushRef="#br0" timeOffset="110894.931">19759 11772 684 0,'0'0'2678'0,"0"0"-2292"15,0 0-238-15,0 0 63 0,0 0 66 0,0 0 54 16,95 25-28-16,-59-25-98 0,3-2-83 16,7-6-56-16,1-3-32 0,1-1-31 15,-1-3-3-15,1-1-43 0,-3 1-100 16,3 0-55-16,-3 2-65 0,2 1-92 16,-1 3-280-16,-13 4-646 0,19-3-1053 0</inkml:trace>
  <inkml:trace contextRef="#ctx0" brushRef="#br0" timeOffset="111479.987">21901 11228 1532 0,'0'0'727'0,"0"0"-401"0,0 0-155 0,37-84-32 16,-34 65 104-16,0 1 41 0,-3 6 27 0,-3 4-22 15,-7-1-66-15,-2 6-77 0,-6 0-32 16,-4 3-6-16,-3 3-22 0,-6 6-6 15,-2 8-18-15,-5 7 8 0,-1 7-24 16,0 6 3-16,-2 10-15 0,0 7 2 16,2 12 13-16,0 7-9 0,1 8-7 15,3 1-11-15,9 1 17 0,4-4-11 0,10-7 5 32,6-6 7-32,6-11 78 0,4-9-21 15,12-6-36-15,6-8-10 0,5-6-14 0,5-5 2 16,6-9 15-16,-2-6-14 15,3-6-19-15,-1-3-6 0,0-12-15 0,-1-2-30 16,-3-5-25-16,-2-3-39 0,-5-2-45 16,-5 0-46-16,-5 3-74 0,-6 3-105 0,-8 2-252 0,-2 7-437 15,-7-2-319-15</inkml:trace>
  <inkml:trace contextRef="#ctx0" brushRef="#br0" timeOffset="111654.265">21587 11831 391 0,'0'0'2762'15,"0"0"-2300"-15,0 0-295 0,0 0 62 0,0 0 115 16,0 0-68-16,0 0-27 0,103 20-93 16,-71-20-89-16,1-10-50 0,-2 2-17 15,0-4-85-15,-2 0-93 0,-2 0-37 16,2 0-23-16,-4 2-70 0,-1 2-174 16,-3 0-204-16,-3 5-390 0,-5 1-48 15</inkml:trace>
  <inkml:trace contextRef="#ctx0" brushRef="#br0" timeOffset="111749.316">22029 11761 104 0,'0'0'581'0,"0"0"510"0,0 0-488 0,0 0-90 15,5 83-62-15,-8-56-61 0,-2 3-76 16,-1 0-36-16,2 1-70 0,0-2-60 0,-1 2-19 16,4 0 3-16,-2-1-22 0,3-2-62 15,0-4-48-15,7-1-55 0,2-3-150 16,0-1-38-16,3-4-33 0,-1-2-118 16,-3-5-380-16,4-4-1118 0</inkml:trace>
  <inkml:trace contextRef="#ctx0" brushRef="#br0" timeOffset="112966.901">22346 12014 2522 0,'0'0'723'0,"0"0"-468"16,0 0-135-16,0 0 47 0,-30 71 88 15,18-42 5-15,-1 4-59 0,1 3-90 16,1 1-68-16,0 2-18 0,-1 0-6 15,4-1-17-15,2-3-4 0,4-6-15 0,2-3-23 0,0-5-99 16,5-6-37-16,6-5-39 0,6-7-56 16,6-5-156-16,-4-6-252 0,15-23-755 0</inkml:trace>
  <inkml:trace contextRef="#ctx0" brushRef="#br0" timeOffset="113336.958">22856 11705 2609 0,'0'0'1037'0,"0"0"-810"15,0 0-107-15,0 0 146 0,0 0-52 16,0 0-29-16,0 0-28 0,90-79-74 15,-62 59-52-15,3 0-7 0,2 3 4 0,-1 1 5 16,1 7 28-16,0 5 19 0,-1 4-19 16,-1 0-28-16,-2 11 10 0,-2 3-16 15,-1 3 4-15,-3 2-10 0,-4 2 18 0,0 3 1 16,-3-2 21-16,0 1-7 0,-2 0-9 16,2-4-20-16,-2-3-4 0,4-1-21 15,-4-6 0-15,3-2-2 0,0-3-10 0,1-3 10 16,0-1-22-16,3-2-43 0,0-6-33 15,2-3-19-15,2-3-42 0,-3 1-41 16,-2 2-74 0,-6 0-229-16,-4 4-569 0,-10 0-614 0</inkml:trace>
  <inkml:trace contextRef="#ctx0" brushRef="#br0" timeOffset="113568.426">22887 12116 2126 0,'0'0'1436'16,"0"0"-1196"-16,0 0-120 0,0 0 59 15,0 0 70-15,0 0 64 0,77-7 42 16,-33-2-105-16,7-2-137 0,-1-1-58 0,3-1-28 16,-1 1-9-16,-3-1 3 0,0 0-21 15,-2 1-20-15,-1 1-74 0,-5-1-52 0,-3 2-31 16,-3 0-25-16,-5 1-56 0,-8 3-154 0,-2 1-320 15,-10 0-569-15,-3-2-788 0</inkml:trace>
  <inkml:trace contextRef="#ctx0" brushRef="#br0" timeOffset="113852.684">23444 11272 1618 0,'0'0'1721'15,"0"0"-1403"-15,0 0-230 0,0 0-12 0,0 0 109 0,0 0 113 16,-14 104-1 0,2-49-100-16,1 7-102 0,-6 10-28 15,-1 4-9-15,-2 2 0 0,-2 2-9 0,-1 3-36 16,-3-3-13-16,0 3-15 0,1-5-6 0,0-4-13 15,5-7-85-15,0-9-43 0,7-5-17 16,3-10-44-16,5-7-104 16,5-10-298-16,0-9-534 0,0-10-457 15,6-9 1120-15</inkml:trace>
  <inkml:trace contextRef="#ctx0" brushRef="#br0" timeOffset="114455.904">24784 11166 1709 0,'0'0'1163'0,"0"0"-747"16,0 0-107-16,0 0-101 0,0 0 6 16,0 0 2-16,0 0-39 0,0 0 18 15,-85-52-44-15,55 52-99 0,-4 12-27 0,-5 9 2 16,-6 5 19-16,0 13-3 0,-4 8 12 15,-4 12-3-15,2 9-3 0,1 8 6 16,2 8 36 0,5 2 31-16,6 4-28 0,5-3-27 15,8-3-28-15,8-6-6 0,7-9-17 0,9-12-14 16,6-11-1-16,13-11 19 0,10-10-5 16,8-8-14-16,9-9 11 0,5-8-12 15,6-4-24-15,2-14-49 0,0-8-15 16,-1-5-48-16,-6-4-53 0,-4-3-19 15,-8 1-13-15,-7-1-134 0,-11 5-208 0,-7 9-418 16,-15-6-418-16</inkml:trace>
  <inkml:trace contextRef="#ctx0" brushRef="#br0" timeOffset="114601.513">24359 11884 1714 0,'0'0'1573'16,"0"0"-1138"-16,0 0-180 0,0 0 61 15,20 67-15-15,-6-58-64 0,6-4-41 16,0-2-65-16,6-3-113 0,4-6-18 16,2-6-79-16,1-5-77 0,-1-2-65 15,-1-1-38-15,-5 1-143 0,-3-2-315 16,-10 8-515-16,0-5-382 0</inkml:trace>
  <inkml:trace contextRef="#ctx0" brushRef="#br0" timeOffset="114739.537">24646 11787 787 0,'0'0'648'0,"0"0"567"0,0 0-900 0,0 0-39 15,-9 85 64-15,9-54-37 16,0 3-39-16,0 1-25 0,0-2-44 0,0 2-53 16,0-3-34-16,0-1-47 0,6-6-61 15,-1-1-15-15,5-5-145 0,-2-5-109 0,5-2-60 16,-3-6-251-16,6-6-693 0</inkml:trace>
  <inkml:trace contextRef="#ctx0" brushRef="#br0" timeOffset="115024.195">25316 11964 3224 0,'0'0'781'0,"0"0"-605"0,0 0 60 0,0 0 49 16,0 0-71-16,0 0 70 0,0 0-89 0,79 5-131 16,-76-2-64-16,-1 4-6 0,-2 4-6 15,-2 6-8-15,-7 7 20 0,-6 7 40 16,-4 6-16-16,-3 3-12 0,-1 4 1 15,5-3 20-15,6-1 21 0,6-6-5 16,6-4-13-16,6-5-18 0,12-1-17 16,11-4 21-16,8-3 23 0,8-3 27 15,9-6-32-15,7-4-40 0,2-4-46 16,1 0-78-16,-2-5-103 0,-8-2-120 16,-15 0-334-1,0-3-1742-15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22:48.89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2307 2970 1239 0,'0'0'2311'16,"0"0"-1973"-16,0 0-222 0,0 0 20 0,0 0 175 15,0 0 18-15,0 0-84 0,0 0-122 16,0 0-78-16,9-28 22 0,19 19 52 15,13-3-28 1,11-2-24-16,5 1-16 0,4-4-49 16,-1 1 1-16,-1 1-1 0,-4-2-2 15,-6 1 0-15,-3 1-30 0,-5-1-24 16,-7 5-65-16,-5 1-30 0,-6 1-15 0,-4 3-109 16,-6 4-131-16,-6 2-352 0,-7 0-885 15,0 5-364-15</inkml:trace>
  <inkml:trace contextRef="#ctx0" brushRef="#br0" timeOffset="194.371">2458 3088 1083 0,'0'0'1422'0,"0"0"-885"16,0 0-252-16,0 0-41 0,-44 75 94 16,42-43 44-1,2 5-38-15,0 4-111 0,5 5-86 16,3 2-40-16,2 3-18 0,-1 4-22 15,2 4-46-15,-2 1-21 0,-2-4 0 16,2-6-88-16,-4-8 11 0,1-12 16 0,-1-9-43 16,-2-9-61-16,-2-6-54 0,2-2-181 15,-3-2-261-15,0-2-477 0,0-2-390 0</inkml:trace>
  <inkml:trace contextRef="#ctx0" brushRef="#br0" timeOffset="347.787">2376 3473 833 0,'0'0'1901'16,"0"0"-1599"-16,0 0-24 0,0 0 112 16,0 0-27-16,0 0-83 0,95-2-54 0,-67 2 5 0,-1 0-59 0,6 0-78 15,2 0-45-15,2-3-49 0,2 2-12 16,1 0-141-16,2 1-68 0,1 0-106 16,-11 0-258-16,16 1-1173 0</inkml:trace>
  <inkml:trace contextRef="#ctx0" brushRef="#br0" timeOffset="749.204">3391 3629 3191 0,'0'0'804'0,"0"0"-525"15,0 0-121-15,0 0 163 0,-91 30-21 16,72-22-84-16,0 7-61 0,1-1-36 0,5 4-25 15,1 5-49-15,2 1-27 0,3 0-6 16,4-2-12-16,0-4-2 0,3-5-22 16,0-6-9-16,0-6-34 0,1-1-12 15,5 0 13-15,3-5 2 0,7-4 34 0,0-5-13 16,4-1 43-16,0-6-27 0,2 0-19 16,-1 2 0-1,1-2 4-15,-3 7 8 0,1 1-12 16,-2 4 34-16,-3 2-9 0,-1 3 19 15,-1 3 2-15,-1 1 21 0,-2 3 34 0,-3 3-3 16,2 3 6-16,1 4 3 16,-5 1-1-16,1 2-2 0,0-1-9 0,-3-1-25 15,3-4-24-15,-1-1-17 0,0-3-23 16,2-2-33-16,0-4-48 0,2 0-20 0,2-1 19 0,2-11-43 16,3-6-88-16,0-9-95 0,1-6-218 15,-2-9-197-15,-1 6-488 0,1-25-338 16</inkml:trace>
  <inkml:trace contextRef="#ctx0" brushRef="#br0" timeOffset="964.93">3820 2766 1706 0,'0'0'1186'0,"0"0"-742"0,0 0-278 16,0 0 62-16,0 0 128 0,0 0-27 15,-33 78-103-15,23-37 5 0,1 10 4 0,5 7-31 16,1 4-52-16,3 5-67 0,0 6-21 15,3 4-62-15,1 2-2 0,3 4-13 16,-1-4-23-16,0-5-58 0,1-10-61 0,3-12-18 16,-1-11 20-16,1-11-16 15,4-11-55-15,1-10-167 0,2-9-185 0,-4 0-506 16,10-30-385-16</inkml:trace>
  <inkml:trace contextRef="#ctx0" brushRef="#br0" timeOffset="1234.604">4272 3371 1015 0,'0'0'2492'0,"0"0"-2072"0,0 0-253 0,0 0 116 0,-50 86 137 16,29-58-47-16,2 1-102 0,2-4-68 15,5-4-79-15,5-7-58 0,5-6-66 16,2-4-15-16,2-2-78 0,5-1-7 31,6 2 72-31,6-2 25 0,2 1 1 0,1-1 0 16,-1 1-10-16,1 0 10 0,-6 2 1 15,1 2 1-15,-2 1 0 0,-4 5 15 16,1 4 25-16,-5 3-1 0,-1 1 6 16,-1 3-8-16,-5 2 8 0,0-1 0 15,-10 0-23-15,0-1 8 0,-4-5-30 16,1-2-18-16,-2-5-52 0,3-2-24 0,0-3-27 0,-1-5-3 16,3-1-37-16,0-5-86 0,0-9-182 15,4 1-260-15,5-21-857 0</inkml:trace>
  <inkml:trace contextRef="#ctx0" brushRef="#br0" timeOffset="2021.209">1785 4678 2391 0,'0'0'1193'0,"0"0"-984"0,0 0-74 0,0 0 147 16,0 0 38-1,0 0-101-15,0 0-69 0,0 0-67 0,0 0-37 16,0 0 60-16,107-24 19 0,-44 17 30 16,14-1-30-16,6-3-59 0,9 4-11 15,9-1-10-15,6 4 4 0,8-1-1 0,3 4-33 16,5 1 3-16,5 0 16 0,5 0-1 15,8 0 0-15,7-5-9 0,8-7 16 16,7-2-1-16,1-5-39 0,2 0-9 0,-3-2-6 16,-5 3 14-16,-2 0-2 0,-8 2 1 15,-8 8 1-15,-9-3-1 0,-11 3-14 16,-12 2-32-16,-9-1-61 0,-16 2 31 16,-10-1-19-16,-14 0 12 0,-14 0 0 15,-12 0-15-15,-10 0-22 0,-10 2-33 16,-6 0-59-1,-7-3-118-15,0 0-150 0,-7-1-241 16,0 0-653-16,-16-4-447 0</inkml:trace>
  <inkml:trace contextRef="#ctx0" brushRef="#br0" timeOffset="7630.833">4738 3664 1072 0,'0'0'1130'15,"0"0"-513"-15,0 0-441 0,0 0-12 16,0 0 199-16,0 0 44 0,0 0-97 0,0 0-102 16,0 0-72-16,42-90-71 0,-31 59-16 15,1-2-45 1,-2-2 8-16,4 2 12 0,-5 4 1 15,0 1 3-15,-2 6 5 0,-4 3 1 0,-2 3-3 16,-1 4 3-16,0 0-1 0,-1 3 13 16,-6 2-9-16,-2 1-16 0,-1 3-21 15,-3 2-12-15,1 1-25 0,-1 0 10 16,-2 8-19-16,-4 4-18 0,3 4 2 16,-1 6 13-16,-1 2 0 0,3 6 15 0,0 0 6 15,2 2-3-15,2 0 7 0,3-1 2 16,1 0-6-16,3 0 4 0,4-1 8 15,0-2 1-15,4-3 2 0,5-1-5 16,1-1 18-16,4-5 0 0,1-1 37 0,3-2-9 0,3-4-4 16,0 0-11-16,4-5 2 0,1-2-15 15,1-2 0-15,2-2 0 0,1 0 24 16,-1-4-24-16,4-4-28 0,0-1-58 16,3-4-35-16,2-2-53 0,2-6-65 15,3 2-76-15,1-5-194 0,-13 6-567 16,15-6-417-16</inkml:trace>
  <inkml:trace contextRef="#ctx0" brushRef="#br0" timeOffset="8869.852">6910 4271 2985 0,'0'0'453'0,"0"0"-310"0,0 0-115 0,0 0 33 16,0 0 36-16,0 0 36 0,0 0 24 15,0 0-50-15,0 0-33 0,0 0-49 16,-25 80-25-16,24-67-16 16,1 1-25-16,0-6-43 0,4 0-121 15,3-4-15-15,4 0-2 0,4-2-87 0,-6-2-276 16,8 0-664-16</inkml:trace>
  <inkml:trace contextRef="#ctx0" brushRef="#br0" timeOffset="9381.595">9389 2763 2511 0,'0'0'1603'0,"0"0"-1472"0,0 0-130 0,0 0-1 0,-97-12 105 15,58 24-61-15,-4 5 30 0,-6 7-6 16,1 7 28-16,1 4 11 15,5 2-5-15,6 1-50 0,6-2-31 0,5 0-2 16,7-2-17-16,6-7 0 0,5-1-1 16,2-1-1-16,5-6-3 15,0-1-13-15,8 0-2 0,6-6 15 0,6 2 3 16,6 0 0-16,7 0 0 0,6-1 21 16,9 1 16-16,-2 0-15 0,6 1-20 15,-3 0 0-15,-6 0 1 0,-4 3 0 0,-4 3 0 0,-7 1 18 16,-5 2-5-16,-5 4 14 15,-8-2 1-15,-6 4 14 0,-4 0 19 0,-3 4 46 16,-10-2-28-16,-10 3-30 0,-3 0-25 16,-5-3 3-16,-3-2-14 0,1-3-16 15,0-7 0-15,3-1-21 0,-1-7-64 16,4 0-9 0,3-6 12-16,4 0-19 0,2-6-64 15,4 0-34-15,4 0-29 0,4-8-104 16,3-4-183-16,2 0-604 0,2-13-872 0</inkml:trace>
  <inkml:trace contextRef="#ctx0" brushRef="#br0" timeOffset="9713.315">9712 3509 2728 0,'0'0'724'0,"0"0"-490"0,0 0-32 0,0 0 81 0,63 70 37 16,-59-48 80-16,-4 5-101 0,-4 4-61 15,-6 1-50-15,-3 4-76 0,-3 1-40 16,0-2-20-16,2-4-34 0,2-4-8 15,5-8-10-15,1-7-3 0,6-7-18 16,0-3-13-16,0-2-11 0,0-2 6 0,10-7-19 16,2-6-45-16,5-3 76 0,6-6 12 15,3-7-6-15,3 2-31 0,1 0-33 16,-1 4 21-16,-2 1 12 0,1 8 4 16,-2 6 14-16,-4 6 32 0,-1 0-1 0,-2 4 3 15,-3 4 6-15,-2 3 9 0,-4 3 16 16,-1 3 5-1,-2 0 7-15,-3 3 6 0,-1 3-7 16,-3 0-21-16,0 2-10 0,0 0-11 16,0-1-40-16,-1 0-6 0,-1-5-48 15,2-1-40-15,0 0-22 0,2-4-95 16,5-3-235-16,3-1-302 0,1-3-711 16,8-3-188-16</inkml:trace>
  <inkml:trace contextRef="#ctx0" brushRef="#br0" timeOffset="10351.992">7893 2752 1459 0,'0'0'663'0,"0"0"118"16,0 0-409-16,0 0-200 0,0 0 81 15,0 0 52-15,0 0 52 0,98 44-85 0,-58-42-91 16,2-2-46-16,5-6-86 16,0-4-18-16,-3-3-31 0,1-4 0 15,-6 3-13-15,1-3-63 0,-4 4-59 0,-4-1-43 16,-5 3-107 0,-5 5-125-16,-6 2-306 0,-6 4-859 0</inkml:trace>
  <inkml:trace contextRef="#ctx0" brushRef="#br0" timeOffset="10668.555">8044 3021 307 0,'0'0'1231'16,"0"0"-197"-16,0 0-562 0,0 0-104 16,-26 81-7-16,23-49-31 0,-3 3-90 15,4 5-57-15,-3 2-57 0,2 5-33 0,-3 0-20 16,1 7-30-16,2 3-12 0,-1 6-16 15,1 2 0-15,0 3-15 0,0 5 0 16,3-2 0 0,-2-3 0-16,2-3 0 0,0-4 3 15,0-10 9-15,2-5-10 0,2-10 1 16,1-6 31-16,1-7 27 0,0-8-9 16,2-3 30-16,0-4-30 0,4-2-13 0,4 0 1 15,2-3 9-15,6 0 48 16,3-3-27-16,5 0-37 0,4 0-21 0,4 0-12 15,2 0-18-15,5-2 16 0,0 1-65 0,3-1-48 16,2 2-59-16,4-3-49 0,2 1-111 0,-14 0-342 16,20-2-908-16</inkml:trace>
  <inkml:trace contextRef="#ctx0" brushRef="#br0" timeOffset="11216.464">11007 3567 1144 0,'0'0'547'0,"0"0"488"0,0 0-771 15,0 0-34-15,0 0 98 0,0 0 10 16,0 0-2-16,0 0-91 0,0 0-35 15,0 0-38-15,0 0-28 0,55 54-37 0,-55-33-22 0,-7 4-39 16,-4 4-33-16,-1 3-13 0,-3 1-30 16,-2-3-34-16,2 0-16 0,-2-3-27 15,4-1-24-15,0-4-26 0,5-4-38 16,3-5-125-16,2-5-288 0,3-8-865 0</inkml:trace>
  <inkml:trace contextRef="#ctx0" brushRef="#br0" timeOffset="11602.308">12130 2749 3750 0,'0'0'564'15,"0"0"-381"-15,0 0-109 0,0 0 43 16,-108 8 43-16,72 6 24 0,-2 7-41 15,-1 4-39-15,-1 6-37 0,2 4-34 0,2 3-12 16,0 4-19-16,2 0-1 0,3-2-1 16,7-3-1-16,5-3-14 0,9-4-9 15,4-3-22-15,6 1 7 0,0-2-25 0,8-1 24 0,7 4 22 16,6-1-4-16,6-1 10 0,6 1 9 16,3-1 3-16,4 2 0 0,2-3 11 15,-3 1-11-15,0-2-11 0,-3 3 11 0,-4-2 0 16,-6 3 0-16,-6 0 0 15,-4 3 2-15,-6 2 10 0,-7-1 7 0,-3 2-1 16,-9 1 9 0,-8 2 7-16,-6 1-16 0,-8 0-18 15,-4 0-27-15,-1-7 25 0,0-1-41 16,2-8-39-16,6-5-41 0,3-8-5 16,6-10-66-16,5-8-146 0,8-4-326 0,2-22-934 0</inkml:trace>
  <inkml:trace contextRef="#ctx0" brushRef="#br0" timeOffset="11923.165">12332 3567 2666 0,'0'0'696'16,"0"0"-452"-16,0 0-70 0,27 71 153 0,-27-42 117 16,0 5 14-16,-4-3-104 0,-4-2-115 15,1-3-93 1,3-4-77-16,0-8-69 0,4-3 0 15,0-7-36-15,0-3-6 0,0-1-16 16,7 0-33-16,3-7 6 0,4-4 0 16,3-7 6-16,5-1-3 0,1-4-9 0,0 0-10 15,0 5-12-15,-1 5 37 0,-3 4 14 16,-1 7 4-16,-2 2 12 0,-1 8 46 16,-4 6 43-16,-1 5 34 0,-4 0-1 0,-2 5 13 15,2 5 0-15,0 0-38 0,4 3-26 0,-1-1 54 16,-1-3-79-16,1-7-21 0,-1-7-104 15,1-7-83-15,1-5-87 0,3-2-341 16,-3-2-529-16,9-21-900 0</inkml:trace>
  <inkml:trace contextRef="#ctx0" brushRef="#br0" timeOffset="12389.286">13224 2846 3871 0,'0'0'671'0,"0"0"-643"0,0 0-6 0,0 0-22 16,0 0 86-16,0 0 15 0,0 0-78 16,85-72-23-16,-58 59-1 0,3 1-14 0,3 4-10 15,-2 5-9-15,0 3 22 0,0 0-1 16,-4 0 13-16,-3 6 3 0,-2 2 40 15,-2 3 9-15,-3 1-3 0,0 2-9 16,0 3 0-16,-3 1 12 0,2 4 12 16,-3 2-9-16,1 4 12 0,-1 6 9 15,-1 3 28-15,-1 4-29 0,-5 5-14 16,0 2-24-16,1 4-7 0,-3 5-12 16,-1-1 28-16,0 3-10 0,-3-2-21 0,0 0-14 31,0-6-1-31,0-1-1 0,0-4-2 0,0-3 3 15,0-4 0-15,0-3 2 0,0-5 0 16,0-5 0-16,0-2 0 0,0-3-1 16,0-5 0-16,0-2 1 0,0-5-2 15,0 0-2-15,0-3-16 0,0-4-12 16,-1-2-16-16,-2 1 4 0,-4-1-1 0,-3 0-20 16,-5 0-35-16,-2-1-14 0,-5-4-25 0,-5-1-1 15,-3-2-18-15,-6 1-69 0,-3-4-116 16,-5-1-203-16,6 2-580 0,-24-5-444 0</inkml:trace>
  <inkml:trace contextRef="#ctx0" brushRef="#br0" timeOffset="13019.347">14793 3257 1182 0,'0'0'1961'0,"0"0"-1475"0,0 0-199 0,0 0-7 0,0 0 39 16,0 0-23-16,0 0-39 0,95-37-80 15,-50 28-46-15,3 0-64 0,5 2-16 16,-3-3-23-16,-1 2-28 0,-3 1-16 16,-4 0-5-16,-4-3-9 0,-3 1-67 15,-6 2-68-15,-4-1-42 0,-5 2-82 16,-8 6-234-16,-4 0-597 0,-9 6-769 0</inkml:trace>
  <inkml:trace contextRef="#ctx0" brushRef="#br0" timeOffset="13188.389">14919 3552 440 0,'0'0'1084'15,"0"0"-373"-15,0 0-297 0,0 0 39 0,0 0 12 16,0 0-24-16,110 21-75 15,-68-20-119-15,4-1-84 0,3 0-61 0,2-5-45 16,0-7-57-16,2-2-46 0,1-2-101 0,1-2-88 16,0 0-134-16,-15 4-300 0,16-6-1181 15</inkml:trace>
  <inkml:trace contextRef="#ctx0" brushRef="#br0" timeOffset="13673.155">16880 2666 3354 0,'0'0'431'0,"0"0"-321"15,-23-66 38-15,11 54 168 0,-5 1 66 16,-5 7-90-16,-4 4-164 0,-5 15-40 16,-6 7-18-16,-7 13-15 0,-2 12-13 15,-5 12 4-15,1 4-10 0,4 5-2 0,4 0 5 32,3-4 4-32,10-5-13 0,6-5-30 0,4-4-29 15,9-6 7-15,7-3 19 0,3-5 3 16,3-6-12-16,12 1-24 0,6-5 9 15,4 2 27-15,5-2 3 0,5 1-1 0,2-4-2 16,-1 1-3-16,2-3-9 16,-2-2 11-16,-3 2 2 0,-4-2-1 0,-5 2 0 15,-4 0 0-15,-2 3 1 0,-8-1 21 0,-4 2-7 16,-5 0 6-16,-1 2-3 0,-9-2-6 16,-5 0-12-16,-5 0-3 0,-5-6-39 15,-4 1 12-15,-2-4-7 0,-2 0-51 16,1-4-15-16,-4-5 21 0,3 0-4 0,2-2-12 15,1-3-24-15,2 1-47 0,5-3-80 0,5 0-128 16,3-6-247-16,6 0-663 0,4-10-603 0</inkml:trace>
  <inkml:trace contextRef="#ctx0" brushRef="#br0" timeOffset="14289.16">17201 3667 202 0,'0'0'2337'15,"0"0"-1832"-15,0 0-106 0,75 29 16 0,-51-9 11 16,-2 3-107-16,-2 5-76 0,-5 3-47 16,-7 5-50-16,-2 3-45 0,-4-2-43 15,-2-4-16-15,0-5-24 0,0-8-18 16,0-7-1-16,0-5-29 0,1-6-7 15,2-2-36-15,3-1-48 0,4-8-8 0,3-5 35 16,4-5 14-16,3-7-31 0,2-4-18 0,1-1 39 16,-2 1 38-16,1 5 30 0,0 3-2 15,1 6 24-15,-3 1 16 0,2 6 55 16,-1 3 34-16,0 6 27 0,-3 0-9 16,-1 2-9-16,-2 8-38 0,-3 5-54 15,-1 1-22-15,-4 3-12 16,0 4-6-16,-2 1-7 0,-4 2-36 15,3 1-46-15,-4 0-34 0,0 1-66 16,0 3-194-16,0-8-392 0,0 9-1028 0</inkml:trace>
  <inkml:trace contextRef="#ctx0" brushRef="#br0" timeOffset="15006.173">21536 2863 874 0,'0'0'667'0,"0"0"735"0,0 0-986 15,0 0 14-15,0 0-80 0,69 68-9 16,-51-35-66-16,-1 10-54 0,-6 2-8 0,-2 5-82 16,-2-1-49-16,-5-4-36 0,0-3-28 15,-2-6-18-15,0-5-11 16,2-8 8-16,-1-6-31 0,1-3-35 0,-1-10-56 0,4-3-43 16,-1-1 21-16,3-4 9 0,3-8-19 15,3-2 15 1,2-7-22-16,-1-6 49 0,2-2 59 0,-2-4 34 0,3 0-13 15,-2-1 13-15,4 3-1 0,-3 7 20 16,2 4 3-16,-2 8 65 0,-1 5 60 16,-1 4 12-16,0 3-1 0,2 3 6 15,0 4-25-15,-1 5-16 0,0 2-21 16,-3 6-13-16,-2 1-15 0,-3 2-6 16,-1 1-22-16,-2 1-21 0,-1 0-3 15,-1 0-116-15,-1 2-98 0,1-1-97 16,-2 2-236-16,0-5-705 0,-5 15-1145 0</inkml:trace>
  <inkml:trace contextRef="#ctx0" brushRef="#br0" timeOffset="15475.521">22614 2810 1413 0,'0'0'1706'15,"0"0"-1346"1,0 0-144-16,0 0 139 0,0 0 131 15,0 0-89-15,0 0-138 0,0 0-149 16,0 0-61-16,0 0 8 0,9 73 7 0,15-49-3 16,5 0-10-16,6-4-17 0,5-2-10 15,3-2-9-15,5-5-15 0,1-2 2 16,0-2 10-16,-3-2-12 0,-3-1-1 16,-5-1 1-16,-7 2-3 0,-5 1 0 0,-7-1 0 0,-3 1-12 15,-9 0 12-15,-2 5-18 16,-5-1-1-16,-8 7 22 0,-9 6 13 0,-12 5-13 15,-10 4-25-15,-6 2 4 0,-6 1 19 16,-1-1 2-16,-3-1-27 0,0-2-34 16,1-4-39-16,3 0-37 0,1-7-6 15,4 0-35 1,5-5-55-16,6-1-135 0,5-6-228 16,12-2-447-16,2-4-790 0</inkml:trace>
  <inkml:trace contextRef="#ctx0" brushRef="#br0" timeOffset="16161.266">23387 3259 1277 0,'0'0'26'0,"0"0"309"0,0 0 701 0,0 0-548 0,0 0-74 15,0 0 11-15,0 0-65 0,0 0-91 0,0 0-60 16,-83 50-53-16,50-30-37 16,-4 3-27-16,-3 1-19 0,-5 2-13 0,-6 2-32 15,0 3-10-15,-5 0-18 0,0 0-11 16,0 1-74-16,-3-1-83 0,-1 0-40 15,-2 0-37 1,-3 0-186-16,15-6-560 0,-29 11-998 0</inkml:trace>
  <inkml:trace contextRef="#ctx0" brushRef="#br0" timeOffset="18038.791">23853 2879 434 0,'0'0'88'15,"0"0"78"-15,0 0 1061 0,0 0-711 16,0 0-84-16,0 0-99 0,0 0-8 15,0 0-3 1,0 0-17-16,0 0-56 0,-8-23-42 16,16 19-32-16,5-4-24 0,6-2-32 0,7-1 9 15,5-1-9-15,6 0-13 0,0 3-33 16,2 1-18-16,-3 4-7 0,-1 3-21 16,-5 1 10-16,-4 0-35 0,-3 6 20 0,-4 3-22 15,-6 2-18-15,-4 2 3 0,-4 3-25 16,-2 1 25-16,-3 5-15 0,-8 3-16 15,-7 5 1-15,-4 1 8 0,-5 2 24 0,-1-2 13 16,-1 0 3-16,0-1 16 0,-1-5-7 16,3-2-10-16,2 0 13 0,3-5 0 15,7 0-3-15,1-3 16 0,5 0-7 0,3-3-6 16,3 1-15-16,5-2-1 0,7 3 1 16,5-2 1-1,6-1 0-15,4 1 1 0,3-3 13 16,3-1 3-16,1 2 3 0,-3-2-8 0,0-1-1 15,-3 2-9-15,-3 0 9 0,-2 3 9 16,-3-3-9-16,-4 1-12 0,-2 2 1 0,-5-2 11 16,-1 0-11-1,-2 1 1-15,-6-1 16 0,0 2 4 0,0-1-10 16,-6 0-9-16,-2 0 12 16,-4-1 0-16,-2 1-13 0,0-2-2 0,-3 0-15 15,-1-3-6-15,-3 1-7 0,-1-2-14 16,-1-2-34-16,-5 1-57 0,0-4-22 15,-6 0-6-15,-3 0-26 0,-2 2-86 0,0-2-175 16,9 1-286-16,-17-1-926 0</inkml:trace>
  <inkml:trace contextRef="#ctx0" brushRef="#br0" timeOffset="20972.845">8772 5242 2134 0,'0'0'1539'0,"0"0"-1281"0,0 0-183 0,10 78 45 16,-1-37 120-16,2 12-21 0,-1 3-71 0,-2 5-28 15,1 1-16-15,-3 2-30 0,1 1-32 16,1 1-39-16,-1-4 8 0,-1-3-11 16,-1-7-22-16,1-9-11 0,-1-11-29 15,-2-9-54-15,-1-10-56 0,4-7-41 16,-3-5-45-16,1-1-131 0,1-7-131 0,-4-4-452 16,6-19-218-16</inkml:trace>
  <inkml:trace contextRef="#ctx0" brushRef="#br0" timeOffset="21373.978">8926 5290 2771 0,'0'0'472'16,"0"0"-246"-1,0 0-11-15,53-73 144 0,-35 54-59 16,0 7-99-16,-3 4-25 0,-2 6-38 16,-2 2-46-16,-2 0-37 0,-1 10-30 0,1 8-1 0,-4 7 4 15,-4 12-1-15,-1 7-7 0,0 12-20 16,-7 6-21-16,-5 1-16 0,1 0-18 15,-1-8-6-15,1-5 34 0,1-9 12 16,2-6 14-16,0-5-1 16,5-4-31-16,3-3-1 0,0-1 9 0,13-4-2 15,1 0-1-15,9-4 6 0,2-2-2 16,5 0 24-16,3-1 3 0,2-4 9 16,-4 4 13-16,0-3 52 0,-7 4-34 15,-5 1-13-15,-2 4-8 0,-8 3 17 16,-2 5-11-16,-1 2-10 15,-6 1 4-15,0 2-4 0,-10-2 0 0,-3-1-2 16,-6-4-13-16,0-3 9 0,-5 2-12 16,-4-7-12-16,1 0-28 0,-2-3 0 15,2-3-6-15,1-2-33 0,1-4-1 16,-1-3-40-16,2 0-19 0,3-1-28 16,3-7-38-16,5-1-62 0,6-4-68 15,7-2-232-15,3 2-571 0,20-11-200 0</inkml:trace>
  <inkml:trace contextRef="#ctx0" brushRef="#br0" timeOffset="21706.186">9538 5909 2164 0,'0'0'424'15,"0"0"-176"-15,0 0 82 16,0 0 62-16,57 86-83 0,-50-45 27 16,-3 7-53-16,-2 0-37 0,-1 1-46 15,1-2-72-15,-1-9-61 0,2-7-42 16,0-10-4-16,4-8-21 0,-3-5-21 15,2-6-16-15,1-2-6 0,2-9 10 16,4-5-1-16,0-9-6 0,3-4-27 16,-2-6-43-16,0-1 5 0,0 2 28 0,0 2 46 15,-1 7 16-15,-3 7 13 0,1 4-23 0,-2 4-12 16,-3 6 9-16,0 2 28 16,-2 0 31-16,2 10 46 0,-2 3 16 15,-1 2 2-15,1 5-15 0,-4 3-4 0,0 0 7 16,0 4-13-16,0-1-9 15,0 2 6-15,0-2-27 0,0-2 6 0,0-5-35 16,0-3-11-16,3-4-21 0,-1-6-40 0,1-5-64 0,1-1-22 0,4 0-34 16,3-8 5-16,3-9-68 0,3-2-200 15,3-7-241-15,-5 5-685 0,11-21-474 0</inkml:trace>
  <inkml:trace contextRef="#ctx0" brushRef="#br0" timeOffset="21922.445">10289 5334 3205 0,'0'0'480'16,"0"0"-376"-16,0 0-50 0,0 0 59 15,3 77 88-15,-3-28 26 0,3 8 21 16,0 7 4-16,4 3-72 0,3 1-55 16,1 2-36-16,6 4-32 0,0 1-26 15,5 1 42-15,-1-5-31 0,0-10-30 0,-1-10-12 0,-3-11 0 16,0-10-10-16,-4-10-26 15,0-5-37-15,-3-7-79 0,-4-4-40 0,-3-2-35 16,-3-2-143-16,-3 0-202 0,-7 0-386 16,-13-6-622-16</inkml:trace>
  <inkml:trace contextRef="#ctx0" brushRef="#br0" timeOffset="22092.148">10043 6085 2865 0,'0'0'508'16,"0"0"-257"-16,0 0 39 0,0 0-38 15,0 0-84-15,0 0 76 0,0 0 48 0,86-43-35 16,-44 32-80-16,9-3-49 0,2-4-25 16,0 0-37-16,4-4-41 0,-1-3-25 15,1 0-40-15,-2-3-121 0,4 2-76 0,4 0-28 16,5 2-6-16,3 3-41 0,-15 7-464 16,23 3-436-16</inkml:trace>
  <inkml:trace contextRef="#ctx0" brushRef="#br0" timeOffset="22809.611">13081 4981 2951 0,'0'0'410'0,"0"0"-229"16,0 0 6-16,0 0 124 0,0 0-14 15,0 0-87-15,-92 39-49 0,60-17-60 0,-4 6-36 0,-1 5-35 16,-1-1 10-16,3 6-37 0,1-1 15 16,6 0-18-16,3-5 1 0,7-2 2 15,5-5 0-15,6-3 11 0,7-2-14 16,0 0-24-16,9 0 24 0,5 0 19 15,2 4-4-15,8 0 6 0,2-1 10 16,6 1-7-16,1-1 13 16,0 1 3-16,1-4 11 0,-3 0 35 15,-2 1-13-15,-3 1-28 0,-5-1-24 16,-6 4-5-16,-2 2 14 0,-6 3-9 16,-4 2-9-16,-3 3 1 0,-3 1 5 15,-10 0-3-15,-1-1-14 0,-3-3-1 16,-2-4-15-16,-1-3-67 0,0-6-12 0,1-1-16 15,0-6-3-15,4-5 7 0,1-2 5 0,1-5-7 16,3-2-30-16,0-8-44 0,3-6-194 0,1-5-229 16,3 3-454-16,3-15-594 0</inkml:trace>
  <inkml:trace contextRef="#ctx0" brushRef="#br0" timeOffset="23130.702">13416 5748 3007 0,'0'0'482'15,"0"0"-235"-15,0 0 159 0,34 76 13 16,-33-45-72-16,-1 4-41 0,-4 1-97 16,-5-3-48-16,2-2-61 0,3-4-57 15,-1-6-43-15,5-6-19 0,0-3-17 16,0-5-18 0,0-7-10-16,6 0-21 0,2-6-6 0,4-7-9 15,1-8 42-15,3-2-3 0,2-4-9 16,-1 2-4-16,0 0 19 0,3 3 28 15,2 5-4-15,-2 3 31 0,3 2-10 16,0 5 10-16,0 2 43 16,0 4 6-16,0 1 6 0,-3 0-31 0,-1 5 7 15,1 3-29-15,-5 3 22 0,2-1-24 0,-4 5 0 0,-1-1-27 16,-4 4-10-16,0 0-9 0,-2 2-24 31,0 2-59-31,0 3-163 0,-1 2-361 0,0-8-685 16,0 9-1056-16</inkml:trace>
  <inkml:trace contextRef="#ctx0" brushRef="#br0" timeOffset="23558.936">15551 5498 414 0,'0'0'2620'0,"0"0"-2304"0,0 0-157 16,0 0 34-16,77 58 71 0,-60-24 50 0,-3 4 8 15,-2 9-88-15,-4 0-48 0,1-2-48 0,-1 1-56 16,-2-5-33-16,-1-9-19 0,1-2-30 15,-2-11-24-15,0-7-49 0,-1-7-116 16,0-5-66-16,-3-2-59 0,0-10-154 16,0 0-491-16,-3-17-1120 0</inkml:trace>
  <inkml:trace contextRef="#ctx0" brushRef="#br0" timeOffset="23696.821">15597 5304 3335 0,'0'0'532'0,"0"0"-425"16,0 0 0-16,0 0 12 16,0 0-57-16,0 0-62 0,78-69-103 15,-51 45-230-15,-4 5-190 0,18-8-754 0</inkml:trace>
  <inkml:trace contextRef="#ctx0" brushRef="#br0" timeOffset="24013.56">16251 5289 2947 0,'0'0'625'0,"0"0"-344"0,0 0-10 0,-14 79 133 16,2-50 23-16,-2-3-67 0,1-1-126 16,3-1-83-16,0-5-39 0,6-3-45 15,1 0-51-15,3-4-16 0,0-2-24 16,1-1 2-16,7 1 19 0,3-1-12 16,3 2 0-16,5-4-3 0,1 4 6 15,6-4 12 1,2 4 10-16,0-3 5 0,3-1-15 15,-3 2 2-15,1-3 0 0,-3 3 0 16,-3 0-2-16,-4-1 0 0,-3 1-2 16,-5 0 2-16,-2 1 1 0,-3-1 2 0,-5 3 0 15,-1-1 12-15,-1 2 1 0,-8 2-14 16,-1-1-2-16,-4 3-37 0,-2-2-26 16,-1 0-19-16,-2 1-15 0,-1-2-27 0,-5-2-19 15,2 2-18-15,-4-3-41 0,-4-1-108 16,8-7-344-16,-19 1-680 0</inkml:trace>
  <inkml:trace contextRef="#ctx0" brushRef="#br0" timeOffset="24867.32">17981 5415 2353 0,'0'0'593'15,"0"0"-126"-15,0 0-106 0,0 0 25 16,0 0-38-16,0 0-37 0,0 0-84 0,0 0-65 15,11 74-53-15,-8-41-45 0,-3 1-15 16,0 2-22 0,0-2-6-16,0-4-21 0,-1-5-1 15,-1-3-17-15,2-8-12 0,0-2-7 16,0-7-42-16,0-5-18 0,3 0-13 16,4-5 3-16,3-7 49 0,1-2 18 15,4-4 3-15,-2-3-3 0,3-1 25 0,0 2 12 16,1 2-19-16,1 4 9 0,-1 2 13 15,-2 6 59-15,-1 1-4 0,-3 5-9 0,2 5 0 16,-3 7 45-16,-1 6 4 0,0 2-22 0,-2 3-9 16,-4 2-15-16,-2 0-10 15,-1 2-12-15,0-7-24 0,0 3-3 0,0-4-27 16,0-5-88-16,2 1-80 0,2-4-81 16,2-3-159-16,-2-2-523 0,10-6-530 0</inkml:trace>
  <inkml:trace contextRef="#ctx0" brushRef="#br0" timeOffset="25134.488">18505 5610 1691 0,'0'0'1742'15,"0"0"-1410"-15,0 0-140 0,26 66 87 16,-18-43 96-16,-3-4-3 0,3-2-82 16,0-5-129-16,-1-6-89 0,6-6-56 0,2 0-2 0,2-11-14 15,6-4-24-15,2-8-22 0,0-6-21 16,1-2-36-16,-5 1-10 0,-3 1 22 15,-2 4 14-15,-6 7 31 0,-4 3-3 16,-5 5-6-16,-1 6 43 0,-7 2 12 16,-8 2 28-16,-3 0 15 0,-6 2-42 15,-2 5 0-15,-2 4 23 16,1 6 1-16,1 2-25 16,4 6-22-16,-1 3 22 0,3-1 37 0,6-3 3 15,2-3-40-15,7-7-36 0,3-7-102 0,2-4-111 16,3-3-129-16,13-6-137 0,3-13 6 15,-2 1-182-15,20-27-737 0</inkml:trace>
  <inkml:trace contextRef="#ctx0" brushRef="#br0" timeOffset="25361.917">19321 5018 2929 0,'0'0'400'15,"0"0"-127"-15,0 0 20 0,0 0 12 16,22 97 58-16,-22-56 3 0,0 4-88 0,0 4-47 15,-2 3-13-15,1 0-67 0,-1-3-51 0,2 1-59 0,0-8-41 16,0-3-24-16,6-7-82 0,4-8-24 0,3-4 15 16,2-4 39-16,0-4-3 15,0-6-21-15,-1-3-31 0,-4-3-73 0,1-2-146 16,-2-4-165-16,-4-4-215 0,-2 3-629 16,-3-6-518-16</inkml:trace>
  <inkml:trace contextRef="#ctx0" brushRef="#br0" timeOffset="25515.766">19161 5388 2244 0,'0'0'1303'15,"0"0"-990"-15,0 0-122 0,0 0-68 0,0 0-30 16,0 0 63-16,0 0 137 0,0 0-54 16,0 0-68-16,89 11-91 0,-49-11-56 0,2-5-24 0,0-4-40 15,0-3-76-15,0-2-52 0,-2-1-28 16,2 2-88-16,0 2-169 0,-12 2-517 15,19 0-951-15</inkml:trace>
  <inkml:trace contextRef="#ctx0" brushRef="#br0" timeOffset="26318.276">21777 5644 1899 0,'0'0'522'0,"0"0"-187"16,0 0-84-16,-5-70 37 0,-2 51 14 16,-3 3 19-16,-1 4-29 0,-2 2-53 15,-5 6-41-15,0 0-56 16,-1 4-14-16,-3 1 16 0,-1 9-49 16,1 8-16-16,-2 8-18 0,1 8-6 15,2 10 8-15,5 6 4 0,1-1-3 16,7-4-13-16,5-6-35 0,3-8-16 15,1-9-43-15,9-9 1 0,2-7 2 16,4-3 13-16,2-3-31 0,7-8 1 16,3-9-20-16,3-5 4 0,3-7-3 0,-3-3-9 0,-1 0 17 15,-4 2 10-15,-4 3 6 0,-4 4 28 16,-2 4 2-16,-1 7 1 0,-7 2-19 16,1 6-13-16,-1 4-11 0,-2 1 64 15,3 8 80-15,1 5 43 0,0 3-16 16,0 4-31-16,3 0-30 0,-3 3-9 15,3-1-16 1,2 0-19-16,-1-2-2 0,6-1 0 0,3-2-58 16,3-5-70-16,3-1-56 0,2-3-50 15,3-4-105-15,0 1-123 0,1-1-193 0,-8-5-533 16,9 0-552-16</inkml:trace>
  <inkml:trace contextRef="#ctx0" brushRef="#br0" timeOffset="26934.945">23224 5542 2632 0,'0'0'424'16,"0"0"-162"-16,0 0-20 0,0 0 80 0,0 0 10 0,0 0 53 15,0 0-96-15,0 0-66 0,0 0-43 16,0 0-53-16,-81-50-51 0,62 63-67 16,-5 5-9-16,-4 6-27 0,3 2 24 15,0 4-12-15,3-2 14 0,5-3-17 16,7-5-10-16,4-2-11 0,5-3-1 0,1-4 7 15,1-1-1 1,8-1 16-16,3-1-18 0,3-1-19 16,5 3 18-16,-1-4 35 0,4 2 2 15,-1-1 0-15,0 3-1 0,-1-2 1 16,-2 2 2-16,-5 0 13 0,0 1 13 16,-6 0 5-16,-2-1 16 0,-3 2 15 15,-2 0 3-15,-1 1-12 0,0-1-4 0,-4 1-17 16,-5-1-13-16,-2-1-9 0,0 1-12 0,-2-5-3 15,2-2-40-15,2 1-36 0,3-6-36 16,0 0-31-16,5-4-37 0,-1-6-84 16,2-7-113-16,5-6-191 0,2 4-396 15,12-23-554-15</inkml:trace>
  <inkml:trace contextRef="#ctx0" brushRef="#br0" timeOffset="27072.622">23597 5663 2831 0,'0'0'503'0,"0"0"-242"0,0 0 7 15,33 71 55-15,-31-52-18 0,-2 1 12 16,-2 2-66-16,-7-4-108 0,1-2-69 0,-2-3-45 16,1-4-29-16,2-4-122 0,0-2-156 15,-5-3-202 1,6-2-782-16,-7-16-1748 0</inkml:trace>
  <inkml:trace contextRef="#ctx0" brushRef="#br0" timeOffset="27232.009">23666 5500 3287 0,'0'0'555'0,"0"0"-483"0,0 0 47 15,0 0-14-15,0 0-105 0,87-49-140 16,-67 39-137-16,-3 3-193 0,-1 0-559 16,1 7-725-16</inkml:trace>
  <inkml:trace contextRef="#ctx0" brushRef="#br0" timeOffset="27590.127">23848 5736 3101 0,'0'0'481'0,"0"0"-310"0,0 0 127 0,-25 83 89 15,18-66-2-15,4-3-12 0,0-4-160 16,3-6-125-16,0-2-36 0,2-2 8 16,2 0-60-16,4-3 0 0,3-3-24 15,0-1 3-15,7-4 0 0,-2-1-9 16,2-1-1-16,2 2-17 0,-1 1-1 0,-2 2 3 15,-1 7 1-15,0 1 27 0,-4 0 16 16,-3 0 2-16,-1 5 9 0,-4 4 24 0,-1 0 52 16,0 1-15-16,-1 0-6 0,-2-1-16 15,0 0-24-15,0-4-10 0,1-1-14 0,0-3-13 16,2-1 11-16,0 0-31 0,1 0-15 16,1-1-10-1,2-5 6-15,2 0 4 0,3-2 14 16,2-2-8-16,1-1-22 0,1 1-12 15,-2 2-10-15,3 2-5 0,-6 2 5 16,3 3 3-16,-2 1 18 0,-1 0 29 16,-3 2 36-16,-2 5 9 0,-4 1 18 0,1 0 13 15,0 0-18-15,-3 2-22 0,0-1-83 16,0 2-114-16,0-3-226 0,0-2-234 0,0 3-868 0</inkml:trace>
  <inkml:trace contextRef="#ctx0" brushRef="#br0" timeOffset="27990.91">24411 5760 3406 0,'0'0'641'0,"0"0"-397"16,0 0-89-16,0 0 0 0,0 0 60 0,-26 85 58 15,15-38-45-15,-1 11-88 0,3 8-31 0,2 4-9 16,0 5 42-16,4 4-51 0,3 2-34 16,0 1-8-16,0 0-27 0,0-6-22 15,5-6-43-15,2-9-14 0,0-12-64 16,2-11 6-16,2-12 6 0,4-8-33 16,-1-12-16-16,3-6-74 15,-1-7-164-15,1-14-276 0,-5 2-467 16,2-22-605-16</inkml:trace>
  <inkml:trace contextRef="#ctx0" brushRef="#br0" timeOffset="28207.498">24460 5777 1129 0,'0'0'1462'16,"0"0"-1198"-16,0 0 12 0,0 0 33 15,0 0-77-15,91 11-5 0,-72 4 99 16,-3 2-81-16,-4 2-78 0,-1 2-32 15,-5 0-6-15,-2 1-16 0,-3-2-33 16,-1 1-22-16,0-5-28 0,-3-1-30 0,-1-4-91 16,1-5-68-16,3-6-44 0,0-6-25 0,5-12-114 31,6-9-133-31,-2 3-490 0,16-26-382 0</inkml:trace>
  <inkml:trace contextRef="#ctx0" brushRef="#br0" timeOffset="28624.244">24944 5357 1752 0,'0'0'1338'15,"0"0"-1050"1,0 0-120-16,0 0 116 0,0 0 93 16,12 66 35-16,-12-30-98 0,0 9-137 15,-3 4-46-15,-3 3 39 0,1 2-9 0,-3-2-58 16,1 2-64-16,2-2-39 0,2-5-17 16,3-2-61-16,0-7-62 0,0-4-15 15,5-6 15-15,5-8 27 0,3-7 25 16,2-2-29-16,2-10-45 0,3-1-91 0,1 0-15 0,2 0-71 15,-1 0-31-15,1 2 0 16,-4 7 75-16,-1-1 102 0,-2 5 193 0,-1-1 51 16,-2-1 110-16,3-4 58 0,-3-3-8 15,4-4-11-15,-1-1-22 0,4-12-24 16,3-8-34-16,1-4-51 0,0-6-56 16,1-1-13-1,-5-1-19-15,-6 4 19 0,-1 4 31 16,-7 5 64-16,-6 3 8 0,0 7 102 15,-9 3 21-15,-4 6-2 0,-5 1-16 0,-1 5-98 16,-4 9-73-16,-2 5-1 0,3 5-2 16,-1 1 5-16,3 4 1 0,4-1-12 15,4-4-28-15,4 0-18 0,2-6-19 16,6-4-30-16,0-2-36 0,6-2-22 0,8-2-4 0,0-1 13 16,3 2-75-16,8-2-153 0,3-1-221 15,-2-1-709-15,18 5-638 0</inkml:trace>
  <inkml:trace contextRef="#ctx0" brushRef="#br0" timeOffset="29161.352">26368 6007 2970 0,'0'0'545'0,"0"0"-185"16,20-68-148-16,-11 43-32 0,1-3 53 15,-3 6-23-15,-4 5 17 0,-3 6-22 0,0 6-29 0,-10 5 58 16,-3 1-64-16,-7 10-74 0,-9 13-96 15,-4 11-2-15,-7 10 2 0,-2 12 3 16,0 3 31-16,8-5-1 0,6-9-33 16,12-11-9-16,9-12-61 0,4-7-42 15,3-8 9-15,6-8 9 0,7 0 3 0,9-6 9 16,6-7 43-16,8-10 14 0,6-4-11 16,1-4-16-1,-1 0-12-15,-1 6 3 0,-1 4-16 16,-3 5 13-16,-3 11 6 0,-1 5-3 15,-2 10 27-15,-2 10 34 0,-4 11 3 0,-5 7 31 16,-3 7 12-16,-4 4-22 0,-1 4-11 16,-4 1 5-16,-3 4 13 0,-4-1-10 15,-1 2 80-15,-8-1-43 0,-10-5 30 16,-2-2 16-16,-4-7 17 0,-2-4-42 0,1-9-12 0,5-7-19 31,0-8-11-31,1-9-25 0,2-7-12 16,1-6-30-16,1-11-52 0,1-9-30 15,5-9-43-15,4-8-31 0,5-10-19 0,0-7-112 16,5-7-209-16,4 13-427 0,8-40-511 16</inkml:trace>
  <inkml:trace contextRef="#ctx0" brushRef="#br0" timeOffset="29912.402">26825 5779 2519 0,'0'0'614'0,"0"0"-324"0,0 0 106 0,0 0-69 15,0 0-109-15,81 24 32 0,-71-7 5 16,-3 6-80-16,1 6-44 0,-4 2-40 15,-4 1-27-15,0 3-24 0,0-2-22 16,0-1-16-16,-4-1 0 0,2-3 1 16,-1-7 0-16,3-4 0 0,0-10-3 15,0-4 0-15,0-3-30 0,9-6-25 16,2-6-12-16,8-8 67 0,4-5 0 16,4-7-59-16,4-4-66 0,0-2-31 15,3 0-37-15,0 0-57 0,-1 1-86 16,2 5-133-16,-4 7-46 0,-6 6 78 0,-3 8 62 0,-4 8 81 15,-7 3 151-15,-4 2 143 0,-4 10 292 16,-2 5 77-16,-1 4 30 0,-1 2-19 16,-4 5-46-16,-3 1-29 0,0-3-14 15,2 2-52-15,3-8-20 0,1-4-19 16,2-4-51-16,2-5-81 0,7-7-68 0,3 0-61 16,5-4 24-1,4-8 22-15,1-3-44 0,4-6-45 16,0 0-40-16,0-3-1 0,-4 1 22 15,-2 2 11-15,-5 4 19 0,-3 0 27 0,-4 5 57 16,-4 5 9-16,-4 3 87 0,0 1 56 16,-3 3 39-16,-3 0 3 0,-2 5-28 15,-5 4-56-15,0 5-19 0,-4 4-3 16,0 4 4-16,2 0-4 0,2-1 12 0,1-2-37 0,7-3-54 16,2-6-9-16,3-3-76 0,0-2-45 15,8-5-29-15,8 0-9 0,6-3-22 16,6-8-41-16,7-3-123 0,5-4-1 15,5-3-15-15,1 1-797 0,-5 2-233 16,0 5 598-16,-8 3 802 0,-2 7 16 16,-9 3 744-1,-7 1 303-15,-7 10-286 0,-7 4 20 16,-1 4-97-16,-4 5-211 0,-7 4-176 16,-1 2-60-16,1 1 30 0,1-5-38 15,0-2-118-15,8-8-73 0,2-3-42 0,0-4-12 16,2-5-64-16,11-2-30 15,2-2-18-15,6-4 24 0,4-8-24 0,5-6 15 16,2-1-61-16,-1-3 12 0,3 1-13 0,-4-1-22 16,2 3-56-16,-4 1-43 0,3 1 4 0,-4 5 116 15,-4 5 116-15,-3 2 44 0,-7 5 163 0,0 5 13 16,-5 3-54-16,-3 7 14 0,-2 5-33 16,-1 4-11-16,-2 7-2 0,0 4 27 15,0 2 0-15,-2 3-23 0,-2 1-45 31,0-1-49-31,-4 0-119 0,2 0-210 0,-3-2-149 16,0-9-900-16,-13 9-1276 0</inkml:trace>
  <inkml:trace contextRef="#ctx0" brushRef="#br0" timeOffset="30882.798">13912 7538 290 0,'0'0'1434'0,"0"0"-1090"0,0 0 312 15,0 0-226-15,2 93-76 0,-10-46-32 16,-3 7-29-16,-3 7-35 0,-5 5-54 0,-2 7-65 16,-3 6-41-16,-5 7-24 0,-1 5-10 15,-3 2-39-15,-2 1-16 0,0-5-9 0,3-9-12 16,5-13-7-16,6-15 1 0,4-14-19 16,8-15-39-16,3-11-26 0,6-11-36 31,0-1-79-31,3-16-149 0,6-9-15 0,5-11-112 15,-1 5-286-15,7-35-415 0</inkml:trace>
  <inkml:trace contextRef="#ctx0" brushRef="#br0" timeOffset="31277.525">13820 7736 1315 0,'0'0'614'16,"0"0"-131"-16,0 0-67 0,0 0-95 0,0 0-85 15,77-40-61-15,-57 59-8 0,0 10 104 16,0 12-23-16,-1 9-93 0,-2 8-25 15,0 9-10-15,-3 5-21 0,-2 7-38 0,1 4-24 16,-4 1-37-16,2 1-1 0,0-5-17 16,-4-7-19-16,4-8-25 0,-3-7-2 15,0-10-7-15,-2-11 21 0,1-8 10 16,0-10 9 0,-2-6 10-16,-2-7-60 0,0-4-53 15,-3-2-66-15,0-2-33 0,0-4-16 0,-3-5-50 16,-5-4-9-16,-6-6-17 0,-3 1 51 0,-5-5-5 15,-4 1 78-15,-4-1 175 0,0 1 26 16,-5 1 149-16,0 1 43 0,2 1 15 16,2 4 25-16,5 1 7 0,7 5-21 15,6 7 85-15,9-1-49 0,4 4-118 16,1 1-45-16,13-1 9 0,4 1 108 0,5 0 81 16,6-2-116-16,1 2-81 0,1 0-49 15,3-3-31-15,-1 0-2 0,-1 2-10 16,-1-1-34-16,-2-1-74 0,0 1-89 15,-2 1-121-15,-2 1-166 0,-8 0-538 16,3 3-901-16</inkml:trace>
  <inkml:trace contextRef="#ctx0" brushRef="#br0" timeOffset="31577.385">14421 8717 2523 0,'0'0'512'16,"0"0"-177"-16,5 69-8 15,-5-38 67-15,0 6-74 0,-2 0-106 16,-2-4-119-16,-1-3-64 0,2-5-31 16,2-4-13-16,1-8-5 0,0-5-10 15,3-5-30-15,3-3-32 0,1-4 4 16,4-6 52-16,1-7 3 0,2-4-10 16,-1-2-8-16,3-4 5 0,-1 4 19 0,0 0-3 15,1 9 28-15,-1 2-22 0,-1 5 22 0,2 4 18 16,-3 3 19-16,-1 5 19 0,0 7 25 15,-4 5 3-15,-1 2-29 0,0 3-8 16,-1 1-16-16,-3 0-31 0,0-2 0 0,2-2-65 16,1-4-53-16,0-2-93 0,5-4-84 15,3-3-129-15,-2-3-286 0,9-6-765 0</inkml:trace>
  <inkml:trace contextRef="#ctx0" brushRef="#br0" timeOffset="32084.708">16182 7949 1820 0,'0'0'2603'16,"0"0"-2276"-16,0 0-275 0,-78 12-20 0,44 7-30 15,-8 7 11-15,-6 7 8 0,-3 7-18 16,-3 5 0-16,4 5 18 0,-5 2-19 0,0 6-1 0,-1 0 1 16,0 0 20-16,0-1-7 15,4-4 28-15,6-6-7 0,4-5-23 16,12-6-10-16,6-8-1 0,7-9-1 0,7-7-2 16,7-5 0-16,3-1-45 0,3-6-34 0,12 0 16 15,6 0 49-15,9 0 15 16,5 0 11-16,6 0-11 15,4-2-3-15,2-2 3 0,0 4 14 16,-1 0 17-16,3 0 15 0,-4 0-13 16,1 6 1-16,0 0-7 0,0 0-11 15,-2 0-1-15,2 0 6 0,-3-1 1 16,1-4-7-16,-3 0 16 0,-4-1-7 0,0 0-6 16,-6 0 22-16,-3-1-4 0,-4-4 4 15,-5 2 51-15,-6-1 73 0,-6-1-73 0,-1-2-22 16,-2 1-2-16,-4-5 66 0,0-3 0 15,0-5-52-15,-7-5-33 16,0-4-23-16,-2-8-9 0,-2-6-16 0,0-6-12 16,1-9-19-16,0-8-38 0,3-6-85 15,3-7-57-15,1 4-35 0,3 3-106 16,0 10-339-16,0 21-667 16,1 3-1029-16</inkml:trace>
  <inkml:trace contextRef="#ctx0" brushRef="#br0" timeOffset="33235.065">17610 7814 2428 0,'0'0'468'0,"0"0"-170"0,0 0 71 0,0 0 0 16,0 0-6-16,-77-61-56 0,49 61-104 15,-3 3-90-15,-7 13-18 0,-5 9-21 16,-6 7 5-16,-3 10-12 0,0 8-6 15,-1 7-28-15,4 3 4 0,6 2 11 16,6-2-17-16,9-1-1 0,5-6-29 16,10-3-1-16,5-7 0 0,6-3-15 0,2-5 13 15,8-4 2-15,7-5 1 16,6-2-1-16,6-1 12 16,7 1 3-16,3-5 10 0,2 0 5 15,1-1-27-15,-1 0 33 0,0-2-18 0,-4 0 4 16,-2-1-4-16,-3 2-16 0,-5-2 16 15,-5 2-18-15,-7 0 0 0,-6 2 9 0,-1 2-6 16,-6 0 9-16,0-2-10 0,-11 2 16 16,-3-1-17-16,-6-2-1 0,-3 0-51 15,0-1-43-15,-3-3-33 0,0-3-28 16,2 0-4-16,2-5-3 0,0-2-56 16,4-3-100-16,3-1-116 0,1-1-185 15,5-3-506-15,2-9-595 0</inkml:trace>
  <inkml:trace contextRef="#ctx0" brushRef="#br0" timeOffset="33588.741">17799 8635 2806 0,'0'0'416'0,"0"0"-18"16,0 0 65-16,0 0-83 0,8 83-41 15,-10-52-79-15,-4 1-86 0,0 1-58 0,0-2-13 0,1 0-42 16,2-4-43-16,0-2-18 0,3-4-18 16,0-4-7-16,0-4 1 0,2-3-12 15,2-6-7-15,4-3-33 0,3-1-6 16,3-9 33-16,6-5-3 0,3-6 13 16,0-5 17-16,2-2-2 0,1 2 12 15,-2 0-13-15,-1 2 22 0,-2 4 0 0,-1 5-12 0,-2 6 3 16,-5 2 12-16,2 3 37 0,-4 3 9 15,0 3-6-15,-2 5-4 0,-3 5 1 16,-3 3-10-16,0 1-27 0,-3 6-22 16,0-3-39-16,0 5-58 0,0 0-83 15,-4 0-140-15,2-5-337 0,-5 9-865 0</inkml:trace>
  <inkml:trace contextRef="#ctx0" brushRef="#br0" timeOffset="49545.522">11243 7629 450 0,'-78'3'59'0,"47"-1"-59"16,-41 0-232-16</inkml:trace>
  <inkml:trace contextRef="#ctx0" brushRef="#br0" timeOffset="49614.507">10295 7654 271 0,'0'0'176'0,"-101"-10"-176"0,36 4-95 0,11 0-74 16,-30-1-14-16</inkml:trace>
  <inkml:trace contextRef="#ctx0" brushRef="#br0" timeOffset="51203.259">3917 10594 2478 0,'0'0'1324'0,"0"0"-1104"0,0 0-147 0,0 0 33 0,0 0 127 16,0 0 76-16,0 0-52 0,-87-40-126 15,57 40-103-15,-3 11-8 0,-3 6-20 32,-6 8-3-32,-4 9 1 0,1 6-10 0,-2 7 0 0,2 5-19 0,3 0 10 15,3 1 18-15,8-6-9 0,6-3 12 16,10-6 0-16,10-7 0 0,5-8-12 15,7-2-6-15,13-3 18 0,9-2 9 16,7 1-7-16,6-1 20 0,5-1-19 0,0-1 24 16,-2-2-25-16,-1 3 1 15,-5 1 28-15,-6 0-19 16,-4-1 12-16,-5 2-5 0,-8 0 8 16,-4-3 10-16,-7 3-1 0,-2-2-3 15,-3-1-5-15,0 2-7 0,-7-1-18 0,-6 2 18 16,-3 0 4-16,-4-4-7 0,0-1-16 15,-2-5-2-15,-1 2-15 0,3-4-19 0,0-1 13 16,1-4-43-16,2 0-36 0,0 0-28 16,2-6-40-16,1-2-1 0,5-1-41 15,3-3-65-15,6-2-168 0,3-4-277 0,6 3-357 16,18-12-96-16</inkml:trace>
  <inkml:trace contextRef="#ctx0" brushRef="#br0" timeOffset="51519.988">4064 11135 2375 0,'0'0'581'16,"0"0"-258"-16,0 0 14 0,0 0 34 16,0 0-45-16,18 90-72 0,-18-59-57 15,-4 2-44-15,1 2-36 0,0-2-20 16,2-4-24-16,1-5-33 0,0-8-40 16,0-3-13-16,7-8-21 0,0-4-2 15,5-1 5-15,-1 0 1 0,7-8 5 16,-1-4 7-16,0-4-19 0,2-2-24 0,-3-2 12 0,-1 0 16 15,-1 1 14-15,-2 2-8 0,-1 5 8 16,-4 2-5-16,-1 4 22 0,-2 3 0 16,0 3 2-16,-1 0 4 0,-2 5 51 15,2 4 3-15,0 5-6 0,-1 2-6 16,-2 3-6-16,0 5 0 0,0 0-1 16,0 2-14-16,0 0 14 0,0-2 13 0,1-5-52 0,1-5-12 31,-1-3-86-31,2-8-88 0,0-1-35 0,5-2-13 0,1-6-155 0,3-11-332 15,-1 3-699-15,5-19-370 0</inkml:trace>
  <inkml:trace contextRef="#ctx0" brushRef="#br0" timeOffset="51735.68">4594 11239 215 0,'0'0'2563'0,"0"0"-2204"15,3 76-253-15,-6-34 113 0,-4 10 158 0,-2 7 3 16,-2 5-61-16,-1 4-103 0,-1 4-29 15,2 7-53-15,-3 1-33 0,0 4-40 16,0-1-34-16,-2 2-25 0,3-7-2 16,0-6-12-16,3-9-24 0,3-14-28 0,2-13 6 15,2-13-46-15,3-11-43 0,-1-9-37 16,1-3-42-16,0-12-104 0,0-11-142 0,0-8-31 16,3-12-166-16,0 7-381 0,-2-32-341 0</inkml:trace>
  <inkml:trace contextRef="#ctx0" brushRef="#br0" timeOffset="51951.779">4568 11433 2138 0,'0'0'395'0,"0"0"-289"0,65-76 126 0,-42 56 73 15,1 1-41-15,-2 4-51 0,-3 5-40 16,1 3 16-16,-4 3 8 0,1 4-41 16,-4 5-23-16,0 6-16 0,-3 6 16 15,-4 8-26-15,1 7-36 0,-7 10-29 16,0 6-11-16,-4 6-13 0,-5 6-7 15,-5 3-11-15,-5-2-59 0,-1-4-20 16,1-8 2-16,-1-9 0 0,7-11-18 0,0-10-16 16,4-10-19-16,2-9-35 0,4-3-64 15,3-19-205-15,0 3-365 0,4-26-585 0</inkml:trace>
  <inkml:trace contextRef="#ctx0" brushRef="#br0" timeOffset="52190.251">5002 11325 1395 0,'0'0'1613'16,"0"0"-1261"-16,0 0-32 0,0 0 45 16,0 0 22-16,34 100-75 0,-34-57-52 0,0 3-71 15,0 5-12-15,-5 4-19 0,-1 4-46 16,0 6-37-16,-1 3-35 0,-3 4-22 0,3 3-18 16,-2 0 0-16,0 3-3 0,-1-7-12 15,3-7-6-15,1-8 2 0,2-12-32 16,-1-8-7-16,4-13-23 0,-2-10-20 15,3-9-29-15,0-4-35 0,0-12-85 16,0-12-101-16,3-10-40 0,3-7-44 16,-2-12-169-16,1 9-488 0,-4-34-454 0</inkml:trace>
  <inkml:trace contextRef="#ctx0" brushRef="#br0" timeOffset="52375.287">5078 11522 1243 0,'0'0'1438'0,"0"0"-1161"15,0 0-53-15,0 0 107 0,77-72-56 0,-63 67-64 16,-4 3 2-16,-1 2 5 15,-2 2-33-15,-1 9-6 16,-2 4-41-16,0 7-31 0,-1 5-22 16,-3 6-27-16,0 7-18 0,-8-1-22 15,0 1-18-15,-3 2-1 0,2-3-78 0,-1-2-40 16,2-6-28-16,2-5 6 16,3-8-38-16,1-11-31 0,2-7-42 0,2-2-126 15,11-14-111-15,1-4-95 0,9-6-167 16,-5 5 146-16,17-16-125 0</inkml:trace>
  <inkml:trace contextRef="#ctx0" brushRef="#br0" timeOffset="52644.471">5486 11597 1367 0,'0'0'523'0,"0"0"-108"0,0 0 25 16,0 0 6-16,0 0-4 0,0 0 2 15,0 0-123-15,0 0-58 0,0 0-61 16,72 72-70-16,-68-69-65 0,1-1-67 16,2-2-12-16,3-6 12 15,6-6 0-15,0-7-12 0,1-6-52 16,0-4-53-16,1-3-49 0,-5 3-19 15,-3 4 40-15,-5 3 48 0,-2 5 41 16,-3 5 25-16,-7 5 31 0,-6 5 21 16,-4 2 29-16,-6 0 31 0,-3 0-13 15,-3 8 25-15,0 4-16 0,3 3-28 16,2 5 13-16,1-1-4 0,4 3-21 0,3-2-15 0,6-2-22 0,0-5-18 16,7-4-49-16,2-4-84 0,1-5-66 15,3 0-86-15,9-2-205 0,3-10-208 16,-2 3-398-16,17-16 0 0</inkml:trace>
  <inkml:trace contextRef="#ctx0" brushRef="#br0" timeOffset="53039.088">5845 11355 46 0,'0'0'1790'0,"0"0"-1164"0,0 0-159 15,0 0 22-15,88 17-21 0,-78-6-98 16,-4 2-51-16,-3 0-45 0,-2 3-60 16,-1-1-49-16,0 1-50 0,0-4-42 15,0 0-44-15,0-3-29 0,0-1-25 16,0-1-11-16,2 0-10 0,4 0-5 0,3 1 2 15,3 0-3 1,2 0-12-16,2 1-12 0,3 2 21 16,-2 1 27-16,3 1 25 0,0 1 1 15,-2 3-25-15,-1-3-10 0,0 1-27 16,3 0-13-16,3-5 34 0,3 1 43 0,-1-7 49 16,1-4-49-16,-2-1-12 0,2-11-4 15,0-6-39-15,0-6 55 0,0-3 0 16,0-6 3-16,-4 1-3 0,-4-2-3 0,-8-1-22 15,-1 1-3-15,-7 0-30 0,-2 3-32 16,-2 2-34-16,-8 8 25 0,-4 4 52 16,2 9 47-16,-1 7 118 0,2 1-9 0,1 10-75 15,1 3 31-15,-1 4 0 0,3 0-16 16,2 2 3-16,1-1-9 0,1-1-15 16,3-3-13-1,0-2-15-15,1 0-36 0,7-1-29 16,-1-3-83-16,6-3-69 0,0 1-49 15,5-3-171-15,6-1-185 0,8-1-468 16,-5-1-137-16,32 0 607 0</inkml:trace>
  <inkml:trace contextRef="#ctx0" brushRef="#br0" timeOffset="53824.847">8773 10553 1949 0,'0'0'1249'16,"0"0"-969"-16,0 0-121 0,0 0 112 15,0 0-16-15,0 0-56 0,0 0 42 16,0 0-60-16,0 0-76 0,-92-21-44 0,66 40 28 0,-3 8-7 15,-2 10-9-15,-4 10 4 0,2 8-8 16,-3 9-11-16,2 4 3 0,6 5-3 16,3 4-4-16,5-5 10 0,10-3-19 15,6-5-9-15,4-6-5 0,5-13 23 16,13-5-12-16,2-9 4 0,6-8-19 0,7-5-24 16,3-4 15-1,4-5-8-15,-1-6-10 0,2-3-2 16,-4 0-10-16,-3-3-42 0,-6-6-28 15,-2-1-30-15,-4-1-24 0,-5-4-7 16,-4 2-15-16,-4 0-34 0,-5 1-68 16,-4 1-107-16,0 2-67 0,-6-1-100 0,-7 2-112 15,-4-1-129-15,-5 0-15 0,-1 0 73 16,-3 1 717-16,0-2 22 0,2 4 673 0,8 0 39 16,2 4-12-16,6 2-119 0,7 0-188 15,1 0-138-15,0 0-60 0,10 2 16 0,4 2 44 16,1-1-38-16,8 1-71 0,1-4-58 15,2 0-43-15,3-4-51 0,-1-8-16 16,2-3-85-16,-1-3-9 0,-2-4-65 16,-2 2-56-1,-3-2-37-15,-3 3-24 0,-3 2-66 0,-7 5-91 16,-3 5-120-16,-6 1-5 0,-2 5 176 16,-6 1 382-16,-3 3 39 0,-4 8 198 15,3 5 83-15,-1 3 53 0,3 4 24 16,3 2-32-16,1 6-117 0,-1-2-90 15,6 1-30-15,-1 1-20 0,2-1-39 16,0 3-14-16,0 0-2 0,0-2-32 0,3 0-21 16,5-1-28-16,1-2-155 0,1-4-149 15,3-1-87-15,-1-10-164 0,3 3-783 0</inkml:trace>
  <inkml:trace contextRef="#ctx0" brushRef="#br0" timeOffset="54310.47">10604 11189 3029 0,'0'0'485'0,"0"0"-269"0,0 0 48 16,0 0 33-16,0 0-33 0,0 0 49 15,0 0-31-15,0 0-100 0,-6 83-81 16,-1-43-47-16,-2 3-8 0,-3-2-10 15,4-4-6-15,0-9-30 0,4-11-9 0,0-6-39 16,3-7-74-16,-1-4-26 0,-1 0-17 0,0-9-77 16,-4-7-226-16,3 4-612 0,-12-18-1067 0</inkml:trace>
  <inkml:trace contextRef="#ctx0" brushRef="#br0" timeOffset="54743.134">10377 11000 2925 0,'0'0'581'0,"0"0"-391"0,0 0 55 0,0 0 85 16,94-25-104-16,-64 19-96 0,2-5-79 15,3 3-51-15,1-3-28 0,4 0-52 16,0-2-75-16,2 1-84 0,3 5-69 16,-2 0-176-16,1 7-318 0,-2 0-538 15,-4 3 316-15,-3 8 806 0,-7 2 218 0,-5 5 238 0,-8 3 225 16,-2 0 78-16,-9 3 93 0,-2 0-12 15,-2 3-39-15,-5-2-127 0,-5 2-59 16,-3-2-102-16,-1 0-28 0,-2 0-17 16,3-2-33-16,-3-2-52 0,3 1-43 15,0-4-24-15,4-4-29 0,5-1-20 16,3-2-49-16,1-4 0 0,1 1-18 0,9 1 15 0,6 0-25 16,2 1 7-16,3 2 9 0,2 0 0 15,4-3 1-15,-1 1 11 0,0-1 2 16,2-1 0-16,-4 3 19 0,-2-4-21 15,-3 2 0-15,-4-2 0 0,-3 0 0 16,1-1 0-16,-4 2-2 0,-4 0-16 0,-2-2-16 31,-3 2-5-31,0-1-28 0,-4 3-12 0,-6 1-22 16,-3-1 15-16,-5 0-18 0,-3 1 9 16,-2-3-25-16,-3-2-149 0,4-1-367 15,-17-5-1288-15</inkml:trace>
  <inkml:trace contextRef="#ctx0" brushRef="#br0" timeOffset="65857.183">13248 11203 1034 0,'0'0'1016'16,"0"0"-653"-16,0 0-204 0,0 0-30 15,0 0 410-15,0 0-190 0,0 0-115 16,-36-72-55-16,24 63-59 15,1 1 23-15,-1 1 40 0,-2 1-25 16,3 1-32-16,-1 3-37 0,-4-1-12 16,3 2-28-16,-1 1 3 0,-1 0 12 15,0 3 0-15,-3 4 55 0,-2 7-82 16,0 2-35-16,1 10-2 0,-1 5 30 16,2 8 4-16,4 9-13 0,3 2-11 15,-1 2-10-15,6-2 0 0,5-8 3 0,1-7-3 0,0-10-16 16,10-6 13-16,0-8-22 0,5-4-5 15,2-3 12-15,2-4 16 0,5-4-1 16,2-10 2-16,3-3-42 0,-2-8-33 16,2-3 12-16,-2-2 24 0,-1 0-9 15,-1-1-6-15,-2 1 9 0,-3 4 13 0,-4 4 14 16,-3 3 19-16,-4 4 1 0,-4 5 18 0,-2 1 2 16,-1 7 7-16,-2 1-1 0,0 1-8 15,0 2-7-15,0 7 9 0,0 3 7 16,0 6 11-16,0 4 7 0,1 2 0 0,1 5-3 15,3-4-7-15,-1 3-5 0,2-7-7 16,2-1-24-16,4-5-9 0,0 0-3 16,3-5-19-1,5-1-15-15,1-3-21 0,4-4-61 16,1 3-43-16,1-5-32 0,3 0-63 0,4 0-113 16,3 0-132-16,-11 0-167 0,20 0-516 0</inkml:trace>
  <inkml:trace contextRef="#ctx0" brushRef="#br0" timeOffset="66754.539">14760 11250 2466 0,'0'0'589'16,"0"0"-200"-16,0 0-53 0,0 0 57 0,0 0-73 16,0 0-3-16,0 0-96 0,0 0-75 15,0 0-18-15,0 0-3 0,0 0-10 16,21 43-33-1,-21-8-16-15,-4 6-26 0,-3 4-16 16,-3-2-14-16,0 0-10 0,2-3-21 0,3-6-7 16,1-7-17-16,4-8-3 0,0-5-16 15,4-5-21-15,1-6-27 0,6-3 11 16,0-3 28-16,6-8 15 0,3-9-12 16,2-5-12-16,1-4-4 0,0-4 34 15,-1 0 15-15,-3-1 19 0,2 2 14 0,-2 2-14 0,-2 3 17 16,0 4 1-16,-3 6-6 0,-1 5 6 15,-2 2 49-15,-1 8 37 0,-2 2-31 16,0 0-6-16,-4 10 15 0,2 6-6 16,-4 6 24-16,-1 6 1 0,-1 5-16 15,-3 4-10-15,-6 5-17 0,-3 0-26 16,-2 1-14-16,2-4-3 16,2-6-49-16,4-9-30 0,4-4-40 15,2-11-15-15,2-2-31 0,5-7-53 16,6 0-135-16,3-10-117 0,-5 0-215 15,15-18-695-15</inkml:trace>
  <inkml:trace contextRef="#ctx0" brushRef="#br0" timeOffset="67055.554">15290 11440 470 0,'0'0'1606'0,"0"0"-1110"16,0 0-65-16,0 0-10 0,4 88 22 15,-4-58 2-15,-1-5-77 0,1 0-113 0,0-7-87 16,0-3-68-16,4-5-70 0,5-5-30 15,1-5-3-15,7 0-12 0,-1-3 12 0,7-10-46 16,0-5-49-16,3-3-9 0,0-2 9 16,-4-4-9-16,-3 4-16 0,-6 3 36 15,-5 4 26-15,-2 2 39 0,-5 4 9 16,-1 1 13-16,-3 0 14 0,-8 2 20 0,-2-3-13 16,-3 0 4-16,-1 1 25 15,-2 2-10-15,2 3-6 0,1 4 27 0,3 0-9 16,-1 7-6-1,1 9-15-15,-2 2-28 0,4 2-3 16,-1 0-17-16,5-1-20 0,1-4-111 0,3 1-127 16,3-3-144-16,0-2-334 0,0 1-971 15</inkml:trace>
  <inkml:trace contextRef="#ctx0" brushRef="#br0" timeOffset="67371.599">15648 11382 323 0,'0'0'1520'0,"0"0"-982"0,0 0-9 0,0 0-43 0,0 0-24 16,24 91-33-16,-24-61-58 0,-4 2-110 16,-5-1-68-16,2-4-83 0,3-3-92 15,1-9-18-15,3-4-58 0,0-8-55 32,3-3 0-32,7 0 40 0,4-7 14 15,4-7-17-15,2-3-7 0,1-7-4 16,2 2 7-16,-4-1 49 0,4-1 31 15,-3 2 0-15,-2 4 16 0,0 0 5 0,-5 6-18 16,0 4 47-16,-4 4 8 0,0 4 1 16,-4 0 24-16,4 10 12 0,-2 1-9 0,-1 4-19 15,-2 6-15-15,-1 1 6 0,0 1-3 16,-3 0-18-16,2-3-36 0,-2 0-1 0,1-4-49 16,3-1-110-16,0-4-77 0,1-4-82 15,1-4-122-15,1-3-246 0,-3 0-637 16,8-7-591-16</inkml:trace>
  <inkml:trace contextRef="#ctx0" brushRef="#br0" timeOffset="67559.142">16256 11516 1770 0,'0'0'736'16,"0"0"-189"-16,0 0 45 0,0 0-60 15,0 0-61-15,76 60-149 0,-51-54-123 0,2-6-89 16,8 0-40-1,2-4-70-15,3-4-16 0,-1-3-66 16,3-1-27-16,1 0-69 0,1 0-104 16,0 4-139-16,-11 1-318 0,12-2-925 0</inkml:trace>
  <inkml:trace contextRef="#ctx0" brushRef="#br0" timeOffset="67894.915">17050 11473 2951 0,'0'0'432'0,"0"0"-150"0,0 0 93 16,-98 2 40-16,60 10-33 0,-4 4-40 16,2 6-65-16,0 4-62 0,4 1 6 0,6 1-64 15,4-2-64-15,7-3-45 0,6-4-18 16,6-3-30 0,5-8-25-16,2-3-11 0,2-1-24 15,9-4-3-15,5-4-10 0,7-4 19 16,3-8-10-16,3-1 1 0,1-2-19 15,-1-4 4-15,-2 4 5 0,-1 2 21 0,-1 5 1 16,-4 6 17-16,-2 6-2 0,-2 0 21 16,-1 10 15-16,-3 3 40 0,-3 4 42 15,-2 1-24-15,1 1-4 0,-4-2 28 0,-1-1-27 16,1-1-7-16,-1-5-26 0,0-3-22 0,2-5-66 16,3-2-13-16,-1 0 40 0,3-7-25 15,3-6-30-15,0-8-79 0,3-5-129 0,0-2-190 16,1-4-208-16,-5 8-587 0,9-13-670 0</inkml:trace>
  <inkml:trace contextRef="#ctx0" brushRef="#br0" timeOffset="68273.618">17459 10693 2587 0,'0'0'524'0,"0"0"-135"0,0 0 137 16,-23 82-18-1,10-41-23-15,-3 8-107 0,-1 6-123 16,-2 6-28-16,-1 5-49 0,0 5-70 0,-5 3-53 16,2-1-46-16,0 1-9 0,3-6-24 15,1-7-34-15,8-8-50 0,6-9-16 16,5-9 24-16,6-11 34 0,10-7 29 16,3-10-53-16,2-7-4 0,3-5 21 15,3-13 15-15,0-2-36 0,2-4-19 0,0 1-6 16,0 2 52-16,0 5 33 0,-1 3 34 0,-3 4-15 15,-3 4 15-15,-4 4 0 0,-5 1 14 16,-3 4 45-16,-4 3 5 0,-2 5-25 16,-4 0-8-16,0 4 8 0,0-1-14 0,-4 2-25 15,-2 1 0-15,-5 0 17 0,-2 1-16 16,-4-2 22 0,-2 0-4-16,-3-3 5 0,2-2-22 15,1-2-2-15,-1-4-9 0,3-5-64 16,-2-1-37-16,6 0-85 0,-1-8-242 0,3-2-163 15,4-1-107-15,-3-8-565 0</inkml:trace>
  <inkml:trace contextRef="#ctx0" brushRef="#br0" timeOffset="68627.974">17819 11647 3727 0,'0'0'419'0,"0"0"-319"0,0 0 49 16,0 0-19 0,0 0 89-16,0 0 75 0,0 0-178 15,104-65-101-15,-69 34-15 0,-1 2-34 16,-2-1-48-16,-2 2-4 0,-4 1-18 0,-6 4-6 16,-7 4 5-16,-5 3 6 0,-8 5 44 15,-5 3 27-15,-9 3 28 0,-8 5 3 16,-1 0 71-16,-5 7 10 0,-1 9-32 15,-2 7-6-15,2 9 9 0,0 3-5 0,1 5 20 16,3 2 4-16,2 1 11 0,3-4 10 0,6 0-1 16,3-7-18-16,5-5-67 0,6-6-9 15,0-6-51-15,9-5 8 0,5-3 6 16,4-5-39-16,3-2 3 0,3 0-10 16,2-7-36-16,1-2-78 0,3-3-100 15,-2-2-222-15,-7 4-722 0,8-9-1088 0</inkml:trace>
  <inkml:trace contextRef="#ctx0" brushRef="#br0" timeOffset="69060.266">18915 10729 1770 0,'0'0'768'0,"0"0"-378"0,0 0-102 0,0 0 34 15,-28 71-38-15,24-37-41 0,0 6 25 16,-1 7-92-16,-1 7-15 0,0 8 35 16,-2 7-3-16,-2 5-40 0,-6 8-32 15,0 2-42-15,-2 1-21 0,2-2-31 16,1-8-27-16,7-9-3 0,3-12-42 15,5-13-68-15,0-10 4 0,9-9 20 16,1-9 22-16,4-6-52 0,1-7-114 0,4-2-107 16,2-11-189-16,-5-1-246 0,10-13-680 15</inkml:trace>
  <inkml:trace contextRef="#ctx0" brushRef="#br0" timeOffset="69229.427">19099 11589 2040 0,'0'0'278'0,"0"0"-171"0,0 0 155 16,0 0 98-16,0 0-6 0,-14 76-91 15,11-65-121-15,-1-1-82 0,2-3-40 16,2-3-20-16,0 0-82 0,-1-2-98 16,1 0-93-16,-2 0-111 0,2-2-345 0,-1 0-758 0</inkml:trace>
  <inkml:trace contextRef="#ctx0" brushRef="#br0" timeOffset="69492.449">19023 11228 2443 0,'0'0'288'16,"0"0"-111"0,0 0 60-16,0 0 104 0,0 0-34 15,0 0-56-15,0 0-103 0,0 0-110 16,79-47-38-16,-60 47-16 0,-2 0-8 0,2 0-73 16,-1 4-114-16,1 1-118 0,-4-1-235 15,4 3-898-15</inkml:trace>
  <inkml:trace contextRef="#ctx0" brushRef="#br0" timeOffset="69993.592">19639 11525 2511 0,'0'0'599'16,"0"0"-357"-16,0 0-32 0,0 0 118 0,0 0-61 15,0 0 66-15,-92-44-56 0,71 46-99 16,-4 12-43-16,-3 7-11 0,-3 7-5 16,2 7-19-16,-2 6-2 0,6 4-17 15,3-2-5-15,5-2-9 0,9-7-46 0,5-8-21 0,3-9-42 0,1-5-13 16,11-5-6-16,6-7 10 0,5 0 2 16,8-7-23-16,2-8-26 0,1-4-45 15,2-4-15-15,-2-3 2 0,-4-1 11 16,-3 2 44-16,-2 3 42 0,-2 3-6 15,-6 5 3-15,0 4 38 0,-5 6 6 16,-3 4 18-16,-1 3 136 16,-4 8 12-16,1 6 3 0,-4 2-13 15,1 2-19-15,-2 0-12 0,0 1-19 16,0-3-27-16,-3-1-19 0,-2-5-41 16,2-4-1-16,2-3-97 0,0-6-65 15,1 0-73-15,0-6-156 0,1-3-611 16,9-8-958-16</inkml:trace>
  <inkml:trace contextRef="#ctx0" brushRef="#br0" timeOffset="70263.223">19909 11612 2895 0,'0'0'492'16,"0"0"-330"-16,0 0 129 0,-25 79 176 16,13-51-10-16,1-4-10 0,6-5-137 15,0-6-186 1,5-5-124-16,0-6-15 0,8-2-3 15,3 0 2-15,8-5 16 0,1-7 21 16,6-2-21-16,4-3-58 0,-1-1 13 16,0 2-4-16,-2 4 0 0,-2 4 19 0,-2 3 3 15,-3 5-4-15,-1 1 19 0,-2 9 12 16,-3 1 40-16,-2 4-13 0,-1 3-27 16,-5-2 0-16,0 2-58 0,0-2-24 0,-2 1-43 0,3-1-70 15,-1-2-165-15,-2 2-295 0,2-4-629 16,-1 1-968-16</inkml:trace>
  <inkml:trace contextRef="#ctx0" brushRef="#br0" timeOffset="70901.229">22281 10986 2194 0,'0'0'498'0,"0"0"-151"16,0 0 14-16,0 0 50 0,0 0-27 15,0 0-77-15,0 0-76 0,0 0-89 16,-112 29-69-16,69 0 3 0,-2 8-2 0,-2 5-28 16,0 4 8-16,4 5-8 0,3 0-3 0,7 0-10 15,5-1-30-15,11-7-3 0,5-2-18 16,9-10-22-16,3-3 1 0,6-4 17 15,9-5-8-15,5-5-19 0,3 1 4 16,4-4-1-16,5 1-16 0,-2 0 41 16,0 0 0-16,-2 1 19 0,-5 2 2 0,-6-1 24 15,-1 1-6 1,-7 4 16-16,-3-1 12 0,-6 3 24 16,0-1-9-16,-3 1-27 0,-8 0-16 0,-3-2-17 15,0-2-1-15,0-3-21 0,0-3-56 16,1-5-39-16,2-6-24 0,1 0-48 0,2-8-40 15,5-6-89-15,2-3-193 0,1 1-637 16,1-14-693-16</inkml:trace>
  <inkml:trace contextRef="#ctx0" brushRef="#br0" timeOffset="71080.939">22523 11453 893 0,'0'0'1938'0,"0"0"-1547"0,0 0-15 0,0 0 97 15,62 70-81-15,-56-47-25 0,-6-4-40 0,0 3-111 0,-6-1-76 0,-2-4-65 16,-1-1-44-16,-1-4-31 0,1-3-60 16,1-4-119-16,-1-1-89 0,-1-4-84 15,1 0-227-15,3-4-566 0,-2-12-741 0</inkml:trace>
  <inkml:trace contextRef="#ctx0" brushRef="#br0" timeOffset="71212.78">22598 11207 2055 0,'0'0'717'0,"0"0"-408"16,0 0-86-16,88-64-9 0,-58 44-145 15,-5 3-69-15,1 1-108 0,-2 2-236 16,-7 7-180-16,4 2-676 0</inkml:trace>
  <inkml:trace contextRef="#ctx0" brushRef="#br0" timeOffset="71613.116">22843 11468 1737 0,'0'0'819'16,"0"0"-516"-16,-18 90 47 0,10-59 133 16,-1 2 13-16,1-5-62 0,2-6-123 15,3-3-155-15,3-9-89 16,0-3-51-16,2-5-16 0,5-2-21 16,4 0 8-16,3-7-11 0,6-6-19 15,3-5-39-15,1-4-16 0,4 0-25 0,-2 0 28 16,-1 3 18-16,-5 3 18 15,-3 4 10-15,-3 7 2 0,-4 4 10 0,-3 1 37 16,-4 6 22-16,-1 5 58 0,-1 1 16 16,-1 2 9-16,0 0-16 0,0 0-9 0,0 1-4 0,-1-4-21 15,-1-1-3-15,2-3-32 0,-1-5-20 16,1 0-28-16,0-2-3 0,0 0-11 16,6-3-50-16,3-3-3 0,0-1 42 15,4-1 10-15,4-2 10 0,0-1 11 16,1 2-12-16,1 0-3 0,0 4 12 15,-2 3 22-15,-3 2 3 0,1 7 96 0,-5 4 36 16,-1 4-3-16,-3 2-19 0,0 3-6 16,-1-1-3-16,-2-1-13 0,-1 0-12 15,1-4-37-15,0-3-39 0,0 2-24 16,-1-8-61-16,2 1-107 0,0-3-71 16,0-3-110-16,-1 0-337 0,2-2-1053 0</inkml:trace>
  <inkml:trace contextRef="#ctx0" brushRef="#br0" timeOffset="71835.622">23626 11632 2722 0,'0'0'453'0,"0"0"-259"0,-23 90 246 0,11-48 87 15,-1 10-67-15,-3 8-75 0,2 7-123 16,-5 6-80-16,-1 4-49 0,-2 0-64 15,-2-1-17-15,-1-1-52 16,1-6-12-16,2-1-64 0,4-8-66 0,6-8-34 0,1-7-9 16,8-8 8-16,1-8-55 15,2-8-101-15,5-9-70 16,3-12-101-16,1 0-188 0,7-25-686 0</inkml:trace>
  <inkml:trace contextRef="#ctx0" brushRef="#br0" timeOffset="72066.856">23759 11415 2684 0,'0'0'409'0,"0"0"-192"0,0 0 126 16,0 0-7-16,0 0-53 0,0 0-45 16,0 0-40-16,83 11-39 0,-69 8-9 15,-4 5-24-15,-4 6-11 0,-6 1-20 16,0 4-32-16,-10 0-20 0,-6-1-25 15,-3 0-18-15,-1-4-19 0,-3-2-69 0,4-3-52 0,2-7-55 32,3-4-47-32,5-10-63 0,6-4-46 0,3-4-18 0,10-15-208 0,1 0-574 15,14-23-487-15</inkml:trace>
  <inkml:trace contextRef="#ctx0" brushRef="#br0" timeOffset="72536.497">24238 10947 2470 0,'0'0'355'0,"0"0"-236"0,0 0 188 0,0 0 103 16,5 100 0-16,-11-53 22 0,-3 6-105 15,-4 7-101-15,0 2-22 0,-2 0-27 0,-2-2-74 16,-1-1-83-16,2-5-20 16,-1-4-79-16,5-4-45 0,2-9-41 0,4-6-39 15,6-6-20-15,0-8 24 0,9-8 33 16,2-3 5-16,6-6-86 0,0 0-19 15,3 0 74-15,0 0 107 0,0 0 67 16,-1 1 19-16,-2 7 21 0,0 3 135 16,-2 2 21-16,-1 1-1 0,-1-1-15 15,0-1-34-15,0-3 4 16,0-3-26-16,6-4-34 0,2-2-34 16,1-6-18-16,9-7-19 0,0-6-31 15,4-1-37-15,2-5-15 0,-2-3-42 16,-4 4 38-16,-5 1 6 0,-7 4 34 15,-7 2 47-15,-10 5 31 0,-2 0 9 16,-11 3 29-16,-5 3 46 0,-5 1 37 16,-4 5-29-16,0 5-46 0,-3 7 0 0,2 5 3 0,0 5 3 15,1 2-13-15,2 3-18 0,6 0 12 0,1 0 3 16,3-6-6-16,7 1-36 0,2-5-25 16,4-2-21-16,0-2 0 0,9-1 21 15,2-2-18-15,8 2-34 0,1-2-21 16,6-1-25-16,0-3-117 0,7 0-41 31,2 1-35-31,5 2-99 0,-8-3-640 0,18 6-1072 0</inkml:trace>
  <inkml:trace contextRef="#ctx0" brushRef="#br0" timeOffset="78552.433">27046 11533 20 0,'0'0'2952'0,"0"0"-2537"0,0 0-174 16,0 0 84-16,0 0 20 0,0 0-33 16,-92-72-11-16,69 61-75 0,-4 4-49 15,-2 1-43-15,1 2-43 0,-3 4-9 0,4 0-13 0,0 14-5 16,-1 7-10-16,3 8-33 0,-1 7-9 15,1 7 16-15,0 5-28 0,7 0 18 16,3-1-15-16,5-7-3 0,8-5-15 16,2-11-16-16,2-5-5 0,13-12-15 15,2-7-7-15,8-3 1 0,6-15-28 16,5-6 0 0,2-6 0-16,-1-6-9 0,-2 1 30 15,-5 2 9-15,-3 5 9 0,-4 5-2 16,-2 7-4-16,-3 8-10 0,-5 8 26 0,2 3 17 15,-4 12 19-15,-2 6 1 0,-1 9 21 16,0 4 21-16,-1 4 15 0,-3 4 0 16,2 1-22-16,-3 6-35 0,-2 0 33 15,-1 5 5-15,-4 4 4 0,-7 1 0 0,-7 3 5 0,-6 0-11 16,-2 4 5-16,-5-1 1 0,1-1 5 16,1-4 4-16,1-4-13 0,3-6-8 15,5-8-29-15,3-8 13 0,6-11-14 16,2-9-1-16,1-13 0 0,2-1-57 0,1-8-43 15,0-11-39-15,-2-10-23 16,2-9-36-16,2-12-81 16,1-8-294-16,2 10-514 0,-3-38-905 0</inkml:trace>
  <inkml:trace contextRef="#ctx0" brushRef="#br0" timeOffset="78830.294">27108 11574 1661 0,'0'0'584'0,"0"0"-48"0,0 0-202 0,99-2 33 32,-68 8 5-32,-6 5-110 0,-2 1-88 15,-1 5-9-15,-5 2-17 0,-2 0-19 16,-7 4-24-16,-2 3-44 0,-6 2-12 16,0 1-3-16,-9 3-34 0,-8 2 0 15,0-4-10-15,-3-1 11 0,2-8-1 0,5-5 3 0,3-8 13 0,4-7 11 16,1-1 7-16,4-7-22 0,1-7-24 15,3-9-19-15,8-7-24 0,5-6 7 16,5-4-50-16,4-3-79 0,1 3-38 16,4 2 12-16,2 4-64 0,-1 6-163 15,2 4-281-15,-8 7-727 0</inkml:trace>
  <inkml:trace contextRef="#ctx0" brushRef="#br0" timeOffset="79137.356">27686 11615 726 0,'0'0'1929'0,"0"0"-1533"0,-35 75-147 0,19-44 287 16,0 2-10-16,2-2-82 0,4-5-147 16,5-7-114-16,5-5-83 0,0-7-51 15,11-4-40-15,4-3-8 0,4-3-1 0,6-11 0 16,5-7 0-16,2-3-61 0,2-7-39 16,-1-2-1-16,-2 1 13 0,-1 0 21 15,-3 0 2-15,-4 3 26 0,-3 4 5 16,-7 3-21-16,-5 5-16 0,-7 1 34 15,-1 5 37-15,-6 3 23 0,-5 5 41 16,-4 3-39-16,-2 7-7 16,-3 8-16-16,-3 9 35 0,1 7 18 15,-1 1 0-15,2 1 15 0,2 0 4 16,4-4-32-16,4-6-42 0,2-5 0 16,6-5-119-16,3-5-129 0,0-6-50 15,3-2-72-15,9-2-45 0,2-11-118 0,3-8-694 16,-3 3-441-16,14-14 1354 0</inkml:trace>
  <inkml:trace contextRef="#ctx0" brushRef="#br0" timeOffset="79431.425">28079 11558 316 0,'0'0'1843'15,"0"0"-1162"-15,0 0-328 0,7 85 79 16,-7-56-60-16,0 2 0 0,0-4-51 16,0-6-54-16,0-3-74 0,0-4-84 15,5-8-69-15,2-2-40 0,4-4-10 0,4-6 10 16,3-6-1-16,5-9-75 0,2-5-86 0,1-2-34 15,-2-4 3-15,1 3 20 0,-5 0 42 16,0 3 4-16,-6 4 9 0,0 2 13 16,-6 1 45-16,-3 5 60 0,-1 4 50 15,-3 4 60-15,-1 6 65 0,0 0 2 0,0 10-51 16,0 5 7 0,-1 2 8-16,-3 6-6 0,-1 1-13 15,2 2 0-15,-2-1-12 0,-1 1-10 16,3-2-12-16,3-4-76 0,1-2-12 15,10-2-85-15,6-7-18 0,0-1-62 16,5-8-91-16,1 0-67 0,1-10-154 0,-4-1-550 16,14-15-1200-16</inkml:trace>
  <inkml:trace contextRef="#ctx0" brushRef="#br0" timeOffset="79633.67">28873 11578 2398 0,'0'0'1248'16,"0"0"-1071"-16,-22 75 43 0,15-35 201 15,-1 7-39-15,2 5-25 0,3 3-89 16,1 10-74 0,2 6-3-16,0 4-31 0,0 4-82 15,2-1-27-15,-1-2-39 0,2-3-12 0,-1-11-69 16,-1-5-64-16,2-13-3 0,3-10 15 16,-4-11-6-16,1-9-12 0,0-9-47 15,2-5-116-15,2-16-169 0,0-13-148 16,5-8-126-16,-5 5-529 0,5-31-261 0</inkml:trace>
  <inkml:trace contextRef="#ctx0" brushRef="#br0" timeOffset="79838.384">29053 11450 91 0,'0'0'2734'0,"0"0"-2250"0,0 0-224 0,0 0 65 16,0 0-70-16,79-27-62 0,-56 29-7 15,-1 6-32-15,1 1-56 0,-1 3-52 0,-5 2-16 16,0 2-30-16,-6 0-1 15,-3 2-30-15,-7 1-18 0,-1 2-43 0,-12-1-7 16,-6 3-2-16,-9 5-30 0,-8 1-6 16,-5-1-3-16,-3 1 4 0,-3-3-2 15,-3-1-90-15,11-8-240 0,-25 1-825 0</inkml:trace>
  <inkml:trace contextRef="#ctx0" brushRef="#br0" timeOffset="80739.24">6832 12687 737 0,'0'0'2554'0,"0"0"-2025"0,0 0-233 15,0 0-66-15,-33 77 82 0,46-57-20 0,8-1-96 16,11 0-32-16,10-2-3 0,8-6-40 16,8-5-24-16,1-4-24 0,3-2-37 15,-2-8-12-15,-2-3-9 0,-4-6-15 16,-4-1-15-16,-5-1-69 0,-1-2-47 16,-3-2-60-16,-5-2-64 0,-4 3-140 15,-6 0-286-15,-9 8-663 16,-7-7-1135-16</inkml:trace>
  <inkml:trace contextRef="#ctx0" brushRef="#br0" timeOffset="80970.569">7295 12560 323 0,'0'0'1224'15,"0"0"-150"-15,0 0-871 0,0 0 2 16,-37 71 134-16,35-47-3 0,0 4-90 15,0 5-107-15,0 8-80 0,1 4-59 0,-2 6-2 16,0 4-67-16,0-2-73 0,0 0-18 16,2-3 14-16,1-9-12 0,0-7-62 15,4-9-71-15,6-11-86 0,1-9-40 0,1-5 28 16,2-3-54-16,-2-9 0 0,-2 0-215 16,7-16 643-16</inkml:trace>
  <inkml:trace contextRef="#ctx0" brushRef="#br0" timeOffset="81804.285">7789 12208 1759 0,'0'0'1047'0,"0"0"-634"15,0 0-234-15,0 0 56 0,0 67 164 16,-3-26 41-16,3 16-73 0,-3 13-86 16,0 9-107-16,-2 8-44 0,-1 0 4 0,2 0 30 0,-2-4-44 15,1-3-62-15,1-8-56 0,4-9-2 16,0-10-29-16,0-13-44 0,9-13-5 15,-2-10 2-15,6-10-24 0,-2-5-9 16,4-2 2-16,1-12-14 0,2-6-29 0,-2-4-6 16,0-6-22-16,-1 1 49 15,-4 0 33-15,-1 2 22 0,0 3 40 0,-1 6 21 16,-1 5-2-16,0 6 15 0,-1 5 31 0,-1 1 114 16,2 14 31-16,-2 1-26 0,3 4-46 0,-2 4-6 15,1 1 18-15,0-4-12 0,-1 1-19 16,3-6-21-16,0-3-63 0,0-4-1 15,1-3-25-15,3-6-45 16,2 0-79-16,2-5-40 16,2-8-16-16,2-3-41 0,1-5-96 15,2 2-151-15,-2 0-108 0,0 4-10 16,0 6 125-16,0 4 256 0,-4 1 230 16,-2 4 156-16,-4 0 233 0,-3 0 108 15,-3 2-39-15,-1-2-14 0,-3 0-51 16,1 0-94-16,3-2-71 0,-2-6-46 15,-1-3-48-15,3-5-51 0,-2 1-62 0,-1-3-21 0,0 1 0 16,-4 4 1-16,0 3 3 0,-1 3 14 16,-11 4-18-16,-1 3-9 0,-7 0 7 15,-1 7-20-15,-3 9 22 0,0 6 21 16,-1 8-18-16,4 3 15 0,2 4-6 0,3 1 16 16,5 1-7-16,3-3 19 0,0-2-1 15,5-4 10 1,3-5-40-16,0-5-9 0,3-8-37 15,8-5-66-15,5-7-34 0,6-4 2 16,4-14-6-16,4-7-50 0,6-6-132 0,0-5-217 16,-7 8-508-16,16-12-319 0</inkml:trace>
  <inkml:trace contextRef="#ctx0" brushRef="#br0" timeOffset="82020.387">8657 13076 496 0,'0'0'335'0,"0"0"1348"16,0 0-654-16,47 76-660 0,-43-50 17 0,-2-2-40 15,-2 2-66 1,0-4-9-16,0-3-30 0,0-5-65 15,0-6-52-15,1-1-40 0,4-7-35 16,2 0-37-16,4-7-11 0,4-5 50 0,3-8-51 16,4-3-57-16,1-3-49 0,2 0 0 15,1 6 6-15,-2 2 12 0,2 6 0 16,-1 6 9-16,-1 5-12 0,-1 1-19 16,-4 12 31-16,-2 1 42 0,-4 5 17 15,0 1 20-15,-1 3 0 0,-2-1-17 16,1 0-72-16,-1-2-107 0,3 0-179 15,0 4-133-15,4-4-210 0,-5-6-606 16,10 10 628-16</inkml:trace>
  <inkml:trace contextRef="#ctx0" brushRef="#br0" timeOffset="82473.994">11159 12609 772 0,'0'0'2154'16,"0"0"-1802"-16,0 0-82 0,82 44 156 0,-46-28-48 15,4-2 27-15,6-2-135 0,4-4-100 16,1-4-33-16,2-4 24 0,2 0-73 16,-3-7-67-16,0-4-21 0,-3-6-39 15,-3-2-55 1,-5 0-61-16,-4 1-70 0,-9 5-54 16,-9 1-184-16,-6 5-262 0,-13 2-906 0</inkml:trace>
  <inkml:trace contextRef="#ctx0" brushRef="#br0" timeOffset="82721.413">11460 12832 721 0,'0'0'16'0,"0"0"23"0,0 0 1599 15,-51 82-1023-15,37-50-149 16,1 1-71-16,-3 7-68 0,4 2-57 0,-2 1-8 16,2 4-51-16,0-2-67 0,3 2-31 15,2 0-19-15,4-4-3 0,3-5 0 16,0-4 3-16,7-6-24 0,5-7-25 15,3-3-20-15,1-1-7 0,6-6 3 0,2-1-9 0,2 0 6 16,4-1 0-16,5 1-16 0,6-3-1 16,3 0-1-16,4 0-12 0,2-5-45 15,6 0-49-15,3-2-109 0,2 0-65 16,1-2-131-16,-17-1-281 0,18-6-1002 0</inkml:trace>
  <inkml:trace contextRef="#ctx0" brushRef="#br0" timeOffset="83110.867">12943 12844 1649 0,'0'0'1564'0,"0"0"-1189"0,0 0-116 15,-78-45 12-15,46 40 15 0,-4 5-45 16,-3 3 14-16,0 14-38 0,-1 4-68 16,1 12-57-16,2 7-13 0,3 7 6 15,3 7 60-15,3 5 0 0,2 1-30 0,7 1-21 16,5-4 26-16,4-5-20 0,7-4-37 15,3-7-27-15,4-7-12 0,10-9-22 16,4-9 1-16,5-6-1 0,3-5-2 16,3-5-11-16,1 0 11 0,2-11-30 0,-2-3-24 0,0-4-21 15,-8 0-52-15,0-1-27 0,-8-1-12 16,-1 1-55-16,-4 1-135 0,-6 0-242 16,-3 3-384-16,0 4-343 0,-16-2-486 0</inkml:trace>
  <inkml:trace contextRef="#ctx0" brushRef="#br0" timeOffset="83375.966">12608 13246 696 0,'0'0'2569'0,"0"0"-2068"16,0 0-176-16,0 0 79 0,0 0-87 16,0 0-11-16,97 31-50 0,-74-31-113 15,3-3-62-15,1-6-26 0,-1-3-40 16,4-1-15-16,-4-2-87 0,-1 0-58 16,-1-1-4-16,-4 4-123 0,-5 1-40 15,-4 4-109-15,-6 1-84 16,-4 6-60-16,-1 0-3 0,-4 4 109 15,-8 8 141-15,2 3 318 0,-4 4 97 16,-1 5 366-16,4 2 69 0,1 2-78 16,1 2-81-16,2 3-36 0,1 1-91 15,2-1-57-15,1-2-44 0,0 4-35 16,3-5-33-16,0-1-22 0,0-5-55 16,7-2-12-16,5-6-212 0,1-1-135 0,6-5-113 0,-4-4-290 15,9-3-1191-15</inkml:trace>
  <inkml:trace contextRef="#ctx0" brushRef="#br0" timeOffset="83707.912">13850 13403 699 0,'0'0'2670'0,"0"0"-2179"16,0 0-208-16,0 0 28 0,-57 93-132 15,32-62-59 1,-1 0-19-16,5-3-9 0,-1-4-50 16,6-6-42-16,3-5-74 0,7-4-58 15,2-7-68-15,4-2-63 0,0 0-50 16,10-7-128-16,-1-2-252 0,11-13-842 0</inkml:trace>
  <inkml:trace contextRef="#ctx0" brushRef="#br0" timeOffset="83977.385">14509 12786 2410 0,'0'0'1421'0,"0"0"-1147"0,0 0-56 16,0 0 82-16,-88 28-133 0,51 1-51 16,-5 10 95-16,-3 8 2 0,2 10-79 0,4 3-31 15,2 6-3-15,6 4 27 0,7 1-24 16,2 2-25-16,7-5-20 0,9-3-19 15,6-6-17-15,4-11-22 0,16-6-3 16,7-10 3-16,8-11-15 0,4-10 15 16,6-10-24-16,-1-3-24 0,4-14-43 15,-2-6 9-15,0-6-29 16,-7-2-32-16,-6-4-75 0,-5 1-93 16,-8 2-239-16,-9 8-412 0,-11-6-482 0</inkml:trace>
  <inkml:trace contextRef="#ctx0" brushRef="#br0" timeOffset="84262.71">14274 13283 1334 0,'0'0'1983'0,"0"0"-1716"0,0 0-112 0,0 0 106 0,0 0 114 15,0 0 51-15,0 0-117 0,0 0-105 16,0 0-49 0,110-9-55-16,-73-5-82 0,3-3-18 0,-1-1-127 0,-4 1-68 15,-3-1-33-15,-5 3-17 0,-3 5-39 16,-6 3-82-16,-5 3-87 0,-6 4-56 15,-7 7 43-15,0 10 418 16,-3 5 48-16,-7 6 264 0,2 5 11 16,-3 3 6-16,4 3-41 0,-1 1-32 0,3 2-19 15,-1 2-5-15,-1 2-14 0,1 1-3 16,-2 0-38-16,2 1-34 0,3-4-12 16,2-7-55-16,1-4-28 0,6-13-138 15,8-7-105-15,3-5-48 0,6-8-76 16,-4 0-336-16,18-16-1217 0</inkml:trace>
  <inkml:trace contextRef="#ctx0" brushRef="#br0" timeOffset="84627.936">15212 13073 2564 0,'0'0'1446'0,"0"0"-1083"0,0 0-187 16,0 0 117-16,0 0-42 0,0 0-44 15,85-19-19-15,-57 10-91 0,3 1-60 16,1 2-16-16,4 2-19 0,-1 4-2 16,-5 3-2-16,0 10-22 0,-7 5-7 15,-5 7 10 1,-3 5 9-16,-6 8 11 0,-3 2-29 16,-3 3 30-16,-2 0-22 0,-1 4 21 0,0 1-26 15,0 0-9-15,-1 4-4 0,-2 2 10 16,0-3 9-16,-1 2-1 0,-1-6 7 15,2-5 15-15,-2-3 3 0,1-6 18 16,-1-6 1-16,2-4-20 0,-3-5 1 16,2-5 21-16,0-4-22 0,-1-3 25 0,-3-5 10 15,1-1-37-15,-1 0-15 0,-3-1-7 0,-1-7-14 0,-2-2-10 16,-6-1-42-16,-2-4-67 0,-5-4-59 16,-2-5-143-16,4-7-309 0,5 6-487 15,-3-23-771-15</inkml:trace>
  <inkml:trace contextRef="#ctx0" brushRef="#br0" timeOffset="84995.172">16100 13478 2741 0,'0'0'1743'16,"0"0"-1411"-16,0 0-215 0,0 0 69 16,78 24-24-16,-43-24-80 0,6-5 30 15,3-7 3-15,4-2-72 0,3-3-43 16,-1 2-25-16,-1-1-29 0,-10 2-77 16,-7 4-112-16,-9 4-75 0,-11 4-147 15,-11 2-231-15,-1 2-785 0,-17 10-650 0</inkml:trace>
  <inkml:trace contextRef="#ctx0" brushRef="#br0" timeOffset="85148.733">16081 13764 1903 0,'0'0'1206'0,"0"0"-840"0,0 0-160 15,-10 77 74-15,26-57 71 0,9-4-69 16,11-3-30-16,11-7-41 0,14-6-74 31,8-2-48-31,9-10-47 0,4-8-42 0,6-5-33 16,0-6-74-16,0-4-97 0,-1-5-143 15,-20 8-187-15,25-20-933 0</inkml:trace>
  <inkml:trace contextRef="#ctx0" brushRef="#br0" timeOffset="85427.086">17750 13186 1178 0,'0'0'2594'0,"0"0"-2211"0,0 0-118 0,0 0 68 16,0 0-76-16,-99-61-37 0,67 70-53 0,-3 11-73 15,-1 9-30-15,-3 7 12 0,-1 9 48 16,1 7 6-16,5 7-37 0,0 5-20 16,6 5 20-16,2 2 31 0,3 0-40 15,7-5-30-15,5-5-24 0,9-11-27 16,2-7-3-16,10-10-10 16,7-3-8-16,8-11-18 0,4-5-18 15,5-6 0-15,5-6-12 16,3-2 2-16,-2-12 1 0,-1-4-6 0,1-2-22 15,-5-2 0-15,-3 0 1 0,-4-2-7 16,-6-2-31-16,-3 1-157 0,-9-1-229 16,-4 4-429-16,-6-10-646 0</inkml:trace>
  <inkml:trace contextRef="#ctx0" brushRef="#br0" timeOffset="85664.991">17419 13770 2591 0,'0'0'1661'0,"0"0"-1376"0,0 0 1 16,0 0-1-16,0 0-57 0,0 0 115 15,96 24-125-15,-52-45-149 0,7-3-69 16,0-6-58-16,4-2-81 0,-4-2-49 16,-3 3-36-16,-5 4-8 0,-10 3-160 0,-5 4-196 0,-11 10-151 15,-10 6-261-15,-7 4 432 16,-7 14 568-16,-10 10 292 0,-5 10 271 0,-2 6-14 16,-1 6-73-16,-2 8-45 0,2 5-89 15,2 3-89-15,2 4-109 0,3 0-80 16,3 4-64-16,3-3-39 0,0-4-169 15,1-1-92 1,2-21-106-16,-1 18-680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25:03.57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1808 3485 3638 0,'0'0'448'0,"0"0"-355"0,0 0-93 15,0 0 156-15,0 0 156 0,0 0-11 16,0 0-124-16,0 0-94 0,0 0-62 0,0 0-6 0,46-1 70 16,-10 2 73-16,6 3-58 0,3-2-54 15,1 0-13-15,0 1 3 0,3-3 4 16,0 0 5-16,1 0-21 0,4 0-23 16,-2 0 20-16,1-4-6 0,0 0-15 15,-2-2-3-15,-5-1-18 16,-1 0-15-16,-4 2-52 0,-3-2-30 15,-2 0-61-15,-4 1 0 0,-5 1-26 16,-4 2-46-16,-6 0-45 0,-2 1-386 16,-10 2-484-16,-5-3-386 0</inkml:trace>
  <inkml:trace contextRef="#ctx0" brushRef="#br0" timeOffset="237.016">2334 3559 1676 0,'0'0'136'0,"0"0"674"0,0 0-472 0,0 0-127 16,-47 67 38-16,41-41 36 15,1 4-11-15,3 5-39 0,0 5 14 0,2 6-61 16,0 8-77 0,0 4-71-16,-1 5 15 0,1 3-24 15,-2-3-19-15,1-4 3 0,-1-6-15 0,2-5-27 16,0-10-31-16,2-4-62 0,5-5-10 0,2-5-49 15,2-5-51-15,4-5-116 16,3-4-209-16,-3-4-493 0,11-6-531 0</inkml:trace>
  <inkml:trace contextRef="#ctx0" brushRef="#br0" timeOffset="616.772">2722 4082 3268 0,'0'0'492'0,"0"0"-486"0,0 0 7 0,0 0 185 31,0 0 187-31,0 0-73 0,0 0-146 16,22 81-111-16,-15-56-9 0,1 4 12 16,-1 2 0-16,1 3-9 0,-2 1-12 15,-2 4-19-15,0-3 0 0,-3 1-16 0,1-1 10 16,-2-4-1-16,1-2-11 0,1-6-3 15,-1-5 0-15,1-4-15 0,-1-8 16 16,1-1 2-16,-1-6 2 0,2 0 19 0,0-1 13 16,0-10-34-16,4-2 2 0,3-6 28 15,-1-7 46-15,1-4-49 0,1-2-27 16,1 0-15-16,-2 2-10 0,3 1 22 16,0 3-27-16,3 3-19 0,0 1 7 0,1 3 23 15,3 1-17-15,-3 6 2 0,2 2-9 0,0 1-51 16,1 2-32-16,0-1 0 0,-1 2-40 15,3 0-132-15,-1 0-169 16,1-1-200-16,-6 6-558 0,4-1-393 0</inkml:trace>
  <inkml:trace contextRef="#ctx0" brushRef="#br0" timeOffset="1001.352">3293 4160 1193 0,'0'0'1886'0,"0"0"-1558"0,0 0-175 15,0 0 106-15,0 0 261 0,-9 78-79 16,7-45-177-16,1 1-109 0,1 6-33 16,0 0 30-16,0-2-9 0,3-2-59 15,3-6-35-15,-1-6-19 0,3-9-30 0,-2-7-27 16,2-2-3-16,2-6-13 0,3 0-14 16,4-6-16-16,5-4-30 15,-3-7 12-15,4-4 2 0,-3-3 1 0,-1-4 0 16,-2 2 11-16,-4-2 13 0,0 2 18 15,-1 2 9-15,-5 2 16 0,1 5 21 16,-2 5 22-16,-3 4 12 0,-2 4 46 0,1 4 14 0,-2 0 16 16,0 2-3-16,0 5-34 0,0 1-25 15,0 4 16-15,0 6 27 0,0 4-6 32,1 1-9-32,1 2-1 0,-1 0-5 15,1-1-19-15,1 0-42 0,0-6-9 16,-1-4-24-16,4-2 6 0,-3-6-31 0,0-2-62 15,0-3-41-15,3-1-30 0,-1 0-9 0,5 0-32 16,0-5-96-16,4-1-215 0,0-6-214 16,-4 3-374-16,7-12-233 0</inkml:trace>
  <inkml:trace contextRef="#ctx0" brushRef="#br0" timeOffset="1302.173">3858 4375 1808 0,'0'0'1248'15,"0"0"-954"-15,0 0-157 0,0 0 75 0,45 85 172 0,-36-67-1 16,0-5-142-16,-2-6-171 0,2-4-68 15,-1-3 0-15,5-3 8 0,0-10-10 16,2-6-50-16,3-5-14 0,1-7-22 16,-3-2-16-16,1-1-16 0,-2 1 25 15,-2 3 9-15,-6 4 18 0,-1 5 35 16,-5 4 31-16,-1 5 47 16,-1 3 18-16,-8 9 29 0,-2 0 24 15,-1 4-1-15,-5 10 3 0,2 8-12 0,-5 8-4 16,3 7 7-16,-2 4 38 0,3 5 1 15,2-1-44-15,4-2-27 0,2-5-43 16,3-8-36-16,5-7-22 0,0-6-23 0,8-5-10 16,4-1-12-16,5-6 15 0,4-2-6 15,4 1-15-15,7-4-24 0,1 0 23 16,2-5 56-16,2-2-80 0,-4-2-50 16,-4 0-40-16,-4 3-91 0,-2-3-236 15,-9 2-256-15,-2-2-649 0</inkml:trace>
  <inkml:trace contextRef="#ctx0" brushRef="#br0" timeOffset="1671.132">1815 5217 2387 0,'0'0'1536'16,"0"0"-1536"-16,0 0-111 0,0 0 111 0,0 0 331 15,114-19-27-15,-56 7-97 0,11-4-50 16,16-1 12-16,9 0 29 0,7 1-73 16,4 0-28-16,7 4-27 0,2 0-37 15,3 4-5-15,4-1-13 0,6 6-3 0,7 0 21 16,4 3 1-16,6 0-19 0,2 3 6 0,-2 3 3 15,-6 0-24-15,-11-3-12 0,-13-2 9 16,-12-1-15-16,-11 0-34 0,-9-4 1 16,-8-2 8-16,-9 1-35 0,-8 1 11 15,-7 1-3-15,-6 2-34 0,-8 1-45 16,-7 0-53 0,-6 0-44-16,-7 0-158 0,-6-2-267 15,-6 0-471-15,-4-3-641 0</inkml:trace>
  <inkml:trace contextRef="#ctx0" brushRef="#br0" timeOffset="5178.464">5441 4992 2183 0,'0'0'1482'16,"0"0"-1267"-16,0 0-162 0,0 0 10 15,0 0 32-15,0 0-5 0,0 0-21 16,0 0-23-16,0 0-46 0,0 0-21 16,0 0-39-16,-54 7-42 0,54-5-112 0,0 0-89 0,0 2-165 15,0-2-260-15,0 0-454 0,54-21-36 0</inkml:trace>
  <inkml:trace contextRef="#ctx0" brushRef="#br0" timeOffset="9349.323">8283 3807 1683 0,'0'0'1288'0,"0"0"-1035"0,0 0-145 15,0 0 10-15,0 0 119 0,0 0 69 16,0 0-46-16,0 0-43 0,0 0-72 16,0 0-68-1,35 0 15-15,-15 0-2 0,7 0 4 16,2 0 29-16,7 0-35 0,0-1-12 0,3-1-24 16,-1 1-9-16,-1-3-19 0,1 1-3 15,-4-1 0-15,-2 3-2 0,-3-3-17 16,-2 2-1-16,-3-1-1 0,0 3 0 15,-3-2 0-15,-1 2-3 0,-5 0-10 16,-2 0-5-16,-6 0-3 0,-1 0 3 0,-3 5 0 0,-3 1-4 16,0-1 4-16,0 8 18 15,-6-1 13-15,-3 6 24 0,-5 3-16 0,-1 7-18 16,-5-2 12-16,-4 3-3 16,-3 2-12-16,-4 4 3 0,-5 0-3 0,-3 5 0 0,-3-1-30 15,-4 4 9-15,-1-2 6 16,-2 2 2-16,1-2-2 0,5-3 0 0,2 1 0 0,4-5 12 15,6-2-9-15,4-5 12 0,3 0 1 16,4-5-1-16,5-3 0 0,4-3 0 16,2-4 0-16,5-2 0 0,-1-4-1 15,4-1 0-15,1-4 1 0,0 1 1 16,0-1-1-16,0-1 1 0,3 0 16 0,3 0 16 16,1 3-11-1,4-2 8-15,1 1 6 0,3 1 1 16,3-3-1-16,5 1-2 0,3-1 11 0,6 0 4 15,5 0 2-15,5-6 3 0,7 2-8 0,4-2-25 16,-1-3-18-16,5 3 12 0,-3-1 3 16,-2-1-7-16,-1 1-11 0,-7 2-12 15,-3-2-9-15,-5 0 18 0,-6 0-27 16,-3 1-31-16,-5 0-14 0,-6 2-16 16,-2 2-15-16,-5-2-4 0,-3 2-2 15,-3 2-32-15,-2-1-36 0,-1 1-78 16,0 0-102-16,-1 0-79 0,-7-3-150 15,1 2-483-15,-6-10-450 0</inkml:trace>
  <inkml:trace contextRef="#ctx0" brushRef="#br0" timeOffset="9702.626">9125 3927 2009 0,'0'0'522'16,"0"0"-297"-16,0 0-54 0,0 0 104 0,0 0 34 0,0 0-68 0,0 0-24 15,0 0-60-15,-85 58-45 0,60-36-28 16,-2 3-12-16,-3 2 11 0,-2 3 13 16,-4 4 0-16,-3 3-50 0,-3 3-43 15,2 2-3-15,-2 1 0 0,2-2-28 16,2-4-24-16,2-2-38 0,4-4 4 16,7-7-7-16,2-1 0 15,4-7-10-15,6-1-45 0,3-6-56 16,3 1-109-16,4-5-124 0,1-2-255 15,2-3-480-15</inkml:trace>
  <inkml:trace contextRef="#ctx0" brushRef="#br0" timeOffset="11137.081">9279 4434 1087 0,'0'0'465'0,"0"0"-283"16,0 0-71-16,0 0-23 0,0 0 549 15,0 0-237-15,0 0-144 0,0 0-81 16,0 0-13-16,0 0 18 0,3 33 0 0,-1-15-32 16,-2 7-39-16,0 3-28 0,0 7-19 15,0 5-6-15,0 6 6 0,0 6-12 0,0 5-4 16,0 9 3-16,-3 1-2 0,-2 5-19 16,-2 3-13-16,0-3-15 15,1-6 21-15,-1-5-5 0,4-13-16 16,2-7-2-16,1-10-1 15,1-7-31-15,5-9-6 0,1-5-13 16,2-4-15-16,-1-6-55 0,2-2-55 0,2-9-38 16,-2-9-80-16,4-6-101 0,-5-6-151 15,-2 7-461-15,1-22-290 0</inkml:trace>
  <inkml:trace contextRef="#ctx0" brushRef="#br0" timeOffset="11375.946">9338 4473 1494 0,'0'0'1469'15,"0"0"-1178"-15,0 0-290 0,0 0 67 16,0 0 182-16,0 0 31 0,0 0-86 0,0 0-66 0,0 0-60 0,88-20-35 16,-69 20 9-16,-5 7-21 0,-1 3 18 15,-3 0-5-15,-2 5-8 0,-6 3 4 16,0 1-9-16,-2 3-22 0,-3 2 0 15,-6 1-31-15,-1 0-46 0,-6-2-66 16,2-3-61-16,-3-1-28 0,0-2-65 0,-1-1-67 16,-1-4-169-1,8-5-277-15,-8 2-367 0</inkml:trace>
  <inkml:trace contextRef="#ctx0" brushRef="#br0" timeOffset="11707.803">9804 4241 1114 0,'0'0'1451'0,"0"0"-1023"0,0 0-73 16,0 0 32-16,0 0-56 0,0 0-107 15,0 0-66-15,0 0-65 0,60 68-28 0,-60-45-25 16,-4 4-28-1,-3 0-11-15,-2 3-1 0,-4 1-9 16,1 0-31-16,1-2 15 0,1-4 25 16,3-4 14-16,2-4-2 0,4-2 16 15,1-7 3-15,0 3-7 0,7-4-11 16,6 1 24-16,7-1 52 0,8-4 36 16,5 0 7-16,6-3-26 0,4 0-17 15,2-3-16-15,-1-2-70 0,-2 0-3 0,-1-1-40 0,-4 0-106 16,2 2-52-16,-5-1-72 0,1 5-194 15,-8 0-673-15,4 0-1128 0</inkml:trace>
  <inkml:trace contextRef="#ctx0" brushRef="#br0" timeOffset="12293.478">11558 4402 1410 0,'0'0'1306'0,"0"0"-1062"0,0 0-52 15,0 0 32-15,0 0 143 0,0 0-36 16,26 87-97-16,-26-57-110 0,0 1-65 16,-5 1-10-16,-1 0-47 0,-2-2-2 15,1-3 0-15,2-4-58 0,2-6-119 16,3 0-86 0,0-9-165-16,0-2-293 0,11-6-780 0</inkml:trace>
  <inkml:trace contextRef="#ctx0" brushRef="#br0" timeOffset="12756.853">12465 3773 3306 0,'0'0'535'15,"0"0"-535"-15,0 0 0 0,0 0 217 0,104-12 129 16,-66 7-56-16,3-2-111 0,6-3-63 16,3-1-37-16,6-1-12 0,-1-2-51 15,-3 1-16-15,-2 0 2 0,-8 3-2 16,-4 3-2-16,-8 3-23 0,-7 4-5 16,-4 0-7-16,-8 9 10 0,-3 4 27 15,-7 6 13-15,-1 6 30 0,-12 10-22 0,-8 5-21 16,-8 9-12-1,-7 6 10-15,-6 4-29 0,-7 3-2 16,-2 4-1-16,-3-2 16 0,0-2-10 16,1-4 28-16,0-1 15 0,6-7-2 15,7-5 14-15,7-4-2 0,8-9 24 0,9-5-7 16,8-7-2-16,7-6-7 0,0-4 1 16,12-1 2-16,6-3 19 0,6 0 15 15,7-1 55-15,6 0-19 0,4-3-37 0,5 0-26 0,3-1-7 16,-2-1-35-16,3-3-1 0,-3-5-2 15,1-3-28-15,-1-3-101 0,-3-5-26 16,-3-2-29-16,-2-3-39 0,-3 0-51 16,-4-2-169-16,-8 5-334 0,2-9-714 15</inkml:trace>
  <inkml:trace contextRef="#ctx0" brushRef="#br0" timeOffset="12994.933">13290 4013 2722 0,'0'0'609'0,"0"0"-475"0,0 0-30 0,0 0 77 0,0 0 174 16,0 0 31-16,-78 91-115 0,52-60-115 16,-3 5-39-16,-5 4-41 0,-5 3-33 15,-4 5-40-15,-2 1 0 0,-4 1-3 16,4-2-40-16,2-1-55 0,4-9-51 15,10-5-17-15,10-12-53 0,5-5-76 16,8-9-185-16,6-2-310 0,0-5-990 0</inkml:trace>
  <inkml:trace contextRef="#ctx0" brushRef="#br0" timeOffset="13242.404">13497 4645 3602 0,'0'0'548'15,"-10"69"-383"-15,7-23 58 0,-1 8 180 0,-3 10-22 16,1 5-150-16,0-2-119 0,1 3-61 16,0-3-20-16,5-2-30 0,0-5-1 15,2-8-37-15,5-7-29 0,2-9-22 0,0-11-27 0,2-9-13 16,-3-9-30-16,4-7-29 0,-2-4-61 15,0-14-82-15,1-6-117 0,0-7-221 16,-4 5-595-16,0-24-728 0</inkml:trace>
  <inkml:trace contextRef="#ctx0" brushRef="#br0" timeOffset="13458.276">13601 4577 813 0,'0'0'1499'0,"0"0"-1086"15,0 0-104-15,0 0 71 0,0 0-32 16,89-3-59-16,-70 11-57 0,0 2-46 0,-2 3-50 16,-1-1-37-16,-6 5-13 0,-1 0-10 15,-5-2-20-15,-3 3-1 0,-1 2-3 0,-6 1-18 16,-8 1-34-16,-3-1-40 0,0 0 10 16,-5-3-4-16,-4-2-42 0,3-4-38 0,-1-4-15 15,-1-1-41-15,2-6-69 0,-1-1-169 16,8 0-565-16,-9-6-620 0</inkml:trace>
  <inkml:trace contextRef="#ctx0" brushRef="#br0" timeOffset="14013.012">14330 4109 3094 0,'0'0'531'16,"0"0"-348"-16,0 0-107 0,0 0 191 0,0 0 66 16,0 0-31-16,0 0-24 0,111 56-110 15,-72-21-65-15,-1 1-15 0,-2 6-9 16,-5 0-33-16,-4-2-46 0,-3-1 0 15,-1-3-73-15,-2-5-82 0,1-5 18 16,1-8 6 0,0-8-49-16,2-7-150 0,-3-4-334 0,-4-7-609 15,5-14-767-15</inkml:trace>
  <inkml:trace contextRef="#ctx0" brushRef="#br0" timeOffset="14182.445">14866 3966 1615 0,'0'0'1587'0,"0"0"-1259"0,-66 66-91 16,37-28 144-16,-5 9 22 0,-6 6-61 15,2 3-134-15,0-4-132 0,4-2-55 16,6-5-21-16,4-7-94 0,8-8-77 16,8-6-90-16,5-9-120 0,3-6-291 15,3-6-604-15,17-11-717 0</inkml:trace>
  <inkml:trace contextRef="#ctx0" brushRef="#br0" timeOffset="14529.883">15356 3863 2801 0,'0'0'659'0,"0"0"-279"16,81-22 118-16,-49 15-47 0,4-2-84 15,1 0-130-15,-1 3-46 0,-2-1-91 16,0 2-42-16,1 1-39 0,-5 2-19 0,-3 1-15 15,-4 1-19-15,-7 3-5 0,-4 7-12 16,-8 9-13-16,-4 4 0 0,-6 12 34 16,-12 5-13-16,-13 10-2 0,-6 11-7 15,-11 1-6-15,-2 5 7 0,-3 3 35 0,-1-3-10 16,5-4 26-16,5-1 18 0,9-12 4 16,9-3 51-1,10-7 15-15,9-8-40 0,7-5-5 16,0-5 12-16,13-4-1 0,4-7 16 15,9-3 12-15,7-4-4 0,8-4 16 0,3-4 27 16,2-10-67-16,1-3-42 0,1-7-12 16,-3-2-60-16,-3-4-49 0,1-1-45 15,-7-1-52-15,-2 1-28 0,-3 0-89 16,-5 0-234-16,-6 8-536 0,-1-9-355 0</inkml:trace>
  <inkml:trace contextRef="#ctx0" brushRef="#br0" timeOffset="14714.67">15936 4016 2749 0,'0'0'475'0,"0"0"-237"0,0 0-6 15,-68 94 104-15,42-58 82 0,-1 4-60 16,-5 3-131-16,1 1-72 0,-4 3-60 16,-1 0-44-16,-2-1-51 0,-1 2-13 15,1-2-84 1,2-5-71-16,4-3-71 0,6-7-81 15,8-6-138-15,6-8-317 0,9-10-728 0</inkml:trace>
  <inkml:trace contextRef="#ctx0" brushRef="#br0" timeOffset="14961.661">16017 4538 3231 0,'0'0'653'15,"0"0"-417"-15,1 67-46 0,-1-30 119 16,-6 9 38-16,0 7-72 0,2 3-114 16,-1 8-88-16,3 4-24 0,-2 6 45 15,-1-1 99-15,-5-2-120 0,-3-5-73 0,-1-7-24 0,0-3-115 16,3-5-7-16,3-7 1 0,5-3 5 16,3-9-6-16,0-8-19 0,3-9-41 15,5-12-111-15,3-5-214 0,3-15-163 16,-3-1-434-16,9-26-565 0</inkml:trace>
  <inkml:trace contextRef="#ctx0" brushRef="#br0" timeOffset="15199.81">16138 4477 2564 0,'0'0'450'0,"0"0"-254"0,0 0 78 0,0 0 45 15,0 0-20-15,82-45-62 0,-55 45-88 16,1 7-20-16,0 5-9 15,1 3-27-15,-3 4-32 16,-3 3-18-16,-5 2-28 0,-1-2-15 0,-6 1-15 16,-4-1-19-16,-4 1-6 0,-3-3-12 15,-6 2 9-15,-9 1 22 0,-7 0 2 0,-4 0-2 16,-7-1-7-16,-1-3 16 0,-3 0-4 16,-2-4-83-16,-1-3-34 0,1-5-65 15,2-5-113 1,11-1-290-16,-6-2-905 0</inkml:trace>
  <inkml:trace contextRef="#ctx0" brushRef="#br0" timeOffset="22139.58">7410 6628 1763 0,'0'0'431'0,"0"0"202"0,0 0-318 16,0 0-16-16,0 0 59 0,0 0 3 15,0 0-90-15,0 0-64 0,0 0-59 16,0 0-41-16,-13 35-21 0,6-13-19 16,-5 6-21-16,-1 9 18 15,-1 6-22-15,-3 7 10 0,-2 10-27 16,-3 9-7-16,-4 12 0 0,-4 8-6 16,-2 9-12-16,-4 8-1 0,-1 3-1 15,-3 2-19-15,1-2-46 0,1-5 24 0,6-5 13 0,2-16 8 16,7-8 7-16,6-14-15 0,5-17 2 15,6-13-2-15,3-13-35 16,2-11-32-16,1-7-23 0,0 0-47 16,7-14-9-16,4-12-4 0,3-12-24 15,3-13-139-15,0-16-175 0,-2 13-452 16,5-40-335-16</inkml:trace>
  <inkml:trace contextRef="#ctx0" brushRef="#br0" timeOffset="22445.029">7351 6847 2014 0,'0'0'469'16,"0"0"-188"-16,0 0 21 0,0 0 62 15,0 0-29-15,0 0-42 0,0 0-115 0,0 0-81 16,0 0-17-16,8 81-2 0,0-43 8 16,-1 7-12-16,6 7-9 0,-1 4-25 15,5 4-13-15,-1 5-23 0,2 2-2 16,2 4 0-16,-4 1-2 0,3-2-3 0,-2 0-44 15,2-4 29-15,-4-6-10 16,0-5 10-16,-3-8-4 0,-1-10 1 0,-2-8 8 0,0-6 10 16,-3-8 0-1,-1-5-18-15,-2-3 19 0,0-1-32 0,-2-3-13 0,-1-2-5 16,0-1-7-16,0 0 3 16,-3 0-22-16,-3-4-65 0,-5-3-106 0,-3-5-104 15,-5-4-103-15,2 2-188 16,-11-10-672-16</inkml:trace>
  <inkml:trace contextRef="#ctx0" brushRef="#br0" timeOffset="22641.844">7158 7611 2365 0,'0'0'390'0,"0"0"-206"0,0 0-5 0,0 0 111 15,0 0 18-15,0 0-113 16,0 0-28-16,0 0 30 0,0 0-33 15,88-36-34-15,-55 28-31 0,4 1-44 0,1 1-24 16,1-1-31-16,-2 0-21 0,3-2-43 16,1 0-115-16,-1-4-76 0,5 1-84 15,-14 1-399-15,16-3-1218 0</inkml:trace>
  <inkml:trace contextRef="#ctx0" brushRef="#br0" timeOffset="23595.341">8106 7441 2028 0,'0'0'685'0,"0"0"-315"0,0 0-162 0,0 0 24 15,0 0 99-15,0 0 15 0,0 0-98 16,-12 87-75-16,8-49-65 0,3 7-6 16,1 7-7-16,0 0-4 0,0-4-33 0,2-6-36 15,6-9-22-15,1-11-24 16,2-7-3-16,1-10-10 0,2-5-21 0,5-5-46 16,2-11 18-16,2-7 24 0,-1-3-27 15,1-9-25-15,-3-2-22 0,-1 0 5 16,-3-3 56-16,-2 5 10 0,-2 3 4 15,-4 6 45-15,-2 5 7 0,-1 9 9 0,-4 5 2 0,-1 7-1 16,0 0 34-16,0 5 75 0,0 9-4 0,1 3 31 16,-1 7-1-16,2 6-40 0,-2 1 11 15,0 6-8-15,3 2 5 0,-1-3-3 16,1 0-19-16,-1-9-44 0,4-4-38 16,-2-7-31-16,5-8-21 0,2-5-79 15,2-3-19 1,3-11-29-16,1-8-25 0,3-8-60 0,1-8-287 15,-7 7-631-15,9-23-810 0</inkml:trace>
  <inkml:trace contextRef="#ctx0" brushRef="#br0" timeOffset="23811.598">8799 6999 3112 0,'0'0'670'0,"0"0"-459"0,-10 79 8 16,4-33 194-16,-1 11-57 15,1 3-36-15,3 2-110 0,3 0-89 0,0-2-40 16,3 0-51-16,6-3-30 0,3 0-25 16,2-7-14-16,1-7-49 0,2-8-18 0,-1-8-9 31,-1-11 11-31,0-5 13 0,-1-6-37 16,-2-5-74-16,-1-4-97 0,-5-4-117 0,1-3-335 15,-7-9-712-15</inkml:trace>
  <inkml:trace contextRef="#ctx0" brushRef="#br0" timeOffset="23980.683">8564 7438 646 0,'0'0'2473'16,"0"0"-2027"-16,0 0-338 0,0 0 75 0,0 0 202 16,0 0 0-16,0 0-57 0,98-2-132 15,-59 0-108-15,1-4-39 0,4-3-27 16,6-5-22-16,-2-2-24 0,5-1-43 15,-1-2-113-15,1 1-47 0,-1 2-38 16,-1 3-194-16,-14 6-697 0,13-6-1044 0</inkml:trace>
  <inkml:trace contextRef="#ctx0" brushRef="#br0" timeOffset="24613.424">9845 6654 2274 0,'0'0'456'16,"0"0"-244"-16,0 0 9 0,0 0 145 0,0 0-15 31,0 0-75-31,0 0-108 0,0 0-56 16,-88 61-16-16,76-23-7 0,0 5 10 15,-1 8-7-15,3 6-3 0,0 6-9 16,3 4-19-16,1 5-12 0,-1 7-22 16,3 3 1-16,1 0-18 0,3 0-10 0,0-8-1 15,4-7-36-15,7-10-2 16,1-12-17-16,0-11-8 0,2-10-25 0,-1-7-6 15,3-10 0-15,1-6-50 0,6-2-50 0,0-16-70 16,4-7-192-16,-8 1-563 0,9-25-981 0</inkml:trace>
  <inkml:trace contextRef="#ctx0" brushRef="#br0" timeOffset="25029.884">10426 6820 3628 0,'0'0'567'0,"0"0"-511"0,0 0 84 0,0 0 76 16,94 2 104-16,-61-2-106 0,6-5-68 31,4 1-40-31,6 2-30 0,1 1-9 0,1-2-39 16,-3 3-28-16,-5 0-3 0,-5 3-12 0,-7 4-37 15,-5 1-33-15,-7 7 0 0,-9 4-6 16,-6 6-19-16,-4 9 9 0,-10 9 31 15,-11 7-3-15,-8 9-16 0,-9 5 6 16,-5-1 27-16,-6 4 56 0,0-1 0 16,-3-3 68-16,2-3 0 0,3-7 27 0,3-3-10 15,9-7-8-15,5-7-7 0,6-5-27 16,8-6-4-16,4-8-8 0,8-5 5 0,4-4-8 16,7-4-16-16,10 2 34 0,8-1 23 15,6-4 4-15,10 1 9 0,5-2-24 16,2 0 14-16,0 0 10 0,0-3 0 15,-5-2-46 1,-4-2-35-16,-3-2-1 0,-5 0-25 16,-4-5-72-16,-3-1-51 0,-1-3-19 0,-4-1-24 15,0-4-47-15,-6-1-155 0,-2 5-377 16,-3-13-786-16</inkml:trace>
  <inkml:trace contextRef="#ctx0" brushRef="#br0" timeOffset="25237.593">11076 6916 2944 0,'0'0'1126'0,"0"0"-936"16,0 0-103-16,-55 76 28 0,31-43 196 0,-3 5-14 16,-5 6-83-16,0 4-90 0,-1 0-60 0,0 2-37 31,-2 1-14-31,2 2-13 0,1-3-18 0,1-2-55 15,3-3-79-15,1-4-43 0,3-2-22 16,1-5-54-16,2-4-110 0,4-4-141 0,2-7-156 16,6-5-385-16,-3-7-750 0</inkml:trace>
  <inkml:trace contextRef="#ctx0" brushRef="#br0" timeOffset="25515.415">11177 7561 3079 0,'0'0'528'15,"0"0"-338"-15,3 83-2 0,-10-39 197 0,-5 7 32 16,1 7-114-16,-1 2-124 0,-1 1-39 16,3 5-27-16,0 1-44 0,0 0-35 15,1-4-31-15,2-6-3 0,4-10-34 16,2-10-38-16,1-13-29 0,0-10-17 15,0-9-28 1,3-5-34-16,2-11-44 0,1-11-60 16,3-10-73-16,4-11-195 0,-3 7-183 15,3-30-577-15</inkml:trace>
  <inkml:trace contextRef="#ctx0" brushRef="#br0" timeOffset="25730.838">11213 7557 2214 0,'0'0'526'0,"0"0"-301"0,0 0-10 0,0 0 65 15,0 0 2-15,0 0-24 0,0 0-66 16,78 9-52-16,-67-3-60 0,3 2-27 16,-2 2-4-16,0 3 4 0,-1 2-10 15,-5 6-31-15,-3 5-12 0,-3 5-13 16,0 5-5-16,-7 4-16 0,-6 4-16 16,-2-3-12-1,-2 2 3-15,1-5 25 0,-2-4 13 0,-1-5-42 16,2-6-30-16,-2-5-16 0,3-5-18 15,0-5-2-15,2-8-25 0,1 0-100 16,3-6-97-16,4-4-161 0,0-13-681 0</inkml:trace>
  <inkml:trace contextRef="#ctx0" brushRef="#br0" timeOffset="26190.704">11667 7267 3310 0,'0'0'507'0,"0"0"-309"16,0 0 12-16,0 0 51 0,85 1-39 16,-69 0-60-16,-3 4-36 0,-3-3-34 0,-1 4-37 15,-3 0-37-15,-5 5 3 0,-1 5 16 16,0 3-9-16,-9 7-28 0,-2 5-27 0,-7 5 2 15,2 3 15-15,1-2 10 0,2-2 2 16,1-4 13-16,8-6 4 0,4-8-8 16,0-4-11-16,10-7-31 0,4-2 1 0,5-4 12 15,3-2 16-15,4-8-47 0,4-6-18 16,0-4-56-16,-2-2-36 0,-1-2-38 0,-6 1-73 16,-3-1-185-1,-5 9-313-15,-6-9-959 0</inkml:trace>
  <inkml:trace contextRef="#ctx0" brushRef="#br0" timeOffset="26918.021">10893 6767 1330 0,'0'0'498'16,"0"0"-213"-16,0 0 3 0,0 0 74 16,0 0 4-16,0 0-60 0,0 0-97 15,0 0-45-15,0 0-44 0,-23 69-42 16,22-63-43-16,-1-1-35 0,2 1-15 16,0-4-16-16,0 2-1 0,0-4 4 0,0 2 9 15,0 0 18-15,0 1 1 0,0-3 13 16,-1 1 21-16,-1 3 10 0,2-2-6 15,-3 3 22-15,-1 1 15 0,0 0 3 0,-2 1 3 16,-1 3 6-16,-2 1-32 0,-1 2-21 16,0 0-9-16,-2 4 6 0,0 0-9 15,0 2-4-15,-4 1 7 0,0 4-7 16,-4 2-15-16,0 6 19 0,-5 3-7 0,-2 5 4 0,-5 3-16 16,-1 7 9-16,-4 1-12 0,-3 6-1 15,-1 0-14-15,1-1-16 0,-2 1-3 16,3-3 22-16,6-4-1 0,3-7 10 15,4-6-18-15,4-5-16 0,6-7-13 16,3-6 10-16,6-5-34 0,1-5-4 16,3-2-31-1,3-6-34-15,0-1-31 0,0 0-12 16,0 0-26-16,5-4-122 0,2-4-125 16,3 1-179-16,3-10-591 0</inkml:trace>
  <inkml:trace contextRef="#ctx0" brushRef="#br0" timeOffset="27549.504">12108 6566 1816 0,'0'0'538'0,"0"0"-176"16,0 0-38-16,0 0 85 0,0 0-1 16,0 0-75-1,0 0-72-15,89 12-76 0,-63 7-59 16,5 2 40-16,0 5 5 0,0 3-98 16,-1 4-27-16,-3 2-1 0,-1 2-2 15,-4 2-3-15,-3 3-16 0,-5 1-6 16,-3 2-15-16,-8 2-2 0,-3 3-1 15,0 2-15-15,-12 1-28 0,-3 1 13 0,-4-1-7 16,3-5 16-16,-4-3 6 0,3-5-9 0,-2-5-22 16,1-6-6-16,0-4-3 0,0-6-18 15,0 0-7-15,1-6-12 0,-1 0-22 0,-2-3-27 16,0-5-117-16,1 1-215 16,4-5-274-16,-8-1-743 0</inkml:trace>
  <inkml:trace contextRef="#ctx0" brushRef="#br0" timeOffset="28635.508">13437 7186 2587 0,'0'0'572'0,"0"0"-298"0,0 0-84 15,0 0 100-15,0 0 99 0,0 0-49 16,109-8-116-16,-73 4-98 0,2-1-68 0,0-1-18 0,-1-2-16 15,-3 2-9-15,-2-4-15 0,-3 2-3 16,-2-1-30-16,-2 0-102 0,-1-1-86 16,-2 3-69-16,-4 0-137 0,-4 2-561 15,-6 5-747-15</inkml:trace>
  <inkml:trace contextRef="#ctx0" brushRef="#br0" timeOffset="28820.173">13655 7429 2479 0,'0'0'650'0,"0"0"-306"0,0 0 98 15,0 0-32-15,0 0-63 0,83 18-111 16,-59-16-101-16,4-2-68 0,1 0-25 0,2-7-42 16,3-3-19-16,2 2-112 0,3-5-74 15,4-1-38-15,0 1-130 0,-7 3-339 0,14-3-1135 16</inkml:trace>
  <inkml:trace contextRef="#ctx0" brushRef="#br0" timeOffset="29807.504">15206 6918 1812 0,'0'0'967'0,"0"0"-557"0,0 0-107 16,0 0 45-16,0 0-12 0,94-12-41 0,-58 6-48 16,3 1-60-16,6-2-25 0,0 0-21 15,3-2-56-15,-3 1-12 0,0-2-22 0,-3-2 1 16,-2 2-19-16,-4 1-32 0,0-1-1 16,-6 2 0-16,-5 3-11 0,-2 3-7 15,-7 2-3-15,-5 2-13 0,-5 8 1 16,-4 5-28-16,-2 7-12 15,-8 4 21-15,-6 7-24 0,-6 5-9 16,-5 4 24-16,-6 6 12 0,-3 2 15 16,-5 5 3-16,-8 5-15 0,1 4 46 15,-8 0 1-15,1-2 12 0,1-1 8 16,0-5-9-16,5-3 7 0,4-1 8 16,4-6 16-16,5-2 12 0,3-6-18 15,5-3 0-15,6-5 5 0,7-10 41 0,7-4-1 0,6-7-27 16,7-4-37-16,12 0 12 0,5-4 10 15,10 2 20-15,3-3 16 0,8 0 60 16,2-4-57-16,4-1-22 0,0-2-5 16,0-2-28-16,-1-1-3 0,-1-4-20 15,-4-1-1-15,-1-2 0 0,-4 0-45 16,-3-2-34-16,-1-2-51 0,-4-1-27 0,1 1-32 0,-3 0-39 16,-2 1-103-16,-4-2-250 0,-5 9-613 15,0-7-716-15</inkml:trace>
  <inkml:trace contextRef="#ctx0" brushRef="#br0" timeOffset="30054.852">16133 7077 3417 0,'0'0'481'0,"0"0"-359"16,0 0 7-16,0 0 52 0,-101 79 122 0,69-49-36 15,-5 5-105-15,1 2-58 0,-3 5-31 16,0 5-30-16,-4 0-22 0,1 3-19 0,-1 3-1 0,-2 0 1 16,3-3-2-16,-2 0-2 15,4-3-47-15,3-6-36 0,4-5-22 0,7-7 0 16,3-6-21-16,9-8-45 0,3-3-21 16,6-8-64-16,5-4-160 0,0 0-533 15,7-10-645-15</inkml:trace>
  <inkml:trace contextRef="#ctx0" brushRef="#br0" timeOffset="30493.786">16411 6403 843 0,'0'0'1841'0,"0"0"-1445"16,0 0-291-16,0 0 192 0,0 0 104 16,0 0-9-16,90 66-80 0,-67-30-41 0,-1 4-69 15,-2 0-43-15,-3 1-53 0,-1-4-33 0,-3-2-52 16,-2-5-21-16,-1-5-12 0,-1-6-79 15,2-5-46-15,0-7-37 0,0-3-37 16,2-4-67-16,2-4-230 0,-3-3-558 16,3-9-639-16</inkml:trace>
  <inkml:trace contextRef="#ctx0" brushRef="#br0" timeOffset="30656.548">16806 6517 2666 0,'0'0'523'0,"0"0"-217"0,0 0-75 16,0 0 43-16,-100 61-26 0,69-36-28 16,1 4-87-16,-2 5-90 0,1 3-34 15,0-2-9-15,4 2-77 0,-1 1-28 0,1 3-44 16,0 0-75-16,1 2-141 0,6-9-448 16,-11 21-1288-16</inkml:trace>
  <inkml:trace contextRef="#ctx0" brushRef="#br0" timeOffset="30937.139">16491 7744 3362 0,'0'0'481'0,"0"0"-315"0,0 0-77 15,0 87 48-15,0-46 164 0,0 6 38 16,0 6-125-16,0 6-111 0,0-1-54 16,4 0 0-16,-1-2-31 0,-2-3-15 15,2-5-3-15,0-2-1 0,1-9-42 0,1-7-63 0,-1-10 8 16,2-7 3-16,-3-9-39 0,-2-4-54 16,0-11-75-1,2-8-118-15,-3-6-139 0,2 1-249 0,-2-19-706 0</inkml:trace>
  <inkml:trace contextRef="#ctx0" brushRef="#br0" timeOffset="31126.439">16543 7678 2191 0,'0'0'598'0,"0"0"-178"15,0 0-165-15,0 0 17 0,0 0-27 16,0 0-3-16,0 0-25 0,82-32-59 16,-69 42-38-16,-2 6-31 0,-4 0-21 0,-1 4-4 15,-4 4-21-15,-2 0-19 16,-2 5-24-16,-8-4-12 15,-4 1-98-15,-2-1-35 0,-3-3-15 16,2-2-7-16,-2-5-44 0,0-3-50 16,6-7-89-16,-1-5-191 0,5-1-548 0,2-15-271 15</inkml:trace>
  <inkml:trace contextRef="#ctx0" brushRef="#br0" timeOffset="31357.993">16917 7417 2925 0,'0'0'444'16,"0"0"-203"-16,0 0 144 0,0 0-26 16,87-12-65-16,-75 12-66 0,-4 6-79 0,-2 2-48 0,-2 5-40 15,-1 4-21-15,-2 1-19 0,-1 5-9 16,0 3-9-16,-4 2 11 16,-2 2-14-16,3-1 0 0,0-2 0 15,3-3 0-15,0-6-16 0,6-2-2 16,7-5-6-16,3-3-4 0,3-2-2 15,5-3-1-15,4-3-39 0,3 0-104 0,4 0-50 16,5-5-70-16,-10 1-242 0,15-2-832 0</inkml:trace>
  <inkml:trace contextRef="#ctx0" brushRef="#br0" timeOffset="31912.943">17896 6859 2857 0,'0'0'598'0,"0"0"-184"15,0 0-125-15,80 12 84 0,-46-12-90 16,-1 0-72-16,1 0-88 0,-2-2-81 16,1-1-39-16,-1-3-3 0,-3 1-12 0,-2-2-34 15,-4 2-131-15,0-2-77 0,-4 3-49 0,-3 1-182 16,-8 3-543-16,-5 0-575 0</inkml:trace>
  <inkml:trace contextRef="#ctx0" brushRef="#br0" timeOffset="32075.606">17914 7252 2077 0,'0'0'1163'15,"0"0"-728"-15,0 0-124 0,0 0-44 16,0 0-34-16,0 0 19 0,0 0-34 16,110-27-95-16,-67 12-98 0,1 2-25 15,1 1-70-15,0 5-129 0,0 3-63 16,-8 2-107-16,10 5-817 0</inkml:trace>
  <inkml:trace contextRef="#ctx0" brushRef="#br0" timeOffset="33416.063">19661 6373 1179 0,'0'0'1405'0,"0"0"-1156"16,0 0-38-16,0 0-9 0,-1-81 119 15,1 64-11-15,0 1-28 0,0 4-58 0,0 4-72 16,0 3-29-16,0 3-6 0,0 2-28 16,0 0-15-16,-4 8-4 0,-2 6 13 15,-2 10 20 1,-6 12-39-16,-2 15-27 0,-5 9-19 15,-5 11 16-15,-4 8-4 0,-7 3-15 0,-2 3-12 16,-5 0 0-16,-1-3-3 0,-1-5-2 16,4-4-25-16,6-12-49 0,4-7-25 15,9-17 16-15,7-8 30 0,8-12 15 16,5-7-45-16,3-8-56 0,8-2-4 16,3-2-31-16,5-9 5 0,5-7 28 0,-1 1 23 15,-1-1 70-15,1 1 48 0,-3 5 2 16,-2 5 13-16,-3 7 15 0,0 4 45 15,-3 11 42-15,-1 9-6 0,-2 11 18 0,-3 8-3 16,0 4-7-16,-1 4 21 0,-2 1-21 16,0-4-65-16,0-1-22 0,1-4-9 15,1-1-21-15,1-4-43 0,2-2-98 0,1-3-59 16,4-3-25-16,-1-4-111 0,-2-8-647 16,3 2-1202-16</inkml:trace>
  <inkml:trace contextRef="#ctx0" brushRef="#br0" timeOffset="34403.616">20312 6734 1524 0,'0'0'205'0,"0"0"608"0,0 0-407 15,0 0-105-15,0 0-72 0,0 0 44 16,0 0 9-16,0 0-25 0,0 0-52 16,0 0-32-16,0 0-4 0,51 91-22 15,-46-52-10-15,-3 1 31 0,-2 6-22 16,-2 3-58-16,-9 3-31 0,-2 0-23 15,-4 2-32-15,-3-1-2 0,0 0 0 0,-2-5-37 0,1-6-20 16,4-4-25-16,3-10-3 0,4-9 6 16,6-7 27-16,1-7-15 0,3-4-16 15,0-1-11-15,0-6-13 0,6-8 17 16,5-7 35-16,8-6 24 0,2-8 4 16,1-2-29-16,3-1-9 0,-1 0 41 0,0 7 5 15,-2 4 19 1,-2 6 34-16,0 7 16 0,-3 3-4 15,-3 7-3-15,-3 4 0 0,-5 0-21 16,-1 3 17-16,-4 4-8 0,-1 5 3 16,0 1-6-16,-3 5-28 0,-6 1-3 15,-4 2-16-15,-5-1 4 0,-2 2-25 16,-1-3-28-16,1-1 13 0,0-3-13 0,4-2 28 16,2-3 38-16,2-3 2 0,6-2-1 0,1 2-11 15,5-2-4-15,0 1 16 0,5 4 26 0,7-1 57 16,4 1-3-16,1 0-12 0,5-1-35 15,-1 0 4-15,4-2-9 0,-3-2-16 16,2-3 10-16,-3-2-22 0,1 0-7 16,0-2-51-16,-2-7-58 0,-3-4-17 15,2-3-40 1,-4-3-223-16,0-2-255 0,-7 4-481 16,0-13-512-16</inkml:trace>
  <inkml:trace contextRef="#ctx0" brushRef="#br0" timeOffset="34682.412">20275 6459 2433 0,'0'0'787'0,"0"0"-288"15,0 0-118-15,0 0-36 0,0 0-52 0,0 0-69 16,0 0-25-16,0 0-44 0,0 0-46 0,98-2-27 16,-70-2-48-16,3-2-34 0,4-2 0 15,-1 3-24-15,2-4-31 0,-1 0-103 16,0 3-52-16,-1 0-38 0,2 5-94 16,-10-1-301-16,10 2-823 0</inkml:trace>
  <inkml:trace contextRef="#ctx0" brushRef="#br0" timeOffset="35736.493">21463 6931 1383 0,'0'0'241'0,"0"0"-92"0,0 0 856 0,0 0-598 15,0 0-130-15,0 0-52 0,0 0-1 0,0 0-44 16,0 0-37-16,0 0-12 0,-82 14-44 16,66 10 5-16,-2 10 4 0,4 2 15 15,-2 7 21-15,3 0 2 0,0 1-24 16,6-3-21-16,3-1-10 0,2-5 3 16,2-7-24-16,5-3-36 0,3-6-22 0,5-6-12 31,2-4-10-31,2-4-17 0,0-3 3 0,3-2-1 15,0-1-51-15,-1-6-62 0,0-6-61 16,-2-1-75-16,-2-2-198 0,-5 5-604 16,-3-6-693-16</inkml:trace>
  <inkml:trace contextRef="#ctx0" brushRef="#br0" timeOffset="35889.463">21370 7204 2123 0,'0'0'640'0,"0"0"-198"0,0 0 38 15,0 0-64-15,0 0-133 0,0 0-103 16,0 0-85-16,0 0-55 0,82-25-40 16,-63 13-10-16,3-5-101 0,2-2-118 15,0-1-118 1,-4 3-317-16,11-7-916 0</inkml:trace>
  <inkml:trace contextRef="#ctx0" brushRef="#br0" timeOffset="36252.187">22117 6775 2096 0,'0'0'717'0,"0"0"-290"0,0 0 80 0,78-14-60 15,-47 6-112-15,8 1-55 0,3-1-93 16,4-1-74-16,3 2-19 0,0 0-17 16,0 2-36-16,-4 5-41 0,-5 0-3 15,-2 1 2-15,-8 8-2 0,-10 5-18 16,-4 3-16-16,-9 6-15 0,-7 6-5 0,-6 4-17 15,-11 7-2 1,-9 3 18-16,-5 6 3 0,-7 1 24 16,-1 4 31-16,-4-2 2 0,1-2 23 15,3-3 11-15,5-5 47 0,0-6 24 16,8-6 9-16,6-5-16 0,6-4-9 16,3-7-15-16,6-3-9 0,4-4-22 15,1-1 4-15,4 0 8 0,9 0 4 0,1 1-13 16,6-3-18-16,3 2-5 0,2-4-22 15,1-2 16-15,1 0-19 0,-1 0-12 0,3-8-37 16,-2-1-66-16,2-5-45 0,2-3-22 16,-3-2-46-16,0-5-78 0,1-5-278 15,-8 8-709-15,8-14-727 0</inkml:trace>
  <inkml:trace contextRef="#ctx0" brushRef="#br0" timeOffset="36456.827">22816 6936 2183 0,'0'0'1216'0,"0"0"-893"0,0 0-128 16,0 0 22-16,-69 74 101 0,43-48 48 0,-2 3-72 15,0 2-117 1,-1 1-68-16,-3 0-45 0,0 0-22 16,-1 2-23-16,1-1-19 0,-1 0-11 15,4 3-29-15,1-4-94 0,0-3-36 0,2-1-13 16,5-3-16-16,5-6-20 0,4-2-188 15,5-9-356-15,4-3-854 0</inkml:trace>
  <inkml:trace contextRef="#ctx0" brushRef="#br0" timeOffset="36705.991">22839 7311 3007 0,'0'0'707'0,"0"0"-509"0,0 0-50 0,-7 90 90 16,3-48 133-16,-2 7-22 0,1 4-111 15,-1 2-116-15,3 2-46 0,-3 1 0 16,1 1-37-16,-2-5-21 0,-2-1-18 0,1-5 0 16,1-5-39-16,1-8-67 0,1-8-13 15,4-6 10-15,1-8-32 0,0-7-27 16,3-6-38-16,6-9-93 0,3-10-236 0,-4 1-509 15,6-21-522-15</inkml:trace>
  <inkml:trace contextRef="#ctx0" brushRef="#br0" timeOffset="36906.327">22912 7511 1823 0,'0'0'1554'0,"0"0"-1285"0,0 0-177 0,0 0 40 0,0 0 57 15,0 0 86-15,0 0-31 0,0 0-145 16,88 29-56-16,-77-19-3 0,-6 1-16 15,-2 3-20-15,-3 1-1 0,0 2-3 32,-10 2 0-32,-3 2-74 0,-6-2-12 0,-1-1-22 15,1-2-66-15,-1-5-56 0,1-6-60 16,4-3-216-16,4-2-492 0,0-12-592 0</inkml:trace>
  <inkml:trace contextRef="#ctx0" brushRef="#br0" timeOffset="37153.905">23247 7204 2611 0,'0'0'582'0,"0"0"-156"15,0 0 28-15,0 0-127 0,0 0-37 16,0 0-84-16,76 15-117 0,-69-6-59 16,-2 1-17-16,-5 2 2 0,0 5 3 15,0 4 1-15,-7 4-1 0,-1 3 3 16,1-3 7-16,0 1-13 0,2-5 0 15,4-2-3-15,1-5 0 16,1-3-11-16,10-1 18 0,5-3 14 16,5-2-9-16,7-5-24 0,2 0 0 15,7 0-13-15,3-5-57 0,1-2-143 16,2 1-97-16,0 0-136 0,-10 1-501 0,15-2-1178 16</inkml:trace>
  <inkml:trace contextRef="#ctx0" brushRef="#br0" timeOffset="39613.115">24642 6185 1186 0,'0'0'1780'0,"0"0"-1508"0,0 0-147 15,0 0 34-15,0 0 141 0,0 0 43 16,0 0-17-16,0 0-123 0,0 0-83 0,0 0-55 16,0 0-22-1,3 49 42-15,0-14 40 0,4 14 64 16,-2 11-61-16,1 8-43 0,-3 9-28 16,0 7-8-16,0 5-1 0,-3 1-45 15,0 8-3-15,0-3-3 0,-4-2-45 0,1-2-46 0,1-9-24 16,2-11-7-16,0-13-33 0,2-12-35 15,7-11-55-15,2-9-117 0,0-8-228 16,-2-8-517-16,2-3-853 0</inkml:trace>
  <inkml:trace contextRef="#ctx0" brushRef="#br0" timeOffset="41834.015">25714 6822 1140 0,'0'0'225'16,"0"0"-186"-16,0 0-20 0,0 0 56 16,0 0-13-16,0 0-61 0,0 0 12 15,0 0-13-15,0 0-7 0,0 0-106 0,0 0-89 16,1-29-3-16,-3 29 55 0,0 0-36 15,-1 0-192-15</inkml:trace>
  <inkml:trace contextRef="#ctx0" brushRef="#br0" timeOffset="43053.174">25738 6832 1110 0,'0'0'475'0,"0"0"80"0,0 0-247 16,0 0-11-16,0 0 11 0,0 0 8 16,0 0-52-16,0 0-72 0,8-66-54 15,-13 60-18-15,-1 2-7 0,-2 1 11 16,-1 3 0-16,-1 0 3 0,-5 3-50 0,-2 7-34 15,-1 6-18-15,-2 7-24 0,-1 4 48 0,1 7-6 16,4 2-3-16,1 0 3 0,1 0-16 16,5-3-23-16,4-5-1 0,2-4-3 15,3-9-19-15,0-5-8 0,0-5-13 0,6-3-9 16,5-2 3-16,0-2 21 0,4-5 10 16,1-5-44-16,2-5-15 0,-1-2 3 15,0-4 9-15,-1 0 19 0,-2 1 12 0,-2 1 3 0,1 4 0 16,-4 2 9-16,-1 4 7 0,-2 4-1 15,-3 3-8-15,3 4-17 0,-4 0 38 16,3 6 13-16,-1 6 68 0,1 4-4 16,1 3-15-16,-1 8 9 0,1 2 0 15,0 7 3-15,-3 5-9 0,-1 2-1 16,1 4 19 0,-3 0-43-16,0 2 3 0,-4-1-9 15,-3-1 21-15,-5-2-19 0,4-2-2 16,-3-6-16-16,2-4 13 0,1-9 2 15,0-4-14-15,2-5-16 0,0-7-1 16,-2-3 1-16,2-1-3 0,-2-4-26 16,-3 0-44-16,2-2-12 0,-2-5-7 0,-1-2 0 15,-1-5-9-15,3-2 0 0,-3-6-23 0,3-5-9 0,1-5-12 16,0 0-81-16,3-7-50 0,4 0-158 16,2-1-126-16,5 12-422 0,12-12-434 0</inkml:trace>
  <inkml:trace contextRef="#ctx0" brushRef="#br0" timeOffset="43315.943">26157 6823 1960 0,'0'0'805'16,"0"0"-359"-16,0 0-46 0,0 0 19 0,0 0-56 15,0 0-98-15,0 0-77 0,0 0-93 16,-67 65-25-16,58-43 10 0,-1 6 2 0,2 0 22 15,4 0-13-15,-2 0-34 16,4-3-29-16,1-3-4 0,1-7-6 0,0 0-18 0,1-7 0 16,2-2-27-16,3 0-16 0,1-3 1 15,0-3-16-15,2 0-33 0,1 0-19 16,3-5-27-16,2-5-32 0,2-3-62 16,0 0-197-1,0-2-310-15,11-5-643 0</inkml:trace>
  <inkml:trace contextRef="#ctx0" brushRef="#br0" timeOffset="43807.292">26482 6878 2179 0,'0'0'1034'0,"0"0"-725"0,0 0-88 15,0 0 157-15,0 0 13 16,-37 67-27-16,22-48-86 16,4-1-86-16,-1-1-71 0,2-1-36 15,4-4-18-15,1-3-19 0,0 1-3 16,1-3-8-16,3-1-23 0,-1-2-14 0,2 3-18 15,0 1 0-15,0 3 2 16,0 3 13-16,2 3-9 0,3 1 9 0,0 1 1 16,-3-2-22-16,4-1-21 0,0-4-16 15,4-4-15-15,-1-1-6 0,2-5 28 0,2-2-38 0,0-2-5 16,4-11-7-16,2-5-12 16,3-7-31-16,2-4-38 0,-2-4 9 0,4-3-20 15,-2-3 72-15,-1 1 47 0,-2-3 12 16,-1 0 14-16,-2-2-43 0,-4-1 6 15,0-4 22-15,-3-1-7 0,-3-2 60 16,-2 3 13-16,1 3 41 16,-5 4 0-16,-2 4 32 0,3 12 47 15,-3 5 5-15,2 6 27 0,-1 9 3 16,-1 0-3-16,0 4-37 0,0 1-38 16,0 0-19-16,0 3-5 0,0 4-13 15,-3 5 18-15,-2 2-3 0,2 6-15 16,-6 5-6-16,3 2-13 0,1 6-3 15,-3 5-16-15,-2 4-2 0,-1 6-1 0,1 5 0 0,-5-2-23 16,4 2-37-16,3-3 27 0,-1-4 13 16,6-4 17-16,1-5-17 0,2-6-1 15,2-3-30-15,5-5-34 0,3-3-49 16,1-4-42-16,4-4-41 0,1-4-80 16,2-4-171-16,-2-4-232 0,0 0-468 15,4-7-344-15</inkml:trace>
  <inkml:trace contextRef="#ctx0" brushRef="#br0" timeOffset="44139.129">27138 6847 2315 0,'0'0'584'16,"0"0"-331"-16,0 0 21 0,0 0 68 16,0 0-5-16,-66 85-60 0,52-56-39 0,0 7-75 15,4 1-34-15,0-1 12 0,1 0 15 16,7-1-59-16,-1-2-48 0,3-8-14 15,3-3-35-15,5-5-21 0,5-3-19 16,2-5-24 0,5-2-21-16,3-6-31 0,4-1-34 15,-1-5-52-15,5-7-101 0,-4-2-285 16,-6 0-634-16,5-8-1053 0</inkml:trace>
  <inkml:trace contextRef="#ctx0" brushRef="#br0" timeOffset="44655.24">27624 6429 1512 0,'0'0'2001'0,"0"0"-1738"0,0 0-200 16,0 0 208-16,0 0 237 0,0 81-75 31,-3-36-89-31,-2 11-107 0,-2 5-32 0,-1 5 19 15,-6 1-76-15,0 1-52 16,-3-1-33-16,-2-1-47 0,2-5-16 0,-3-4-42 0,5-7-42 0,4-13 17 16,3-8 19-16,7-11 0 0,1-7-9 15,0-4-19-15,1-4-5 0,5-3 5 16,3-1 16-16,2-9-1 16,1-5 19-16,4-6-4 0,-2-2-2 0,3-8-4 15,1 2 7-15,-1-7 17 0,1 5 1 0,-1-1 9 16,-1 4 0-16,1 5-7 15,-3 6 24-15,1 9-10 0,-4 2 11 0,-2 6 18 16,-2 0 7-16,-3 4 5 0,1 5 10 16,-4 2 2-16,-1 1 1 0,0 2-4 15,-6 3-15-15,-2 1-5 0,-4-1-19 0,-2 1-24 16,-3 0-30-16,0 0-19 0,0-4-9 16,4-1 9-16,1-3 12 0,4 0 24 15,4-3 16-15,2-4 0 0,2 2 18 16,0 0 3-16,5 1 21 0,5 4 13 15,1-1 2-15,5 1-5 0,1-1 14 16,2 0-11-16,1-3-19 16,0 1-1-16,-1-3-14 0,1-2 0 15,1-1-12-15,-4-1-95 0,0 0-54 16,-1 0-105-16,1 0-107 0,-3 0-202 16,-3-1-412-16,0-1-471 0</inkml:trace>
  <inkml:trace contextRef="#ctx0" brushRef="#br0" timeOffset="45192.762">28255 7247 2002 0,'0'0'695'16,"0"0"-341"-16,0 0-105 16,0 0 119-16,0 0 42 0,0 0-30 15,0 0-130-15,0 0-137 0,-3 68-67 16,-9-53-15-16,1 4-13 0,-3-3-7 16,0 1-11-16,-1-2-22 0,4-1-24 15,1-3-95-15,0-4-50 0,5-2-60 0,2-3-63 16,0-2-270-16,3 0-814 0</inkml:trace>
  <inkml:trace contextRef="#ctx0" brushRef="#br0" timeOffset="45526.165">28768 7117 3246 0,'0'0'643'0,"-2"69"-419"0,2-24-53 0,0 9 160 16,2 8-27-16,2 2-41 0,-1-1-71 0,3-2-131 15,-5-1-46-15,1-1-13 0,-2-3-1 16,0-3-1-16,-9-5-11 0,3-5-38 15,3-9-54-15,1-4-1 0,-1-12-12 16,3-5-9-16,0-8-25 0,0-2-38 16,3-3-90-16,2-3-129 0,-2-8-96 15,2-7-105-15,-1 0-507 0,-4-11-580 0</inkml:trace>
  <inkml:trace contextRef="#ctx0" brushRef="#br0" timeOffset="45758.225">28795 6967 2850 0,'0'0'626'0,"0"0"-391"0,0 0-75 15,0 0 55-15,0 0 15 0,0 0-13 16,0 0 2-16,84 17-84 0,-70-2-65 16,0 1-27-16,0 3-6 0,-3 0-34 15,-2 3-1-15,-3 0 0 0,-5 1-2 16,-1 4-1-16,-1 0-66 0,-11-1-65 15,-5 2-40-15,-6 3-4 0,-5 1-26 0,-5-1-51 0,-1-2-93 16,-1-3-227-16,3-9-112 0,8-5-380 16,1-10-141-16</inkml:trace>
  <inkml:trace contextRef="#ctx0" brushRef="#br0" timeOffset="46012.454">29214 6775 424 0,'0'0'1811'0,"0"0"-1449"0,0 0-49 0,87 3 150 16,-59 3-67-16,0 3-52 0,-2 4-43 16,0 3-115-16,-1 2-72 0,-5 3-40 0,-1 4-1 15,-8 2-18-15,1 2-9 0,-10 3-24 0,-2 0-19 16,0 3 9-16,-11 1-12 15,-3 0-49-15,-6 1-37 0,-5-1-24 0,-3 2-29 16,0-4-46-16,0-1-48 0,4-7-106 16,5-7-196-16,8-6-207 0,-1-6-439 0</inkml:trace>
  <inkml:trace contextRef="#ctx0" brushRef="#br0" timeOffset="46212.756">29664 7054 3362 0,'0'0'777'16,"0"0"-556"-16,0 0-101 0,0 0 47 16,0 0 33-16,85 18-7 0,-66-18-71 0,-2 2-113 15,3-2-9-15,-4 0-67 0,-1 0-80 0,-4 0-49 16,-3 1-47-16,-1 2-80 0,-7 3-221 15,0-1-445-15,-12 12-358 0</inkml:trace>
  <inkml:trace contextRef="#ctx0" brushRef="#br0" timeOffset="46375.493">29628 7344 2801 0,'0'0'717'0,"0"0"-512"15,0 0 25-15,0 0 133 0,0 0-66 16,0 0 1-16,0 0-50 0,91 22-108 15,-64-25-58-15,1-7-55 0,0-2-27 0,3-5-23 16,-1-1-102-16,-1 0-97 0,0-2-54 16,-3 2-169-16,-8 4-577 0,5-4-981 0</inkml:trace>
  <inkml:trace contextRef="#ctx0" brushRef="#br0" timeOffset="46591.322">30245 6861 2722 0,'0'0'1721'0,"0"0"-1548"0,0 0-170 15,0 0 130 1,-15 91 121-16,10-58 100 0,1 2-54 16,1 2-143-16,1 0-84 0,-1 3-25 15,0 0-9-15,-1 3-39 0,0-1-15 16,-2-2-63-16,2-1-43 0,-1-5-43 15,3-1-54-15,-1-2-65 0,1-4-152 16,1-8-719-16,-1 8-1143 0</inkml:trace>
  <inkml:trace contextRef="#ctx0" brushRef="#br0" timeOffset="47429.93">30739 6461 1706 0,'0'0'1678'0,"0"0"-1292"0,0 0-253 0,0 0-45 0,0 0 100 15,0 0 42-15,0 0-140 0,0 0-56 16,0 0-31-16,98-70 0 0,-72 51-3 15,0 1 0-15,-1 6-21 0,-5 4-4 16,-1 5-6-16,-4 3 0 0,-3 4 15 16,-3 8 16-16,-2 4 0 0,-2 6 22 0,-5 7 12 15,0 1-6-15,-2 7-6 0,-10 1 5 16,-2 3-11-16,-2 2-16 0,-2 2-1 0,-2-1-15 16,2-2-8-16,0-1 2 0,1-6 7 15,6-4 15-15,0-6 15 0,4-7-15 16,5-5-1-16,-1-6-27 0,3-2 0 0,0-4-6 15,0-1-12-15,5 0 12 0,4-1 21 16,0-6 12-16,2-3 1 0,3 2 19 16,-3-3-19-16,-3 5-31 0,2 5 12 15,-4 1-8-15,0 1 27 0,-2 10 53 0,1 2 0 16,-2 9-19-16,2 3 15 0,-2 8 57 16,0 5-20-16,1 2-31 0,-1 2-27 15,5 3 6 1,-3 0 6-16,5 3-10 0,-1 3 4 15,-2-1-6-15,4 0-13 0,-5-2-15 16,2-2 2-16,-4-4-2 0,-1-2 0 16,-3-4 0-16,0 1 0 0,-2-6-17 15,-5-2-60-15,-2-5-9 0,-3 1-34 16,-1-5-41-16,-5 0-56 0,2-5-69 16,-5 1-162-16,5-4-607 0,-12 2-587 0</inkml:trace>
  <inkml:trace contextRef="#ctx0" brushRef="#br0" timeOffset="59221.113">10152 9675 676 0,'0'0'1064'0,"0"0"173"0,0 0-990 16,0 0-75-16,0 0 78 0,0 0 72 15,0 0-96-15,0 0-99 16,0 0 31-16,0 0-12 0,87 44-51 16,-58-37-40-16,1 0-9 0,-1-3-18 15,0-1-25-15,0-3 9 0,-4 0-11 0,3-3 0 16,-1-6-1-16,-1-4-21 0,1-2-87 15,-5-4-98-15,1-4-54 0,-1 0-126 0,-6 0-248 16,-5 7-538-16,-2-6-816 0</inkml:trace>
  <inkml:trace contextRef="#ctx0" brushRef="#br0" timeOffset="59616.554">10451 9268 2214 0,'0'0'549'15,"0"0"-238"-15,0 0-4 0,0 0 13 0,0 0 10 0,0 0-79 0,0 0-108 16,0 0-100-16,0 0-24 0,0 0 5 16,0 0 4-16,-65 75 18 0,64-40-12 15,-1 4 0-15,2 1-6 0,-1 3 9 16,1 2-19-16,0 2-16 0,0 0-1 16,4 2-1-16,0 3 1 0,3-2 2 15,-1-2-1-15,3 1 13 16,-2 1 0-16,3-3-12 0,0 0 16 15,0-4-1-15,2-2 16 0,-5-3 9 16,3-4 24-16,-1-3 62 0,-4-2-59 16,1-4-43-16,-4-1-12 0,-1-3 1 15,-1-2-1-15,0-4-12 0,-3-1 24 16,-4 0-2-16,-1-2-13 0,-4 0-12 16,0-2-15-16,-6-1-28 0,-1 0-27 0,-1-3-34 15,-2 0 13-15,-2-3-35 0,-1-3 25 0,2 0-53 16,-4-5-44-16,-1-3-67 0,1-3-100 15,-2-1-53-15,3 1-36 0,4-1-53 16,7 4-57-16,2-4-1029 0</inkml:trace>
  <inkml:trace contextRef="#ctx0" brushRef="#br0" timeOffset="60155.349">13056 9478 88 0,'0'0'2448'0,"0"0"-1776"15,0 0-468-15,0 0-43 0,0 0 161 0,26 83 17 16,-20-45-7-16,-3 3-104 0,1 7-99 15,-2 4-19-15,-2 2-37 0,0 3-33 16,-6 3-40-16,2-1 0 0,-4-1-31 16,5-10-48-16,-2-9-62 0,5-10 21 15,0-11 3-15,0-9-40 16,7-5-85-16,-1-4-185 0,0-1-373 16,-1-16-1120-16</inkml:trace>
  <inkml:trace contextRef="#ctx0" brushRef="#br0" timeOffset="60355.882">13172 9835 1429 0,'0'0'1925'15,"0"0"-1680"-15,0 0-87 0,0 0 176 16,0 0 45-16,90 7-34 0,-57-7-124 16,8 0-81-16,6-4-15 0,3-4 9 15,4-7-68-15,-1-1-50 0,0-5-16 16,-2 2-1-16,-2-4 0 0,-4 2-78 15,-6-1-116-15,-4 3-55 16,-5 0-11-16,-3 1-153 0,-11 6-353 16,-3 0-729-16</inkml:trace>
  <inkml:trace contextRef="#ctx0" brushRef="#br0" timeOffset="60618.763">13760 9519 1403 0,'0'0'1451'0,"0"0"-1178"0,0 0-63 0,0 0 67 15,0 0 44-15,0 0-4 0,82 28-44 16,-56-17-82-16,3 2-59 0,-1 1 3 16,3 0 63-16,-1 2-110 0,0-3-27 0,-1 2-12 15,-2 0-19-15,1 1-17 0,-5-1-13 16,-3 2 0-16,0 1-2 0,-5-2-1 16,-4 1-42-16,-4 1-22 0,-4 0 3 0,-3 1 18 15,0 0 10-15,-11 3-13 0,-7 3-6 0,-3-2 31 16,-4 4-4-16,-2-2 4 0,-3 0 5 15,-2-3-27-15,0-2-39 0,0-3-66 16,-1 0-81-16,-1-4-107 0,2-4-266 16,10-3-632-16,-9-6-1018 0</inkml:trace>
  <inkml:trace contextRef="#ctx0" brushRef="#br0" timeOffset="61142.44">15276 9863 1941 0,'0'0'1343'0,"0"0"-1091"15,0 0-59-15,0 0 105 0,102 24 12 31,-65-22-50-31,-2-2-63 0,1 0-65 16,3-5-41-16,2-10-26 0,2 0-41 16,-1-7-24-16,-1-1-2 0,0-3-32 0,-4-2-103 15,-2-1-50-15,-4 2-63 0,0-2-98 16,-4 3-270-16,-7 7-678 0,-4-5-938 0</inkml:trace>
  <inkml:trace contextRef="#ctx0" brushRef="#br0" timeOffset="61474.517">15741 9467 258 0,'0'0'1023'0,"0"0"-522"16,0 0 488-16,-78-14-597 0,58 14-4 16,3 1-15-16,3 7-69 0,-1 2-65 15,4 6-54-15,0 3-34 0,2 4-25 0,1 4-4 16,5 3-3-16,-1 4-18 0,4 2-35 16,0 6-11-16,0 2-15 0,4 3-13 15,2 5-12-15,3-1-12 0,-4 3 9 16,3 0-1-16,-2 0-10 0,1-2-2 15,1 0 2-15,-2-3-2 16,1-4 2-16,-1-2-1 16,-1-7 13-16,-1-3-12 0,-2-5 2 0,-2-3 9 15,0-5-9-15,0-2 0 0,-1-6 0 16,-6-4 12-16,1 3-12 0,-2-5-3 16,-3-2-41-16,-1-2-47 0,-3-2-4 15,-2 0-5-15,-1-4-16 0,0-4-15 16,-1-8-37-16,3-2-23 0,2-6-25 0,2-2-120 0,3-3-149 15,7-2-188-15,2 8-295 0,1-8-250 0</inkml:trace>
  <inkml:trace contextRef="#ctx0" brushRef="#br0" timeOffset="61721.838">16233 9733 447 0,'0'0'2218'0,"0"0"-1427"0,0 0-462 16,0 0-96-16,0 0 98 0,0 0-22 15,-53 85-54-15,44-57-111 0,4 5-43 16,2 4-10-16,3 1 10 0,0 5 8 0,3 0-15 0,3-1-24 16,4-3-37-16,0-6-32 0,2-5-1 15,1-4-15-15,1-6-9 0,-1-7-28 0,3-2-15 16,1-6-66-16,-1-3-77 0,3-5-29 15,-2-9-74-15,-1 1-310 0,3-17-937 0</inkml:trace>
  <inkml:trace contextRef="#ctx0" brushRef="#br0" timeOffset="62122.588">16439 9843 871 0,'0'0'2651'0,"0"0"-2257"16,0 0-275-16,0 0 11 0,0 0 31 16,0 0 78-16,0 0-103 0,59-67-109 15,-43 53-8-15,-1 3-17 0,0 1-1 16,1 4-1-16,-2 0 11 0,-2 2-10 0,-1 4-1 16,-2 0 2-16,1 4 20 0,-3 4-1 15,-1 2 19-15,0 5 6 0,-2 1 21 16,1 2 4-16,-1 4-10 0,-2-2 0 0,1 5 6 15,-3 1-9-15,0 0 5 0,0 1-5 16,0 0-3-16,0 0-16 0,0 1-8 16,-1-3-13-16,-2 0 3 0,-1 0 3 0,3-3-9 15,-1 0-2-15,1-4-12 0,1-3-1 16,0-1 0-16,0-4-2 0,0-2-14 16,0-4-8-1,0 0-24-15,0-4-83 0,0 0-30 16,0 0-1-16,-3 0 16 0,1 0-5 0,1 0 4 15,-1-1-8-15,-1-1-18 0,1 1-11 16,-3 1-87-16,1-1-99 0,-2-1-80 16,-1-1-142-16,4 1-435 0,41 14-379 0</inkml:trace>
  <inkml:trace contextRef="#ctx0" brushRef="#br0" timeOffset="62338.306">16525 10258 1163 0,'0'0'215'15,"0"0"1401"-15,0 0-1242 0,0 0-85 16,0 0 60-16,0 0-20 0,0 0-45 16,0 0-90-16,0 0-22 0,0 0 41 0,0 0-39 0,58 32-62 15,-41-32-30-15,0 0-12 0,2 0-16 16,-2 0-14-16,1-3-25 0,-1-2-15 16,-1-1-15-16,0 1-16 0,-2-3-78 15,1-1-70-15,-2 2-46 0,-1-5-7 16,-4 1-143-16,-1 0-339 0,-3 4-805 15,-4-6-827-15</inkml:trace>
  <inkml:trace contextRef="#ctx0" brushRef="#br0" timeOffset="62660.494">16394 9501 1843 0,'0'0'1041'0,"0"0"-676"16,0 0-107-16,0 0-18 15,0 0 147-15,0 0-1 16,0 0-88-16,0 0-135 0,0 0-87 0,0 0-48 15,0 0 54-15,40 6 25 0,-15-6 29 16,5 0-75-16,-1 0-28 0,1 0-11 16,2-3-1-16,1 0-18 0,-2 1-3 15,0-2-15-15,4-1-13 0,-4-2-93 16,2 0-77-16,-1-2-37 0,1-1-121 0,-8 0-361 16,9-2-870-16</inkml:trace>
  <inkml:trace contextRef="#ctx0" brushRef="#br0" timeOffset="62923.84">17236 9524 1091 0,'0'0'2104'0,"0"0"-1719"16,0 0-161-16,0 0-10 0,36 72 195 16,-26-50-27-16,0-1-143 0,3 3-93 15,-1 2-54-15,0 0-16 0,0 2-6 16,-2-2-22-16,1 1-14 0,-3 2-13 15,-2-1-18 1,-3 0 0-16,-3 0-2 0,0 2-1 0,-5 1 0 16,-4 0-37-16,-6 4-54 0,0 1-6 15,-3 1 42-15,-4 0-27 0,-1-1-46 16,-5-2-40-16,0-6-47 0,-3-2-153 0,-3-6-317 16,-5 2-667-16,8-9-840 0,-20 1 2140 15</inkml:trace>
  <inkml:trace contextRef="#ctx0" brushRef="#br0" timeOffset="65916.395">15492 10801 1266 0,'0'0'1352'16,"0"0"-768"-16,0 0-307 0,0 0-121 0,0 0 77 16,0 0 100-16,-9 77 11 0,9-54-76 15,0 4-87-15,2 7-53 0,-2 4-33 16,0 3-16-16,0 1-15 0,-2 1-19 15,-1-1-14-15,-4-1-10 0,0 0-9 16,0-5-11-16,2-3 0 0,-2-4-1 0,2-5 0 0,0-1-3 16,2-4-15-16,-1-3-7 0,1-4-60 15,2-5-55-15,-1 0-33 0,1-6-11 16,-1 0-34-16,1-1-98 0,1-1-242 16,-2-2-575-16,2-9-717 0</inkml:trace>
  <inkml:trace contextRef="#ctx0" brushRef="#br0" timeOffset="66348.967">15454 11212 2455 0,'0'0'1170'0,"0"0"-987"0,0 0-135 0,0 0 96 16,0 0 116-16,0 0-9 0,-86 58-87 15,74-47-81-15,-3-3-40 0,4 1-25 0,0-2-16 16,1-2 0-16,0 0 20 0,1-2-19 15,-1-2 15-15,0 2-17 0,-1-3 2 16,-1 0 22-16,0 0 3 0,-3-3-4 16,0-1 10-16,2 1-1 0,-1 1-11 15,-2-1-10-15,1 2 12 0,0 0-22 16,-3-1-2 0,-3 0-11-16,-5 2-7 0,-4 0 6 15,-5 0 12-15,-3 4 0 0,-9 1-2 0,-4 2-23 0,-8 0 16 16,-6 0 9-16,-1-1 12 0,-6 0-10 15,-1 2-1-15,-5-2-1 0,-3 1 1 16,-5 1 0-16,-4 2-1 0,-3 1 0 16,-4 2-2-16,2-1-22 0,0 3 24 15,4-3 12-15,6 2-12 0,7-4-12 16,8 2-10-16,6-3-27 0,8 0 22 16,11 0 5-16,9-3 21 0,10-2 1 0,8-2-18 15,9-1-4-15,4-1-11 16,4 0-81-16,1 0-65 0,3 0-50 0,7 0-35 15,7 0-199-15,-5 0-262 0,12-3-739 16</inkml:trace>
  <inkml:trace contextRef="#ctx0" brushRef="#br0" timeOffset="66687.785">13608 11240 1364 0,'0'0'16'0,"0"0"634"16,0 0-255-16,-77 72-72 0,49-47-12 15,1 2-45-15,-1-1-57 0,2-1-79 16,2 4-70-16,1-4-19 0,3 2-12 16,0-2-14-16,1 0 1 0,1 0-3 15,1-2-10-15,1 1 9 0,2-3 7 0,2-1 22 0,4-3 16 16,1 0-7-16,4-2-8 0,3-2-24 15,0-1-18-15,4 2 19 0,6 3 31 16,3-1 3-16,4 1 34 0,2-2 40 16,3 3-3-16,4-1-47 0,5 2-27 15,5-1 17-15,3-1-33 0,7-2-7 16,6 0-27-16,0-5-13 16,6-1-26-16,2-3-119 0,5 0-83 15,0-6-109-15,-16 0-292 0,26 0-1014 0</inkml:trace>
  <inkml:trace contextRef="#ctx0" brushRef="#br0" timeOffset="68291.081">17031 11293 49 0,'0'0'2644'0,"0"0"-2210"0,0 0-141 0,0 0-20 16,0 0 29-16,0 0-42 0,0 0-74 15,0 0-4-15,20 76-31 0,-17-33-52 0,-3 7-32 16,0 6 0-16,0 2 0 15,0 3-6-15,-1 2-3 0,-2-2-15 0,0-4-28 16,-3 0-15-16,-1-8-2 0,3-7-13 16,1-8 3-16,1-9 0 0,2-9-1 0,0-4-8 15,0-8-43-15,2-3-31 0,2-1-3 16,2-8 28-16,1-8 15 0,4-3 6 16,3-7 6-16,1-4 9 0,-2-4 9 15,5 0 24 1,-2 2-1-16,-1 3 2 0,1 3-1 0,1 5 1 15,-2 2 28-15,-1 9 12 0,-5 3 6 16,0 5-6-16,-2 2-7 0,-4 0-2 16,-2 0-29-16,-1 4 14 0,0 3 5 15,-1 1-21-15,-9 6-18 0,-3 3-59 16,-4 3 12-16,-1 2 4 0,-5-1-1 16,2-1-3-16,2 0 4 0,0-4 45 0,4-4 16 0,3-1 37 15,6-4-15-15,3-1 12 0,3-3 15 0,0 4-18 16,9-1 18-16,3 2 10 0,4 1-13 15,4-1 6-15,1-1 9 0,3 2-12 16,2-2-3-16,2-5-9 0,-1 1-16 16,-3-1-21-16,-2-2-15 0,0-3-10 15,-4-6-23-15,1-3-50 0,0-4-50 16,-2-5-58-16,-2-2-101 0,-2-4-342 16,-5 6-749-16,-2-10-772 0</inkml:trace>
  <inkml:trace contextRef="#ctx0" brushRef="#br0" timeOffset="68520.299">16924 11101 2947 0,'0'0'692'0,"0"0"-418"16,0 0-139-16,0 0 156 0,0 0 61 0,0 0-57 15,95-22-139-15,-60 14-105 0,4-3-51 16,3 1 0-16,2 0-3 0,1-4-36 16,4 0-93-16,0 2-85 0,5-4-85 0,-15 6-253 15,18-6-947-15</inkml:trace>
  <inkml:trace contextRef="#ctx0" brushRef="#br0" timeOffset="70842.775">8357 11343 143 0,'0'0'1639'0,"0"0"-1188"0,0 0-224 0,0 0-79 15,0 0 558-15,0 0-297 0,0 0-182 16,0 0-73-16,0 0-35 0,0 0-17 0,0 0-15 15,-77 31-22-15,63-16-18 0,1-1-7 16,1 6-19-16,-2 2 10 0,2 2-18 16,0 4-12-16,0 3 2 0,3 7-3 15,-2 4-2 1,4 5-14-16,2 3-12 0,1 3 7 16,4 1 21-16,0 0-34 0,9 0-9 0,2-3-44 15,8-6-56-15,2-2 18 16,7-3-35-16,2-6 12 0,3-6-73 0,6-2-55 15,3-7-50-15,6-4-112 0,-11-5-542 16,28-8-605-16</inkml:trace>
  <inkml:trace contextRef="#ctx0" brushRef="#br0" timeOffset="71483.248">11507 11357 3172 0,'0'0'569'0,"0"0"-305"0,0 0-41 16,0 0 1-16,0 0 59 0,0 0-50 16,81 38-65-16,-60-21-33 0,2 4-20 0,-4 3-45 15,1 2-40-15,-1 2-5 0,-3 1-7 0,-3 1-18 16,-3 1 1-16,0 1 2 0,-5 2 9 16,-4-3-12-16,-1 4 0 0,-4-1-32 15,-8 0-69-15,-4 2-48 0,-1 1-40 16,-6 1-19-16,-3-2-25 0,-3 0-139 15,-1-4-263 1,8-7-493-16,-18 0-426 0</inkml:trace>
  <inkml:trace contextRef="#ctx0" brushRef="#br0" timeOffset="72145.969">8658 11812 1011 0,'0'0'758'0,"0"0"-19"16,0 0-3-16,0 0-298 0,0 0-164 15,0 0-54 1,0 0-52-16,0 0-94 0,0 0-59 16,0 0-14-16,0 0-2 0,32-66 1 15,-18 53-1-15,1 2-1 0,0 3 1 0,1 2 0 16,3 1-1-16,-3 5-13 0,4 0 14 16,-4 7 2-16,3 2 26 0,-2 3 17 15,-1 3-7-15,-2 1-7 0,-1 3-17 16,0 1 8-16,-3 5 4 0,-1 0-13 0,-3 2-9 0,-2 3 7 15,0-4-10-15,0-1-28 0,-1-5-43 16,-1-4 15-16,-1-6-6 0,1-1-55 16,1-7-58-16,0-2-83 0,1 0-172 15,0-4-355-15,6-17-1110 0</inkml:trace>
  <inkml:trace contextRef="#ctx0" brushRef="#br0" timeOffset="72315.185">9046 11656 225 0,'0'0'2450'0,"0"0"-2036"0,-54 70-196 16,31-38 169-16,-3 4 82 0,2 4-63 15,-2-2-132-15,0 0-118 0,3-4-43 16,4-4-61-16,0-3-49 0,5-6-3 16,3-6-21-16,2-3-56 0,0-3-85 15,1-3-19-15,0-6-44 0,0 0-120 16,2 0-329-16,-7-6-699 0</inkml:trace>
  <inkml:trace contextRef="#ctx0" brushRef="#br0" timeOffset="72546.981">8691 11439 1747 0,'0'0'983'0,"0"0"-537"0,0 0 27 16,0 0-56-16,91-8-183 0,-59 3-101 16,1 2-46-16,2-2-26 0,5-4-27 15,0 1-34-15,1 0-24 0,2-2-26 0,-2-1-145 16,0 6-66-16,2-2-99 0,-6 4-221 16,-8 1-632-16,4 2-718 0</inkml:trace>
  <inkml:trace contextRef="#ctx0" brushRef="#br0" timeOffset="73032.325">9352 11672 2032 0,'0'0'673'0,"0"0"-275"15,0 0-6-15,0 0 28 0,0 0-47 16,9 78-76-16,-7-59-109 0,-1 4-59 0,2-1-22 15,-1 1-15 1,-1 1-19-16,-1 0-21 0,0-1-46 16,0-6-6-16,0-3-21 0,0-5-25 15,3-2-73-15,-3-2-40 0,3-3-41 16,-2-2-19-16,2 0-126 0,-2 0-369 16,4-11-796-16</inkml:trace>
  <inkml:trace contextRef="#ctx0" brushRef="#br0" timeOffset="73224.898">9507 11785 1714 0,'0'0'636'0,"0"0"-210"15,0 0 96-15,0 0-81 0,0 0-51 0,0 0-97 16,0 0-99-16,0 0-40 0,93 9-31 16,-67-9-37-1,2-2-28-15,1-5-46 0,-2-2-12 16,0 0-13-16,-1-1-48 0,-3-2-80 0,-2 0-81 15,-1-2-106-15,-5 2-259 0,-4 1-690 16,-4-4-975-16</inkml:trace>
  <inkml:trace contextRef="#ctx0" brushRef="#br0" timeOffset="73470.592">9812 11600 1835 0,'0'0'713'16,"0"0"-442"-16,0 0 30 0,0 0 132 15,0 0-20-15,0 0-146 0,0 0-112 16,0 0-40-16,81 51 21 0,-62-43 27 16,-2-2-56-16,-1 1-58 0,-3 0-30 0,0 4-16 0,-4-1 15 0,-4 2 3 15,-2 2-18-15,-3 1-3 0,0 5-1 16,-7 2-78-16,-5 1-28 0,-5 2-13 16,0 2 6-16,-3-2 0 0,-2-3-7 15,3-3-41-15,2-4-8 0,1-3-94 16,3-4-81-16,3-5-112 0,6 0-291 15,-5-3-820-15</inkml:trace>
  <inkml:trace contextRef="#ctx0" brushRef="#br0" timeOffset="83312.239">10448 11251 1759 0,'0'0'691'0,"0"0"-543"0,0 0 290 0,0 0 15 16,0 0-90-16,0 0-67 0,0 0-63 0,0 0-53 15,0 0-35-15,-19-40-38 0,29 37-36 16,6-1-1-16,6 1 28 0,5 1 3 15,3 0-13-15,4 2-21 0,0 0 0 16,2 0-25-16,-4 0-14 0,4 0-26 16,-3 0 0-16,-1 0-2 0,-1-1-1 15,-2-3-42-15,-2-1-48 0,-2-1-34 16,-2 3-40-16,-3-2-43 16,-4 3-146-16,-6 2-234 0,-4 0-617 15,-6 0-636-15</inkml:trace>
  <inkml:trace contextRef="#ctx0" brushRef="#br0" timeOffset="83861.031">10478 11419 2345 0,'0'0'648'16,"0"0"-287"-16,0 0-66 0,-3 66 27 0,3-36-15 15,0 2-35-15,2 10-99 16,-1 1-78-16,1 8-39 0,-1 5-32 16,-1 4-6-16,0 2-18 0,0-1-15 0,0-5-40 15,0-12 6-15,0-7 24 0,0-13 10 16,0-10-28-16,0-5-43 0,0-8-35 16,0-1 4-16,0 0-1 0,2-7 18 15,2-6-16-15,0-6 12 0,3-8 47 16,-2-5-6-16,2-3-34 0,-1-5 5 15,1 2 10-15,0 0 18 0,2 3 20 0,2 9 44 0,2 2 3 16,4 7 99-16,-1 4 31 0,0 3-7 16,3 7-54-16,-2 1 7 0,-4 2-26 15,1 5-8-15,-3 2-5 0,-4 7-2 16,-3 4-7-16,-2 4-31 0,-2 2-28 16,-2 4-70-16,-5-2-34 0,-2 0-6 15,-3-2-7-15,1-2 2 0,-3-2-32 0,1-3-16 0,1-7 21 16,-2 0 73-16,4-3 43 0,0-6 50 15,1-1 4-15,1 0 13 0,0 0 42 16,2-6 16-16,2 0 22 0,0 0 38 16,4 2-13-16,0 1-45 0,0 0 13 15,7 3 41-15,2-2 0 0,1 2-20 16,6 0 16 0,0 5-4-16,2 2 38 0,2 3 60 0,-1 3-50 15,-2-1-28-15,1-1-47 0,-1 2-52 16,-2-4-40-16,0 0-26 0,-3-2-17 15,2-5-44-15,-1 1-79 0,0-3-76 16,0 0-74-16,-1-3-151 0,-4-3-502 0,1-7-592 16</inkml:trace>
  <inkml:trace contextRef="#ctx0" brushRef="#br0" timeOffset="84058.288">10866 11767 284 0,'0'0'1997'15,"0"0"-1497"-15,0 0-179 0,0 0 103 16,0 0 5 0,92 74-29-16,-69-56-1 0,-4 1-212 15,1-1-120-15,-1 0-52 0,-2-3-15 16,0-1-75-16,-4-2-81 0,0-5-78 16,2-3-26-16,-1-4-54 0,-1 0-184 15,-4-4-554-15,4-12-450 0</inkml:trace>
  <inkml:trace contextRef="#ctx0" brushRef="#br0" timeOffset="84214.889">11190 11725 1061 0,'0'0'1913'15,"0"0"-1580"-15,0 0-165 0,0 0 82 16,-98 78 84-16,69-47-97 0,-2 1-125 16,0 5-59-16,1 1-25 0,3-4-28 15,-1 1-25-15,7-4-62 16,-1-1-87-16,2-2-74 0,1-4-39 15,2 0-126-15,5-6-287 0,-8 7-724 0</inkml:trace>
  <inkml:trace contextRef="#ctx0" brushRef="#br0" timeOffset="92647.606">5745 13501 1137 0,'0'0'1934'0,"0"0"-1602"0,0 0-198 15,0 0 68-15,0 0 154 0,0 0-2 16,-13 65-107-16,12-36-99 0,1 7-53 16,-1 4 0-16,1 7 2 0,0 4 1 15,0 4-25-15,0 3-12 0,0 4-19 0,-2 2-14 16,-2 5-26-16,-5 5-1 0,-1 3-1 16,0 4-2-16,-4 1-26 0,1 1-8 15,-2-2-1-15,1-1 16 0,-1-4-22 16,1-4-14-16,2-7 26 0,1-5 7 0,2-7-13 15,2-9 16-15,4-6-43 0,2-9-16 0,1-7 1 16,0-7-1-16,4-6-31 0,3-7-46 16,-1-2-57-16,4-4-26 0,3-7-44 15,3-7-89-15,-3-3-229 0,-1 2-432 16,3-16-262-16</inkml:trace>
  <inkml:trace contextRef="#ctx0" brushRef="#br0" timeOffset="93101.619">6528 13784 1045 0,'0'0'2150'0,"0"0"-1749"0,0 0-246 15,0 0 33-15,0 0 191 0,0 0 32 16,0 0-120-16,-36 88-144 0,19-45-62 16,-2 8-24-16,-4 9-15 0,-3 5-4 0,0 5-24 15,-3 2-15-15,-1 2 0 0,0 0-3 0,-3 3-24 16,2 1-24-16,-2-2 8 0,4-5 1 16,2-11-10-16,8-12-6 0,2-10 6 15,7-16 7-15,5-11-23 0,2-7-42 16,3-4-49-16,0-8-38 0,2-9-57 15,5-12 4-15,2-9-65 0,8-11-112 0,1-8-273 16,-1 11-404-16,7-29 10 0</inkml:trace>
  <inkml:trace contextRef="#ctx0" brushRef="#br0" timeOffset="93302.131">6403 14016 450 0,'0'0'1277'16,"0"0"-803"-16,0 0-151 0,51-75-26 16,-39 64 33-16,0 5-33 0,-1 4-47 15,2 2-55 1,3 6 4-16,1 10 13 0,0 6-2 15,1 9-6-15,-1 11-41 0,-4 5-47 16,-3 7-40-16,-1 4-8 0,-5 3-26 0,-2-1-17 16,-2 2-24-16,0-3-1 0,0-2-1 15,-5-6-45-15,1-6-33 0,2-5-35 16,-1-9 26-16,2-5-11 0,1-7-27 16,0-7-25-16,0-6-84 0,0-6-173 15,0 0-319-15,-3-9-766 0</inkml:trace>
  <inkml:trace contextRef="#ctx0" brushRef="#br0" timeOffset="93465.023">6398 14505 1979 0,'0'0'738'0,"0"0"-494"16,0 0-10 0,0 0 94-16,0 0-22 0,0 0-63 15,0 0-22-15,87-30-78 0,-54 16-81 16,4-4-30-16,-2-3-32 0,4 1-112 15,-4-2-111-15,0 1-88 0,-6 1-144 0,-7 7-579 16,1-4-1190-16</inkml:trace>
  <inkml:trace contextRef="#ctx0" brushRef="#br0" timeOffset="94304.493">7151 14420 1489 0,'0'0'595'15,"0"0"-210"-15,0 0-8 0,0 0 24 0,0 0-29 0,0 0-79 16,0 0-35-16,0 0-50 0,0 0-41 16,0 0-16-16,-54 66-3 0,51-30-29 15,2 6-27-15,0 3-3 0,1 0-16 16,0-6-15-16,0-5-13 0,0-7-33 15,1-4-12-15,6-11-24 0,2-5-6 16,1-7-37-16,3 0-13 0,3-12 35 0,2-4-32 0,1-5-21 16,1-5-31-16,0-4-3 0,-2 1 30 15,-4 0 28-15,1 5 15 0,-4 4 59 16,-2 3 0-16,-5 6 0 0,0 5 13 16,-2 4 12-1,-1 2 33-15,-1 0 32 0,0 6 12 16,0 3-19-16,0 2 33 0,0 7-15 15,-1 3-18-15,-2 4 2 0,0 1 3 16,-1 4-2-16,-1 0 32 0,0-1-24 0,2 0-36 16,0-5-58-16,3-6-25 0,0-6-53 15,3-4-38-15,5-3-2 0,1-5 11 16,3-3 0-16,5-10-30 0,2-7-81 16,4-4-131-16,1-8-218 0,-4 6-550 0,12-17-177 15</inkml:trace>
  <inkml:trace contextRef="#ctx0" brushRef="#br0" timeOffset="94488.134">7786 14097 2149 0,'0'0'604'15,"0"0"-334"-15,0 0-5 0,0 0 148 0,0 75 59 16,0-35-90 0,0 7-121-16,-1 5-101 0,-1 2-38 0,2-1 9 15,0 0-12-15,0 0-75 0,0-5-44 16,2-2-45-16,-1-6-74 0,2-5-30 0,-2-8 17 15,2-8-24-15,0-7-20 0,-1-5-127 16,-1-3-233-16,-1-2-691 0,0-2-821 16</inkml:trace>
  <inkml:trace contextRef="#ctx0" brushRef="#br0" timeOffset="94651.79">7593 14502 1117 0,'0'0'1695'0,"0"0"-1339"0,0 0-174 15,0 0 82-15,0 0 26 0,0 0-11 16,0 0-2-16,79-6-126 0,-44 1-15 0,8-4-93 16,5-5-16-16,2-1-27 0,-1-3-76 15,3-1-124-15,-2 5-63 0,-2-1-132 0,-12 5-217 16,13 1-969-16</inkml:trace>
  <inkml:trace contextRef="#ctx0" brushRef="#br0" timeOffset="95121">8880 14118 1747 0,'0'0'1491'0,"0"0"-1223"0,0 0-81 0,0 0 90 16,0 0 95-16,0 0-75 15,0 0-27-15,-81 43-123 0,64-7-65 16,2 10-18-16,1 8 10 0,4 8-14 16,1 4-2-16,2 2-28 0,3-1-8 15,1 0-21-15,3-3-1 0,0-3-25 16,7-5-8-16,3-9-22 0,0-9-66 0,2-9-7 15,5-13-10-15,3-7-40 16,2-9-59-16,4-2-95 16,1-13-206-16,-5-1-612 0,8-19-948 0</inkml:trace>
  <inkml:trace contextRef="#ctx0" brushRef="#br0" timeOffset="95499.566">9240 14291 3116 0,'0'0'506'16,"0"0"-392"-16,0 0 128 0,0 0 136 0,0 0-35 16,0 0-76-16,94 6-89 0,-64-4-72 15,3-1-30-15,1-1-18 0,-1 0-29 16,-3 0-28-16,-1 2-2 16,-5-2 1-16,-2 5-15 0,-8 2-18 0,-5 0-19 15,-2 5-33-15,-7 5-4 0,-3 6 32 0,-10 6 11 0,-6 4-12 16,-5 4 9-16,-5 3 24 0,0 1 13 15,-2-1 11-15,0 0 1 0,1-4 3 16,4-1 0-16,3-4 34 0,4-4-36 16,4-3 11-16,6-5 28 0,3-6 3 15,6 1-43-15,0-3-3 0,4 1 3 16,5-1 15 0,5 2 28-16,5-1 21 0,4-1-19 15,2 0 4-15,1-3 0 0,2 0-28 0,0-4-18 16,2-3-3-16,1-1-32 15,0 0 16-15,1-1-72 0,-2-8-34 0,-4-3-43 16,-3-3-35-16,-3-3-78 0,-4-1-181 16,-3 2-333-16,2-11-948 0</inkml:trace>
  <inkml:trace contextRef="#ctx0" brushRef="#br0" timeOffset="95685.012">9786 14393 2977 0,'0'0'479'0,"0"0"-352"0,0 0 41 16,0 0 140 0,0 0 85-16,-76 87-73 0,56-59-133 15,-3 1-107-15,-2 3-31 0,-2 1-22 16,-2 5-27-16,-1-1-1 0,0 2-23 0,-2 1-41 16,3-3-54-16,-1-1-28 0,3-1-72 15,2-4-29-15,3-5-109 0,4-6-237 16,6-6-643-16,0-3-757 0</inkml:trace>
  <inkml:trace contextRef="#ctx0" brushRef="#br0" timeOffset="96069.78">9935 14959 2493 0,'0'0'704'0,"0"0"-360"16,-2 70-129-16,0-34 61 0,-3 10 18 16,-2 4 0-16,1 5-54 0,-4 1-111 15,0 1-86-15,-2-2-16 0,1-3-25 0,4-8-2 0,0-3 0 16,4-10-52-16,1-6-76 0,2-7-41 16,0-9-47-16,5-7-14 0,0-2-92 15,3-11-235-15,-3-1-613 0,-3-16-459 0</inkml:trace>
  <inkml:trace contextRef="#ctx0" brushRef="#br0" timeOffset="96290.937">9980 14964 2801 0,'0'0'510'16,"0"0"-243"-16,0 0 80 0,0 0 69 15,0 0-156-15,77-62-57 0,-67 58-35 0,-1 3-30 0,-2 1-31 16,0 0-28-16,-2 0-43 0,-4 3-34 15,1 2 0-15,-2 3-2 0,0 5-28 16,-6 2-36-16,-7 6-33 0,0 2-16 16,-6 1-40-16,3 2-41 0,-2-2-40 15,3-1-43-15,2-6-103 0,6-1-105 16,3-6-99-16,4-3-169 0,0-3-70 0,3-4-315 16</inkml:trace>
  <inkml:trace contextRef="#ctx0" brushRef="#br0" timeOffset="97589.815">10371 14790 1208 0,'0'0'1589'16,"0"0"-1226"-16,0 0-165 0,0 0-20 16,0 0 55-16,0 0 6 0,0 0-53 15,0 0-34-15,94-29-37 0,-65 26-22 16,-3-1-16-16,-4 4-16 0,-4 0-12 16,-2 0-15-16,-6 2-19 0,-4 4-15 0,-2 3 0 15,-1 2 45-15,-3 1 19 0,0 2-15 0,0 2-15 16,-7 0-13-16,1 0-21 0,-4 0-24 15,2 0-13-15,0 0-3 0,-2-4 0 16,0 2 10-16,0-3-1 0,3 0 16 16,-2-4-4-16,4 2 17 0,0-3-19 15,4 0-7-15,-1-1 0 0,2-2-9 0,0 2 9 0,2 1 7 16,4-1 21-16,1 0 40 0,1 1-26 16,1-3-14-16,1-1 0 0,1-2-12 31,3 0-56-31,3-8-71 0,2-5-100 0,2-5-179 15,-4 3-561-15,5-15-788 0</inkml:trace>
  <inkml:trace contextRef="#ctx0" brushRef="#br0" timeOffset="98058.213">10988 14102 1079 0,'0'0'723'15,"0"0"-214"1,0 0-80-16,0 0-24 0,0 0-10 15,0 0-45-15,0 0-73 0,0 0-57 16,0 0-34-16,0 0-44 0,0 0-35 0,2 50-18 16,-2-49-18-16,0-1-13 0,0 2-6 15,1-1 0-15,2 1-7 0,0 2 7 16,0 3-12-16,1 1-4 0,3 1 4 16,-1 2-4-16,4 2 13 0,-2 1-4 0,4 3 4 15,0 1-7-15,2 2-5 0,2 3-16 0,4 5 0 16,-2 1 0-16,2 6-19 0,-2 1 15 15,-2 2-17-15,-1 2 0 0,-4-1-3 16,-3 3-18-16,-5-1-21 0,-3 0-1 16,0 0-5-16,-9-1 11 0,-7-2-2 0,-1-1-19 15,-8-3-18 1,-1 0-27-16,-1-3-25 0,-2-5-68 16,0 1-87-16,5-7-151 0,1-3-262 15,7-6-719-15,3-7-660 0</inkml:trace>
  <inkml:trace contextRef="#ctx0" brushRef="#br0" timeOffset="98744.09">11599 13797 1899 0,'0'0'1082'16,"0"0"-666"-16,0 0-153 0,0 0 68 0,0 0 53 16,0 0-7-16,38 90-101 0,-29-49-78 15,3 7-83-15,-3 9-29 0,3 4-8 0,-1 10-20 16,1 7-28-16,-1 7-15 0,-1 7-14 16,0 3-1-16,-1 4-15 0,1-4 0 15,-3 0-21-15,2-8-19 0,-2-4-39 16,2-10-34-16,-2-11-51 0,0-10-20 0,2-11-136 15,1-14-128-15,-1-10-36 0,-1-8-177 0,1-5-554 16,-2-5-364-16</inkml:trace>
  <inkml:trace contextRef="#ctx0" brushRef="#br0" timeOffset="98960.449">12275 14451 2395 0,'0'0'1590'0,"0"0"-1208"0,0 0-119 0,0 0 99 16,0 0-36-16,95 10-74 0,-74-5-70 16,2-1-107-16,1-3-63 0,-1 2-12 0,3-3-12 15,-1 0-24-15,1-6-91 0,-2 2-49 16,2-4-88-16,-6 1-247 0,-5 4-678 15,-8 3-964-15</inkml:trace>
  <inkml:trace contextRef="#ctx0" brushRef="#br0" timeOffset="99145.504">12291 14849 3335 0,'0'0'542'0,"0"0"-420"16,0 0 175-16,0 0 53 0,0 0-70 15,0 0 16-15,104 9-99 0,-70-19-84 16,2-2-47-16,2-4-66 0,-2 1-9 16,0-1-24-16,1-2-113 0,-4 5-51 0,1-1-84 0,-3 4-212 15,-9 3-652-15,7 1-1272 0</inkml:trace>
  <inkml:trace contextRef="#ctx0" brushRef="#br0" timeOffset="99946.491">14057 14387 1524 0,'0'0'2016'15,"0"0"-1647"-15,0 0-199 0,0 0 27 16,12 68 131-16,-1-29-45 0,4 8-87 0,0 11-71 15,2 4-55-15,2 4-13 0,0 4 7 16,-3 1 0-16,-1-2-22 0,-3 1-14 0,-1 0-28 16,-5-4-17-16,-3 0-14 0,0-4-36 15,-2-4-30-15,-1-5-43 0,0-10 3 16,0-7 24-16,0-7 2 0,0-11-36 16,0-7-63-16,0-7-67 0,0-4-59 0,0-7-62 0,0-1-319 15,0-23-847-15</inkml:trace>
  <inkml:trace contextRef="#ctx0" brushRef="#br0" timeOffset="100247.109">14131 14496 1899 0,'0'0'1414'16,"0"0"-1172"-16,0 0-110 0,0 0 117 15,104-76 49-15,-69 59-28 0,-2 1-60 16,4 2-106-16,-6 2-39 0,-3 3-22 16,-6 2-34-16,-5 5-9 0,-5 2-25 0,-5 4-8 0,-4 7 16 15,-3 8 17-15,-8 3 28 0,-9 9-28 16,-4 5-74-16,-6 3-43 0,-1 1-21 16,-2-2 17-16,3-5 16 0,-1-4 18 15,4-3-7-15,-1-4-51 0,4-4 13 16,2-4-76-16,2-5-13 0,5-3-22 15,2-5 54-15,3-1-39 16,2 0-120-16,4-1-31 0,-1-4 32 16,2-3-5-16,0 2-6 0,0-7-186 0</inkml:trace>
  <inkml:trace contextRef="#ctx0" brushRef="#br0" timeOffset="100632.754">14639 13872 2677 0,'0'0'430'15,"0"0"-161"-15,0 0 7 0,79-33 89 0,-55 27-52 16,-2 3-97-16,-2 3-98 0,-4 0-66 15,-3 9-37-15,0 0 16 0,-4 7-18 16,-4 2-13-16,-2 2 0 0,-3 5 19 16,0 1 2-16,-8 5-21 0,-8 3-25 15,1 3-34 1,-2 1-2-16,0-4 28 0,1-3 33 0,4-5 37 16,4-5 12-16,4-5-29 0,4-7-20 15,0 1-18-15,3-4 18 0,8-4 22 16,2 2-7-16,7-3 3 0,7-1 7 15,4 0-10-15,5-1 19 0,4-6-34 16,3 1-3-16,1 0-52 0,-1 1-179 16,3 1-104-16,-3 2-184 0,-8 1-669 0,15 1-1291 0</inkml:trace>
  <inkml:trace contextRef="#ctx0" brushRef="#br0" timeOffset="100903.758">15456 14681 3491 0,'0'0'631'15,"0"0"-398"-15,0 0-152 0,0 0 46 0,0 0 27 16,0 0 122-16,0 0-35 0,0 0-128 0,95 12-59 15,-62-9 4-15,3-3-25 0,3 0-2 16,3-7-31-16,0-2 0 0,2-2-25 0,0-1-26 16,-2-2-86-16,-2 1-61 0,-4 1-62 15,-5 1-122-15,-6 1-350 0,-2 0-1415 0</inkml:trace>
  <inkml:trace contextRef="#ctx0" brushRef="#br0" timeOffset="101396.854">16667 14266 189 0,'0'0'1282'0,"0"0"218"0,0 0-1164 0,21 86-60 0,-15-42 2 15,0 6-14-15,-2 6 1 0,0 7-30 16,0 5-69-16,-2 7-62 0,-1-1-28 16,-1 3 13-16,0 1-22 0,0 0-15 15,0-3-49-15,-3-2-3 0,-1-3-36 16,0-8-13-16,3-6-21 0,-1-9 8 15,1-8 10-15,1-4-52 0,0-11 21 16,3-9-9-16,2-7 24 0,1-6-68 16,-2-5-47-16,2-11-37 0,-1-11-85 15,-1-6-152-15,-1 1-504 0,-3-25-914 0</inkml:trace>
  <inkml:trace contextRef="#ctx0" brushRef="#br0" timeOffset="101634.793">16674 14483 1193 0,'0'0'1893'0,"0"0"-1548"0,0 0-117 15,0 0 59-15,49-86-52 0,-26 66-95 16,1-3-19-16,5 2-22 0,0 2-9 0,5 1-10 16,-3 5-3-16,-4 2-28 0,1 5-9 15,-5 4-25-15,-6 2 2 0,-7 5-17 16,-6 5 0-16,-4 8 19 0,-6 4 51 0,-11 8-15 15,-6 4-55-15,-9 4-40 0,-5 2-48 16,-2 0-4-16,0-2-25 0,0-5-3 16,0 0-106-16,2-3-143 0,8-8-320 0,-10 5-964 15</inkml:trace>
  <inkml:trace contextRef="#ctx0" brushRef="#br0" timeOffset="113576.017">17449 14532 1865 0,'0'0'1008'0,"0"0"-636"0,0 0-175 16,0 0-19-16,0 0 143 0,0 0 2 0,0 0-44 16,94 13-72-16,-73-10-60 0,2 1-46 15,0-4-37-15,0 0 3 0,-1 0-30 16,-2-7-10-16,0-2-27 0,-4-2 0 16,1 0-3-1,-3-2-113-15,-4-1-58 0,-3 1-7 16,-3 3-75-16,-4 2-181 0,0 4-370 15,-16 4-957-15</inkml:trace>
  <inkml:trace contextRef="#ctx0" brushRef="#br0" timeOffset="113745.175">17432 14754 1345 0,'0'0'498'0,"0"0"490"0,0 0-644 15,0 0-73-15,0 0 33 0,0 0-3 16,0 0-50-16,0 0-25 15,82 26-69-15,-60-27-71 0,2-6-40 0,-1 0-43 16,3-4-3-16,0 0-129 0,0-3-90 16,4-3-138-16,-5 4-287 0,11-7-854 0</inkml:trace>
  <inkml:trace contextRef="#ctx0" brushRef="#br0" timeOffset="114377.499">18626 14103 1337 0,'0'0'358'0,"0"0"682"0,0 0-761 15,0 0-26-15,0 0 87 0,0 0-49 32,0 0-68-32,0 0-27 0,0 0-25 15,0 0-66-15,-80 52-22 0,68-32-12 0,1 3-19 16,1 1-6-16,2 2-12 0,2 3-7 16,2 3-25-16,4 2 0 0,0 4 1 15,0 3 14-15,7 2-17 0,2 0-16 16,3 1-2-16,1-1 3 0,-2-3-16 0,3-4-86 0,0-8-43 0,1-6-19 15,-2-9-23 1,4-7-84-16,1-6-147 0,1-5-161 16,-2-9-645-16,-3 1-401 0</inkml:trace>
  <inkml:trace contextRef="#ctx0" brushRef="#br0" timeOffset="114662.462">18900 14186 424 0,'0'0'176'0,"0"0"1883"16,0 0-1593-16,0 0-170 0,0 0 87 16,0 0 10-16,0 0-64 0,0 69-74 15,0-37-77-15,0 7-68 0,0 6-18 16,2 5-7-16,1 8 12 0,-1 6-21 0,1 8-33 31,2 6-19-31,1 4-24 0,0 2 1 0,0 0-1 16,0 0-12-16,3-3-30 0,1-5-22 15,1-8-6-15,3-8-25 0,-2-14-23 16,1-14 14-16,-5-11 21 0,0-11-6 16,-2-7-40-16,-2-3-96 0,-1-12-86 0,0-9-133 15,-1-7-170-15,-2-8-573 0,0 7-616 16,0-23 1770-16</inkml:trace>
  <inkml:trace contextRef="#ctx0" brushRef="#br0" timeOffset="114894.226">18942 14393 1011 0,'0'0'231'0,"0"0"1204"0,0 0-1046 0,0 0-95 16,12-67 51-1,-7 55-18-15,2 3-29 0,-1 1-91 16,3 2-99-16,2 4-46 0,0 0-4 16,0 2-6-16,2 0-33 0,-3 3-1 15,0 7-15-15,0 5 34 0,-4 7 15 16,-2 7 0-16,-4 6-25 0,0 5-27 15,-8 5-11-15,-4-1-22 0,-1 3-22 0,-1-2-7 16,-2-3-5-16,1-7-41 0,1-7-12 0,1-6-4 16,3-6-46-16,3-7-42 0,1-6-107 15,3-3-128-15,2 0-217 0,1-5-615 16,0-1 102-16</inkml:trace>
  <inkml:trace contextRef="#ctx0" brushRef="#br0" timeOffset="115094.847">19314 14539 1858 0,'0'0'1206'0,"0"0"-839"0,0 0-152 16,0 0 81-16,0 0 58 0,0 0-56 16,0 0-65-1,92 25-101-15,-72-25-86 0,1-3-44 0,0-3-2 16,-1-2-102-16,1-2-85 0,0-2-75 15,1-2-153-15,-8 2-648 0,5-3-1451 0</inkml:trace>
  <inkml:trace contextRef="#ctx0" brushRef="#br0" timeOffset="115295.58">19788 14312 1608 0,'0'0'1865'0,"0"0"-1523"0,0 0-176 15,0 0 119-15,11 72 44 0,-8-48-19 16,3 1-68-16,-3 0-108 0,3 1-107 16,1 0-27-1,-3-2 0-15,1 1-58 0,1-3-97 0,-1-1-62 16,2-5-39-16,2-3-171 0,0-5-330 16,0-8-689-16,0 0-507 0,0-17 1934 0</inkml:trace>
  <inkml:trace contextRef="#ctx0" brushRef="#br0" timeOffset="115527.18">20268 14229 355 0,'0'0'2954'16,"0"0"-2536"-16,0 0-188 0,0 0 90 0,44 67-17 16,-35-47 11-16,1 3-100 0,-1 2-123 15,-1-2-48-15,1 6-19 0,-4-1-2 16,-2 3-21-1,-3 2-1-15,0-1-14 0,0 0-26 0,0-2 3 16,-6 1-14-16,-2 0-1 0,-3-5-25 16,-3 0 4-16,-4-3 0 0,-1-4-26 15,-3-3-82-15,-4-1-113 0,-2-2-167 16,-2 0-263-16,7-6-906 0</inkml:trace>
  <inkml:trace contextRef="#ctx0" brushRef="#br0" timeOffset="116150.45">20872 14314 1828 0,'0'0'1392'0,"0"0"-1121"0,10 77-56 16,-4-36 119-16,1 10-3 0,1 7-10 15,-2 9-100-15,0 4-92 0,-2 4-56 0,1 1-18 16,-4 1-15-16,-1 0-22 0,0-2-18 15,0-1-15-15,-3-5-10 0,0-7-60 0,1-10-28 16,0-13 18-16,1-11 15 0,1-13-9 16,0-9-46-16,0-6-110 0,0-6-180 15,0-10-158-15,1-8-527 0,1 2-758 16,-2-21 1799-16</inkml:trace>
  <inkml:trace contextRef="#ctx0" brushRef="#br0" timeOffset="116397.307">20870 14336 205 0,'0'0'2292'0,"0"0"-1754"0,0 0-174 0,0 0 35 16,75-83-63-16,-47 63-111 16,3-2-30-16,0 4-69 0,0 3-31 0,-2 3-46 15,-4 4-24-15,-4 5-25 0,-5 3 0 16,-4 3-12-16,-5 9 12 0,-4 7 28 15,-3 8 21-15,-7 7-49 0,-8 6-15 16,-6 1-31-16,-7 2-55 0,-2-1-41 0,-5 4-68 0,-2-3-86 16,-4 0-164-16,0 0-331 0,8-11-741 15</inkml:trace>
  <inkml:trace contextRef="#ctx0" brushRef="#br0" timeOffset="123364.999">6567 16498 673 0,'0'0'1182'0,"0"0"-40"0,0 0-937 0,0 0-109 15,0 0 111-15,0 66 184 0,-4-38-61 16,-1 3-100 0,1 4-97-16,-4 9-26 0,0 5 7 0,-1 5 9 0,-1 5-32 15,-4 6-32-15,-2 4-14 16,0 1-17-16,-3 4-13 0,-2-2-15 16,-1 1-1-16,3-4-2 0,-1-2-43 15,2-9-27-15,3-8-28 0,1-12 6 16,7-10 27-16,1-13-5 0,4-7-32 15,-1-8-65-15,3-3-85 0,0-10-116 0,0-11-59 16,5-9-53-16,1-9-247 0,-2-7-431 16,4 10 155-16</inkml:trace>
  <inkml:trace contextRef="#ctx0" brushRef="#br0" timeOffset="123796.799">6521 16665 1125 0,'0'0'26'0,"0"0"1088"16,0 0-839-16,0 0-49 0,0 0 60 15,0 0 59 1,0 0-53-16,0 0-53 0,0 0-47 0,76 8 4 16,-63 17-41-16,2 6-31 15,0 7-26-15,-3 4-12 0,3 5-27 0,-3 5-35 16,0 5-22-16,1 2 29 0,-3 0-29 16,-1-2 0-16,-1-4-2 0,-1-3-31 15,-1-3-2-15,0-2 11 0,1-1-18 16,2-3 28-16,-5-6 12 0,-1-9-37 0,-3-7 6 0,0-10-9 15,0-6-37-15,0-3-53 0,-2 0-9 16,-2-3 2-16,-4-6-64 0,-4-4-51 16,-1-4-52-16,-3-3-76 0,-3-5-93 15,-1-2-263-15,-3-3 30 0,-4 2-73 16,1 1 462-16,-4 3 315 0,-2 2-18 16,0 4 20-16,2 5 195 0,0 3 163 0,5 4 239 0,4 4 510 15,2 1-755-15,9 1-56 0,1 0-14 16,6 0 21-16,3 0-62 0,0 0-62 15,0 0-72-15,9-1-62 0,2-1 17 16,7-1 38-16,2-2 9 0,3-1-26 16,0-1-17-16,4 0-33 0,-4-2 1 15,-1 0-33 1,3-1-1-16,-2 0-55 0,1 0-112 0,1 1-95 16,-1 0-120-16,-4 4-293 15,8 2-1173-15</inkml:trace>
  <inkml:trace contextRef="#ctx0" brushRef="#br0" timeOffset="124419.349">7070 17140 365 0,'0'0'17'16,"0"0"2141"-16,0 0-1755 0,0 0-179 16,0 0 41-16,0 0 124 0,0 0-103 0,0 0-80 15,0 0-63 1,-4 91-48-16,4-60-11 0,0 4-10 0,0-2-25 15,5-2-37-15,-1-5-12 0,4-3-14 16,-2-6-14-16,1-7-18 0,1-4 0 16,1-3-13-16,1-3 28 0,2-3 28 15,1-6-9-15,2-7-41 0,-3-1-9 16,1-5 7-16,-2-3 11 0,0 1 44 16,-3 3 2-16,2 4-2 0,-2 5 0 0,0 5-25 15,-2 5 19-15,4 2 6 0,-1 2 41 16,1 10 48-16,3 5 11 0,-3 5-8 15,3 3-12-15,-3 5-21 0,-1-3-10 16,-1-2-3-16,2-2-17 0,-3-7-29 16,2-5-43-16,1-8-47 0,0-3 1 0,1-5 9 0,0-9 0 15,0-10-41-15,1-8-88 0,2-10-136 16,-2-5-194-16,4-3-168 0,-6 11-51 16,7-16-530-1</inkml:trace>
  <inkml:trace contextRef="#ctx0" brushRef="#br0" timeOffset="124601.68">7619 16659 911 0,'0'0'622'0,"0"0"708"0,0 0-952 16,0 0-124-16,0 0 37 0,0 0 21 15,0 0-35-15,0 0 23 0,49 92-39 16,-39-45-78-16,4 6-40 0,-3 4 3 16,0 0-30-16,2-2-59 0,-1-2-55 15,2-3-2-15,-1-5-91 0,0-5-64 0,-2-8 6 16,1-7 18-16,-1-9 24 0,0-5-12 0,-1-5-32 15,-2-5-90-15,-2-1-142 0,-3 0-150 16,0-4-428-16,-3-7-554 0</inkml:trace>
  <inkml:trace contextRef="#ctx0" brushRef="#br0" timeOffset="124782.772">7596 17061 688 0,'0'0'2737'0,"0"0"-2291"16,0 0-342-16,0 0 25 0,0 0 111 0,0 0-11 15,0 0-66-15,0 0-34 16,0 0-25-16,92-12-15 0,-63 5-37 0,1-2-49 16,2-1-3-16,2-2-33 0,-2-2-160 15,3 1-81 1,1 2-98-16,-9 1-266 0,11 2-989 0</inkml:trace>
  <inkml:trace contextRef="#ctx0" brushRef="#br0" timeOffset="125245.67">8675 16671 85 0,'0'0'2443'0,"0"0"-2062"0,0 0-195 0,0 0 66 15,0 0 72-15,0 0-35 0,-20 71-16 16,19-32-71-16,1 11-57 0,1 5-37 16,6 2-9-1,6-1-41-15,0 0-9 0,4-5-6 16,-1-2-40-16,2-4-3 0,-2-3-18 15,-1-5-99-15,-3-10-49 0,4-6-35 16,-5-9-13-16,1-8-40 0,4-4-33 16,-2-8-148-16,-2-2-666 0,1-14-699 0</inkml:trace>
  <inkml:trace contextRef="#ctx0" brushRef="#br0" timeOffset="125631.169">9103 16584 706 0,'0'0'2264'0,"0"0"-1951"16,0 0-100-16,0 0 176 0,0 0-16 16,94-10-72-16,-71 10-95 0,3 0-56 0,0 3-76 15,0 1-47-15,-2 3-27 0,-3 2 0 16,-1 0-1-16,-2 4-1 0,-3 5-25 16,-5 6-19-16,-3 4-49 0,-3 7-10 0,-4 3-8 15,-3 4-2-15,-6-1 23 0,-3 0 26 16,0-4 35-16,-2-2 30 0,-2-4 1 15,-1-4 28 1,2-1 19-16,0-6-26 0,1-2 14 16,5-5 54-16,1-2-9 0,5-5 4 15,3-2-23-15,0 0-18 0,6 0-3 0,4 1 3 16,5-2 30-16,3 3 19 0,1-2-19 16,4-3-6-16,2 0 22 0,1 0-10 15,2-1 3-15,3 0-31 0,-2-3-14 16,1-3-19-16,0-1-17 0,-1-2-1 0,-3-3-21 0,1-1-55 15,-4-1-49-15,-1-2-30 16,-5 1-40-16,-1-2-48 0,-3 1-133 0,-3-2-289 16,-3 4-609-16,-5-10-714 0</inkml:trace>
  <inkml:trace contextRef="#ctx0" brushRef="#br0" timeOffset="125831.714">9658 16634 1565 0,'0'0'1685'16,"0"0"-1386"-16,0 0-169 0,0 0 78 15,0 0 159-15,-27 72-66 0,11-48-86 16,3 5-95-16,-6 0-74 0,2 4-19 0,-3 0-24 0,-2 1-3 16,0 2-1-16,1-1-26 0,-1-1-56 15,3-2-37-15,2-2-49 0,2-5-42 16,3 0-59-16,2-6-166 0,1-5-220 15,5-4-649-15,1-3-237 0</inkml:trace>
  <inkml:trace contextRef="#ctx0" brushRef="#br0" timeOffset="126085.508">10067 16948 2153 0,'0'0'1667'16,"0"0"-1447"-16,0 0-113 0,-8 89 52 0,2-50 64 15,5 4 2-15,-1 6-84 16,2 2-86-16,0 3-37 0,0 2-5 0,2-2 2 16,-1-1-15-16,-1-5-18 0,0-1-74 15,0-7-46-15,0-7-7 0,0-11 9 16,3-9-3-16,-3-8-104 0,1-5-250 0,1-7-318 15,-1-3-497-15,-1-18-165 0</inkml:trace>
  <inkml:trace contextRef="#ctx0" brushRef="#br0" timeOffset="126332.49">10095 16872 245 0,'0'0'2607'16,"0"0"-2267"-16,0 0-155 0,0 0 72 0,0 0 11 0,78 18-54 15,-64-9-21-15,1 1-32 0,-3 4-37 16,-3-2-26-16,-2 3-18 0,-4 2-21 16,-3 2-13-16,0 3-7 0,-3 3-11 15,-5-2-28-15,-7 4-12 0,2-2-13 16,-7-2-45-16,1 0-19 0,-4-4 18 0,0-2-49 16,-1-3-20-16,2-4-62 15,-2-1-127-15,1-3-286 0,-2-5-682 16,8-1-464-16,-14-4 1618 0</inkml:trace>
  <inkml:trace contextRef="#ctx0" brushRef="#br0" timeOffset="126733.141">10627 16636 1471 0,'0'0'1109'0,"0"0"-796"15,0 0-41-15,0 0 37 0,82 95 52 16,-55-54-6-16,-1 4-23 0,2 0-71 31,-4-1-74-31,0-2-76 0,-1-9-96 0,-4-5-15 16,1-6-34-16,-4-8-97 0,3-4-32 15,-3-9-31-15,-2-2-44 0,-2-12-81 16,4-9-202-16,-6 4-757 0,3-18-818 0</inkml:trace>
  <inkml:trace contextRef="#ctx0" brushRef="#br0" timeOffset="126902.672">11027 16593 1243 0,'0'0'1345'0,"0"0"-665"0,0 0-403 0,0 0-81 16,-65 83 40-16,42-46 12 0,-1 6-6 15,1 2-66-15,-3 0-87 0,3-3-28 16,1-6-61-16,5-6-13 0,3-8-88 16,3-8-78-1,6-5-119-15,2-6-177 0,3-3-647 0,0 0-1001 16,0-16 1845-16</inkml:trace>
  <inkml:trace contextRef="#ctx0" brushRef="#br0" timeOffset="127222.527">11263 16580 1987 0,'0'0'1312'0,"0"0"-969"0,77-31 13 0,-51 22 28 16,1 0-87-16,-5 4-33 0,-2 0-44 15,-1 3-89-15,-2 1-67 0,-4 1-40 16,0 0-3-16,-2 4-5 0,-2 4-16 16,-3 5-1-16,-3 5 1 0,-3 5 16 0,0 8-16 15,-4 5-28-15,-7 3-20 0,-6 5-7 16,0 1-18-16,-5 3 18 0,1-2-3 0,0 0 15 15,1-2 40-15,0-3-10 0,6-8 13 0,-2-2 2 16,7-5-1-16,3-5-1 16,3-6-2-16,3-4 2 0,5-4 15 0,5-1 10 15,7-2 8-15,4 0 16 0,4-4-6 16,4 0-4-16,3 0-11 0,1 0-7 16,0 0-21-1,2-4 0-15,-6-3-2 0,0-2-41 0,-2-3-75 16,-3 0-50-16,1-4-68 0,-5-2-79 0,-3-3-229 15,-5 6-545-15,-1-13-941 0</inkml:trace>
  <inkml:trace contextRef="#ctx0" brushRef="#br0" timeOffset="127417.861">11699 16593 1406 0,'0'0'1575'0,"0"0"-1271"15,0 0-129-15,0 0 66 0,0 0 77 16,-52 90-12-16,42-58-58 0,-4 2-85 16,-1 5-101-16,-2 2-50 15,-1-1-12-15,-2 3-1 0,0-1-85 16,1-1-37-16,-1 0-47 0,3-3-38 16,1-3-97-16,4-7-140 0,1-5-178 15,5-9-631-15,3-8-198 0</inkml:trace>
  <inkml:trace contextRef="#ctx0" brushRef="#br0" timeOffset="127671.548">11944 16986 828 0,'0'0'2485'0,"0"0"-1925"0,0 100-261 0,0-57 39 16,0 9-64-16,0 3-68 0,0 1-66 15,-2-1-48-15,-1-1-47 0,0-1-23 16,-1-3-22-16,2-4-22 0,-1-6-75 0,1-5-40 16,-1-9-19-16,3-10-13 0,-3-6-4 15,3-6-38-15,-1-4-98 0,-1-7-164 16,2-11-169-16,-1 1-543 0,-2-18-165 0</inkml:trace>
  <inkml:trace contextRef="#ctx0" brushRef="#br0" timeOffset="127872.181">11971 17060 646 0,'0'0'2091'0,"0"0"-1683"0,0 0-179 15,0 0 22-15,0 0-17 0,0 0-17 16,77-5-2-16,-65 6-63 0,2 5-62 0,-3 0-19 0,-1 1-6 16,0 2-25-16,-5 1-16 0,-2 5-5 15,-3 2-19-15,0 3-20 0,-8 2-41 16,-2 3-13-16,-6 1-40 0,0-2-17 15,-4-1-34-15,0-5-20 0,0-5-57 16,0-6-119-16,4-5-296 0,1-2-617 16,1-7-145-16</inkml:trace>
  <inkml:trace contextRef="#ctx0" brushRef="#br0" timeOffset="128104.142">12360 16562 2357 0,'0'0'1423'16,"0"0"-1153"-16,0 0-172 0,0 0 36 0,87 50 43 15,-69-33 110-15,0 0-54 0,2 2-111 16,-1 0-73-16,-3 2-16 0,-1 1-8 16,-2 5-4-16,-2 0-21 0,-3 6 0 15,-5 3-34-15,-3 2-51 0,-5 5-22 16,-6 1 0-16,-6 1-19 0,-3-2-22 0,-5 0-3 15,-1-1-41-15,-2-3-106 0,-3-2-267 16,8-9-665-16,-20 12-842 0</inkml:trace>
  <inkml:trace contextRef="#ctx0" brushRef="#br0" timeOffset="139096.781">12899 16812 1281 0,'0'0'2219'16,"0"0"-1737"-16,0 0-303 0,0 0-54 16,0 0 43-16,0 0 100 0,0 0 2 15,0 0-38-15,0 0-86 0,0 0-52 16,75 3-12-16,-46-3 0 0,4-1 2 16,2-1-8-16,1 2-22 0,-2-1-32 15,-5 1-22-15,0-1-2 0,-6-1-1 16,-1 0-31-16,-1-2-17 0,-3 0-58 0,-3-1-39 15,-3 0-22-15,-5-2-44 0,0 3-153 16,-7-1-321-16,0 1-610 0,-8 3-968 0</inkml:trace>
  <inkml:trace contextRef="#ctx0" brushRef="#br0" timeOffset="139328.443">12912 17021 140 0,'0'0'2973'0,"0"0"-2338"15,0 0-352-15,0 0-54 0,0 0 38 16,0 0-5-16,0 0-30 0,0 0-39 16,0 0-62-16,98 12-31 0,-69-9-9 15,0-2-25-15,1-1-29 0,-2 3-35 16,0-1-2-16,1-1-18 0,0-1-10 0,1 0-41 31,-1 0-38-31,-2-3-38 0,2 0-50 0,-1-3-14 16,-1 1-61-16,-1 0-177 0,-4 2-244 15,5-3-969-15</inkml:trace>
  <inkml:trace contextRef="#ctx0" brushRef="#br0" timeOffset="141116.041">14497 16555 355 0,'0'0'2167'0,"0"0"-1578"0,0 0-229 15,0 0-122-15,0 0 41 0,15-78 22 0,-13 62-62 16,-1 3-76-16,-1-2-49 0,0 0-25 15,-1 3 27-15,-4 0 37 0,-1 5-43 16,-3 0-41-16,0 2-11 0,0 3-24 0,-3 2-16 16,0 0-18-16,-2 0-12 0,-1 7-13 15,-3 2 1-15,0 4 6 0,-1 3-9 16,-3 3 11-16,-1 4 1 0,0 4 12 0,1 1 1 16,-2 6-10-16,-2 1 9 0,2 4 1 0,-1 3 1 15,2 2 0-15,-2 6-1 0,1 1 0 16,0 1-13-16,5 4 15 0,0 1 10 15,6-3-7-15,3-2 24 0,4-4-3 16,6-4 19-16,0-5-13 0,0-6 1 16,9-5-7-1,7-3 3-15,0-5-8 0,5-4 8 16,2-3-15-16,3-4 18 0,4-4 4 16,-1-3 68-16,1-2-11 0,-1 0-55 15,-3-3-20-15,0-5-13 0,-1-2 0 0,-5-2 15 16,-3 0-18-16,0-2-2 0,-5 0-59 15,-1-3-29-15,-2-1-41 0,-3-1-38 16,-3 0-47-16,-3 1-133 0,0 0-222 0,0 7-486 16,-13-1-654-16</inkml:trace>
  <inkml:trace contextRef="#ctx0" brushRef="#br0" timeOffset="141447.709">14232 17104 368 0,'0'0'170'0,"0"0"1764"0,0 0-1306 16,0 0-122-1,0 0-26-15,0 0-70 0,84-2-81 16,-60 2-59-16,1-1-45 0,1-2-73 16,1-2-79-16,-4-1-52 0,0-2-21 0,-4-3-30 15,1-1-61-15,-4 1-49 0,0-1-70 16,-1-1-56-16,-3 2-148 0,0 3-161 16,-5 0-127-16,0 4-116 0,-5 2-174 15,-2 2-12-15,0 0 838 0,-5 6 166 0,-3 2 0 16,1-1 208-16,-1 1 43 0,1 1 294 0,2 3 506 15,2 3-625-15,1 3-82 0,2 4-46 16,0 4 20-16,0 2-28 0,3 3-73 16,4 1-11-16,0 1 5 0,1-1-14 15,0-2-4-15,2-3-49 0,0-3-89 16,2-8-55-16,-1-3-60 0,1-5-87 0,2-6-34 0,1-2-35 16,0-7-100-16,0-9-251 0,1-6-734 15,-6 4-750-15,3-15 2048 0</inkml:trace>
  <inkml:trace contextRef="#ctx0" brushRef="#br0" timeOffset="141817.125">15071 16418 1178 0,'0'0'2105'0,"0"0"-1550"0,0 0-138 0,0 0 1 15,0 0-105-15,0 0-60 0,0 0-52 0,28 77-80 16,-24-46-39-16,1 4-25 0,-2 2-2 16,-1 4-13-16,-2 3-9 0,0 3-8 15,-3 6-23-15,-7 2 1 0,1 4-3 16,-2 0 0-16,-1 3-1 0,1-4-1 0,2-1 2 16,2-4-3-16,7-4-19 0,0-4 7 15,5-8 15-15,3-6 12 0,1-8-10 16,-1-7 0-1,1-4-1-15,1-2-1 0,2-4 3 16,3-1 25-16,3-1-7 0,2-1 3 16,3-1 0-16,1-2 21 0,-1 0-14 0,3 0-16 15,-1-4-13-15,-2 1 11 0,-1-2-13 16,-2-1-52-16,0 1-41 0,-4 1-34 16,-1 0-37-16,-3-2-42 0,-1 1-65 15,-3-1-170-15,-4 4-546 0,0-2-926 0</inkml:trace>
  <inkml:trace contextRef="#ctx0" brushRef="#br0" timeOffset="142421.924">15727 17223 2925 0,'0'0'622'0,"0"0"-234"16,0 0-34-16,105-6-20 0,-73 6-29 16,-5 0-61-16,-4 6-86 0,-7 0-60 15,-2 1-50-15,-5 2-21 0,-6 4-27 16,-3 3-1-16,0 5-23 0,-7 4-46 16,-9 2-21-16,0 2 12 0,-5 1 21 15,-1 2 12-15,0-1 10 0,-1-1 5 0,2-3 31 0,2-4 3 16,2-3 19-16,3-2-4 0,3-3-6 15,5-3 10-15,6-3 26 0,0-1-5 16,5-2-10-16,7 1-17 0,4 0-4 16,7-3 0-16,3-3-9 0,2-1 15 0,2 0-17 15,0-7-1-15,2-2-17 0,0-2-38 16,2-2-73-16,4-4-55 0,1-1-32 0,1-2-152 31,-11 4-703-31,13-12-1610 0</inkml:trace>
  <inkml:trace contextRef="#ctx0" brushRef="#br0" timeOffset="142748.954">16805 16396 1691 0,'0'0'1444'16,"0"0"-701"-16,0 0-417 0,0 0-155 0,0 0 2 0,-93 81 77 16,72-41-30-16,1 5-46 0,2 5-85 15,3 4-32-15,3 4 1 0,3 2 3 16,2 5 6-16,3 2 8 0,4 0-17 16,0-2-19-16,4-4-38 0,5-8-1 15,2-6-18-15,3-8-21 0,3-7-25 16,1-8-12-1,1-5-27-15,4-7-25 0,2-4-24 0,3-8-31 16,3-1-131-16,2-12-261 0,0-5-738 16,-7 1-1065-16,9-15 2352 0</inkml:trace>
  <inkml:trace contextRef="#ctx0" brushRef="#br0" timeOffset="143381.493">17348 16681 1201 0,'0'0'2105'0,"0"0"-1548"15,0 0-168-15,0 0-113 0,0 0 19 0,0 0-56 16,98-35-32-16,-50 24-24 0,6-1-74 15,4 1-45-15,0 4-28 0,-3 0-15 16,-2 2-9-16,-4 0-12 0,-7 4-12 0,-3 1-3 16,-5 0-3-16,-5 3 6 0,-7 4-37 15,-7 1-48-15,-9 4-33 0,-6 4 8 16,-3 5 21-16,-12 5-2 0,-8 5-17 16,-4 4 10-16,-5 3 24 0,-3 1 24 15,-3 0 22-15,1 3 13 16,-1-6 26-16,-2 1 1 0,1-2 46 15,2-3 15-15,3-2 10 0,3-5-13 16,5-1 4-16,4-5-10 0,8-2 0 16,2-3 6-16,7-3-15 0,3 0-10 15,2-4 4-15,9 2 5 0,8-2 13 16,4 1 24-16,7 0 0 0,2 0-9 0,3-2 6 16,3 0-24-16,3-2-16 0,0 0-3 15,1 0 7-15,-1-3-13 0,-1-1-27 0,0 0-3 16,-1-5-34-16,-4-3-26 0,-1-4-16 15,-4-1-30-15,-1-4-40 0,-3-2-49 16,-1-1-68-16,-3-5-225 0,-7 7-679 0,-1-14-1059 16</inkml:trace>
  <inkml:trace contextRef="#ctx0" brushRef="#br0" timeOffset="143566.296">18201 16683 1823 0,'0'0'1266'16,"0"0"-800"-16,0 0-255 0,0 0 47 16,0 0 157-16,-56 71-36 0,37-48-112 15,-4 2-142-15,0 2-61 0,-3 3-10 0,-1 3-11 0,0-1-16 16,0 2-25-16,0 0-2 0,0 0-1 16,2-2-63-16,-1 1-57 0,4-2-44 15,1-3-52-15,3-2-60 0,1-3-143 16,2-4-366-16,5-6-821 0</inkml:trace>
  <inkml:trace contextRef="#ctx0" brushRef="#br0" timeOffset="143866.909">18253 17181 365 0,'0'0'1823'16,"0"0"-374"-16,0 0-998 0,3 85-69 0,-3-52 6 16,0 5-113-16,-3 1-98 0,3 5-68 15,0 4-48-15,0 2-27 0,6 3-7 16,0 2-25-16,0-1 14 0,-3 0-16 16,-1-4-58-16,-2-3-21 0,0-5-3 15,0-9-15-15,0-5 3 0,0-10-1 0,0-7-12 16,0-6-28-16,0-5-86 0,0-9-220 0,0-8-317 15,-2-5-696-15,0 1-208 0,-2-16 1447 16</inkml:trace>
  <inkml:trace contextRef="#ctx0" brushRef="#br0" timeOffset="144083.008">18322 17138 225 0,'0'0'2694'0,"0"0"-1941"15,0 0-392-15,0 0-126 0,0 0 7 16,88-9-7-16,-69 9-42 0,1 0-62 16,-3 0-64-16,-1 4-24 0,-3 3-15 15,-6 1-7-15,-1 3-6 0,-6 3-15 0,0 5-14 16,-11 5-11-16,-7 2 4 0,-3 3-15 16,-4 1 2-16,-4-1-6 0,-5-3-30 15,2-2-6-15,2-6-32 0,2-6-33 0,5-8-41 16,3-4-82-16,7-5-321 15,1-24-1060-15</inkml:trace>
  <inkml:trace contextRef="#ctx0" brushRef="#br0" timeOffset="144336.698">18941 16510 147 0,'0'0'2845'16,"0"0"-2138"-16,0 0-341 0,0 0-58 16,95 12-48-16,-78 2-63 0,-3 2-32 15,-3 6-46-15,-1 3-55 0,-3 3-15 16,-4 4-3-16,-3 5-34 0,0 3 4 16,-5 3-16-16,-10 5-12 0,-1 1-16 0,-7 1-23 15,-2-1-38-15,0-1-45 0,-6-3-19 0,-1 2-23 16,-4-3-37-16,0-2-104 0,-3 0-209 15,-3-1-198-15,11-12-781 0</inkml:trace>
  <inkml:trace contextRef="#ctx0" brushRef="#br0" timeOffset="184046.021">22107 9454 1497 0,'0'0'1667'0,"0"0"-1422"16,0 0-178 0,0 0 38-16,0 0 107 0,-22 67 118 15,16-53-53-15,3 0-95 0,1-1-83 0,-1 4-7 16,3 1 40-16,0 1 61 15,0 5-80-15,0 5-28 0,0 2-18 0,0 5-16 16,0 0-8-16,0 4-13 0,1 2-12 16,-1 3-7-16,0 3-11 0,0 5-13 15,0 3 13-15,0 7-3 0,-3 5 0 0,-2 8-15 16,0 5-3-16,2 7-3 0,-2 4-13 0,0 2 19 16,-1 2 0-16,2 4-4 0,-3 2 20 15,1 4-1-15,0 3-12 0,-1 3 12 16,0 2-15-16,1 4-3 0,-1 3-13 15,3 0 33-15,-1 1-17 0,2 1-19 16,2 4 19-16,-1 0 15 16,-1 4-12-16,3 5 2 0,0 2 10 15,0 3 1-15,0 2 2 0,0 1 0 16,0 1-30-16,0 1 15 0,3 3 13 16,3-2 2-16,0 1 0 0,1 1 1 15,1 2-1-15,-1-2-28 0,-1 3 7 16,-1 2 2-16,-2 0 16 0,2 1-10 15,1 2 11-15,-3 0-17 0,0 2-27 0,0-1 34 16,-3 0-16-16,0 3 10 0,0-1 4 0,0 0 14 16,-3 2 0-16,0-1-14 0,-3-2 13 15,-2 0-2-15,2-2 3 0,-4-5 1 0,0 0 14 16,2-2-15-16,-3-3-19 0,2-5 16 16,1-1 3-16,2-7 0 0,1-6 11 15,0-5-9-15,0-6-2 0,2-7-1 16,1-5-2-16,1-9-19 0,1-6 7 0,0-7 12 15,0-10-12-15,0-7-1 0,3-12-5 16,1-16-4-16,-1-17-15 0,0-11-9 0,-2-8-22 16,1-2-15-16,-1 0-38 0,-1 0-7 15,0 0-85-15,0 0-55 0,0 0-65 16,-3-6-133 0,-1-18-125-16,-5-17-165 0,4-1-538 15</inkml:trace>
  <inkml:trace contextRef="#ctx0" brushRef="#br0" timeOffset="185264.869">22147 9190 427 0,'0'0'2885'0,"0"0"-2463"0,0 0-284 15,0 0-97-15,0 0 9 0,0 0 58 0,0 0 51 16,0 0-13-16,0 0-13 16,0 0 3-16,88 17-1 0,-55-17-27 0,6 0-22 15,4-1-25-15,4-4 6 0,4 3-24 16,4-5-16-16,3 0-6 0,4-2 7 15,5 4 8-15,3-3-14 0,3-1-22 0,3 2 0 16,6 0-2-16,-1 0-11 0,7 0 13 0,2 2 0 16,5 0-3-16,1-1-21 0,9 2 22 15,4 2-22-15,7-2 24 0,8 1 27 16,6-1-24-16,4-1-3 0,4-2-45 0,5 0-19 16,3 1 55-16,7 0 9 0,4-1 9 15,5 1-8-15,3 0-1 0,1 0 0 16,3 1-23-16,0 1 21 0,2 1-19 0,4-1-13 15,2 3 0-15,3 0 19 0,0 1 12 16,3 0 0-16,0 0-61 0,3 0 39 16,0 0-27-16,3-1 21 0,4-2-8 15,2 0 39-15,1-3 0 0,2 0-10 16,2-5 9 0,1 0-2-16,-2-1 1 0,3 0 1 15,-5 1 1-15,-3-1-34 0,-6 2 10 16,-2-1 22-16,-3 0 1 0,-7 0 1 0,-6 2 12 15,-9-1-12-15,-6 4-29 0,-6-1 2 16,-7 0 8-16,-4 1 7 0,-7 0 12 16,-4 0 11-16,-6 1-11 0,-6 0-31 15,-6 0 3-15,-6 2-5 0,-8-1 2 0,-8 0 31 16,-8 3-18-16,-6-3 17 0,-8 1-13 0,-6 1 1 16,-6 0 11-16,-5 0-16 0,-4-1 15 15,-7 1-28-15,-5 1-41 0,-10 1 7 0,-5-2 3 16,-7 2-19-16,-6 0-14 0,-4 0-12 15,0 0 26-15,0 0 15 0,-8-1-45 32,-8 0-136-32,-2-1-171 0,1 2-298 0,-16-1-608 15</inkml:trace>
  <inkml:trace contextRef="#ctx0" brushRef="#br0" timeOffset="186831.986">23528 9797 1899 0,'0'0'1339'0,"0"0"-1138"0,0 0-131 16,0 0 76-16,0 0 71 16,-81-46-21-16,62 42 19 0,-2 3-66 0,1 1-69 15,-1 0-24 1,-2 8 24-16,0 3-3 0,0 6 0 16,1 4 3-16,2 6-13 0,0 5 3 15,1 5-12-15,1 4-6 0,0 7-9 16,1 5-6-16,0 2-7 0,1 0-9 15,4 5 4-15,0-5 11 0,4-2-2 0,5-4 5 16,3-8 1-16,0-5 8 0,11-7 13 16,4-8 18-16,1-3-40 0,4-6-18 0,3-5 3 15,2-2 7-15,1-5 8 0,1 0-15 0,-1-9-23 16,-1-1-1-16,-2-8 0 16,-3 0-75-16,0-2-44 0,-4-4-20 0,1-1-37 15,-6-2-41-15,0 1-113 0,-5 0-159 16,-5 4-194-16,-1-1-280 0,0 6-58 15,-12-1-161-15</inkml:trace>
  <inkml:trace contextRef="#ctx0" brushRef="#br0" timeOffset="187101.574">23319 10218 215 0,'0'0'310'0,"0"0"-105"0,0 0 867 16,0 0-376-16,0 0-136 0,-77 51-119 15,74-38-31-15,3-2-15 0,0 1-43 16,2-2-63-16,5-1-97 0,3-4-79 16,3-2-52-16,2-3-31 0,2 0-28 15,-1-1-2-15,2-6-82 16,-1-5-40-16,1-3-52 0,-3 2-25 15,0 0-38-15,-3 0-55 0,-2 4-50 16,-4 2 11-16,-5 4 38 0,-1 3 127 16,0 0 166-16,0 1 66 0,0 8 53 15,-3 1 27-15,2 7 47 0,-1 3 19 16,1 4-8-16,-1 3 3 0,2 2-15 16,0 2-13-16,0 2-22 0,0 1-28 0,-2-2-9 0,2-1-23 15,0-5-36-15,0-5-61 0,4-9-24 16,3-7-62-16,3-5-60 0,5-1-11 15,2-12-12-15,3-6-72 0,5-7-191 0,-8 2-618 16,10-18-690-16</inkml:trace>
  <inkml:trace contextRef="#ctx0" brushRef="#br0" timeOffset="187375.213">23824 9859 1588 0,'0'0'1524'0,"0"0"-1075"0,0 0-269 15,0 0 21-15,-11 70 181 0,7-42-1 16,-1 3-20-16,0 5-96 0,0 4-92 16,-2 3-63-16,-1 4-26 0,0 5-29 15,-4 1-13-15,1 3-15 0,0 0-6 0,1-5-19 16,5-5 26-16,3-8-10 16,2-7 3-16,0-3-19 0,8-8 19 0,2-2-9 15,3-3-11-15,3-5-1 0,1-2-1 16,1-5-32-1,1 1-6-15,1-4-28 0,0-5-20 0,3-5-41 16,-3-5-32-16,3-2-41 0,-2-5-83 0,0-1-153 16,-3 0-263-16,-6 7-473 0,2-8-387 15</inkml:trace>
  <inkml:trace contextRef="#ctx0" brushRef="#br0" timeOffset="187871.034">24032 10403 734 0,'0'0'208'16,"0"0"1561"-16,0 0-1409 0,0 0-165 15,0 0 107-15,0 0 36 0,0 0-31 0,0 0-27 16,0 0-107-16,0 0-78 0,0 0-37 16,26 35-12-16,-23-32-12 0,-1 1-19 15,-1-2-13-15,-1 1 0 16,2 0 2-16,-2 1-2 0,0-4 0 0,0 4 13 16,0-3-15-16,1 0 0 0,1-1-12 0,-2 0-22 0,3 0-18 15,0 0 6-15,0-1 35 0,2-2 11 16,0 1 3-16,1 2 12 0,0-1-14 15,0 1 0-15,-1 0 11 0,1 0 19 16,0 0 9-16,2 0-6 0,1 0-1 16,0 1 10-16,1 1 18 0,-1 2-18 15,-1 1-16-15,0-1-11 16,0 0-4-16,-4 5-11 0,1-1-1 16,-2-1-15-16,-3 4 12 0,0 0-25 15,-2 4 10-15,-5-1-34 0,-6 5 21 16,1 0 1-16,-5 0-1 0,1 1-6 15,-2-2 13-15,0-1 7 0,1-1 17 16,2-2 24-16,1-2-3 0,4-3-5 0,0-1 17 16,4-4-8-16,4-1 2 0,2-1 1 0,0-1-7 15,0-1-18-15,2 1 16 0,4-1 20 16,6 1 25-16,-1-1-12 0,3 0 45 16,4 0 25-16,3 0-37 0,-1 0-37 15,2 0-23-15,1 0-10 0,0-2-12 16,-1-2 0-16,1 0 0 0,-1 1-3 15,-2-3-27-15,-1 1-89 16,-2 0-45-16,-3 3-49 0,2-2-71 16,-4 0-132-16,-3 2-313 0,-1 2-740 15,-4 0-726-15</inkml:trace>
  <inkml:trace contextRef="#ctx0" brushRef="#br0" timeOffset="188357.97">25127 9700 1220 0,'0'0'1811'16,"0"0"-1444"-16,0 0-174 0,0 0 32 16,0 0 96-16,-31 67-17 0,17-27-48 0,-3 10-96 0,-1 4-56 15,-3 6-24-15,1 3-16 0,-3 4 3 16,3 0-3-16,0 2-34 0,1-5-5 16,8-3-23-16,6-10-1 0,5-10-1 0,0-10-18 15,8-9-16-15,7-8-6 0,1-7-5 16,4-5-65-16,2-2-34 0,3-6-28 15,2-11-59 1,3-8-145-16,-7 6-337 0,12-22-946 0</inkml:trace>
  <inkml:trace contextRef="#ctx0" brushRef="#br0" timeOffset="188689.442">25481 10032 2093 0,'0'0'1336'0,"0"0"-1042"16,0 0-92-16,0 0 149 0,0 0 69 15,82 6-64-15,-61-1-91 0,4 1-110 16,1-5-79-16,1 2-48 0,-1-2-28 16,-1 0-12-16,-5 1-24 0,-7 5-28 15,-3 3-21-15,-6 2-18 0,-4 6 2 0,-4 8-12 16,-11 6 0-16,-8 5 24 0,-7 3 19 16,-4 3 69-16,-3 1 1 0,-2 1 14 0,1-3 14 15,-1-2 36-15,6-3 74 0,-1-3 2 16,9-7-15-16,5-3-25 0,8-6-30 0,4-4-3 15,8-3-13-15,3-3-26 0,11 3 5 16,9-2 0-16,8 1 28 0,5-3-4 16,6-1-27-16,0-3 7 0,0-3-16 15,1-4-3 1,-1-7-15-16,-2-2-3 0,-1-3-39 0,-2-3-85 16,-3-1-40-16,-4-3-36 15,-1-1-68-15,-4-2-179 0,-7 7-548 0,1-10-673 0</inkml:trace>
  <inkml:trace contextRef="#ctx0" brushRef="#br0" timeOffset="188890.034">25878 10201 466 0,'0'0'2649'15,"0"0"-2279"-15,0 0-174 0,-70 84 97 16,45-51 54-16,-1 3-37 0,2 0-55 15,-4 0-124-15,1 0-131 16,0-1-6-16,-1-1-67 0,2 0-77 16,2-5-94-16,5-2-53 0,3-5-209 15,8-8-469-15,2-4-360 0</inkml:trace>
  <inkml:trace contextRef="#ctx0" brushRef="#br0" timeOffset="189274.998">25998 10584 1721 0,'0'0'1682'0,"0"0"-1368"0,0 0-191 16,0 0 101-16,-9 85 121 0,9-42-45 15,-3 9 9-15,-1 6-101 0,-3 9-89 0,0 1-31 16,-1 3-19-16,-3 0-14 0,0-2-22 15,-3-5-21-15,5-3-10 0,-2-14-2 16,5-9-30-16,4-10-37 0,2-12-5 16,0-8-50-16,1-7-58 0,6-4-55 0,6-11-54 15,-1-11-201-15,-1 3-316 0,2-26-866 0</inkml:trace>
  <inkml:trace contextRef="#ctx0" brushRef="#br0" timeOffset="189475.564">26083 10655 72 0,'0'0'332'0,"0"0"1135"0,0 0-684 16,0 0-342-16,0 0-62 0,0 0 10 15,0 0-81-15,0 0-50 0,77 17-57 0,-68-5-57 16,-3 3-18-16,-1 0-25 0,-4 3-34 16,-1 0-36-16,-4 3-31 0,-7 1-15 15,-3-1-95-15,-3 2 2 0,-5-1-5 16,-2-3-23-16,-2 2-30 0,-1-5-39 0,0 0-71 0,1-7-141 15,6 0-259-15,-8-7-818 0</inkml:trace>
  <inkml:trace contextRef="#ctx0" brushRef="#br0" timeOffset="189908.392">26711 9903 1372 0,'0'0'2209'16,"0"0"-1828"-16,0 0-198 0,0 0 72 16,0 0 72-16,0 0-26 0,69 79-30 0,-53-51-125 15,1 5-70-15,0 0-10 16,-5 6-17-16,-3 3-16 0,-5 0-6 0,-4 5-12 15,0 0-15 1,-11 1-13-16,-3-2-35 0,-5 0-25 16,-4-3-51-16,-3-1-25 0,-2-3-28 15,0-7-64-15,-3-2-91 0,-3-6-226 0,8-8-502 16,-22 3-846-16</inkml:trace>
  <inkml:trace contextRef="#ctx0" brushRef="#br0" timeOffset="190961.768">23222 11854 706 0,'0'0'2403'0,"0"0"-1980"16,0 0-167-16,0 0-83 0,0 0 141 15,0 0 39-15,82 12-34 0,-43-7-81 16,0-4-92-16,4 1-67 0,-4-2-39 16,-3 0-22-16,-4-2-18 0,-4-1-1 15,-6-1-29-15,-3-2-104 0,-3 0-76 16,-3 0-75-16,-7 5-159 0,-1-4-629 0,-5 5-782 0</inkml:trace>
  <inkml:trace contextRef="#ctx0" brushRef="#br0" timeOffset="191108.68">23330 12140 401 0,'0'0'2926'0,"0"0"-2486"16,0 0-301-1,0 0 31-15,0 0 73 0,0 0-20 16,80 32-22-16,-46-43-97 0,2-6-104 15,4-5-40-15,0-5-175 0,-4-3-107 16,-2-2-184-16,-9 7-513 0,3-17-583 0</inkml:trace>
  <inkml:trace contextRef="#ctx0" brushRef="#br0" timeOffset="191609.7">23192 9637 977 0,'0'0'316'0,"0"0"-176"0,0 0 1090 15,0 0-799-15,0 0-93 0,0 0-15 16,0 0-78-16,0 0-69 0,0 0-51 0,0 0-29 15,0 0-31-15,-55-3-3 0,52 6-4 16,-1 2-11-16,-2 3 14 0,3 4 4 0,-3 5 30 16,0 9 0-16,1 6-12 0,2 10 8 15,-1 11 40-15,-1 9-27 0,3 9-68 16,-1 7-3-16,-3 5-31 0,2 9 10 0,-1 3-12 31,-2 2-19-31,1-1-57 0,0-3-42 0,-2-8-16 16,4-5-25-16,-1-9-19 0,5-10 52 15,0-7-7-15,0-10-16 0,0-5-97 16,8-7-173-16,4-7-214 0,-3-9-505 16,10-4-333-16</inkml:trace>
  <inkml:trace contextRef="#ctx0" brushRef="#br0" timeOffset="192415.965">27334 9785 1641 0,'0'0'1400'0,"0"0"-1080"0,0 0-76 16,0 0 122-16,27 65 40 0,-20-28-14 15,-1 8-70-15,-1 10-115 0,-1 7-92 16,-3 7-42-16,-1 6-36 0,0 6-25 0,-8 4-11 0,-3 1-1 16,0-1-79-16,1-6-79 0,1-5-52 15,1-10-69-15,3-7-131 0,3-19-622 16,-1-2-1022-16</inkml:trace>
  <inkml:trace contextRef="#ctx0" brushRef="#br0" timeOffset="195283.933">25347 12296 1327 0,'0'0'452'0,"0"0"672"16,0 0-689-16,0 0-105 0,0 0 13 15,-85 38-26-15,69-20-51 0,-2 1-57 16,2 4-50-16,-4 2-58 16,3 6-15-16,-2 3-1 0,1 2-9 15,2 2 0-15,1 7-12 0,2 2-10 0,1 6-8 16,4 2-31-16,5 7 12 0,3 7-18 15,2 2-9-15,10 6-15 0,3 1-9 16,7 0-12-16,3-3 17 0,3-6-63 0,6-3 13 16,3-8-1-16,0-4-19 0,5-8-48 15,2-5-40-15,6-10-85 0,2-7-131 16,5-9-262-16,-13-7-541 0,22-8-942 0</inkml:trace>
  <inkml:trace contextRef="#ctx0" brushRef="#br0" timeOffset="195769.711">28736 11894 2418 0,'0'0'1178'0,"0"0"-998"15,0 0-86-15,45 92 158 0,-29-52 53 16,1 5 16-16,0 2-52 16,0 1-98-16,2 4-58 0,4 0-19 15,-3 4-21-15,-1-1-27 0,-1 3-19 16,-2 0-6-16,-4 3-20 15,0-3-1-15,-5 3-2 0,-1-2-16 0,-5-2-25 0,-1 0-8 16,-7-4-22-16,-4-1 9 0,-5 0-3 16,-4-2-27-16,-8-3-41 0,-1 0-36 15,-7-2 5-15,-4-2 6 0,-6-4-132 0,-6-3-182 16,12-11-509-16,-33 0-340 0</inkml:trace>
  <inkml:trace contextRef="#ctx0" brushRef="#br0" timeOffset="203318.866">26228 12564 901 0,'0'0'228'0,"0"0"1253"0,0 0-979 16,0 0-148-16,0 0 6 0,0 0-39 16,-43-67-41-16,30 56-30 0,-2 3-29 15,1-2-34-15,-1 4-53 0,2 2-22 16,-2 2 28-16,4 0-25 0,1 2-54 0,-3 0-28 15,0 5-12-15,0 6-18 0,-5 8 13 0,3 4-15 16,-1 5-1-16,3 6-13 0,1 2 11 16,5 2-13-16,3-2 0 0,4 1 12 15,0-8-9-15,0-4 0 0,7-7 9 16,0-7-21-16,4-6-10 0,1-3-11 16,3-2-19-1,3-8 13-15,1-5-16 0,1-8-34 0,0-3-14 16,0-5 26-16,-1 0 22 0,-3-1 15 0,-3 2 37 15,0 4-1-15,-4 5 13 0,-3 5-8 16,-4 6 11-16,0 6 0 0,-2 2-2 16,0 3 2-16,1 9 12 0,-1 4 28 15,3 7 21-15,-1 6 12 0,2 4-2 0,-1 5 5 16,3 2 27-16,1-3-12 0,0-2-39 16,4-1-52-16,1-7-12 0,1-5-12 15,1-4-101-15,1-4-82 0,1-2-69 16,-5-3-214-16,5 3-887 0</inkml:trace>
  <inkml:trace contextRef="#ctx0" brushRef="#br0" timeOffset="203773.383">26273 13376 3056 0,'0'0'1193'0,"0"0"-1032"0,0 0 28 0,0 0 161 16,0 0-33-16,0 0-73 0,0 0-99 15,0 0-72-15,-6 85-25 0,6-56 9 0,0 5-11 16,3 0-10-16,0-1-21 0,-1-2-4 16,4-1-11-16,-1-9-3 0,-1-5-21 15,4-8 3-15,0-3-55 0,0-5-27 0,2-2-15 16,0-7 21-16,1-4 28 0,2-1 14 0,0-3 6 15,3 1 1-15,0-1 11 0,1 1 13 16,1 2 5-16,0 4 18 0,1 2-14 16,-5 4 13-16,-1 4 2 0,-3 0 1 15,-1 3 24-15,0 4 2 0,-1 0-15 16,-5 4 12-16,2 1 13 0,-5 2 12 16,0 3 14-16,0 0-8 15,-5 1-3-15,-5 1 8 0,-1 1-2 16,-2-1-13-16,-3-1-2 0,1-1-13 15,-2-3-3-15,1 0-26 0,-1-6-1 16,2-2-12-16,-2-3-24 0,3-3-55 16,-3-4-42-16,-3-9-16 0,-2-10-49 15,-1-6-105-15,-2-6-330 0,8 4-653 16,-9-26-936-16</inkml:trace>
  <inkml:trace contextRef="#ctx0" brushRef="#br0" timeOffset="204290.082">27637 12154 1284 0,'0'0'326'15,"0"0"1014"-15,0 0-988 0,0 0-101 0,0 0 56 16,-83-29 85-16,65 29-76 0,-2 0-104 15,4 8-52-15,-3 2-44 0,1 5-21 0,0 5-19 16,2 4-15-16,-1 3-7 0,4 4-11 16,1 0-7-16,4 0-14 0,3-1-22 15,4-2-19-15,1 0 1 0,6 0-18 16,5 1-71-16,3-1-63 0,3 1-63 0,3 0-81 16,-7-8-287-16,10 13-833 0</inkml:trace>
  <inkml:trace contextRef="#ctx0" brushRef="#br0" timeOffset="204776.189">27696 13003 460 0,'0'0'2663'0,"0"0"-2093"15,0 0-256-15,0 0 117 0,0 0-55 0,-87 75-97 16,74-54-72-16,3 3-70 0,-1 3-40 15,6 1-12-15,1 2-16 0,4-1 7 16,0-2-22-16,1-4-20 0,7-3-4 0,2-9-27 16,0-3 0-16,1-6-2 0,2-2-1 15,0 0-15-15,3-9-19 0,-1-7-5 16,2-4-9-16,-1-7-10 0,2-5-33 16,-2-3-21-16,1-3-27 0,2-2-14 15,-1-2 7-15,2 3-13 0,-4-2-41 16,-1-1 3-16,-4 3-51 15,-3-1 67-15,-2 0 36 0,-3 3-6 16,-3 0 62-16,0 4 30 0,-3 2 59 16,-3 6 51-16,3 5 69 0,-1 6 31 15,1 5-19-15,0 2 6 0,0 4-14 16,3 2-16-16,-1 1-9 0,-1 0-15 0,2 0-20 16,0 3-21-16,0 5-9 0,0 3 28 15,0 3 11-15,0 5 10 0,0 5 15 0,0 4-19 16,0 1-6-16,3 5-24 0,0 5-16 15,2 2-2-15,-1 6-19 0,0 0 3 16,2 5-15-16,0 0-15 0,2 1-3 0,1 1-16 16,2-1-15-16,3-4-106 0,-2-5-35 15,4-6-3-15,1-5 30 0,1-5-88 16,3-8-219-16,-7-8-560 0,9-4-791 0</inkml:trace>
  <inkml:trace contextRef="#ctx0" brushRef="#br1" timeOffset="211083.177">26515 12085 942 0,'0'0'52'0,"0"0"1015"0,0 0-630 0,0 0-43 15,0 0 6-15,0 0-10 0,0 0-85 16,0 0-75-16,0 0-50 0,0 0-29 16,-13-63-9-16,6 57-10 0,4 4-9 15,-2-2-7 1,-3-1-21-16,1 3-16 0,-4-1-6 15,0 0-3-15,-3 1-34 0,0-2-11 16,-3 3-23-16,-5 0-2 0,-4 1-28 16,-5 0-14-16,-2 2-19 0,-4 4-3 0,-5 2-9 15,2 2-12-15,-2 1 11 0,0-1 4 16,0 3-13-16,-1-1-9 0,3 0 3 16,-1 2 0-16,5-4 14 0,-2 0-8 0,4-1-57 15,3 0 0-15,1 0 8 0,2-3 6 16,5 1 10-16,1-2 37 0,5-1 54 15,6-1-2-15,0-1 27 0,3-1 1 0,4 1 2 16,-1-2 16-16,4 0 6 0,1 0-12 16,0 0-13-16,0 0 0 0,0 0 0 15,0 0 2 1,0 0 13-16,0 0-14 0,0 0 22 16,0 0 11-16,0 0 23 0,0 0 0 15,1 0-17-15,-1 0 32 0,2 0-5 0,1 0-14 16,-1 2 0-16,5 2-12 0,-2 4-7 15,2-1 10-15,0 5 8 0,2 0-8 16,-1 3-4-16,1 0 0 0,-1 2-18 0,0 2 0 16,-4 2-4-16,2 1 16 0,-2 5-3 15,-1 3-6-15,0 1-22 0,0 4 0 16,0 4 0-16,3 6 15 0,-4 2-14 0,1 2-2 16,0 1 13-16,0-2-3 0,0 1-11 15,0 2 12-15,2-1-13 0,0 0 0 16,-1-1-2-16,2 2 2 0,1-1-4 15,-1 2 3-15,2-2-2 0,1 1 2 0,-1-1-11 16,0 0 0-16,2 0 11 0,1-1 0 0,-3-1-1 16,4-3-1-16,-4-3-25 0,3-2 9 15,-3-3-5-15,4-2-1 0,-4 1-6 16,0-3-12-16,0 2 6 0,-2-1 21 16,-2-1 16-16,-1-4 1 0,2-1 1 15,-3-3 1 1,0-1 13-16,-1-3-14 0,2 2-2 0,0-3-2 15,0 1 2-15,-2-2 12 0,1-2-10 16,1 0 0-16,-3-3 0 0,2 1-2 0,-2 0 0 16,3 1 0-16,-3-1 0 15,2 2 0-15,-1-1 0 0,1-2 0 16,-2-3 0-16,1-2 0 0,1-1 0 0,1-4 1 0,-2 0 30 16,2-4 9-16,-2 0-26 0,0 2-14 15,1-2-3-15,-1 0-10 0,2 2 13 16,0-2 1-16,0 0 12 0,2 1-11 15,0 0 10-15,2 0-9 0,-2 1 0 16,1 0-2-16,-1-2 1 0,1 3-1 0,0-1 1 16,2-1-1-16,-2 0 14 0,3 0 22 31,2 0-9-31,-1-1 6 0,1 0-10 16,3 0-8-16,-2 0 5 0,3-2 4 0,1 0-1 15,1-3-12-15,1 1-8 0,2-1 8 0,1 1-9 16,3-2-1-16,3 0 13 0,3 1 4 15,7-1 5-15,-3 1 16 0,3-1-19 16,-1-1-5-16,1 0 2 0,-3 2-15 16,2-3 23-16,1 0-26 0,-2 2 0 0,0-2-2 15,-1 1-2-15,-3 1 2 0,-3 2-13 16,-2-1 14-16,-4 1 1 0,-3 1 0 0,-2-2 0 16,-5 3 1-16,-1 0 21 0,0 0-20 15,-3 1-2-15,-2 0 15 0,-1 1 0 16,-2-2-3-16,3 1 7 0,-3-1-4 15,0 1-3-15,1 1-11 0,-1-4 1 0,0 4 0 16,-2-1 0-16,2 1 1 0,-3 0 0 16,2-1-1-16,-1 0 0 0,-1 1-1 15,2-4 0-15,-2 4 1 0,0 0 1 0,0-3 12 16,0 2 0-16,0-2-3 0,0-1 3 16,0-2 1-16,0-1-1 0,0-1-12 15,0-2-1 1,0-1 0-16,0-3 10 0,-3-2-10 15,1-2 0-15,-2-1-2 0,1-1 0 16,-1-1-2-16,-1-1 2 0,-2-1-1 0,1-3-11 16,1-2-15-16,-3-6-7 0,0-4-2 15,-2-5 8-15,2-2 10 0,3-3-22 16,-3-1 22-16,1 1-7 0,3 0-5 16,0 0 2-16,2 3-18 0,-1 0 3 0,3 1 0 15,-3-2-6-15,3 2 3 0,-3-2 6 0,0 2 6 16,1 0 0-16,-4-1-3 0,2 2 19 15,-4-2-16-15,1 1-12 0,-3 1-20 16,0 0-8-16,1 1-10 0,-2 2 16 16,2 2 5-16,2 2-12 0,1 2-4 15,3 2 7-15,0 3 12 16,1-1 35-16,0 4-10 16,2-2 13-16,-3 2 0 0,2 2 9 0,0 2 13 15,-4 1 4-15,2-2 7 0,0 3-11 16,-1-3-3-16,0-2-48 0,-2 1-53 15,3 0-23-15,-1 4 38 0,-1 0 16 16,3 2 15-16,-4 1-9 0,1 3-13 16,-2 1 7-16,4 1 21 0,-2 1 52 0,2 3 7 15,-2 0-7-15,2 1 0 0,2 4 0 0,-1 0 3 16,0 0 26-16,2 1 9 0,-2 2-15 16,1 0-23-16,-2 0-38 0,2 0-55 15,1 0-42-15,-2 0-168 0,2 0-46 16,-3 2-57-16,0 4-209 0</inkml:trace>
  <inkml:trace contextRef="#ctx0" brushRef="#br1" timeOffset="-211006.084">26642 11476 111 0,'0'0'1065'0,"0"0"-844"0,0 0-130 0,0 0 364 15,0 0-69-15,0 0-85 0,0 0-31 16,0 0-42-16,0 0-43 16,0 0 6-16,20-29-11 0,-20 29 0 0,0 0-36 15,0 0-33-15,0 0-39 0,0 3-26 0,0 1-11 16,0 4 2-16,0 2 13 0,-3 5-13 0,0 4 0 15,-2 3-34-15,1 1 16 0,-2 4-19 16,-2 5 0-16,1 1-2 16,-3 2-2-16,-1 5 3 0,-4 1-17 0,2 4 2 15,-2 2-8-15,-1-2-29 0,0 2-3 16,0-3 3 0,-1-3 22-16,2-3 3 0,-1-4-7 0,3-3 11 15,2-8 24-15,-1-2 0 0,5-6-13 16,0-4-9-16,2-4-32 0,0-3-18 0,1-2-38 15,1-2-51-15,0 0-77 0,0-2-126 16,0-4-179-16,1 0-183 0,0-5-345 0</inkml:trace>
  <inkml:trace contextRef="#ctx0" brushRef="#br1" timeOffset="-210740.807">26352 12033 1026 0,'0'0'287'0,"0"0"-148"0,0 0-21 0,0 0 544 15,0 0-261-15,0 0-137 0,0 0-126 16,0 0-45 0,0 0 6-16,0 0 25 0,-26 50-9 0,22-33-42 15,0 1-32-15,-2 1-13 0,3 2-2 16,0-1-4-16,3-1 9 0,0 0-8 16,0-2-11-16,3 0 32 0,3-5-3 15,3 0 19-15,-1-4-19 0,3 0-22 16,0-5-16-16,0 1 25 0,1-3-6 15,5-1-22-15,0 0 0 0,-1-1 15 0,7-5-15 0,0-3-42 16,-1-1-112-16,6 0-93 0,0-4-96 16,3 0-135-16,-8 4-250 0,8-12-807 0</inkml:trace>
  <inkml:trace contextRef="#ctx0" brushRef="#br1" timeOffset="-206699.885">27922 11672 378 0,'0'0'522'0,"0"0"-255"16,0 0-221-16,0 0 747 0,0 0-294 16,0 0-174-16,0 0-97 0,0 0-39 15,0 0 5-15,0 0 0 0,0 0-21 0,-33-10-53 16,23 10 6-16,0 0 2 0,-5 0-28 0,4 0-32 15,-3 0 4-15,-1 5-32 0,0-1-9 16,-2-3-13-16,0 5-5 0,-1-1-13 16,-2-1-11-16,0 2-6 0,-1-2 16 0,-2 2-33 15,-2-1 33-15,2 1 1 0,-2-1-25 16,-1 1 10-16,2 2-13 0,-2-1-25 16,0 3-25-16,-1 2 7 0,-1 1-23 0,-1-1-29 15,4 2-12-15,-1 1-17 0,1-3 19 16,3 0 6-16,1-1 16 0,2-3-26 0,0-1 22 15,4 1 25-15,0-4-6 0,1 2-1 16,1-1 10-16,1-1 19 0,-1 0 26 16,2 0-6-16,-1 0 29 0,1-1 16 15,0 3-16 1,3-4 19-16,1 1 81 0,-1-2-26 0,3 0-36 16,-2 0 23-16,2-1 42 0,1 0 35 15,3 0-17-15,-1 0-25 0,2 0-13 16,0 0-3-16,0 0-10 0,0-1-25 15,0 0-14-15,0 1 20 0,0 0 22 16,0 0-12-16,0 0-1 0,0 0-6 16,0 0 13-16,-1 0-20 0,1 0-6 0,0 4 0 0,-2 0-6 15,1 2 0-15,1 1 13 0,-2 3-14 16,1 1 1-16,-1 1-13 0,2 1 1 16,0 0-4-16,0 1 0 0,0 0-19 15,0 4 17-15,0 1-14 0,0 3 13 16,5 2-20-16,1 2 1 0,-1 1 0 15,4 0-13 1,-1 3 10-16,1 1-19 0,3 1 31 0,-2 0-14 16,1 0 27-16,-1 1 2 0,0-2-2 15,2 0-6-15,-1-2-7 0,0 2 13 16,-1 0-2-16,1 1 2 0,-1-1 3 0,-2 0 10 16,1 1-7-16,0 1 14 0,-3-1-19 15,0 0 21-15,0 0-22 0,-1-1 0 16,1 1 17-16,-2 0-17 0,1 0 3 0,-2 0 16 15,3 1-17-15,-3 0-2 0,2-2 3 16,-1 0-3-16,1 1 2 0,1 1 14 16,-1 1-15-16,5 1 0 0,-1-1 27 0,1 2-25 15,1-1 0-15,0 0 0 16,0-1-3-16,1-2 0 0,-1-1 0 0,0 0 0 16,-2-1 0-16,0-5 0 0,0 1 1 0,1-5 11 15,-2 1 7-15,-2-3-6 0,2 0-1 0,1-2 23 16,-3 0-16-16,2 2-19 0,0-1-1 15,-1-1 1-15,2 2 21 0,-2-1-8 16,2-3-12-16,-1-1-1 0,-2-2 12 16,1 0 1-16,-1-3 12 0,0-2-9 31,0 0-1-31,-2 0-2 0,-1 0-10 0,-2-4 13 16,2 1-14-16,-3 0-1 0,2-1-1 15,-2-2-2-15,0 1-1 0,1-2-10 16,-1 0 11-16,0 0 0 0,0 0 2 0,0 0 1 15,0 0 1-15,0 0 1 0,0 0 0 16,0 0 1-16,0 0 11 0,0 0-15 16,0 0 1-16,0 0-1 0,0 0-2 0,2 0-10 15,-1-3 9-15,1 0 3 0,1-2 0 16,2 0 15-16,1-2-13 0,0 1 20 16,2 0-6-16,3-2-16 0,1 0 13 0,2 2-11 15,3-1 29 1,-1 0-31-16,5-1-3 0,1 0 3 15,4 0 3-15,0 1 0 0,4-4 7 16,4 1-7-16,-1-2-3 0,2 3 0 16,0-1 2-16,-2 1-2 0,-1 3 0 0,-1 2 1 15,1 0-2-15,-3 3 2 0,-2 1 8 16,-2 0 10-16,-3 0-18 0,-1 0 2 16,-2 0-3-16,0 0 0 0,-4 0 3 15,-2 0 16-15,2 0-6 0,-4 0-13 0,0 0 2 16,-2 0 27-16,2 0-1 0,-4-3-6 0,1 1 9 15,-1-4 4-15,2 1 5 0,-1-1-12 16,-2-2-6-16,2-4 3 0,1 1 3 16,-4 1-28-16,4-2-1 0,-3 1 1 15,-1-1 2-15,-2 0 23 0,0 2-4 16,0 1-5-16,-1-1-4 0,-2-1 4 16,0 3 12-16,0-4-25 15,0-2 13-15,0-2-16 0,-3-3-16 16,1-2 14-16,1 1-8 0,-1-3 9 15,-1-1 0-15,0-1-14 0,1-3 15 16,-1 2-3-16,-3-4-10 0,3 0-2 16,-3 0-16-16,2-1 9 0,-3-2 19 15,-1 1 3-15,-1-3-23 0,0 0 21 0,-1-2 2 16,-2-4-50-16,-1-1 22 0,2-4-22 0,1-1 13 16,-1-3-7-16,0 0-9 0,1 1 2 15,0-1 29-15,-1 1 3 0,2-1 0 16,1 5-31-16,0-2 25 0,-1 2 3 0,4 1 0 15,-4 0-16-15,1 2-15 0,0-1-7 16,1 1-7-16,-1-3 1 0,3 4 5 16,-2-1-9-16,2 2 13 0,0 0-45 0,-1 3 54 15,1 3-6-15,-1 2-29 0,4 1 25 16,-2 7 31-16,1 2 27 0,0 4 23 0,1 3-22 16,1 3 12-16,-1 1 15 0,-1 3 14 15,0 1-3-15,1-1 28 0,-1 3-16 16,0-2-16-16,-1 0-6 0,-1 4-7 15,2-3-21 1,1 1-1-16,-1 0-16 0,0 0 14 16,1 2 0-16,-1-1-1 0,0 3-1 0,0 1-34 15,0-3-7-15,0 3-15 0,0 0-20 16,-2 0-55-16,-1 0-113 0,1 4-123 16,-4 0-67-16,3 3-79 0,-5 3-547 0</inkml:trace>
  <inkml:trace contextRef="#ctx0" brushRef="#br1" timeOffset="-193154.486">23539 15274 1049 0,'0'0'2309'0,"0"0"-1891"0,0 0-205 15,0 0 7-15,0 0 63 0,0 0-12 0,0 0-32 16,0 0-77-16,0 0-92 0,0 0-3 16,49-6 24-16,-20 3 24 0,4 0 16 15,3-1-53-15,-1-2-29 0,0 2-28 0,-1-1-9 16,0-1-12-16,-3 0-2 0,-1 1 1 16,-4-2-17-16,-1 2-55 0,-2-1-75 15,-5 2-40-15,-2-1-1 0,-4 4-71 16,-4 1-176-1,-5 0-344-15,-3 4-572 0,-3 8-482 0</inkml:trace>
  <inkml:trace contextRef="#ctx0" brushRef="#br1" timeOffset="-192954.2">23709 15444 1186 0,'0'0'1099'0,"0"0"-698"0,0 0-167 0,0 0 23 16,0 0 103-16,0 0-7 0,0 0-79 0,0 0-109 15,0 0 11-15,0 0 55 0,0 0-56 16,68 30-52-16,-35-30-47 0,3-2-18 16,2-2-55-16,-2-2-3 0,1 0-34 15,1-2-106-15,-1-1-10 0,3-1-65 16,-1-1-95-16,-1 2-201 0,-11 4-542 0,8-5-943 0</inkml:trace>
  <inkml:trace contextRef="#ctx0" brushRef="#br1" timeOffset="-191535.608">26900 11029 741 0,'0'0'1688'0,"0"0"-1397"16,0 0-108-16,0 0 83 0,0 0 72 15,0 0-25-15,0 0-80 0,0 0-99 16,0 0-74-16,0 0-26 0,0 0 0 16,-20 30 25-16,18-10-28 0,2 4-19 15,-3 3 2-15,3 0-14 0,0 3-81 0,0-1-134 0,0 2-83 16,0-3-180-16,0-7-660 0,0 2-1080 0</inkml:trace>
  <inkml:trace contextRef="#ctx0" brushRef="#br1" timeOffset="-188884.714">24931 15166 1009 0,'0'0'205'15,"0"0"849"-15,0 0-709 0,0 0-45 0,0 0 17 16,0 0-37-16,0 0-14 0,0 0-49 15,0 0-19-15,0 0-37 0,-82-6-37 0,68 14-13 16,2 3-6-16,1 5-22 0,-1 0-15 16,2 6-16-16,1 0-9 0,-2 6-13 15,2 4-2-15,1 2-27 0,-2 4 2 16,1 5-3-16,0 2 0 0,1 2-1 16,1 0 1-16,4 0-18 0,1-1-4 0,2-4-2 15,6-3 12-15,5-3-34 0,3-9 3 0,3-2-31 16,0-4-12-16,5-4-31 0,-1-5-7 15,1-2-41-15,3-6-101 0,0-4-159 16,-5 0-319-16,6-7-728 0</inkml:trace>
  <inkml:trace contextRef="#ctx0" brushRef="#br1" timeOffset="-188546.602">25223 15433 859 0,'0'0'2028'0,"0"0"-1797"0,0 0-154 16,0 0 117-16,0 0 89 0,5 71 31 16,1-46-100-16,1 6-90 0,3 5-40 15,-1 4 0-15,2 7 27 0,-3 4 0 0,1 6-53 16,-4 4-12-16,0 5-24 15,0 1-22-15,0 0 3 0,-3-1-3 0,3-1-2 0,-1-5-17 16,4-4 4-16,-2-7 15 0,-1-8 9 16,-1-7-9-16,1-9 0 0,-1-5-15 15,0-5-19-15,-1-3-37 0,1-5-18 16,1-1-16-16,-5-5 3 0,2-1-28 16,-2 0-45-16,0-7-77 0,0-4-67 0,0-8-131 15,-1-7-190 1,-3 4-493-16,-8-23-168 0</inkml:trace>
  <inkml:trace contextRef="#ctx0" brushRef="#br1" timeOffset="-188283.145">25271 15491 1987 0,'0'0'611'0,"0"0"-202"0,0 0-211 16,0 0 54-16,0 0 131 0,0 0-122 15,0 0-55-15,78-33-48 0,-59 33-62 0,-1 3-47 16,-1 4 7-16,-3 4-1 0,-2 1-18 16,-4 3-6-16,-2 3-30 0,-4 4-1 15,-2 4-7-15,0 2-23 0,-3 2-32 0,-5 1 1 16,0-1-1-16,-4 0-24 0,1 0-14 0,-2-2-15 16,1-3-15-16,1-6-12 0,-4-5-37 15,4-3-61-15,-2-7-56 0,1-4-175 16,4 0-318-16,-10-4-365 0</inkml:trace>
  <inkml:trace contextRef="#ctx0" brushRef="#br1" timeOffset="-187899.103">25530 15099 2024 0,'0'0'980'0,"0"0"-743"15,0 0-78-15,0 0 208 0,90-34-2 16,-70 27-141-16,-4 3-81 0,-1 2-66 16,-2 2-51-16,-2 0-26 0,-1 6-19 15,-2 4-18 1,-4 5 19-16,-3 3 17 0,-1 2-18 15,0 5-18-15,0 1 9 0,-5 1 1 0,-1 1 27 16,1-3 19-16,-2-3 9 0,5-3-13 16,-1-4 22-16,0-2 16 0,3-3-1 15,0-1-18-15,0-2-9 0,6 0 15 16,3-3-6-16,2 0-4 0,0 0 7 16,5 0-9-16,-1-3-13 0,2 1-13 0,0-2-2 15,3 0-11-15,2 0-87 0,-2-3-50 0,5-1-22 16,-3 0-119-16,1 1-240 0,-6 2-554 15,5 1-813-15</inkml:trace>
  <inkml:trace contextRef="#ctx0" brushRef="#br1" timeOffset="-187630.057">26045 15791 2244 0,'0'0'1043'0,"0"0"-782"0,0 0-166 16,0 0 195-16,0 0 117 0,0 0-36 15,0 0-104-15,0 0-115 0,84-28-63 0,-59 21-34 16,-1 3-19-16,1-1-9 0,-3 1-25 15,2 0-2-15,0 0 0 0,-1-1-48 0,2-1-123 16,-2-2-49-16,1 0-29 0,2-1-72 16,-9 0-282-16,5-7-911 0</inkml:trace>
  <inkml:trace contextRef="#ctx0" brushRef="#br1" timeOffset="-187345.058">26690 15311 1444 0,'0'0'1970'0,"0"0"-1496"0,0 0-345 0,0 0 44 16,0 0 190-16,0 0 6 0,0 0-101 15,1 78-128-15,0-52-61 0,2 3-15 0,0 1 0 16,0 4-16-16,-1-1-17 0,1 3-30 15,-2 1 14-15,1 3-15 0,-2-3-30 16,0 1-73-16,0-4-51 0,2-3-23 16,3-7-31-16,2-4-19 0,1-8-32 15,1-7-133-15,1-5-335 0,-3-1-645 0,2-20-581 0</inkml:trace>
  <inkml:trace contextRef="#ctx0" brushRef="#br1" timeOffset="-187042.704">27198 15151 26 0,'0'0'1847'15,"0"0"-507"-15,0 0-1098 0,0 0 71 16,0 0 127-16,0 0-55 0,0 0-81 15,82 37-124-15,-65-21-106 0,0 3-19 0,-1 4 2 0,1 4-5 16,-3 4 9-16,-1 1-28 0,-1 3-14 16,-2 2-7-16,-4 1-11 0,-2 3 1 15,-3 1-1-15,-1-2-1 0,0 3-2 16,-8-3-23-16,-2-2-63 0,-2-1-37 0,-1-4-33 31,-4-2-7-31,-2 1 5 0,0-1-62 16,-5-2-101-16,-3 0-228 0,7-6-434 0,-20 9-476 15</inkml:trace>
  <inkml:trace contextRef="#ctx0" brushRef="#br1" timeOffset="-172512.495">26045 14174 414 0,'0'0'307'0,"0"0"-79"0,0 0-26 0,0 0-131 15,0 0-28-15,0 0 51 0,0 0 566 16,0 0-397-16,62-70-92 0,-56 63 16 16,-1-1 23-16,-1 3 34 0,-3 1 5 15,2 1-21-15,-3 3-35 0,3-4-26 16,-3 3-16-16,0 1-26 0,3 0-16 0,-3 0-13 16,0 0-21-16,0 0-23 0,0 0-6 15,0 2 7-15,0 4-4 0,0 4 53 0,1 4 11 16,-1 4-30-16,0 7-13 0,0 2-30 15,-7 2-25-15,2 4-12 0,-3 0 15 16,1 2-17-16,-4 1-1 0,0 1 1 16,0 2-1-16,-2-3-12 0,1-1 11 15,-2-4 0-15,5-3-11 0,1-5 11 0,0-3-14 16,1-5-1-16,2-4-29 0,2-4-17 0,-2-2-17 16,2-3-7-16,0-2-3 0,0 0-10 15,-3-2-6-15,0-3-34 0,-2-3-38 16,1-6-118-16,-3-2-189 0,3 4-295 15,-5-8-565-15</inkml:trace>
  <inkml:trace contextRef="#ctx0" brushRef="#br1" timeOffset="-172265.676">25818 14378 2308 0,'0'0'381'0,"0"0"-169"0,0 0-19 0,0 0 116 16,0 0 30-16,0 0-78 0,-21 75-107 15,21-53-88-15,0 1-35 0,0 1 19 16,2 2 15-16,2-2-16 0,1 3-18 0,1-4 7 16,-1 0-23-16,4-2 10 0,0-1-10 15,-1-4 7-15,4-3-21 0,-2-5-1 0,3-2-2 16,3-5 2-16,0-1 1 0,2 0-1 16,1-3-13-16,0-4-8 0,4-4-22 31,3-5-10-31,1 0-18 0,3-4-16 0,3-1-97 15,1 0-160-15,-10 6-189 0,9-2-758 0</inkml:trace>
  <inkml:trace contextRef="#ctx0" brushRef="#br1" timeOffset="-161751.269">30981 16454 939 0,'0'0'476'0,"0"0"-281"0,0 0 217 15,0 0-266-15,0 0 110 0,0 0-27 16,0 0-32-16,0 0-66 0,0 0-44 16,0 0-7-16,-51-10 6 0,51 10 10 15,0 0-1-15,0-1-2 0,0 1 5 16,0 0 3-16,0 0 0 0,0 0-7 16,0 0-6-16,0 0-6 0,0 0-10 15,0 0-3-15,0 0-13 0,0 0-10 0,-2 5-5 0,1 5-1 16,-2 5 13-16,-2 8-7 0,3 8 13 15,-4 8-10-15,1 7 1 0,1 13-4 16,1 7-9-16,-1 8-10 0,0 8-24 16,-1 2 0-16,-1 6-3 0,-3-3 0 15,1 1-2-15,0-4-13 0,-3 0 15 16,0-3 2-16,-1-6 0 16,3-6 10-16,-2-9-9 0,3-7 0 15,2-9 1-15,0-9-4 0,5-7-1 16,-1-9 1-16,2-5 0 0,0-5-22 15,0-4-3-15,0-3-2 0,3-2-4 0,-3 0 20 16,0 0 11-16,0 0 2 16,0 0 10-16,0-2 7 0,0 2 2 0,0 0 10 15,0 0 3-15,-3 0-13 0,2 0-18 0,0 0-3 16,1 0-3-16,0 0-15 0,0 0 18 0,0-2-2 16,0 2-17-16,1-1-8 0,3 1 27 15,6-1 0-15,0 1 30 0,5 0 10 16,4 0 0-16,4 0-18 0,2 1 11 15,10 4-5-15,6 2 12 0,7 3-23 16,11 2-16 0,8 0 84-16,9 1 24 0,6-3-30 0,8-2-51 15,3-5 2-15,2-3-5 0,1-2-25 16,-6-5 0-16,-2-5-1 0,-7 1 0 16,-8-3-2-16,-2-1-13 0,-4 1 13 15,-8-2-9-15,-8 2 9 0,-6 2-58 16,-6 0-33-16,-10 0-16 0,-7 4-12 15,-5 0-4-15,-9 4-16 0,-5-2-37 0,-3 4-56 16,0-3-63-16,-8-2-163 0,-3-7-349 0,-1 3-732 16,-10-16 409-16</inkml:trace>
  <inkml:trace contextRef="#ctx0" brushRef="#br1" timeOffset="-161208.127">31407 16502 1068 0,'0'0'1977'0,"0"0"-1670"0,0 0-230 0,0 0 160 15,0 0 50-15,86 7-11 0,-57-6-71 16,5-1-38-16,7 2-29 0,4 0-33 16,6 2-19-16,3 1-10 0,3 1 25 15,4-1-22-15,-1 1-54 0,1-1 20 0,-1-1-26 16,-2-3-4-16,3-1-13 0,-2-1 16 16,0-8-17-16,-1-1-1 0,-5-3 0 15,-3 0-21-15,-1 0-10 0,-4 1-42 16,-8 1 6-16,-4 5 31 0,-4 3-19 15,-7 2 36-15,-3 1-8 0,-4 4 8 0,-1 7 19 16,-6 3 13 0,1 3 14-16,-6 1-12 0,-1 3-12 15,-2 3 22-15,0 2-10 0,0 2 13 16,-2 5-28-16,-7 3 0 0,3 7 10 16,-4 4-10-16,0 9-2 0,-3 7-1 0,0 6 1 15,-3 7 1-15,2 6-17 0,-3 1 18 0,2 5 0 16,1-2-3-16,2-4-15 0,3-8-10 15,3-9 28-15,0-11 4 0,4-11 14 0,-1-8-18 16,3-7 0-16,0-6-3 0,0-6 1 16,-1-4-23-16,1-4-45 0,-2-6-22 15,1 0-25-15,-2-2-21 0,-1 0-79 16,-3-8-195-16,-2-5-633 0,2 3-930 16</inkml:trace>
  <inkml:trace contextRef="#ctx0" brushRef="#br1" timeOffset="-158833.21">31673 17218 320 0,'0'0'264'0,"0"0"-186"16,0 0 3-16,0 0-48 0,0 0 944 15,0 0-682-15,0 0-162 0,0 0 52 16,0 0 109-16,0 0-30 0,0 0-82 16,12-7-63-16,-12 7-36 0,0 0 15 0,0 0-5 0,0 0-8 15,0 0-18-15,0 0-26 0,0 1 6 16,0 3 13-16,-3 0 19 0,1 3-10 15,-1 1-22-15,-1-1-7 0,1-1 5 0,-1 0-4 16,1-2-7-16,0 0-6 0,0 0 0 16,0 0-6-16,0-3-3 0,2 1-4 15,0-2 1 1,-1 0 0-16,1 0-1 0,1 0-15 16,-3 0-30-16,2-3 2 0,-1-1 3 15,2 0-15-15,0 1 5 0,0-1 4 0,0 1 0 16,0-1 6-16,3 1 22 0,1 0-17 15,-1 3 1-15,0-2-9 0,0 2 0 16,0 0 9-16,0 0 16 0,0 0-10 16,0 0 11-16,-2 0-14 0,0 2 13 0,-1 3-19 15,0-2-9-15,0 2-67 0,0 2-25 0,0-1-45 16,-2 0-103-16,-1 0-155 0,-2-1-266 16,-1 2-854-16,14-59 1009 0</inkml:trace>
  <inkml:trace contextRef="#ctx0" brushRef="#br1" timeOffset="-156057.213">30081 17399 833 0,'0'0'273'16,"0"0"940"-16,0 0-806 0,0 0-166 0,0 0 70 31,0 0-3-31,0 0-115 0,0 0-77 0,0 0-25 16,0 0 14-16,25-1 29 0,-13 1 27 15,1 0-34-15,3-2-31 0,-1-1-28 16,2 2-4-16,-3 0-8 0,3-1-7 16,1 0-15-16,-5 2 5 0,3 0-8 0,1 0-6 15,-3 0-4-15,4 0-3 0,-1 0-2 16,0 2-4-16,3-2-9 0,-1 0 12 0,4 0-13 16,2 0-1-16,-2-2 18 0,-2-2-16 0,2 1 12 15,-1 2-14-15,-1 1-1 16,0 0 1-16,-1 0-1 0,0 0-2 0,-3 1 0 15,3 0-10-15,-1 2 12 0,2 0 10 16,-3-3-10-16,1 2 2 0,0 0 10 16,0-2-12-16,-1 0 1 15,1 0 1-15,-2 0 0 0,0 0-2 16,-1 0-2-16,2 0-1 0,-4 0 2 16,5 0 1-16,-1 0 2 0,1 0-2 15,1 0 0-15,1 0 0 0,0 0 0 16,2-2 2-16,2 0 0 0,-3-1 1 15,1-1-3-15,-1 0 0 0,1 2 0 16,-1-2 0-16,3 1-12 0,-2 1 10 0,0 0 2 0,-1 1 2 16,-2 0-2-16,1 0 0 0,-2-1-1 15,1 0 0-15,2 2 1 0,-5-2 0 16,3 0-16-16,0-1 16 0,-1 2 2 16,1-3 19-16,-1 2-18 0,1 0-2 15,-3-1-1-15,2 3-1 0,-2-2-2 16,0 2 1-16,1 0 2 0,-2 0 0 0,1 0 0 0,-1 0-3 15,-1 0-9-15,2 0 12 0,-3 0 0 16,-1 2-1-16,3-2 1 0,-3 0 1 16,1 0 1-16,1 0 13 0,-1 0-13 15,-1 0 0-15,2-2-1 0,-2 0 0 16,1 0 2-16,-1 1 7 0,0 0-10 0,1-1-3 16,-1 2-9-1,0 0 0-15,0 0 11 0,2 0 1 16,-4 0 1-16,2 0 1 0,3 0 10 0,-1 0-9 15,0 0-3-15,1 0 0 0,3-1 11 16,1-1 23-16,0 1 5 0,0 1-26 16,0 0-3-16,2 0-8 15,0 0 11-15,-1 0 8 0,1 2 4 0,-2 2-7 16,0 0 37-16,-4 0 33 0,3-2-34 0,-1 2-26 0,-1-2-4 16,1 2-6-16,0-1-6 0,-1-1 9 15,0-1-2-15,-1 0-16 0,-1-1 9 16,0 2-11-16,-2-2 0 0,2 0 2 15,-1 0-2-15,3 0 2 0,-1 2 15 16,1-2-6-16,0 1-11 0,3-1 17 16,-3 1-15-1,0-1 9-15,3 0-10 0,-2 0 0 16,0 0 1-16,2 0 9 0,-2-2-10 0,0-2-1 16,2 2 1-16,-3-3 13 0,0 1-15 15,0-1-3-15,2 2 0 0,-2 0 2 0,0 0-1 16,0 2-10-16,3 0 11 0,-4 1 0 15,2 0 1-15,-1 0 1 0,1 0-1 16,0 1 0-16,-2 0 0 0,2 1 2 0,-1-2 10 16,-1 1 9-16,-2-1-9 0,1 0-9 15,-4 0-2-15,0 0-1 0,0 0-2 16,-1 0 1-16,3 0-1 0,-3 0-1 16,2 0 2-16,0 0 0 0,-1-3 1 15,-3 2 0-15,2 0-1 0,-3-1-1 0,-1 1 0 16,-1 1-1-16,2-1 0 0,-2 0 0 0,-2 0 1 15,2 1-1-15,1-2-12 0,-4 2-4 16,1 0-2-16,0-1 3 0,1 1-6 16,-2 0 3-16,1 0 0 0,-3 0-1 15,1-2 7-15,-1 2-15 0,0 0-16 0,0-1-14 16,0 0-16-16,0-2-31 16,-3-1-15-16,-4-1-73 15,-1 0-168-15,0 0-417 0,-13 0-1127 0,64 36 17 16</inkml:trace>
  <inkml:trace contextRef="#ctx0" brushRef="#br1" timeOffset="-146734.633">27706 14988 847 0,'0'0'244'16,"0"0"567"-16,0 0-341 15,0 0-169-15,0 0-34 0,-12-74 30 16,9 68 12-16,2 2 1 0,-1 2-40 15,2 0-40-15,-2 2-19 0,2 0-26 16,-3 0-38-16,0 2-28 0,0 3-30 16,0 1-37-16,-3 3-16 0,1 6-14 15,0 6 5-15,-1 6-3 0,2 4 1 16,0 5 2-16,0 3 7 0,1 6-16 0,0-1-6 0,0 5-9 16,-2 3 12-16,3 1-15 0,2-1 0 15,-2-1-2-15,2-1 0 0,0-7-19 16,6-4 3-16,3-6-19 0,0-6-36 15,3-6-15-15,0-5-40 0,1-5-25 16,-2-4-22-16,3-7-23 0,0 0-94 16,1-11-191-16,-2-6-485 15,-1 2-504-15,2-14 180 0</inkml:trace>
  <inkml:trace contextRef="#ctx0" brushRef="#br1" timeOffset="-146471.599">27982 15231 320 0,'0'0'2486'0,"0"0"-2025"0,0 0-286 16,0 0 3-16,6 73 96 0,-3-46 31 15,1 3-63-15,1 5-75 0,1 2-74 16,3 7-23-16,-1 3-21 0,1 8 0 16,-1 4-9-16,1 5-18 0,-2 2-19 15,-1-3 0-15,0 1 0 0,-1-5 12 16,-2-7-15-16,0-4-2 0,-2-8-22 0,1-5-7 0,-1-8-12 15,-1-6-34-15,0-8-33 0,0-5-20 16,0-8-25-16,0 0-28 0,0-14-128 16,-6-5-195-16,0-9-465 0,-2 2-409 15,-3-23 644-15</inkml:trace>
  <inkml:trace contextRef="#ctx0" brushRef="#br1" timeOffset="-146217.517">27984 15273 1099 0,'0'0'1432'0,"0"0"-802"16,0 0-445-16,0 0 9 0,0 0 134 15,0 0-29-15,0 0-63 0,81-42-66 16,-66 40-59-16,0 2-43 0,-1 0-28 0,-4 0-25 0,-1 8-13 16,-1 1-1-16,-5 4-1 0,0 7-20 15,-3 3-73 1,0 4-24-16,-7 5-3 0,-4 1-4 15,-2 2-13-15,-2-2-11 0,1-4-9 16,-2-2 6-16,2-5 47 0,-4-7-48 16,5-4 2-16,-2-6-44 0,3-5-34 0,0-9-107 15,0-8-95-15,1-10-204 0,-1-8-151 16,4 7 283-16,-1-25 297 0</inkml:trace>
  <inkml:trace contextRef="#ctx0" brushRef="#br1" timeOffset="-145915.709">28174 14721 1289 0,'0'0'1023'0,"0"0"-407"15,0 0-395-15,0 0-23 0,0 0 113 16,0 0-62-16,0 0-51 0,0 0-76 16,77 30-82-16,-74-16-21 0,2 3-3 15,-4 5 8-15,-1 3 1 0,0 5-14 16,-3 1-10-16,0 0-1 15,-3-3 0-15,1-1 3 0,4-6 25 16,-1-3 31-16,2-6 43 0,0-4 33 16,6-2-27-16,2-1-22 0,4-2-4 0,0-1 19 15,4-2 12-15,-2 0 3 0,3-2-37 16,2-4-43-16,-2-2-24 0,-1-3-12 16,2 3-12-16,-4-3-97 0,0 1-49 0,0 0-38 15,1-1-71-15,1 3-222 0,-2 4-788 16,9 1-1451-16</inkml:trace>
  <inkml:trace contextRef="#ctx0" brushRef="#br1" timeOffset="-145647.742">28625 15291 1167 0,'0'0'2774'15,"0"0"-2336"-15,0 0-391 0,0 0-7 0,0 0 111 16,0 0 117-16,0 0 49 0,77-5-122 16,-52 2-98-16,1-3-30 0,2 0-12 15,-1-1-7-15,-1-2-9 0,2 0-8 16,-3-1-30-16,1-2-1 0,-3-1-64 15,-1 0-60-15,-2-3-49 0,0 0-46 16,-4-1-29-16,-1 2-170 0,-5 3-619 0,-1-2-864 0</inkml:trace>
  <inkml:trace contextRef="#ctx0" brushRef="#br1" timeOffset="-144846.124">29436 14783 1588 0,'0'0'1781'0,"0"0"-1498"0,0 0-214 0,0 0 35 16,9 72 176-16,-1-36 72 0,1 7-59 16,3 10-103-16,0 7-95 0,3 6-28 15,-1 1 0-15,-2 3 33 0,1-1 28 0,-1 1-67 0,-4-3-46 16,-2-2-15-16,2-6 0 0,-5-5-15 15,2-11-28-15,-4-7-17 0,2-9-4 16,-3-9-34-16,0-8-24 0,0-4-12 16,0-6-4-16,0 0-28 0,-1-9-134 15,-5-8-246-15,1-7-488 0,-3-9-316 16</inkml:trace>
  <inkml:trace contextRef="#ctx0" brushRef="#br1" timeOffset="-144614.844">29445 14957 1395 0,'0'0'510'16,"0"0"468"-16,0 0-677 0,0 0-71 16,0 0 74-16,0 0 20 15,0 0-40-15,90-42-64 0,-72 41-65 16,0 1-51-16,-1 0-18 0,-3 0-22 16,1 5-3-16,-7 3-12 0,0 2-21 15,-3 3-4-15,-3 3 10 0,-2 5-31 0,0 3-3 16,-7 1-9-16,-5 2-65 0,-4-3-14 15,-1 1-41-15,-3-4-15 0,1-2-41 16,2-3-14-16,-3-5-53 0,4-3-155 0,-2-4-194 16,2-4-499-16,4 0-313 0,-4-12 1149 0</inkml:trace>
  <inkml:trace contextRef="#ctx0" brushRef="#br1" timeOffset="-144383.516">29769 14619 1687 0,'0'0'967'16,"0"0"-645"-16,0 0-72 0,104-17 68 15,-71 17 54-15,1 0-45 0,-4 0-85 16,-1 8-63-16,-1 4-63 0,0 1-11 16,-2 2-44-16,-4 4-18 0,-5 2-31 15,-3 4 12-15,-2 3-24 0,-10 4 0 0,-2 3-46 16,0 4-55-16,-10 3-28 0,-7 4-28 15,-4 2-48-15,-3 2-53 0,-3 2-154 0,-5 0-224 16,-6 0-589-16,10-10-380 0</inkml:trace>
  <inkml:trace contextRef="#ctx0" brushRef="#br1" timeOffset="-140391.083">27913 10088 1865 0,'0'0'1218'0,"0"0"-969"0,0 0-125 0,0 0-79 16,0 0 59-16,6 75 98 0,7-59 24 15,2-2-90-15,5-1-65 0,0-1-11 16,2-6 20-16,5-4 16 0,2-2 9 16,2-2 12-16,1-7 25 0,1-7-26 15,0-4-36-15,0-8-19 0,0-2-15 16,1-8-4-16,-3-7-2 16,0-5-10-16,0-6-11 0,0-8-4 15,0-7 0-15,4-2 3 0,1-8 7 16,2-2 2-16,2-8-12 0,-1-3-13 15,-2-3-2-15,2-6-2 0,1-5-10 16,-1-6 9-16,-1-1-9 0,-1-4 9 16,1-1-9-16,-5-1-10 0,0-3-8 15,-3-1-7-15,0-4-5 0,-5-3 2 0,1-1 16 0,-1 1-28 16,-5-2 15-16,0 4 13 0,-1 2-10 16,-1 3 4-16,-2 2-13 0,-2 2 9 15,-3 2 3-15,-1 6-24 0,-2 3 12 16,0 4 40-16,-6 8-25 0,-2 1-11 0,0 4 38 15,-1 6 2-15,-8 3 10 16,-1 5-11-16,-3 4 0 16,-4 7 26-16,0 3-9 0,-3 3-15 15,0 5 17-15,1 6-17 0,-1 0 17 16,0 5-19-16,1 1-28 0,-1 6 10 0,1-1-10 16,-2 5 26-16,1 2 1 15,1 3-10-15,-1 5 11 0,0-2-14 0,1 6 14 16,-4-1 1-16,3 4 11 0,-2 1-11 15,2 3 1-15,0 2 19 0,1 0-19 0,1 1 32 0,0 1-19 16,1 1-13-16,3 2-1 16,-1 2 18-16,2 0-1 0,1 3 10 0,4-2-3 15,1 2-4-15,3 0-18 0,-2 0 9 16,5 2-10-16,-1 0-2 0,-1 0-21 16,3 0-10-16,-3 2-15 0,0 2-6 15,1 2-3-15,-4 4 12 16,1 3 15-16,-2 4-12 0,0-2-25 15,0 2-65-15,0 1-69 0,0-5-137 16,2 0-205-16,4-6-272 0,1-5-562 16,0-2 238-16,57-135 1137 0</inkml:trace>
  <inkml:trace contextRef="#ctx0" brushRef="#br1" timeOffset="-140089.435">28719 4924 1223 0,'0'0'1773'15,"0"0"-1431"-15,0 0-275 0,0 0-66 0,-69 73 72 16,43-45 95-16,-4 1 28 0,-1 3-117 16,0-2-67-16,0-4-12 0,8-3-50 15,2-4-51-15,7-5-16 0,3-7-22 0,7-6 37 0,4-1 1 16,0-8-62-16,11-9-90 0,7-8 2 16,3-5 31-16,6-5-71 0,7-2-27 15,-1 3-21-15,4 4 339 0,2 7 43 16,4 6 301-16,-1 7 39 0,3 6-63 0,4 4-30 15,1 4-24-15,2 4 15 0,2 7 14 16,-3 0-34 0,-4 2-35-16,-3-1-92 0,-3 1-79 15,-7-3-55-15,1-2-6 0,-3 0-121 0,-4-5-96 16,1 0-104-16,-7-3-197 0,5-4-738 16</inkml:trace>
  <inkml:trace contextRef="#ctx0" brushRef="#br1" timeOffset="-138586.768">20751 2754 2583 0,'0'0'441'15,"0"0"-204"-15,0 0-52 0,0 0 14 16,0 0-35-16,0 0-22 0,-17-69 9 15,12 60-14-15,2 2-31 0,2 0-31 16,-1 2-4-16,-1 5 3 0,3 0-6 16,0 0 6-16,0 0-25 0,0 0-28 0,0 3-18 15,0 3-3 1,0 5 0-16,2 6 12 0,1 9 18 16,0 6 16-16,-2 11 6 0,2 8-15 15,-1 3 3-15,-2 6-9 0,0 7-1 0,0 5-12 16,0 6 1-16,0 7-19 0,0-1-2 15,0 2 1-15,2-4-2 0,1-5-16 16,4-9-14-16,2-11-28 0,0-12 27 16,2-14-9-16,-1-10-6 0,3-11-58 0,0-6-57 0,2-4-12 15,2-7-54-15,0-10-125 0,0-4-213 16,3-9-446-16,-8 4-500 0</inkml:trace>
  <inkml:trace contextRef="#ctx0" brushRef="#br1" timeOffset="-138086.25">21507 2794 1653 0,'0'0'1627'16,"0"0"-1236"-16,0 0-256 0,0 0-18 15,0 0 137-15,0 0 41 0,0 0-73 0,0 0-93 16,0 0-79-16,-89 64-20 0,67-27-8 15,-1 4-1-15,-1 2 0 0,-1 5-8 16,4 0 10-16,1 0-22 0,1 2-2 16,4 6-22-16,4 1 11 0,4-1 12 15,2 0 0-15,5-6 16 0,0-7 5 16,5-7 16-16,6-6 18 0,2-8 55 0,4-5 20 16,2-4-20-16,6-5-34 0,-1-2-16 0,3-5-26 15,-1-1-7 1,-2-1-25-16,-1-5 1 0,-2-4-3 15,-2-4-12-15,-2 2-55 0,-1-4-48 16,-6 1-43-16,0-1-25 0,-5 2 9 16,-4-2-72-16,-1 4-134 0,0-1-122 15,-7 2-88-15,-5 3-165 0,-3 1-4 16,-2-1 141-16,-3 3 227 0,0 0 130 0,-2-3 261 16,2 2 29-16,-2 2 519 0,5-2 103 15,0 1-144-15,4 0-48 0,4 0-80 0,4 3-8 16,2-2-29-16,3 2-31 0,0 0-75 15,4 0-66-15,6 0-65 0,2-2 0 16,2 2-28-16,1-3-43 0,0 1-32 16,-1 1-2-16,-3-1-37 0,2 3-80 0,-1-3-65 0,0 1-114 15,2-4-122-15,-4 2-270 16,0-4-510-16,-5 4-563 0</inkml:trace>
  <inkml:trace contextRef="#ctx0" brushRef="#br1" timeOffset="-137932.736">21494 3379 401 0,'0'0'1845'15,"0"0"-1283"-15,0 0-283 0,-8 81-27 0,6-53 110 16,2 0-16-16,-1 1-27 0,1-3-75 16,0-1-78-16,0-2-70 0,0-2-56 15,3-2-40-15,2-7-15 0,0-4-13 0,1-2-24 16,2-2-61-16,2-4-60 0,0 0-50 16,5-10-87-16,-4-2-239 0,0 0-542 15,4-14-742-15</inkml:trace>
  <inkml:trace contextRef="#ctx0" brushRef="#br1" timeOffset="-137616.171">21823 2877 2764 0,'0'0'707'0,"0"0"-564"16,0 0-67-16,0 81 150 0,0-45 175 15,0 2-73-15,0 3-134 0,0 3-93 0,1 2-46 16,-1 4-15-16,0 6-16 0,0-2-12 16,0 5-1-16,-1 1-11 0,-1-6-3 15,2 1 0 1,0-8 3-16,2-7 0 0,7-8 16 16,1-8 17-16,2-5 28 0,2-6 15 15,1-2 10-15,0-6-7 0,2-3-22 16,1-2-29-16,2 0-4 0,-1-4-12 15,3-4-12-15,0-3-12 0,-1 0-76 16,-2-1-73-16,1-2-68 0,-5-3-40 16,-1 5-154-16,-3 2-551 0,-6-1-658 0</inkml:trace>
  <inkml:trace contextRef="#ctx0" brushRef="#br1" timeOffset="-137115.734">22155 3532 1045 0,'0'0'2068'0,"0"0"-1436"0,0 0-418 16,0 0-62-16,0 0 97 0,0 0 60 16,0 0-27-16,0 0-96 0,0 0-73 0,0 0-55 0,64 77-28 15,-58-55-28-15,-3-1 9 0,0 1-11 16,-2-2-19-16,1-1-26 0,1-7-59 15,-2-3 10-15,0-4 33 0,2-5-10 16,0 0-18-16,2 0-18 0,3-7 27 16,-1-2 18-16,4-1 13 0,0-2 12 15,1-1 0-15,-1 1 6 16,3 3 3-16,0 2 13 0,0 6 15 16,0-1 55-16,2 2-11 0,-4 2 2 15,0 3 3-15,-1 2 10 0,-3 4-4 16,-2 1 7-16,0 1-19 0,-3 1-6 15,-2-1-36-15,0-2-1 0,-1-2-64 16,0-2-77-16,2-5-66 0,-2-1-132 16,0-1-286-16,1-1-645 0,1-13-903 0</inkml:trace>
  <inkml:trace contextRef="#ctx0" brushRef="#br1" timeOffset="-136830.718">22749 2801 2493 0,'0'0'1708'16,"0"0"-1395"-16,0 0-276 0,0 0 59 0,0 0 82 16,0 0 116-16,0 0-68 0,-64 90-102 15,55-50-42-15,3 7 0 0,3 7-10 16,1 3 43-16,-1 2 6 0,3 0-63 0,0 3-25 15,0-4-33-15,0-1-1 0,0-4 1 0,3-8-2 16,1-7 0-16,2-8-19 16,4-9 2-16,-2-4-11 0,5-9-33 0,2-2-61 15,1-4-43-15,2-2-36 0,5-12-40 16,-1-6-69-16,-3 1-278 0,4-23-895 0</inkml:trace>
  <inkml:trace contextRef="#ctx0" brushRef="#br1" timeOffset="-136482.835">23047 3028 326 0,'0'0'3384'0,"0"0"-2776"15,0 0-515 1,0 0 50-16,87-30 97 0,-58 22 26 16,-1 0 2-16,0 0-82 0,1 1-99 15,0 0-35-15,-2 1-52 0,-3 2-12 16,-1 2-3-16,-5 2-4 0,-5 0-2 0,-1 7-27 15,-7 5-22-15,-2 4-12 0,-3 6 3 16,-4 6 12-16,-9 8-3 0,-6 3 6 16,-1 2-15-16,-4 2 11 0,-1-1 22 0,3-3 46 15,1-3 16-15,2 0-1 0,3-4 40 0,2-2 40 16,7-2 11-16,3-4-11 0,4-6-25 16,0-1-6-16,2-2 11 0,11-5-17 15,2-2 0-15,6-3 11 0,4-3-17 16,2-2-1-16,6 0 6 0,-1-5 34 0,-2-4-21 31,0-4-49-31,-5-3-21 0,1-4-55 0,-3-2-84 16,-1-2-66-16,-3-3-26 0,-1-1-64 15,-3-2-257-15,-5 9-702 0,1-14-939 0</inkml:trace>
  <inkml:trace contextRef="#ctx0" brushRef="#br1" timeOffset="-136292.123">23557 3064 2160 0,'0'0'1516'0,"0"0"-1267"0,0 0-98 16,-59 68 89-16,36-37 137 0,-2 2-30 15,2 0-137-15,-3 3-119 0,2-1-51 16,-2 0-27-16,1 0-13 0,3-3-36 0,-1-2-49 16,6-3-89-1,3-6-83-15,3-5-54 0,5-3-140 16,3-9-234-16,3-4-607 0,0-3-801 0,1-11 2083 0</inkml:trace>
  <inkml:trace contextRef="#ctx0" brushRef="#br1" timeOffset="-136051.508">23582 3309 1436 0,'0'0'1941'0,"0"0"-1580"0,0 0-226 0,0 0 108 16,38 90 247-16,-31-52 10 0,-1 2-120 15,2 6-156-15,-3 1-94 0,-1 4-30 16,-1 1-15-16,0 5-22 0,-3-2-39 16,0 1-21-16,-1-4-3 0,-4-7-78 0,-1-5-55 15,1-9-6-15,1-12 6 0,1-8-10 0,3-8-33 16,0-4-46-16,0-14-124 0,7-9-221 16,-2-9-422-16,0 5-177 0,-1-24-844 0</inkml:trace>
  <inkml:trace contextRef="#ctx0" brushRef="#br1" timeOffset="-135865.814">23731 3409 502 0,'0'0'1917'15,"0"0"-1334"-15,0 0-292 0,0 0 11 16,0 0 22-16,0 0-60 0,0 0-18 16,0 0-39-16,79-7-78 0,-70 14-46 15,-1 1-13-15,-2 5 4 0,-4 1 2 16,-2 3-24-16,0 4-34 0,-8 1-18 0,-4 4-34 15,-4 1-46-15,-4-3-20 0,-2-3-5 16,2-2-42-16,-3-2-32 0,3-9-32 0,2-4-4 16,3-4-163-16,3-10-307 0,4-1-610 15</inkml:trace>
  <inkml:trace contextRef="#ctx0" brushRef="#br1" timeOffset="-135611.462">23979 2900 196 0,'0'0'2600'0,"0"0"-2199"0,0 0-162 0,0 0 182 16,0 0 33-16,79 73-46 0,-62-55-105 0,-4 1-113 16,3 3-78-16,-6 3-21 0,-1 0-6 15,-3 1 18-15,-6 7 0 0,0-1-45 16,-9 5-37-16,-5 1-21 0,-8 2-25 15,-4-2-81-15,0-4-70 0,-1-3-40 0,1-5 0 16,1-6-60-16,1-6-147 0,2-8-296 16,3-6-620-16,5 0-717 0,-2-18 1883 0</inkml:trace>
  <inkml:trace contextRef="#ctx0" brushRef="#br1" timeOffset="-134952.301">24317 2588 424 0,'0'0'2466'0,"0"0"-2088"15,0 0-346-15,0 0 48 0,0 0 193 16,0 0 123-16,-8 72-46 0,8-38-109 16,0 5-84-1,3 10-22-15,2 4 27 0,0 6 48 16,1 1-43-16,1 2-37 0,0-1-45 15,2 4-42-15,-1-3-31 0,-2-1-3 16,2-3-9-16,-2-6-30 0,-1-9-28 0,2-4-3 16,0-7-20-16,-1-4-47 0,3-3-18 15,-1-3-15-15,-2-4 14 0,1-4-53 16,0-3-77-16,-1-2-185 0,-1-8-297 16,-1-1-558-16,-3 0-606 15</inkml:trace>
  <inkml:trace contextRef="#ctx0" brushRef="#br1" timeOffset="-134241.785">24967 3027 1486 0,'0'0'792'0,"0"0"-146"0,0 0-215 16,0 0-101-16,0 0-9 0,0 0-98 0,0 0-68 15,0 0-83-15,83 8-48 0,-70-11-24 16,-2-2-39-16,2-2-107 0,-1-1-123 16,-1 1-147-16,-2 0-337 0,-3 3-923 15</inkml:trace>
  <inkml:trace contextRef="#ctx0" brushRef="#br1" timeOffset="-134093.638">25003 3207 1025 0,'0'0'198'16,"0"0"878"-16,0 0-656 0,0 0-64 16,0 0 5-16,96-5-95 0,-65-2-149 15,4-3-92-15,-2 0-25 0,2 0-54 16,-3-1-173-16,-1 1-248 0,-8 1-765 16</inkml:trace>
  <inkml:trace contextRef="#ctx0" brushRef="#br1" timeOffset="-132373.778">25656 2741 1018 0,'0'0'1305'0,"0"0"-805"0,0 0-115 0,0 0 18 16,0 0 32-16,0 0-36 0,31 66-84 15,-21-36-48-15,3 9-66 0,1 4-55 16,2 8-19-16,0 6 10 0,3 3-4 16,-5 4-42-16,2 1-37 0,-5 3-21 15,2 0-15-15,-4-2-6 0,-2 3-10 16,1-5-1-16,-2-3-1 0,-1-6-12 16,-1-6-24-16,1-9-36 0,-1-8-7 0,0-5-12 15,-2-8 3-15,-1-7-9 0,2-1-21 16,-2-8-25-1,-1-3-24-15,0 0-14 0,0-9-92 16,0-8-168-16,-7-8-319 0,3-9-535 16,0 4-536-16,-7-20 1550 0</inkml:trace>
  <inkml:trace contextRef="#ctx0" brushRef="#br1" timeOffset="-132142.625">25743 2921 1094 0,'0'0'2141'15,"0"0"-1753"-15,0 0-274 0,0 0 56 0,0 0 94 16,0 0-74-16,0 0-54 16,0 0-47-16,0 0-48 0,94 2-1 0,-80 2-3 15,2 3-7-15,-5 3-11 0,-1-2-7 16,-2 3-9-16,-6 2-2 0,0 2 18 0,-2 3-19 16,-3 2-37-16,-6 2-43 0,-5-2-7 0,-1-1-18 15,-2-3-9-15,-3-3-20 0,4-3-48 16,-2-4-88-16,0-4-113 0,3-2-139 15,-2-2-237-15,3-8-501 0,3 2 507 16,-4-15 659-16</inkml:trace>
  <inkml:trace contextRef="#ctx0" brushRef="#br1" timeOffset="-131736.54">25943 2445 1000 0,'0'0'1067'0,"0"0"-524"15,0 0-256-15,0 0 14 0,0 0 65 16,0 0-28-16,0 0-46 0,0 0-62 16,68 70-63-16,-61-50-47 0,-3 2-28 15,-1 2-25-15,0-3-42 0,-1-2-24 16,-1-2-1-16,1-5-43 15,-1-2-34-15,1-4-12 0,2-5 6 16,-3-1-3-16,0-1-10 0,4-6 6 16,-1-3 40-16,4-3 13 0,-3-3 19 15,4-2 18-15,-2 1 1 0,0 1 11 16,1 1-11-16,0 5 3 0,-1 3 30 16,1 2 22-16,0 2 12 0,-1 3-9 0,1 0-19 15,-3 0 6-15,1 4-2 0,2 2 11 0,1 3-12 16,-3 1-12-16,1 3 6 0,-1 4-6 15,0-3-31-15,-2 3 0 0,1 2-117 0,-3 0-81 16,-2 1-16-16,0 3-112 0,0-4-371 16,-2 7-1021-16</inkml:trace>
  <inkml:trace contextRef="#ctx0" brushRef="#br1" timeOffset="-131224.411">26447 2996 1891 0,'0'0'1292'0,"0"0"-875"0,0 0-193 0,0 0-57 16,0 0 112-16,0 0-1 0,0 0-37 15,0 0-64-15,0 0-94 0,0 0-37 16,0 0 18-16,55 2 12 0,-39-2 18 15,3 0-12-15,-2 0-33 0,0 0-28 16,0-2-19-16,0-2-2 0,-3 0-2 16,2-2-56-16,-2-2-72 0,-1 3-59 15,0-4-37-15,-1-1-54 0,-5 4-302 16,-1-5-1053-16</inkml:trace>
  <inkml:trace contextRef="#ctx0" brushRef="#br1" timeOffset="-130801.405">26999 2685 254 0,'0'0'3189'0,"0"0"-2573"0,0 0-497 0,0 0-100 0,0 0 118 16,0 0 107-16,0 82 48 0,-3-42-108 15,3 5-99-15,0 4-30 0,0 0-6 16,0-1 3-16,3-2-31 0,0-3-21 16,0-4-63-16,0-4-89 0,0-5-59 15,0-7-16-15,-2-6-67 0,2-7-295 0,-3-5-762 0,0-5-1078 0</inkml:trace>
  <inkml:trace contextRef="#ctx0" brushRef="#br1" timeOffset="-130338.041">25336 2699 867 0,'0'0'118'16,"0"0"994"-16,0 0-556 0,0 0-192 0,0 0-64 15,0 0 5-15,-44 72-49 0,37-49-52 16,-1 2-51-16,-2 2-47 0,3 6-16 15,1 3-22-15,2 3 9 0,0 3-9 0,4 2 0 16,0 4-16-16,1 3-18 0,8 2-32 16,5 1-2-16,4 1-12 0,2-1-25 15,4-2-65-15,2-3-83 0,5-7-35 0,2-2-35 16,5-12-123-16,1-6-282 0,-7-12-828 16</inkml:trace>
  <inkml:trace contextRef="#ctx0" brushRef="#br1" timeOffset="-130037.53">27129 2541 437 0,'0'0'2294'0,"0"0"-1612"0,0 0-381 16,0 0 49-16,81 36 26 0,-62-24-55 16,2 6-54-16,-2-1-75 0,4 5-89 0,2 3-54 15,-2 6-22-15,-2 3-12 0,-3 4 7 0,-5 4-20 16,-3-1-2-16,-10 2-78 0,0-2-44 16,-10 0-30-16,-3-2-20 0,-7 3-27 15,-1-4-39-15,-5 2-144 0,-3-2-281 16,5-10-594-16,-19 13-794 0</inkml:trace>
  <inkml:trace contextRef="#ctx0" brushRef="#br1" timeOffset="-129235.522">27789 2582 342 0,'0'0'1948'0,"0"0"-1293"0,0 0-293 0,0 0-58 0,0 0 9 15,0 0-43-15,-34 75-68 0,29-51-38 16,2 5-38-16,2 5-31 0,1-1-18 16,0 3-3-16,0 4-7 0,3-1-9 31,4 1-18-31,2-2-13 0,1-3-15 0,2-1-11 15,0-7-1-15,3-4-24 0,0-5-9 16,0-2-71-16,1-4-28 0,0-3-25 16,-1-2-28-16,0-2-38 0,1-3-166 15,-2-2-353-15,1 0-569 0,-5 0-439 0,1-5 1672 0</inkml:trace>
  <inkml:trace contextRef="#ctx0" brushRef="#br1" timeOffset="-128866.677">28124 2681 466 0,'0'0'271'15,"0"0"861"-15,0 0-539 0,0 0-200 16,0 0 7-16,0 0-47 0,0 0-75 16,41 75-39-16,-33-49 1 0,-3 5-45 15,4 7-47-15,-2 3-16 0,3 5 6 0,-2 7-22 16,0 7-28-16,2 2-12 0,-3 7-33 16,1 1-19-16,-1 5-23 0,0-3-1 15,-1-1-2-15,0-7-53 0,1-7-21 16,0-10-9-16,2-9-4 0,-4-10-15 15,0-7-18-15,-2-9-14 0,0-7-43 0,0-5-103 16,-2 0-164-16,1-12-161 0,-2-5-368 0,0 0-573 16,0-15 1085-16</inkml:trace>
  <inkml:trace contextRef="#ctx0" brushRef="#br1" timeOffset="-128635.09">28183 2900 114 0,'0'0'1892'0,"0"0"-781"16,0 0-974-16,0 0-3 0,0 0 199 15,0 0 14-15,0 0-129 0,83-29-50 16,-65 29-36-16,-1 0-42 0,-2 2-26 16,-1 4-33-16,-3 3-15 0,-2 4-13 0,-3 5 12 0,-4 5 0 15,-2 4-15-15,-2 2-9 0,-10 4-98 16,-2-4-29-16,-2 0 3 0,1-5-28 15,-2-5-39-15,4-5-121 0,1-4-190 16,0-5-193-16,2-5-443 0,0 0-27 16,0-9 957-16</inkml:trace>
  <inkml:trace contextRef="#ctx0" brushRef="#br1" timeOffset="-128250.099">28488 2373 2298 0,'0'0'545'0,"0"0"-144"0,0 0-10 0,0 0-89 16,33 67-63-16,-30-44-90 0,0 1-65 15,0 0-47-15,-3 0-35 0,0-1-2 16,0-2-10-16,2-4-64 0,-1-5-38 15,2-1 9-15,-2-7 25 0,1-1 11 0,-1-3 23 16,0 0 29-16,2 0 15 0,2-5 11 16,-1-1 33-16,2 1 10 0,2-3-16 15,0 2-37-15,0-1 18 0,1 1 18 0,2 2 28 16,-2 1 1-16,-1 3-13 0,1 0-35 16,-1 0 7-16,-3 1 6 0,3 4 13 15,-2 2-10 1,0 3-10-16,0-1-8 0,-1 3-4 15,1 0 4-15,-3 0-16 0,-1 1-46 16,-2-1-50-16,2 0-59 0,-2 1-74 0,0 2-79 16,0-4-258-16,-4 8-908 0</inkml:trace>
  <inkml:trace contextRef="#ctx0" brushRef="#br1" timeOffset="-128049.034">28818 2927 245 0,'0'0'2336'0,"0"0"-1323"0,0 0-824 0,0 0 104 15,0 0 139-15,0 0-75 0,0 0-66 16,0 0-115-16,0 0-85 0,0 0-39 0,78 24-22 16,-61-27-30-16,2-6-9 0,-2-1-82 15,3-4-100-15,-3-1-84 0,-2-2-88 16,-2 3-389-16,2-7-957 0</inkml:trace>
  <inkml:trace contextRef="#ctx0" brushRef="#br1" timeOffset="-124826.39">30350 2788 378 0,'0'0'1679'0,"0"0"-881"0,0 0-321 15,0 0-182-15,0 0-45 0,0 0-61 16,0 0-96-16,0 0-93 0,0 0-77 16,0 0-96-16,9 0-184 0,-6 0-262 15,3-1-1132-15</inkml:trace>
  <inkml:trace contextRef="#ctx0" brushRef="#br1" timeOffset="-124657.357">30584 2780 320 0,'0'0'1913'0,"0"0"-1444"15,0 0-174-15,0 0-35 0,0 0-50 16,0 0-115-16,0 0-95 0,77-40-302 15,-63 27-215-15,-1-1-590 0,-4 5-467 0</inkml:trace>
  <inkml:trace contextRef="#ctx0" brushRef="#br1" timeOffset="-124504.093">30862 2723 440 0,'0'0'274'0,"0"0"1142"15,0 0-805-15,0 0-225 0,0 0-141 16,0 0-83-16,0 0-82 0,0 0-39 15,0 0-41-15,0 0-76 0,0 0-124 16,52-10-94-16,-44 2-230 0,-2 2-794 16,5-3 75-16</inkml:trace>
  <inkml:trace contextRef="#ctx0" brushRef="#br1" timeOffset="-124172.562">31080 2471 258 0,'0'0'1815'0,"0"0"-1020"0,0 0-293 15,0 0-134-15,0 0-53 0,0 0-44 16,5 81-57-16,2-54-44 0,1 2-29 16,0 7-31-16,1 3 10 0,2 10 4 15,-3 6-23-15,0 4-37 0,-2 9-22 0,3 3-23 16,-6 1-4-16,-1 1-15 0,0 0-1 15,-2 0-14-15,1-8-52 0,-1-4-12 16,0-9-4-16,3-8 16 0,-1-8 6 0,1-6-9 16,0-8-13-16,0-3-9 0,0-5 19 15,0-2-1-15,0-5-12 0,0-4-25 16,-3-2-26-16,0-1-37 0,2 0-52 16,1-2-48-1,0-9-82-15,1-2-92 0,0-7-117 0,-1-6-455 16,0 6-5-16,-2-17 768 0</inkml:trace>
  <inkml:trace contextRef="#ctx0" brushRef="#br1" timeOffset="-123887.442">31128 2624 2449 0,'0'0'486'0,"0"0"-194"0,0 0 51 15,0 0-18-15,0 0-120 0,0 0-58 16,0 0-32-16,94-35-38 0,-64 34-9 16,3 1-15-16,-2 0-1 0,0 6-18 0,-5 2-6 15,-2 2-13-15,-3 1-13 0,-4 4 0 16,-4-2 11-16,-4 5-1 0,0-2 9 16,-7 4-2-16,-2 1 5 0,0-1-24 15,-5 1 0-15,-7 0-70 0,-1-3-41 16,-2-1-6-16,-1-3-66 0,-5-2-39 0,5-3-71 15,-4-2-179 1,0-2-289-16,-2-2-667 0</inkml:trace>
  <inkml:trace contextRef="#ctx0" brushRef="#br1" timeOffset="-123540.153">30968 2407 157 0,'0'0'143'0,"0"0"49"0,0 0 1392 0,0 0-1027 16,0 0-203-16,0 0-25 0,0 0-30 15,0 0-78-15,0 0-86 0,0 0-37 16,0 0-29-16,-40 87 8 0,34-58-2 16,3 2-22-16,2 4 3 0,0 3 9 15,1 4-16-15,0 1-21 0,0 1-6 16,2 2-1-16,4-2-21 0,2-2 0 0,1-3-18 0,5-6 15 16,0-5-19-16,0-4-3 0,3-4-24 15,1-1-66-15,1-6-56 0,-3-1-30 16,4-5-95-16,0 0-193 0,0-3-553 15,-3-3-788-15,8-1 1507 0</inkml:trace>
  <inkml:trace contextRef="#ctx0" brushRef="#br1" timeOffset="-122720.174">31426 2099 453 0,'0'0'232'0,"0"0"1093"0,0 0-745 15,0 0-188-15,0 0-56 0,0 0 17 16,0 0-61-16,0 0-62 0,0 0-41 16,0 0-15-16,37 9-39 0,-29 0-6 15,3 2 12-15,0 5-12 0,-2 0-23 0,-1 3-23 16,-2 0-32-16,1 0-29 0,-2 2-4 16,-3-1-17-16,1-1-1 0,0-1-3 15,-3-3-22-15,3-2-17 0,-3-3-13 16,2-2-12-16,-1-4-3 0,1-1-25 0,1-3 13 15,-2 0-1 1,0 0 0-16,3 0 34 0,-1-4 27 16,0-2 22-16,5-1 50 0,-3-5-4 15,4-2-28-15,0-2 4 0,-1 1 2 16,0-2 1-16,-3 1-4 0,2 2-9 16,-2 3 1-16,-1 3 5 0,0 3 22 15,-2 3-4-15,-1 0-8 0,2 2-13 0,-3 0-15 16,2 0-11-16,-1 3-4 0,-1 0-1 0,0 0 14 15,3 3 1-15,1 0 1 0,0 1 22 16,-1 1-11-16,0 2-11 0,0-1-70 16,0 2-65-16,0 1-68 0,-1 3-66 15,-1 1-254-15,0-4-641 0,-1 6-1020 0</inkml:trace>
  <inkml:trace contextRef="#ctx0" brushRef="#br1" timeOffset="-121868.184">31819 2891 1231 0,'0'0'1066'0,"0"0"-105"15,0 0-688-15,0 0-58 0,0 0 169 16,0 0-32-16,0 0-106 0,0 0-117 16,0 0-64-16,0 0-38 0,0 0-9 15,21 5 28-15,-8-3 6 0,2 0-15 16,-1-1-16-16,3 0-6 0,-1 0-12 0,2-1-3 15,-4 0-11-15,3-1-114 0,-1-5-86 16,4-2-57-16,0-3-111 0,-6 1-363 0,7-11-826 0</inkml:trace>
  <inkml:trace contextRef="#ctx0" brushRef="#br1" timeOffset="-121498.49">32253 2525 450 0,'0'0'1395'0,"0"0"-174"0,0 0-1001 16,0 0-67-16,0 76 173 0,3-50 61 15,2 1-116-15,2 4-101 0,1 4-50 16,0 4 6-16,7 5 60 0,-4 2-54 16,3 5-38-16,0-1-42 0,-3 2-22 15,1 2 4-15,-1-3-4 0,-1-4-28 16,0-5-2-16,0-4 1 0,-2-7-1 0,-1-5-2 0,-1-3-16 16,-1-3-9-16,-2-3-31 0,0-5-21 15,0-2-28-15,-1-1-15 0,-1-6-22 16,1 0-10-16,-2-3-9 0,0 0-17 15,0 0-103-15,-2-10-181 0,-2-2-212 16,1-6-38-16,0 1-682 0</inkml:trace>
  <inkml:trace contextRef="#ctx0" brushRef="#br1" timeOffset="-121251.09">32341 2621 248 0,'0'0'2499'0,"0"0"-2053"0,0 0-271 0,0 0 104 16,0 0 90-16,0 0-112 0,0 0-152 0,0 0-86 16,0 0 15-16,0 0 19 0,0 0-1 15,80 31-3-15,-65-21 13 0,0-1 6 16,-4 1-1-16,-1 0-20 0,-3 1-29 0,-2-1-6 16,-3 3 1-16,-2 1-1 0,0 3-12 15,-9 1-40 1,-4 2-40-16,-3-3-34 0,-2 1-25 15,-1-3 3-15,0-5-32 0,1 0-99 16,2-5-124-16,-1-4-113 0,0-1-305 0,5-5-386 16,0-6 251-16</inkml:trace>
  <inkml:trace contextRef="#ctx0" brushRef="#br1" timeOffset="-120819.409">32439 2152 147 0,'0'0'2485'0,"0"0"-2144"0,0 0-197 16,0 0 159-1,0 0 74-15,0 0-62 0,0 0-85 0,0 0-81 16,51 73-29-16,-45-59 3 0,-1 4 16 15,0-4-51-15,-1 3-39 0,-1 2-21 16,-1-3-7-16,-2 2-19 0,0-2-2 16,0-2-20-16,0-4-29 0,0-2-9 15,1-5-3-15,1 0-19 0,-2-3-25 16,3 0-9-16,-2 0-9 0,3-5 23 0,1-2 48 16,2-2 48-16,1-3 2 0,1-1-13 15,1-3 15-15,2 2 13 0,-1-1 9 16,-2 3 34-16,2 1 37 0,-3 3-41 0,-1 4 10 15,-3 0-6-15,0 4-7 0,-1 0-9 16,-1 0-3-16,-1 1-13 0,1 3 1 0,-1 2 6 16,1 1 15-16,-1 2 9 0,1 3-15 15,-2-2-7-15,0 2-22 0,0-2-11 16,0 2-24-16,0-2-65 0,-3 1-92 16,0-3-69-16,0 1-88 0,0-3-331 0,-3 0-878 15</inkml:trace>
  <inkml:trace contextRef="#ctx0" brushRef="#br1" timeOffset="-120638.24">32738 2269 939 0,'0'0'1885'0,"0"0"-1583"0,0 0-101 15,0 0 271-15,0 0 5 0,0 0-146 0,0 0-106 0,0 0-66 16,0 0-46-16,0 0-37 0,0 0-42 15,75 30-21-15,-63-30-13 0,-1 0-43 16,1 0-106-16,-1-7-90 16,1-1-66-16,-2 1-241 0,1-6-853 0</inkml:trace>
  <inkml:trace contextRef="#ctx0" brushRef="#br1" timeOffset="-120433.883">32933 2101 1865 0,'0'0'800'16,"0"0"-264"-16,0 0-338 0,0 0-1 16,0 0 190-16,0 0-24 15,-4 74-128-15,4-53-114 0,2 0-57 16,1 1-27-16,4 0-24 0,-2-1-13 16,-2-1-24-16,2 1-75 0,-2-2-89 0,0 2-57 15,2-2-100-15,-5 0-208 0,1-6-645 16,-1 1-751-16</inkml:trace>
  <inkml:trace contextRef="#ctx0" brushRef="#br1" timeOffset="-119999.748">33247 2404 1550 0,'0'0'1044'0,"0"0"-421"16,0 0-397-16,0 0-67 0,0 0 175 16,0 0 79-16,0 0-119 0,0 0-116 0,63 71-64 15,-53-59-16-15,1 2 18 0,1 0 39 16,-1 1-43-16,0 3-24 0,-2 1-24 16,-1 2-18-16,-2 3-22 0,-3-1-6 0,-1-1-3 15,-2 4-15-15,-5 0-1 0,-4 3-50 16,-3-1-74-16,-3 1-42 0,-3 3-12 15,-4-1-20 1,-3 3-37-16,-6 1-203 0,8-7-686 16,-28 15-911-16</inkml:trace>
  <inkml:trace contextRef="#ctx0" brushRef="#br1" timeOffset="-111832.067">20987 4784 1456 0,'0'0'504'15,"0"0"-115"-15,0 0-196 0,0 0-15 0,0 0 50 16,0 0 38-16,0 0-2 0,0 0-26 15,0 0-74-15,0 0-64 0,-28 5-40 16,33-3-6-16,2-1 5 0,5 4 22 16,4 1 44-16,3-2 45 0,5 0-68 15,2-1-44-15,3-1-12 0,1-2 10 16,2 0-16-16,1 0-1 0,3-2-14 16,2-5 6-16,0 3 5 15,2-3-5-15,1 0-30 0,3 2 29 0,1 1-5 16,1 2-10-16,3-3-13 0,0 4 1 0,0-3-1 15,0 2-1-15,2 1-2 0,-1-3-15 0,1 2 13 16,-1-3-12-16,-1 2-4 0,1-3 19 16,-2 2 0-16,1-2 0 0,-2 1 0 15,-2 0-11-15,1 3 10 0,-2-3-19 0,-2 4 20 16,1 1-1-16,-3 0 1 0,-1 0-2 16,0 0 1-16,-2 6 0 0,-1-1 0 15,0-1-1 1,1 3 1-16,1-2 1 0,1-1 0 15,2-1 3-15,4-3-3 0,0-2 3 0,1-5 12 16,1-1-15-16,-2-3-2 0,0 1 1 16,0 1 0-16,-2 0-2 0,-1 2 2 15,1 1 1-15,-1 0 1 0,-1 2-1 16,2 2 1-16,0-4 1 0,4 3 0 16,1-1 19-16,5-1 16 0,2-2 21 0,0 1-58 15,3-4-1-15,-1 3-17 0,2-1 16 0,0 1 2 16,0-2 1-16,3 2-1 0,-3-2 0 15,2 1-15-15,-1 1 15 0,1 0-1 16,0 1 2-16,-2-2-2 0,0 3-10 16,-3 0 11-16,3 1 16 0,2 0-15 15,-1 0 2-15,-1 0-3 16,3-1 3-16,0 1-2 0,0 0 0 16,0 0 14-16,0-2-13 0,2 0-1 15,-1-1-1-15,1 0-1 0,-3 0 1 16,0-2 0-16,0 2-13 0,-2 1 1 15,-2-1 11-15,1 0 1 0,-1 1-2 16,-1-2 2-16,3-1 14 0,-2 4-12 16,1-3-1-16,-1 2-1 0,2-4-1 0,-3 3 0 0,1 0-2 15,-1-2-22-15,-1 2 10 0,1-1 15 16,-1-1 1-16,-1 2 1 0,1 0-2 16,-3 0 0-16,1 2 0 0,1-1 0 15,-4 1-1-15,1 0-27 0,2 2 4 16,-3-3 3-16,2 0 5 0,1-1 14 0,2 0-10 15,-3 0-3-15,4-2-1 0,-2 3 4 0,0-2 12 16,0 1 1-16,-1 1-1 0,0 2-3 16,-1 4 3-16,2-2 1 0,-1 2 1 15,0 0-1-15,-1 0 2 0,1 0-1 0,1 2 1 16,0-2-3-16,-1 0 0 0,1 0-1 16,2 0-9-16,0-2 9 0,0-2 1 15,0 2 0 1,0 0 0-16,1-2-1 0,0 1-1 15,-3 1 1-15,1 0 1 0,1 2 1 0,1-1 1 16,-1 1 1-16,1 0 0 0,-2-2-1 16,3 2 1-16,1-1-3 0,2-2 1 15,-1 0 2-15,3 1-3 0,-1-4 3 16,3 1-3-16,0-2 0 0,3 1 0 16,-3-1-13-16,1 0 11 0,-3 0 0 0,2 2 0 15,-3 0 0-15,0-1 1 0,0 3 1 16,-1-1 0-16,-1 1 0 0,1-1 0 15,-1-1 0-15,1 3 2 0,1-2-2 0,0-2-1 16,0-1 1-16,0 2 2 0,0-2-1 16,0 1 0-16,0 2-2 0,-2 2-15 15,1 0 14 1,-2 0-10-16,0 2 10 0,-2 0 0 16,2 0 1-16,-4 0 1 0,4 2 4 0,-1 2-4 15,1-3 0-15,2 1 1 0,-2-2-1 16,1 0 1-16,4 0 0 0,-2 0 16 15,0 0-16-15,0-2-2 0,0 2 2 16,-2 0-1-16,-1 0 1 0,-1 0 20 16,-1 0-11-16,-3 0-10 0,-1 3-25 0,0 0 23 0,-3 0 0 15,-2 3-10-15,1-3 12 0,-1 2-3 16,-1 0 2-16,0-1-1 0,2 1-1 16,-5-2 2-16,2 0 1 0,-4 1 1 15,0-2-1-15,0 1-3 0,-3-1 3 0,-2 1 0 16,-1-1 2-16,-1 3-1 0,-4-3-1 0,0 2 3 15,-7-3 0-15,2 3-1 0,-3-2-1 16,0-1 0-16,-4-1 0 0,3 3-1 16,-2-2 2-16,-3-1 16 0,0 0-18 15,-1 0 0-15,-1 0 2 0,-4 0 11 16,1 0-13-16,-4 0-2 0,0 0 0 16,0 0-1-16,-1 0 1 0,1 0 1 15,-1 0-1-15,0 0 0 16,4 2 1-16,-2-1 1 0,1-1-1 15,0 4-11-15,0-4 10 0,-1 0 0 16,1 0 1-16,-3 0 1 0,2 0 2 16,-2 0-2-16,3 0 0 0,-2 0 0 15,-3 0 1-15,1 0 0 0,0 0 1 16,2 0-1-16,-2 0-1 0,2 0 2 16,-1 0-2-16,3 0 0 0,-2-2 0 0,3-1 0 0,3 1-1 15,-1 2 1 1,3-1 0-16,-2-2-1 0,0 2 1 15,0-1 0-15,-3-2 1 0,2 3 11 16,-3-3-9-16,1 2-1 0,0-3 0 16,0 0 1-16,-1 0 10 0,0-2-13 15,-1 0 1-15,2 0 2 0,0 0 9 0,-1 1 0 16,0 0-9-16,0-3 13 0,-1 4-13 16,0-3-3-16,-1 1 0 0,1 2-1 15,-1-2-2-15,4 3 1 0,1-3-16 0,2 0 17 16,2 2 0-16,0-2-16 0,2 0 16 15,-2 1-1-15,0 1-1 0,2-1 2 16,-1 1-12-16,-2 1 11 0,4 1-10 16,-2 0 9-16,1 0-12 0,-1 2 14 0,0-3-13 0,-1 3 12 15,-3 0-9-15,1-2-4 0,-4 1-4 16,-2 2 16-16,-1-2-15 0,0 1 15 16,-2-1-16-16,-4 1 1 0,1 0 0 15,0 1 15-15,-1-1-9 0,-1-1 12 16,-1 2 16-16,0-3-16 0,0 0 12 15,2-1 0-15,-2-1 7 0,1-1 8 0,2 1-8 0,-3-2 2 16,0 0-9-16,1 1-11 0,-1 0-1 16,2-2-15-16,-2 1-3 0,2 0 16 15,-2 0 0-15,3 0-10 0,0-1 12 16,0 0 2-16,-1 1 20 0,1-3-10 16,0 2 0-16,-3-2 1 0,2 2-13 15,0-4 2 1,-1 0 13-16,3-1-14 0,-4-1-1 15,3-1-2-15,-3-3-22 0,2 0-1 0,-1 0 23 16,1-1-23-16,-1 2 13 0,1-1 11 16,1-1 0-16,-2 2 0 0,0-1-2 15,2 0 3-15,-3-4 1 0,2 2 14 16,-2-1-1-16,0-2-14 0,0-2 0 0,0 0 0 16,0-2-1-16,0 2 0 0,-2-3 1 0,-1 1 1 15,1-1 0-15,-1 0 11 0,0-2 0 16,0-1 22-16,1 0-20 0,2 0-14 15,-1 2-1-15,-1-5 1 0,2 3 0 0,0 0-6 16,-4 2 3-16,4 2 3 0,-3-1 1 16,1 2 14-16,-1 2-1 0,0-3-12 15,-2 1-2 1,2 0 2-16,0-1-2 0,-1 1-11 16,-1-4-10-16,0 2 6 0,2 0-10 15,-2 1-12-15,0-3 37 0,1 5-12 16,-1-2 13-16,1 3-2 0,2 0-22 0,0 2 21 15,1-1-19-15,1-2 18 0,0-2-34 16,0 1 6-16,0 1 10 0,0-1 8 16,0 0 11-16,0 2 2 0,0-2-12 0,3 1 14 15,-3-1-2-15,1 1 19 0,0 1-18 16,-1 2 2-16,0 0 0 0,0 4 24 16,0 0-25-16,-2 3-1 0,-1 1 16 15,-2 1-16-15,2 0-1 0,0 0-1 16,0 2-11-16,0-4-7 0,1 0-15 0,2-1 3 15,-2-1 16 1,1-1 15-16,1 1-2 0,0-2 2 16,-3 1-2-16,2 0 2 0,-1 2 3 15,-1 1 19-15,-1 2-4 0,0 0-18 16,1 2-12-16,-3 0 11 0,-1-2 1 16,1-1-1-16,0 2 1 0,0-5-34 0,1 2 21 15,-1-2-5-15,0-1-25 0,0 2 9 16,4-2 23-16,-1 5 11 0,0 1 16 0,-2 2 12 15,2 0-5-15,2 4-23 0,-3 0 0 0,1-1 0 16,0 4 65-16,0 0 9 0,0 2-40 16,3 0-22-16,-3 1-11 0,0-2 18 15,0 2-17-15,1-1-2 0,-1 1 2 16,-1-1-4-16,1-1-8 0,-2 1 10 16,1-1 10-16,0 1-1 0,-1 0-9 0,1 0-22 0,-2 1 22 15,1 0 0-15,-1 0-11 0,1 0-4 16,-3 0-19-16,-4 2-6 0,1 2-16 15,-4 0 27-15,2 0 29 0,-1 2 15 16,-3-2-15-16,-1 1 0 0,2-1 16 16,-1 0 12-16,-2-2-12 0,-1 2 8 15,-3-1-24-15,0 1 0 16,-4-1-2-16,-1 2-13 0,-1-1-7 16,-1-1 7-16,-2 3 15 0,2-3-19 15,-1 2 1-15,-1 0 16 0,-1 0-23 16,2 1 10-16,0-1 15 0,-1 2 2 15,2-3-2-15,-1 2 0 0,1-2 6 16,1 0-3-16,-1-1 19 0,1 0-20 16,-2-1 0-16,0-1-2 0,3 1 2 0,-3 0-2 0,2-2-16 15,1 1 1-15,0-1 12 0,0 1 3 16,0-1-1-16,-1 0 1 0,5 0-13 16,-2 0 7-16,1 0 6 0,-1-2 3 15,4-2 19-15,-2 4-19 0,0-3-3 0,-1 0-22 16,1 2 19-16,0 0-15 0,-1 0 18 31,0-2 1-31,-1 2 10 0,0 0-11 0,1-1-12 16,-2 1-10-16,0 1 22 0,0-2-1 15,-1 2-17-15,1-1 18 0,0 1 0 16,-1 0 0-16,1 0-7 0,0 0-30 0,0 0 36 16,-1 0 0-16,-1 0 1 0,1 0 0 15,1 4 0-15,0-1 0 0,-1-2 1 16,1 3 19-16,-2-1-20 0,0 2-19 0,-1-1 0 15,0-1 7-15,-2 1 10 0,2 0 0 0,-2-1 0 16,3-1-26-16,-2 1 12 0,0-2 16 16,1 2 4-16,-1-2 5 0,0 1-9 15,0-2-2-15,0 1 1 0,0 1 1 16,0-1 31-16,0 1-31 0,-3-1-1 16,3-1 1-16,0 0 0 0,-2 1 15 0,2-1-15 15,-4 3-1-15,0-2-8 0,1 0 9 16,0 2 12-16,-2-2-10 0,-1 1-2 0,3 0 13 15,-3-2-2-15,1 1-11 0,0-1 0 16,2 2 9-16,-4-2-9 0,2 1 22 16,0-1 12-16,-3 1-32 0,2 1 0 15,-3 1-2 1,-2-3 0-16,1 2 4 0,-2 1-4 16,1 0-16-16,-4 0 16 0,1 0 0 15,0 0-2-15,-2 1-8 0,1-2 10 16,-1 2 0-16,-1-1 12 0,0 0 7 0,1 2-19 15,-1-2 2-15,1 1 29 0,1 1-30 16,-3-1 1-16,0 0-2 0,1 2-20 0,-1-1 19 16,2-2 2-16,-4 1 0 0,1 2 2 15,-1-5-2-15,1 4 2 0,-1-1-3 0,-1-1-3 16,-2 2 2-16,-1 0-30 0,1-3 3 16,-2 4-12-16,-3-3 21 0,3 4 4 15,-1-3-17-15,0 2 32 0,2-1 1 16,1 1 14-16,1 0-15 0,-1-1 0 0,4 0 1 31,-4 0-1-31,3 0 13 0,1 0-13 0,-3 0 3 16,3 1-1-16,-1-3 15 0,-1 3-15 15,-1-1-1-15,2-1 39 0,-3 0-39 16,-1 1 14-16,1-2-15 0,-3 1-4 16,2 2-11-16,-2-1 15 0,-1 0-22 15,-1 2-23-15,1-5 45 0,-1 3 0 0,2-4-19 16,0 2 7-16,0-2-19 0,1 2 24 0,-1-3 6 15,1 3 2-15,-1-2-1 0,3 0 41 16,-1 0-23-16,-1 2 17 0,2-1-1 16,-3 1-31-16,4 0 16 0,-3 1-19 15,0-2-28-15,-4 2 13 0,3-1 3 16,-2 0-7-16,-2 1-9 0,2-1 0 16,1-1 8-16,-2 0 20 0,1 3 0 0,0-3-3 0,0 2 1 15,1 0 2-15,0 0 25 0,-1 1-23 16,2 2 17-16,2-1-10 0,-3-1-9 15,0 2-11-15,2-1 10 0,0 1 1 16,-1 0-25-16,1-1 9 0,0 0 15 0,0 0-20 16,0-1-4-16,1-2 3 0,-1 0 22 15,3-1 20 1,-1 1-18-16,0-2-2 0,1 1-19 16,3-2 19-16,-1 3 33 0,3-3-14 15,-1 2-17-15,3-2-2 0,-2 1-1 16,2 1-2-16,2 0-35 0,-1-1 37 0,0-1 1 15,0 1 0-15,-1-1-1 0,5 0 0 16,-4 0 1-16,3 0-1 0,0 0-1 16,1-2 1-16,0-3 1 0,2 1 0 0,-1 1-11 15,1-2 11-15,0-1 14 0,1 2-13 16,-2 0 1-16,1 0 14 0,2 0-14 0,-2 0 0 16,-1 0 11-16,1 0 5 0,-2 1-5 15,0 2-13-15,0-3-13 0,1 2 10 16,-2 0-18-16,3-1 20 0,-1 2 1 15,1-3 0 1,-3 1 2-16,2-1 2 0,-1 0-2 16,0 1 16-16,0-1-16 0,1 0-1 0,-2 1-1 15,2 0-1-15,-1 1 1 0,-2-1 1 16,3 2-1-16,-2 0 0 0,-3 0 0 16,3-1 2-16,-3 1-2 0,0 1-24 15,-1 0 23-15,-1 0 1 0,0 0 29 16,-1 0-29-16,-1 0-1 0,0 1-18 0,-1 3 16 15,-2 2-32-15,3-3 20 0,-3 2 15 0,3 1-2 16,-1-3 2-16,-1 1-22 0,0-1 6 16,0 1-5-16,-2 1 19 0,-1 0 2 15,2-1 1-15,-1 2 1 0,3-1 0 16,-1 2 20-16,2 1-10 0,0-1-12 16,2 1-27-16,-1 1 15 0,1 0-17 0,-1 1 28 15,3-1-11-15,-1 2-7 0,2-3 19 16,1 3 15-16,1-3-13 0,3-1 11 15,1 1-12-15,-1-3 18 0,5 2-18 0,-1-3 2 16,2 1 13-16,1-3-13 0,3 2 16 16,1-1-1-16,0 0-5 0,0-1-13 15,2 0-19 1,-1 1-6-16,1-1 4 0,1 2 20 16,0-1-10-16,-1 1-8 0,3-2-18 0,-2 2 15 15,0 0 9-15,0-2-16 0,1 1-37 16,2 0 29-16,0-1 15 0,1 2-3 0,-1-1-13 15,3 1-13-15,-2 1-12 0,-1 0 19 16,1-2 13-16,-1 4-4 0,1-2 22 16,2-1 12-16,0 1 1 0,3-1 2 0,0-1 30 15,3 1-20-15,0-2-9 0,2 1-3 16,0 0 12-16,3-1 7 0,2 0 13 16,0-2-13-16,4 2-7 0,0-1 23 15,1 1 0 1,1-2 12-16,0 0-16 0,0 0-29 0,0 0-2 15,0 0 1-15,0 0-1 16,0 2 0-16,0-1 13 0,0 3 22 0,0 3 5 16,3-1 14-16,1 2-10 0,0 3-15 15,1 2 5-15,1 4 0 0,0 1-31 16,2 4 38-16,-1 1-26 0,2 5 23 16,1 3-13-16,-2 5-23 0,1 4 10 15,2 7 28-15,-3 3-36 0,0 6 8 0,1 4 1 16,1 3-13-16,-1 1 0 0,-2 1 1 0,4 1 0 15,-3-1 3-15,2-2-4 0,0-2 0 16,-2-5 0-16,1-6 0 0,0-1 0 16,1-4 0-16,-1-2 3 0,-1 0 0 0,1 0 9 15,-1-1-10-15,-2 4 1 16,0-3 13-16,0 4-4 0,-1 1-9 0,0 1 13 16,-2 1-13-1,0-3 9-15,0 0 0 0,-1-6-12 16,1-4-12-16,0-1 12 0,3-5 0 15,-3-1 0-15,2-2-2 0,-2-3 1 16,0 0 2-16,0-1 10 0,-1-4-10 0,1 3-1 16,-2 0 1-16,1 0-1 0,-2 2 0 15,1-2 1-15,-1-2 0 0,1-2 2 16,-1-2-3-16,0-5 0 0,2-3-3 0,0-2-10 0,-2-2 13 16,0 0 1-16,2-3 0 0,-2 0 2 15,0-1 16-15,0-1 3 0,0 0-1 16,0 0 1-16,0 0 3 0,0 0 2 15,0 0 4-15,0 0-3 0,0 0-10 16,0 0 1-16,0-1-18 0,0-1-1 16,0 1-16-16,0-3-24 0,0 0 0 0,-2-2-12 0,2-3-38 15,0-3-105-15,0-10-106 0,0 4-245 16,3-14-711-16</inkml:trace>
  <inkml:trace contextRef="#ctx0" brushRef="#br1" timeOffset="-101650.718">29149 2694 762 0,'0'0'13'0,"0"0"775"15,0 0-271-15,0 0-158 0,0 0-40 16,0 0 76-16,0 0-63 0,0 0-51 0,0 0-73 16,0 0-1-16,0 27-36 0,0-20-25 15,0 4-4-15,0 2-16 0,0 5 3 0,0 4-28 16,0 2-25-16,2 6-21 0,-1 6-15 15,2 2-4-15,0 5-2 0,-3 2-4 16,3 4-8-16,-1 3-19 0,-2 4-3 16,0 2-1-16,0 1 0 15,-3 1-24-15,-2-3-23 0,1-3-13 16,0-5-3-16,3-6 15 0,1-7-3 16,0-7-9-16,0-4-1 0,1-8-2 15,3-5-16-15,-3-5-12 0,2-7-22 16,-3 0-41-16,3-1-73 0,-3-10-96 15,3-6-100-15,0-4-149 0,-1-4-167 16,-1-4-418-16</inkml:trace>
  <inkml:trace contextRef="#ctx0" brushRef="#br1" timeOffset="-101334.571">29073 2810 82 0,'0'0'2297'31,"0"0"-1945"-31,0 0-237 0,0 0 33 0,0 0 95 16,0 0 47-16,0 0-103 0,0 0-71 15,0 0-40-15,0 0-13 0,76-36 6 16,-61 39-3-16,2 3-38 0,-4 5 4 16,2-2 5-16,-1 1-9 0,-1 2-3 15,0 1-3-15,-3-2-4 0,-2 1 1 0,-5 0 0 16,-1 2-7-16,-2-1 0 0,0 1 44 15,-2 3-15-15,-6-2-23 0,-2 1-18 0,-3-2-22 16,-3 0-55-16,-2-2-35 0,2 0-16 16,-4-2-32-16,3-3-35 0,3-5 8 15,0-2-105-15,2-1-153 0,2-7-211 16,1-2-474-16,3 1 142 0</inkml:trace>
  <inkml:trace contextRef="#ctx0" brushRef="#br1" timeOffset="-101065.33">29305 2513 1281 0,'0'0'495'15,"0"0"471"-15,0 0-757 0,0 0-67 0,0 0 126 16,0 0 71-16,74 70-62 0,-62-51-45 15,0 0-107-15,0 2-38 0,-2 1-22 16,-1 2-10-16,-4 0-24 0,-2 4-12 16,-3 2-7-16,0 1 4 0,-3 2-16 0,-5-1-43 15,-2 0-15-15,1-3-4 0,-1 1-13 16,-1-5-2-16,0 0-35 0,0-4-42 16,-4-1-63-16,2-5-125 0,4-3-300 15,-10 0-677-15</inkml:trace>
  <inkml:trace contextRef="#ctx0" brushRef="#br1" timeOffset="-88966.925">23363 17262 2801 0,'0'0'1082'0,"0"0"-793"0,0 0-252 0,0 0-35 31,0 0 151-31,0 0 97 0,0 0 9 16,93-6-79-16,-65 4-82 0,0-3-37 15,-1-1-13-15,1 0-11 0,-2-1-10 0,-2 0-9 16,-1-2-18-16,-2 0 1 0,-4 2-1 16,-3-1-23-16,-1 1-53 0,-4 1-31 15,-3 2-42-15,-4 1-57 0,1 2-86 16,-3 1-186-16,0 0-476 0,0 5-317 16,-4 2-439-16,-6 8 1691 0</inkml:trace>
  <inkml:trace contextRef="#ctx0" brushRef="#br1" timeOffset="-88781.662">23542 17450 271 0,'0'0'2261'0,"0"0"-1756"0,0 0-208 15,0 0-27 1,0 0 5-16,0 0 7 0,0 0-55 16,0 0-66-16,0 0-43 0,87 31-29 15,-64-31-28-15,1 0-48 0,1-2-10 0,-1-5-3 0,2-4-70 0,3 1-75 31,1-3-46-31,-1-2 8 0,1-2-150 0,-1-2-316 16,-6 7-755-16</inkml:trace>
  <inkml:trace contextRef="#ctx0" brushRef="#br1" timeOffset="-87865.783">24656 17040 1433 0,'0'0'247'0,"0"0"506"15,0 0-418-15,0 0-107 0,0 0 60 16,0 0 81 0,0 0-20-16,0 0-79 0,0 0-100 15,0 0-55-15,-72 3-14 0,61 10-2 16,-4 3-7-16,4 2-12 0,0 1-10 0,2 2-9 16,1 4-12-16,3 1-19 0,2 4-12 15,3 2-18-15,0 5-19 0,5 3 16 0,4 1-24 16,2 3-10-16,1-3-45 15,2 0-16-15,-2-5-22 0,0-4-6 0,2-4-10 0,-2-9-19 16,2-7-56-16,-1-6-170 0,0-6-318 16,1-6-545-16,-3-3-314 0,1-12 1310 0</inkml:trace>
  <inkml:trace contextRef="#ctx0" brushRef="#br1" timeOffset="-87633.895">24916 17214 1542 0,'0'0'1723'16,"0"0"-1427"-16,0 0-119 0,0 87 109 15,0-48 83-15,0 5-64 0,0 2-117 16,0 5-75-16,0 1-40 0,3 2-12 16,0 2-3-16,-1 2-24 0,1 0-32 0,-1-2-2 0,0-2-9 15,0-3-31-15,-1-8-21 0,1-9 0 16,1-7-9-16,-2-9-28 0,1-8-3 15,-2-3-25-15,0-7-50 0,0 0-91 16,-3-8-192-16,-3-6-343 0,0 3-584 16</inkml:trace>
  <inkml:trace contextRef="#ctx0" brushRef="#br1" timeOffset="-87411.273">24881 17458 1433 0,'0'0'432'31,"0"0"365"-31,0 0-411 0,0 0-35 16,0 0 4-16,0 0-53 0,0 0-27 16,75-44-56-16,-64 44-80 0,-2 1-47 0,-2 6-27 15,-1 2 2-15,1 6-2 0,-2 4-16 16,-5 4-28-16,0 6-21 0,0 1-15 0,-3 2-47 16,-6-2-29-16,1-2-11 0,-1-4 16 15,0-4-12-15,-1-3-75 0,1-5-67 16,1-5-105-16,-1-4-137 0,1-3-210 15,-1-7-553-15,1 0 51 0</inkml:trace>
  <inkml:trace contextRef="#ctx0" brushRef="#br1" timeOffset="-87132.61">25006 17177 1459 0,'0'0'445'15,"0"0"223"-15,0 0-314 16,0 0 1-16,0 0 124 0,0 0-120 15,0 0-132-15,79-34-87 0,-73 37-54 16,-3 3-24-16,0 4-25 0,0 4 3 16,-1 2-22-16,1 4-2 0,-3 3-16 15,0 1-10-15,0 1-5 0,0-3 0 16,0-1 12-16,0-4 3 0,0-1 11 16,4-6 44-16,0-1-3 0,3-4-18 0,0-2-22 0,-1 1 10 15,5-3 15-15,0 0-10 16,0-1-18-16,1 0-9 0,-1-2-27 0,3-5-53 15,0 2-55-15,0-4-62 0,1 0-76 16,-2 0-167-16,-1 2-538 0,2 2-716 0</inkml:trace>
  <inkml:trace contextRef="#ctx0" brushRef="#br1" timeOffset="-86909.878">25420 17573 98 0,'0'0'2733'15,"0"0"-1703"-15,0 0-873 0,0 0-112 16,0 0 145-16,0 0 92 0,0 0-20 0,0 0-106 16,84-2-110-16,-66-2-31 0,0-1-15 15,0-2-33-15,-2 0-87 0,2-2-43 16,-1 0-52-16,-3-2-68 0,1 1-163 15,-1 0-331-15,-5 0-718 0</inkml:trace>
  <inkml:trace contextRef="#ctx0" brushRef="#br1" timeOffset="-86693.438">25822 17271 29 0,'0'0'1847'15,"0"0"-470"-15,0 0-1189 0,0 0-99 16,0 71 120-16,0-51 116 0,4 1-60 16,-2 1-80-16,1-2-104 0,1 3-41 15,0-3-16-15,-1 0-20 0,0 0-4 16,-1-1-53-16,-1-3-80 0,2-1-71 0,-3-5-69 16,2-4-118-16,2-4-217 0,-4-2-523 0,1-3-465 0,0-15 1345 0</inkml:trace>
  <inkml:trace contextRef="#ctx0" brushRef="#br1" timeOffset="-86461.657">26143 17112 866 0,'0'0'2190'0,"0"0"-1718"0,0 0-291 15,0 0-8-15,0 0 113 0,0 0 40 16,51 75-70-16,-42-56-103 0,1 2-95 15,-1 2-6-15,0 0-18 0,-3 3-16 16,-1 1-2-16,-3 1-16 0,-2-2-34 16,0 3-15-16,-2-1-34 0,-7 2-9 0,-1-2-18 0,-2 0-1 15,1-3-19-15,-4-4-40 0,1-3-77 16,-5-1-236-16,8-7-514 0,-15 5-747 0</inkml:trace>
  <inkml:trace contextRef="#ctx0" brushRef="#br1" timeOffset="-85405.189">26740 17004 398 0,'0'0'32'0,"0"0"1228"0,0 0-754 15,0 0-208 1,0 0-69-16,0 0 67 16,0 0 36-16,0 0-24 0,0 0-50 0,0 0-59 15,3-38-37-15,-3 38-4 0,0 0 24 16,0 4-25-16,0-1-58 0,0-1-26 0,0 2-27 15,-3 2-25-15,0 3-19 0,-3 3-2 16,2 6 0-16,0 3 2 0,-1 2-2 16,0 2 0-16,2 0-1 0,2-2-11 0,-1 0-12 15,2 0-1-15,0 2-27 0,2-1 12 16,3 1-12-16,4 0-19 0,-1 1 13 16,1-3-4-16,4-2-9 0,0-3-24 15,3-5-23-15,1-1-81 0,2-5-97 16,1 1-144-16,3-5-152 0,0 0-439 15,-7-3-406-15</inkml:trace>
  <inkml:trace contextRef="#ctx0" brushRef="#br1" timeOffset="-84841.604">27354 16949 241 0,'0'0'33'0,"0"0"2138"0,0 0-1749 0,0 0-198 0,0 0 32 0,0 0 71 15,0 0-28-15,0 0-61 0,20 84-101 16,-11-55-72-16,-2 5 13 0,5 1 2 16,-7 6-6-16,3 1-12 0,-2 5-13 15,-1 1-3 1,-1 1-15-16,-1-1-13 0,0 0-6 15,-1-4-12-15,1-4-1 0,-3-1-17 16,0-5-19-16,1-3-12 0,0-7-16 0,1-4-21 16,-1-7-22-16,1-6-31 0,-1-3-42 15,-1-4-29-15,0-5-112 0,0-7-171 16,-6-5-289-16,4 2-598 0</inkml:trace>
  <inkml:trace contextRef="#ctx0" brushRef="#br1" timeOffset="-84604.613">27387 17006 1045 0,'0'0'1032'0,"0"0"-530"0,0 0-225 15,0 0 2-15,0 0 100 16,0 0-72-16,0 0-68 0,87-43-70 0,-72 43-45 16,-3 4-18-16,-2 2-10 0,2 5-25 0,-7 3-10 15,1 1-2-15,-4 6-16 0,-2 1-18 16,0 2-25-16,-5 2-31 0,-3-1-15 15,-2 2-46-15,0-1-38 0,-4-1-12 0,2 0 2 16,-2-5-31-16,0-1-94 0,3-6-191 16,-1-1-176-16,1-6-148 0,2-4-534 15,3 0 711 1</inkml:trace>
  <inkml:trace contextRef="#ctx0" brushRef="#br1" timeOffset="-84404.619">27706 17098 183 0,'0'0'2695'0,"0"0"-2247"16,0 0-235-16,0 0 90 0,0 0 92 16,0 0-103-16,0 0-116 0,90 4-106 15,-77-7-70-15,1-4-40 0,1-2-83 16,-2-2-62-16,0-3-64 0,-1 0-115 0,1-1-303 15,-8 4-917 1</inkml:trace>
  <inkml:trace contextRef="#ctx0" brushRef="#br1" timeOffset="-84204.44">28073 16861 1547 0,'0'0'487'0,"0"0"597"0,0 0-848 0,0 0-67 15,0 0 128-15,0 0 55 0,18 79-60 16,-16-57-113-16,1 1-99 0,2 0-19 16,-1 2-11-16,-1-3-32 0,0 2-18 15,-3-5-25-15,1 1-82 0,0-2-63 16,-1-3-87-16,0-2-84 0,3-4-193 16,-3-5-455-16,3-1-600 0</inkml:trace>
  <inkml:trace contextRef="#ctx0" brushRef="#br1" timeOffset="-83956.969">28325 16775 1155 0,'0'0'1345'16,"0"0"-823"-16,0 0-320 0,0 0-40 15,0 0 89-15,38 70 95 0,-31-48-70 16,0-1-90-16,3 3-77 0,-2 1-63 15,-3 3-3-15,1 1-9 0,-3 3-14 16,1 0-19-16,-4 3-2 0,0 1-10 0,0-3-60 16,-7 1-49-16,1-1-32 0,-2-4-38 0,-1-2 1 15,-2-4-24-15,2-2-91 0,-3-5-172 16,-1 0-231-16,3-6-678 0</inkml:trace>
  <inkml:trace contextRef="#ctx0" brushRef="#br1" timeOffset="-82068.226">28882 16791 10 0,'0'0'2524'0,"0"0"-2090"0,0 0-264 0,0 0 0 15,0 0 122-15,0 0 58 0,0 0-59 16,0 0-120-16,0 0-81 0,3 49-34 16,-1-25-4-16,4 5 28 15,-1 5-3-15,4 5-9 0,-1 4-25 16,1 6 6-16,-2 3-10 0,0 3 16 15,-1 3-52-15,-1 2-3 0,-3-3-18 16,-1 1-9-16,-1-4-25 0,0-1-43 16,0-4 18-16,0-6-40 0,0-5 12 15,-3-5-28-15,1-6 21 0,-1-5 16 16,-2-8-1-16,2-2-29 0,2-6-47 0,-3-3-80 0,-1-3-155 16,3-3-345-16,-3-9-510 0,2 4 356 15</inkml:trace>
  <inkml:trace contextRef="#ctx0" brushRef="#br1" timeOffset="-81798.633">28890 16851 791 0,'0'0'52'0,"0"0"1383"0,0 0-1079 16,0 0-102-16,57-71 25 0,-44 62 43 15,2 0-41-15,0 3-89 0,1 5-47 0,0 1-48 0,1 0 52 16,-3 1-37-16,2 6-53 0,-3 3-19 15,-2 1-6-15,-2 3 6 16,-2 2-3-16,-2 3-35 0,-4 3 41 16,-1 2-12-16,0 1 2 0,-7 2-14 0,-5-2-19 15,-3 2-3-15,-1-2-43 0,-4-2-34 16,-3 2-34-16,1-2-38 0,-3-4-31 16,-1 1-74-16,-1-2-131 0,-2 0-295 15,9-5-685-15,-17 7-53 0</inkml:trace>
  <inkml:trace contextRef="#ctx0" brushRef="#br1" timeOffset="-78992.148">18333 15595 2481 0,'0'0'554'0,"0"0"-343"0,0 0-134 15,0 0 12-15,0 0 107 0,-62-74 47 16,56 59 25-16,-2 5-35 0,4 1-65 15,3 2-57-15,-1 4-10 0,2 0-18 16,0 3-6-16,0 0-10 0,0 0-12 0,0 0-6 16,0-1-21-16,3 1-10 0,3-1 9 15,3-1-8-15,3-2 14 0,4 0-2 16,3 0 8-16,3-3-2 0,4-1 2 16,3 2 25-16,2-2-18 15,4 3-16-15,2 1-6 0,-1 0-5 16,3 1-7-16,2 3-9 0,2 0 21 15,2 0 3-15,3 0-6 0,0 0-8 16,1 0-11-16,0 0 13 0,2 0 0 16,0 0-15-16,4-2-1 0,-1-3-10 0,2-3 11 15,1-1 1-15,2 2-1 16,0-2 0-16,-2 1 1 0,2 2-1 0,-3 2-17 16,2 3 16-16,2 1 1 0,2 0 1 15,0 5 8-15,3 2-9 0,2 0-9 0,4-3 9 0,-1-1 3 16,2-1 12-16,-1-2-15 0,0-2 0 15,-1-5 0-15,-2-3-11 0,-4 1 9 16,-4-2 1-16,-5 3 0 0,-3 0-15 16,-2 4 16-16,-5-3-1 0,0 3 0 15,-5 3-14-15,-5-1 13 0,-5 2-13 16,-3 0 12-16,-4 0-15 16,-4 0 0-16,-4 0 3 0,-4 0-1 15,-3 0 1-15,-2 0-6 0,-3 2-3 0,-1-2-1 16,-2 0-2-16,0 1-3 0,0-1-7 15,0 0-2-15,-2 0-13 0,-1 0-15 16,-3 3-18-16,-2-2-35 0,0-1-61 16,-4 2-74-16,1-1-174 0,0 1-543 0,-12 0-825 15</inkml:trace>
  <inkml:trace contextRef="#ctx0" brushRef="#br1" timeOffset="-77194.551">24596 18729 1471 0,'0'0'692'0,"0"0"86"0,0 0-433 0,0 0-182 15,0 0 103-15,0 0 54 0,0 0-84 0,0 0-44 16,0 0-62-16,101-7-16 0,-70 5-1 0,8 2 22 16,7-3-31-16,2 3-18 0,4-2-7 15,4 1-15-15,1-1 9 0,2 0-19 16,0 0-14-16,1-1-10 0,-1 0 4 15,-1 0-13-15,-1 0-3 0,1 1-6 16,-1-3-9 0,2 0-2-16,3 1 14 0,0-2-15 0,3 1 1 15,0-2-1-15,0 1 1 0,0-2 0 16,-2 0-1-16,2 1 0 0,0-2-1 16,0-1 0-16,-2 2-1 0,2 1 1 15,-1 2-1-15,-3 0 2 0,1-1-2 16,-2 4 0-16,-1 0-13 0,0-1 15 15,0 0 0-15,0 0 1 0,0-3 0 0,0 0 0 0,0-2-1 16,-1 0 1-16,-1-3 0 0,3 3 0 16,-3-3 0-16,1 4 0 0,-2-2-1 15,0 2-2-15,-2 3-10 0,-3 0 12 16,-3 3 0-16,0 1-12 0,-4 0 10 16,-3 0-10-16,-3 1-2 0,1 4 14 15,-4-3 0-15,0 2-3 0,-2-4 1 0,-1 2 2 0,-1-2 9 16,0 0-9-16,-3 0-1 0,-2 0 1 15,-1-2 0-15,-2-3 1 0,-1 1 0 16,1 0 0-16,-3 1-1 0,3-1 2 16,-2 1-2-16,2 3 0 0,0-4 1 15,1 3-1-15,2-1-1 0,-1 0 0 16,4 0-1-16,-1 0-26 16,-3-2 4-16,3 2 6 0,-2-3-3 15,-1-2 18-15,3 0-14 0,1 2 17 16,1-2 19-16,4-1-4 0,-1 3-15 15,1 0-1-15,1 2 1 0,-1 0-1 0,2 0-1 16,-2 2 1-16,-1 1-11 0,0 0 9 16,-1 0-16-16,2 0 18 0,-1 1-23 15,1 2 12-15,1-3 12 0,1 0 0 0,-1 0 0 16,0-1-27-16,-1-4 5 0,-1 0-11 0,-1 0 18 16,-4 1 2-16,-3 1 10 0,-2 0 0 15,-1 1 0-15,-2 2 1 0,-1 0-1 16,-2 0 3-16,-1 0 51 0,-4 5 7 15,0-4-31-15,-4 0-12 0,1-1 9 16,-4 0 13 0,1 0-7-16,3-1 7 0,-2-3-10 15,0-2-12-15,0-1-12 0,3 2 0 16,-2-1 9-16,0 2 0 0,-2 0-9 16,3 3 10-16,-4-2-13 0,0 1 2 0,1 1 10 15,3 0 9-15,-3-2 0 0,3 1 3 0,-2 1 1 16,-1-2-10-16,0 0-12 0,-1 0 9 15,0 1 2-15,-1-1-14 0,1 0-3 16,-2 1 0-16,-1-1-12 0,2 0 3 16,-4 0-13-16,0 3-11 0,0 0-6 0,0 0-1 15,0 0-11-15,0-1 2 0,-5 0-27 16,-2 0-33-16,-4-2-59 0,-3 1-83 16,-3-2-131-16,3 2-334 0,-17 0-1060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31:51.688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769 17579 202 0,'0'0'215'0,"0"0"-140"0,0 0-39 16,0 0-36-16,0 0-62 0,0 0-267 0</inkml:trace>
  <inkml:trace contextRef="#ctx0" brushRef="#br1" timeOffset="30657.99">2766 2485 179 0,'0'0'2684'0,"0"0"-2441"16,0 0-128-16,0 0-25 0,0 0 91 16,0 0 22-16,0 0 20 0,0 0-24 15,0 0-78-15,0 0-52 0,-1-5-29 16,10 4 4-16,6-2 33 0,6 1 56 16,8-3-16-16,4-1-46 15,4 0-7-15,5 0-15 0,4-1-12 16,0-2 9-16,2 0-4 0,2 0-42 15,-1-1 0-15,-1-1 15 0,-1 1-15 16,-5-2 0-16,-3 2-28 0,-3 0-45 16,-3 1-50-16,-7 0-27 0,-1 2-35 15,-5 2-58-15,-6 4-42 0,-1-2-182 16,-7 3-285-16,-6 0-564 0</inkml:trace>
  <inkml:trace contextRef="#ctx0" brushRef="#br1" timeOffset="31490.941">2879 2524 745 0,'0'0'205'16,"0"0"410"-16,0 0-247 0,0 0-145 0,0 0 75 15,0 0-59-15,0 0-1 0,0 0 34 16,0 0-23-16,0 0-40 0,-65-13-61 15,64 15-66-15,-1 1-44 0,2 4-16 16,0 4-10-16,0 6 17 0,0 5 27 0,6 8 1 16,4 8 34-16,-1 7-20 0,1 8-2 15,3 6 2-15,-3 8-40 0,-1 2-9 16,0 5-22-16,0-2 0 0,-3-4 0 16,-2-5 0-16,2-5-22 0,-2-11 10 15,-2-8-29-15,1-6 10 0,0-12-31 16,0-5-16-16,-2-6-43 0,2-3-24 0,-2-7-50 0,1 0-58 15,1-3-82-15,-2-9-108 0,3-4-6 16,-2 0-161-16,-2-19-474 0</inkml:trace>
  <inkml:trace contextRef="#ctx0" brushRef="#br1" timeOffset="31675.735">2906 3052 235 0,'0'0'1277'0,"0"0"-666"0,0 0-281 0,0 0-20 16,0 0-37-16,0 0-43 0,81-6-39 15,-61 6-23-15,2 0 15 0,-1 0-29 16,4 0-46-16,-1 0-39 0,0 0-41 16,2 0-27-16,-2-2-1 0,5-3-3 15,-2-2-79-15,2-4-53 0,1 3-92 0,2-3-90 16,-2 1-146-16,0 0-722 0,-8 4-541 0</inkml:trace>
  <inkml:trace contextRef="#ctx0" brushRef="#br1" timeOffset="32077.097">3807 3063 2987 0,'0'0'326'0,"0"0"-218"0,0 0 95 0,0 0 78 15,-84 24-61-15,63-15-5 0,-2 6-48 0,4-1-80 16,0 5-44-16,6 4 22 0,1 6-22 15,1 2-16-15,5 6 7 0,4-1-9 16,0-2 14-16,2-8-14 0,0-4-14 16,3-8-11-16,4-3-1 0,2-5-45 15,5-6-15-15,-2 0 12 0,7-4 12 16,-2-11 6-16,5-3-43 0,-1-7-43 16,-2-5 14-16,1 0 1 0,-1-2-10 0,-3 2 25 15,-2 3 13-15,-1 4 34 0,0 5 5 16,-2 3 23-16,-2 7-26 0,0 2 38 0,-2 6 16 31,0 0 56-31,-1 3 32 0,0 6 30 16,1 5-15-16,0 5-5 0,-1 2-2 0,-2 4-7 15,1-2-16-15,-2 4-43 0,1-8-22 16,0-2-24-16,0-5-46 0,1-6-27 16,-1-2-57-16,0-4-46 0,2 0 14 15,4-8-23-15,-1-6-120 0,1-7-215 0,-3 2-287 16,6-21-768-16</inkml:trace>
  <inkml:trace contextRef="#ctx0" brushRef="#br1" timeOffset="32313.566">4039 2426 1979 0,'0'0'1338'16,"0"0"-1055"-16,0 0-261 0,0 0 130 0,0 0 200 15,-10 90 9-15,7-48-59 0,3 12-33 16,0 5-49-16,3 9-53 0,4 6-70 15,3 5-58-15,3 5-12 0,-1-1-27 16,2 0 0-16,1-6-100 0,0-8-15 16,-3-15-6-1,4-12 17-15,-3-13-18 0,0-10-16 16,1-8-43-16,1-8-44 0,3-3-110 0,0-6-194 16,-3-4-253-16,7-18-765 0</inkml:trace>
  <inkml:trace contextRef="#ctx0" brushRef="#br1" timeOffset="32609.528">4587 3026 1676 0,'0'0'1070'0,"0"0"-522"0,0 0-341 15,0 0-5-15,-35 70 141 0,18-43 4 16,1-2-103-16,2 0-100 0,2-4-42 16,6-6-44-16,2-5-18 0,1-3-22 0,3-6 0 15,0-1-17-15,6 0-1 16,4 0-24-16,7 0 24 15,3 0 3-15,6 0 9 0,2-1-10 16,-1 1-2-16,2 0-2 0,-5 0-14 16,0 1 16-16,-3 6 18 0,-1 3-2 15,-4 1 8-15,-2 3-3 0,-3 3 4 16,-4-1 5-16,-3 3 10 0,-2 2 9 16,-2 1 21-16,-3 2-40 0,-6-3-30 0,0 0-42 15,-3-5-22-15,3-3-13 0,0-9-26 0,3-1-26 16,-2-3-55-16,2-6-75 0,0-8-49 15,-1-5-126-15,1 1-183 0,1-16-706 0</inkml:trace>
  <inkml:trace contextRef="#ctx0" brushRef="#br1" timeOffset="32941.476">5072 3012 909 0,'0'0'1814'15,"0"0"-831"-15,0 0-693 0,0 0 38 16,62 78 105-16,-56-60-35 0,0-1-118 15,-3-4-138-15,3-6-87 0,-1-3-55 0,-1-1-3 16,5-3-55-16,0 0 4 0,7-3 8 16,1-5 13-16,3-7-46 0,2 0-70 15,-2-2 2-15,2-6-21 0,-2 4-35 16,-4 2-34-16,-1-1-3 0,-3 3-14 0,-3 1-26 16,-4 4 71-16,-3 5 180 0,-2 3 29 15,-10 2 108-15,-5 2-38 0,-3 10 66 16,-7 1-29-16,0 10-32 0,-2 4 7 15,1 7 7-15,-1 4-21 0,4 3 38 16,5 1 43-16,4-1 70 0,7-8-56 0,3-3-83 0,4-8-59 16,0-5-20-16,7-4 0 0,5-6-1 15,3-3-12-15,7-4-28 0,4-4-6 16,3-8 0-16,5-4-46 0,1-5-68 16,-2-2-51-16,0 0-68 0,-3 0-158 15,-12 9-571-15,8-7-637 0</inkml:trace>
  <inkml:trace contextRef="#ctx0" brushRef="#br1" timeOffset="33326.186">2824 4153 147 0,'0'0'450'0,"0"0"1129"0,0 0-975 0,0 0-34 0,103-21 6 16,-60 12-95-16,9-1-138 0,7 0-101 15,10-1-92-15,10 4-16 0,6-2-31 16,7 1-42-16,5 1-19 0,4-2-5 15,8 2-7-15,4 3-18 0,5 2-12 0,3 1 48 16,6-2-35-16,1 0-10 0,6-1 9 16,2-1 6-1,3-1-17-15,0-2 0 0,-5-3-1 16,-5-1-12-16,-5-3-64 0,-10-3 22 16,-3-3-31-16,-7-4-80 0,-5-1-72 0,-9-7-67 15,-24 8-250-15,12-14-854 0</inkml:trace>
  <inkml:trace contextRef="#ctx0" brushRef="#br1" timeOffset="33480.019">6627 3406 3602 0,'0'0'1315'0,"0"0"-1119"0,0 0-105 15,0 0 16-15,0 0 69 0,0 0-42 16,0 0-122-1,0 0-12-15,0 0-170 0,0 0-107 16,0 0-185-16,-47 3-838 0</inkml:trace>
  <inkml:trace contextRef="#ctx0" brushRef="#br2" timeOffset="85327.228">10441 792 1383 0,'0'0'608'0,"0"0"-93"0,0 0-315 0,-48-69 60 0,34 45-42 16,-3-1 2-16,-2-3-29 0,-3 2-55 16,-2 2-14-16,0 1 20 0,-2 3 62 15,2 4-33-15,-2 3-94 0,0 2-18 0,-1 4-25 16,-2 3 31-16,-3 4-6 0,-4 2-10 15,-4 13 12-15,-7 6-61 0,-6 12-11 16,-1 8 10 0,-2 10-16-16,-2 10-8 0,3 7-3 0,2 9 26 15,2 4-16-15,4 5-13 0,5 6-3 16,9 1 6-16,7 3 4 0,10-2 11 16,6 0 10-16,9 0-15 0,4-3 18 15,12-1 0-15,13-9 49 0,11-9-3 0,12-7-3 16,17-11-12-16,14-13-28 0,13-10 31 15,9-12-12-15,7-8-7 0,3-11-3 0,1-1-12 16,2-17-18-16,0-6 18 0,2-12 0 16,5-6-34-16,4-7-24 0,5-5-10 15,-2-7 3-15,-3 1-19 0,-11-2-49 16,-9 1 30-16,-15 0 22 0,-15 3 44 16,-11 0-11-16,-13 1-37 0,-10-1 32 15,-9 1 25-15,-8-2 28 16,-6-1-25-16,-9-1-23 0,-9 2 48 15,-4 1 7-15,-16 4 59 0,-12 0 12 16,-10 3 64-16,-9 3-20 0,-10 5-47 16,-12 5 30-16,-9 7-6 0,-14 8-40 15,-16 11-59-15,-12 12 0 0,-16 8 37 16,-13 16-37-16,-7 15-34 0,-9 10 3 16,-2 13-3-16,-3 10-31 0,-4 12-9 0,-4 10-69 0,2 6-68 15,1 11-148-15,1 7-194 0,47-26-517 16,-53 61-281-16</inkml:trace>
  <inkml:trace contextRef="#ctx0" brushRef="#br1" timeOffset="99561.492">7816 3146 2877 0,'0'0'562'0,"0"0"-416"16,0 0-73-16,0 0 126 0,0 0 149 0,0 0-109 31,0 0-164-31,0 0-45 0,0 0 78 15,0 0-3-15,110-23-31 0,-64 17-41 0,-3 2-5 0,2-1-10 0,-2 1-5 16,-2-4-11-16,0 1 10 0,-2 0-12 0,-3 0 0 31,-4-2-58-31,-2 2-65 0,-5 0-68 16,-7 3-23-16,-2 1-50 0,-7 3-98 0,-5 0-210 0,-1 0-478 16,-5 6-294-16</inkml:trace>
  <inkml:trace contextRef="#ctx0" brushRef="#br1" timeOffset="99762.192">8070 3207 1694 0,'0'0'455'0,"0"0"-196"0,0 0 22 0,-27 75 117 15,24-40-12-15,1 7-82 0,2 5-81 16,0 3-53-16,0 4 20 0,0 3 1 16,2 0-76-16,1 1-51 0,0-3-24 15,0-4-18-15,2-5-22 0,-1-9-3 16,1-7-13-16,-1-8-67 0,-1-9-80 15,4-7-39 1,-4-3-37-16,3-3-83 0,-3-4-214 16,-2-1-452-16,-1-12-557 0</inkml:trace>
  <inkml:trace contextRef="#ctx0" brushRef="#br1" timeOffset="99930.808">7991 3694 2572 0,'0'0'463'0,"0"0"-300"0,0 0 178 0,0 0 15 15,0 0-101-15,95-2-37 0,-71-1-32 0,7-4 5 16,-1-4-59-16,7-1-65 0,-2-4-46 16,1-1-21-16,0-2-30 0,-3 1-148 15,0 0-81-15,-1 4-17 0,0 2-101 16,-3 1-206-16,-6 4-594 0,4 1-673 0</inkml:trace>
  <inkml:trace contextRef="#ctx0" brushRef="#br1" timeOffset="100093.794">8616 3663 1831 0,'0'0'767'0,"0"0"-554"0,0 0-62 0,0 83 182 16,-1-50 26-16,-1-1-41 0,2 3-55 15,-1 0-64-15,1-3-32 16,0-3-32-16,0-4-58 0,3-6-60 16,0-7-17-16,1-1-50 0,0-10-51 15,2 1-56-15,-1-2-32 0,0-5-14 16,1-8-99-16,-3 0-278 0,-3-14-771 0</inkml:trace>
  <inkml:trace contextRef="#ctx0" brushRef="#br1" timeOffset="100247.58">8518 3432 3014 0,'0'0'495'0,"0"0"-356"0,0 0 76 15,0 0 62-15,0 0-106 0,0 0-66 16,0 0-46-16,0 0-59 0,84-47-87 15,-55 33-130 1,-1 2-94-16,-5 1-224 0,9 2-667 0</inkml:trace>
  <inkml:trace contextRef="#ctx0" brushRef="#br1" timeOffset="100432.382">8979 3584 2899 0,'0'0'368'0,"0"0"-266"0,32 87 200 0,-19-51 123 0,6 6-24 15,-2-3-84-15,5 0-93 0,1-5-63 16,0-3-66-16,4-6-50 0,1-2-45 16,-1-8-12-16,0-4-55 0,-1-6-82 15,0-5-28-15,-1-12-7 0,1-11-41 16,0-8-179-16,-6 3-380 0,6-24-879 0</inkml:trace>
  <inkml:trace contextRef="#ctx0" brushRef="#br1" timeOffset="100594.845">9364 3526 741 0,'0'0'2714'16,"0"0"-2344"-16,0 0-257 0,-95 91 70 15,63-56 143-15,-1 7-60 0,0 1-73 0,1 0-64 16,0 0-38-16,4 1-54 0,0-4-37 0,4-4 0 16,4-3-46-16,5-7-85 0,4-5-90 15,2-3-84-15,6-3-170 0,2-4-479 16,1-3-473-16</inkml:trace>
  <inkml:trace contextRef="#ctx0" brushRef="#br1" timeOffset="100995.837">10464 3617 2955 0,'0'0'1647'15,"0"0"-1466"-15,0 0-168 0,-82 18 5 0,54-7 132 16,-2 7 21-16,1 6 12 16,2 4-77-16,6 4-33 0,7 4-15 0,4 1-10 15,6 2-17-15,4-3-21 0,0-3-10 16,8-7-34-16,7-5-2 0,-1-9-18 0,6-9-62 0,1-3-5 15,2-12 20-15,4-8 34 0,0-8-3 16,-1-5 6-16,-2-2-28 0,-1-1-6 16,-5 1 18-16,-2 4 31 0,0 2 15 0,-4 10 34 15,-3 1 1-15,-1 7 20 0,-4 6 38 16,0 5 27-16,1 0-16 0,-1 7 22 16,3 5 12-1,0 3-24-15,2 2-35 0,0 1-14 16,2 0-15-16,1-2-16 0,2-2-24 15,4-1-65-15,3-6-125 0,6-2-109 0,2-3-287 16,-5-2-710-16,11 0-1008 0</inkml:trace>
  <inkml:trace contextRef="#ctx0" brushRef="#br1" timeOffset="101434.455">11877 3429 3037 0,'0'0'424'0,"0"0"-246"0,12 70-11 15,-6-24 148-15,0 9 83 0,1 9-26 0,-3 9-118 16,-1 4-93-16,-2 2-33 0,-1 6-16 0,0-6-36 15,0-1-16-15,0-4-29 0,0-7-31 16,3-5-15-16,3-11-3 0,4-8-15 16,2-9-49-16,-2-8-15 0,0-8 6 15,-3-8-19-15,-3-4-63 0,-1-6-35 0,-3-9-66 16,0-7-147-16,0-7-219 0,-3 4-328 16,-7-24-475-16</inkml:trace>
  <inkml:trace contextRef="#ctx0" brushRef="#br1" timeOffset="101650.004">11916 3430 2857 0,'0'0'512'0,"0"0"-331"0,0 0 6 0,0 0 134 0,0 0-9 16,0 0-111-16,0 0-93 0,87-36-40 15,-74 44-7-15,-2 3 13 0,-2 1-31 16,-2 5-7-16,-5 2-5 0,-2 5-4 15,-2 2-24-15,-5 1-3 0,-6 0-48 16,2 0-69-16,-3-2-73 0,-1-4-23 16,2-2-73-16,1-5-104 15,2-6-162-15,4-1-226 0,-5-7-636 0</inkml:trace>
  <inkml:trace contextRef="#ctx0" brushRef="#br1" timeOffset="101913.155">12223 3430 2714 0,'0'0'444'0,"0"0"-253"16,0 0 73-16,0 0 145 0,0 0-68 0,82 47-20 15,-71-31-63-15,-1 2-90 0,-3 3-55 16,0 0-40-16,-3 3-37 0,-4-1-14 16,0-2-20-16,0 0-1 0,0-1-1 15,0-5-19-15,0-3-14 0,0-5-4 16,0-2 13-16,0-5 6 0,3 0 3 0,0-10 15 0,2-4 3 15,3-4 14-15,2-9-17 0,3-4-46 16,1-3-3-16,1-1-36 0,1-1-22 16,-2 1-40-16,1 0-69 0,-2 0-121 15,-2 3-197-15,-1 9-555 0,-1-9-460 0</inkml:trace>
  <inkml:trace contextRef="#ctx0" brushRef="#br1" timeOffset="102073.466">12520 3406 2906 0,'0'0'486'16,"0"0"-282"-16,6 71 51 0,-5-46 141 15,2 0 9-15,-1-2-134 0,1-8-161 16,0-4-110-16,1-5-40 0,2-2-24 0,1-4-71 16,0-2-50-16,3-9-19 0,1-7-132 15,-2 1-356-15,3-19-778 0</inkml:trace>
  <inkml:trace contextRef="#ctx0" brushRef="#br1" timeOffset="102430.047">12486 3032 627 0,'0'0'2021'0,"0"0"-1610"0,0 0-228 15,0 0 71-15,0 0 69 0,0 0-18 32,0 0-72-32,0 0-65 0,0 0-32 15,0 0-69-15,46 13-50 0,-37-10-17 16,-4 0-37-16,5 0-99 0,-3 0-90 16,2-1-80-16,-1-1-233 0,1 2-773 0,-112-34-877 15</inkml:trace>
  <inkml:trace contextRef="#ctx0" brushRef="#br1" timeOffset="103083.874">12811 3389 3220 0,'0'0'587'16,"0"0"-448"-16,0 0-39 0,0 0 63 0,0 0 39 16,0 0-47-1,0 0-104-15,0 0-51 0,0 0-18 16,0 0-19-16,0 0-13 0,56 20 32 16,-38-35-13-16,4-2-50 0,-2-1 1 15,-1 3 27-15,-2 2 51 0,-4 3-14 0,0 8 16 16,-3 2 14-16,-1 0 45 0,0 8 31 15,-4 6 18-15,-1 5 3 0,-1 5-3 16,-3 1 15-16,0 1 33 0,0 0-34 0,0-3-27 16,0-4-40-16,0-3-32 0,0-6-23 0,0-4-3 15,4-3-22-15,2-3 1 0,1 0-3 16,3-4-34-16,2-7-28 0,2 1-27 16,2-4-19-16,4 3 12 0,-1 0 28 15,-3 5-23-15,4 2 4 0,-4 4 24 16,0 0 62-1,0 8 28-15,-2 4 59 0,1 0 52 16,0 3 44-16,4-2-13 0,1-2 14 0,2-3-39 16,1-3-71-16,4-5-34 0,4 0 3 15,3-6 13-15,5-7-1 0,0-3-26 16,1-2 0-16,2 0-2 0,-2 1-13 16,-3 0 11-16,-4 3-40 0,-7-1-6 15,-5 4-15-15,-8 0 9 0,-4 2 15 0,-5 1 40 16,-4 3 25-16,0 1 5 0,-11-1-2 15,-4 3 27-15,-6 0-25 0,-5 2 4 0,-5 4 9 16,1 9 36-16,-3 4-6 0,1 5-24 16,4 4-13-16,2-1-5 0,7 4 8 0,3-2-8 15,7 0-31-15,6-3-15 0,3-3-24 16,3-3-55 0,10-3-71-16,6-3-40 0,8-4-10 0,8-2-44 15,8-5-117-15,8-1-361 0,-12 0 70 0,20-7-1837 0</inkml:trace>
  <inkml:trace contextRef="#ctx0" brushRef="#br1" timeOffset="103215.12">14659 3563 4085 0,'0'0'177'16,"0"0"-177"-16,0 0-247 0,-78 3-210 0,58-3-246 15,-12 0-877-15</inkml:trace>
  <inkml:trace contextRef="#ctx0" brushRef="#br1" timeOffset="104401.599">15682 2907 251 0,'0'0'2929'0,"0"0"-2471"0,0 0-259 16,0 0 53-16,0 0 133 0,0 0-30 0,0 0-43 16,0 0-102-16,52 101-77 0,-36-51-24 15,0 9 31-15,-2 8-13 0,1 4-58 16,-2 8-15-16,2 0-20 0,1 6-4 0,4 3-27 31,-1 0 0-31,0 2-3 0,1-1-1 0,-1-7-11 16,1-10-30-16,-1-11-10 15,-6-12-20-15,-1-10-19 0,-3-13-48 0,-4-8 15 16,-2-11 2-16,-3-5 7 0,0-2-25 0,0-13-96 16,-6-7-309-16,1 1-588 0,-4-27-439 0</inkml:trace>
  <inkml:trace contextRef="#ctx0" brushRef="#br1" timeOffset="104639.864">15871 2732 1228 0,'0'0'1020'16,"0"0"-416"-16,0 0-322 0,0 0-36 15,86-9 112-15,-58 19 7 0,-1 8-66 16,3 5-76 0,-2 5-48-16,-1 5-62 0,-5 2-15 15,-2 3-18-15,-7 2-16 0,-2 0-25 0,-8-1-5 16,-3-3-22-16,0-3 5 15,-7-2-17-15,-4-5-24 0,-4-6-19 0,-5 2-39 16,0-7-59-16,-8 2-43 0,-2-3-40 16,-5-3-52-16,-5 2-119 0,10-5-318 15,-22 7-795-15</inkml:trace>
  <inkml:trace contextRef="#ctx0" brushRef="#br1" timeOffset="105989.513">6519 7131 1694 0,'0'0'1664'0,"0"0"-1186"0,0 0-306 0,0 0-17 16,0 0 186-16,0 0 41 0,0 0-147 15,0 0-107-15,97 12-55 0,-71-28-15 16,1-8-6-16,3-7-22 0,-2-7-9 16,6-5-6-16,-2-10-15 0,1-1 0 15,2-8-18-15,-2-4-3 0,2-1-31 0,-2-1-45 16,-3 0 0 0,2 1 20-16,-3 5-5 0,-5 3 15 15,-1 5-13-15,-7 2 0 0,-3 7 50 0,-3 4 8 16,-6 4 20-16,-4 10 1 15,0 6 1-15,-1 5 25 0,-6 5 15 0,-2 6 30 16,-1 2-24-16,1 3 12 16,-4 0-6-16,3 8-49 0,-1 6-1 0,-1 7 20 15,-1 8-21-15,3 7 2 0,-3 9 39 0,3 8-14 16,3 9 30-16,-2 8-9 0,2 4-19 16,4 6 9-16,2 0-5 0,1-2 2 15,1-9-8-15,8-10-7 0,2-12 0 16,-2-16-20-16,3-9-1 0,0-9-30 15,0-8-1-15,0-5-23 0,3-2-10 0,1-10 6 16,4-7-27-16,2-6 2 0,-2-6 19 0,3-4-6 31,-1-4 12-31,-1-3 18 0,1-5 3 16,3-2-21-16,-1-4 2 0,-1-1 10 0,0-1 3 16,0 0 3-16,-1 2 6 0,-6 1 22 15,1 4 9-15,-7 6-15 0,0 3 3 16,-4 9 15-16,-3 2 24 0,-2 8 23 15,-1 4 11-15,0 6 10 0,0 5 40 0,-1 5 2 16,-5 0 0-16,-1 8-70 0,0 6-40 0,-2 7-2 16,0 5 2-16,-2 9 1 0,2 5 39 15,2 6-7-15,0 2 19 0,0 4 3 16,2 4-34-16,1 2 16 0,1-2-1 16,3 0-15-16,0-6 13 0,0-5-4 0,4-5-27 15,2-7-3-15,3-5-14 0,-2-5-1 0,0-5-12 16,2 0-62-16,2-8-39 0,1-1-46 15,0-1-37-15,0-3-107 0,-1-1-387 16,0 1-870-16</inkml:trace>
  <inkml:trace contextRef="#ctx0" brushRef="#br1" timeOffset="106459.657">7903 6856 2073 0,'0'0'1333'0,"0"0"-890"0,0 0-232 16,0 0 17-16,0 0 57 0,0 0-5 15,0 65-105-15,0-25-66 0,7 14-23 0,2 8-1 16,1 10 24-16,3 7-2 0,-3 4-59 16,0 2-37-16,-2-2-11 0,0-5-66 15,-2-6 2-15,-2-10 6 0,-1-15-9 16,-3-11 40-16,4-11-25 0,-3-11-42 16,-1-6-31-16,0-7-16 0,0-1-37 15,-5-11-131-15,-1-3-415 0,0-4-697 0,-7-18-836 0</inkml:trace>
  <inkml:trace contextRef="#ctx0" brushRef="#br1" timeOffset="106691.537">7813 6981 1535 0,'0'0'1169'16,"0"0"-566"-16,35-72-280 16,-16 45-17-16,4 0-33 0,1 3 4 15,2 3-80-15,0 4-46 0,-1 5-62 16,-1 1-13-16,-4 6-67 0,-1 5-9 15,-3 0-18-15,-3 4 17 0,-3 8-18 16,-1 4-17-16,-6 7-4 0,-3 7 19 0,0 5 20 16,-8 2-27-16,-3 2 13 15,-5-1 11-15,-3-2-23 0,2-2-10 0,-3-7-25 0,1-3 4 16,-4-6-50-16,3-2-65 0,-1-7-48 16,0-5-258-16,8 0-315 0,-9-9-566 0</inkml:trace>
  <inkml:trace contextRef="#ctx0" brushRef="#br1" timeOffset="107066.174">8190 6467 939 0,'0'0'2084'0,"0"0"-1456"15,0 0-295-15,31 69-26 0,-23-36 58 0,-1 7 0 16,-2 0-84-16,1 2-111 0,-1-4-82 16,-3-4-46-16,3-3-30 0,-1-3-12 15,-1-10-13-15,1-5-14 0,-1-7-36 16,1-5-29-16,2-1-2 0,-1-1 15 0,-1-8 9 16,3-5-18-16,2-5 5 0,-3-4 10 15,2-1 39 1,-2 1 13-16,2-2 20 0,1 1 1 15,0 2 0-15,5 0 11 0,-2 0 38 0,2 4 15 16,-1 4 0-16,-1 3 0 0,2 4 0 16,-1 3-18-16,-2 4-16 0,1 3-27 15,-2 8 0-15,2 6 33 0,-2 3-15 16,-3 3-20-16,-2 4-1 0,0 0-12 0,-2 1-46 16,0 1-57-16,-2 1-84 0,1 1-105 0,-1-8-331 15,-1 12-1015-15</inkml:trace>
  <inkml:trace contextRef="#ctx0" brushRef="#br1" timeOffset="107592.763">9586 6075 1315 0,'0'0'2203'0,"0"0"-1709"0,0 0-171 15,0 0-26-15,79 45-9 0,-54-36-16 16,3-4-116-16,0-3-74 0,3-2-40 16,-1-2-27-16,-1-5-15 0,-1-4-15 0,-2 1-43 15,-4-4-106-15,-3 2-71 0,-4 2-47 0,-7 1-110 16,-7 8-368-16,-1 1-838 0</inkml:trace>
  <inkml:trace contextRef="#ctx0" brushRef="#br1" timeOffset="107778.135">9605 6313 1056 0,'0'0'401'16,"0"0"1196"-16,0 0-1093 0,0 0-141 0,0 0-12 15,0 0-51-15,0 0-20 0,0 0-29 16,0 0-87-16,79 23-27 0,-43-17-43 15,6-4-27-15,1 2 6 0,5-3-50 16,-1 0-23 0,2-1-64-16,0 3-69 0,0-3-119 15,0 1-54-15,4-1-41 0,-15 2-434 0,17-1-1357 16</inkml:trace>
  <inkml:trace contextRef="#ctx0" brushRef="#br1" timeOffset="108315.943">11145 5553 1289 0,'0'0'1208'0,"0"0"-402"16,0 0-450-16,0 0-142 0,-42-78 57 0,31 66-13 15,2 2-48-15,-3 5-34 0,1 5-41 0,0 5-50 0,-3 11-11 16,-1 11-20-16,-2 12-14 0,-1 8-16 31,0 9-2-31,0 4-10 0,0 3 15 16,1 0 4-16,2-2-1 0,2-6-30 15,4-7-1-15,5-10-35 0,3-8 14 0,1-11 7 0,0-6-9 0,3-7-22 16,5-3-51 0,2-3-26-16,2 0-5 0,2-4-5 15,-1-4 26-15,2 0 42 0,0 1 0 16,-1 2 6-16,0 1 15 0,-4 4 26 15,4 11 18-15,-2 3 34 0,-2 7 28 0,1 6 18 16,-3 6 41-16,-3 5 30 0,1 2-26 16,-3 1-27-16,-1-1-52 0,0 1-46 15,0 1-13-15,-2 0-67 0,1-1-11 16,1 3-57-16,-1-2-46 0,3 3-70 0,1 0-285 16,-1-10-476-16,2 15-349 0</inkml:trace>
  <inkml:trace contextRef="#ctx0" brushRef="#br1" timeOffset="114891.775">12016 5602 1026 0,'0'0'137'0,"0"0"244"16,0 0 378-16,0 0-329 0,0 0-128 15,0 0-66-15,17 78-6 0,-17-55 10 16,0 3-45-16,-1 2-50 0,-6 3-48 16,1 4-25-16,-4 2-16 0,-1 0-28 15,-3 2 28-15,-2-2-16 0,-2 0-12 16,-1-5-13-16,0-2 7 0,-1-6-22 0,4-5-15 0,-3-3-59 16,2-5-41-16,-2-5 0 0,2-1 21 15,3-4-4-15,-2-1 29 0,3-3 22 16,0-5 19-16,4-3-13 0,-1-2-3 0,3-5-8 15,-2-3 50-15,1 1-27 0,3-4 27 16,2 4 2-16,3-1 3 16,0 6 44-16,3-1 13 15,6 5 12-15,5 3 10 0,2 1-7 16,1 3 2-16,2 2-21 0,4 2 25 16,0 2-19-16,2 4-3 0,-3 4 25 0,2 1-7 15,-3 4-15-15,1 1-10 0,-3 3-30 16,-2 0-4-16,-2 4-18 0,0-4-15 15,-4 5-22-15,0-4-80 0,-1 0-10 16,2-3-51-16,-2-3-35 0,4-3-74 0,2-4-154 0,3-7-156 16,-6 0-470-16,11-15-328 0</inkml:trace>
  <inkml:trace contextRef="#ctx0" brushRef="#br1" timeOffset="115123.843">12568 5765 889 0,'0'0'1675'0,"0"0"-1375"0,0 0-121 16,0 0 58-16,-77-6 81 0,53 11-78 16,-2 3-55-16,2 8-68 0,1 3-46 15,2 6 7-15,4 3-3 0,5 3 5 16,4 4 7-16,2 2 2 0,6-1-18 16,0 0-15-1,3-5-7-15,8-4-19 0,0-6 4 16,4-4 12-16,-2-9-33 0,3-1-13 0,0-3-27 15,1-4-13-15,1 0-21 0,0-7-84 16,-3-2-15-16,2-3-76 0,-4-1-122 16,-2 1-333-16,0-6-846 0</inkml:trace>
  <inkml:trace contextRef="#ctx0" brushRef="#br1" timeOffset="115292.559">12421 5957 1903 0,'0'0'771'15,"0"0"-245"-15,0 0-141 0,0 0-47 16,0 0-56-16,0 0-33 0,0 0-67 16,0 0-56-16,0 0-40 0,89 23-28 15,-64-22-58-15,2-1-12 0,3 0-123 16,2-3-50-16,4-4-38 0,2 0-130 16,-8 2-355-16,17-7-1136 0</inkml:trace>
  <inkml:trace contextRef="#ctx0" brushRef="#br1" timeOffset="115924.795">13500 5543 1721 0,'0'0'727'0,"0"0"-453"0,0 0-33 16,0 0 121-16,0 0 28 0,0 0-101 16,0 0-75-16,0 0-50 0,0 0-15 15,0 0-10-15,0 0-38 0,-78-32-39 0,71 32-13 16,-1 2-3-16,-3 2 6 0,1 2 0 16,-4 0-13-16,1 1-14 0,-3 5-1 15,2-4 4-15,-2 3-13 0,1 0 0 0,1-4 9 16,4-1 16-16,1 0 3 0,3-5 42 0,0 3 24 15,3-4-42-15,0 0-25 0,3 1-14 16,-2-1-1-16,2 0-12 0,0 0-12 16,0 0 9-16,0 0 0 0,0 0 9 15,0 0-2-15,0 0-4 0,0 0-12 16,0 0 12-16,0 0 3 0,0 0-3 0,0 0-13 0,0 0 10 16,0 0-10-16,0 0 1 0,0 0 0 15,0 0-1-15,-1 0-2 0,-1 1-3 16,1 2-18-16,-4-1-3 0,1 3 0 15,-4 4-1-15,-1 2 4 0,-1 3 6 16,-4 1 12-16,0 3-15 0,0 4 15 16,0 0-9-16,-2 6 9 15,1 1-18-15,2 3 5 0,2 4-5 16,2 4 6-16,5 1 12 0,2 3-15 16,2 3 17-16,2 3-11 0,5-3 12 15,2-1 0-15,4-2 0 16,1-8 2-16,5-3-1 0,1-8 0 15,6-5 17-15,1-4-16 0,2-5 1 16,3-5-1-16,1-6 16 0,0 0-15 0,2-8-3 0,-2-4-2 0,3-3-34 16,-5 0-19-16,1-3-11 0,-4-2-44 15,-4-1-39-15,-1 2-25 0,-1 0 2 16,-5-2-52-16,-4 2-157 0,-3 0-246 16,-5 5-433-16,-5-8-114 0</inkml:trace>
  <inkml:trace contextRef="#ctx0" brushRef="#br1" timeOffset="116194.397">13173 5770 1383 0,'0'0'176'0,"0"0"544"0,0 0-213 0,0 0-87 0,0 0-25 16,0 0-67-16,0 0-92 0,0 0-40 15,0 0-35-15,0 0-29 0,20 75 19 16,-7-48 11-16,-3 3-42 0,3 0-44 16,-3 2-40-16,1 3-23 0,-2 0-13 15,-1-1-1-15,-1 1-33 0,2-2-45 16,-1-4-50-16,-1-2-30 0,2-5-29 0,0-4 0 16,4-3-42-16,-2-3-93 0,1-2-193 15,-4-3-283-15,4-5-888 0</inkml:trace>
  <inkml:trace contextRef="#ctx0" brushRef="#br1" timeOffset="116696.101">14300 5247 2421 0,'0'0'464'0,"0"0"-243"0,0 0 51 16,0 0 139-16,0 0-43 0,-7 95-128 15,7-51-64-15,0 6-37 0,1 9-38 16,2 3-12-16,0 9 3 0,0 5 3 16,-3 8-28-16,0 3-28 0,0 8-36 15,0 0 0-15,0 0-3 0,-1-3-16 16,-1-2-48-16,-1-7-37 0,3-3-24 0,0-3-19 0,3-9-20 31,4-8-61-31,2-11-78 0,0-15-151 16,-4-14-212-16,7-9-716 0</inkml:trace>
  <inkml:trace contextRef="#ctx0" brushRef="#br1" timeOffset="117565.306">15338 5482 1793 0,'0'0'347'0,"0"0"702"0,0 0-708 15,0 0-47-15,42 71-7 0,-33-35-11 0,-3 3-22 16,-1 8-54-16,-5 3-56 0,0 2-13 16,-6 3-30-16,-7 1-19 0,-3 1-24 15,-4-2-25-15,0-2-12 0,-5-8-5 0,2-5-15 16,0-5 1-16,1-10-2 0,-1-1-40 15,2-6-42-15,-1-5 6 0,6-2-9 16,-1-6 33-16,3-3-9 0,3-2-7 0,2-5-30 16,1-7 3-16,2-2 9 0,2-5-3 15,1-5 39-15,-1-6-8 0,4 2-14 16,0-1 54-16,0 3-10 0,6 7-3 16,2 2 31-16,3 5 35 0,4 6 43 15,1 5-1-15,4 1-18 0,2 0 5 0,0 6 7 16,4 5-13-1,1 2-2-15,0 0 11 0,2 1-6 16,1 3 13-16,-2 0-28 0,-1-1-22 16,0 4-9-16,-5-2-12 0,1 1-2 15,-1-1-1-15,-3 0-33 0,1 0-89 0,-2-2-50 16,-3-1 12-16,1-4-31 0,0 0-83 16,1-4-236-16,-3-3-277 0,1-4-479 15,-1-7-262-15</inkml:trace>
  <inkml:trace contextRef="#ctx0" brushRef="#br1" timeOffset="118166.253">15575 5011 1767 0,'0'0'347'0,"0"0"38"0,0 0 95 0,0 0-23 16,0 0-58-16,0 0-88 0,0 0-87 15,0 0-41-15,0 0 1 0,0 0 1 0,8 49-20 16,-1-17-19-16,0 10-24 0,0 5-10 16,1 3-18-16,-3 1-21 0,0 1-25 15,-1 2-18-15,-1 0-14 0,-3 2-15 0,0-1-1 16,0-8-3-16,0-7-25 0,0-7-20 15,4-12-22-15,-3-4-9 0,2-6-9 0,0-5-30 16,-1-4-34-16,1-2-35 0,-2 0-40 16,2-7-119-16,0-5-176 0,1 1-436 15,-1-13-421-15</inkml:trace>
  <inkml:trace contextRef="#ctx0" brushRef="#br1" timeOffset="118382.324">15656 5094 638 0,'0'0'2009'0,"0"0"-1646"0,0 0-203 15,0 0 108-15,0 0 96 0,0 0-90 0,0 0-93 16,0 0-57-16,0 0-12 0,0 0 24 16,0 0-29-16,77 2-48 0,-70 11-32 0,-3 0-5 0,-2 3-22 15,-2 3-23-15,0 3-63 0,-5 0-24 16,-2 1-11-16,-2 0-3 0,-2-4 3 15,-1-4 6-15,2-2-11 0,-1-5-34 16,1-3-58-16,-2-3-173 0,4-2-174 16,2 0-573-16,-2-8-372 0</inkml:trace>
  <inkml:trace contextRef="#ctx0" brushRef="#br1" timeOffset="118782.509">15885 4846 2302 0,'0'0'536'0,"0"0"-193"0,0 0 58 0,0 0-35 16,0 0-43-16,0 0-91 0,0 0-71 16,0 0-17-16,0 0-9 0,0 0-25 15,0 0-15-15,70 60-13 0,-70-35-18 0,0 3-34 0,0-2-5 16,0 0-25-16,-3-5-15 0,1-4-3 15,2-5-21-15,0-6-28 0,0-3-13 16,0-3-45-16,5 0-34 0,0-4 21 16,4-5 39-16,0-3 50 0,-1-3 5 15,3-2 22-15,0-1 22 0,-1 1 3 16,0 3 12-16,-1 0 1 16,-1 4 30-16,0 1 34 0,1 2 16 15,-1 4-1-15,-2-1-6 0,2 4 2 16,-2 0-23-16,3 0-10 0,-2 6-19 15,0 2 1-15,-1 1-16 0,5 3 4 16,-5 0-4-16,1 2-11 0,-1 0-13 16,1 3-45-16,-2 0-141 0,0 1-71 15,3 3-39-15,-2-1-114 0,0-2-319 0,3 5-1199 0</inkml:trace>
  <inkml:trace contextRef="#ctx0" brushRef="#br1" timeOffset="119216.061">16508 5642 2040 0,'0'0'804'0,"0"0"-339"16,0 0-78-16,0 0 25 0,78 2-76 15,-58 1-52-15,4-1-94 0,-1-1-98 16,-1-1-64 0,-2 0-28-16,0 0-22 0,-2 0-63 15,-2-2-44-15,-3-2-90 0,-1 2-65 0,-6 1-199 16,-1 0-630-16,-5 3-877 0</inkml:trace>
  <inkml:trace contextRef="#ctx0" brushRef="#br1" timeOffset="119384.662">16532 5892 2442 0,'0'0'634'0,"0"0"-171"0,0 0 34 0,0 0-147 15,0 0-56-15,0 0-48 0,98 10-87 16,-70-12-86-16,1-5-58 0,-1 0-15 15,1 0-30-15,1 1-90 0,1-3-69 16,3 1-67 0,-2 0-72-16,-5 2-295 0,12 0-761 0</inkml:trace>
  <inkml:trace contextRef="#ctx0" brushRef="#br1" timeOffset="119919.9">17433 5326 2270 0,'0'0'777'0,"0"0"-375"0,0 0-130 0,0 0 55 0,0 0 23 16,0 0-63-16,0 0-99 0,0 0-72 16,-3 83-28-16,3-47 1 0,0 5-16 15,0 8-18-15,2 0-10 0,-2 1-11 16,1 1-10-16,-1-2-6 0,0 1-17 15,0-3-1-15,0-3-3 0,0 1-21 16,0-6-67 0,0-6-43-16,5-3-43 0,3-10-62 0,4-9-64 0,1-10-288 15,-1-1-629-15,7-12-596 0</inkml:trace>
  <inkml:trace contextRef="#ctx0" brushRef="#br1" timeOffset="120971.127">17988 5035 1509 0,'0'0'1495'0,"0"0"-1179"0,0 0-239 0,0 0 126 15,0 0 141-15,0 0-50 0,59-80-117 16,-40 61-102-16,-3 2-47 0,2 3 5 16,-2 1 8-16,-1 3-23 0,-4 5-18 0,1 2-3 15,-2 3-25-15,-3 0 10 0,0 7 18 16,-4 3 2-16,0 5 10 0,-3 7 10 0,0 3-1 15,-1 4 1-15,-7 9-22 0,-3 3-22 16,-2 7-18-16,1 2-37 0,-1 2 6 16,0 3 15-16,5-4 3 0,0-5 4 15,0-6 49-15,4-7 31 0,2-5 3 16,2-6-19-16,0-4-12 16,0-5 22-16,0-2-3 0,0-4-7 15,2-4-15-15,1 0-3 0,1-3-12 16,1 0-1-16,1-5 16 0,0 1 3 15,1-4 19-15,2 1 12 0,-3 1-32 16,-2 1-1-16,0 2-1 0,-1 1-24 16,-3 2 24-16,3 0 24 0,-1 5 26 15,-1 3 9-15,2 1 2 0,0 4 1 0,2-1-19 0,-2 6-18 16,2 0-7-16,-1 0-16 0,0 1 13 16,4 4-13-16,-1 0 11 0,0 2-12 15,-1 5 14-15,0 1 4 0,-1 0-17 0,1 4 0 16,-3 0-1-16,0-1 0 0,0 1 0 15,-2 1-1-15,1-1 0 0,-2 0-22 16,0-3-15 0,0 3 7-16,0-6-4 0,0 1 22 15,0-4-4-15,0-1-12 0,0-2-21 16,0 0 21-16,0-3-6 0,-2-2 7 16,-1-2-23-16,0-4-21 0,-1-1-25 0,-2-4 5 15,1-1 1-15,-3-4-8 0,0 1-56 16,-5-3-146-16,-3 0-213 0,3 0-241 15,-10 0-505-15</inkml:trace>
  <inkml:trace contextRef="#ctx0" brushRef="#br1" timeOffset="122652.872">6829 9118 1106 0,'0'0'108'16,"0"0"1380"-16,0 0-1125 0,-26 81-111 0,22-56 82 16,4 0 18-16,0-2-57 0,3-1-75 15,4-3-54-15,7-3-15 0,2-2-26 16,4-7-9-16,2-6-12 0,3-1-9 16,2 0-16-16,3-12 15 0,2-3-21 0,0-8-31 15,-1-6-30-15,1-6-11 0,0-3-1 0,-2-7-1 16,-3 1-66-16,1 0-24 15,-4-2-12-15,-3 4 12 0,0 1-1 0,-2 3 4 16,-5-2-16-16,2 6 15 0,-1 0 12 16,-3 3-6-16,-3 3 12 0,-2 4-12 15,-1 7 37 1,-4 7 46-16,-1 3 6 0,-1 7 25 16,0 0 3-16,0 10 6 0,0 7-15 15,-1 7-4-15,-2 7 28 0,-2 9-12 0,1 7 12 0,0 4 22 16,-2 4-13-16,1 1-12 0,-3 2-3 15,5 0-9-15,-1-3 27 0,2-6-19 16,1-9-14-16,1-9 5 0,0-11 4 16,1-4-26-16,2-9-11 0,3-3-18 15,-2-3-13-15,6-1 4 0,-1 0-4 0,3-8-33 16,3-6-3-16,3-2 9 16,-1-5-22-16,3-3-12 0,-1-3 16 0,1-3-8 15,1-3-2-15,0-2-1 16,-1-1 19-16,0-1 12 0,-1-2 0 0,0 0 25 15,-3 3 31-15,-1-1 0 0,-3 1 12 0,1 5-9 16,-6 4 0-16,-3 4 34 0,-1 4 22 0,-1 6 28 16,-2 5 12-16,0 6 6 0,0 2 3 15,0 0-25-15,0 3-44 0,-2 8-26 16,-2 3-11-16,1 9 28 0,0 6 1 0,0 6 12 16,0 4 18-16,2 3 9 15,1 2-6-15,0 4-27 16,0 4-10-16,-3 1-12 0,3 2-15 15,-1 4-3-15,-1-4-67 0,2-3-73 16,0-7-62-16,0-7-4 0,6-5-26 16,1-5-193-16,0-10-352 0,4 2-792 0</inkml:trace>
  <inkml:trace contextRef="#ctx0" brushRef="#br1" timeOffset="123191.448">8210 9387 1725 0,'0'0'697'32,"0"0"-5"-32,0 0-306 0,0 0-99 0,0 0-6 15,0 0 49-15,7 82-52 0,0-44-106 0,-1 4-74 16,1 5-22-16,2 1-8 0,-3 4-1 15,-1 1-3-15,0 2-34 0,-2 0-15 16,-2-2-15-16,-1-3-10 0,0-6-20 16,0-7-37-16,0-12 3 0,0-5 3 15,0-8 3-15,0-5-22 0,0-5-27 16,0-2-41-16,-3 0-34 0,0-12-142 16,-3-2-122-16,1-7-162 0,0-5-136 0,2 2-269 15,-1-16-40-15</inkml:trace>
  <inkml:trace contextRef="#ctx0" brushRef="#br1" timeOffset="123407.346">8198 9499 274 0,'0'0'626'0,"0"0"-326"0,10-77-27 0,-1 58 832 16,3-2-687-16,2 6-85 15,-1-1-25-15,4 8-46 16,2-3-58-16,0 5-39 0,-2 1-50 16,0 3-9-16,2-1-4 0,-6 3-1 15,3 0-21-15,-5 5-18 0,-2 2-16 16,-3 3-19-16,-3 3-11 0,-1 5 14 0,-2 1 1 15,-2 5-18-15,-5-1-13 0,-2 1-40 16,-3 0-6-16,-1 0-33 0,0-5-1 16,-2-1-6-16,0-2-16 0,2-5-19 0,0-3-6 15,-1-3-50-15,-1-4-110 0,2-1-165 16,2 0-185-16,-7-6-585 0</inkml:trace>
  <inkml:trace contextRef="#ctx0" brushRef="#br1" timeOffset="123924.179">9547 8767 904 0,'0'0'1905'0,"0"0"-1664"0,0 0-132 0,0 0 63 16,0 0 54-16,-92 26-27 0,66-10-64 15,0 1-50 1,0 4-51-16,0 3-2 0,2 0 6 16,1 2-6-16,1-3-20 0,6-1 44 15,2 0 25-15,4-5 9 0,5-1-21 16,4 0-7-16,1-2-19 0,6 4-6 15,5-1 12-15,8 1-9 0,1-1-3 16,7-3-9-16,0-3-10 0,1-1-2 16,4-6-5-16,-2-2-11 0,1-2-15 0,-3 0-50 0,0-5-24 15,-5-1-26-15,-3 0-37 0,-4 1-22 16,-6 1-87-16,-2 3-245 0,-5 1-759 0</inkml:trace>
  <inkml:trace contextRef="#ctx0" brushRef="#br1" timeOffset="124124.624">9281 9344 1725 0,'0'0'752'0,"0"0"-154"0,0 0-310 0,0 0-9 16,0 0 74-16,0 0-43 0,0 0-47 15,92 19-66-15,-63-19-89 0,1 0-44 16,3 0-43-16,0 0-3 0,2 0-18 0,-1-1-25 15,2-4-97-15,-1 4-57 0,3-1-71 16,1-1-39-16,-11 3-308 0,15 0-1146 0</inkml:trace>
  <inkml:trace contextRef="#ctx0" brushRef="#br1" timeOffset="129508.003">9978 9271 1585 0,'0'0'1456'16,"0"0"-1293"-16,0 0-147 0,0 0 131 0,0 0 75 16,0 0 40-16,0 0-41 0,0 0-28 15,0 0 55-15,41-22-87 0,-21-3-41 16,0-5-50-1,-1-2-11-15,-1-4-32 0,0-3-6 16,0-1-18-16,-3 0 13 0,-1-1-16 0,-1 3-1 16,0-2-2-16,-3 3-28 15,3 2-30-15,-3-2 3 0,0 4-16 0,-2 2 16 16,0 4-4-16,-4 5 28 0,-1 7 22 16,-3 3 9-16,0 5 3 0,0 5 24 15,0 2 20-15,0 0-11 0,-3 5-33 0,-2 7-67 16,-2 4 20-16,2 8 47 0,-2 6 2 0,3 4 42 15,1 6 2-15,0 2-6 0,3 6 15 16,0 2-6-16,0 1-12 0,3 1 12 16,3-3 0-16,2-4 0 0,1-9-12 0,2-7-13 15,-2-9-15-15,2-8-9 0,0-6-24 16,-1-5-7 0,1-1 10-16,2-6 12 0,3-8 9 15,-3-5 55-15,4-8-55 0,-2-4-29 16,-1-5-23-16,1 0-15 0,-2-3 9 0,1 0-4 15,-1 3-2-15,1-5-10 0,1 1-19 16,-1-2 4-16,2 1 39 16,0 3 25-16,-3 4 13 0,-3 3-1 0,0 9 13 15,-4 5 13-15,-2 6 12 0,-1 5 37 0,-3 2 18 16,0 4 0-16,0 0 3 0,0 4-40 16,0 5-43-16,0 5-13 0,-3 2 13 15,0 8 40-15,2 4 12 0,-2 4 10 16,0 5-13-16,0 3-16 0,0 5 1 15,2 2-18-15,-2 1-16 0,3 1-18 0,0 3-52 16,0-3-105 0,5-2-26-16,3-3-65 0,1-2-220 15,-4-11-583-15,7 4-836 0</inkml:trace>
  <inkml:trace contextRef="#ctx0" brushRef="#br1" timeOffset="129786.331">10900 9386 2606 0,'0'0'1577'0,"0"0"-1399"0,-15 74-48 16,10-39 80-16,0 7 75 0,-1 3-20 16,1 2-82-16,2 3-104 0,-1 2-19 0,4 0-39 15,0 2-21-15,0-4-21 16,3 0 6-16,1-8-12 0,-1-9-40 0,2-7-51 15,-2-8 5-15,-2-9-9 0,2-6-31 16,-2-3-18-16,-1-6-54 0,0-9-163 16,-1-7-277-16,-2 3-352 0,-3-22-329 15</inkml:trace>
  <inkml:trace contextRef="#ctx0" brushRef="#br1" timeOffset="129971.344">10837 9429 1737 0,'0'0'716'0,"0"0"-329"0,39-72 17 15,-20 47 25-15,1-3-99 0,3 4-95 16,0 5-58-16,-2 7-53 0,1 0 0 16,-2 6-20-16,0 4-30 0,-1 1-7 15,-3 1-3-15,0 2 1 0,-2 5-4 0,-5 5-12 0,-2 0-4 16,-4 6-20-16,-3 3 8 0,0 3-27 16,-10 3-6-16,0 1-48 0,-6 0-26 15,-1 0-42-15,0-6-43 0,-4-3-50 16,4-1-103-16,-3-5-130 0,7-6-328 15,-15 1-1077-15</inkml:trace>
  <inkml:trace contextRef="#ctx0" brushRef="#br1" timeOffset="131311.552">11429 9036 1854 0,'0'0'509'0,"0"0"-248"0,0 0 58 0,0 0-37 16,0 0-18-16,0 0-58 0,0 0-90 15,0 0-12-15,0 0-25 0,0 0-9 0,0 0-14 16,62-4-16-16,-53 10 17 0,2 2-4 15,0 0-22-15,-3 1-13 0,1 0 10 0,-2-2-3 16,-3 2-13-16,1 2-9 0,-4-1-3 16,-1 3-1-16,0 1-33 0,0 3-9 15,-7-1 9-15,-2 3-16 0,-2-3-9 16,-1 2 12-16,1 0-23 0,-1-2 29 16,1 0 4-16,2-3 35 0,-1-1 2 15,3-2 12-15,2-2-10 16,-1-2 1-16,5-2-1 15,0-3 2-15,1 2-1 0,0 0 0 0,4-1-3 16,3 2 37-16,2 1 24 0,5 1-27 16,-1-4-31-16,0 2 13 0,2-2 6 15,2-2 9-15,-1 0-6 0,1 0-9 0,-1 0-16 16,4-3-71-16,-1-2-112 0,3-1-84 16,-5 0-209-16,10-5-762 0</inkml:trace>
  <inkml:trace contextRef="#ctx0" brushRef="#br1" timeOffset="131774.978">12746 8684 1793 0,'0'0'1012'0,"0"0"-672"0,0 0-107 0,0 0 109 15,0 0-21-15,0 0-43 0,-95-38-98 16,71 38-87-16,-2 0-50 0,2 5-15 0,0 5-10 16,-2 4 10-16,5 4-16 15,-1 2-12-15,6 3-1 0,1 1 1 0,3 1 31 16,5-1 9-16,4-1 12 0,3-4 0 16,1 1-6-16,7-3 3 0,3-6 0 15,3 1 0 1,1-5-13-16,2-4-5 0,2-2 14 0,0-1-8 15,1 0-18-15,-3-1-19 0,2-5 0 16,-6-2-55-16,3 1-30 0,-5 2-52 16,-3 2-41-16,-3-1-41 0,-1 4-109 15,-4 0-269-15,0 5-557 0,-11 6-511 0</inkml:trace>
  <inkml:trace contextRef="#ctx0" brushRef="#br1" timeOffset="131928.598">12477 9093 2088 0,'0'0'660'0,"0"0"-262"0,0 0-44 0,0 0-29 0,0 0 2 16,0 0-38-16,0 0-69 0,81 31-82 16,-54-33-34-16,5-6-49 0,2-2-55 15,2-4-31-15,6-2-98 0,1-1-56 16,4-1-37-16,-13 4-279 0,17-4-1160 0</inkml:trace>
  <inkml:trace contextRef="#ctx0" brushRef="#br1" timeOffset="132629.435">13267 9007 642 0,'0'0'2074'0,"0"0"-1513"0,0 0-133 15,0 0 7-15,0 0-63 0,0 0-88 16,76 43-64-16,-53-54-64 0,3-7-65 16,0-6-27-16,1-7-18 0,-2-6-28 15,0-5-18-15,-2-5-12 0,-2 0-18 16,-3 0-56-16,0 2-14 0,-5 2 8 16,0 6 13-16,-3 1 9 0,-4 2 2 0,-2 7 1 15,-2 0-1-15,-2 6-21 0,-2 5 30 0,-3 5 59 0,-1 5 15 16,-2 4 63-16,2 2 5 0,-2 6-10 15,-1 7-73-15,2 6 0 0,-3 9 19 16,5 3 11-16,-1 6 16 0,3 6 19 16,1 5 17-16,2 4 1 0,0 2 8 15,0 0-3-15,6-4 0 0,1-4-18 16,5-11-18-16,-2-10-22 0,2-10-27 0,3-7-3 16,0-8-17-16,2-2 16 15,3-12-2-15,-1-7-61 0,3-8-60 0,-1-6-41 16,-1-6-15-16,-1 0-10 0,-1 0 0 15,-3 3-14-15,0 0-11 0,-2 3 18 16,-5 0 15-16,1 3-8 16,-2 1-6-16,-3 4 94 15,-2 6 102-15,-1 4 32 0,-1 7 196 0,0 6 40 16,0 2-50-16,0 2-47 0,0 2-22 16,0 8 0-16,0 3 20 0,0 8-61 0,-3 4-35 15,2 6 10-15,-1 5 15 0,2 1 27 16,0 5-10-16,0 3-36 0,0-2-27 15,5-1-52-15,1 0-52 0,2-4-151 0,4-5-100 16,-1-2-29-16,-2-10-207 0,7 2-831 0</inkml:trace>
  <inkml:trace contextRef="#ctx0" brushRef="#br1" timeOffset="133066.725">14055 9121 3220 0,'0'0'509'16,"0"0"-292"-16,-22 75 81 0,19-42 42 15,-2 0 41-15,4 1-54 0,1-6-154 0,0-6-79 16,8-5-12-16,1-6-25 0,-1-9-28 16,5-2-29-16,0 0-16 0,-1-8 14 0,2-9-19 15,2-6-6-15,-2-8-34 0,1-4 1 16,1-2-19-16,-3 0 24 0,0 2 1 15,-2 0 5-15,-2 2-6 0,2-2-6 0,-2 4-3 16,0-1 3-16,-1 2 18 0,-1 3 16 16,1 3 15-16,-4 0-1 0,1 4 1 15,-1 1 3 1,-3 2 9-16,3 3 3 0,-4 3-2 16,0 5-1-16,0 2 0 0,0 3-1 15,0 1 1-15,0 0-24 0,0 1-25 0,-1 3-10 16,-2 0-24-16,-1 1-21 0,3 1 14 15,-1 1 1-15,1 2-17 0,-1 0-37 16,1 1 3-16,-1-1 16 0,1 0 8 16,-1-3 9-16,2 1-10 0,-3-1 34 0,2 0 26 15,-2-1-10-15,2-1-41 0,-1-1-64 0,-1 3-21 16,-1-2-54-16,1-1-119 0,2 3-166 16,-1-1-223-16</inkml:trace>
  <inkml:trace contextRef="#ctx0" brushRef="#br1" timeOffset="133531.757">14062 9103 29 0,'0'0'1430'0,"0"0"-1014"0,0 0-91 0,0 0 24 15,0 0-1-15,0 0 55 0,0 0-31 0,0 0-89 16,0 0-57-16,0 0-39 0,3 25-14 15,-1-15-22-15,-1 3-6 0,2 4-23 16,-2 2-2-16,1 4-17 0,-1 4 1 16,-1 4-7-16,0 7-15 0,0 0-12 15,0 6-4 1,0 3-17-16,-1 1-7 0,-5 4-11 16,3 0-5-16,-4 1-26 0,1 0-2 0,-1-1-10 15,3-6 9-15,1-5-9 0,0-7 8 16,1-8-14-16,2-7-24 0,0-6-22 15,3-5-48-15,2-5-49 0,-1-3 12 16,2-6-1-16,-2-10 7 0,-1-7-20 16,3-6-19-16,-3-6-50 0,-1-1-97 0,1-4-145 15,-1-4-56-15,-2-4-46 0,0 11-470 16</inkml:trace>
  <inkml:trace contextRef="#ctx0" brushRef="#br1" timeOffset="133832.597">14145 9003 205 0,'0'0'2379'0,"0"0"-1960"0,0 0-186 16,0 0 130-16,0 0-35 0,0 0-33 16,0 0-69-16,48-66-74 0,-34 53-29 15,3 0-6-15,-1 1-4 0,2 0-21 16,1 1-25-16,-2 4-15 0,2 1-16 16,-3 2 4-16,1 4-9 0,-4 0-4 0,0 0 9 15,-1 5 1 1,-4 5 5-16,1-2 10 0,-5 7-6 15,-1 0-1-15,-1 3-12 0,-2 3-5 16,0 3-25-16,-5 1 15 0,-5 0-15 16,0 6 0-16,-4 0 0 0,-5 4-3 15,0-3-3-15,-4 2-12 0,-1-1-28 16,-2-1-5-16,-2-3-19 0,-2-3-24 0,4-3-64 16,0-5-28-16,7-7-41 0,2-6-50 0,4-5-211 15,7 0-653-15,-5-8-1293 0</inkml:trace>
  <inkml:trace contextRef="#ctx0" brushRef="#br1" timeOffset="134417.911">14728 8665 646 0,'0'0'2328'15,"0"0"-1776"-15,0 0-315 0,0 0 11 16,0 0 22-16,0 0 3 0,0 0-21 0,0 0-80 0,79-16-53 15,-56 16-13-15,2 0 13 0,-2 2 9 16,0 1-40-16,-4 6-37 0,-2-2-14 16,-4 4-22-16,-3 1-13 0,-6 1 19 15,-1 5-9-15,-3 1 0 0,-1 4-12 16,-8 1-1-16,-4 3-23 0,0 2-12 16,-4 1-1-16,3 0 4 0,-4-1 6 0,5-4 2 15,-1-3 22-15,5-3 3 0,2-7 1 0,3-1-1 16,2-6-12-16,2-2-6 0,0 1-6 15,2-2-1-15,3-1 4 0,6 1 18 16,1 0 3-16,5-2-2 0,3 0-10 16,2 0-24-16,5 0-31 0,2-5-64 15,2-1-62 1,1-1-25-16,1 2-177 0,-8 1-631 16,9-2-892-16</inkml:trace>
  <inkml:trace contextRef="#ctx0" brushRef="#br1" timeOffset="135204.631">15159 8916 1190 0,'0'0'517'0,"0"0"-150"16,0 0 2-16,0 0-27 0,0 0-27 16,0 0-18-16,0 0-40 0,0 0-55 0,79 13 18 0,-71-4-2 15,-3 2-47-15,1 1-47 0,0 1-26 16,-5 1-15-16,1-1 12 0,-2 5-6 16,0-5-25-16,0 5-27 0,-5-5-6 15,0 3-7-15,-1-2-9 0,0-1 4 16,-1 0-4-16,-2 0-3 0,2-1-11 15,-2-3 1-15,-1 0 0 16,0-3 0-16,-4 1-2 0,-2 0-43 16,1-1-5-16,-5-1-14 0,1 1-2 15,-4-6-34-15,1 1-40 0,-1-1-41 16,1 0-25-16,0-1-55 0,2-5-93 16,1-2-54-16,2-1-145 0,8 1-213 15,-2-6-447-15</inkml:trace>
  <inkml:trace contextRef="#ctx0" brushRef="#br1" timeOffset="135551.964">15991 8682 3228 0,'0'0'650'15,"0"0"-368"-15,0 0-17 0,0 0 59 16,0 0-211-16,0 0-51 0,0 0-47 16,0 0-15-16,0 0-104 0,88-1-50 0,-73-8-96 15,3 2-165-15,-3 0-592 0,9-2-875 0</inkml:trace>
  <inkml:trace contextRef="#ctx0" brushRef="#br1" timeOffset="135683.581">16577 8766 3406 0,'0'0'352'0,"0"0"-104"15,0 0 90-15,0 0-226 0,0 0-44 16,0 0-68-16,88-23-65 0,-69 9-237 16,1-2-144-16,-3 4-357 0,12-2-792 0</inkml:trace>
  <inkml:trace contextRef="#ctx0" brushRef="#br1" timeOffset="135821.654">17086 8719 2677 0,'0'0'1124'16,"0"0"-998"-16,0 0 72 0,0 0 36 0,0 0-83 15,0 0 170-15,0 0-64 0,92-7-178 16,-76-4-79 0,4-2-110-16,0 0-120 0,1-2-81 15,0 4-169-15,-5 1-675 0,14 1-924 0</inkml:trace>
  <inkml:trace contextRef="#ctx0" brushRef="#br1" timeOffset="135921.922">17742 8684 783 0,'0'0'1999'0,"0"0"-1960"0,0 0-39 0,0 0-242 0,0 0-483 16,0 0-899-16</inkml:trace>
  <inkml:trace contextRef="#ctx0" brushRef="#br1" timeOffset="136496.794">20754 8381 2504 0,'0'0'483'0,"0"0"-243"0,0 0 37 15,-82 23 92-15,51-11-20 0,-3 1 4 16,-1 2-58-16,0 1-102 0,1 2-43 16,3 1-20-16,3-2 4 0,5 2-34 15,7-1-21-15,3 0-12 0,7 1-25 16,6-3-9-16,0 2-9 0,7-1 0 0,8-2 10 0,4 1 20 16,4-4-6-16,1 0-8 0,3-5-19 15,-1-2-21-15,2-4-1 0,-1-1-11 16,1 0-49-16,-3-2-60 15,-2-4-60-15,-7 0-34 0,0 2-53 0,-6 0-209 16,-7 4-292-16,-1 0-642 0,-7 3-659 0</inkml:trace>
  <inkml:trace contextRef="#ctx0" brushRef="#br1" timeOffset="136654.245">20362 8907 1429 0,'0'0'1387'0,"0"0"-1066"15,0 0 84-15,0 0-8 0,0 0-33 16,0 0 35-16,0 0-56 0,88 36-133 31,-55-36-70-31,4 0-46 0,3-4-45 0,2-4-37 16,3 1-12-16,1-4-70 0,0 2-130 15,3 0-72-15,0 2-90 0,-13 4-298 0,13-1-1194 0</inkml:trace>
  <inkml:trace contextRef="#ctx0" brushRef="#br1" timeOffset="137371.729">21375 8971 2696 0,'0'0'699'0,"0"0"-278"0,0 0-41 16,0 0-79-16,0 0-70 0,0 0-4 15,0 0-132-15,86 18-37 0,-59-42-3 16,2-11-22-16,4-7-33 0,-2-2-66 0,0-5-25 16,0 0 23-1,-3 3 7-15,-3 0-31 0,-3 4 28 16,-2 4-16-16,-6-1-7 0,-2 1 20 16,-5 3 20-16,-6 2-5 0,-1 3 24 15,0 5 28-15,-7 4 18 0,1 9 32 0,-2 5 58 16,1 5-12-16,-1 2-16 0,3 10-22 0,-7 8-57 15,5 8 30-15,-2 7 9 0,-1 7 9 16,3 5 33-16,0 7 25 0,-1 3-12 16,0 3 2-16,2 2 9 0,0-2 16 15,4-5-16-15,2-11-52 0,0-11-30 16,5-10-14-16,6-9-10 0,1-9-37 16,4-3 4-16,4-6-19 0,3-8-2 15,2-8-19-15,1-6-18 0,1-6-21 16,1-4 8-16,-1-1-3 0,-1-3-15 0,-2 3-7 0,-2-2-40 15,-2-1 36-15,-3 1 19 0,-1 2 8 16,-3-2-3-16,-3 5 38 0,-1 2 71 16,-1 7 33-16,-5 7 76 0,2 7-3 0,-4 7 5 15,1 5-15-15,-1 1-10 0,-1 7 25 16,0 9 15-16,0 4-22 0,0 9-28 16,0 2 4-1,0 5 11-15,0 0 0 0,0 3-6 0,0 0-36 16,0-1-49-16,2-1-20 15,1 1-141-15,2-4-123 0,3-1-53 0,2-2-197 16,-2-9-605-16,4 7-903 0</inkml:trace>
  <inkml:trace contextRef="#ctx0" brushRef="#br1" timeOffset="137756.622">22401 9133 779 0,'0'0'2461'0,"0"0"-2061"0,1 74-170 0,1-32 81 15,0 6-53-15,-2 10-8 0,0 5-16 16,0 6-48-16,-4 0-28 0,2 1-42 0,-3-2-31 16,2-3-21-16,3-5-49 15,-1-8-15-15,1-8-30 0,0-9-22 0,0-10-6 16,0-6 10-16,4-6-62 0,1-3-39 0,-3-8-47 15,2-2-19-15,-4-12-72 0,0-7-220 16,0-11-241-16,0 4-563 0,-4-21-434 0</inkml:trace>
  <inkml:trace contextRef="#ctx0" brushRef="#br1" timeOffset="137972.996">22389 9117 2422 0,'0'0'519'0,"0"0"-164"0,0 0 45 15,0 0-86-15,0 0-88 0,82-43-30 16,-69 41-29-16,2 0-50 0,-4 2-22 16,-2 2-6-16,-2 4-9 0,-3 2 8 15,-4 5 7-15,0 2-37 0,-11 3-58 0,-4 3-9 16,-5 1-31-16,-4 2-30 0,-3-5 6 0,0 3-10 16,-3-2-33-16,1-4-10 0,1-2-21 15,0-1 2-15,2-3-22 0,3-5-76 16,0-3-271-16,10-2-496 0,-8-1-1031 0</inkml:trace>
  <inkml:trace contextRef="#ctx0" brushRef="#br1" timeOffset="139043.595">22848 8725 2556 0,'0'0'563'0,"0"0"-215"0,0 0-41 0,0 0 20 16,0 0-81-16,0 0-11 0,0 0 12 15,0 0-67-15,0 0-52 0,0 0-30 0,0 0-19 0,64 88-12 16,-61-63-31-16,-3 0-14 0,0 3-10 15,0-3-9-15,-6 0-3 0,2-5-24 16,0-2-28-16,0-3-12 0,2-6 0 16,1-2-3-16,1-4-18 0,0-3-10 15,0 0 9-15,0 0 13 0,1 0 5 0,8-10 13 16,-1 0 15-16,4-5 15 0,2-5 10 0,-1-1 4 16,2 0 10-16,-1-2 2 0,0-1 0 15,0 4 2-15,0 2 21 0,-1 4 16 16,-3 4 19-16,1 4 5 0,-5 4-27 0,2 2 0 15,-3 2 3-15,4 6-4 16,-3 5-2-16,-1 3-12 0,1 2-22 0,0 1-26 16,1 1-38-1,0 1-50-15,2 0-55 0,3-1-90 16,3-1-6-16,-3-6-483 0,8 5-1196 0</inkml:trace>
  <inkml:trace contextRef="#ctx0" brushRef="#br1" timeOffset="139491.274">24362 8185 2959 0,'0'0'533'0,"0"0"-280"0,0 0 2 0,-83 3 95 16,47 9-78-16,-2 6-56 0,1 6-103 16,-3 2-18-16,2 7-7 0,3 4 10 15,5 1 15-15,6-1-16 0,8 0-18 16,8-4-10-16,8-6-20 0,0-4-31 0,13-3-7 0,6-5-11 16,1-1-18-16,6-3 3 0,2-5-6 15,0-2-4-15,3-4-14 0,-1 0-28 16,-3-3-18-16,-2 0-30 0,-5-1-13 15,-4-1-59-15,-7 5-138 0,-7 0-193 16,-2 0-517-16,-5 5-440 0</inkml:trace>
  <inkml:trace contextRef="#ctx0" brushRef="#br1" timeOffset="139675.772">23905 8828 398 0,'0'0'2290'16,"0"0"-1665"-16,0 0-260 0,0 0-35 15,0 0-20-15,0 0 9 0,0 0-40 16,0 0-62-16,0 0-98 0,0 0-18 0,102 60-1 0,-62-60-30 16,0-6-37-16,4-5-33 0,1-3-21 15,-1-2-125-15,2-1-67 0,-3-3-28 16,1 1-94-16,-12 5-313 0,15-8-788 0</inkml:trace>
  <inkml:trace contextRef="#ctx0" brushRef="#br1" timeOffset="139876.828">24820 8647 2553 0,'0'0'1176'0,"0"0"-941"0,0 0 97 0,0 0-41 15,0 0-94-15,0 0-3 0,97-25-17 0,-67 14-113 16,2 0-64-16,3 2-3 0,-1-2-196 15,0 3-15-15,1 4-48 0,1-1-166 0,0 5-318 16,-10 0-626-16,10 0-170 0</inkml:trace>
  <inkml:trace contextRef="#ctx0" brushRef="#br1" timeOffset="140014.55">25495 8631 1425 0,'0'0'970'16,"0"0"-535"-16,0 0 129 0,0 0-49 15,81 3-74-15,-57-7-82 0,-1 0-102 16,5-4-12-16,0 2-39 0,1-2-96 0,1 0-88 15,-2-1-22-15,1-2-73 16,-2 3-88-16,1-3-43 0,2-1-105 0,2 5-226 16,2-3-488-1,-8 6-362-15,19-1-348 0</inkml:trace>
  <inkml:trace contextRef="#ctx0" brushRef="#br1" timeOffset="140088.43">26497 8501 1015 0,'0'0'0'0</inkml:trace>
  <inkml:trace contextRef="#ctx0" brushRef="#br1" timeOffset="140261.654">26981 8433 463 0,'0'0'1890'15,"86"-9"-1387"-15,-50 5-16 0,3 1-63 0,4-4-260 16,-4 2-108-16,-4 0 1 16,-3-1 10-16,-1 1-67 0,-2 2-57 0,-1-1-69 15,0-2-38-15,1 2-19 0,1 2-24 16,1-2 13-16,2 1 72 0,-1 2 71 15,1-3 51-15,1 4 83 0,-2 0 96 16,-2 0 22-16,-4 0-49 0,-1 0-101 16,-6 4-51-16,-2-3-162 0,-6 4-156 15,-1-3-309-15,-7 0-1052 0</inkml:trace>
  <inkml:trace contextRef="#ctx0" brushRef="#br1" timeOffset="142799.157">7071 12389 901 0,'0'0'2062'15,"0"0"-1710"-15,0 0-117 0,29 72 122 0,-17-65-50 16,1-4-64-16,2-3-43 0,3-9-18 15,6-6 1-15,-1-9-57 0,2-4-44 16,1-7-24-16,-3-3-22 0,4-7-11 16,-4-3-22-16,2-3-3 0,-5 1-12 15,3-5-21-15,-1 1-7 0,-1 1-20 16,-2 1-20-16,1 3 1 16,-4 2-16-16,0 2-6 0,-5 3-22 15,2 2 3-15,-4 4-10 0,-2 6 50 16,-2 6 5-16,-2 6 40 0,-3 6 35 15,0 7 37-15,0 5 13 0,0 0 6 16,-2 8-56-16,-1 5-24 0,-1 8 24 16,-2 8 33-16,2 8 23 0,-1 10 6 15,-2 5 9-15,1 5-19 0,1 7 13 0,0 4 2 16,2-2-5-16,-1 1-1 0,2-8-15 0,2-11-22 16,0-11-9-16,3-14-15 0,3-7-11 15,2-7-1-15,-1-5-9 0,1-4-1 16,1 0-8-16,1-8-1 0,3-5-33 0,0-6-4 15,3-3-9-15,0-5-12 0,2-4-10 16,-3-1-3 0,2-1 2-16,1-2 16 0,0-2-6 15,-2 0-11-15,1-2 10 0,-4-1-29 16,2 0 45-16,-5-1 27 0,0 3 4 16,-3 3 31-16,-3 5 13 0,-1 6 37 0,-1 7 14 15,-2 5 21-15,0 5 51 0,0 7 9 16,0 0 9-16,0 9-72 0,-2 5-47 15,-1 8-7-15,0 4 50 0,2 7-34 0,-3 5 16 16,1 4 6-16,-3 1-1 0,2 6-2 16,0 1-35-16,-1 0-15 0,1 2-10 0,-2-3-61 15,3-3-84-15,0-4-97 0,2-3-95 16,1-12-301-16,0 4-670 0</inkml:trace>
  <inkml:trace contextRef="#ctx0" brushRef="#br1" timeOffset="143106.13">8005 12496 1079 0,'0'0'2167'0,"0"0"-1919"0,-6 88-184 0,-2-45 119 15,4 8 161-15,-1 7-21 0,1 3-156 0,2 1-77 16,1 1-20-16,-1-1-8 16,2-2-22-16,0-7-40 15,0-6-2-15,2-7-35 0,2-9-37 16,4-7-49-16,-2-8-32 0,0-7-34 15,-1-7-71-15,-2-2-128 0,-3-7-230 16,0-4-373-16,0-18-693 0</inkml:trace>
  <inkml:trace contextRef="#ctx0" brushRef="#br1" timeOffset="143338.431">7970 12546 1045 0,'0'0'1388'0,"0"0"-818"16,0 0-254-16,0 0-17 0,42-66 25 15,-27 57-47-15,-2 3-88 0,4 0-53 0,-3 4-22 0,4 1-9 16,-2 1-7-16,-1 0-27 0,-2 2-25 16,-1 5 6-16,-2 1-22 0,-4 5 1 15,-2 4 14-15,-4 2-32 0,0 5-2 16,-6 2-11-16,-4 2-25 0,-6 0 4 16,2-3-6-16,-3-2-56 0,1-6-42 0,-1-3-47 15,2-6-47 1,1 0-120-16,2-5-193 0,4-1-435 15,-4-2-635-15</inkml:trace>
  <inkml:trace contextRef="#ctx0" brushRef="#br1" timeOffset="144039.594">8622 12010 2741 0,'0'0'812'0,"0"0"-549"0,0 0-62 16,0 0 102-16,0 0 93 0,62 66-65 15,-52-45-109-15,0 3-115 0,-4 1-28 16,-3-1-9 0,-3 3-7-16,0 1-11 0,-9 2-22 15,-4 1-9-15,-4 1-9 0,-6 0-10 0,-2-2 0 16,-3-3-2-16,-1-6-2 0,0-2-52 16,-1-4-16-16,2-4-36 0,1-4 24 15,1-2-6-15,1-5 3 0,5 0 6 16,1-5-4-16,1-7-18 0,-1-3-18 15,2-4 5-15,-2-7-3 0,4 1 21 0,1-5 13 16,4 3-4-16,4 1 62 0,3 4 16 0,3 4 9 16,0 4 25-16,0 4 12 0,6 2 12 15,3 1 23-15,2 5-11 0,2 1 4 16,6 1 6-16,1 0 31 0,5 0 5 16,1 3 9-16,5 4-15 0,0 2-3 0,2 1-25 15,1 3-12 1,1 1-1-16,3 2-23 0,2-1-4 15,-1 2-9-15,0 0-8 0,1-3 2 16,-4 1-18-16,-3-2-12 0,-3-4 11 16,-1-2 1-16,-6-1-1 0,0-3-2 15,-1-1 1-15,-5-2 1 0,2 0-15 0,-3-6 4 16,-2-3 10-16,0-7 0 0,0-2-22 16,-3-2 21-16,-2-4-15 0,-2 0-1 0,-4 1-2 15,-3-1 0-15,0 1 6 0,-7-1-13 16,-8 0-8-16,-1 2 15 0,-10-1-28 15,-2 2 49-15,-7 3 0 0,-4 4-3 16,-3 3-9-16,-1 5 2 0,0 6-38 16,0 0 5-16,1 8 0 0,-3 9-18 0,3 3-31 15,-2 5-27 1,2 5-35-16,1-1-84 0,5 0-240 16,7-6-505-16,-4 4-715 0</inkml:trace>
  <inkml:trace contextRef="#ctx0" brushRef="#br1" timeOffset="145125.556">9966 12037 2138 0,'0'0'810'0,"0"0"-143"0,0 0-283 0,0 0-161 16,0 0-3-16,0 0 36 0,0 0 17 15,0 0-56-15,96 12-95 0,-65-12-55 0,1 0-34 16,-2-4-31-16,-4-2-2 0,-4 0-2 15,-3-2-22-15,-3-1-58 0,-4 3-76 0,-1 1-53 16,-4 1-29-16,-2 1-134 0,-3 3-380 16,-2 0-1071-16</inkml:trace>
  <inkml:trace contextRef="#ctx0" brushRef="#br1" timeOffset="145326.005">10010 12221 2666 0,'0'0'670'0,"0"0"-340"0,0 0-18 0,0 0 8 16,0 0 11-16,0 0-52 0,80 8-89 15,-49-9-87-15,0-7-36 0,2 0-66 16,1-3-1-16,0-1-60 0,-2 1-111 0,1-1-74 16,-1 5-33-16,0 0-182 15,-8 1-554-15,12 1-826 0</inkml:trace>
  <inkml:trace contextRef="#ctx0" brushRef="#br1" timeOffset="146158.399">11620 11503 1087 0,'0'0'416'16,"0"0"724"-16,0 0-851 0,0 0-1 0,0 0 15 16,0 0 51-16,0 0-22 0,0 0-49 15,-58-66-86 1,49 66-31-16,-1 0-43 0,-1 7-41 0,-1 6-42 16,-1 5-19-16,0 8 1 0,-1 8-7 0,1 7 12 0,0 5 4 15,1 3-29-15,-1 1 13 0,0 1-14 16,-1 0-1-16,2 0-15 0,-3-3-25 15,4-5-70-15,4-10 0 0,1-5 12 0,5-13 9 16,1-4-49-16,0-7-41 0,0-3-8 16,1-1 16-16,2 0-5 0,0-4-26 15,3 0 28 1,0-4 72-16,0 1 99 0,1 4 3 16,0 0 45-16,-1 3 9 0,1 3 12 15,4 9 67-15,-2 4 15 0,1 6 6 0,-2 6-13 0,1 3-26 16,-1 2-18-16,-2 6-17 0,-2 0 16 15,0 3-13-15,-1 1 25 0,-3-2 2 16,0 0-42-16,1-5-50 0,-1-5-18 16,2-4-61-16,-1-5-68 0,4-1-34 15,-1-6-54-15,0-1-72 0,2-4-174 16,-1-1-552-16,4-6-595 0</inkml:trace>
  <inkml:trace contextRef="#ctx0" brushRef="#br1" timeOffset="146843.858">12403 11587 264 0,'0'0'2769'0,"0"0"-2326"15,0 0-117-15,0 0-14 0,59 78 36 16,-53-47-24-16,-6 4-86 0,0 2-94 15,-3 3-47-15,-6 1-24 0,-2 3-18 16,-3 0-15-16,-3-2-16 0,-2 1-10 16,0-6-14-16,-1-2-2 0,0-4-10 0,0-7-3 0,-2-2-7 15,3-4-53-15,-2-5-20 0,-2-3-2 16,0-3-1-16,2-5-33 0,-3-2-14 16,2 0-2-16,3-2-5 0,2-9 47 15,3 0-13-15,2-8-13 0,2 0 24 0,4-3 79 16,3-3 28-16,2 0 15 15,1 2 13-15,1 5 30 16,10 5 17-16,0 2-19 0,6 5 25 16,-1 4 12-16,6 2-6 0,2 2-7 15,2 8 6-15,3 3-6 0,3 1-18 0,-2 4 11 16,2 1-11-16,-2 0-1 0,0 2-15 16,-2-2-34-16,-1 3-12 0,-1-2-25 15,0 3-54-15,1-1-56 0,1 2 40 16,-1 0-103-16,-1 2-143 0,1 0-232 0,-8-9-462 15,7 11-652-15</inkml:trace>
  <inkml:trace contextRef="#ctx0" brushRef="#br1" timeOffset="147344.736">13360 11811 2745 0,'0'0'369'0,"0"0"-162"0,0 0 16 15,0 0-49-15,0 0-13 0,0 0 75 16,-86 58-56-16,66-38-80 0,2 5-26 0,1 2-3 15,1 4 3 1,1 4 6-16,4 2 13 0,4 2 11 16,4-3-28-16,3-1-11 0,0 0-16 15,7-9-16-15,5-2-15 0,4-7-5 16,1-4-10-16,2-4-3 0,2-5-15 16,3-4-15-16,0-1-7 0,2-11-54 15,-2-2-29-15,-2-2-64 0,0-4-104 0,-7-2-149 16,-4 8-285-16,-4-7-1066 0</inkml:trace>
  <inkml:trace contextRef="#ctx0" brushRef="#br1" timeOffset="147491.731">13271 12137 2448 0,'0'0'627'0,"0"0"-393"0,0 0 45 15,0 0 24-15,0 0-45 0,82 16-31 16,-52-16-121-16,3-7-106 0,4-6 0 15,0-4-152-15,2-2-130 0,1-2-175 16,-10 4-357-16,18-5-894 0</inkml:trace>
  <inkml:trace contextRef="#ctx0" brushRef="#br1" timeOffset="147807.73">14469 11668 1888 0,'0'0'1715'0,"0"0"-1522"0,0 0-42 0,0 0 47 15,-97-56 41-15,64 50 55 0,-4 6 4 16,-1 2-167-16,1 10-61 0,-1 11-15 16,-2 6-22-16,4 8 4 0,1 7-4 15,3 6 4-15,7 5-13 0,6 1-9 16,3 1 4-16,10-2 5 0,6 2 6 15,0-9 25 1,12-1 21-16,3-9-16 0,3-4-18 16,6-10-11-16,2-5-31 0,0-7-12 0,4-5-3 15,-1-7-16-15,0-3-32 0,3-9-31 16,-2-7-37-16,-3-6-30 0,-2-1-31 16,-3-5-78-16,-5 0-205 0,-6 1-324 15,-3 7-676-15,-7-8-516 0</inkml:trace>
  <inkml:trace contextRef="#ctx0" brushRef="#br1" timeOffset="147993.174">14086 11800 2711 0,'0'0'408'0,"0"0"-156"0,0 0 116 16,0 0-12-16,-17 89-5 0,17-58-27 16,3 0-115-16,3 2-66 0,3-1-9 15,4 2-9-15,-2-1-37 0,1-2-43 0,-4-4-45 16,3 1-37-16,-4-4-100 0,6-5-109 31,0-4-57-31,2-9-102 0,-1-2-347 0,10-9-826 16</inkml:trace>
  <inkml:trace contextRef="#ctx0" brushRef="#br1" timeOffset="148313.607">14947 11005 2187 0,'0'0'1289'0,"0"0"-1266"0,0 0 56 15,0 0 195-15,0 73 119 0,0-30 18 16,3 8-95-16,6 9-65 0,1 6-29 15,0 8-25-15,3 4-40 16,-2 7-72-16,2 4-31 0,-3 2-24 16,-2 1-18-16,-4-2-12 0,-4 0-30 15,0-6-18-15,-1-2-49 0,-4-7-27 0,-1-5-52 16,-2-6-9-16,-1-8-31 0,2-10-93 16,1-9-145-16,0-10-293 0,3-11-560 15,3-8-469-15</inkml:trace>
  <inkml:trace contextRef="#ctx0" brushRef="#br1" timeOffset="149010.155">16332 11329 1159 0,'0'0'209'16,"0"0"1198"-16,0 0-1000 0,0 0-85 0,0 0 10 16,0 0-24-16,0 0-38 0,0 0-41 15,0 0-35-15,0 0-47 0,105 14-25 16,-72-14-58-16,1 0-18 0,-1 0-44 0,-2-6-1 0,1 0 0 15,0 0-1-15,-3 3-12 16,-3 0 8-16,-1 3-14 0,-6 0-6 0,0 6-22 16,-3 6-24-16,-2 4 12 0,-5 3 15 15,-5 5-3-15,-2 6-3 0,-2 3 9 16,0 5 19-16,-6 4-16 0,-1 1 6 16,-1 3 13-1,2 2-26-15,-2 4 4 0,2 1 39 16,1-1-2-16,-1-3-46 0,0-3-10 15,2-5 7-15,1-7-13 0,2-4-4 16,-1-10-15-16,2-4-50 0,0-4-118 16,0-6-137-16,0-3-372 0,-1-3-1069 0</inkml:trace>
  <inkml:trace contextRef="#ctx0" brushRef="#br1" timeOffset="149179.455">16357 11966 1683 0,'0'0'1742'16,"0"0"-1444"-16,0 0-34 0,0 0 40 16,77-1-77-16,-52-5-70 0,4-3-65 0,-2-2-92 15,1-2 0-15,-4 1-157 0,-3 4-56 16,-3 2-86-16,-4 3-205 0,-6 2-509 16,-8 6-765-16</inkml:trace>
  <inkml:trace contextRef="#ctx0" brushRef="#br1" timeOffset="149333.19">16334 12283 1638 0,'0'0'626'0,"0"0"-196"0,0 0-9 0,0 0-74 0,97 11-14 16,-59-12-25-16,4-8-90 0,4-3-115 16,2-5-94-16,0-1-9 0,0 0-118 15,0-1-131-15,-4 3-152 0,-9 4-313 16,8 1-1165-16</inkml:trace>
  <inkml:trace contextRef="#ctx0" brushRef="#br1" timeOffset="149881.231">17574 11747 1646 0,'0'0'1077'15,"0"0"-675"-15,0 0-14 0,0 0 54 0,0 0-97 16,78 47-17-16,-65-23-15 0,-4 5-108 16,-3 7-65-16,-3-1-40 0,-3-2-33 15,0 0-22-15,0-2-26 0,0-6-18 16,-2-4-1-16,2-5-19 0,0-6 1 15,0-3-15-15,0-6-40 0,3-1-49 16,7 0-15-16,-1-6 15 0,2-7 3 0,3-2 5 0,0-3-9 16,1-3 36-16,-2 4 38 0,-1-1 29 15,2 3 20-15,-3 2 0 0,1 1 1 16,0 4 1-16,-2 2 13 0,1 5 38 16,-2 1 27-16,0 0 24 0,1 9-5 15,-3 0-44-15,3 3-21 0,-4 0-22 16,2 4 3-16,-2-1-3 0,2 2-11 0,-3 1-1 0,5 1-33 15,-2-1-68-15,0 2-133 0,0-1-163 16,0-4-388-16,-1 7-953 0</inkml:trace>
  <inkml:trace contextRef="#ctx0" brushRef="#br1" timeOffset="151089.176">18949 12274 1971 0,'0'0'796'16,"0"0"-344"-16,0 0-149 0,0 0 19 15,0 0 24-15,0 0-64 0,0 0-75 16,0 0-78-16,3 85-68 0,-3-61-39 0,-3 1-22 16,0-3-14-16,3-5-75 0,0-3-71 15,0-4-72-15,3-3-73 16,3-1-194-16,1-4-315 0,3-2-707 0</inkml:trace>
  <inkml:trace contextRef="#ctx0" brushRef="#br1" timeOffset="151537.64">20033 11756 2277 0,'0'0'1081'0,"0"0"-818"16,0 0-23-16,0 0 90 0,14 72 5 0,-14-46 6 16,0 4-62-16,-7 2-106 0,-3 3-76 15,-3 5-24-15,-5 2-12 0,-1 0-25 16,-6 1-24-16,-2 0-12 0,-2-1-1 16,0-2-2-16,0-8-12 0,2-2 0 15,2-8-33-15,4-8-34 0,1-3-52 0,4-10-28 16,2-1-12-1,2-1-83-15,3-11-68 0,1-6-40 16,6 1-57-16,1-6 40 0,1-1-16 16,0-2 118-16,1-3 125 0,2-1 116 15,3 4 39-15,-1 1 120 0,1 3 112 16,-1 9 9-16,2 2-39 0,1 6-10 0,0 3-1 16,0 2-11-16,4 4 0 0,4 8 3 15,2 5-18-15,1 3-19 0,1 5 30 0,-1 0 43 16,1 4-13-16,0-1-51 0,-4 1-48 15,2-1-37-15,-5-2-15 0,-1-1-19 16,0 0-21-16,-2-4-15 0,0-1-1 0,0-4-20 16,-2 0-55-16,1-4-131 0,-3-3-35 15,3-3-65-15,-2-2-162 0,-1-2-287 16,3-2-991-16</inkml:trace>
  <inkml:trace contextRef="#ctx0" brushRef="#br1" timeOffset="151931.884">20365 11310 391 0,'0'0'2669'16,"0"0"-2200"-16,0 0-188 0,0 0 78 15,17 77-24-15,-16-39-8 0,2 5-49 16,-1 3-74-1,-1 2-67-15,0 0-31 0,-1-2-21 16,0 1-6-16,0-4-31 0,0 0-48 0,-2-4 0 16,-1-3-24-16,0-9-25 0,1-4-45 15,1-9-6-15,1-5-18 0,0-7-49 16,0-2-29-16,0 0-52 0,0-5-159 16,0-5-315-16,0 0-639 0,0-14-522 0</inkml:trace>
  <inkml:trace contextRef="#ctx0" brushRef="#br1" timeOffset="152138.37">20436 11324 2342 0,'0'0'516'0,"0"0"-189"15,0 0-8-15,0 0 13 0,0 0-74 16,0 0-24-16,0 0-49 0,0 0-77 0,0 0-27 16,0 0-8-16,70-2 4 0,-67 13 12 15,-2 4 3-15,-1 4-34 0,-4 3-58 16,-8 3 0-16,-1 0-49 0,-4 0-18 15,0 0-19-15,-1-2-40 0,1-2-53 0,1-7-43 16,5-3-74-16,3-7-89 0,1-4-124 16,3-3-533-1,4-14-366-15</inkml:trace>
  <inkml:trace contextRef="#ctx0" brushRef="#br1" timeOffset="152517.219">20674 11204 2474 0,'0'0'544'16,"0"0"-228"-16,0 0 153 0,0 0-17 15,0 0-43-15,0 0-38 0,0 0-127 16,25 80-117-16,-25-59-60 0,0-2-27 16,-3-2-20-16,0-1-20 15,0-4-18-15,3-2-13 0,-1-2-48 16,1-2-27-16,0-4-13 0,0-2-18 15,4 0 14-15,0-2 19 0,4-7 9 16,1-3 0-16,0 0 11 0,4-2 22 16,-1-3 25-16,1 0 34 0,1 1 0 15,-1 1 3-15,4 1 2 0,-2 2 69 0,1 3 31 16,-2 2-37-16,-1 2 15 0,-3 5-10 16,0 0 7-16,-4 6-6 0,2 4-19 15,-3 2-7-15,-2 1 19 0,-2 5 10 0,-1-1-10 0,0 2-25 16,0 0-39-16,0 1-12 0,-1-1-98 15,-1 0-54-15,2 0-32 0,0-1-81 16,0 1-218-16,3-6-571 0,2 8-1026 0</inkml:trace>
  <inkml:trace contextRef="#ctx0" brushRef="#br1" timeOffset="152871.96">21053 12026 3812 0,'0'0'561'0,"0"0"-406"0,0 0 5 0,0 0 31 16,0 0-14-16,0 0 79 0,0 0-95 15,0 0-88-15,0 0-31 0,0 0-17 16,83-31-7-16,-63 25-3 0,-4 0 0 16,2-1-13-16,-1 3 1 0,-1-2-3 0,-1 2-2 15,-1-2-13-15,-2 3-21 0,-1 0-77 16,-1-1-63-1,-4 1-31-15,0 1-77 0,-3 0-223 0,-2 0-556 16,-1 1-812-16</inkml:trace>
  <inkml:trace contextRef="#ctx0" brushRef="#br1" timeOffset="153076.894">21030 12203 3599 0,'0'0'592'0,"0"0"-462"16,0 0-27-16,0 0 42 0,0 0 9 16,0 0 131-16,0 0-65 0,92 5-135 15,-66-5-61-15,2 0-2 0,-1-2-19 16,2-2-3 0,0-1-21-16,1 2-61 0,3-4-64 15,2-2-62-15,-1 1-112 0,-10 2-309 0,13-9-977 0</inkml:trace>
  <inkml:trace contextRef="#ctx0" brushRef="#br1" timeOffset="153356.597">21966 11721 4025 0,'0'0'468'16,"0"0"-468"-16,0 0 0 0,-22 78 18 15,16-43 127-15,1 2 98 0,2 6 72 0,3-1-142 16,0 3-115-16,0 0-43 0,3 3-3 16,-1-2-3-16,0-2-9 0,-1-4-39 15,1-2-71-15,-1-7-69 0,3 0-11 16,1-3-43-1,0-7-91-15,1-3-239 0,0-6-553 16,7-1-610-16</inkml:trace>
  <inkml:trace contextRef="#ctx0" brushRef="#br1" timeOffset="154358.514">22623 11208 1349 0,'0'0'1909'0,"0"0"-1595"16,0 0-203-16,0 0 75 0,0 0 47 16,0 0-61-16,0 0-26 0,0 0-47 15,0 0-35-15,0 0-11 0,92-58-13 16,-72 40-34-16,3 0-6 0,-3-1-40 16,-1 2 18-16,-2 3-27 0,-3 1-16 15,-3 5 16-15,-2 1-7 0,-5 3-6 0,0 3 0 0,-4 1 3 16,0 0 21-16,0 5 7 0,0 4 31 15,0 5 28-15,0 3 3 0,-4 7 10 16,-3 2-26-16,-1 5 13 0,-1 5 28 0,0 5-9 16,-3 3-19-16,-2 2-4 15,1 2 1-15,-1-5 15 0,0 0-9 16,2-5 22-16,4-9-13 16,2-4-12-16,4-6-28 0,2-5-20 15,0-3 2-15,0-4-10 0,2 0 0 0,4-3-18 16,-1-2-4-16,3-2-30 0,-1 0 5 15,1-8-15-15,0-2 31 0,4 1 15 16,-4-3 22-16,-2 2 0 0,2 3 7 0,-3 0 2 16,-1 6-7-16,-2 1-14 0,-1 0 34 15,1 3 34-15,-1 6 18 0,-1 0-9 16,0 7 1-16,0-2-29 0,0 4 4 0,0 0-19 16,0 4-1-16,0-2 1 0,0 6 1 15,2 2 58-15,-1 3 90 0,1 2-31 16,-2 7-25-16,1-1 5 0,-1 6-15 15,2 3-31-15,-1 2-18 0,1-1 6 16,-2-3-1-16,1-2-8 0,0-5-21 0,-1-2-10 16,3-3-2-16,-1-6 2 0,0-2 1 15,0-2-1-15,-2-5-1 0,0-1-14 16,0-1 15-16,0-3 0 0,0-2 0 16,-7-1-21-1,-2 1-25-15,0-2 0 0,-3 1 3 0,-2-1-13 16,-3-1-23-16,0-1-45 0,-5-1 16 15,-1-3-19-15,-1-3-38 0,-5-1-127 0,7 0-271 16,-18-12-863-16</inkml:trace>
  <inkml:trace contextRef="#ctx0" brushRef="#br1" timeOffset="168405.057">3252 14530 1003 0,'0'0'2414'0,"0"0"-2141"0,0 0-223 16,-26-74 54-16,12 50 198 0,-1 1 46 0,-2 4-74 15,0 1-87-15,-3 4-89 0,0 1-13 0,-1 3-17 16,0 2 14-16,-4 2 0 0,-1 6-9 15,0 0-43-15,-4 2-30 0,-4 11-3 16,-1 5 1-16,-4 6-37 0,0 7 8 16,0 7 13-16,-1 8-9 0,2 7 14 15,4 3-2-15,2 6 15 0,6 4 0 0,8 1 3 16,6 1 28-16,9 0 8 0,3-4-24 31,6-3-15-31,8-3-24 0,2-8-3 0,5-6 26 0,4-6 0 16,1-10-18-16,3-6-14 0,3-8 18 15,-1-5-13-15,5-7 25 0,-1-2-15 16,1-12 0-16,0-9-22 0,2-7-60 16,-2-5-23-16,-2-9-39 0,0-4-75 0,1-5-126 15,-3 0-159-15,-6 11-259 0,7-21-803 16</inkml:trace>
  <inkml:trace contextRef="#ctx0" brushRef="#br1" timeOffset="168621.016">3419 14140 3049 0,'0'0'538'16,"0"0"-478"-16,0 0-25 0,0 0 142 15,0 0 131-15,0 0-47 0,-46 78-82 16,36-41-68-16,-1 8-37 0,2 7-4 16,-1 5-8-16,1 8 14 0,0 2-12 0,1 6-27 15,1 0-26 1,1 1-11-16,0-1-27 0,2-2-62 15,1-5-52-15,-1-6-16 0,4-6-34 16,5-6-54-16,6-4-134 0,-4-12-399 16,10 5-988-16</inkml:trace>
  <inkml:trace contextRef="#ctx0" brushRef="#br1" timeOffset="168990.591">3716 15144 3482 0,'0'0'470'0,"0"0"-331"16,0 0 76-16,-76 67 193 0,52-41-53 0,2-2-87 15,2-4-88-15,1-2-71 16,9-2-25-16,1-5-38 0,2-1-34 16,3-3-12-16,1 1-2 0,3-5-19 15,0-3-10-15,0 1-29 0,0-1-7 0,10 0-39 16,0 0 24-16,3-4 6 0,6-4 0 15,-1-4-12-15,1-3 15 0,0-2-4 16,1-2-15-16,-3 1 22 0,0 1-1 16,-2 5 13-16,-2 5-10 0,-3 3 13 0,0 4 5 0,-1 0 27 15,-1 4 23-15,0 6 98 0,-4 4 35 16,2 5-10-16,-2 3-19 0,0 3-19 16,-2-1-8-16,-2 2 2 0,1-3 0 15,-1 0-24-15,2-5-40 0,-1-4-15 16,2-4-31-16,0-6-39 0,1-2-45 15,1-2-90-15,3-4-62 0,1-8-163 0,-2 1-351 0,3-14-869 16</inkml:trace>
  <inkml:trace contextRef="#ctx0" brushRef="#br1" timeOffset="169169.076">4016 15202 3326 0,'0'0'472'0,"0"0"-365"0,0 0 126 15,-3 67 232-15,-1-45-81 0,1-1-94 16,1-3-120-16,1-2-116 0,1-4-54 16,0-5-78-16,0-2-49 0,0-4-44 15,0 1-61-15,0-2-106 0,-1 0-447 16,-4-7-1080-16</inkml:trace>
  <inkml:trace contextRef="#ctx0" brushRef="#br1" timeOffset="169291.419">4035 15033 3372 0,'0'0'604'16,"0"0"-557"-16,0 0 54 0,0 0 30 15,0 0-22-15,0 0-109 0,0 0-60 16,0 0-187-16,0 0-188 0,0 0-618 16,66-33-1151-16</inkml:trace>
  <inkml:trace contextRef="#ctx0" brushRef="#br1" timeOffset="169691.731">4320 15171 1797 0,'0'0'1628'16,"0"0"-1374"-16,0 0-46 0,-11 70 268 0,5-49 20 15,1-2-129-15,0-5-91 0,3-4-124 16,1-3-89-16,1-4-59 0,0-3-4 16,0 0-40-16,1 0-48 0,6-6-12 0,2-3 12 15,3-3 24-15,2-2 16 0,-1-1-22 16,3 2 9-16,-3 3 12 0,-1 3 6 15,0 5-6-15,-4 2 7 0,-1 0 14 0,1 6 28 16,-2 2 21-16,-3 3 35 0,1 3 23 16,1 3-24-16,-2-1 3 0,0-3 27 15,-2-2-27-15,1-4-22 0,0-4-18 16,-1-2-18-16,2-1-48 0,2 0-31 16,1-5 24-16,2-1 52 0,7-1 3 15,-1-1 2-15,8-2 19 16,4-2-18-16,1-1 25 0,3 2 20 0,-1 3-46 15,-4 2-2-15,-2 3 0 0,-2 3 0 16,-5 0 13-16,1 7 5 0,-3 3 18 16,-2 5 16-16,-4 1-19 0,-4 6-8 15,-1 0-25-15,-3 3-28 0,0-2-69 16,-2 0-58-16,-2-2-68 0,-3-2-105 16,-3-2-274-16,0-2-389 0,1-4-256 0,-14 3-595 0</inkml:trace>
  <inkml:trace contextRef="#ctx0" brushRef="#br1" timeOffset="170023.755">2520 15881 2549 0,'0'0'1590'0,"0"0"-1590"15,0 0-142-15,0 0 142 0,0 0 220 16,88-44-28-16,-46 34-34 0,10 1 21 16,7 3-8-16,4 0 25 0,9 6-71 0,0-1-52 0,8 1-21 15,3 0-4-15,5 0-14 0,6-3-22 16,2 0-12-16,5-2 2 0,5 2-1 16,3 1 29-16,2 2-30 0,-3 0-6 15,0 0 6-15,-3 7 14 0,1 1-14 16,-1 2 0-16,-4 0-12 0,-5 0-6 15,-8-1-34-15,-5 2-51 16,-9-4-19-16,-7 0-18 0,-8-3-16 16,-8-4-22-16,-7 0-72 0,-7-4-202 15,-5-5-247-15,-12 0-469 0,2-8-385 0</inkml:trace>
  <inkml:trace contextRef="#ctx0" brushRef="#br1" timeOffset="171525.57">6296 14735 1292 0,'0'0'348'0,"0"0"-176"16,0 0-103-16,0 0 979 0,0 0-702 0,0 0-54 15,0 0-71-15,0 0-20 0,0 0-15 16,-6-6-15-16,16 6-25 0,2 0-26 0,8 1 59 16,3 2 57-16,6-1-99 0,3 2-46 15,1-3-9-15,0 0-33 0,0 1 0 16,-3-2-25-16,-1 0-7 0,-3-2-17 15,0-3-12 1,-3-1-9-16,-3-2-22 0,-1 0-75 16,0-2-50-16,-6 3-28 0,-2-1-61 15,-2 3-115-15,-5 2-196 0,-1 3-520 16,-3 0-541-16</inkml:trace>
  <inkml:trace contextRef="#ctx0" brushRef="#br1" timeOffset="171779.796">6555 14825 718 0,'0'0'1579'0,"0"0"-1363"0,0 0-148 16,0 0 100-16,0 0 115 0,0 0-28 16,0 0-29-16,-10 73-64 0,16-47-23 0,1 2-7 15,-1-1 10-15,-2 1 1 0,1 1-31 0,-4 1-22 16,2 1-31-16,-3-1-56 0,0-2-3 15,0-1-21-15,0-2-47 0,0-3-56 16,-3 1-57-16,0-2-49 0,0-4-89 16,-1-2-123-16,0-2-257 0,-1-4-422 15,-5 3-73-15</inkml:trace>
  <inkml:trace contextRef="#ctx0" brushRef="#br1" timeOffset="171958.246">6392 15366 2088 0,'0'0'447'15,"0"0"-144"-15,0 0 40 0,0 0 39 16,0 0-51-16,0 0-39 0,0 0-90 16,0 0-81-16,0 0-40 0,0 0 39 0,0 0 52 0,54 7-19 0,-31-3-59 15,1-4-30-15,1 2-27 0,-2-2-22 16,3 0-15-16,-2-6 0 0,2-1-55 16,0-1-45-16,0-7-72 0,0 3-58 15,3-3-79-15,-2-2-179 0,-5 4-120 16,5-8-1003-16</inkml:trace>
  <inkml:trace contextRef="#ctx0" brushRef="#br1" timeOffset="172143.256">7081 15134 2187 0,'0'0'962'0,"0"0"-774"0,0 0 0 0,0 0 235 31,85 25-7-31,-61-25-86 0,2 0-115 0,1-10-105 0,2-3-58 15,1-8-52-15,0-4 0 0,-1-2-79 16,0-3-68-16,-2-3-41 0,-4-1-77 0,-1 1-139 16,-4 0-215-16,-6 10-548 0,1-8-363 15</inkml:trace>
  <inkml:trace contextRef="#ctx0" brushRef="#br1" timeOffset="172428.393">7352 14674 1539 0,'0'0'1011'0,"0"0"-814"15,0 0 21-15,0 0 160 0,-85 35-1 16,70-17-43-16,3 2-69 0,2 5-110 16,0 4-37-16,6 3 5 0,1 3 27 15,3 1-15-15,0 1-16 0,5 2-3 16,7-1-16-16,-2 2-27 0,2 3-18 0,0-1-31 0,0 3 4 16,1 0-26-16,-3-5-2 0,0 2-15 0,0-3 14 15,0-4 0-15,-1-1-20 0,-1-5-3 16,0-1 0-16,-4-2-1 0,-1-3 10 15,-3-2 15-15,0-3 0 0,0-3 0 16,-4-3-3-16,-4-2-9 0,-3-3-28 16,1-1-20-16,-7-1-44 0,-2-1 3 15,-4-1-30-15,-6-2-13 0,-1-1-35 0,-4 0-43 16,1-7-138-16,-1-1-156 0,8-2-584 16,-12-10-767-16</inkml:trace>
  <inkml:trace contextRef="#ctx0" brushRef="#br1" timeOffset="173399.904">8857 14584 1956 0,'0'0'163'16,"0"0"563"-16,0 0-424 0,0 0-69 15,0 0 2-15,0 0 55 0,0 0-20 16,0 0-21-16,0 0-27 0,0 0-31 0,49 99-38 0,-42-57-52 16,0 4-31-16,-3 3-21 0,1 3-7 15,-4-3-20-15,2-2-8 0,-1-3-14 0,-1-2-2 16,2-3-29-16,-1-5-17 0,0-3-59 15,0-6-46-15,3-4-34 0,-2-6-19 16,-1-5-70-16,-1-3-141 0,1-7-182 16,-1 0-480-1,-1-7-375-15</inkml:trace>
  <inkml:trace contextRef="#ctx0" brushRef="#br1" timeOffset="173547.268">8941 15031 2684 0,'0'0'482'0,"0"0"-262"15,0 0-86-15,0 0 112 0,0 0 76 16,0 0-2-16,0 0-51 0,0 0-112 0,99 0-62 16,-74 0-25-16,0-1-24 0,4-6-46 15,3-1 0-15,0-5-28 0,1-3-51 0,-1-1-35 16,-1-2-104-16,-1-1-92 0,-1-2-135 16,-9 5-512-16,-1-6-851 0</inkml:trace>
  <inkml:trace contextRef="#ctx0" brushRef="#br1" timeOffset="173763.443">9341 14759 1114 0,'0'0'2024'0,"0"0"-1737"16,0 0-141-16,0 0 116 0,-10 74 87 0,10-48-88 31,0 5-32-31,0 0-91 0,0 3-43 0,1-1-24 16,4 3-32-16,-2 1-38 0,0-1-1 15,0 1-12-15,-1 1-22 0,0 0-119 0,-1 0-31 16,0-3-48-16,2-2-45 0,0-1-151 16,0-10-295-16,2 4-826 0</inkml:trace>
  <inkml:trace contextRef="#ctx0" brushRef="#br1" timeOffset="174369.252">10557 14907 2236 0,'0'0'803'0,"0"0"-544"0,0 0-138 0,0 0 57 0,9 86 184 31,-6-57-58-31,-3 1-71 0,3 0-134 0,-2-4-53 16,2-4-46-16,1-3-3 0,-4-5-25 15,2-5-52-15,-1-2-66 0,-1-6-81 16,0-1-128-16,0-1-242 0,-3-10-891 0</inkml:trace>
  <inkml:trace contextRef="#ctx0" brushRef="#br1" timeOffset="174517.949">10454 14727 3268 0,'0'0'413'15,"0"0"-397"-15,0 0 69 0,0 0 63 16,0 0-48-16,0 0-97 0,99-58-3 0,-69 43-232 16,2-6-215-16,-9 7-573 0,14-8-1193 0</inkml:trace>
  <inkml:trace contextRef="#ctx0" brushRef="#br1" timeOffset="174809.866">11020 14825 2146 0,'0'0'1379'0,"0"0"-1085"0,0 0-33 16,0 0 134-16,-46 82-37 0,40-70-86 15,5-1-123-15,1-4-134 0,0 1-13 16,6-1-2-16,5-1 0 0,1-2-11 16,3 5-10-16,1-1 21 0,3 0 2 15,-2 2 10-15,0 0 7 0,0 1-16 0,-3 1-1 16,-3-1 25-16,2 2-12 0,-4-1-3 15,-2 2 0-15,-1-1-9 0,-3-1 0 16,2-2 9-16,-5-1-12 0,0-3-19 0,-5 1-32 16,-2-3-16-16,-5 2-28 0,-1-2 1 15,-3 1-26-15,-1 0-42 0,-2 0-66 16,-4 1-129-16,0-1-150 16,4-2-507-16,-10 0-824 0</inkml:trace>
  <inkml:trace contextRef="#ctx0" brushRef="#br1" timeOffset="175366.789">12208 14659 1774 0,'0'0'1595'0,"0"0"-1278"16,0 0-206-16,0 0 58 0,0 0 76 0,5 97 35 16,-2-52-43-16,3 8-89 0,0 3-63 15,1 6-14-15,-1 3-4 0,-1 4-6 16,0 2-3-16,-2-2-16 0,0 0-26 0,-2-4-16 16,2-4-2-16,-2-4-20 0,-1-7-14 15,0-11-53-15,0-8-24 0,0-11 12 0,0-9-31 16,0-6-46-16,0-5-45 15,0-4-104-15,0-9-257 0,0 2-615 0,-4-19-684 0</inkml:trace>
  <inkml:trace contextRef="#ctx0" brushRef="#br1" timeOffset="175588.859">12183 14818 1125 0,'0'0'1744'16,"0"0"-1417"-16,30-71-168 0,-14 47 73 15,7 0 33-15,0 4-47 0,2 5-6 16,1 3-54-16,0 3-74 0,0 6 21 0,-1 2-22 0,-3 1-46 16,0 4-4-16,-7 7-11 0,-3 4 9 15,-5 6 2-15,-2 5 4 0,-5 5 3 16,-2 6-40-16,-8 3-46 0,-4 4-21 16,-6 0-16-16,-3 1-16 0,0-5-15 15,1-2-47-15,2-7-50 0,4-8-135 16,0-10-177-1,7-6-589-15,-1-8-741 0</inkml:trace>
  <inkml:trace contextRef="#ctx0" brushRef="#br1" timeOffset="175851.347">12592 14736 2662 0,'0'0'328'0,"0"0"-120"15,0 0 120-15,0 0 16 0,0 0-101 0,0 0-1 16,82 28-31-16,-77-13-60 0,-1 4-31 15,-1 1-34-15,-3 3-28 0,0 4-25 16,0-2-5-16,-6 1-16 0,0-2-9 16,-2-3-2-16,4-4 2 0,-1-5-1 0,2-5 17 15,3-5-1-15,0-2 12 0,0 0 0 16,2-9-30-16,6-4-37 0,7-6 25 0,1-5-15 16,7-3-41-16,3 0-94 0,2-4-62 15,3 3-111-15,2 0-182 0,-3 2-253 16,-8 8-592-16,11 0-212 0</inkml:trace>
  <inkml:trace contextRef="#ctx0" brushRef="#br1" timeOffset="176089.852">13017 14919 2749 0,'0'0'475'16,"0"0"-310"-16,-3 76 38 0,3-56 59 16,2-4-10-16,5-6-65 0,3-8-106 15,6-2-41-15,2-10 44 0,2-8 43 16,3-6-54-16,0-3-17 0,0-4-53 15,0 0-3-15,-3-3-45 0,-4 3-8 0,-2 4 16 16,-4 4 26-16,-5 4 11 0,-2 7 3 0,-3 2 37 16,0 3-21-16,-8 3-7 0,-3 3-12 15,-2 1-28-15,-2 0 16 0,1 5 12 16,0 3 1 0,-2 3-1-16,1 6-28 0,0 1 1 0,0 3-4 0,2-1-6 15,2 1-65-15,0-4-57 0,3 2-82 16,1-2-203-16,4-6-607 15,-5 7-867-15</inkml:trace>
  <inkml:trace contextRef="#ctx0" brushRef="#br1" timeOffset="177293.764">6363 12308 2496 0,'0'0'685'0,"0"0"-366"0,0 0-7 0,0 0 53 16,0 0-20-16,0 0-71 0,0 0-100 15,84 14-67-15,-64-14-39 0,2 0-38 16,1 0-16-16,0 0-14 0,-1-8-18 0,1-1 3 16,-4-3-40-16,1 1-49 15,-4-1-49-15,-5 4-32 0,-2 1-65 0,-8 4-147 16,-1 3-244 0,0 0-484-16,-13 13-374 0</inkml:trace>
  <inkml:trace contextRef="#ctx0" brushRef="#br1" timeOffset="177455.046">6355 12484 1960 0,'0'0'450'0,"0"0"-276"0,0 0 87 0,0 0 47 15,0 0-2-15,0 0-49 0,94 34-78 16,-65-31-81-16,1-3-45 0,2 0-53 16,-1-1-30-16,1-7-112 0,1-2-94 15,0-3-126-15,-11 4-87 0,7-9-843 0</inkml:trace>
  <inkml:trace contextRef="#ctx0" brushRef="#br1" timeOffset="177894.044">5819 11983 2425 0,'0'0'387'16,"0"0"-152"-16,-36-65 74 0,16 43-58 16,-3-2 2-16,-5 3-8 0,4 4-79 15,-4 1-33-15,4 6-12 0,-1 2-13 0,5 5-13 0,-3 0-30 16,0 3-25-16,0 5-40 0,0 8-1 15,-3 6-15-15,0 8-8 0,-1 5 24 16,1 10 0-16,0 4 33 0,4 9 7 0,2 6 0 16,3 7-3-16,4 7-7 15,4 4-17-15,6 2-12 0,3 0 32 0,7-9-17 16,8-10 30 0,4-9 21-16,2-12 64 0,4-14-40 15,2-6-61-15,2-7-6 0,0-5-5 0,0-6-18 16,-2-3 0-16,0-2 11 0,-1-7-12 15,0-3-11-15,-4-2-4 0,-2-3-86 16,0-1-72-16,-5-1-10 0,-4 1-51 16,-1-1-80-16,-4 1-152 0,-2 0-233 15,-4 5-448-15,0-3-391 0</inkml:trace>
  <inkml:trace contextRef="#ctx0" brushRef="#br1" timeOffset="178168.748">5482 12468 2123 0,'0'0'495'0,"0"0"-218"16,0 0 75-16,0 0-59 0,0 0-103 15,0 0-17-15,0 0-19 0,0 0 27 16,0 0-35 0,79-2-62-16,-53 2-59 0,0-4-14 15,0-1-11-15,-3 0-49 0,0 0-38 0,-4-2-37 16,-1 2-23-16,-3 0-8 0,-1 0 20 16,-5 2 44-16,-5 3-7 0,-1 0 41 15,-1 0 51-15,-2 6 6 0,0 3 79 0,0 7 72 16,0 3-12-16,1 5-10 0,2 1-29 15,1 6-19-15,0 3-19 16,-1 2-12-16,2 2-13 0,-1 2-37 0,0 0 0 16,5 0-68-16,-1-4-97 0,4-1-102 15,2-3-185-15,-2-10-616 0,7 6-690 0</inkml:trace>
  <inkml:trace contextRef="#ctx0" brushRef="#br1" timeOffset="179043.385">13569 14543 1816 0,'0'0'764'0,"0"0"-429"0,0 0-120 0,0 0 116 15,0 0 71-15,0 0-13 0,-7 69-82 0,0-38-83 16,1 7-52-16,0 6-1 0,1 5-28 16,-2 6-63-16,1 3-26 0,0 5-5 15,0 2-16-15,2 0-33 0,-2 1-6 0,3-2 3 16,0-3-12-16,2-6-6 0,1-6-52 15,0-9-31-15,4-11 16 0,2-7 3 16,-2-8-16 0,1-7-55-16,-1-3-47 0,-3-4-29 15,2 0-61-15,-3-9-122 0,3-7-84 16,-3 4-173-16,2-18-620 0</inkml:trace>
  <inkml:trace contextRef="#ctx0" brushRef="#br1" timeOffset="179278.6">13515 14979 1015 0,'0'0'1067'0,"0"0"-727"15,-8-75 53-15,8 54-56 0,0 0-28 16,5 5-11-16,3 3-40 0,3 4-57 16,4 3-31-16,0 0-9 0,2 4-46 15,3 2-35-15,2 0-25 0,1 0 9 16,-2 2-27-16,0 4 0 0,-4 5-7 0,-2 0-8 16,-3 3-10-16,-4 3 9 0,-4 3 13 15,-4 5-3 1,0 4-31-16,-6 2-58 0,-7 2-31 15,-1 1-15-15,-2-5 8 0,-1-2-11 0,2-6 5 16,2-8 6-16,3-7 9 0,0-6-15 0,4 0-57 16,2-12-128-16,3-6-131 0,1-4-158 15,0 1-493-15,4-16-509 0</inkml:trace>
  <inkml:trace contextRef="#ctx0" brushRef="#br1" timeOffset="179577.325">13889 14818 1580 0,'0'0'1119'15,"0"0"-807"-15,0 0-24 0,0 0 68 0,0 0-19 16,70 70 22-16,-59-54-59 0,-2-5-112 16,2-4-87-16,1 0-64 0,1-6-22 15,2-1-13-15,0-6 13 0,2-5-15 0,1-5-2 0,0-4-74 16,-2-3-32-16,1-2-14 0,-5-2 7 0,-1 5 17 16,-5 3 23-16,-3 4 19 0,-1 3 35 15,-2 3 21-15,-3 4 1 0,-5 1 2 16,-6 3 9-16,1 1 41 0,-3 0 9 15,2 5 21-15,-2 8-18 0,3 5 0 16,0 6 6-16,3 5-4 16,3 3 13-16,-1 0-3 0,3 4-1 15,1-2-9-15,1-3 3 0,3-3-15 16,0-7-55-16,0-5-12 0,3-7-52 16,2-5-64-16,7-4-37 0,-1 0 14 15,7-12-15-15,-1-7-107 0,6-4-251 0,-6 2-601 16,5-14-835-16</inkml:trace>
  <inkml:trace contextRef="#ctx0" brushRef="#br1" timeOffset="179812.785">14411 14730 2553 0,'0'0'579'0,"0"0"-305"0,0 0 46 16,0 0-52-16,0 0-36 0,50 84 66 16,-47-64-49-16,-1 1-71 0,-1 0-19 0,-1-2-34 15,0-1-70 1,0-1-52-16,0-4 12 15,-3-1 0-15,2-3-3 0,-1-2 1 0,2-2-10 16,0-4 12-16,0-1-15 0,0 0 0 16,5-8-43-16,6-3-30 0,5-6 73 15,7-3 0-15,5-5-3 0,6-3-94 0,2 0-47 16,2 0-12-16,1 0-16 0,1 3-44 16,0 1-176-16,-11 5-374 0,14-1-993 0</inkml:trace>
  <inkml:trace contextRef="#ctx0" brushRef="#br1" timeOffset="180381.741">15493 14643 2267 0,'0'0'394'0,"0"0"-98"16,0 0-34-16,0 0 31 0,0 0-11 15,0 0-37-15,0 0-35 0,0 0-49 16,0 0-25-16,0 0-28 0,0 0-12 16,-11 4-35-16,-5 20-48 0,-1 4-13 15,-1 3-1 1,2-2-11-16,4-1 0 0,4-5-4 0,5-4-27 15,3-2 10-15,6-3 18 0,7-2 15 16,3 0 3-16,6-1 28 0,-2-4-31 16,4 1 0-16,-1-3 0 0,0 1-21 15,-4-3 21-15,-2 3 17 0,-5 1-15 16,-2 1 32-16,-3 2 6 0,-4 3 12 16,-3 2 3-16,0-1-21 0,-1 1-13 0,-8 3-2 0,-1-4-1 15,-2 0-18-15,0-4-58 0,0-1-16 0,0-2-24 16,1-4-34-16,4-3 2 0,2 0 0 0,2-4 3 15,2-9-87-15,1-3-201 0,1-7-165 16,4 4-213-16,7-17-486 0</inkml:trace>
  <inkml:trace contextRef="#ctx0" brushRef="#br1" timeOffset="180698.439">15761 14784 1982 0,'0'0'464'0,"0"0"-7"15,0 0 32-15,0 0-86 0,0 0-73 16,59 84-28-16,-56-61-34 0,0-1-34 15,-3-1-27-15,0 2-51 0,0-6-77 0,0-3-70 16,0-5-9 0,0-2-18-16,0-7-22 0,0 0-24 15,5-2-27-15,3-7 3 0,5-5-7 16,3-7 6-16,4-4 15 0,2 0-15 0,-3-3 3 16,-1 3 21-16,-2 2 19 0,-1 2 21 15,-2 4 7-15,-2 5 15 0,-2 4-38 16,-2 6 41-16,-1 2 4 0,1 5 119 15,-1 7-6-15,-1 3 15 0,-2 5-24 0,0 3-32 16,0 2-33-16,-3 3 6 0,0-1 21 0,0-2 9 16,0-1-27-16,0-5-52 0,0-7-21 15,0-4-101-15,0-7-95 0,0-1 11 16,3 0-9-16,0-11-130 0,5-6-275 16,-3 3-703-16,1-17-909 0</inkml:trace>
  <inkml:trace contextRef="#ctx0" brushRef="#br1" timeOffset="181014.051">16228 14384 2835 0,'0'0'413'16,"0"0"-301"-16,0 0 113 0,-6 84 50 16,-2-44 14-16,-1 0 81 0,1 3-10 0,0 1-143 0,5-2-80 15,-1-1-43-15,4-3-42 0,0-5-52 16,7-7-12-16,2-5-31 0,4-8-15 15,4-4-9-15,3-6 0 0,2-3 6 16,4 0 34-16,0-2 12 0,4-2-1 16,-2 0 14-16,-1 2-25 0,-3 2-19 15,-2 0-3-15,-2 6-3 0,-4 3 3 0,-1 1 2 16,-7 3 47-16,-2 2 13 0,-3-2 5 0,-3 3 37 16,0-1 1-16,-6 1-7 0,-4-4-6 15,-2 1-1-15,-5-1-42 0,-3-4-3 16,0 1-36-16,-5-3-1 0,-1-1-18 15,1-2-13-15,-1-2-27 0,2-1-35 0,-2 0-49 16,-1 0-70 0,3-7-129-16,5 4-261 0,-3-13-722 15</inkml:trace>
  <inkml:trace contextRef="#ctx0" brushRef="#br1" timeOffset="181630.075">17224 14674 2572 0,'0'0'344'0,"0"0"-261"16,0 0 55-16,0 0 0 0,-75-31 34 0,52 31 27 15,-3 0-41-15,-5 11-67 0,-1 6-90 16,-3 5 56-16,2 8 60 0,0 6 14 15,1 3-16-15,5 3-6 0,1-3-7 16,10-3-3-16,3-6-59 0,10-9-40 0,3-8-44 16,2-7-20-16,10-5 5 0,3-1 0 15,4-9 22 1,1-6 12-16,5-4-40 0,-1-3 3 0,0-1-13 16,-2 4 38-16,-2 1 2 0,0 6-5 15,-4 6 17-15,0 6-12 0,-1 1 1 16,0 13 34-16,-4 2 53 0,-1 7-5 15,2 2 33-15,-3 5-9 0,-1-1 18 16,1 1-46-16,-3 0-17 0,0 2-5 16,1 3-19-16,-4 1 19 0,-1 4 9 0,-2 3 62 15,0 2-19-15,-11 2 6 0,0 0 9 0,-6 0 9 16,-2-2 9-16,-3-4 18 0,1-4-36 16,-1-5-37-16,0-5-22 0,-1-6-30 15,0-7-12-15,3-7-70 0,-2-4-46 16,4-3-13-16,0-6 12 0,3-10 3 15,3-4-28-15,1-10-51 0,2-8-108 0,2-5-140 0,2 7-243 16,-1-29-900-16</inkml:trace>
  <inkml:trace contextRef="#ctx0" brushRef="#br1" timeOffset="181930.738">17461 14791 2598 0,'0'0'419'0,"0"0"-227"0,0 0 208 0,0 0-65 0,73 89-125 16,-57-60-1-16,-4-1 20 0,0 3-100 15,-3 3-49-15,-2-1-28 0,-1 2 0 16,0 3-6-16,-5-2-28 16,-1 3-5-16,0-4-11 15,0-5-2-15,-4-5-1 0,0-7 1 0,-1-7 0 16,2-5-2-16,0-6-17 0,2 0-8 15,1-11-62-15,0-9 0 0,7-7-16 16,2-9 96-16,7-6 9 0,4-8 34 0,0-1-34 16,2-2 10-16,-1 3-10 0,0 4-15 15,0 4-7 1,-1 6-9-16,-2 7-40 0,-1 3-65 16,-1 3-56-16,1 3-103 0,-5 6-265 0,5-3-774 15</inkml:trace>
  <inkml:trace contextRef="#ctx0" brushRef="#br1" timeOffset="182247.217">17969 14859 1261 0,'0'0'2138'0,"0"0"-1799"0,0 0-18 16,-19 77 143-16,14-54-107 0,0-3-15 16,1-6-53-16,3-5-159 0,1-6-130 15,0-1-85-15,5-2 12 0,5-3 49 0,4-4 12 0,3-4 0 16,2-4-34-16,1-4-12 0,0-2-39 15,-3-1-19-15,-3 1-6 0,-2 5 39 16,-4 3 25-16,-2 3 12 0,-6 4 3 16,0 1 9-16,-5 4-9 0,-5 0-6 15,-3 1 49-15,-2 1 12 0,-1 6 31 0,-4 5-12 16,4 4 24-16,-2 3 22 0,1 4-19 16,0 1 1-16,2 2-7 0,2-3 0 15,2-3-22-15,0-3-30 16,7-5-36-16,1-2-77 15,3-5-80-15,0-2-7 0,0-3-76 0,7 0-185 16,6-8-186-16,-3-2-102 0,13-14-616 16</inkml:trace>
  <inkml:trace contextRef="#ctx0" brushRef="#br1" timeOffset="182516.57">18230 14829 2050 0,'0'0'789'0,"0"0"-331"15,0 0-58-15,0 0-79 0,0 0-71 16,23 71 57-16,-23-55-21 0,0 2-75 15,1 0-37-15,2-4-19 0,0-1-61 16,2-6-94-16,1-5-37 0,3-2-24 16,2 0 19-16,3-3 2 0,5-8 10 15,2-2 14-15,3-5 13 0,2-4-54 16,-1-1-14-16,0 4 32 0,-4-1-22 16,-2 4 3-16,0 3 21 0,-6 5-21 15,-2 4 18-15,-5 4 34 0,-1 4 6 16,-4 10 58-16,-1 4 25 0,-1 4-19 15,-7 4-12-15,-2-1-37 0,3 0-13 16,1-6-2-16,0-3-24 0,5-4-105 16,1-4-73-16,0-6-94 0,0-2-188 0,0 0-483 0,6-12-626 0</inkml:trace>
  <inkml:trace contextRef="#ctx0" brushRef="#br1" timeOffset="182763.556">18750 14766 7 0,'0'0'2992'16,"0"0"-2589"-16,0 0-276 0,-3 72 98 0,-1-39 17 16,-4 3 77-16,0 4 83 0,3 6-86 15,-3 2-69-15,1 5 5 0,0 2-58 16,-2 4-64-16,0-2-43 0,-3 1-32 16,-1-2-35-16,-3-3-20 0,1-5-64 15,-2-4-57-15,1 0-21 0,-1-6 0 16,2-4 2-16,1-4-3 0,1-6-24 0,3-7-47 0,3-7-69 15,4-6-27-15,0-4-66 0,3-7-133 16,0-7-105-16,2-10-36 0,5-6-22 16,0 6-48-16,2-22-27 0</inkml:trace>
  <inkml:trace contextRef="#ctx0" brushRef="#br1" timeOffset="182979.902">18700 14871 313 0,'0'0'1842'15,"0"0"-1366"-15,0 0-45 0,0 0-7 16,0 0-108-16,0 0-45 0,0 0-19 15,0 0-63-15,82-47-59 0,-72 53-16 16,-1 4 3-16,2 1-35 0,-2 2-2 16,-2 0-31-16,-1 1-13 0,-3-1-17 15,-2 1-19 1,-1 1 0-16,0-1-89 0,-3 1 6 16,-7 2-11-16,2-3-17 0,-8 2 0 0,1-1-18 15,-2 1-35-15,-5 2-32 0,1-4-15 16,-2-1-38-16,0-1-26 0,1-3-112 15,5-4-257-15,-9-1-774 0</inkml:trace>
  <inkml:trace contextRef="#ctx0" brushRef="#br1" timeOffset="183549.431">19639 14874 1342 0,'0'0'676'16,"0"0"-287"-16,0 0-105 0,32-69 18 0,-27 53 12 0,-3 4-16 15,0 6 5-15,-2 6 8 0,0 0-17 16,-6 8-19-16,-3 6-104 0,-2 7-73 15,-1 8-22-15,-5 7 13 0,3 7-4 0,-1-1 15 16,2-2-18-16,3-7-36 0,3-7-37 16,7-9-9-16,0-8-58 0,10-5-6 15,6-4 4 1,8-9 20-16,5-9-11 0,7-5-1 16,5-5-34-16,0-6 4 0,-3 0-13 0,-5 3 19 15,-4 3 2-15,-8 5 22 0,-4 4 12 16,-9 3 3-16,-5 4 3 0,-3 5 3 15,-9 2 31-15,-7 5 0 0,-7 0 40 16,-2 10 16-16,-3 4-1 0,-1 5-37 16,5 4-5-16,-1 1-13 0,7-1-34 0,4-2-43 15,6-4-133-15,7-6-248 0,1-3-613 0,1 0-1033 0</inkml:trace>
  <inkml:trace contextRef="#ctx0" brushRef="#br1" timeOffset="183652.383">20105 15008 2914 0,'0'0'505'0,"0"0"-217"0,0 0-42 0,101-20-171 16,-71 6-43-16,2-5 0 0,-2-3-32 15,3-7-16-15,-2-3-179 0,0 0-181 16,-8 4-193-16,5-13-809 0</inkml:trace>
  <inkml:trace contextRef="#ctx0" brushRef="#br1" timeOffset="183934.781">20308 14640 2598 0,'0'0'403'16,"0"0"-246"-16,0 0 9 0,0 0-11 16,-11 94 80-16,9-62 63 0,-1 6-31 15,3 1-44-15,0 4-1 0,0 4-7 16,5 0-65-16,-1 4-74 0,-1 2-43 16,0 2-21-16,-2-1-12 0,-1 1-13 0,0-3-5 15,0-3-28-15,0-2-24 0,0-7-12 0,0-2 24 16,0-4-10-16,0-2-12 0,0-3 3 15,0-3 53-15,0-3-35 0,0-5-49 16,-5-4 3-16,-3-2-4 0,0-3-25 16,-4-3-26-16,1-3-48 0,-3 0 9 0,-4-3 9 15,-2 0-4 1,-2-2-79-16,-4-5-191 16,5 3-246-16,-20-11-703 0</inkml:trace>
  <inkml:trace contextRef="#ctx0" brushRef="#br1" timeOffset="185151.807">21086 15127 901 0,'0'0'2398'0,"0"0"-1903"16,0 0-288-16,0 0-12 0,0 0 7 15,0 0-57-15,0 0-6 0,106 47 24 16,-69-70-56-16,3-8-49 0,4-6-9 0,-1-7-48 0,0-2-1 15,-5-2-12-15,-4 1-37 16,-3 3-12-16,-6 1 3 0,-2 4-1 0,-5 6 1 16,-2-2 6-16,-5 5 15 0,-1 3-16 15,-4 4 10-15,-3 3-40 0,-3 5 49 16,0 0 18-16,0 5 4 0,-2 1 12 16,-1 3 25-16,-3 6-7 0,1 0-11 0,-2 11-7 15,-2 8 0-15,-1 4 6 0,0 10 34 16,-2 8 22-16,-2 6 2 0,1 7 4 0,-3 7 15 31,3 3 3-31,-2 0-19 0,3-3 1 0,3-5-41 0,6-12-8 16,3-10-19-16,0-12-45 0,6-10-20 0,7-9 22 15,1-3 43 1,5-5 0-16,1-9 0 0,5-7-6 16,-1-8-61-16,3-4-19 0,-2-5 9 15,3 0 3-15,-2-1 19 0,0-1-7 0,-1-1-9 16,1-1 15-16,-2-5 6 0,-1 0-28 15,-3-2 25-15,-4 0 13 0,-1 1 6 16,-4 6 24-16,-1 5 10 0,-3 7 16 16,-1 10 9-16,-1 5 6 0,-2 9 44 0,-3 4 6 15,2 2-19-15,-2 0-13 0,0 6 4 16,0 5-16-16,0 3-6 0,-5 5-13 0,2 6 22 16,-4 6-3-16,-3 5 0 0,2 3-21 15,-3 7 27 1,0 2-3-16,2 5-25 0,-2 2-12 15,-1 4-3-15,1-1-9 0,3 0-6 0,0-2 11 16,4-4-60-16,4-5-87 16,0-10-75-16,9-5-36 0,5-7-132 0,4-7-130 15,-3-7-168-15,9-4-638 0</inkml:trace>
  <inkml:trace contextRef="#ctx0" brushRef="#br1" timeOffset="185584.282">22175 15136 1365 0,'0'0'1294'16,"0"0"-970"-16,0 0-87 0,0 0 69 0,0 0 16 15,0 0-11-15,0 0-65 16,-26 86-91-16,21-46-69 0,-1 10-9 15,-2 4-16-15,-1 7 10 0,-1 2 15 0,1 4 45 16,-2 2-9-16,2-2-45 0,1-2-38 16,-2-7-27-16,2-7-12 0,3-12-3 0,3-10-33 0,1-10-59 15,1-11-5-15,0-4-23 0,3-4-39 16,5-11-38-16,2-8-7 16,0-8-120-16,4-9-184 0,-3 6-551 0,3-20-613 0</inkml:trace>
  <inkml:trace contextRef="#ctx0" brushRef="#br1" timeOffset="185784.059">22182 15195 1565 0,'0'0'672'0,"0"0"-335"15,0 0 4-15,0 0 91 0,0 0-102 16,0 0-103-16,0 0-80 0,80-23-61 16,-63 31-33-16,-5 0 24 0,0 2 26 15,-5 2 42-15,0 1-27 0,-5 4-44 16,-2 1-16-16,-5 3-9 0,-8 2-21 0,-4 1-8 0,-5-1-20 15,-2-1-52-15,-2-3-25 0,2-5-18 16,3-2-19-16,1-7-1 0,6-3-24 16,2-2-58-16,7-8-99 0,3-6-148 15,2-5-155-15,0 2-429 0,10-19-519 0</inkml:trace>
  <inkml:trace contextRef="#ctx0" brushRef="#br1" timeOffset="186222.809">22927 14961 2096 0,'0'0'791'16,"0"0"-419"-16,0 0 15 0,0 0 26 0,0 0-45 15,37 79 11-15,-50-60-88 16,0 2-127-16,-7-2-57 0,1 0-28 0,-7-3-34 0,1-1-17 16,-3-2-28-16,-1-3-16 0,4-3-8 15,-3-3-46-15,6-4 3 0,-1 0 4 16,5-4 14-16,3-4 9 0,2-3-18 15,5-2-18-15,0-4 6 0,5-2 12 0,3-2-16 16,0-3 25-16,3 4-3 0,8-2 3 16,4 5 21-16,1 3-9 0,7 6 34 0,-1 4 3 0,3 4 37 15,3 0 15-15,0 7 0 0,1 4 22 16,-1 2 12-16,0-2-25 0,-1 3 3 16,0 0-6-16,-2-2-12 0,0-2-34 31,0 0-9-31,1-4-3 0,2-5 0 0,0-1 0 15,0-1 1-15,-2-8 14 0,-2-3-15 16,-1-2-1-16,-3-4-32 0,-5 0 18 16,-1-1 14-16,-5 1-2 0,-3 1-10 15,-5 2 12-15,-1 2 1 0,-10 3 0 16,-8 2 0-16,-7 3-16 0,-6 2 14 16,-6 3-1-16,-2 0-15 0,0 6 18 15,-1 5-28-15,0 2-30 0,4 2-70 0,4 3-63 16,5-1-78-16,5 0-243 0,10-4-509 0,-1 3-677 0</inkml:trace>
  <inkml:trace contextRef="#ctx0" brushRef="#br1" timeOffset="186985.568">24629 15016 3224 0,'0'0'495'16,"0"0"-410"-16,0 0-38 0,0 0 107 0,0 0 97 0,0 0-3 16,0 0-112-16,0 0-99 0,-36 85-35 15,23-64-2-15,3-2-9 0,2-2-44 16,2-4-95-16,3-5-26 0,0-1-38 15,1-3-96-15,2-3-213 0,0-1-279 16,0-4-670-16</inkml:trace>
  <inkml:trace contextRef="#ctx0" brushRef="#br1" timeOffset="187190.219">25106 14775 3790 0,'0'0'530'0,"0"0"-368"0,0 0 23 0,95 27 54 0,-53-27-13 15,5-9-134-15,7-10-92 0,5-11-3 16,6-6 0-16,2-4-64 0,-2-4-68 16,-3-1-94-16,-6 5-80 0,-5 0-199 15,-17 12-692-15,0-6-1104 0</inkml:trace>
  <inkml:trace contextRef="#ctx0" brushRef="#br1" timeOffset="187408.922">25516 14319 2236 0,'0'0'793'15,"0"0"-457"-15,-37 90-104 0,30-41 80 16,0 8 27-16,1 7-17 0,0 2-85 15,3 5-75-15,1 2-70 0,-1-1-31 16,-2-2-24-16,2-8-37 0,2-8-43 16,1-14-134-16,3-12-10 0,8-14 20 15,7-13-21-15,5-7-74 0,2-16-99 16,3-12-188-16,-5 5-602 0,9-27-638 0</inkml:trace>
  <inkml:trace contextRef="#ctx0" brushRef="#br1" timeOffset="188025.707">25888 13972 2877 0,'0'0'540'0,"0"0"-467"15,0 0 32-15,0 0 185 0,-4 71 92 16,1-28-4-16,-1 12-80 0,0 7-93 16,-1 7-50-16,-1 4 15 0,-6 9-24 0,-1 3-71 15,-5 5-47-15,-1 1-13 0,-1-1-15 16,0-8-1-16,4-9-33 0,5-14-56 15,2-16-1-15,6-13 21 0,3-13 21 16,3-10-36-16,11-7-40 0,3-7-21 0,3-15 11 0,4-7 6 16,2-7-21-16,-3-3 11 0,2 0-7 15,-5 3 72-15,-3 6 42 0,0 8 8 16,-5 8 24-16,-1 6 24 0,-2 8 42 16,-2 0 36-16,1 12 62 0,0 5 18 15,-1 6-38-15,-2 3-9 0,0 0-19 16,-2 3-19-16,2-3-9 0,-1-2-12 0,0-4-15 0,1-4-15 15,0-3-46-15,1-3-6 0,4-6-61 16,0-4-12-16,6-3-3 0,1-8 2 16,6-4-17-16,2-6-28 0,0-1-16 15,2 0-25-15,-1 4 18 0,-3 5 46 16,0 2 33-16,-4 4 48 0,-1 4 21 16,-3 0 15-16,1 2 72 15,-3-2 49-15,-1 0 24 0,3-4-18 16,-2-2-23-16,6-5-37 0,-1-3-24 15,4-5-39-15,0-3-8 0,1 1-11 16,-4-1-16-16,-2 5 16 0,-6-1 0 16,-2 7 2-16,-8 1 25 0,-2 6 4 15,-12 2-1-15,-4 5 4 0,-8 0-7 16,-2 6-12-16,-2 6 19 0,0 7 26 0,2 4-2 0,1 0-9 16,3 5-4-16,3 2-15 0,0 1 7 15,6 1 8-15,0-3-9 0,7-3-35 16,3-2-1-16,4-6-39 0,0-3-34 15,0-5-48-15,5-3-19 0,4-4-6 0,2-3-25 16,9-3-25-16,2-7-50 16,12-8-82-16,6-5-159 15,-9 3-593-15,24-14-294 0</inkml:trace>
  <inkml:trace contextRef="#ctx0" brushRef="#br1" timeOffset="188257.364">26896 14743 2334 0,'0'0'741'0,"0"0"-228"0,0 0-8 16,0 0-110-16,0 0-44 15,27 86-15-15,-27-63-93 0,-3 4-39 0,0-4-8 16,0-4-45-16,3-6-63 0,0-2-63 16,0-7-25-16,6-3-15 0,5-1-24 15,1-3-13-15,3-7-5 0,3-5-9 16,4-2 8-16,0-2 10 0,2-1-28 0,-1 2 12 16,0 4 16-16,-1 4-4 0,0 4 7 15,-4 2 12-15,0 4-7 0,-3 4 1 16,1 7 29-16,-1 4-5 0,-4 3-33 0,0 4-53 15,-5 3-42-15,-3 0-93 0,0 3-199 16,-3 3-278-16,0-9-630 0,-9 14-836 0</inkml:trace>
  <inkml:trace contextRef="#ctx0" brushRef="#br1" timeOffset="196490.35">28243 14293 1486 0,'0'0'2290'0,"0"0"-1810"0,0 0-223 16,0 0 8-16,0 0 17 0,0 0-53 16,-20 71-56-16,14-32-64 0,1 9-33 15,-3 3-7-15,1 3 1 0,-1 4-31 16,3-1-11-16,2 2-13 0,0-2-15 16,3-3-2-16,0-4-17 0,0-7-50 0,0-4-28 0,5-5 3 15,-1-7-12-15,1-6-12 0,1-4-28 16,0-6-56-16,-1-7-61 0,1-4-148 15,-1-2-295-15,0-4-407 0,3-11-346 0</inkml:trace>
  <inkml:trace contextRef="#ctx0" brushRef="#br1" timeOffset="196659.299">28316 14746 2353 0,'0'0'571'15,"0"0"-283"-15,0 0 30 0,0 0 146 16,0 0-27-16,0 0-73 0,86 18-64 15,-62-11-87-15,7 1-25 0,0-3-33 16,5-3-61-16,0-2-73 0,6-4-21 16,-2-7-21-16,0-2-97 0,0-4-73 0,-4-2-47 0,-5 1-18 15,-2-5-175-15,-10 8-344 0,-2-8-937 0</inkml:trace>
  <inkml:trace contextRef="#ctx0" brushRef="#br1" timeOffset="196859.854">28815 14440 2719 0,'0'0'523'0,"0"0"-370"0,0 0 91 0,0 0 124 15,0 0-14-15,0 0-70 0,5 84-90 16,-2-52-63-16,-1 3 4 0,1 3 36 16,0-1-16-16,-1 5-83 0,-1-4-29 15,-1 0-37-15,0 0-6 0,0-4-58 16,0-2-90-16,0-5-72 0,2-2-49 0,5-4-106 0,-2-3-272 15,3-9-534-15,6 0-379 0</inkml:trace>
  <inkml:trace contextRef="#ctx0" brushRef="#br1" timeOffset="197029.226">29226 14841 3 0,'0'0'2803'0,"0"0"-2284"0,0 0-199 16,0 0 159-16,0 0-38 0,0 0-121 15,95 38-155-15,-73-38-122 0,-2 0-43 16,3 0-40-16,-3-3-128 0,-4-1-97 16,-3 0-112-16,-6 2-319 0,-4 2-743 15,-3 0-669-15</inkml:trace>
  <inkml:trace contextRef="#ctx0" brushRef="#br1" timeOffset="197176.094">29166 15024 1623 0,'0'0'808'0,"0"0"-492"0,0 0-18 16,0 0 101-16,0 0-19 0,0 0-140 16,0 0-125-16,0 0-28 0,96 17-28 0,-70-24-59 15,1-3-9-15,1 2-172 0,-2-1-193 16,-7 1-287-16,12-3-1194 0</inkml:trace>
  <inkml:trace contextRef="#ctx0" brushRef="#br1" timeOffset="197877.676">29909 15011 2749 0,'0'0'742'0,"0"0"-287"0,0 0-117 15,0 0 36-15,23 71-88 0,-7-63-151 16,4-5-109-16,6-3-25 0,4-10 10 16,7-8 20-16,-1-10-12 0,4-4-19 15,0-7-85 1,-1 0-1-16,-3-1-21 0,-1 1 27 16,-5 3 0-16,-5 3 9 0,-2 1-12 0,-9 1 0 15,0 2 5-15,-6 0-12 0,-4 4-15 16,-2-1 20-16,-2 2 73 0,0 5 12 15,-6 3 41-15,1 7 33 0,1 2 38 16,0 4-13-16,-2 3-15 0,-3 5-35 16,1 9-49-16,-3 7 1 0,-4 9 36 0,2 7 31 0,-3 7 37 15,1 6 5-15,-2 7 9 0,3-1 22 16,-1 1 8-16,7-7-12 0,3-7-37 16,5-9-67-16,3-10-33 0,10-12-69 15,4-5-1-15,2-7 49 0,6-7 20 16,2-10-13-16,3-8-71 0,2-8-40 15,1-3 3-15,-1-1-3 16,-2-1 6-16,-4 1 36 0,-1-1-7 16,-4 1 16-16,-3-1 22 0,-3 2 18 15,-3 0 3-15,-3 7-3 0,-1 5 34 16,-4 11 56-16,-2 7 64 0,-2 2 6 16,0 4-9-16,0 8-74 0,-2 4 24 15,-2 4-9-15,-4 6-27 0,0 5-10 0,-2 2 22 16,0 5 18-16,5 0 15 0,-3 3 12 0,5 1-3 15,-1-2-30-15,2 2-55 0,2-3-47 16,0-1-194-16,0-6-138 0,0 1-199 16,3-10-715-16,0 10-1036 0</inkml:trace>
  <inkml:trace contextRef="#ctx0" brushRef="#br1" timeOffset="198310.9">30807 15249 2887 0,'0'0'563'0,"0"0"-338"0,0 0-23 0,-19 74 96 15,9-36-18-15,-1 9-110 0,-1 7-69 16,-4 6-27-16,0 6-7 0,-2 5 22 15,1 4 40 1,-1 0-32-16,2-3-51 0,3-1-36 16,2-7-10-16,2-7-18 0,6-8-22 15,3-11-54-15,0-8-62 0,3-10-7 16,6-8 28-16,-4-10-7 0,4-2-91 16,1-15-128-16,2-8-78 0,-3 1-258 15,8-24-677-15</inkml:trace>
  <inkml:trace contextRef="#ctx0" brushRef="#br1" timeOffset="198548.152">30809 15382 950 0,'0'0'1490'16,"0"0"-1103"-16,0 0-88 0,0 0 51 15,0 0-59-15,0 0-96 0,0 0-34 0,0 0-11 16,82-39-8-16,-67 47-27 0,-3-1-16 16,-2 3 15-1,-1 1-1-15,-5 0-39 0,-3 3-22 16,-1 0-22-16,0 2 7 0,-9 1-6 15,-2 0-7-15,-5 2-24 0,-2-2-30 16,-4-2-15-16,2-1-20 0,-2-2-8 16,-1-3-38-16,3-4 1 0,6-4-4 15,1-1-26-15,4-3-62 0,3-9-152 0,3-3-185 16,2 3-500-16,1-10-555 0</inkml:trace>
  <inkml:trace contextRef="#ctx0" brushRef="#br1" timeOffset="199068.663">31235 14858 2801 0,'0'0'529'0,"0"0"-307"15,0 0 129-15,0 0 81 0,0 0-71 16,0 0-94-16,22 94-89 0,-21-58-32 15,-1 3-6 1,-1 4-4-16,-4 0-33 0,-4 2-52 0,0-4 16 16,-1 1-40-16,-2-4-27 0,3-5-11 15,-1-5-16-15,1-5-55 0,3-3-21 16,-2-6-3-16,5-5 21 0,0-6-6 16,3-1-19-16,0-2 10 0,0-5 8 15,0-7-3-15,3 0 0 0,3-5 55 16,5-1 28-16,-2-2 11 0,4 0 1 0,2 1 31 0,-2 3 9 15,2 3 0-15,-1 2-22 0,0 6-6 16,-3-1 3-16,3 3 7 0,-2 3 2 16,-1 0 10-16,-3 0-16 0,1 2-15 15,-5 3 13-15,-3 2-16 0,-1 0-3 16,0 3 1-16,-7 2 0 0,-4 1-14 16,-2 1-5-16,-4 0 2 15,1 2-5-15,-4-2 9 0,0 1-1 16,3-1-11-16,0 0 2 0,6 1 10 15,3-1-3-15,5-1 5 0,3 0-8 16,3-1 21-16,8 3 20 0,7 2 11 16,4-2-3-16,5 2-26 0,5-3 1 15,1 0-3-15,4-4-76 0,0-1-50 16,-1 1-68-16,-2-5-95 0,-2 2-44 0,-5 0-215 0,-7-3-578 16,-1 3-605-16</inkml:trace>
  <inkml:trace contextRef="#ctx0" brushRef="#br1" timeOffset="202139.595">27576 16519 1778 0,'0'0'1547'0,"0"0"-1233"0,0 0-59 16,0 0 16-16,0 0-1 16,0 0-26-16,39 73-35 0,4-54-13 15,13-1-44-15,6-3-55 0,2-4-27 0,-1-5-30 16,-4-6-38-16,-3 0-2 0,-8-9 0 15,-2-6-6-15,-5-3-25 0,-7-3-29 16,-1-4-102-16,-7 0-58 0,-4-2-68 16,-8-1-164-16,-4 9-288 0,-8-7-640 0</inkml:trace>
  <inkml:trace contextRef="#ctx0" brushRef="#br1" timeOffset="202387.094">28050 16210 1638 0,'0'0'1021'0,"0"0"-642"0,0 0-75 16,0 0 57-16,-13 92-34 0,13-46-79 0,0 7-43 0,7 5-42 16,1 1-15-16,0 0-29 15,0 1-21-15,-2 1-21 0,-1 0-38 16,-2-2-5-16,-2-1-22 0,-1-3 3 0,0-2-15 16,-3-6 0-1,-3-3 0-15,0-5 2 0,-3-5-2 16,2-5 0-16,-5-6-24 0,4-4-28 15,-3-3-30-15,1-4-22 0,0-5-22 0,4-3-22 16,1-4 0-16,0-4-32 0,2-8-98 16,3-11-147-16,0-6-180 0,0 4-379 15,3-28-311-15</inkml:trace>
  <inkml:trace contextRef="#ctx0" brushRef="#br1" timeOffset="202656.37">28381 16755 163 0,'0'0'1676'16,"0"0"-1086"-16,0 0-29 0,0 0-89 15,0 0-23-15,81 46-39 0,-75-28-82 16,1 1-67-16,-3-2-56 0,-1-3-31 16,0-2-53-16,0-7-99 0,2-3-22 0,1-2-52 15,3-5-3-15,2-6 31 0,0-6 12 16,3-7-70 0,0 1-13-16,-2-5-6 0,-1 4 19 15,-4 2 14-15,-4 5 16 0,-3 2 0 16,0 3 21-16,-8 3-15 0,-3 1-3 15,-6 2-16-15,-2 0 6 0,-3 3 19 16,-1 1 6-16,0 2 3 0,4 5 12 16,1 5 18-16,5 3-20 0,1 1-4 15,4-1 6-15,3-1-43 0,2-2-125 0,3-4-293 0,0-2-328 16,5 1-690-16</inkml:trace>
  <inkml:trace contextRef="#ctx0" brushRef="#br1" timeOffset="202903.031">28710 16676 729 0,'0'0'1371'16,"0"0"-898"-16,0 0-116 0,0 0 24 0,76 61-51 0,-64-43-37 16,-3 1-54-16,-2 2-49 15,-4 1-23-15,-3 1-41 0,0 1-36 0,0-2-14 16,-5-2-30-16,-2-3-21 16,5-6-13-16,-1-5 10 0,1-3 11 0,1-3 1 15,1 0 3-15,0-3-16 0,0-6-21 16,3-4-22-1,1-5-73-15,4-6 27 0,5-4 38 0,2-2-4 16,7-1-12-16,3 0-46 0,4 4-50 16,7 0-16-16,0 1-88 0,5 2-198 15,-14 6-555-15,16-7-1017 0</inkml:trace>
  <inkml:trace contextRef="#ctx0" brushRef="#br1" timeOffset="209435.564">30097 16581 1167 0,'0'0'261'16,"0"0"-63"-16,0 0 838 0,9-72-715 16,-9 50 47-16,0 0-54 0,0 3-8 15,0 2-49-15,-3 5-24 0,0 1-14 16,-2 9 24-16,2-1-23 0,-3 3-35 0,-2 0-27 16,-6 4-46-16,-5 6-60 0,-7 4-34 15,-3 3-3-15,-1 5-15 0,-1 3-1 16,1 3-11-16,1-1 10 0,3-2 0 15,5 0 1-15,3-6-14 0,7-2 3 16,5-4-6-16,6-2-16 0,0-1-11 16,5 2-1-16,7 1 25 0,6 0 9 0,3 1 11 0,5-1 1 15,0 2 21-15,1-1-6 0,-3 1-13 16,0-2 26-16,-4 1-26 0,-4-1-2 16,-3-1 15-16,-3 2-14 0,-4-3 11 15,-1 3 3-15,-4-1-12 0,-1 1 24 16,-1 0 1-16,-7-2-15 0,-1 1-13 0,-5-2-52 15,0-1-14 1,1 0 5-16,-5-4-9 0,7-2 12 16,0-3-15-16,2-1-24 0,3 0-47 15,1-3-42-15,3-3-27 0,-2-3-40 16,4-4-66-16,0-3-144 0,0 1-265 16,12-12-651-16</inkml:trace>
  <inkml:trace contextRef="#ctx0" brushRef="#br1" timeOffset="209736.114">30222 16721 2217 0,'0'0'546'0,"0"0"-212"0,0 0 52 16,0 0 27-16,0 0 13 0,0 0-85 15,0 0-117-15,0 0-74 0,40 71-37 16,-35-65-40-16,-1-3-73 0,3 0-42 16,1-3-10-1,1 0 51-15,2-3 0 0,0-5-56 0,3-4-19 16,-2-1-1-16,-1-4 22 0,1 0-31 15,-3 1 13-15,1 3 11 0,-5 0 22 16,-2 2 12-16,0 3 13 0,-3-2-16 16,0 2 18-16,0 1 13 0,-8-1 11 15,-1 1-11-15,-2 0-31 0,0 2 31 16,-1 0-19-16,1 1 7 0,1 4 10 0,0 0 0 0,5 0-1 16,-4 11-25-16,1 1-6 0,2 4 34 15,-2 3 11-15,2 0-11 0,1-2-15 16,2 1-20-16,0-5-58 0,3-1-148 15,0-2-175-15,0-2-228 0,3-4-487 16,4-4-272-16</inkml:trace>
  <inkml:trace contextRef="#ctx0" brushRef="#br1" timeOffset="210159.495">30517 16577 1030 0,'0'0'1248'0,"0"0"-1018"0,0 0 31 0,0 0 121 0,0 0 42 16,0 0-77-16,0 0-52 0,39 77-41 15,-36-60-16-15,0 1-2 16,-3-1-59-16,0-3-55 0,2-3-55 16,-1-3-67-16,2-3-3 0,0-1-43 15,2-4-15-15,0 0 13 0,1-4 5 16,2-3 3-16,2-3 13 0,0 0-10 0,1-1-6 16,-2 2 19-16,2 2 12 0,-3 4-13 15,2 3-5-15,-1 0 11 0,0 0 19 16,-1 6 15-16,-1 2 28 0,-1 2 22 0,2 0-7 15,-4 2-12-15,0-2-1 0,3 1-8 0,-2-3-7 16,0-2-18-16,1 1-12 0,2-3-18 16,-2-3-3-16,3-1 5 0,0 0 16 15,4-1 12-15,-2-7-12 0,5-3-37 16,-1-1 23-16,0 1 13 0,0 0-1 16,-2 5-22-1,1 4 2-15,-3 2 1 0,1 0 21 16,-2 5 36-16,-2 2 10 0,-2 4 0 15,0 0 15-15,0-1-9 0,-1 2-13 16,1-3-8-16,-3 0-31 0,2-3-10 16,1 0-35-16,0-2-7 0,-3-2-39 0,-1-2-13 15,1 0-18-15,-3 0-38 16,3 0-46-16,-3 0-79 0,0 0-243 0,0-2-778 0</inkml:trace>
  <inkml:trace contextRef="#ctx0" brushRef="#br1" timeOffset="210861.051">31386 16768 1516 0,'0'0'546'15,"0"0"448"-15,0 0-764 0,0 0-32 0,0 0 108 16,0 0-57-16,0 0-120 0,0 0-48 16,82-6-10-16,-68-8-21 0,0-5-19 15,-2-1-31-15,-1 0-20 0,-1-1-51 16,-3 2-32-16,-4 4-9 0,-3 0-11 0,0 5 51 0,-3 2 24 16,-8 4 14-16,-5 0-14 0,-6 4 11 15,1 0-30-15,-8 0 42 0,1 7 25 16,0 4 63-16,0 1 0 0,2 2 13 15,6 5-35-15,1 4-41 0,4 3 1 16,3 2 43-16,2 2 25 0,2 5-12 16,3 3 9-16,2-1-4 15,3-1 32-15,2-2-10 0,7-7-16 16,6-7-15-16,4-4-53 0,0-6 24 16,5-5-22-16,2-5 20 0,1-1-22 15,1-10 0-15,-1-3-74 0,-1-4-32 16,3-3-43-16,-2 1-30 0,-1-4-66 15,-1 2-151-15,-8 5-348 0,8-5-679 0</inkml:trace>
  <inkml:trace contextRef="#ctx0" brushRef="#br1" timeOffset="211362.679">31856 16751 924 0,'0'0'1611'0,"0"0"-1173"0,0 0-102 0,0 0 76 0,0 0 60 16,15 89-69-16,-15-56-87 0,0 3-120 31,0 3-68-31,-6 0-31 0,-3 3-12 0,2-3-12 16,-2-1-21-16,3-4-32 0,-2-5-20 15,2-6-24-15,3-4-28 0,3-7-33 0,0-5-15 16,0-6-16-16,0-1 10 0,2-4 29 16,4-7 61-16,3-6 16 0,2-3 0 15,2-7-27-15,0 1-16 0,0-4 19 16,2 2 23-16,-1 0-2 0,3 4-9 0,-3 5-10 16,3 3 22-16,-3 6 10 0,0 4 39 15,-3 2 6-15,-3 2 4 0,-1 2-50 16,-6 0-9-16,-1 4-37 0,0 1 17 15,-1 4 20-15,-9 3 0 0,0 3 0 0,-5 1-16 16,-1 3 5-16,1 0 10 0,-1 2 1 16,-2-1-3-1,5 3-18-15,5-2 19 0,-1 0-29 16,6 1 19-16,3 0 6 0,2-1 6 16,10-3 27-16,3-3-9 0,7-3-18 15,3-1 0-15,4-4-2 0,4-2-82 0,-2-4-70 16,0-1-50-16,-3 0-113 0,-3-6-158 15,-7 0-306-15,4-4-780 0</inkml:trace>
  <inkml:trace contextRef="#ctx0" brushRef="#br1" timeOffset="-187067.212">6789 17259 1672 0,'0'0'412'15,"0"0"653"-15,0 0-854 0,-6 81-62 0,6-42 114 16,3 5-25-16,4 2-43 0,-3 4-80 0,4 0-78 15,-1 2 7-15,0 1-10 0,3 0-15 16,-3-1-17-16,1-1 1 0,-1-4-3 16,0-6 0-16,-4-5-47 0,1-11 35 0,-2-7-44 15,-1-9-43-15,1-2-70 0,-1-6-36 16,-1-1-38-16,1-2-125 0,-1-11-265 16,0 1-468-16,-1-19-340 0</inkml:trace>
  <inkml:trace contextRef="#ctx0" brushRef="#br1" timeOffset="-186804.269">6779 17186 2024 0,'0'0'602'0,"0"0"-338"0,0 0 34 16,0 0 106-16,0 0-145 0,92-44-121 15,-73 44-24-15,-2 3-26 0,0 6 17 16,-4 2-27-16,0 4-41 0,-3 1 38 15,-4 5 5-15,-1 0-46 0,-4 2 28 0,-1 0-32 16,0-3-11-16,-3 1-1 0,-3-6 4 16,-1 0-4-16,0-5-18 0,-5-2-54 0,2-1-72 15,-4-1-17-15,1-3-30 0,-3-1-21 16,-1-2-74-16,-2 0-73 0,-1-5-186 16,-3-2-154-16,4 1-121 0,-6-4-346 0</inkml:trace>
  <inkml:trace contextRef="#ctx0" brushRef="#br1" timeOffset="-186218.553">7279 16501 2050 0,'0'0'1084'0,"0"0"-1001"0,0 0 38 16,0 0 181-16,0 0 104 0,39 72-90 16,-31-41-97-16,1 7-102 15,-2 4-27-15,2 5 14 0,-3 5 9 16,-2 5-43-16,0 2-54 0,-1 1-13 15,0-1-3-15,-3-9-24 0,2-7-40 16,-2-9 18-16,0-11-3 0,0-8-18 16,0-6-31-16,0-6-13 0,0-3-3 15,-2-2-4-15,2-8-3 0,-1-4 3 16,1-7 14-16,0-5 75 0,0-5-10 0,0-2 39 0,4 1 0 16,4 3 0-16,1 3 44 0,3 4 30 15,-1 4 7-15,2 4-4 0,-1 3-8 0,-4 5-29 16,0 3-6-16,-1 1-12 0,-3 2 0 15,0 0 9-15,-2 6-13 0,-1 4 7 16,-1 2 15-16,0 4-40 0,-7 3-105 16,0 2-38-16,-2-1-15 0,-1-1 35 0,-1 0 44 15,1-4 35-15,1-4 27 0,-1 0 17 16,3-4 28-16,2-1-16 0,1-2-12 16,2-2-21-16,2 1 21 0,0-1 0 15,6 2 32-15,3 2 46 0,4 0 17 0,0 2-1 16,4-1-29-16,2 1 3 0,0 1-9 15,-2-1 6 1,0 0-18-16,2 0-47 0,-2 2 2 16,0-3-2-16,1 1 0 0,2-1-37 15,3 2-162-15,-1-3-111 0,-5-3-195 0,12 3-887 0</inkml:trace>
  <inkml:trace contextRef="#ctx0" brushRef="#br1" timeOffset="-185583.029">8184 17434 1418 0,'0'0'1015'0,"0"0"-561"16,0 0-124-16,0 0-5 0,0 0-47 0,0 0-87 15,89 42-43-15,-70-39-60 0,1-3-42 0,2 0-27 16,-2-6 0-16,0-6 9 0,0-3-25 16,-2-2-3-16,-3-3-128 0,0 2-148 15,-2 1-127-15,-5 5-271 0,-2 4-675 0</inkml:trace>
  <inkml:trace contextRef="#ctx0" brushRef="#br1" timeOffset="-185393.003">8316 17673 2134 0,'0'0'585'0,"0"0"-334"0,0 0 69 0,0 0-3 16,78 4-102-16,-45-8-83 0,3-7-63 15,5-2-34 1,3-2-34-16,1-5-1 0,0 3-233 0,1-3-131 15,-13 5-169-15,14 0-826 0</inkml:trace>
  <inkml:trace contextRef="#ctx0" brushRef="#br1" timeOffset="-184799.239">9187 17164 2119 0,'0'0'1198'16,"0"0"-880"-16,0 0-195 0,0 0 81 15,0 0 138-15,0 0 4 0,0 0-106 0,23 86-121 16,-19-59-70-16,-1 2-37 0,-1 0-9 0,1-1 15 0,-2 1-18 15,3-4-3-15,-1-4-22 0,-2-1-15 16,1-8-36-16,1-3-10 0,-2-5-12 0,2-4-34 16,0-2-13-16,3-10 21 0,2-5 46 15,1-5 9-15,3-4-2 0,0-4 30 16,2 1 41-16,1 1 0 0,0 1 3 16,2 4 22-1,1 5 10-15,-3 4 14 0,-2 5 17 16,0 3 21-16,-4 5-25 0,-3 1-25 0,-2 4 22 15,-1 4 30-15,-3 8-2 0,1 2-8 16,-1 4-8-16,0 3 9 0,-1 0 2 16,-2-1-5-16,0-4-25 0,2-3-22 15,-1-9-30-15,2-2-1 0,0-4-20 16,0-2 19-16,3-5-1 0,3-6-31 0,4-6 13 16,0-3 18-16,3-4-16 0,3-1-23 15,0 2-1-15,1 5 9 0,2 5 10 16,0 4-7-16,-1 5-6 0,1 4 26 0,0 2 11 15,-2 6 15-15,0 5 25 0,-3 2 18 16,1 1 10-16,-2 2-26 0,-1 0 7 16,-2 3 21-1,-1-2-24-15,-1 2 6 0,-2 0-34 16,0-2 9-16,-1-1-27 0,1-3-30 16,4-3-68-16,0 0-88 0,3-3-56 0,2 0-69 15,-2-3-261-15,8-5-858 0</inkml:trace>
  <inkml:trace contextRef="#ctx0" brushRef="#br1" timeOffset="-184445.275">10343 17179 1934 0,'0'0'1373'0,"0"0"-838"0,0 0-308 0,0 0 63 16,-88 2 99-16,63 9-62 0,1 2-107 0,1 5-20 15,0 4-42-15,1 6-58 16,6 1-16-16,-1 3 25 0,8 1-18 0,2-4-46 15,0-3-27-15,6-7-18 0,-1-6-3 16,2-6-21-16,0-4-12 0,4-3-19 16,6-2-5-16,0-6 9 0,5-6-28 15,-1-8-33-15,1 0-30 0,1-4 8 16,-2 0 13-16,0 2 20 0,1 2 37 31,1 3-9-31,-2 2 9 0,3 9 6 0,-4 2 15 0,5 5 43 16,-4 1 11-16,3 5 62 0,-4 5 25 15,3 2 0-15,-3 3-22 0,1 0 21 16,-2 2-21-16,1-1-6 0,-4-1-27 16,-1-5-43-16,1-2-16 0,2-4-17 15,-2-4-34-15,1 0-97 0,3-9-65 0,-3-4-167 16,-1 1-361-16,2-12-803 0</inkml:trace>
  <inkml:trace contextRef="#ctx0" brushRef="#br1" timeOffset="-184298.341">10578 17164 23 0,'0'0'1680'0,"0"0"117"0,0 0-1525 0,0 0-140 16,23 72 207-1,-17-50 23-15,0 0-58 0,3-3-32 0,0-2-111 16,4-7-98-16,1-2-63 0,2-7-36 16,2-1-52-16,2-5-74 0,0-8-98 0,1-3-7 15,1-8-186-15,1-4-324 0,-7 6-621 16,7-13-509-16</inkml:trace>
  <inkml:trace contextRef="#ctx0" brushRef="#br1" timeOffset="-184129.416">10945 17012 1125 0,'0'0'651'0,"0"0"814"0,0 0-1249 0,0 0-3 16,-55 71 209-16,35-45-43 0,-3 1-58 16,-3 2-37-16,0 2-19 0,0 3-76 15,-3-2-23-15,1 0-51 0,0-2-76 16,2-7-37-16,5-3-2 0,2-6-82 0,2-2-79 0,2-4-20 0,4-3-60 0,2-1-159 31,3-3-541-31,-1 0-699 0</inkml:trace>
  <inkml:trace contextRef="#ctx0" brushRef="#br1" timeOffset="-183064.687">10612 17208 3 0,'0'0'271'16,"0"0"159"-16,0 0 990 0,0 0-964 0,0 0-115 0,0 0-36 16,0 0-9-16,0 0-9 0,0 0-38 15,0 0-68-15,-32 9-28 0,32-9-26 16,0 1-26-16,0 0 1 0,0 0-31 16,0 2-16-1,2-3-21-15,2 4-32 0,5 3 10 16,3 1 16-16,5 4-10 0,4 1 22 15,1-1-19-15,4 1-9 0,1-1-10 0,-2-3-2 16,1 2 0-16,-2-1-7 0,-2 0 6 0,-2 0 1 16,0-2-12-16,-1 0-9 15,-3 1-93-15,-3-2-61 0,-2 0-10 0,2 2-10 16,-1-1-71-16,-1-1-156 0,-2 0-261 16,1 2-805-16</inkml:trace>
  <inkml:trace contextRef="#ctx0" brushRef="#br1" timeOffset="-182541.992">11631 16656 150 0,'0'0'421'0,"0"0"928"0,0 0-1054 0,0 0-117 0,-58 75 12 16,41-46 29-16,0 4-3 0,0 3-63 15,2 0 13-15,4 0-10 16,2-3 15-16,3-4-38 0,2-6-48 0,2-5-38 16,2-9-3-16,0-4-17 0,3-3-27 15,3-2-35-15,1-2 35 0,2-4 13 0,2-4 0 16,-2 0-2-1,1-1-11-15,0 3-3 0,0 3-22 16,-1 5-25-16,2 2 6 0,1 9 44 0,-2 7 59 0,2 6 4 16,-1 1-38-16,-3 6-3 0,1-1 26 15,-3-1 8-15,2 0-15 0,-4-3-39 0,2 1-2 16,-1 1 0-16,0-2-14 0,-1 1-39 16,0-4-98-16,-1-3-79 15,2-3-77-15,-1-3-162 0,4-3-705 16,-5-4-490-16,3-1 1530 0</inkml:trace>
  <inkml:trace contextRef="#ctx0" brushRef="#br1" timeOffset="-181022.41">12395 16983 805 0,'0'0'3'16,"0"0"798"-16,0 0 197 0,0 0-599 15,0 0-95-15,0 0 20 0,0 0-16 16,0 0-66-16,0 0-58 16,0 0-54-16,-71 23-34 0,71-5-25 15,0 2-13-15,5 6 25 0,3 2-22 16,2 1 13-16,1-4-16 0,0-1-15 16,-1-8 0-16,-1-3-1 0,1-6-20 0,-2-2-20 15,0-5 0-15,0 0 10 0,4-5 6 16,-1-7-3-16,2-5-15 0,0-6-10 0,-4-3-66 15,4-3-19-15,-6-1-21 16,0 3 24-16,-2 0 28 0,-2 3 8 0,-2 2 16 16,-1 2-15-16,0 4 2 0,-6 1 32 15,-4 3 21-15,-3 4 1 0,0 4-1 16,0 3 12-16,-3 1-12 0,2 5-12 16,1 5-22-16,1 7 0 0,4 2-7 15,-1 4 29-15,3-2 9 0,2-2 0 0,3-1-25 0,-1-4-90 0,2-3-234 16,0-4-323-16,0 2-843 0</inkml:trace>
  <inkml:trace contextRef="#ctx0" brushRef="#br1" timeOffset="-180753.263">12634 16855 26 0,'0'0'261'0,"0"0"876"0,0 0-422 16,0 0-146-16,0 0-78 0,84 61-125 15,-73-40-50-15,-2 4-52 0,-2 2-65 16,-3 2-47-16,-1 1-56 0,-3 1-38 16,0-1-2-16,0-2-19 0,-3-3-1 15,-1-6-11-15,3-2-13 0,-1-9-10 0,1-3 14 16,1-5 17-16,0 0-5 0,0-7 9 0,0-5-37 16,1-4-16-16,3-6 1 15,5-3-6-15,-1-6 8 0,4 0-42 0,0 0-12 16,5 1-1-16,-1 4-37 0,3 1-28 15,-2 5-34-15,3 1-56 0,0 3-113 16,-1 2-198 0,-5 4-663-16,8-1-398 0</inkml:trace>
  <inkml:trace contextRef="#ctx0" brushRef="#br1" timeOffset="-180020.311">13167 17044 196 0,'0'0'2672'16,"0"0"-2243"-16,0 0-283 0,0 0 127 16,0 0 114-16,0 0-73 0,0 0-106 15,0 0-70-15,0 0-61 0,-79-7-10 0,70 7-15 16,-3 0-30-16,1 0 8 0,1 0-8 16,0 7-4-16,0 3-15 0,1 1-1 15,0 3 16-15,1 5-2 0,2 1-13 0,1 2 30 16,0 2 4-16,0-1-16 0,3-1-3 15,2-4 13-15,0-3-4 0,0-2-11 16,2-6-13-16,5 1 9 0,-3-5-12 16,3-2 0-16,2-1 0 0,1 0-1 15,-1-1-2-15,2-5 2 0,1-3 1 0,1-2 12 16,2-2-12 0,-1-3-31-16,1 0-11 0,0-2-4 15,-1-2 0-15,2-2-21 0,-1-1-9 0,0-2-7 0,-3 1 0 16,-1-2 0-16,-2 3 19 0,-2 0-7 15,2 2 25-15,-5 0-1 0,-1 4-8 16,-3-1 21-16,0 1-10 0,0 0 16 16,0 0 16-16,0 1-7 0,-3-1-30 15,2 1 11-15,-1 0 7 0,-2 2 30 16,1 2-2-16,3 0-13 0,-1 1-9 0,1 3 0 16,0-1 7-16,0 3-20 15,0 0-7-15,0 3-36 0,0-1-73 0,1-1-39 16,2-1 0-16,0 2 24 0,0-3 25 15,-2-1 16-15,3-1 12 0,1-1-48 16,-2-2 6-16,1 2 83 16,-1-2 75-16,-1 1 42 15,-1 1 62-15,2 0 34 0,-1 3 14 0,-2 1-2 16,0 0 4-16,0 3-4 0,0 0 9 16,0 1 18-16,0 0 3 0,0 2-17 15,0 0-15-15,0 0-17 0,0 0-23 16,0 2-24-16,0 3-7 0,0 3-9 15,0 4-6-15,0 2 5 0,-2 7-2 0,2 1 2 0,0 4 0 16,0 0 19-16,0 5 15 0,0 4-16 16,0 1-21-16,0 4-28 0,0 4-23 15,0 0 8-15,0-1-9 0,0 1-12 16,2-6-1-16,1-1-1 0,2-8-19 16,-1-7-43-16,0-6 0 0,2-7 0 15,3-6-58-15,-1-3-55 0,1-1-42 0,0-10-9 0,4-6-68 16,-2-5-214-16,2-3-295 0,-4 4-674 15</inkml:trace>
  <inkml:trace contextRef="#ctx0" brushRef="#br1" timeOffset="-179720.079">13484 16923 1125 0,'0'0'599'0,"0"0"650"16,0 0-1009-16,0 0-4 0,23 72 165 15,-15-59 1-15,0-3-86 0,3-5-165 16,1-4-83-16,0-1-35 0,1-6-2 15,1-4 0-15,-1-3-29 0,0-3-2 0,-1-2-46 16,-1-3-71-16,-2 0-31 0,-2 1-16 16,-4 2 21-16,-1 2 22 0,-2 5 20 15,0 2 16-15,0 5 7 0,-5 0 43 0,-5 3-3 16,1 1 38-16,-2 0 10 0,-1 2 2 16,0 9-5-16,1 2 34 0,1 6 12 0,3 6 0 15,-3 4 23-15,6-1 15 0,-2 2 3 16,1 1 17-16,1-3-33 0,3-1-21 15,-1-5-57-15,0-5-65 0,2-5-134 16,0-5-96 0,5-4-55-16,2-3-128 0,2-9-140 15,1-5-182-15,0-1-607 0</inkml:trace>
  <inkml:trace contextRef="#ctx0" brushRef="#br1" timeOffset="-179504.263">13830 16838 1011 0,'0'0'123'0,"0"0"1178"15,0 0-879-15,0 0-159 0,0 0 66 0,48 73-6 16,-44-53-44-16,-1 4-25 0,1 0-28 16,-4-1-69-16,0 0-65 0,0 0-33 0,-1-3-35 15,-3-1 1-15,-1 0-7 0,2-5-15 16,-1-4 16-16,4-3-4 0,0-4-12 16,0-2 21-16,0-1-2 0,3-4-22 15,3-6 0 1,2-5 35-16,1-3-26 0,5-4-9 15,-2-5-92-15,5 0-74 0,-1-2-34 16,4-2-41-16,2 2-169 0,-5 6-306 0,11-7-1160 0</inkml:trace>
  <inkml:trace contextRef="#ctx0" brushRef="#br1" timeOffset="-179003.69">14545 16979 421 0,'0'0'2063'15,"0"0"-1480"-15,0 0-213 0,0 0 19 16,0 0-12-16,0 0-94 0,0 0-64 16,0 0-75-16,0 0-31 0,0 0-18 15,-22 88-28-15,22-68-21 0,0 1-28 16,3-9-18-16,2-3 0 0,0-7-27 15,4-2 5-15,4-1-5 0,0-10 27 0,4-6-43 0,1-5-85 16,0-3-41-16,-2-3 9 0,0 2 34 16,-4 1 57-16,-1 3 35 0,-4 3-3 15,-2 3-19-15,-2 3-40 0,-3 5-71 0,0 2 42 16,-5 0 77-16,-4 3 48 0,-5 1 16 16,1 2 38-16,-5 0-14 0,0 5-21 15,2 4 13 1,-1 1 12-16,1 2-12 0,3 2-32 15,3 2-13-15,4-1-25 0,1-2-41 0,3-1-210 16,1-2-403-16,1-1-1000 0</inkml:trace>
  <inkml:trace contextRef="#ctx0" brushRef="#br1" timeOffset="-178872.156">14815 16998 1570 0,'0'0'1710'0,"0"0"-1250"0,0 0-205 0,93 4 49 16,-62-11-125-16,-3-4-101 0,-2-6-38 15,0-7-28-15,0-2-12 0,-3-5-108 16,-3-3-115-16,-1 0-119 0,-7 8-214 16,-4-10-827-16</inkml:trace>
  <inkml:trace contextRef="#ctx0" brushRef="#br1" timeOffset="-178618.589">14943 16597 653 0,'0'0'254'16,"0"0"1135"-16,0 0-960 0,0 0-152 15,-12 87 52-15,12-56 20 0,0 2-12 16,8 3-9 0,0 3-83-16,2 2-98 0,0 1-45 0,-1 2-44 15,-1 0-15-15,0 1-28 0,-2 0 4 16,-2 1-8-16,0-2-11 0,1 0-1 16,0-3-1-16,-3-1-11 0,-2-4 1 15,0-4-18-15,0-1-29 0,0-6-17 16,-3-2-47-16,-1-4-25 0,1-3-13 15,-3-8-32-15,3-1-78 0,-3-5-82 0,0-2-186 0,-5-2-584 16,2-2-313-16,-11-9 1087 0</inkml:trace>
  <inkml:trace contextRef="#ctx0" brushRef="#br1" timeOffset="-177870.562">15862 16371 1110 0,'0'0'1220'0,"0"0"-697"0,0 0-126 0,0 0-60 16,0 0 13-16,0 0-67 0,0 0-91 15,0 0-28-15,0 0 24 0,41 77-62 16,-27-27-19-16,-2 7-15 0,-1 4-34 16,-4 2-4-16,-2-5-8 0,-1 1-9 15,-1-6-7-15,0-4-28 16,0-8-2-16,1-9-20 0,0-9 5 15,2-8-43-15,-2-6-9 0,2-7-28 16,2-2 10-16,1-2 8 0,-1-7 7 16,0-2-4-16,2-3-9 0,-3 0 12 15,2 0 18-15,-1 5 19 0,1 1 7 16,0 4-11-16,3 4 1 0,1 0 3 16,1 5 25-16,3 9 9 0,-1 0 65 0,-1 5 3 15,-2 3-34-15,1 2 28 0,-4-1-31 0,0 0-13 16,2-3 10-16,-4-1-28 0,3-6-12 15,0-2-69-15,-1-5-98 0,2-3-64 16,2-3-162-16,-4 0-186 0,10-15-795 0</inkml:trace>
  <inkml:trace contextRef="#ctx0" brushRef="#br1" timeOffset="-177647.668">16712 16592 1330 0,'0'0'2009'0,"0"0"-1675"0,0 0-151 16,0 0 75-16,0 0 25 0,-62 89-27 16,45-52 11-16,3 1-92 0,0-1-38 0,3-1-15 15,4-3 26-15,2-3-35 0,5-5-59 0,0-2-30 16,5-5-23-16,7-1-1 0,2-5-12 16,3-1-6-16,3-3 3 0,-1-5-9 15,4 0-13-15,-1-3-45 0,-2 0-45 16,0-6-37-16,-4-2-44 0,-3 2-92 15,-3-2-239-15,-4 1-600 0,-3 1-834 0</inkml:trace>
  <inkml:trace contextRef="#ctx0" brushRef="#br1" timeOffset="-177485.082">16701 16900 893 0,'0'0'2197'16,"0"0"-1811"-16,0 0-240 0,0 0 144 15,0 0 83-15,89 29-69 0,-61-29-95 0,1-5-126 16,2-7-83-16,5-1-3 0,-2-5-123 16,0-1-152-16,2 3-162 0,-13 4-334 15,11 2-1013-15</inkml:trace>
  <inkml:trace contextRef="#ctx0" brushRef="#br1" timeOffset="-176984.656">17194 16534 440 0,'0'0'2124'15,"0"0"-1657"-15,0 0-145 0,0 0 97 16,0 0-26-16,55 66-67 0,-40-29-40 16,-3 9-65-16,1 5-62 0,-2 5-50 15,0 0-20-15,-4-1-16 0,-3-1-46 16,3-5-16-16,-5-4-11 0,1-4 0 0,-2-7-61 15,1-6-72-15,-1-7-44 0,-1-6-1 0,0-7-6 16,0-5-65-16,0-3-282 0,0-7-556 16,0-1-635-16</inkml:trace>
  <inkml:trace contextRef="#ctx0" brushRef="#br1" timeOffset="-176846.848">17424 16912 985 0,'0'0'765'0,"0"0"569"0,0 0-939 16,77-7-15-16,-50 8 59 0,1 2-133 15,-2-1-106-15,-1-2-41 0,1 0-73 16,-1-7-86-16,1-5-55 0,1-7-172 16,1-2-94-16,-5 0-84 0,-7 4-255 15,2-9-866-15</inkml:trace>
  <inkml:trace contextRef="#ctx0" brushRef="#br1" timeOffset="-176683.988">17770 16629 711 0,'0'0'212'0,"0"0"1662"0,0 0-1447 0,-20 68-138 16,16-35 8-16,1 5-61 0,0 4-35 15,2-1-12-15,-1 0-68 0,1-4-81 0,-1-1-40 16,-1-6-31-16,2 0-139 0,-3-4-116 16,-3-2-165-16,2-6-553 0,-8 6-905 0</inkml:trace>
  <inkml:trace contextRef="#ctx0" brushRef="#br1" timeOffset="-175897.774">16822 16593 726 0,'0'0'36'15,"0"0"52"-15,0 0 846 0,0 0-541 0,0 0-121 16,0 0-24-16,0 0-61 0,0 0-36 16,0 0-14-16,0 0-12 0,-75 22-26 15,65-18-26-15,4 1-35 0,-2 2-22 16,2 2 6-16,-1 3 13 0,0 2 9 15,2 3-9-15,1 1 12 0,-2 1-2 0,3 2-17 0,0-2 3 32,0 0 1-32,2 0 6 0,-2 0 6 15,0-3 6-15,-1 1 16 0,3 1-9 16,-1 0-4-16,1 0 0 0,-1-3-12 0,1 2-4 0,1 1 3 0,0-1 1 16,0 1-7-16,0 1 3 0,0 2-9 31,0 1 3-31,1 0-19 0,1-3 7 0,-1 0-4 0,1-1 1 15,-1-4-1-15,3-1-14 0,-1-1 1 16,1-3-2-16,1 0-13 0,-1-3 0 16,0 0 12-16,2 0-23 0,0-1-4 15,2 0-16-15,0-1-52 0,-1 1 3 16,0-2 0-16,3 0-7 0,0-1-23 16,2 2 28-16,4-2-31 0,1-1-10 0,5-1 54 0,2 0 12 15,2 0-99-15,4-3-215 0,3-6-307 16,1 0-558-16</inkml:trace>
  <inkml:trace contextRef="#ctx0" brushRef="#br1" timeOffset="-174649.267">18243 16455 385 0,'0'0'665'16,"0"0"839"-16,0 0-1037 0,0 0-170 16,0 0 30-16,0 0 10 0,0 0-52 15,0 0-67-15,0 0-76 0,0 0-59 16,0 0-22-16,6-7 7 0,2-4-1 16,1 3-12-16,1-4-3 0,0-1-12 0,2-2-16 15,1 1-8-15,-2 0-5 0,1 0-11 16,1 2-3-16,-2 1 0 0,-2 4-12 0,0 2 2 15,-1 4-17-15,-3-1-4 0,1 2-9 16,-1 0 7-16,-1 4-4 0,1 3 6 0,-2-1-9 16,-2 2 3-16,1 0 13 0,-1-1-1 15,0 2 9-15,-1-1 18 0,0 1 1 16,0 2 2-16,0 1 14 0,-4 5-1 16,0 2-14-16,-1 5 18 0,-4 2-18 0,1 2-1 0,1 3 1 15,-3 0 0-15,4 1 2 0,-2-1-3 16,2 0-1-16,1-1-2 0,2-4 0 15,-1-4 0-15,4-6-1 0,0-4-11 16,0-3-6-16,0-4 2 0,0-1-12 16,4-3-9-16,-1-1-18 0,2 0-4 15,-1 0 22-15,0-1 18 16,2-3 19-16,0-1 1 16,2 1-1-16,-2 0-16 0,2 2 4 0,-3 1-1 15,4 1-12-15,-2 0 10 0,0 7 18 16,1 4 12-16,0 3 22 0,1 4 0 15,0 3 13-15,-1 1-13 0,4 3 34 16,-4-1-16-16,3 1-6 0,-2-1 13 16,-1 0-16-16,-1 1 18 0,0 0 10 0,-3-1-13 15,-1 1-12-15,-3-1-6 0,0-1-22 16,0 0-18-16,-3 0-1 0,-4-2-24 0,-3-2-48 16,1-1-37-16,-5-1-41 0,-2-3-65 15,-4-1-104-15,-3-2-310 0,-2-1-871 16,5-3-327-16,-19 0 1639 0</inkml:trace>
  <inkml:trace contextRef="#ctx0" brushRef="#br1" timeOffset="-155038.342">22051 2873 1327 0,'0'0'68'0,"0"0"49"0,0 0 902 0,0 0-678 0,0 0-71 16,0 0-12-16,0 0 21 0,0 0-30 0,0 0-42 16,-2-62-41-16,4 49-49 15,2 2-21-15,0-2-12 0,2 0-13 0,3 1-19 16,-1 1-12-16,1-1-19 0,2 0-5 31,1 2-1-31,0 1-12 0,2 2-2 0,-2 1-1 16,3 3-24-16,0 3 21 0,1 4-19 15,1 9 22-15,2 5 22 0,1 7 14 0,-1 6 14 16,1 5-1-16,-1 7-25 0,-1 3 16 16,-4 1-16-16,0-1-24 0,-3-2-1 15,1-3-26-15,-4-7 2 0,3-7-11 16,-2-8-7-16,-1-5-16 0,0-4-54 16,0-8-45-16,0-2-61 0,-1 0-148 15,1-10-281-15,-2 1-497 0,0-14-675 0</inkml:trace>
  <inkml:trace contextRef="#ctx0" brushRef="#br1" timeOffset="-154837.796">22539 2698 1884 0,'0'0'1138'16,"0"0"-834"-16,0 0-177 0,0 0 9 0,-77 54 161 15,55-32 23-15,-1 2-65 0,-3 2-132 16,1 2-52-16,-3 3-37 0,0 5-34 15,-1-1 0-15,0 3-31 0,2-1 30 16,1 1-88-16,2-3-47 0,4-3-44 0,3-3 8 16,3-5-14-16,4-4-47 0,6-7-81 15,4-4-144-15,0-4-236 0,8-5-418 0</inkml:trace>
  <inkml:trace contextRef="#ctx0" brushRef="#br1" timeOffset="-154590.664">23000 2677 2229 0,'0'0'738'15,"0"0"-418"-15,0 0 8 0,0 0 87 0,0 0-24 16,0 0-89-16,0 0-136 0,-34 94-56 16,19-58-3-16,1 5 3 0,0 3 11 15,3 0-29-15,3 1-38 0,1-3-30 16,4-1-20-16,3-4 7 0,0-9-11 15,10-4-12-15,1-7-7 0,6-5-5 0,1-6-3 16,3-3-40-16,2-3-9 0,1-6-58 16,0-6-65-16,-1-3-46 0,-1-1-113 15,-5-3-187-15,-3 5-456 0,-6-5-744 0</inkml:trace>
  <inkml:trace contextRef="#ctx0" brushRef="#br1" timeOffset="-154432.269">22870 3009 3025 0,'0'0'520'0,"0"0"-242"0,0 0 30 16,0 0-18-16,0 0-28 0,0 0-68 16,0 0-63-16,0 0-15 0,0 0-37 15,87-11-30-15,-53 1-49 0,6-5-9 16,-1-1-168 0,5-3-71-16,2-4-97 0,-11 8-277 15,17-12-1195-15</inkml:trace>
  <inkml:trace contextRef="#ctx0" brushRef="#br1" timeOffset="-153920.438">23461 3211 4165 0,'0'0'992'0,"0"0"-843"0,0 0-88 15,0 0 18-15,0 0 66 0,0 0 19 16,0 0 2-16,0 0-103 0,83-109-38 15,-46 59-25-15,-1-7-50 0,2 0-80 16,-1-2-21-16,-1 5 42 16,-5 3 9-16,-3 3-3 0,-6 3 9 15,-7 5 11-15,-4 6 22 0,-7 6 61 16,-4 7 3-16,0 9 43 0,0 7 33 16,-4 5 16-16,-4 1-1 0,-3 10-67 15,1 9-9-15,-2 8-12 0,0 10 46 16,-2 11 39-16,0 7 27 0,3 6-6 15,-4 3-13-15,5 2-5 0,1-7-19 0,3-7-8 0,6-15-19 16,0-10-26-16,9-13-22 0,4-6-27 0,5-9 9 16,4 0-6-16,0-11-28 0,4-8-14 15,2-5-18-15,0-9-19 0,0-4-18 16,-2-3-3-16,-1-3-6 0,-3 0 2 16,1-2 7-16,-3 1 23 0,-4 1-6 15,0 1-6-15,-4 3 46 0,-2 9 43 0,-2 3 21 16,0 11 39-16,-4 7 38 0,-3 7 21 15,1 2-7-15,-2 1-6 0,0 9-8 0,0 8 20 16,-2 7 0-16,-2 5-15 0,-2 9 5 16,0 2 4-16,0 3-12 0,0 0-28 15,1 1-51-15,2-2-6 0,0 1-85 16,3-3-108 0,0-3-56-16,2-6-1 0,7-5-191 0,0-11-629 15,2-2-885-15</inkml:trace>
  <inkml:trace contextRef="#ctx0" brushRef="#br1" timeOffset="-153704.496">24274 3119 3604 0,'0'0'409'16,"-8"66"-329"-16,3-17 101 0,-1 9 202 15,0 7 19-15,1-1-112 0,1 4-99 16,-1-4-76-16,2 0-52 0,1-5-45 15,-3-9-18-15,4-8-61 0,-2-7-54 0,3-15-28 32,0-4 4-32,0-10 2 0,0-6-22 15,6-7-102-15,-1-15-88 0,3-9-152 0,1-9-177 16,-3 8-473-16,3-29-330 0</inkml:trace>
  <inkml:trace contextRef="#ctx0" brushRef="#br1" timeOffset="-153519.759">24283 3141 1167 0,'0'0'1732'0,"0"0"-1357"0,0 0-197 0,0 0 34 0,0 0 40 16,0 0-41-16,0 0-61 0,0 0-79 16,0 0-43-16,0 0-16 0,70 30-9 15,-61-17-3-15,-1 1 0 0,-3 3-7 16,-5 2-36-16,0 2-22 0,0 1 15 0,-10 5-12 16,-2 0-29-16,-6 2-32 0,-4 0 10 15,1-1-23 1,-5-6 13-16,1-2-93 0,2-8-129 15,4-6-619-15,-5-4-609 0</inkml:trace>
  <inkml:trace contextRef="#ctx0" brushRef="#br1" timeOffset="-153002.736">24463 3067 3101 0,'0'0'608'0,"0"0"-398"0,0 0 1 0,0 0 141 0,0 0 29 31,0 0-60-31,0 0-138 0,22 74-119 0,-21-66-37 15,1 1-17-15,-1-4-10 0,4-3-27 0,1-2-40 0,2-2-12 16,6-7 36-16,3-1 16 0,2-8-13 16,3-1-18-16,1 0 13 0,-2 2 23 15,1 3 10-15,-3 2 10 0,-2 6-1 16,2 0 3-16,-2 6 14 0,-1 0 8 16,0 3 17-16,-2 6-2 0,1 0 2 15,-4 4-26-15,-1 2-12 16,-4 1 0-16,1 2-1 0,-2 3-64 15,-5 0-62-15,0 0-39 0,0 1-56 16,1 0-188-16,-1-6-534 0,1 7-745 0</inkml:trace>
  <inkml:trace contextRef="#ctx0" brushRef="#br1" timeOffset="-152617.516">26061 3149 3424 0,'0'0'522'16,"0"0"-435"-16,0 0-32 0,0 0 41 15,0 0 48-15,0 0 60 0,-39 74-74 16,31-53-90-16,-4 0-38 0,2 2-2 15,-2-2-15-15,0 4-93 0,-1-4-96 0,-2 2-177 16,5-6-379-16,-5 5-1160 0</inkml:trace>
  <inkml:trace contextRef="#ctx0" brushRef="#br1" timeOffset="-151915.355">26996 2574 3339 0,'0'0'428'0,"0"0"-230"0,0 0-113 0,0 0 122 16,0 0 177-16,0 0-22 0,0 0-121 0,-9 83-116 15,4-36-31-15,-1 8-6 0,1 2-6 16,-1-7-4-16,3-4-51 0,3-13-27 0,0-9-31 16,7-8-14-16,5-10-19 0,3-6-27 15,3-5-3-15,4-12 0 0,3-4-22 16,1-8 4-16,1-2 23 0,-4-1 3 15,-1 1 25-15,-3 4 37 0,-1 3-7 0,0 6 3 16,-2 3 7-16,1 9-4 0,-1 4 25 0,1 4 0 16,3 12 49-16,-3 8 19 0,3 10 5 15,-1 6-33-15,1 6-3 0,0 7-7 16,-1 1 19-16,1 6 12 16,-3 2 22-16,0 4-7 0,-3 4 3 0,-5-1-6 0,-3 1 3 31,-4-2-28-31,-2-3 4 0,-3-6-1 15,-5-6-12-15,-1-9-17 0,-2-5-20 0,3-9 10 16,-7-7 6-16,2-7 3 0,-2-5-21 16,-4-7-43-16,-3-2-27 0,-2-3 3 15,-4-9-17-15,0-4 5 0,-1-7-9 16,-1-4-22-16,2-5 0 0,-1-5-27 16,0-6-47-16,3-1-121 0,6-5-225 0,6 2-140 0,5 12-434 15,9-8-498-15</inkml:trace>
  <inkml:trace contextRef="#ctx0" brushRef="#br1" timeOffset="-151667.85">28198 2595 3458 0,'0'0'657'0,"0"0"-526"0,0 0 36 0,-14 69 151 15,1-31 50-15,-1 5-88 0,-1 7-95 16,3 3-58-16,1 1-36 0,5-1-15 16,4-3-13-16,2-3-42 0,2-5-21 0,7-10-20 15,3-4-1-15,2-5 18 0,3-5 0 0,-1-9-36 16,4-3 5-16,-4-6-72 0,4-7-21 16,0-7-27-16,-1-8-32 0,0-3-82 15,-3-4-153-15,-5 6-570 0,-3-8-808 0</inkml:trace>
  <inkml:trace contextRef="#ctx0" brushRef="#br1" timeOffset="-151514.452">28127 2938 1922 0,'0'0'2113'16,"0"0"-1853"-16,0 0-198 0,0 0 124 16,0 0 27-16,0 0-29 0,0 0 8 15,90 19-91-15,-56-30-101 16,0-2-43-16,2-1-91 0,0-5-74 15,2 1-66-15,-4 0-142 0,-5 6-274 16,12-3-570-16</inkml:trace>
  <inkml:trace contextRef="#ctx0" brushRef="#br1" timeOffset="-150227.964">24947 3138 750 0,'0'0'313'16,"0"0"-118"-16,0 0 36 0,0 0 36 15,0 0-33-15,0 0-72 0,0 0-23 16,-80 65-48-16,64-49-13 0,-3-1-27 16,2-3 330-16,-2 4-135 0,2-5-67 15,-3 0-4-15,2-4-13 0,2 0-14 16,-1-3-41-16,3-1-10 0,-1-1-8 16,-1-2-14-16,1-2-28 0,2-5-32 15,-5-2 16-15,4-2-28 0,-2-3-2 16,2-2-2-16,-1-1-10 0,2 0 10 0,2-1 0 15,1 1 1-15,2 1 22 0,4 1-4 16,1-1 1-16,0 3 6 0,3-2 0 16,0 1-13-16,0 1-9 0,0 0 34 0,0 1-3 0,0 2 4 0,0 3-4 15,0 1 0-15,0 4-13 0,0-1 7 16,0 3-28-16,2-1-10 0,-1 1-21 16,5 0-25-16,3 0 22 0,3 5 34 15,5 2 0 1,3 0 34-16,3 3-15 0,1-2-17 0,2 3 10 15,2 0-10-15,0-2 20 0,1-1-22 16,1 1 2-16,-4-3 10 0,0 3-12 16,-2-5 2-16,-1 1-1 0,-2 1 12 15,-3-2-13-15,-1 0 2 0,-2 2-2 0,1 0-1 16,-1 1 1-16,-2 1 12 0,3 3-12 16,-1-6 1-16,3 2 1 0,-2 0 0 15,1 0 0-15,-3-3 0 16,0-3-2-16,1 0 2 0,-2-1 17 15,-1 0 9-15,-4-1-4 0,3-4-2 16,-5-1-4-16,0-2-2 0,0 1-4 16,-2 0-10-16,-1-2 10 0,-3 1-12 15,0 1-18-15,0-2-7 0,-1 1 7 16,-3-3 18-16,-5 1-19 0,-2-3-2 0,-3 1-1 16,-3-1 10-16,0 1-7 0,-3 0 17 15,-1 2-16-15,1 2 16 0,0 4 0 0,1 4-17 16,1 2 16-16,-1 8-49 0,-1 5-13 15,-3 5 3-15,-2 6-25 0,-1 2-32 16,2 0-25-16,1 1-29 0,3-4-70 16,3-2-132-16,3-2-222 0,7-5-527 0,0 3-297 0</inkml:trace>
  <inkml:trace contextRef="#ctx0" brushRef="#br1" timeOffset="-148661.963">28602 3184 2756 0,'0'0'618'0,"0"0"-319"15,0 0 34-15,0 0-17 0,0 0 6 0,0 0-94 16,0 0-51-16,78 29 18 0,-49-51-43 0,1-8-36 15,0-6-53-15,1-7-20 0,-3-7-19 16,3-4-24-16,-3-3-6 0,1 0-28 16,-1 0-23-16,-5 2-7 0,-4 5 0 15,-4 3-21-15,-2 4 9 0,-5 2 3 16,-1 5 0-16,-5 7 36 0,0 6 22 0,-1 9 15 16,-1 4 22-1,0 7 17-15,0 3-11 0,0 2-1 16,-3 10-6-16,1 9-2 0,-4 8-1 0,0 11 18 15,0 10 19-15,-1 9-12 0,-3 5-1 16,4 2-20-16,-1-5 2 0,3-8-6 16,2-15 12-16,2-12-20 0,2-12-10 15,7-7-40-15,-1-7 4 0,5 0 5 16,2-10 1-16,3-9-40 0,1-6-37 0,1-9-2 0,0-3 5 16,-1-4 0-16,1-1 36 0,-3 0 10 15,-1 1 30-15,2 0-21 0,-7 1 15 16,1 5 3-16,-4 4 8 0,-3 10 23 15,-2 7 33-15,0 10 17 0,-3 4 30 16,0 0 9-16,0 9-13 0,0 7 10 16,0 9 21-16,0 9-25 0,0 6-15 0,0 6 40 0,-3 7-13 15,0-2-18-15,-2 3-43 0,2 0-33 16,0 0-34-16,3-6-130 0,0-2-74 16,0-6-15-16,0-2-46 0,0-11-318 15,0 6-999-15</inkml:trace>
  <inkml:trace contextRef="#ctx0" brushRef="#br1" timeOffset="-148239.294">29388 3160 3577 0,'0'0'539'15,"0"0"-402"-15,-12 75 108 0,8-37 167 0,1 8-97 16,0 5-105-16,0 0-65 0,3 1-36 0,0 2-15 15,0 0-24-15,0-1-28 0,3-2-42 0,0-4-21 16,0-4-52-16,1-7-51 0,-1-9-21 16,1-8 42-16,-2-11 21 0,1-6-28 15,0-2-33-15,0-10-19 0,3-8-65 16,-1-7 17-16,1-10-54 0,-1-4-75 16,1-5-33-1,0 0-11-15,-3-4 136 0,0-4 45 0,-3-2-2 16,0-2-74-16,0-2 71 0,-3 3 207 15,3 7 126-15,0 9 217 0,0 10-36 16,0 7-66-16,3 8-17 0,2 4 5 16,1 6-20-16,3 4 5 0,2 0 10 15,2 0-59-15,2 3-72 0,-2 4-34 16,2 4-3-16,-4 1 9 0,0 5 9 0,-2-3 15 0,-5 5-15 16,-3 0-38-16,-1 1-17 0,0-3-16 15,0 0 9-15,-8-2-11 0,-1-3-1 16,-1 1-33-16,-3-6-17 15,0 0-8-15,2-2-31 0,-4-1-25 0,5-1-17 16,-1-3-18-16,2 0-64 0,0 0-114 16,2-7-140-16,0 0-153 0,1-10-625 0</inkml:trace>
  <inkml:trace contextRef="#ctx0" brushRef="#br1" timeOffset="-147745.031">30337 2882 783 0,'0'0'2745'0,"0"0"-2363"16,0 0-304-16,0 0 92 0,0 0 194 16,-3 78-75-16,-12-55-90 0,-1 1-113 15,-4-2-44-15,-1 1-5 0,-2-4-37 16,0-3-13-16,-3-4-57 0,4-3 30 0,-3-3-40 0,-1-1-11 15,-2-3-8-15,3-2-2 0,-3 0 33 16,6-2 10-16,-1-6-35 0,5-2-9 16,5-4-38-16,1-2 49 0,9 2 16 15,3-2-20-15,6 2-5 0,8 1 68 16,5 1 32-16,4 6 104 0,3 1-23 16,3 5 8-16,1 0 51 15,4 7-3-15,-1 4-10 0,-2 1 3 16,3 2-4-16,-3-3-37 0,0 0-6 15,-1-4-1-15,2-2 16 0,-1-5-22 16,0 0-27-16,0-6-25 0,3-5-11 16,-6-2-13-16,2-5-2 0,-4-5-29 15,0 1-15-15,-1-3 4 0,-5 1-1 16,-6 4 13-16,-4 1 17 0,-3 4 13 0,-7 5 0 0,-4 0 37 16,-9 5-13-16,-10 1-21 0,-5 4 28 15,-7 0-31-15,-7 0-43 0,-5 0-3 16,-6 5 28-16,-6 4-3 0,-3 0-108 15,-5 3-9-15,-7 4-115 0,1-1-51 16,-4 6-252-16,18-4-639 0,-27 13-691 0</inkml:trace>
  <inkml:trace contextRef="#ctx0" brushRef="#br1" timeOffset="-146073.818">21176 2437 1432 0,'0'0'439'0,"0"0"-329"15,0 0 59-15,0 0 477 0,0 0-280 16,0 0-140-16,6 67-16 0,-6-41-18 16,0 4-34-16,-2 4-13 0,-1-1-24 15,2 6-27-15,-3 0 21 0,2 7-1 0,-1 5 19 16,-3 7-23-16,-1 8-27 0,0 8-24 15,-4 9-14-15,-3 13-17 16,0 13-7-16,-2 10-21 0,-1 12-24 0,0 10 2 16,2 9-88-1,2 5-25-15,6 2-16 0,2-2 43 16,5-4 6-16,3-1-4 0,5-5 16 0,1-1-27 16,2-4-5-16,3-9 18 0,-2-10 22 15,4-14 38-15,-3-10 28 0,3-12 13 16,-3-7 3-16,4-6 13 0,0-5-13 15,0-4-11-15,2-5 8 0,1-4 0 16,-2-4-35-16,-2-6 6 0,-1-6-34 0,-2-4-33 16,-1-4 7-16,-2-6 0 0,-1-2 53 15,-3-2 10-15,0-6 27 0,-3-2 0 0,0-5-58 16,-1-2-146-16,-2-3-177 0,0 0-197 16,0-2-472-16</inkml:trace>
  <inkml:trace contextRef="#ctx0" brushRef="#br1" timeOffset="-143512.474">22442 4964 2032 0,'0'0'240'16,"0"0"12"0,0 0 148-16,0 0-144 0,0 0-36 0,0 0-14 15,0 0 9-15,0 0-58 0,-87-59-12 16,76 59-20-16,-3 0-26 0,5 6-12 15,-2 6-31-15,5 6 15 0,1 7-10 16,-1 4 1-16,3 5-25 0,1 0-6 16,2 1-29-16,0-5 28 0,0-5-30 15,5-6-2-15,1-5-16 0,-1-7-3 0,1-5-7 0,3-2 3 16,-2 0 15-16,2-7 10 0,0-4 12 16,3-7-12-16,1-7-25 0,3-6-52 15,-1-4-10-15,-1-3 0 0,0-4 22 16,2-3-19-16,-1 0 31 0,0-2-18 15,-2-1 5-15,2-1 18 0,-4 1-18 16,-1-1 7-16,-1 1 12 0,-2 3 28 0,-3 3 6 16,1 4 13-16,-4 3 16 0,2 9 18 15,-3 2 39-15,0 9 30 0,0 4 20 0,0 4-14 16,0 2-4-16,0 3-11 0,0 2-23 16,0 0-19-16,0 0-21 0,0 0-21 15,0 2-10-15,0 3-3 0,-3 0 1 16,0 4-1-16,0 3-9 15,1 0 12-15,-1 2 1 0,-2 4 14 16,-2 0 0-16,3 1-11 0,-2-3 14 16,2 2 7-16,-1-1 11 0,1-3-2 15,0 3-12-15,0-5-20 0,1 2-1 16,0-3-1-16,1 0 0 0,-1-4-1 16,3 0-11-16,-1-2 9 0,0-1-9 0,1-2 10 15,0-2-1-15,0 0 2 0,0 0 0 0,0 0 0 16,0 0 1-16,0 0 1 0,0 0-1 15,0 0 0-15,0 0-21 0,0 0-4 0,0 0 3 16,0 0 20-16,0 0-22 0,0 0 8 16,0 0-2-16,0 0-4 0,0 0 20 15,0 0-10-15,0 0 10 0,0 0-1 16,0 0-13 0,0 0 15-16,0 0-2 0,0 0-15 15,0 0-10-15,0 0-6 0,0 0 12 16,0 0 9-16,0 0 13 0,0 0 22 15,0 0-10-15,0 0-10 0,0 0 10 16,0 0 1-16,0 0-1 0,0 0 0 16,0 0-10-16,0 0-1 0,0 0 2 0,0 0 10 15,0 0-12-15,-2 0 0 0,1 0-1 0,-1 0-19 16,2-4-5-16,-1 3-1 0,-1 0 10 16,1 0 2-16,-1 1 10 0,1-4-22 15,-1 4 13-15,-2 0-4 0,4-1 13 16,-2 1-9-16,2 0 12 0,-2-2 0 0,1 2 0 15,1 0-2-15,0 0 1 0,0 0-1 16,0 0 0-16,0-1 1 0,0-1-2 0,0 1 0 0,0 1-18 16,0 0-20-16,0 0-2 15,-2 0-7-15,2 0 13 0,-1 0-1 0,1 0 4 16,-2 0 0-16,2 0-5 0,0 0-5 31,0 0 6-31,0 0 7 0,0 0 6 16,0 0 6-16,0 0-12 0,0 0-45 15,0 0-60-15,0 0-89 0,0-1-46 0,0 1-69 0,-1-2-154 16,1 0-142-16,-2 1-99 0,5 7-212 0</inkml:trace>
  <inkml:trace contextRef="#ctx0" brushRef="#br1" timeOffset="-142828.516">22601 4480 1979 0,'0'0'308'16,"0"0"-143"-16,0 0-39 0,0 0 48 0,0 0 29 15,0 0-2-15,0 0-82 0,0 0-49 16,0 0-7-16,-44 89 14 0,41-58 11 16,1 8 39-16,2 4-1 0,0 5-6 15,-1 7-7-15,-1 6-47 0,-2 3-19 0,0 2-19 16,-1-3-13-16,1-3-15 0,2-8 3 0,1-10 9 15,1-9-12-15,0-11-11 0,4-4-11 16,4-6 3-16,0-5-21 0,5-3-71 16,-1-4-33-16,2 0-1 0,3-4-67 15,-2-5-132-15,-4 0-266 0,1-8-784 0</inkml:trace>
  <inkml:trace contextRef="#ctx0" brushRef="#br1" timeOffset="-142165.039">21624 4976 391 0,'0'0'1623'0,"0"0"-1345"0,0 0-87 0,0 0 90 16,0 0 27-16,0 0-68 0,0 0-8 15,0 0-67-15,0 0-55 0,0 0-28 0,0 0-10 16,-52 12-10-16,49 1 2 0,2 4 14 15,0 7 3-15,1-1 6 0,0 0-22 0,4 0-18 16,3-2-19-16,2-3-1 0,-1-5-14 16,2-2 5-16,0-4-18 0,1-2 0 15,1-2-2-15,-1-1 2 0,-1-2 0 16,2 0 0 0,2-7-23-16,0-1 20 0,-1-4 0 15,0-2-46-15,1-2-19 0,-1-4-25 0,-1-2-1 16,-4 0-2-16,1 1-3 0,-4 1 27 15,-1 0 10-15,-3 1 21 0,-1 4 0 16,-1-1 41-16,-8 5 0 0,0-1 14 16,-2 5-13-16,-3 2 13 0,2 3-14 15,-2 2 0-15,1 0-19 0,-2 1 19 0,4 8-1 0,-1 1-18 16,-1 2-37-16,5 1-8 0,0 2-53 16,1-3-80-16,1 1-135 0,-1-2-215 15,4-4-521-15</inkml:trace>
  <inkml:trace contextRef="#ctx0" brushRef="#br1" timeOffset="-141849.05">21809 4841 2055 0,'0'0'227'0,"0"0"-98"0,0 0 87 0,0 0 84 15,0 0-6-15,0 0-16 0,56 72-76 16,-49-50-54-1,-3 3-60-15,-1 5-44 0,1 3-28 16,-4 1-10-16,0 0 13 0,0-2-16 0,0-4 13 16,-4-5-16-16,4-5 0 0,0-9-2 15,0-3-20-15,0-3 20 0,0-3 2 0,0 0 1 16,0 0 21-16,4-4 10 0,-1-4 15 16,4-6 12-16,2-6 13 0,4-5-38 15,2-3-34-15,2-2 0 0,0 1-16 16,3-1-5-16,-1 2-23 0,1 4 22 0,0 1-46 0,-1 4-52 15,1 2-66-15,-3 6-44 0,0 4-79 16,0 6-156-16,-6 1-177 0,6 0-486 16</inkml:trace>
  <inkml:trace contextRef="#ctx0" brushRef="#br1" timeOffset="-141173.719">22768 5067 2368 0,'0'0'555'0,"0"0"-290"0,0 0-83 15,0 0 25-15,0 0 83 0,0 0 6 16,29 71-91-16,-18-66-90 0,3-2-44 16,1-3-13-16,1 0 22 0,3-8-3 15,-2-4-43-15,3-5-16 0,-3-3-16 16,0-2-2-16,-4 2-32 0,-2-1-30 16,-2 2-15-16,-3 3 22 0,-3 3 5 0,-2 5 4 0,-1 1 15 15,0 3 16-15,-6 0-1 0,-4 3 14 16,-3 1-13-16,-1 0 13 0,-2 0-17 15,1 0 17-15,-2 6 2 0,4 5 25 16,1 6-10-16,-2 4 7 0,4 2-20 0,-3 6 20 16,5 6 24-16,-1-2 3 0,1 1-33 15,2-4-16-15,1-1 0 0,5-10-84 0,0-5-46 16,3-8 12-16,5-4-25 0,3-2-18 16,3-8-56-1,2-6-144-15,3-5-238 0,-5 2-209 16,8-12-450-16</inkml:trace>
  <inkml:trace contextRef="#ctx0" brushRef="#br1" timeOffset="-140931.525">23107 4988 1994 0,'0'0'505'0,"0"0"-156"0,0 0 0 15,0 0-85-15,0 0-23 0,0 0 39 16,87 73-54-16,-79-53-11 16,1 2-5-16,-4 3-23 0,-2 0-64 0,-3 3-62 15,0-3-38-15,0 0-23 0,-3-3-16 16,1-3 4-16,-3-5 12 0,4-2 1 15,-2-6 0-15,3-3 0 0,0-3 0 0,0 0-1 0,3-4-37 16,4-5-24-16,3-7 61 16,7-2 9-16,-1-6 10 0,7-3-19 0,0-4-80 15,3-1-18-15,0 0-25 0,2-2-10 16,1 2-50-16,-1-2-161 0,-5 10-292 16,8-7-691-16</inkml:trace>
  <inkml:trace contextRef="#ctx0" brushRef="#br1" timeOffset="-140477.063">24052 4777 2636 0,'0'0'354'0,"0"0"-73"0,0 0-29 15,59 80-6-15,-39-39 28 0,-1 3-52 16,1 4-1-16,-2 0-18 0,2-2-46 0,0-4-74 15,1-5-74-15,-3-2-9 0,2-9-34 0,-2-7-79 16,-1-7-1-16,0-8 12 0,0-4-68 16,0-5-63-16,3-9-62 0,0-7-161 15,-7 3-319-15,7-18-721 0</inkml:trace>
  <inkml:trace contextRef="#ctx0" brushRef="#br1" timeOffset="-140307.999">24519 4829 2413 0,'0'0'651'0,"0"0"-319"0,0 0-82 0,0 0 21 16,-79 47-35-16,50-20-9 0,-3 5-63 16,-5 5-34-16,0 2-47 15,-1-1-3-15,1 1-25 0,-1-4-24 0,2 1-31 16,2-4-4-16,3-1-69 0,4-5-53 16,5-1-65-16,2-1-51 0,7-4-74 0,2-3-205 0,3-3-502 15,5-3-676-15</inkml:trace>
  <inkml:trace contextRef="#ctx0" brushRef="#br1" timeOffset="-139738.24">25640 4605 3094 0,'0'0'430'15,"0"0"-326"-15,0 0 23 0,0 0 77 16,0 0 19-16,-82 61-49 0,49-38-62 15,0-1-66-15,1 5-9 0,1-2 10 0,0 1-19 16,2-1-25-16,5-1-3 16,3-2 0-16,5-3-2 0,4 0-14 0,6-1 4 15,4-5 12-15,2 5 18 16,5-4-16-16,10 3 23 0,2 2-3 0,5-3 8 16,3 2 7-16,1 0-18 0,5-1 2 0,-3-2 1 15,6 1 12 1,-3-2-19-16,2-2-15 0,-1 1-3 0,1-1-16 15,1 0-17-15,-1-2-128 0,1 1 35 16,0 0-76-16,-3-2-96 0,-1 3-200 16,-7-5-581-16,3 7-914 0</inkml:trace>
  <inkml:trace contextRef="#ctx0" brushRef="#br1" timeOffset="-139186.24">26487 4870 2050 0,'0'0'1051'0,"0"0"-757"15,0 0-177-15,0 0 32 0,0 0 88 16,0 0 30-16,-11 66-28 0,11-35-81 16,0 3-69-16,6-4-12 0,0-1-15 15,1-8-13-15,0-4-15 0,0-4-7 16,-1-4-17-16,2-3-10 0,0-4-30 16,2-2 8-16,0 0 22 0,5-6 0 0,-4-6 12 0,2-4-12 15,2-3-73-15,-2-2-1 0,-2 1-3 16,-4 0 40-16,-1 4 9 0,-3 2 4 15,-3 3 23-15,0 4 1 0,-3 1 24 16,-3 5 10-16,-4-3-12 0,-3 4-1 16,-1 0-5-16,-2 2 15 0,2 4-13 15,-4 2-18-15,4 3-3 16,0 1-25-16,3 1 10 0,3-3-1 16,-1-2-18-16,6-3-83 0,0-3-106 15,3-2-223-15,0 0-359 0,3-1-891 0</inkml:trace>
  <inkml:trace contextRef="#ctx0" brushRef="#br1" timeOffset="-138940.787">26940 4753 2752 0,'0'0'424'16,"0"0"-188"-16,0 0 71 0,0 0-21 0,81 83 2 16,-69-56 13-16,-8 1-43 0,0 0-80 15,-4 1-84-15,0 1-54 0,0-4-18 16,0 0-22-16,-3-5-1 0,1-5-2 15,2-3-9-15,-3-5-6 0,3-5 2 0,0-2-5 16,0-1 3-16,0 0-7 0,0-6-8 0,0-2-4 16,3-7-18-16,2-1 12 0,3-6 13 31,1-4-10-31,3-3-37 0,5-5-83 16,1 3-57-16,5-1-152 0,-6 6-351 0,16-5-1104 15</inkml:trace>
  <inkml:trace contextRef="#ctx0" brushRef="#br1" timeOffset="-138520.946">27413 4838 2531 0,'0'0'1318'16,"0"0"-1072"-16,0 0-68 0,-78 57 116 16,55-36-17-16,0-1-26 0,3 4 2 0,3 0-71 15,3 1-76-15,0-3-52 0,6 3-37 0,-1-2-17 16,3-4-3-16,3-2-15 15,3-4-6-15,0-6-9 0,3-1-19 0,3-6-27 16,6 0 0-16,1-3 19 0,2-8 35 16,4-5-51-16,3-4-3 0,1-5-9 15,1-5-4 1,1-2-6-16,2-2-25 0,2-5-6 0,1 0-34 16,-1-3-48-16,0-1 14 0,-2-3-17 15,-2-1 22-15,-3 1 52 0,-4-3 93 16,-1 0 40-16,-4 2 7 0,-4 2 16 15,-4 3 29-15,-1 9 8 0,-2 6 112 16,-2 10 17-16,0 9-2 0,0 3 4 16,0 5-17-16,0 2-28 0,0 9-43 0,-4 8-1 0,-3 7 3 15,1 6-15-15,1 5 15 0,-1 6 39 16,0 2 15-16,0 1-40 0,1-1-36 16,2-2-53-16,-2 0-23 0,1-2-42 15,1-1-89-15,0-4-69 0,2-5-26 16,1-1 2-16,0-7-50 0,0-7-169 0,7-4-214 15,-1-4-491-15,5-8-268 0</inkml:trace>
  <inkml:trace contextRef="#ctx0" brushRef="#br1" timeOffset="-138274.813">27732 4963 2353 0,'0'0'555'0,"0"0"-305"32,0 0 36-32,0 0 37 0,0 0-11 15,0 0-78-15,0 0-119 0,0 0-32 16,0 0 44-16,83 26-59 0,-61-44-43 0,-1-5-25 15,1-2-101-15,-2 0-4 0,-1 1-7 16,-6 3 16-16,-4 4 34 0,-3 7 21 16,-6-1 19-16,0 5 22 0,-6 3 34 15,-5 1 16-15,-3 2-7 0,-2 6 10 0,-2 7-34 16,0 6 12-16,0 4 9 0,1 4 12 16,0 3-2-16,4 0 12 0,1-4-7 15,3-1-28-15,1-5-27 0,3-3-71 16,1-5-87-16,2-7-65 15,2-5-87-15,6 0-231 0,1-6-205 0,8-17-667 0</inkml:trace>
  <inkml:trace contextRef="#ctx0" brushRef="#br1" timeOffset="-138073.082">28130 4804 2391 0,'0'0'583'0,"0"0"-397"0,0 0-33 15,0 0 16-15,0 0 68 0,41 82-1 16,-41-61-35-16,0 1-110 0,-3 1-48 15,0-3-18-15,-4-2-9 0,4-5-14 16,1-5-2-16,2-2 1 0,0-5 14 16,0-1 4-16,0-1-17 0,5-7 7 0,5-6-6 0,3-3-3 15,4-4 0-15,5-5-104 0,1-1-64 16,3 0-81-16,4 0-127 0,-7 5-325 16,19-9-619-16</inkml:trace>
  <inkml:trace contextRef="#ctx0" brushRef="#br1" timeOffset="-137656.811">28808 4820 4172 0,'0'0'674'0,"0"0"-533"0,-16 86-46 0,16-61-50 15,0-3-17-15,0-8-7 0,8-3-21 16,7-7-29-16,4-4 19 0,9 0 10 16,0-11 0-16,7-7-48 0,-2-7-38 0,0 0 0 15,1-2 10-15,-6 1 2 16,-2 4 19-16,-3 5 2 0,-1 4 7 0,-5 6-6 16,0 5 9-16,-5 2 5 0,-1 9 38 0,-1 8 53 15,-1 4 24-15,-1 4-9 0,0 5-31 0,-4 1 6 16,-1 2 9-16,-1 3 16 0,-2 3-13 15,0 3-6-15,-8 0 0 0,-6-1-31 16,0 0-18-16,-6-1-43 16,-3-3-21-16,-1-1 36 0,0-3 13 0,-4-5 14 15,3-6-8 1,0-4 9-16,3-6 0 0,1-11 0 16,1-1-49-16,4 0-7 0,0-8 4 15,4-6 25-15,4-5-47 0,-1-2-74 16,3-8-85-16,3-1-122 0,3-2-253 15,0 5-409-15,0-10-470 0</inkml:trace>
  <inkml:trace contextRef="#ctx0" brushRef="#br1" timeOffset="-136871.519">22242 6167 2651 0,'0'0'514'0,"0"0"-313"16,0 0-1-16,0 0 132 0,0 0-56 0,0 0-99 16,0 0-28-16,0 0-35 0,0 0 25 15,0 0 23-15,82 7-6 0,-43-2-67 16,0 1-71-16,-1-3-18 0,-4 0 0 0,-2-2 0 0,-3-1-2 15,-2 0-31-15,-4 0-31 0,-1 0-65 16,-4-1-83-16,-6 1-71 0,-3 0-176 16,-5 0-548-16,-4 6-709 0</inkml:trace>
  <inkml:trace contextRef="#ctx0" brushRef="#br1" timeOffset="-136671.127">22375 6379 2365 0,'0'0'403'0,"0"0"-98"15,0 0-14-15,0 0-28 0,0 0 34 32,0 0-27-32,0 0-65 0,0 0-32 15,87 27-80-15,-62-37-41 0,4-2-24 0,-2-6-16 16,1 0-12-16,-4 0-31 0,0-3-77 16,-4 1-31-16,-2-1-37 0,-2 0-74 0,-2 2-185 15,-5 2-302-15,-4-2-752 0</inkml:trace>
  <inkml:trace contextRef="#ctx0" brushRef="#br1" timeOffset="-136401.683">22538 5892 2274 0,'0'0'394'0,"0"0"-291"16,0 0 103-16,0 0 117 0,0 0-2 0,109-1-69 15,-69 2-37-15,5 4-50 0,4 1-19 16,-2 0-50-16,0 1-52 0,-4 1-44 15,-4 3-15 1,-2 3-10-16,-6 1-34 0,-8 6-34 16,-4 4-3-16,-8 6 52 0,-5 5-9 15,-6 3 6-15,0 6 19 0,-12 3 6 16,-1-3 21-16,-4 1 1 0,-2-2 2 16,-1-4 27-16,-3-8-17 0,0-4-12 15,1-5-39-15,-2-4-103 0,0-5-81 0,1-4-101 0,-1-3-133 16,7-2-357-16,-10-5-1024 0</inkml:trace>
  <inkml:trace contextRef="#ctx0" brushRef="#br1" timeOffset="-135467.245">24651 6091 2247 0,'0'0'517'0,"0"0"-267"0,0 0 194 0,0 0-137 16,0 0-87-16,0 0 3 0,0 0-15 15,0 0-78-15,0 0-46 0,0 0-51 16,0 0-32-16,-45 55 10 0,23-31-11 0,0 3 2 16,-1 0-2-16,0 1 0 0,1 0-12 15,0-2 10-15,-1-1 0 0,3-2-11 0,4-2 11 16,1-4 1-16,4 0-1 0,3-6-1 15,3 1-9-15,4-5-4 0,1 4-12 16,0-4 1-16,2 3 27 0,8 1 13 16,3 2 18-16,4-1 15 0,0 1-3 0,3-1-27 0,0 2 14 15,2 1-5-15,0-1 30 16,1-1-27-16,0 0-4 0,-2-3 10 0,0 1-6 16,-1-1-10-16,-1 0 10 0,1-1-10 15,-4 0-15-15,2-2-1 0,-4 2-2 16,0-3 0-16,-3 0-12 0,-3-4-4 15,-2 3-23-15,-3-4-32 16,-2-1-27-16,-1 0-13 0,0 0-3 16,0 0-34-16,0 0-36 0,0 0-80 15,-1-6-187-15,-2 1-551 0,-3-9-781 0</inkml:trace>
  <inkml:trace contextRef="#ctx0" brushRef="#br1" timeOffset="-135177.096">24904 6280 1573 0,'0'0'1700'16,"0"0"-1383"-1,0 0-228-15,0 0 18 0,0 0 13 16,0 0 21-16,0 0 38 0,0 0-49 15,0 0-49-15,0 0-22 0,97 45-4 16,-72-28 10-16,0 2 25 0,3 4 17 16,-1 3-30-16,-3 2-40 0,-1 1-22 0,-4-2 2 15,-2 2-17-15,-3-5-3 0,-2 0-9 16,-1-7-16-16,-1-5-54 0,0-3-26 0,-2-5-55 16,0-4-29-16,1 0-20 0,-1-7-64 0,-1-8-122 15,0-3-222-15,-2 4-601 0</inkml:trace>
  <inkml:trace contextRef="#ctx0" brushRef="#br1" timeOffset="-134966.492">25282 6170 2304 0,'0'0'433'16,"0"0"-224"-16,0 0 9 0,0 0 47 15,0 0-59-15,0 0-17 0,-90 82-22 0,66-50-44 16,-5 2-61-16,-1 4-6 15,-3 2-37-15,0 2-4 0,1 1 4 0,0-2-16 16,3-4-3-16,3-2-32 16,6-7-43-16,3-3-40 0,5-5-5 0,2-6-50 15,7-3-61-15,2-4-87 0,1-3-247 16,3-4-668-16</inkml:trace>
  <inkml:trace contextRef="#ctx0" brushRef="#br1" timeOffset="-134428.761">25654 6150 2992 0,'0'0'495'16,"0"0"-413"-16,0 0-15 0,0 0 97 0,0 0 91 16,0 0 57-1,0 0-86-15,87 53-103 0,-68-43-37 16,4 0 0-16,0 1-16 0,2 0-3 0,1-2-11 16,-3 1 5-16,1-1-1 0,-2 0-17 15,-5-2-12-15,0-1-10 0,1 1-20 16,-8-2 1-16,-1 1 1 0,-2-1 12 15,-2 2-13-15,-5 0 16 0,0 3-2 16,-7 5 14-16,-6 5 0 0,-5 2-17 0,-7 6-13 16,-6 1-11-16,-6 1-4 0,-4 1 13 15,-1 0-25-15,-4 0-19 0,4-3-5 16,2-7-32-16,6-5-11 0,10-7-47 16,5-6-58-16,7-3-100 0,3-3-327 0,6-11-791 15</inkml:trace>
  <inkml:trace contextRef="#ctx0" brushRef="#br1" timeOffset="-133594.343">27266 6011 1876 0,'0'0'448'0,"0"0"-212"0,0 0-46 0,0 0 32 16,0 0 53-16,0 0 43 15,0 0-31-15,-85 62-75 16,59-43-44-16,-3 2-53 0,-2 0-50 0,-6 2-37 15,-4 5-28-15,-1 0 0 0,-2 1-3 16,-1 1-22-16,3-2-3 0,5 1 28 16,5-8-3-16,9 1-8 0,4-9 11 15,7-1 2-15,2-3 13 0,8-4 16 16,0 0 0-16,2-1-31 0,2-2 0 0,7 3-27 0,7 2 27 16,7 0 55-16,3 2 13 0,6-2 0 15,0 1-6-15,2 1-22 0,-1-2-12 16,-1-2 5-16,-2 1-8 0,1 0-2 15,-2-3-23-15,-1 1-1 0,-3-2-11 0,-3 0-6 16,-1-1-53-16,-4 0-52 0,-4 1-63 31,-2-1-59-31,-6 2-148 0,1-1-310 16,-6 4-927-16</inkml:trace>
  <inkml:trace contextRef="#ctx0" brushRef="#br1" timeOffset="-133332.819">26723 6666 3056 0,'0'0'580'16,"0"0"-347"-16,0 0-73 0,0 0 50 16,0 0-5-16,0 0 15 0,0 0-39 15,0 0-52-15,0 0-4 0,0 0 9 16,92 32 0-16,-62-24-37 15,5-1-51-15,1 2-28 0,3-3-15 0,2 1 3 16,0 0-6-16,-1-2-15 0,2 1-16 16,-2-2-84-16,-2-1-62 0,0 0-45 15,0-1-61-15,-2 2-156 0,-8 1-525 16,6 7-584-16</inkml:trace>
  <inkml:trace contextRef="#ctx0" brushRef="#br1" timeOffset="-132645.625">28288 6060 2999 0,'0'0'562'0,"0"0"-287"16,0 0-147-16,0 0 52 0,0 0 152 15,0 0-8-15,0 0-45 0,0 0-121 16,0 0-94-16,0 0-49 0,-31 37-15 16,11-15 0-16,-4 3-3 0,0 5-12 15,-2 1 13-15,2 0-1 0,-2 2-15 0,2-2 16 0,1 1-14 16,3 1 4-16,1-6-3 0,4 3 3 15,3-5-7-15,4 0 4 0,3-5-12 16,5 1-1-16,0-3 4 16,5-1 6-16,6 2-13 0,7 2 29 0,1-2 1 15,6 0 1-15,3 0 2 0,0-1 32 16,2-1 2-16,0 0-20 0,1-5-15 0,0-2-1 0,0-1-4 16,-3-3-23-16,0-1-68 0,-2 2-64 15,-1-3-56-15,0-1-91 0,-2 0-249 16,-6-2-627-16,2 1-1162 0</inkml:trace>
  <inkml:trace contextRef="#ctx0" brushRef="#br1" timeOffset="-130604.002">29017 6200 851 0,'0'0'528'0,"0"0"-219"0,0 0-72 16,0 0 87-16,0 0 3 0,0 0-28 15,0 0-20-15,0 0-49 0,0 0-27 16,0 0-26-16,-37-8-10 0,32 8-16 0,-2 5-13 0,-3-1-20 16,4 5-25-16,-2 2-16 0,-1 4-15 15,0 4-10-15,5 4-8 0,1 2-11 16,2 2 7-16,1-1 3 0,0-1 7 16,6-3-26-16,-1-1-8 0,4-6-15 15,-2-1 14-15,0-4-15 0,2-6-15 16,2-2-10-16,0-2 10 15,0 0 2-15,2-4 11 0,-1-4 2 16,2-2 37-16,-1-1-37 0,0-3-37 16,0 1-3-16,-1-4 3 0,-3 3 13 15,2-3-10-15,-3 0-15 0,1 3 6 16,-2-2-1-16,-1 5 4 0,-2 0 25 16,-2 1-1-16,-2 0 16 0,0 1 10 15,0 0 8-15,-5 2 4 0,-3-1-1 0,-1 1-5 0,2 3-13 16,0-2 20-16,1 5-22 0,1-3-1 15,1 4 1-15,2 0-1 0,-1 0 0 16,3 0-1-16,0 0 1 0,0 0-3 16,0 0-9-16,0 0 0 0,0 0-1 0,0 0 10 15,0 0-12-15,0 0 3 0,0 0-4 16,0 0-2 0,0 0 15-16,0 0-1 0,0 0-11 15,0 0-1-15,0 0-5 0,0 0-7 0,0 0-3 16,0 0 0-16,0 0 0 0,0 0-16 15,0 0-25-15,0 0-15 0,0 0-11 16,0 0-12-16,0 0-38 0,0 0-54 16,3 2-88-16,-3 1-88 0,0-2-164 15,0 2-233-15,0-1-503 0,-3-13 999 0</inkml:trace>
  <inkml:trace contextRef="#ctx0" brushRef="#br1" timeOffset="-129501.034">28981 6203 2398 0,'0'0'474'16,"0"0"-214"-16,0 0-78 0,0 0 123 15,0 0 88-15,0 0-27 0,0 0-100 16,0 0-121 0,0 0-66-16,0 0-8 0,0 0 2 15,2 37 19-15,-2-11 8 0,0 5-17 16,0 2-16-16,1 2-10 0,-1-3-17 16,2-4-22-16,-2-3-15 0,4-6 0 0,0-6 9 15,2-4-12-15,0-6-10 0,2 0-14 16,-2-3-7-16,5 0 1 0,-2-5 0 15,4-3 30-15,2-7 0 0,-1-3-43 0,3-4 1 0,-2-1-10 16,2-3 0-16,-2 2 6 0,-1-1-2 16,0 1 14-16,-1-1 6 0,-3 2 7 15,1-2-7-15,-2 0 13 0,-3 2 15 16,-1 2 1-16,-2 3 30 0,-1 3-19 16,1 5-12-16,0 2-1 0,-1 4 1 15,0 3 9-15,1 1-6 0,-1 0 0 0,1 5 49 0,2 3 15 16,1 4 13-16,-1 5-10 0,3 2-19 15,-1 3-11-15,1 3-4 0,0 2-5 16,-1 4-4-16,2 1 3 0,-2 3-27 16,1 4 13-16,0 4-15 0,-2 2 0 31,0 3-1-31,-1-1 0 0,1 2-1 16,-3-2 0-16,3-4 1 0,-3 0-1 0,-1-5 1 0,3-3 1 15,-4-4 10-15,2-2-10 0,0-2 13 16,-3-5 10-16,2 0 3 0,-2-4-2 15,0-2-1-15,0-4-6 0,-2-4-3 16,-1-1 0-16,-3-2 3 0,1-3 13 16,-4 2-1-16,0-4-30 0,-4 0-9 15,-4 0-21-15,-4-4 5 0,-1-3-2 0,-4-1-6 0,-3-3-4 16,0-2 1-16,1-3-28 0,2 2 10 16,4-1-25-16,2 0 24 0,6 0-3 15,0 1-6-15,6-3-3 0,-1 3-24 16,3-7-32-16,1 0-24 0,0-2-96 0,4-2-71 15,-1-5-47-15,2 0-212 0,0 5-483 16,0-17-664-16</inkml:trace>
  <inkml:trace contextRef="#ctx0" brushRef="#br1" timeOffset="-129100.142">28986 6094 1793 0,'0'0'425'0,"0"0"-292"0,0 0-39 0,0 0 64 16,0 0 0-16,0 0-49 0,0 0-70 15,-25 67-39-15,16-47-10 0,4 0 7 16,-4 1-29-16,0-1-36 0,-1 2-74 16,4-2-64-16,-1-1-76 0,2-1-72 15,2-5-176-15,1 1-99 0</inkml:trace>
  <inkml:trace contextRef="#ctx0" brushRef="#br1" timeOffset="-128620.869">29923 5981 2523 0,'0'0'332'15,"0"0"-162"-15,0 0 80 0,0 0 52 0,0 0-21 16,0 0-23-16,84 35-43 16,-67-22-54-16,0 5-53 0,-2-1-25 0,4 1-15 15,-2 1-16-15,0-1-12 0,-3 1-6 16,1-1-31-16,-2 0-1 0,-2-1 0 16,-2 1-2-16,-3-3 1 0,-1 2-2 0,-2 1-17 0,-3-1-65 15,0 1 7-15,-6 1 23 0,-6 0-5 16,-5 3-26-16,-3-1-52 0,-2 1-41 15,-2-4-43-15,-2 1-38 0,0-7-170 16,8-2-388-16,-16 3-959 0</inkml:trace>
  <inkml:trace contextRef="#ctx0" brushRef="#br1" timeOffset="-124386.572">21187 5819 2123 0,'0'0'485'0,"0"0"-176"0,0 0 2 0,0 0 26 15,0 0-24-15,0 0 1 0,0 0-63 0,0 0-75 16,0 0-40-16,0 0-35 0,-7-6-24 16,7 13-38-16,-1 7-20 0,1 8 2 0,0 13 19 15,0 8-12-15,0 9-1 0,0 9-9 16,5 6-6-16,0 4 8 0,1 5-18 16,0 7-4-16,2 4 1 0,-2 4-27 15,2 0-11 1,-2 3-29-16,1-1 4 0,-2-3 18 0,-1-4 10 15,-1-2 11-15,-2-3 4 0,-1-5-19 16,0-1-3-16,0-6-22 0,-6-2-9 16,-3-3 28-16,0-4 9 0,0-5 9 15,0-2 6-15,3-10 20 0,1-5-16 16,2-9 18-16,2-6 0 0,1-6 0 16,0-9-2-16,0-2 1 0,0-6 1 15,0 0 2-15,0 0 10 0,0 0-9 16,1 0 9-16,2 0 13 0,3 0 18 0,2 0 13 0,1 0-7 15,3-2 7-15,2-3 2 0,1 2-15 16,2-2-9-16,0-1 6 0,3 0-10 16,2-3-2-16,1 0 12 0,0-1-10 15,4-2-8-15,1-1 5 0,5 0-24 16,2-2 9-16,5 2-11 0,2 1 12 16,2 3 5-16,5 1 0 15,2 2-3-15,-1 4-15 0,3-3 0 0,1 5 10 16,-1 0-10-16,6 0 0 0,0 0 0 15,0 0-2-15,3 0-11 0,2 0 11 16,-1 0 1-16,1-1 1 0,2-1-1 16,-3 0-1-16,1 0-1 0,-5 2 2 15,-3 0-14-15,0 0 13 0,-3 2-13 16,-2 3 12-16,-1 0-9 0,5 1 12 0,1 1 1 0,5-1 35 16,2 0-33-16,4-1-3 0,3 0-46 15,4 0 33-15,1-3 13 0,5 3 2 16,1-3-2-16,6-1-1 0,-1 1 1 15,2-1 3-15,1 0 22 0,0 1-15 16,4 1-10-16,-1 0-20 0,0 1 18 16,3-2 1-1,0 2-1-15,1 1 1 0,2-4-14 0,1 4 14 16,3-4-11-16,2-1 0 0,2 0-7 16,1-6 17-16,2 0-19 0,2-4 9 15,-1 1-22-15,2-3 6 0,0-1 7 16,0 1 18-16,-1-2 0 0,4 2-25 15,-2-1 27-15,-1 0-17 0,2 1 18 16,-3 0-1-16,-1 0 1 0,-2 4-25 0,-4 0 6 0,-3 2 17 16,-6 3 2-16,0 3-17 0,-6 0 17 15,-2 2 0-15,-5 5-1 0,-7 1-17 16,-5 5 18-16,-2-2-3 0,-6 3-9 16,-5 0 12-16,-4 2 0 0,-5-2 0 15,-3 2-13-15,-2-1 13 0,-4-1 0 16,-3 0 2-16,-5-2-2 0,-3 2-1 0,-3 0 1 0,-5-2 13 15,-3 2-10-15,-2 2 12 0,-5-1 0 16,-1 2 4-16,-7-1-4 0,1 2-15 0,-3 1-3 16,0-2 3-16,0 3 1 0,-7-1 1 15,-2 3 14-15,1 2-14 0,-5-1 10 16,0 2-12-16,-2 5 1 0,-1 0 11 16,-1 2-9-1,-3 8-3-15,-2 9-1 0,-1 6-1 16,-5 6 2-16,-1 10 3 0,-4 5 0 15,-1 5 13-15,-2 8-16 0,0 7-13 16,-2 1 0-16,2 6 13 0,-3 5 15 0,2 2 1 16,1 5-13-16,1 2 37 0,4 0-1 15,4 1 7-15,7 0 3 0,3-3-15 16,6-3-13-16,5-1-3 0,3-6-5 0,3 0 2 16,0-5 6-16,0-4-9 0,0-3 7 15,0-4-7-15,-1-4-10 0,0-4 19 0,-2-2-6 16,-1-7-2-16,2-3-12 0,-2-6-1 15,-1-3 0-15,3-8 0 0,-3-7 1 16,2-3 1-16,0-11 0 0,3-7 0 16,-1-7 16-16,1-8-18 15,0-7-1-15,-2-2-26 0,2 0-22 16,0-4 12-16,-4-3 34 0,3-1 3 16,0-3-12-16,-2-1 10 0,0-1-13 15,1 0-4-15,-1 1-5 0,2 0-13 0,-1 2-27 16,-2-2-46-16,0-1-43 0,-2-3-23 15,0 0-65-15,-1-4-157 0,1 5-580 16,-7-15-890-16</inkml:trace>
  <inkml:trace contextRef="#ctx0" brushRef="#br1" timeOffset="-122851.286">29577 8206 2050 0,'0'0'282'16,"0"0"-101"-16,0 0 376 0,0 0-209 16,0 0-72-16,0 0-40 0,0 0-56 0,-3 81-15 15,0-42-16-15,1 9 11 0,1 2-9 0,-1 4-25 16,2-4-16-16,0-2-27 0,0-6-34 15,8-9-49-15,-3-8-23 0,7-7-5 16,-1-9-6-16,4-5 10 0,-1-4 21 16,5-1-31-16,1-11 7 0,6-6-16 15,1-5-22-15,-1-4-2 0,2-3-19 16,-5-2 9-16,-2 5 12 0,-1-3 12 0,-2 6 4 0,-2 1 5 16,-1 6 10-16,-3 3 6 0,-2 7-15 15,1 3 8-15,-5 4 35 0,0 0 44 16,2 11 34-16,-3 7 18 0,1 3-13 15,-2 8-24-15,-1 0-31 0,-1 7 9 16,-2 2 12-16,0 5-15 0,0 3-1 0,0 3 10 16,0 4-6-1,-3 0 9-15,-3 2-21 0,-3-5-10 16,1 2 13-16,-3-6 20 0,-3-3 8 16,1-5-14-16,-1-4-8 0,-1-8 2 15,1-3 16-15,-1-8-3 0,-2-4-10 0,-2-5 4 16,-4-5-19-16,-1-1-12 0,-2-4-11 15,0-7-1-15,-3-5-39 0,0-3-10 16,-1-7-33-16,0-7-31 0,-1-5-61 0,0-5-28 16,1-8-107-16,-4-1-112 0,11 12-319 0,-16-21-985 0</inkml:trace>
  <inkml:trace contextRef="#ctx0" brushRef="#br1" timeOffset="-122519.94">29324 8245 3225 0,'0'0'473'0,"0"0"-319"16,0 0-22-16,0 0 129 0,0 0 45 16,0 0-148-16,0 0-121 0,-42 84-35 15,28-62-2-15,-3 2 0 0,-1 2-19 0,-1 1 16 16,-4 2-34-16,3 2 10 0,-2 0-35 0,0-1 28 15,2 0 31-15,3-3-10 0,5-1 11 16,3-4 0-16,5-1 2 0,2-5 1 16,2-1-1-16,5-2 0 0,5-1 0 15,5 0 13-15,4 0 8 0,7 0 13 16,5 0-6 0,0 0 0-16,2 1 24 0,2 1-18 0,-2-1-13 15,3-3-19-15,-3 0-2 0,-1 0-41 16,0-3-140-16,-4-6-101 0,3-1-94 15,-12 0-363-15,9 0-1133 0</inkml:trace>
  <inkml:trace contextRef="#ctx0" brushRef="#br1" timeOffset="-122234.988">30334 8310 2955 0,'0'0'612'0,"0"0"-428"0,0 0-131 0,0 0 60 0,87 64 64 0,-70-49 60 16,0 2-27-16,-1-1-108 0,3-2-40 15,0 0-22-15,-5-1-7 0,3-2-30 16,-4 0-1-16,2 1 11 0,-5-2-10 16,-3 4 9-16,-2 2 3 0,-2-2-12 0,-3 4-1 15,-2 5-1-15,-7 0 1 0,-5 1-2 16,-6 2-46-1,-3 2-13-15,-3-2-30 0,-2-2-47 16,-3 1-19-16,-1-3-31 0,-3-3-41 16,-1-2-44-16,0-5-170 0,7-4-321 15,-14-4-645-15</inkml:trace>
  <inkml:trace contextRef="#ctx0" brushRef="#br1" timeOffset="-119376.915">30719 8476 703 0,'0'0'701'0,"0"0"-253"0,0 0-156 0,0 0 45 16,0 0 31-16,0 0-41 0,0 0-12 16,0 0-24-16,0 0-46 0,0 0-25 15,0 0 0-15,62-5-35 0,-47 5-13 16,-2 0 0-16,2-2-29 0,3 2-54 0,0-1-46 16,0 1-28-16,1 0-15 0,-2-1 1 15,2 0-1 1,-2-2-18-16,1 0-36 0,-2-2-108 15,1 1-34-15,-3 0-56 0,0 0-117 16,-5-2-279-16,-4 5-888 0</inkml:trace>
  <inkml:trace contextRef="#ctx0" brushRef="#br1" timeOffset="-119209.101">30756 8707 2884 0,'0'0'658'0,"0"0"-518"0,0 0-138 0,0 0 107 0,0 0 38 16,0 0 33-16,96-8-65 0,-66-2-62 15,5 0-53-15,-1-3-115 0,4 0-121 16,-11 4-253-16,9-6-874 0</inkml:trace>
  <inkml:trace contextRef="#ctx0" brushRef="#br1" timeOffset="-117680.712">31421 8943 13 0,'0'0'2821'16,"0"0"-2363"-16,-13 70-255 0,12-51 47 0,1-1 125 16,0-6 4-16,0-5-89 0,2-4-146 15,6-3-74-15,1 0-21 0,3-5 3 16,4-7 21-16,3-7-18 0,2-7-6 15,1-8-10-15,3-5-30 0,-1-5-9 16,1-3-30-16,-4 1-31 0,2 0 3 16,0-1-6-16,-3 0 18 0,-4 0-6 15,2 2-21-15,-5-4-10 0,-2 2 3 16,1 1-27-16,-5 2 21 0,0 5 5 0,-2 4 13 16,0 6 31-16,-2 6 18 0,-2 4 19 0,1 4 13 15,-2 4 21-15,0 6 6 0,0 0 3 16,0 5-2-16,0 0-14 0,0 5 20 15,-4 2-13-15,1 6-31 0,-6 10-2 16,3 7 39-16,-2 6-3 0,0 6 15 0,-1 7-9 16,-2 4 3-16,3 6 6 0,-4 3-19 15,4 1-29-15,-3 0 14 0,4-7-3 0,4-8 0 16,2-8-13-16,1-14 14 0,1-7 5 0,9-8-5 16,-2-6-16-16,3-5-24 0,3-1-4 15,1-10 28-15,4-7-15 0,4-7-6 16,-1-5-50-16,0-5-2 0,4-2 27 15,-3 0-19-15,-2-2-18 0,0 3-9 16,-1-2-10 0,-2 3 2-16,-3-1 1 0,2 2-1 0,-5-1-7 15,-2 2 26-15,1 1 5 0,-2 1 7 16,-3 2 16-16,-1 5 37 0,-2 1 16 16,0 5 22-16,-3 5 6 0,0 2 1 15,0 6 37-15,0 4 28 0,0 1 10 16,0 0-17-16,0 5-6 0,0 6-22 15,-2 4 3-15,-2 9-18 0,-1 5 15 0,-1 6-16 0,0 8 19 16,-2 1-13-16,2 3-3 0,-2 5-6 16,1-2-40-16,2-2-3 0,1-2-37 15,3-4-89-15,1-8-35 0,0-6-26 16,1-3-45-16,6-7-115 0,0-5-275 16,5 2-654-16</inkml:trace>
  <inkml:trace contextRef="#ctx0" brushRef="#br1" timeOffset="-115994">32264 8926 999 0,'0'0'423'0,"0"0"-94"0,0 0-37 0,0 0 32 15,0 0-8-15,0 0-33 0,0 0-62 16,0 0-20-16,0 0-26 0,0 0 2 16,0 0-1-16,-2 5-24 0,2-1-27 0,0 3-19 0,-1 0 8 0,-1 4-36 15,0 4-4-15,1 2-12 0,-1 4-13 16,1 2-3-16,1 3-28 16,0 2 1-16,0 0-19 0,0 1-3 15,0 0-13-15,0 2 4 0,0-1-19 16,0-2-39-16,0-3-11 0,0-2-24 15,0-4-59-15,1-2-36 0,1-6-55 16,1-2-131-16,0-3-219 0,-1 0-426 16,-2-1-268-16</inkml:trace>
  <inkml:trace contextRef="#ctx0" brushRef="#br1" timeOffset="-114737.579">32460 9122 1752 0,'0'0'451'0,"0"0"-244"15,0 0 22-15,0 0 141 0,0 0 23 0,0 0-73 16,0 0-100-16,0 0-68 0,0 0-15 15,2 73 25-15,-2-49-11 0,-3 4-21 16,3-3-44-16,-3 0-25 0,1-1-15 0,-1-5-21 16,3-2-25-16,0-2-14 0,0-6-14 15,0-3 7-15,0 0-19 0,0-6-10 16,2 0 7-16,1 0 19 0,3-5 22 16,-1-1-17-16,5-6-15 0,0-2-12 0,1-4-10 15,1-2 1-15,2-1 2 0,-3 3 10 0,2 1 2 16,-1 4 7-16,0 4-3 0,0 3-4 15,-2 3 10-15,4 3 6 0,-3 1 25 32,1 9 14-32,0 2 29 0,0 4 20 0,0 2-17 15,-1 2 10-15,-1 1-31 0,0 1-22 0,-1 3 22 16,-4 3 12-16,-2 1 3 0,0 2 13 16,-3 1-19-16,0 3 0 0,-3 2-10 15,-3-2 1-15,-2 1-4 0,0-1 7 16,-1-2 6-16,-2 0-3 0,1-4-4 15,0-2 7-15,-1-4-3 0,0-4-4 16,2-3-8-16,-2-2-4 0,3-7 12 16,-2-2 13-16,1-4 15 0,0-1-3 0,-2 0-34 0,-1-5-18 15,1-5-18-15,-4-6 0 0,4-2 3 16,0-5-34-16,0-1-6 0,2-1-7 16,4 1 10-16,1 1 19 0,2 3-7 15,2 2-3-15,0 0 6 0,4 0-15 16,2 0-7-16,1-2-6 0,4-1-9 15,1-2-13-15,0 1-31 16,2-1-47-16,-1-1-84 0,4 0-153 16,-2 1-167-16,-5 6-449 0,7-6-342 0</inkml:trace>
  <inkml:trace contextRef="#ctx0" brushRef="#br1" timeOffset="-114452.525">32934 9000 434 0,'0'0'2124'16,"0"0"-1645"-16,0 0-268 0,0 0 50 0,0 0 93 0,0 0-40 15,0 0-96-15,0 0-119 0,0 0-7 16,0 0 1-16,0 0-1 0,38 68-24 15,-34-43-10-15,0 6-27 0,-2 2-28 16,1 4-2-16,0 1-1 0,0 4-15 16,-3 0-30-16,0-1-103 0,0 1-58 15,0-6-27 1,0-2-71-16,0-3-150 0,0-9-533 0,0 7-586 16</inkml:trace>
  <inkml:trace contextRef="#ctx0" brushRef="#br2" timeOffset="-49990.643">441 13631 970 0,'0'0'1521'0,"0"0"-1254"0,0 0-119 0,0 0 51 0,0 0-39 16,0 0-52-16,0 0-54 0,0 0-28 15,0 0-10-15,0 0 16 0,30-9 56 16,-7 2 114-16,6 0-76 0,4-3-54 16,6 3-21-16,1-1-16 0,2 0-33 15,1 2 14-15,6-1 3 0,1 4 9 16,4-3-27-16,5 1 2 0,2 1 28 16,2 1-30-16,6-1 11 0,-1 0-12 0,2 1-18 0,3 0 18 15,1 3-3-15,0 0-7 0,-2 0 10 16,-2 0 12-16,0 0-11 0,-2-3-1 15,2-1-1-15,1-4 0 0,1-2 0 16,1-2 0-16,2-1-55 0,3 0-1 16,0 0-7-16,4 1 61 0,-4 3 2 0,0 2 1 15,-3 0-12 1,-1 5 9-16,-1-4 6 0,-4 2 2 16,0 2-5-16,-1 0-1 0,-4 1 1 15,0 1 8-15,-1 0-8 0,1 0 0 16,-4 1 24-16,-2 4-23 0,-2 2 11 0,-2 1-10 15,-3 0 0-15,-2 0 4 16,-5 3 13-16,-4 0-15 0,-3-3-4 0,-4 1 13 16,-2-2-7-16,-5 0-6 0,-2-5 1 0,-1 3 17 0,-1-4 1 15,-3 2-19-15,-1-3-4 0,-2 0 4 16,2 0 0-16,-5 0 3 16,-2 0-3-16,-1-4 0 0,-1-2 19 0,1 1 9 15,-3-3-14-15,-1 1-12 0,-3-4 21 16,1-1 30-16,-4-2 9 0,0-4-28 15,0-3-34-15,-1-2-21 0,-5-3 6 0,-3 0-7 16,-1-2 22-16,0-1 1 0,-2 0 0 0,1-2-1 16,1-3-2-16,0-4 2 0,-3-1 16 15,4-5-16-15,-1 0-29 0,3-4 28 16,-3 1 0-16,4-2-15 0,0 1-6 16,3 1 20-16,-3-3-17 0,1 1-5 15,2 0 20 1,-1-1-42-16,-2 0 14 0,1 0 29 15,1 0 2-15,1-2 1 0,2-6 0 0,1 0 13 16,-3-3-13-16,2-1-16 16,1 1 15-16,-2 0 1 0,2 1 3 0,0-1 13 15,2-5-16-15,5 1 12 0,1-3-12 16,3-1-15-16,4 1 13 0,0-3-1 16,3 3-26-16,4-2 26 0,1 1-26 0,3-2 27 0,0 0 1 15,3-4-12-15,0-1 13 0,-2-2-3 16,3-1 3-16,-1-2-9 0,1-1 9 15,1-2 2-15,0-2-2 0,1-2-1 16,3-3-12-16,1 0 13 0,0-2-25 0,3 2 10 16,1-1-4-16,0-1 3 0,1 1-6 15,2 0 7 1,-1-1 13-16,0 0-1 0,2-1-28 16,0 0-23-16,0-4 16 0,1 1 35 15,1 0-31-15,-3-4 34 0,2 2 0 0,-2-1 0 0,2 0-3 16,4 1-10-16,1-4-9 0,1 2 0 15,2-2-16-15,3-2-26 0,3-1 30 16,0 2 21-16,2-2-16 0,1 3 28 16,1 0-31-16,1 1 32 0,-1 1 4 15,3-2-1-15,1 1-3 0,-1 0 2 16,3-3 1-16,-3 1 0 0,1 4-3 16,-2 0 0-16,-2 3 11 0,-1 3 4 15,-3 1-15-15,2 2-1 0,-2 1-18 16,-2 2 19-16,-2-1 0 0,0 1 1 0,-2 3-1 15,-1 2 2 1,-3-2-2-16,-2 8 19 0,0-2-18 16,-1 3 22-16,-3 3-21 0,0 2 10 0,-1 3-12 15,0-1-20-15,-2 2 18 0,-4 3-15 16,-3 2 16-16,-1 5 1 0,-6 4-2 16,1 3-41-16,-3 2 40 0,0 0 3 15,-1 2 16-15,1 2-16 0,-2 1 0 16,1 1 1-16,-1 2 1 0,-5 4 14 0,2 2-3 15,-3 2-13-15,-2 3 12 0,-2 2 4 0,-1 1-13 16,-2 2 23-16,0 2-7 0,-1 2-16 16,-2 3-2-16,-2 3 27 0,-1 3 1 15,-3 3 9-15,0 1 19 0,0 1 22 16,0 2-10-16,-3 1-19 0,0-2 10 16,-1 2-10-16,-3 0 10 0,4 3-19 0,0 0-20 0,-1 0-21 15,-2 0-22-15,2 0 6 0,-2 0-15 16,-1 0-7-16,0 3-7 0,1 4 11 15,1 0-4-15,-2 4 1 0,2 1-10 16,0 4-20-16,2 3-122 0,-1 3-97 16,-1-5-384-16,-9 8-1298 0</inkml:trace>
  <inkml:trace contextRef="#ctx0" brushRef="#br2" timeOffset="-47886.476">1059 5332 453 0,'0'0'2788'16,"0"0"-2435"-16,0 0-274 0,0 0 9 15,0 0 85-15,0 0-57 0,0 0-46 16,0 0 17-16,0 0 22 0,89-46 24 16,-43 38-27-16,5-3-42 0,4 4 23 15,-5 0-44-15,-2 1 24 0,-4 0-21 16,-2 0-3-16,-6 2-18 0,-4-1-13 0,-5 2-12 15,-4-1 0-15,-6 2 1 0,-5 2-1 0,-6 0-15 16,-3 0 2-16,-3 0-14 0,0 9-28 16,-6 3 55-16,-7 6 79 0,-6 5-50 15,-7 7-29-15,-4 1-15 0,-3 4 15 16,-3 4 0-16,-3 0-16 0,-3 5-27 0,0 1 10 16,0-1 30-1,2 1-13-15,4-5-2 0,3-2 2 16,6-5 1-16,4-5-3 0,8-3 17 15,5-7-12-15,4-6-20 0,6-1-17 16,0 0 50-16,10-2 22 0,3 2 27 0,6 0 12 16,4-4 19-16,3-1-3 0,0-4-19 15,3-2-27-15,0 0 27 0,-1 0-13 16,1-2 7-16,-1-4-15 0,-1-1-20 0,0-4-17 16,-2 1-2-16,1 0 1 0,1-3-13 0,-1-1-59 15,0 0-62-15,-2-1 1 0,-2-1-38 16,0-2-75-16,-4-1-162 0,-3-2-181 15,-5 7-711-15,-3-9-747 0</inkml:trace>
  <inkml:trace contextRef="#ctx0" brushRef="#br2" timeOffset="-47701.162">1706 5367 430 0,'0'0'2552'0,"0"0"-2193"16,0 0-191-16,0 0 60 0,0 0-11 15,0 0-13 1,-98 80-60-16,74-50-64 0,-3 2-46 16,0 2-34-16,2 2-2 0,1 1-19 15,3 0-13-15,2 1-4 0,-1 0-124 0,3 0-64 16,5 1-20-16,2-2-112 0,4-2-277 16,3-11-579-16</inkml:trace>
  <inkml:trace contextRef="#ctx0" brushRef="#br2" timeOffset="-47284.993">1784 5798 2153 0,'0'0'1206'16,"0"0"-1025"-16,1 65-70 0,-1-28 166 15,0 10 105-15,-3 3-168 0,-1 2-75 16,1 2-44-16,0-3-40 0,3-1-36 15,0-6-19-15,0-4-16 0,0-7-8 16,0-10-44-16,3-6-30 0,0-6-63 16,1-10-69-16,1-1-77 0,-1-1-18 15,3-14-31-15,0-4-215 0,-1-8-86 16,0-8-143-16,-2-5 142 0,-1-3 267 0,-1 0 378 0,-1-1 13 16,-1-1 114-16,3 7 101 0,1 3 205 15,0 4 147-15,5 3-79 0,0 8-119 0,4-3-46 16,-2 9 15-16,1 2-44 0,2 2-49 0,-1 5-105 15,1 2-62-15,0 0 11 0,0 3-1 16,-4 3-13-16,0 6 45 0,-3 7 61 31,-3 3-8-31,-2 4-58 0,-2 3-54 16,0-2-24-16,-3-1-9 0,-4-2-28 16,0-4-37-16,-2-2-56 0,-1-4-33 15,0-4-42-15,1-1-16 0,2-6-55 16,1 0-118-16,-2-12-275 0,2 1-414 0,-3-16-352 15</inkml:trace>
  <inkml:trace contextRef="#ctx0" brushRef="#br2" timeOffset="-47084.559">2183 5373 1527 0,'0'0'1387'0,"0"0"-1112"0,0 0 3 0,91 18 101 15,-64-5 41-15,2 6-70 0,-2 5-15 16,1 2-42-16,-1 2-120 0,-1 0-109 15,0 2-53-15,-2-5-11 0,1-2-70 0,-5-5-88 16,3-8-27-16,-1-6 16 0,-2-4-6 16,2-8-105-16,-2-9-270 0,-7 1-549 15,1-15-525-15</inkml:trace>
  <inkml:trace contextRef="#ctx0" brushRef="#br2" timeOffset="-46946.263">2559 5307 254 0,'0'0'2694'0,"0"0"-2275"16,0 0-244-16,-45 87 62 0,27-47 115 16,-2 4-41-16,-1 2-88 0,-2 1-100 15,3-5-96-15,4-6-27 0,2-5-46 16,5-7-111-16,3-5-72 0,5-6-105 0,1-7-198 16,3-2-538-16,7-15-383 0</inkml:trace>
  <inkml:trace contextRef="#ctx0" brushRef="#br2" timeOffset="-46629.55">2827 5286 1180 0,'0'0'1766'0,"0"0"-1433"31,77-25-37-31,-47 18 79 0,0 1-112 0,-4 3-61 16,-2 1 12-16,-1 2-61 0,-1 0-48 16,-2 5-44-16,0 3-21 0,-5 3-40 0,2 1 0 15,-4 7 0-15,-4 4-16 0,-1 7 16 16,-5 4 46-16,-3 4-46 0,-1 3-25 15,-9 0 0-15,0-3 25 0,-2 0 3 16,-1-5 28-16,3-5-28 0,3-4-2 0,0-5-1 16,4-5-12-16,3-2-6 0,0-5-3 15,3 2 21-15,8-2 28 0,2-5 24 16,6 3 3-16,2-4 0 0,3-1-10 0,0 0-5 16,2-3-7-16,-2-5-11 0,2-1-13 15,-2-2-9-15,-1-3-15 0,0-3-77 16,1-2-54-16,-1-3-87 0,3-3-44 0,-3-3 10 15,-7 9-801-15,1-12-815 0</inkml:trace>
  <inkml:trace contextRef="#ctx0" brushRef="#br2" timeOffset="-46460.755">3376 5334 2827 0,'0'0'455'0,"0"0"-293"16,0 0 114-16,0 0 35 0,-76 83 45 15,54-52-111-15,3 3-88 0,1 1-87 0,0 2-51 16,0-1-19-16,3-1-40 0,1-1-9 16,2-1-127-16,4 0-62 0,2-4-118 15,5-1-158-15,1-9-283 0,0-6-524 16,2-8-66-16</inkml:trace>
  <inkml:trace contextRef="#ctx0" brushRef="#br2" timeOffset="-46229.143">3503 5620 2764 0,'0'0'529'16,"0"0"-351"-16,43 69 192 15,-29-35 215-15,3 8-200 16,-5 2-85-16,-2 2-105 0,-1 2-40 0,-1 6-58 16,-3 0-61-16,1 5-21 0,-3-2-15 15,1 0-18-15,-1-7-57 0,3-6-68 16,2-11-40-16,-2-8-24 0,1-11 29 15,1-10 0-15,-2-4-92 0,0-12-80 16,0-9-40-16,0-10 11 0,-3-11-269 0,0 10-487 0,-3-31 9 0</inkml:trace>
  <inkml:trace contextRef="#ctx0" brushRef="#br2" timeOffset="-46065.86">3734 5698 1235 0,'0'0'1262'0,"0"0"-917"0,0 0-2 0,0 0-46 15,0 0-85-15,0 0 21 0,0 0-4 16,0 0-107-1,0 0-63-15,77-4-10 0,-68 10 1 16,1 3 3-16,0-2-29 0,-1 5 7 16,0-4 3-16,-1 4-15 0,-2 0 33 15,-6 3-24-15,0 2 52 0,-6 4-80 16,-7 2-12-16,-3 5-130 0,-5-1-22 0,-4 2-35 16,-5-2-117-16,7-6-365 0,-23 10-982 0</inkml:trace>
  <inkml:trace contextRef="#ctx0" brushRef="#br2" timeOffset="-28773.154">3780 4867 680 0,'0'0'561'0,"0"0"-177"0,0 0 187 0,-60-70-347 16,40 46 8-16,-1 2 10 0,-2 0 78 0,0-1-75 16,-2 3-45-16,-4 2 11 0,1 1-38 15,-6 0-7-15,-3 4-32 0,-4 1-29 16,-4 0 1-16,-5 1-63 0,-7 3-6 16,-4 0-37-16,-4 5 0 0,-7 0-2 15,-1 3-23-15,-5 0 7 0,-1 3-1 16,-5 6 18-16,-2 1-11 0,-2 7 9 15,1-3-15-15,-2 8 17 0,0-1 0 0,-2 5-24 16,-3 2-74 0,-1 5 22-16,-3 0 18 0,4 6 28 0,-1-1 31 15,9 3 0-15,1 1-44 16,6 2 22-16,2 1 0 0,4 1 19 16,4 1 3-16,5 0 0 0,5 0 2 0,7-2-1 15,3 3 34-15,7 2-33 0,2 2-2 0,4 3-32 16,7 4 7-16,2 5-9 0,5 3 34 15,5 4-31-15,4 5 11 0,3 6 4 16,3 4-9-16,4 3-3 0,3 2 25 16,0 0-6-16,0 2-20 0,4 0 26 15,2-2 0-15,4 3-9 0,0-3 12 0,3 2 13 16,8-2 0-16,4-3 49 0,4-1-10 16,4-8 32-16,3-5-44 0,3-5 4 15,4-7-13-15,6-4 19 0,2-4-47 16,6-4 40-16,5-2-18 0,6-6-22 15,4-5 59-15,7-1-60 0,8-7 26 0,5-6 16 0,10-4 24 16,12-9-10-16,6-6 4 0,8-4-59 16,3-13 46-16,7-11-6 0,-2-11 12 15,4-8-55-15,1-11 37 0,-1-8-9 16,-3-7-13-16,-5-3 0 0,-5-2-13 16,-7 1 13-16,-11-5-14 0,-8 2-2 15,-7-4-37-15,-8 1 13 16,-7-5-8-16,-6-4-13 0,-11-4-1 15,-9 0 1-15,-11-2 0 0,-12 0 6 16,-7 2 16-16,-11 0-13 0,-11-1-1 16,-1 0 23-16,-15-1 0 0,-9 1-1 15,-11-2-5-15,-9-2-7 0,-7 1-41 16,-11-2 42-16,-12 2-73 0,-10 2 88 16,-15 2-16-16,-14 9-125 0,-17 7 39 0,-12 15 13 0,-19 20-50 15,-10 23 63-15,-6 22-355 0,-5 36-129 16,2 29-23-16,42-5-127 0,-60 75-499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39:22.11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4239 5297 2365 0,'0'0'1172'0,"0"0"-957"16,0 0-140-16,0 0-37 0,-5 78 128 15,3-49 203-15,1 8-82 0,-2 6-87 0,3 7-53 16,0 6-47-16,0 11 4 0,0 7 3 0,0 10-13 15,3 10-43-15,-3 1-26 16,3 2-22-16,1-6-3 0,0-10 0 0,2-12-46 16,0-13 7-16,4-13-46 0,0-11-10 15,-1-13-17-15,-1-6-23 0,5-8-52 16,-1-5-118-16,1-7-165 0,-2-12-196 16,-2 2-611-16,-3-21-363 0</inkml:trace>
  <inkml:trace contextRef="#ctx0" brushRef="#br0" timeOffset="317.576">4260 5489 3007 0,'0'0'561'0,"0"0"-333"0,0 0-43 0,0 0 159 32,0 0-53-32,0 0-72 0,77-50-97 15,-45 43-21-15,3 2-28 0,4 3-6 16,4 2-30-16,0 3 9 0,3 8 5 0,-1 3-17 15,-2 5-7-15,-3 2-9 0,-5 6 1 0,-3 6 2 16,-6 3-3-16,-7 3 3 0,-4 3-9 16,-6 3-9-16,-6 3 22 0,-3 2-25 15,-2 0 0-15,-11 3 12 0,-5-1 3 16,-8 0 3-16,-4 0 9 0,-5-4-2 16,-3-1 5-16,-1-5-28 0,-2-7 11 0,-3-4-13 0,-1-6-27 15,-3-7-43-15,-3-2-24 0,1-8-39 16,-2-3-29-16,0-5-45 0,2-5-54 15,1-7-85-15,7-2-145 0,3 0-156 16,14 4-644-16,1-1-213 0</inkml:trace>
  <inkml:trace contextRef="#ctx0" brushRef="#br0" timeOffset="917.899">5010 6053 2786 0,'0'0'449'0,"0"0"-328"0,0 0-19 15,0 0 117-15,0 0 124 0,0 0-52 16,0 0-31-16,0 0-81 0,0 0-44 16,0 0 9-16,8 53-1 0,-16-25-36 0,-3 5-47 0,-1 5-14 15,-2 2-16-15,1-1-17 0,1 0-13 16,0-2-11-16,4-5-4 0,4-4-3 15,4-2 15-15,4-5 3 0,7-2 24 16,4 0 4-16,7-2 5 0,1-3-3 0,4-2 7 16,4-1 17-16,2-4-23 15,0-4 5-15,2-1-21 16,2-2 12-16,-1-4-26 0,-3-4-1 16,-1-3-42-16,-2-2-58 0,-3-5-46 15,-1 1-61-15,-2-1-92 0,-4 0-98 0,-3-2-322 16,-7 8-790-16,2-9-553 0</inkml:trace>
  <inkml:trace contextRef="#ctx0" brushRef="#br0" timeOffset="1118.15">5329 6299 2319 0,'0'0'613'16,"0"0"-334"-16,0 0-8 0,0 0 105 15,-30 76 34-15,22-53-112 0,1 6-110 16,2 0-50-16,-1 4-13 0,-2 6-39 15,1 4-46-15,-1 4-40 16,-1 3-25-16,2 1-70 0,-1-1-21 16,3-3 0-16,-1-4-44 0,5-5-66 15,-1-4-38-15,2-4-10 0,2-5-76 16,5-2-193-16,-2-10-619 0,7 1-411 0</inkml:trace>
  <inkml:trace contextRef="#ctx0" brushRef="#br0" timeOffset="1858.089">7005 5704 2042 0,'0'0'492'0,"0"0"-270"0,0 0 51 15,0 0 98-15,0 0-57 0,0 0-56 0,0 0-54 16,-102-52-64-16,70 52-38 0,0 9-24 0,-5 5-35 15,-2 3 10-15,-1 2-7 16,-2 4-3-16,0 2 6 0,0 1-3 0,3 2-3 16,5-2 19-16,5 1 5 0,3-3 6 15,7-4 4-15,8 2-4 0,3-2-33 0,7-1-10 16,1 2-27-16,6 0 9 0,7 2-11 31,10 1 21-31,3-4 2 0,5 0 6 0,4-5-14 16,4-2 5-16,3-3-20 0,-3-2-1 15,0-4 0-15,-3-3-1 0,-1-1-17 16,-3 0-10-16,-3-5-54 0,-4 0-58 16,-4-2-47-16,-5 2-55 0,-6 1-129 15,-7 3-264-15,0 1-722 0,-7 3-538 0</inkml:trace>
  <inkml:trace contextRef="#ctx0" brushRef="#br0" timeOffset="2058.688">6443 6360 1934 0,'0'0'1104'0,"0"0"-724"16,0 0-66-16,0 0 29 0,0 0-16 16,0 0-58-16,0 0-48 0,65 74-44 15,-38-67 0-15,3-1-13 0,4 0-42 16,3-3-40-16,-1-3-34 0,3 0-36 16,0 0-12-16,4 0-30 0,3-3-55 15,2 3-9-15,4 0-43 0,1 3-97 0,5 4-155 16,-15-1-364-16,20 9-1209 0</inkml:trace>
  <inkml:trace contextRef="#ctx0" brushRef="#br0" timeOffset="2606.668">8217 5353 1360 0,'0'0'1632'0,"0"0"-1338"0,0 0-109 0,0 0 53 0,0 0 35 16,-91-31 34-16,61 31 6 0,-6 12-79 15,-4 7-60 1,-4 7-21-16,-5 9-25 0,-1 4-25 16,-3 9-21-16,-1 2-6 0,5 2-37 0,3-1-11 15,12-3-10-15,9-5 5 0,11-4-23 16,8-6-18-16,6-2 3 0,0-1 15 15,11-2-2-15,8-2 2 0,4-1 0 16,6-2-9-16,6-3 9 0,5 2 21 0,3-2-21 16,3-2 3-16,0-1 21 0,3-2-21 0,-2 2 12 15,-2-1-3-15,-1 2-10 0,-4-1-2 16,-2 1 1-16,-8 1 11 0,-7 1-11 16,-4-1 0-16,-6 2 15 0,0-2-14 15,-8 0 1-15,-3 0-3 0,-2 2-2 0,-4 0-14 16,-12 1-8-16,-3-2 3 0,-7-2 6 15,-4 0 3 1,-3-4-22-16,-5-1 4 0,-2-4-36 16,-2-1-47-16,-1-2-45 0,0-5-49 15,5-1-88-15,5-3-119 0,10-4-264 16,-1-7-861-16</inkml:trace>
  <inkml:trace contextRef="#ctx0" brushRef="#br0" timeOffset="3206.639">8842 6111 2992 0,'0'0'501'0,"0"0"-358"15,0 0 5-15,0 0 151 0,0 0 127 16,0 0-29-16,0 0-219 0,0 0-108 16,-69 80-22-16,46-49-2 0,0 1-9 15,1 3-7-15,1-1-3 0,2-1-2 16,3-3-23-16,4-1 13 0,4-2 6 15,1-4 10-15,7-2 5 16,0-1 7-16,3-3 5 0,6-5-18 16,3 0-8-16,3-2 8 0,8-1 6 15,6-2 13-15,5-2 11 0,8-1 67 16,6-4-49-16,3 0-35 0,6 0-4 16,2-6 3-16,0-3-9 0,0 1-31 15,-1-4-1-15,-5 0-1 0,-4-1-21 16,-4 0 6-16,-6-2-45 0,-5 5-43 0,-6-2-33 0,-7 1-6 15,-5 1-18-15,-6 3-53 0,-4-1-159 16,-6 4-295-16,0-1-625 0,-14-2-956 0</inkml:trace>
  <inkml:trace contextRef="#ctx0" brushRef="#br0" timeOffset="3439.044">9125 6234 3283 0,'0'0'526'0,"0"0"-400"15,0 0 29-15,0 0 168 0,-12 89 115 16,8-51-108-16,0 10-165 0,-2 2-96 0,0 8-20 16,0 7-25-16,-1 7-24 0,1 3-1 0,-5 1-17 15,2 1-88-15,-1-3-80 16,-1-5-34-16,1-5-25 0,1-3-89 0,2-18-305 15,3 11-954-15</inkml:trace>
  <inkml:trace contextRef="#ctx0" brushRef="#br0" timeOffset="8489.294">22003 1085 23 0,'0'0'2411'16,"0"0"-2018"-16,0 0-152 0,0 0 11 16,0 0 63-16,0 0 15 0,0 0-41 15,0 0-109-15,0 0-93 0,0 0-23 16,13-5 26-16,-4 5 24 0,0 0-16 15,0 1-46-15,2 1-12 0,-3 3-13 0,2-1 13 16,-3 2 3 0,-1 0-4-16,-1 1-8 0,-4-1-19 15,-1 3 6-15,0 0 13 0,-6 2 24 16,-5 6 21-16,-8-3-19 0,-2 4-29 16,-6 0 2-16,-2 1-28 0,1-5 0 15,0-2-2-15,2-4-2 0,6-3-22 0,1-5 12 16,5 0-16-16,3-2 28 0,3-7 2 0,3-2-2 15,3 0-42-15,2-2-22 0,2 1 18 16,8 0-6-16,1-1 19 0,6 2 30 16,-1 1 3-16,2 1 12 0,-2 3 3 0,-1 5-15 15,-4 1-6-15,-3 0 6 0,1 3 25 16,-4 4 2-16,-2-1-15 0,-1 2 10 16,-2 0-10-16,0 1 6 0,0-2 0 15,-6 1-16-15,0-2-2 16,-4 0-21-16,5-2-16 0,-6-2-20 15,5-2 2-15,-2 0 15 0,2 0 22 16,0-5-1-16,3-2 1 0,1 0-34 16,0 0 34-16,2 2-4 0,0 3-39 15,4-2-28-15,5 2 44 0,4-1 45 16,-1 3 2-16,1 0 20 0,1 0 12 16,-2 5 18-16,0 1 12 0,-3-1-30 0,-3 3-1 15,-2-2-11-15,-4 2-1 0,0 0-6 16,0 0 10-16,-3 1 2 0,-4-3-27 0,-2 2-24 15,0-3-50-15,0-1 10 0,0-3-3 16,3-1-13-16,-1 0-3 0,4 0-15 16,1 0-29-16,-3-3-31 0,2 0-41 15,2-3-87-15,-1-1-100 0,2 0-128 0,0 2-273 16,0-4-979-16</inkml:trace>
  <inkml:trace contextRef="#ctx0" brushRef="#br0" timeOffset="9137.922">23358 1298 864 0,'0'0'124'0,"0"0"925"0,0 0-799 0,0 0 5 15,89 7 39 1,-69-5 1-16,0-1-40 0,-4-1-30 15,1 4-4-15,-2-3-7 0,-1 1-26 16,-1 2-39-16,-4-4-19 0,0 2 0 16,-4 0 8-16,-2-1 13 0,-1 1-4 0,-1-1-19 15,-1-1-13-15,0 0-15 0,-1 0 1 16,-2 0-1-16,-2 0-10 0,0 3-26 16,-4-3-49-16,-2 1-15 0,-4-1-39 0,-1 1-10 15,-2-1 7-15,0 1 0 0,0-1 5 0,2 0 1 16,1 0 15-16,2-1 6 0,3-4 12 15,3 1 0-15,1 0-21 0,5 0-9 16,1 1 5-16,0-1 4 0,3-1-27 16,7-2-44-16,4 2 37 0,4-4 43 15,2 1 14-15,0 1-14 0,-1 3 15 0,-1 1 14 0,-5 1-11 16,-1 2 15-16,-3 0-15 0,-7 0-2 16,1 3 21-16,-3 1 2 0,0 2 7 15,0 0 2-15,-4 1 10 0,-5 3 17 16,-1-2-14-16,0 2-13 0,0-2 7 15,-3-1-4-15,4-3-36 0,-1-2-33 16,2-1-7-16,2-1-2 16,0 0-4-16,3 0-8 0,0-1-16 15,0 0-28-15,3 0-18 0,-1 0-21 16,-1-2-7-16,2 3-35 0,0 0-81 16,0 0-178-16,0 3-294 0,0-1-674 15</inkml:trace>
  <inkml:trace contextRef="#ctx0" brushRef="#br0" timeOffset="9930.961">22052 2552 939 0,'0'0'1055'16,"0"0"-33"-16,0 0-687 0,0 0-84 15,0 0 20-15,0 0-3 0,0 0-29 16,0 0-53-16,0 0-54 0,0 0-36 16,-1 80-7-16,-5-63-10 0,-2-3-24 15,-3 0-9-15,2-2 0 0,-1-3 6 16,-3-2-3-16,3-2 12 0,-2-2-10 0,1-2-2 15,1-1-49-15,0-1-6 0,2-4-6 16,0-1-16-16,2-5 16 0,-2 3-9 16,2-2-10-16,3 1 16 0,0 2-9 15,3-1-4-15,0 1-8 0,3 1 8 0,3-3 1 16,2 1-10-16,3 1 13 0,-1 0 5 16,1 4 16-16,-1 2-39 0,-1 1-1 0,-1 0 18 15,1 4-5 1,-3 1 8-16,3 2-36 0,-1 0-68 0,0 1-62 15,0 1-188-15,-2-1-326 0,4 3-990 16</inkml:trace>
  <inkml:trace contextRef="#ctx0" brushRef="#br0" timeOffset="10647.292">23774 2635 1965 0,'0'0'734'15,"0"0"-255"-15,0 0-72 0,0 0-7 16,0 0-77-16,0 0-78 0,85 34-58 15,-75-29-73-15,-2 3-34 0,-1 0-4 16,-2 0 10-16,-2-1-1 0,-3 2-12 16,0 0-24-16,-3 1-19 0,-5 1 4 0,-4 3 17 31,-4 2-5-31,-4-1-13 0,-3 2-14 0,0-3-7 16,-1 0-12-16,-1-2-24 0,-1-2-9 15,2-2 9-15,-1-2 2 0,5-3 19 16,0-3 3-16,1 0 1 0,5-3 18 0,4-4-1 15,-2-4-18-15,6 0-9 0,4-3-15 16,2 1-22-16,2-2-15 0,7 1 9 16,5 0 10-16,1 0 8 0,2 1 13 0,1 2-9 15,-1 4-4-15,1 1-9 0,-2 0-45 16,0 4-90-16,-1-1-102 0,0 3-222 0,-4 0-632 16,-3 0-1006-16,-2 8 1557 0</inkml:trace>
  <inkml:trace contextRef="#ctx0" brushRef="#br0" timeOffset="11627.384">21905 199 1345 0,'0'0'293'15,"0"0"795"-15,0 0-773 0,0 0-27 0,0 0 74 16,0 0-7-16,0 0-83 0,0 0-70 15,22 66-39-15,-22-42-22 0,1 6-33 16,-1 1-23-16,0 0-20 0,0 5-20 16,-3-1-2-16,-1-2-22 0,-1 1-21 0,-1-4-12 15,1-2-3-15,2-2-77 0,0-5-39 16,3-4-41-16,0-5-68 0,8-2-136 0,1-4-267 16,9-6-805-16</inkml:trace>
  <inkml:trace contextRef="#ctx0" brushRef="#br0" timeOffset="12127.857">23621 233 2880 0,'0'0'1133'0,"0"0"-978"16,0 0-80-16,0 0 201 0,0 0 74 0,0 0-93 15,0 0-95-15,0 0-53 0,0 0-18 16,85 23 0-16,-74-14-15 0,-3-2-37 15,1 0-11-15,-3 1-25 0,-2 1-3 16,-3 0-2-16,-1 3-20 0,0 1-2 16,-7 5 22-16,-10 4-37 0,-3 6-22 0,-8-3 13 15,-1 2 17 1,-1-3-11-16,1 0 41 0,4-3 1 16,4-3-1-16,5-4-11 0,4-2 11 15,6-2-15-15,3-4-2 0,3 1 3 16,0-1 1-16,6 1 14 0,6 2 36 15,5 0 10-15,8 1-16 0,3 1-5 16,6-3 5-16,5 3-27 0,1-3 24 0,1 1-12 16,-1-2-15-16,0-2-3 0,-3 1-130 0,-3-2-46 15,-1 1-50-15,1 1-78 0,-10-2-318 16,6 4-903-16</inkml:trace>
  <inkml:trace contextRef="#ctx0" brushRef="#br0" timeOffset="12883.248">24119 3219 466 0,'0'0'2761'16,"0"0"-2377"-16,0 0-181 0,82 1 133 0,-62-1-10 16,-3 0-42-16,-4 0-42 15,-1 0-47 1,-5 0-55-16,-3 0-39 0,-2 0-44 0,-2 3-41 15,0 1 2-15,-3 1 30 0,-3 4 1 16,-3 2 5-16,-2 6-14 0,-2-2-13 16,-3 1-3-16,0 0-12 0,1-3-12 0,1 2-2 15,3-2-16-15,2-1-12 0,4 1 8 16,5-4-23-16,0 6-16 0,2-3 25 16,10 5 18-16,2-1 6 0,3-1 12 15,2 3-21-15,3-4 18 0,-1 2-25 16,0-3 18-16,-1 1 10 0,-5-2 3 0,-3 1 0 15,-4 0-3-15,-6 0 0 0,-2 2 3 16,-1 1 34-16,-11 3-25 0,-5 3-10 16,-6-1 10-16,0 0 3 0,-4-2-15 15,-4-4-14-15,0-3-32 0,-3-5-63 0,-3-3-58 16,-3-4-105-16,-7 0-214 0,10-3-522 16,-31-8-991-16</inkml:trace>
  <inkml:trace contextRef="#ctx0" brushRef="#br0" timeOffset="13400.694">21770 3453 1002 0,'0'0'81'0,"0"0"1804"0,0 0-1351 0,0 0-206 16,0 0-60-16,0 0-59 16,0 0-76-16,0 0-46 0,-77 85-38 15,64-60-12-15,2-2-15 0,-1 3 9 0,6 0-19 16,1-1 16-16,5-2-10 0,0-2 16 0,3-3 12 15,7-1 3-15,7 0 3 0,0-3-9 0,8 0 21 16,1-2 0-16,2 2-6 0,3-2-9 16,-1 0 21-16,0-3-21 15,-2-2-25 1,0-3-12-16,0-2-9 0,0-2-3 0,-1-2-21 16,-1-9-82-16,0-1-47 0,-1-2-36 15,-3-3-32-15,-3-1-107 0,-2 0-252 0,-7 5-748 16,-1-7-937-16</inkml:trace>
  <inkml:trace contextRef="#ctx0" brushRef="#br0" timeOffset="13601.019">21941 3514 2512 0,'0'0'541'15,"0"0"-228"-15,0 0 61 0,-14 78 19 0,12-44-57 16,1 6-98-16,1 4-85 15,0 7-33-15,-2 2-32 0,-1 3-36 0,-1 5-34 16,-4 3-18-16,-1 0-73 0,-1 4-92 16,-3 0-78-16,1 3-81 15,1-2-193-15,-4 2-660 0,7-18-973 16,-10 19 1674-16</inkml:trace>
  <inkml:trace contextRef="#ctx0" brushRef="#br0" timeOffset="16021.419">22202 1602 748 0,'0'0'0'16,"0"0"0"-16,0 0 997 0,0 0-782 15,0 0-86-15,0 0-64 0,0 0-13 0,0 0 32 16,0 0-3-16,-25-50-36 0,20 43-9 16,0 1-4-16,-1-1-12 0,1 0 15 15,-1-1 46-15,3 2 19 0,-3 0-49 16,2-3-6-1,0 3 10-15,-2-1 9 0,3 2-6 16,0 2-29-16,0-1 3 0,2 2 16 0,0 0 35 16,-1 1 51-16,1 1 13 0,-1 0-8 15,2 0-19-15,0 0-13 0,-1 0-6 16,-1 3-4-16,1-1-14 0,-1 2-15 16,1 3-12-16,-1 3 3 0,2 3 7 15,0 6 8-15,0 3 6 0,0 7 32 0,0 4-35 16,0 3-1-16,0 5-23 0,0 2-1 0,0 5-9 15,-1 2 9-15,-4 1-22 0,-1 1 1 16,-2-1-28-16,2-4 10 0,-2-3-13 16,-1-5-24-16,5-5-16 0,0-8-21 15,2-5-16-15,2-7 3 0,0-5-18 16,0-3-19-16,0-5-28 0,7-1-44 0,1-5-49 16,4-9-101-16,2-4-285 0,-2 0-731 15,2-16-167-15</inkml:trace>
  <inkml:trace contextRef="#ctx0" brushRef="#br0" timeOffset="17624.725">22360 1350 1471 0,'0'0'449'16,"0"0"150"-16,0 0-370 0,0 0 25 15,0 0 97-15,0 0-5 0,0 0-66 16,0 0-73-16,0 0-67 0,0 0-15 15,85 11-8-15,-68-11-12 0,0 0-28 16,3 0-19-16,0 0-21 0,4 0-3 16,2-3-10-16,2 3-2 0,2-1 8 15,2 1-11-15,1-2-18 0,1 2 2 16,3-1-3-16,0 1 0 0,2-2-16 16,1 1 1-16,-1 1-6 0,0 0-16 0,1 0-9 15,-4 0-9-15,-4 0 24 0,-2 0-3 0,-2 0 13 16,-2 3-4-16,-4 1 10 0,1-1 2 15,-3-2 1-15,-4 1-7 0,2 1-18 16,-2-1-6-16,3-1-3 0,-1 0 6 16,0 1 5-16,0-1-8 0,0 1-7 15,-1 0 10-15,-2-2 9 0,0 3 6 0,-1-1 25 16,-2 3-3-16,-2-2-12 0,-1 2 14 0,0 1 1 16,-4-1 0-16,0 2 16 0,-2 0 15 15,0 0-6-15,1 0 0 0,-1-1-7 16,0 1 4-16,1-3 3 0,-1 2-22 0,0-1 16 15,3 1-18-15,-4-4 0 0,4 3 0 16,-1 1 0-16,2-1 0 0,-2 2 1 16,1-2 0-1,-1 2 13-15,0 0 7 0,2 1 3 0,-2 0-6 16,1 0-1-16,-2-1 7 0,0 1-1 16,1-2-8-16,-1 2-15 0,0-1 11 15,0 0-11-15,-2 0 12 0,1 1-1 0,-2-2 10 16,2 3-1-16,-3 1 1 0,0 2 2 0,0 2 1 15,0 4-4-15,0 3-2 0,-3-1-4 16,-1 3-13-16,0 1 17 0,-5 2-1 16,5 1-16-16,-1-3 10 0,0 0-12 15,0-1-18-15,2 0 17 0,-2-1 1 16,2 1 3-16,1-2 0 0,0 2-3 16,2-4 22-16,-2 4 2 0,2-3-11 15,0 1-12-15,0-2 1 0,0 1-2 16,-1 0-1-16,-1-1 1 15,1 1 1-15,-1 0 14 0,-1-1-3 16,2 0-9-16,-1 0-3 0,1 0 0 16,-1-2 0-16,1 1-3 0,0-1 0 15,-1 1 1-15,1-1-1 0,-2 0 3 16,2-3-2-16,-1 1-13 0,2 0 15 16,0-3 0-16,-3 1 1 0,3 0 1 15,-1-1 0-15,-1-2 31 0,2-1-15 0,0-2-18 0,0 0-1 16,-1-1 1-16,1-1 1 0,0 1-1 15,0-3 0-15,0 2-16 0,0-1-2 16,0 1 15-16,0 0 1 0,0 1-1 0,0-1 3 16,0 1 0-16,0 0-1 0,0 2 1 15,0 2 47-15,0-4 29 0,0 0-39 16,0 1-19 0,0-1-16-16,0 5-1 0,0-3 18 15,0 4-16-15,0 0 0 0,0 1-2 0,0-1-1 16,0 0 0-16,0-2 29 15,0-2-20-15,0-3-9 0,1-1-3 0,-1-2-8 16,0 0 11-16,0-2 3 0,0 1 22 16,0-1 2-16,0 0 4 0,0 0-1 15,0 0 0-15,0 0 7 0,0 0 9 0,0 0-4 16,0 0-12-16,0 0-11 0,0 0-4 0,-1 0-3 16,-1 0 3-16,2 0 0 0,0 0 4 15,0 1-1-15,0-1-6 0,0 0 0 16,0 0 6-16,-1 0 0 0,0 0-15 0,1 0 13 15,-5 0-16-15,2 0-16 0,0 0 1 16,0 2-6-16,-3 2-3 0,1-3 3 16,-1 3 8-16,3-2 13 0,-3-1 2 15,1 3 29-15,-1-4 2 0,0 0-6 16,-1 0-2-16,-2 0-1 0,0 0-6 0,-3 0-3 16,-2-6-15-16,-2 0-18 0,-2-2 6 15,-2-2 10-15,-3 0-13 0,-3 0 0 16,0-1-4-1,-4 4-2-15,-2 0-12 0,-1 1 30 16,-1 3-31-16,-4 0 22 0,-3 3-15 16,-1 0-3-16,0 0 18 0,-3 0-12 15,2 3 23-15,1-1-4 0,0 2-7 0,2-3 0 16,2 1-9-16,0 1 5 0,4-1-8 16,1-1 3-16,0-1 19 0,1 0-37 15,2 0 38-15,1 0-19 0,1-1 17 0,0-2 3 16,3 1-15-16,1-1 13 0,2 0-11 0,1 1 13 15,3 1 0-15,1-2 0 0,1 2-18 16,2-2 15-16,2 1-9 0,1 2 9 16,-1-1-9-16,4 1 10 0,-1 0-29 15,1-2 10-15,-1 2-4 0,1 0 4 16,0 0 6-16,-2 0-4 16,1 0 7-16,0 0 9 0,-3 0-15 15,1 0-4-15,1 0 19 0,-1 0 1 16,1 0 2-16,-1 2-15 0,2-2 0 15,3 3 15-15,0-2 12 0,2-1 0 16,2 0 3-16,1 0-13 0,1 0-2 16,0 0-15-16,0 0-6 0,0 0-31 15,0 0-44-15,0-1-39 0,5-2-53 0,3-2-170 0,1-1-655 16,0 0-1301-16,-4-3 1773 0</inkml:trace>
  <inkml:trace contextRef="#ctx0" brushRef="#br0" timeOffset="22984.452">24596 1203 688 0,'0'0'2113'0,"0"0"-1814"0,0 0-165 0,0 0 80 15,0 0 162-15,0 0-52 0,0 0-72 16,0 0-51-16,83-23-26 0,-65 26-34 15,-2 4-43-15,4 2-33 16,0 2-17-16,0 3 4 0,5 4 3 16,-3 1-15-16,0 3-13 0,-2 3-25 15,0 3 16-15,-1 2-3 0,-4 0-15 16,-4 4 0-16,-2 0 1 0,-6 4-1 16,-3 1-11-16,-3 2 10 0,-9-2 1 15,-1 3-2-15,-2-4-34 0,-1 0 5 16,-3-6-2-16,1-4 8 0,1-3-8 0,1-5-4 15,1-4-2-15,3-5-26 0,-1-2-20 16,3-4-25-16,1-2-32 0,2-3-61 0,0 0-114 16,1-5-130-16,3-5-128 0,-3-5-126 15,3-1-97-15,-3-6-362 0,1 4 902 16,-4-4 206-16</inkml:trace>
  <inkml:trace contextRef="#ctx0" brushRef="#br0" timeOffset="23184.671">24671 1716 333 0,'0'0'238'0,"0"0"1277"0,0 0-1000 0,0 0-261 16,0 0-71-16,0 0 38 0,0 0 17 15,0 0-51-15,0 0-48 0,-11 78-48 16,11-56-9-16,0 1 7 0,0 1 1 0,3 0-3 16,0-1 10-16,0 0-17 0,2-4-3 15,0-2 7 1,7-5 24-16,2-4 39 0,8-3-24 16,4-5-44-16,5 0-6 0,5-13 46 15,6-6-49-15,4-8-46 0,1-5-24 16,1-1-91-16,0-4-31 0,1 3-73 0,-5 2-45 15,-3 1-152-15,-14 11-391 0,1-7-1375 0</inkml:trace>
  <inkml:trace contextRef="#ctx0" brushRef="#br0" timeOffset="24188.056">25724 2241 101 0,'0'0'29'15,"0"0"1796"-15,0 0-1287 0,0 0-174 0,0 0-69 16,0 0 27-16,0 0 13 0,0 0-29 16,0 0-51-16,0 0-91 0,0 0-44 15,-27-20-27-15,15 19-29 0,-2 1-2 16,-3 0-17-16,-6 0-11 0,-3 5-23 16,-3 3-11-1,-4 4-21-15,0 0 3 0,-4 5 5 16,0 1-8-16,-1 3 6 0,-2 2-10 15,3 4 10-15,-1 4-7 0,3 1 4 0,2 3-1 16,7-2-21-16,3 0 0 0,10-3 19 16,4-2-1-16,6-1 16 0,3-6 6 15,3 0 1-15,8-4 15 0,0-5 17 16,7-1-2-16,-2-5 9 0,5-4-18 0,2-2 18 16,0 0-16-16,0-8 1 0,0-1 21 0,0-5-10 15,-7 2-23-15,0 1-13 0,-7-1-40 16,-5 0-31-16,-2 5-27 0,-2-2-31 15,-5 2-87-15,-6 0-108 0,-4 1-323 16,-15 0-905-16</inkml:trace>
  <inkml:trace contextRef="#ctx0" brushRef="#br0" timeOffset="26508.518">5270 7657 1155 0,'0'0'1706'16,"0"0"-1331"-16,0 0-190 0,0 0-23 0,0 0 135 15,0 0 57-15,0 0-28 0,0 0-92 16,-42-69-69-16,26 63-49 0,-3 2-9 16,-2 2-18-16,-5 2-20 0,-1 0-20 15,-2 0-28 1,-3 7 3-16,-1 4-24 0,1 5-13 16,-1 2 1-16,-3 3-6 0,3 5-9 15,-3 2-1-15,0 5 10 0,4 0-9 0,4 2-1 16,4 1 4-16,4 0 3 0,5 1-7 15,6-1-2-15,3 0 5 0,4-2-2 16,2-7 24-16,0-5-9 0,5-8-4 16,2-2 13-16,4-5 3 0,-2-3 1 0,4-4 21 15,0 0-1-15,2-1-3 0,0-10 4 16,0 0-1-16,-1-3-4 0,1-3-17 0,-3-2-24 16,-3 0-3-16,-2 0 14 0,-1 3 11 15,-2-1-16-15,-4 5 15 0,0-1-12 16,0 5-16-16,-7-1 11 0,0 3 19 15,-3 0-10 1,-3 6-32-16,0-1-21 0,1 1 18 16,1 0 0-16,2 1-16 0,-1 6-9 15,3 3-6-15,0-2-18 0,1 5-20 16,3 2-34-16,0-3-57 0,3 1-188 0,0 1-217 16,3 0-474-16,0-5-419 0,6 1 1041 0</inkml:trace>
  <inkml:trace contextRef="#ctx0" brushRef="#br0" timeOffset="26883.04">5668 7931 1516 0,'0'0'2264'0,"0"0"-1912"0,0 0-351 0,0 0 46 16,0 0 127-16,0 0 25 0,0 0-64 16,0 0-83-16,0 0-30 0,79 0-22 15,-68 0-12-15,0 0-68 0,-3 0-105 16,-1 1-126-16,-2 3-183 0,-5 7-829 0</inkml:trace>
  <inkml:trace contextRef="#ctx0" brushRef="#br0" timeOffset="27062.935">5640 8143 2884 0,'0'0'977'0,"0"0"-833"16,0 0-90-16,0 0 162 0,0 0 90 16,0 0-44-16,0 0-106 0,84 28-89 15,-60-28-27-15,5 0-22 0,1 0-18 16,2-5-89-16,3-2-49 0,1-1-49 0,-2 0-38 0,1 3-145 15,-11 2-389-15,7-3-1207 0</inkml:trace>
  <inkml:trace contextRef="#ctx0" brushRef="#br0" timeOffset="28066.612">6636 7806 212 0,'0'0'2555'0,"0"0"-2147"0,0 0-258 0,0 0 40 15,0 0 98-15,0 0-8 16,0 0-37-16,0 0-63 0,-81 51-72 16,71-36-34-16,2 1-22 0,2 7-15 15,0 2 0-15,3 4-12 0,3 3-22 16,0 3 15-16,0 2-18 0,0-1 0 0,6 0-1 16,1-1-14-16,1-4 0 15,4-3-1-15,-2-3-51 0,6-5-38 0,2-1-25 16,2-7-21-16,3-1-14 0,0-1-61 0,1-3-121 15,2-2-233-15,-3 1-641 0,-4-5-463 0,4 2 1625 0</inkml:trace>
  <inkml:trace contextRef="#ctx0" brushRef="#br0" timeOffset="28672.313">7201 7804 912 0,'0'0'2065'0,"0"0"-1739"0,0 0-154 0,0 0-17 0,0 0 101 15,0 0 52-15,0 0-75 16,0 0-110-16,0 0-52 0,0 74 10 0,0-39-5 16,0 8 4-16,0 0-28 0,3 0 3 15,-2-3-9-15,2 0-24 0,-1-3-11 16,-1-1-11-16,2-2-12 0,-1-3-37 16,-1-6-65-1,3-4-70-15,3-5-32 0,1-6-29 16,2-5-50-16,1-5-154 0,-1 0-508 0,-2-5-403 0</inkml:trace>
  <inkml:trace contextRef="#ctx0" brushRef="#br0" timeOffset="29014.692">7703 7847 114 0,'0'0'2794'0,"0"0"-2477"15,0 0-187-15,0 0 102 0,83-4 74 16,-64 4 8-16,0 0-96 0,-2 4-54 16,0-1-60-1,-1 2-42-15,-4 3-35 0,-1 0-27 0,-2 4-30 16,-5 4 30-16,-1 3 15 0,-3 6-14 16,0 2-2-16,-9 4-29 0,-1 0-3 15,-1-2-4-15,-1-4 37 0,4-1 1 16,0-6 1-16,4-3 13 0,1-3-13 15,1-3-2-15,2-1 0 0,0-4-1 0,2 3 1 0,5 0 22 16,2-2 27-16,4 1 0 0,0 2-18 16,4-3-10-16,1 0 7 0,2 1-1 15,0-5-14-15,0 4-1 0,2-5-11 16,-1 0-1-16,1 0-1 0,1 0-106 16,1-5-106-16,1-3-93 0,-3-1-111 15,-4 1-539-15,2-3-970 0</inkml:trace>
  <inkml:trace contextRef="#ctx0" brushRef="#br0" timeOffset="29469.139">8592 7797 3402 0,'0'0'619'15,"0"0"-537"-15,0 0-44 0,0 0 46 16,0 0 12-16,76-22 22 0,-70 22 15 0,-2 0-31 0,-1 6-53 16,0 1-46-16,-3 6-1 0,0 4 60 0,-3 5-16 15,-7 2-13-15,-3 5-5 16,0-3-28-16,-3 2-1 0,5-3-2 0,-1-5 3 15,6-2-15-15,4-2-4 0,2-4-15 16,0-3 4-16,1 1-4 0,6-4 16 16,5 5 14-16,-1-6 4 15,5 1 2-15,0-2 0 16,0 1-1-16,0 1 13 0,-1 0-14 0,-3 1 0 16,-2-1-2-16,-1 3-1 0,-5-1 1 15,-1 3 2-15,-3 3 3 0,0 1 15 16,-6 6 7-16,-4 0-12 0,-1-1-13 15,-6 5-28-15,-1-1-30 0,-2-1 9 16,-2-1-22-16,-1-4-46 0,-1-3-94 0,2-4-93 0,3-3-147 16,5-4-278-16,2-4-1032 0</inkml:trace>
  <inkml:trace contextRef="#ctx0" brushRef="#br0" timeOffset="29801.393">9304 7885 1231 0,'0'0'1247'16,"0"0"-508"-16,0 0-557 0,0 0-80 16,0 0 94-16,0 0 137 15,0 0-60-15,0 0-97 16,0 0-49-16,0 0-22 0,1 87-19 0,-5-58-16 0,-2 2 10 15,0 2 15-15,5 1-16 0,1-4-42 16,0 0-16-16,1-1-19 0,9-6 1 16,5-3 46-16,3-2-22 0,7-5-2 0,1-3 5 15,4-3 1-15,3-6-1 0,0-1-9 16,2-2-6-16,-2-8-15 0,0-1-14 16,-2-1-77-16,-4-2-31 0,0-1-52 0,-4-4-56 15,-4 1-68-15,-2 0-161 0,-5 4-268 16,-2-8-809-16</inkml:trace>
  <inkml:trace contextRef="#ctx0" brushRef="#br0" timeOffset="30002.018">9595 7942 1403 0,'0'0'581'16,"0"0"422"-16,0 0-846 0,-15 86-42 15,14-53 162-15,1 2 117 0,0 2-40 16,0 2-100-16,0 0-84 0,0 0-66 16,-3 3-55-16,0-2-9 0,0-3-40 15,-1-5-18-15,2-4-114 0,2-8-62 0,0-6-35 16,9-9-59-16,3-5-185 0,2-2-660 16,-4-7-772-16</inkml:trace>
  <inkml:trace contextRef="#ctx0" brushRef="#br0" timeOffset="30283.055">10173 7849 1380 0,'0'0'1874'0,"0"0"-1559"0,0 0-112 0,0 0 186 16,0 0 9-16,77 75-20 0,-59-58-106 15,2-1-99-15,4 2-61 0,1 0-30 16,-2 2-15-16,3 1-16 0,-3 0 7 16,0-1-19-16,-4-1-24 0,-2 0 0 15,-4 1-13-15,-3 1-2 0,-3-1-2 16,-7 3-19-16,0 1-21 0,-14 4-22 0,-5 1-33 0,-10 3-12 16,-5 4-30-16,-11 5-59 15,-4 3-145-15,6-9-385 0,-34 20-1200 0</inkml:trace>
  <inkml:trace contextRef="#ctx0" brushRef="#br0" timeOffset="33391.811">20941 281 824 0,'0'0'62'0,"0"0"495"16,0 0-27-16,0 0-190 0,0 0 12 0,0 0 34 15,0 0-83-15,0 0-80 16,0 0-18-16,18 36-4 0,-13-29-34 0,1 2-36 16,1 2-29-16,0 0-37 0,0 3-30 15,1-2-32-15,-1 2 0 0,-1 0-3 0,3 0-31 16,-3 1-103-16,5 1-80 0,0 1-70 0,3 2-95 16,0 2-361-16,-2-6-634 0,4 7 41 15</inkml:trace>
  <inkml:trace contextRef="#ctx0" brushRef="#br0" timeOffset="33592.583">21421 863 680 0,'0'0'46'0,"0"0"1181"16,0 0-922-16,0 0-11 0,0 0 3 15,36 71 1-15,-33-59-68 0,1 2-71 16,0-1-42-16,2-2-41 0,0 1-29 15,2 0-46-15,3-1-1 0,3 0-47 0,0 0-83 0,1-2-61 16,2 2-35-16,0-1-56 0,-4 2-169 16,1 3-210-16,0 0-392 0,-5-2 378 15,3 7 636-15</inkml:trace>
  <inkml:trace contextRef="#ctx0" brushRef="#br0" timeOffset="33777.001">21806 1371 222 0,'0'0'179'0,"0"0"-19"16,0 0-82-16,0 0-39 0,0 0 294 15,73 75 1021-15,-59-58-594 0,-5-4-416 16,-1-2-252-16,1-3-29 0,-1-1-63 0,2-1-6 16,0-1-20-16,-2 1-78 0,1-2-84 15,-1 0-93-15,1 2-105 0,3 2-187 32,4 0-129-32,0 4-164 0,4 4 866 15,-3-4 0-15,0 4-124 0,-5-6-74 0</inkml:trace>
  <inkml:trace contextRef="#ctx0" brushRef="#br0" timeOffset="33992.779">22510 1907 101 0,'0'0'2300'31,"0"0"-1941"-31,0 0-285 0,0 0-10 0,0 0 128 16,0 0 73-16,0 0-7 0,0 0-75 15,41 73-70-15,-31-65-47 0,0 3-38 16,2 0-28-16,0 0 0 0,1 1-25 16,3 0-53-16,0 1-20 0,1-1 41 15,2 0-183-15,1 2-165 0,0-1-16 16,1 2-604-16,2 0-130 0,-5-2 1041 16,10 8-219-16</inkml:trace>
  <inkml:trace contextRef="#ctx0" brushRef="#br0" timeOffset="34461.704">23074 2399 183 0,'0'0'107'0,"0"0"30"0,0 0-19 0,0 0 530 0,0 0-257 16,60 81-14-16,-47-63-231 0,3 4 16 15,1 0 151-15,-1 1-161 0,3 0 6 16,-1 1-85-16,0-3-25 0,1 0-30 16,-2-1-18-16,2 0 0 0,0-2 2 15,-1-1 0-15,2 0 17 0,-4 1-6 16,4-2 16-16,-3 2-29 0,1-3 44 0,-3 2-32 15,0-1-12-15,1 2-3 0,-1 0-26 16,-1 0 7-16,3 1-119 0,-2 0-14 16,-1 0-9-16,1 2 16 0,2-1 64 0,-3-2 19 15,2-2-6-15,-1 0 71 16,0-1 33 0,-1-5 3-16,1 0-23 0,0 1-13 15,0-4-104-15,1 0 0 0,2 2-16 0,-1-1-58 16,2 2 48-16,1 1 91 0,-1 3-13 15,1-1 52-15,-2 3 17 0,-5-1 130 16,1 2 67-16,-2 0 48 0,1-3-29 16,-1 3-17-16,-1-5-48 0,-2 2-56 15,2-2-41-15,0 2-23 0,0-1-29 0,-1-2-18 16,3 3-1-16,-2-2 0 0,1 1-32 0,1 2 32 16,2 0 0-16,-1 3 3 0,0-1 0 15,0 0 26-15,1 1 13 0,-2 0 2 16,1 0-31-16,-2-3-13 0,0 1-26 15,1-3-131-15,-2 0-184 0,3-1-289 16,0 0-623-16,-4-3 448 16,10 7 782-16</inkml:trace>
  <inkml:trace contextRef="#ctx0" brushRef="#br0" timeOffset="34624.734">24495 3842 1299 0,'0'0'612'16,"0"0"831"-16,0 0-1205 0,0 0-139 15,8 77-33-15,-8-58 31 0,0 0 121 0,2-2 6 16,-2 0-78-16,1-3-65 0,1-2-44 0,-1-1-19 16,1-5-16-16,-1-2-2 0,1-4-71 15,-2 0-118-15,0-4-136 0,0-4-132 0,0 0-598 16,-2-8-937-16</inkml:trace>
  <inkml:trace contextRef="#ctx0" brushRef="#br0" timeOffset="35611.977">21120 1090 382 0,'0'0'71'0,"0"0"1517"0,0 0-1145 0,0 0-149 16,0 0-24-16,0 0-18 15,0 0-35-15,0 0-59 0,0 0-38 0,0 0-35 0,-18-66-10 16,24 50 0-16,3 2-11 0,-2-3-11 16,2-2-9-16,-1 0-7 0,5-1-21 15,0-1-13-15,0-1-1 0,0 1-2 16,1-1-1-16,2 3-1 0,0 0 2 0,0 1 1 15,1 0-1-15,2 1 0 0,1 1 12 16,2-2 4 0,-2 2-15-16,3 1 10 0,0 1-10 15,-1 2 1-15,0 2 0 0,-2 2 23 16,0 4-23-16,-4 2 14 0,-2 2-16 16,-4 0 0-16,0 2 0 0,-4 3 2 0,3 0-1 15,-4 1 11-15,0 0 1 0,-1 1 5 16,1-1-5-16,-3 0-13 0,1 0 0 15,1-1-2-15,-2-3-2 0,-1 1-20 0,1-3 2 16,-2 0-28-16,0 0-40 0,0 0-35 0,0 0-29 16,0 0-32-16,-3-3-77 0,0-1-290 15,-10-5-1000-15</inkml:trace>
  <inkml:trace contextRef="#ctx0" brushRef="#br0" timeOffset="35864.544">21608 469 68 0,'0'0'2124'0,"0"0"-1675"0,0 0-127 16,0 0-27-16,0 0 16 0,0 0-58 16,0 0-49-16,0 0-44 0,0 0-26 0,0 0-7 15,0 0-15-15,74 19-17 0,-68-11-36 16,-1 4-16-16,2-1-19 0,-4 0-5 0,0 1 2 15,-1-1-3-15,-2 3-18 0,0-2-19 16,-6 3-30-16,-7 5-22 0,-2 2-36 16,-6 0-23-16,-4 4-7 0,-2 2-3 15,1-4-54-15,-4 2-77 0,1-3-202 0,6-6-311 0,-10 2-1049 16</inkml:trace>
  <inkml:trace contextRef="#ctx0" brushRef="#br0" timeOffset="36311.638">21013 852 424 0,'0'0'218'0,"0"0"1028"16,0 0-934-16,0 0-86 0,0 0 58 15,0 0 73 1,0 0-101-16,0 0-50 0,0 0-29 15,0 0-22-15,40 54-20 0,-37-37-15 16,-3 4-36-16,0 1-19 0,0 6-34 16,-3 1-6-16,-4-1-24 0,1 2-1 15,2-3 0-15,1-3 3 0,2-7 16 0,1-3 15 16,0-3-6-16,0-5-3 0,3 1 6 16,2-2-9-16,1-3-10 0,4 0 22 0,3-2 25 15,3 0-1-15,1-1-29 0,6-6-29 16,3-4-86-16,2-3-100 0,3-1-144 0,-9 0-314 15,15-4-886-15</inkml:trace>
  <inkml:trace contextRef="#ctx0" brushRef="#br0" timeOffset="36966.522">20399 702 2541 0,'0'0'371'16,"0"0"-160"-16,0 0 67 0,0 0 86 16,0 0-81-16,0 0-104 0,0 0-36 15,0 0 49-15,0 0-35 0,105 0-56 16,-72 0-39-16,-1 0-22 0,0 0-19 15,-3 0-21-15,-1-1-3 0,-5-1-34 16,-1-1-95-16,-2 1-62 0,-5-1-53 16,-2 0-117-16,-5 1-201 0,-2 0-534 15,-6-1-441-15</inkml:trace>
  <inkml:trace contextRef="#ctx0" brushRef="#br0" timeOffset="37182.3">20633 746 630 0,'0'0'388'0,"0"0"1196"0,0 0-1275 0,0 0-139 16,0 0 98-16,0 0 30 0,0 0-67 16,-54 75-87-16,46-56-59 0,-1 4-28 15,0 0-42-15,2 1-15 0,3-1-2 16,2-3-23-16,2-3 25 0,0 1 0 16,0-7 0-16,9-2 0 0,2 0-28 15,2-3 3-15,5-2-42 16,2-1-77-16,4-3-67 0,4 0-40 15,3-9-144-15,-8 3-415 0,16-13-959 16</inkml:trace>
  <inkml:trace contextRef="#ctx0" brushRef="#br0" timeOffset="38432.506">4461 9254 1626 0,'0'0'1456'16,"0"0"-1213"-16,0 0-212 0,0 0-2 16,0 0 114-16,0 0 107 0,0 0 23 15,0 0-53-15,87 6-53 0,-60-5-22 16,1 3-12-16,1-3-26 0,2-1-45 16,-3 0-16-16,-1 0-34 0,0 0 9 15,-1-5-21-15,-1 0-9 0,-5-2 6 16,2 1-107-16,-4-2-38 0,-3 1-83 15,-1 0-83-15,-4 0-193 0,-4 4-515 16,-6-2-462-16</inkml:trace>
  <inkml:trace contextRef="#ctx0" brushRef="#br0" timeOffset="38701.638">4724 9306 147 0,'0'0'2292'0,"0"0"-1895"0,0 0-221 16,0 0 99-16,-22 68 40 0,12-49-63 15,1 5-43 1,-1 2-50-16,0 0-53 0,0 1-38 16,1 3-19-16,-2 5-2 0,4 1-29 15,1 4-18-15,0-1-10 0,6 3 10 16,0-3-1-16,0-6-1 0,7-5 2 0,5-4 1 16,4-5 11-16,4-2 22 0,2-2 3 15,2-4-27-15,8 0-10 0,2-6-4 0,8-3 2 16,1-2-13-16,1 0-10 0,3 0-86 0,-2-6-72 15,4 1-8-15,0-3-58 16,-3-2-118-16,-10 4-311 0,14-6-736 0</inkml:trace>
  <inkml:trace contextRef="#ctx0" brushRef="#br0" timeOffset="39102.753">5819 9679 1687 0,'0'0'1641'16,"0"0"-1276"-16,0 0-331 0,0 0-31 15,0 0 129-15,0 0 88 0,0 0 5 16,0 0-89-16,89 2-49 0,-61 2-25 0,0-1-22 15,1 2-19 1,0-4-21-16,-1 4-1 0,-2-3-1 16,-2 1-75-16,-4-2-62 0,-1-1-88 15,-5 1-99-15,-5 0-247 0,-6 4-967 0</inkml:trace>
  <inkml:trace contextRef="#ctx0" brushRef="#br0" timeOffset="39287.643">5907 9922 2463 0,'0'0'1247'0,"0"0"-1015"0,0 0-144 0,0 0 57 15,0 0 60-15,0 0-10 0,0 0-41 16,81 12-89-16,-54-12-35 0,0-2-27 16,4-1-3-16,-1-4-32 0,2 3-91 15,-1-1-75-15,0 0-66 0,-1 1-94 16,-7 3-295-16,6-2-657 0</inkml:trace>
  <inkml:trace contextRef="#ctx0" brushRef="#br0" timeOffset="40259.171">7267 9585 1311 0,'0'0'1084'0,"0"0"-771"0,0 0-72 0,0 0-13 16,0 0 52-16,0 0 40 0,0 0-24 16,0 0-75-16,0 0-81 0,0 0-35 15,-80 19-15-15,71 5-20 0,0 4-2 16,3 4 6-16,1 6 2 0,2 3-5 0,3-1-19 15,0 2-16-15,0-2-33 0,10-1-3 16,0-5-17-16,5-3-13 0,2-4-13 16,1-4-46-16,1-4-28 0,6-7 13 15,1-4-7-15,1-6-41 0,2-2-74 0,1-2-142 16,-8-4-254-16,5-11-726 0</inkml:trace>
  <inkml:trace contextRef="#ctx0" brushRef="#br0" timeOffset="40690.778">7777 9715 658 0,'0'0'1832'0,"0"0"-1192"15,0 0-401-15,0 0-64 0,0 0 93 16,78-11-22-16,-62 11-33 0,-3 0-18 16,0 1-62-16,1 1-81 0,-2 3-29 0,-1 2-23 15,0 2-12-15,-6-1-7 0,1 3 19 16,-4 2 3-16,-2 3-3 0,0 3-1 15,-5 1-24 1,-2 3-5-16,-3 2-7 0,-3-1 9 16,3 0-6-16,0-5 34 0,0-2 0 15,4-2 3-15,2-3 9 0,2-4 7 0,2 0 2 16,0-1-2-16,5 0 2 0,3-1 29 16,5-3-1-16,-1 3-15 0,2-1 6 15,2-4-6-15,3 2-22 0,-3-2 6 0,4-1-16 16,-3 0-2-16,3-1-24 0,0-3-99 0,2-3-47 15,1-3-56-15,0 3-116 0,-3 0-281 16,2-5-719-16</inkml:trace>
  <inkml:trace contextRef="#ctx0" brushRef="#br0" timeOffset="41237.692">8665 9621 1258 0,'0'0'1668'0,"0"0"-1438"0,0 0-210 0,0 0 37 15,0 0 106 1,0 0 201-16,0 0-24 0,0 0-153 16,0 0-115-16,0 0-32 0,3 35-6 15,-3-17-15-15,0 1 2 0,0 1 4 16,0 5 0-16,0 1 2 0,0 1 7 0,0 0-9 16,0-1 3-16,6-4 9 0,1-1 0 15,2-5 12-15,2-3 28 0,4 0 39 16,2-3-30-16,2-3-40 0,2-3 12 0,4-3-1 15,-2-1-8-15,4-2-18 0,1-8-15 0,-2-1-16 16,-1-4-76-16,1-1-55 0,-4-2-31 16,1-2-47-16,-3-1-78 0,-2 1-216 15,-7 5-528-15,-2-7-705 0</inkml:trace>
  <inkml:trace contextRef="#ctx0" brushRef="#br0" timeOffset="41422.683">8913 9689 1641 0,'0'0'1486'0,"0"0"-1304"0,0 0-115 0,0 0 72 16,-22 93 143-16,15-63 79 0,5 0-103 16,0 0-155-16,2 2-45 0,0 1-58 15,0 0-68-15,0-2-80 0,0 4-76 0,3-3-69 16,1-3-118-16,0-7-390 0,1-1-688 15</inkml:trace>
  <inkml:trace contextRef="#ctx0" brushRef="#br0" timeOffset="41691.526">9564 9616 186 0,'0'0'2904'0,"0"0"-2546"15,0 0-231-15,0 0 34 0,0 0 115 16,0 0 84-16,0 0-143 0,78 77-100 16,-69-55-13-16,2 3 55 0,-3 0-79 15,-2 5-79-15,-5 4-1 0,-1 5-21 0,-1 4-74 0,-10 3-49 16,-6 4-26-16,-2 2-9 0,-5 1-85 15,-5-2-186-15,-1-2-256 0,5-12-490 16,-17 8-275-16</inkml:trace>
  <inkml:trace contextRef="#ctx0" brushRef="#br0" timeOffset="44543.795">15085 6245 2526 0,'0'0'368'0,"0"0"51"0,0 0-222 16,0 0 31-16,0 0 39 15,0 0-72 1,0 0-61-16,0 0 11 0,0 0 93 16,0 0-45-16,88 97-80 0,-80-41-24 15,-1 9 12-15,-3 6-25 0,-2 2-31 0,-1 4-42 16,-1-2 0-16,2-2-3 0,0-2-48 16,1-7-77-16,0-7-22 0,3-9-61 15,-2-11-17-15,4-11-72 0,0-11-94 16,-1-9-154-16,-2-3-441 0,2-7-353 0</inkml:trace>
  <inkml:trace contextRef="#ctx0" brushRef="#br0" timeOffset="44813.519">15280 6331 3316 0,'0'0'390'0,"0"0"-355"15,0 0 85-15,0 0 34 0,95-22 22 16,-64 22 35-16,-3 0-87 0,3 2-50 16,-1 6-25-16,-4 5-18 0,-3 8-28 15,-6 4-3-15,-3 7 0 0,-5 9 0 16,-7 5 0-16,-2 5-43 0,-11 7 19 0,-4-3 23 16,-4 6 0-16,-3-6-11 0,-1-4 0 15,0-3 9-15,1-6-12 0,0-4-10 0,-3-6-58 0,-1-4-22 16,3-3-29-16,-2-6-10 0,1-2-98 15,1-5-39-15,4 0-146 16,5-6-265-16,1-4-467 0</inkml:trace>
  <inkml:trace contextRef="#ctx0" brushRef="#br0" timeOffset="45066.252">15852 6866 2504 0,'0'0'325'15,"0"0"-145"-15,0 0 153 0,0 0 25 0,0 0-53 0,0 0 27 0,30 68-100 32,-42-42-87-32,-2 2-47 0,0 1-12 15,1 3-28-15,4-3 6 0,0-1-30 0,7-2-15 0,2-4-19 16,6-2-27-16,8-4 21 0,8-3 6 16,5-2 18-16,5 3 4 0,2-7 17 15,2-1-22-15,1-2-16 0,-1-4-2 16,-2 0 1-16,-2-1-57 0,-2-8-133 15,-2-2-78-15,-4-3-109 0,-5 3-300 16,-3-9-1012-16</inkml:trace>
  <inkml:trace contextRef="#ctx0" brushRef="#br0" timeOffset="45266.011">16035 6961 2764 0,'0'0'513'16,"0"0"-262"-16,0 0-89 15,0 0 67-15,-29 95 63 0,26-59-15 16,0 4-71-16,3 2-52 0,0 5-19 16,0 0-44-16,0 3-27 0,0 2-42 15,0-3-22-15,0-5-3 0,0-2-77 16,0-3-51-16,0-8-25 0,6-6-23 16,3-6-71-16,4-7-141 0,-3-5-344 0,9-9-904 0</inkml:trace>
  <inkml:trace contextRef="#ctx0" brushRef="#br0" timeOffset="45482.061">16675 6859 3606 0,'0'0'483'15,"0"0"-340"-15,0 0 74 0,0 0 129 16,0 0-31-16,88-16-102 0,-65 15-100 15,2 0-59-15,0 1-26 0,4 0-27 16,-1-1-1-16,-2 1-28 0,0-2-78 16,-2 0-86-16,-4 2-101 15,-5 0-113-15,-6 6-269 0,-4 0-720 16,-10 12-1019-16</inkml:trace>
  <inkml:trace contextRef="#ctx0" brushRef="#br0" timeOffset="45661.223">16785 7100 3089 0,'0'0'462'0,"0"0"-272"0,0 0 5 0,0 0 38 0,0 0 62 16,0 0 19-16,0 0-111 15,0 0-96-15,85 15-25 0,-60-19-21 0,4-4-31 16,-1 1-30-16,2-1-19 16,-1 2-127-16,0 1-130 0,-2 0-66 0,-1 2-160 15,-7 0-705-15,4 3-1162 0</inkml:trace>
  <inkml:trace contextRef="#ctx0" brushRef="#br0" timeOffset="46483.796">18067 6267 2323 0,'0'0'229'16,"0"0"276"-16,0 0-364 0,0 0 15 16,0 0 48-16,0 0 67 0,75-8-6 15,-75 12-78-15,0 4 5 0,-7 5-7 0,-9 7-77 16,-3 6-47-16,-7 4-42 0,-5 4-17 15,-4 4-2-15,0-1-11 0,-2 0-11 16,3-1-30-16,-1 1-9 0,3-3 8 0,5 0-12 16,1-3 35-16,7-6-1 15,3-1 15-15,3-5-5 0,5-2 21 0,2 2-3 16,6-4-13 0,0 1-9-16,6 2 9 0,4-2 16 15,4 4 15-15,5-1 22 0,2 2-15 0,4 0-3 16,1 0 45-16,4-1-11 0,1 3 36 15,0-4-40-15,-2-1-18 0,1-1-28 16,-4-3 0-16,-1-2-3 0,-2 0-15 16,-4-5-74-16,1-2-25 0,-3-1-56 15,0-1-29-15,0-3-43 0,0 0-85 0,-2-4-169 0,-5-3-497 16,6-8-449-16</inkml:trace>
  <inkml:trace contextRef="#ctx0" brushRef="#br0" timeOffset="47100.477">19070 6282 3064 0,'0'0'532'15,"0"0"-355"-15,0 0-108 0,0 0 94 16,0 0 178-16,0 0 70 0,0 0-93 16,0 0-119-16,0 0-84 0,0 0-51 0,-25-10-22 15,8 16-14-15,-3 4-4 0,-4 4-22 16,-2 2-2-16,-5 4 0 16,0 3-3-16,-1 0-12 0,-1 3 3 15,3 2-7-15,2 1 4 0,4 1-3 0,4 4 7 16,4 1 11-16,3 2 18 0,7-1-3 15,5 0-14-15,1-1 2 0,3-7-1 16,11-3-2-16,0-6 0 0,8-8-1 16,1-4-1-16,5-7 2 0,0 0 1 15,4-11 1-15,1-3-2 0,1-4-15 0,-4-4-43 0,-4 0-24 16,-5 1-3-16,-4 2-3 0,-7 6 12 16,-4 1 2-16,-4 4-2 0,-2 2 22 15,-2 3 54-15,-8 0 18 0,-4 0 1 16,-4 1-19-16,-2 0-11 0,-6 0 8 15,2 1-9-15,2 1 0 0,-1 0-7 16,5 0-5-16,4 3-16 0,3 4-15 0,4-1-41 0,3 2-61 16,4 2-144-16,0-1-202 0,0 2-504 15,2-2-541-15</inkml:trace>
  <inkml:trace contextRef="#ctx0" brushRef="#br0" timeOffset="47285.631">19318 6789 3026 0,'0'0'476'0,"0"0"-248"0,0 0 76 0,-14 67 53 15,2-45 34-15,-1-2-81 0,2-1-127 16,1-4-89-16,2-2-79 0,3-2-15 16,0-6-55-16,4 1-85 0,1-5-70 15,0-1-57-15,3-1-141 0,7-10-302 0,-1 2-680 0,12-16-814 0</inkml:trace>
  <inkml:trace contextRef="#ctx0" brushRef="#br0" timeOffset="47486.407">19916 6467 3391 0,'0'0'941'16,"0"0"-718"-16,0 0-91 0,0 0 117 15,0 0 26-15,0 0 19 0,0 0-85 0,92 29-100 16,-61-34-48-16,3-5-31 0,5-4-30 16,0 2-3-16,4-4-82 0,1 4-66 15,-1-1-37-15,-4 2-46 0,-5 0-86 0,-8 5-275 16,-8 4-353-16,-6 2-468 0</inkml:trace>
  <inkml:trace contextRef="#ctx0" brushRef="#br0" timeOffset="47717.761">20216 6489 2677 0,'0'0'549'15,"0"0"-263"-15,0 0 2 0,-33 72 114 0,24-44-14 16,0-3-38-16,2 3-118 16,0-2-77-16,4-2-39 0,0 1-31 0,3-3-22 15,0 0-26-15,0-1-34 0,0-3 18 16,0-1-21-16,0-2-9 0,6 0-15 15,3-7-22-15,-1 1-78 0,4-4-10 0,2-2 9 0,1-3-3 16,3 0-34-16,1-11-74 0,4-3-111 16,6-6-148-16,4-6-252 0,-7 6-352 15,18-22 445-15</inkml:trace>
  <inkml:trace contextRef="#ctx0" brushRef="#br0" timeOffset="48019.239">20857 6290 3134 0,'0'0'522'0,"0"0"-383"0,0 0 15 16,0 0 72-16,0 0 57 0,0 0 40 16,0 0-114-16,0 0-90 0,90 28-18 15,-59-16-10-15,6 0 0 0,3 2 115 16,2 0-21-16,-2 0-119 16,2-4-41-16,-3 2 20 0,-2-1-21 15,1 1-1-15,0 1-22 0,-4-2-2 0,-6 1-1 16,0-2 0-16,-6 1-22 0,-2 0-30 15,-6 1-10-15,-1-2 16 0,-6 0-16 16,-2 2 4-16,-5 2 24 0,0 2 34 16,-8 2 2-16,-6 4 0 0,-6 5 0 0,-8 2-29 15,-6 5 11-15,-8 3-3 0,-6 2-28 16,-8 3-66-16,-6 2-49 0,-8 2-84 16,-7 2-151-16,-4-1-246 0,18-10-642 0,-36 13-905 15</inkml:trace>
  <inkml:trace contextRef="#ctx0" brushRef="#br0" timeOffset="48704.69">17384 8111 2594 0,'0'0'499'16,"0"0"-269"-16,0 0-68 0,0 0 160 16,0 0 124-16,0 0-50 0,102 22-138 15,-67-17-86-15,4-2-51 0,-3-1-20 0,1-2-28 0,-4 0-43 16,-1 0-27-16,-3-2-3 0,-3-4-18 15,-1-4-70-15,-4 2-64 0,-1-3-78 16,-7 5-139-16,-4-1-345 0,-9 7-1169 0</inkml:trace>
  <inkml:trace contextRef="#ctx0" brushRef="#br0" timeOffset="48867.564">17453 8450 336 0,'0'0'2084'0,"0"0"-1694"16,0 0-69-16,0 0 80 0,81 5-69 16,-48-5-80-16,7-2-149 0,-1-4-103 15,3-3-72-15,3 2-114 0,-2 0-84 16,2 0-29-16,-11 2-438 0,10 0-949 0</inkml:trace>
  <inkml:trace contextRef="#ctx0" brushRef="#br0" timeOffset="61395.943">20348 7907 222 0,'0'0'1603'0,"0"0"-1168"0,0 0-150 0,0 0-118 15,0 0 139-15,0 0 302 0,0 0-271 16,0 0-110-16,0 0-32 0,-15-48-15 16,15 48-17-16,0 0-22 0,0 0-30 15,0 0-32-15,0 0-6 0,0 5 4 16,3 2 8-16,1 5 15 0,4 5-3 15,0 8-30-15,-2 4-28 0,-2 5-17 0,0 4-20 0,-4 5-1 16,0-1-1-16,0 2-64 0,0 1-36 16,0-3-12-16,-2-4 14 0,0-2-42 15,2-3-22-15,0-7-37 0,0-4-144 16,0-6-252-16,4-4-528 0,2 0-376 0</inkml:trace>
  <inkml:trace contextRef="#ctx0" brushRef="#br0" timeOffset="61565.34">20820 8338 2020 0,'0'0'708'0,"0"0"-338"0,0 0-16 16,0 0 22-16,0 0-67 0,-9 72-2 0,-1-51-112 0,2-1-133 15,0 0-62-15,2-3-16 16,1-2-55-16,1-4-111 0,2 1-73 0,2-5-100 15,0 0-219-15,0-3-618 0,6-1-616 16</inkml:trace>
  <inkml:trace contextRef="#ctx0" brushRef="#br0" timeOffset="61982.734">21817 8004 2947 0,'0'0'527'15,"0"0"-343"-15,0 0 49 0,0 0 119 16,0 0-73-16,0 0 19 0,0 0-132 16,-81-47-84-16,61 47-30 0,-1 9-18 15,-4 6-10-15,-4 7-12 0,0 6-12 16,-2 4 0-16,2 5-12 0,0 3 12 15,3 1 0-15,5 2-2 0,2-4-19 0,5 1-4 0,3-5 1 32,5-7 12-32,5-6-7 0,1-5-20 15,4-5-1-15,5-5 12 0,5 0-2 0,1-6 18 16,2-1 10-16,1 0 2 16,0-8 15-16,1-3-3 0,1-1 0 0,0-3 7 15,-4-2-18-15,0-1 0 0,-4 1 19 16,-5 5-5-16,-3 0 1 0,-4 5-14 0,0 3 16 15,-3-2-15-15,-5 4-3 0,-3-4-67 16,-3 2-22-16,-2 2-21 0,-2-2-60 0,-1 3 25 16,1 1-7-16,1 0-9 0,3 0-47 15,4 4-69-15,0 0-110 0,5 5-165 16,2-4-234-16,3 2-471 0</inkml:trace>
  <inkml:trace contextRef="#ctx0" brushRef="#br0" timeOffset="62189.549">22099 8370 2418 0,'0'0'663'0,"0"0"-462"0,0 0-54 0,0 0 40 0,0 0 115 16,0 0 87-16,17 73-83 0,-28-56-161 15,0 2-96-15,-2 2-23 0,-3-2-26 16,3 0-28-16,1-3-67 0,0-2-96 15,4-2-79-15,3-4-116 0,2-4-200 16,3-4-644-16,0-5-666 0</inkml:trace>
  <inkml:trace contextRef="#ctx0" brushRef="#br0" timeOffset="62642.134">22912 7832 3339 0,'0'0'466'0,"0"0"-349"0,0 0 11 0,0 0 48 0,0 0 119 16,0 0 19-16,0 0-134 0,0 0-134 15,0 0-31-15,0 0 7 0,-42 67-19 16,22-30 24-16,-2 7-14 0,-4 8 2 0,1 2 12 15,-3 5-25-15,3 0 20 0,2-2-3 16,5-7-19-16,2-8-3 0,9-8 1 16,4-11-23-16,3-9 7 0,3-2-6 15,7-5 5-15,6-3 7 0,2-2 11 16,4-2 1-16,4 0 0 0,3-6 28 16,0-2-28-16,0-3 2 0,-3-6-1 0,-2 3 0 0,-1-3-1 15,-3 3-22-15,-3-2 19 0,-5 4-24 16,-6 0 2-16,-3 3 13 0,-3 2 12 15,0 0 0-15,-9 4-1 0,-2-1-12 16,-4 0-8-16,-3 3-25 0,-4 1 9 16,0 0-24-16,-3 0-13 0,-3 5-15 0,2 2-9 15,0 0-7 1,5-1-1-16,0 0-33 0,4-2-80 16,4 0-140-16,4-1-306 0,-2-3-769 0</inkml:trace>
  <inkml:trace contextRef="#ctx0" brushRef="#br0" timeOffset="63454.89">23301 7545 2009 0,'0'0'705'0,"0"0"-351"16,0 0-76-16,0 0 27 0,0 0-28 0,89-26-38 15,-69 26-62-15,-2 0-62 0,-2 0-50 16,-2 5-25-16,-5 2-28 0,-1 2 10 15,-3 3-10 1,-1 0 12-16,-4 5-23 0,-2 2-2 16,-8 5-11-16,-4 1-3 0,-3 4-19 15,0-3 19-15,-2 1-16 0,6-4 0 16,3-5 19-16,5-4-7 0,2-3-6 0,3-4 14 16,3 0 11-16,4 0 37 0,6-1-3 15,0-1 0-15,4-1-9 0,0-2-4 16,6-2 10-16,0 0-3 0,2 0-28 0,-1-4-25 15,2-3-61-15,0 1-94 0,0-1-129 0,1 1-173 16,-8 1-520-16,3-2-1091 0</inkml:trace>
  <inkml:trace contextRef="#ctx0" brushRef="#br0" timeOffset="63892.108">23884 8279 36 0,'0'0'2150'0,"0"0"-1801"0,0 0-149 0,0 0 31 15,0 0 51 1,0 0 36-16,-7 75-59 0,-11-53-118 16,-2 3-72-16,-3 0-17 0,1 2-40 15,-1-4-1-15,0-2-11 0,3-2-29 0,7-5-69 16,4-4-90-16,6-5-71 0,3-5-57 16,2 0-78-16,8-8-109 0,0-3-88 15,16-14-492-15</inkml:trace>
  <inkml:trace contextRef="#ctx0" brushRef="#br0" timeOffset="64272.631">24626 7853 36 0,'0'0'2944'16,"0"0"-2484"-16,0 0-273 15,0 0 85-15,0 0 44 0,0 0-70 16,0 0 50-16,-92 66-78 0,63-38-90 15,1 3-46-15,3 2-30 0,0 5-12 16,2 1-13-16,6 6 0 0,0 1-5 16,5 5-5-16,2-1-17 0,4-4 0 15,5-7-18-15,1-4 5 0,8-11-32 16,7-5 8-16,5-8 26 0,4-5 10 0,2-6 0 16,6 0-23-16,2-10-13 0,0-5-18 0,-3-7 31 15,0-2-16-15,-4 0-21 0,-7 0 27 16,-3 3 13-16,-8 2 9 0,-4 6 12 15,-5 4 21-15,-3-1 1 0,-10 4 11 16,-5 3-31-16,-5-1-2 0,-5 1-6 16,-3 1-49-16,0 2 25 0,-1 0 14 0,3 0-27 0,4 0-21 31,1 0-50-31,4 0-40 0,5 0-32 16,1 0-69-16,5 0-133 0,5-1-229 15,2-7-767-15</inkml:trace>
  <inkml:trace contextRef="#ctx0" brushRef="#br0" timeOffset="64611.316">25012 7588 2999 0,'0'0'359'0,"0"0"-331"0,0 0 90 0,0 0 2 0,0 0 29 16,88-35 108-16,-75 35-87 0,-1 0-120 0,-1 4-19 15,0 2-12-15,-2 5 27 0,-3 1 10 16,-2 2 31-16,-1 4-4 0,-3 0 10 16,0 0 23-16,0 2-11 0,0-2-32 15,-3-2-24-15,2 1-37 0,1-4 1 0,0 0-12 16,0-1-1-16,3-1 0 0,1 1-13 16,5-1-5-1,-2-1 15-15,0 4 3 0,1-3 0 16,-2 2 40-16,-3-1-7 0,0 2-5 0,-3 0 8 15,-3 1 16-15,-8 3-9 16,-4 0-7-16,-7 2-36 0,-3 2-67 0,-4-1-58 16,1 2-64-16,-3-2-109 0,4-1-134 15,4-5-338-15,-9 4-1021 0</inkml:trace>
  <inkml:trace contextRef="#ctx0" brushRef="#br0" timeOffset="65675.744">25596 8538 1550 0,'0'0'533'0,"0"0"-183"0,0 0-99 0,0 0 71 15,0 0-28-15,0 0 33 0,0 0-21 16,0 0-111-16,0 0-101 0,0 0-29 0,0 0-9 16,-7 24-9-16,-1-10-33 0,0 3-14 15,-1 1-19-15,3-1-30 0,0-1-85 16,2-2-127-16,-1 0-139 0,3-2-300 15,-2 3-900-15</inkml:trace>
  <inkml:trace contextRef="#ctx0" brushRef="#br0" timeOffset="67093.566">20315 9355 352 0,'0'0'1611'15,"0"0"-1251"-15,0 0-147 0,0 0-94 16,0 0 386-16,0 0-148 0,0 0-38 16,0 0-64-16,0 0-62 0,0 0-35 15,86 7-16-15,-63-6-9 0,3 4-26 0,-1-3-54 0,1 2-4 16,0-3-13-16,0-1-36 0,0 0-1 15,-1 0 1-15,-4 0-1 0,-2 0-29 16,0-3-59-16,-5-1-37 0,-1-1-31 16,-3 0-35-16,-2 2-127 0,-2-2-280 0,-4-1-711 15,-2 2-444-15</inkml:trace>
  <inkml:trace contextRef="#ctx0" brushRef="#br0" timeOffset="67362.344">20534 9403 1979 0,'0'0'676'0,"0"0"-283"16,0 0-74-16,0 0-37 15,0 0-26-15,-28 80-39 0,23-57-58 16,2 0-57-16,-1-1-6 0,1 5-15 16,1-2-4-16,0 3-28 0,1-2-24 15,1 4-7-15,0-5 13 0,0 0-10 16,5-3-21-16,5-5-2 0,0-2 0 15,1 0-22-15,3-6-22 0,1 2-50 16,0-6-21-16,4-4-10 0,1-1-19 0,3 0-49 16,3-6-94-16,-3-5-152 0,-3 3-304 15,9-4-645-15</inkml:trace>
  <inkml:trace contextRef="#ctx0" brushRef="#br0" timeOffset="67547.272">21042 9712 1064 0,'0'0'1752'0,"0"0"-1380"0,0 0-158 0,0 0 138 15,0 0 35-15,0 0-2 0,0 0-127 16,0 0-153-16,-13 64-68 0,7-49-26 16,-1 1-11-16,0 2-25 0,-1-1-45 15,3-2-32-15,-4 3-58 0,3-6-41 16,2 1-45-16,0-2-153 0,1-4-282 15,-2-1-764-15</inkml:trace>
  <inkml:trace contextRef="#ctx0" brushRef="#br0" timeOffset="68216.982">21846 9436 1699 0,'0'0'574'0,"0"0"-209"0,0 0-49 0,0 0 13 16,0 0-8-16,0 0-21 0,0 0-55 15,0 0-95-15,0 0-29 0,0 0-13 16,0 0-43-16,-46-8-41 0,27 25-21 16,-1 5 16-16,-2 5-16 0,-1 1 12 15,0 4-13-15,3 1 1 0,-2 1-3 0,4 2-3 0,0 1 2 16,4-2-11-16,5-2-3 0,4-5-4 15,3-7-6-15,2-6 4 16,0-4 2-16,4-4 7 0,5-2-10 0,5-5 16 16,0 0 6-16,4-5 22 0,0-6-21 15,0 0 2-15,-2-2 22 0,1 0-25 16,-5 0 3-16,-1 2 0 16,-2-1 12-16,-4 5 4 0,-3-1 2 15,-2 4-11-15,0 0-10 0,-2 3-34 16,-6 1-13-16,-2-1-8 0,-3 1 8 15,0-2-5-15,-1 2-4 0,1 0 9 16,1 0-24-16,2 0 2 0,4 0-12 16,1 0-33-16,0 0-75 0,4 0-102 15,1 0-136-15,0 0-305 0,0 0-478 0</inkml:trace>
  <inkml:trace contextRef="#ctx0" brushRef="#br0" timeOffset="68417.657">22087 9553 78 0,'0'0'2689'16,"0"0"-2208"-16,0 0-195 0,0 0 172 0,88-4-99 15,-65-1-114-15,-2 3-30 0,2-5-86 16,2 1-68-16,-1-4-37 0,1 2-24 16,-1-2-14-16,-1 0-47 0,-3 1-68 15,-1-1-61-15,-1 2-79 0,-5 1-169 16,-4 3-563-1,-6 0-837-15</inkml:trace>
  <inkml:trace contextRef="#ctx0" brushRef="#br0" timeOffset="68637.461">22248 9601 2062 0,'0'0'576'0,"0"0"-280"0,0 0 50 0,0 0 67 16,0 0-26-16,-39 74-32 0,36-56-111 15,0-1-112-15,3 1-61 0,0 1-28 16,0-1 2-16,5 2-21 0,4-2-24 16,0-3-18-16,2-2-22 0,0-1 6 0,6-5-27 15,-1-1-81-15,4-3-18 0,3-3-81 16,0 0-110 0,1-6-244-16,-4-1-739 0,4-7-669 0</inkml:trace>
  <inkml:trace contextRef="#ctx0" brushRef="#br0" timeOffset="68796.129">22650 9788 1099 0,'0'0'1890'15,"0"0"-1647"-15,0 0-93 0,0 0 82 16,-3 66 67-16,1-46 46 0,-4-2-88 0,1-1-152 16,-1 0-105-16,1-1-48 0,-2 0-60 15,2 0-38-15,-1-2-38 0,-1-1-89 16,1 3-186-16,-1-8-693 15,-3 1-826-15</inkml:trace>
  <inkml:trace contextRef="#ctx0" brushRef="#br0" timeOffset="69497.739">23355 9443 2013 0,'0'0'637'16,"0"0"-187"-16,0 0-90 0,0 0-43 15,0 0-72-15,-72 68-60 0,52-42-60 16,2 6-51-16,1 3-6 0,3 1-9 15,2 3-10-15,1-1-15 0,3-4-18 16,5-3 2-16,2-6 4 0,1-6-7 0,1-2-14 0,7-6-1 16,0-3-11-16,5-4-14 0,0-2 4 15,4-2 21-15,1 0-1 0,0-6 1 16,2-5 0-16,-2 0 20 0,-1-3-20 16,-1 1-34-16,-3-3 0 0,-3 4 19 15,-2-1-7-15,-3 1-18 0,-5 2 0 16,0 3 6-1,0 0 15-15,-3 0 16 0,-5 2-19 16,-4 2 22-16,1-1-27 0,-2-1-23 0,-2 5-6 16,1 0 34-16,0 0 7 0,3 0-20 15,1 0-21-15,3 0-92 0,0 0-97 16,3 0-158-16,1 0-267 0,0-5-677 16</inkml:trace>
  <inkml:trace contextRef="#ctx0" brushRef="#br0" timeOffset="69783.022">23647 9344 2583 0,'0'0'531'15,"0"0"-394"-15,0 0 99 0,0 0 159 16,0 0-125 0,0 0-18-16,0 0-33 0,0 0-132 15,0 0-60-15,0 0-2 0,0 0 12 0,48 7 18 16,-51 7-9-16,-3 6-26 0,-2 0-20 0,-1 1-27 15,1-2-10-15,0-2 19 0,7-3 15 16,1-5-37-16,0 1 0 0,4-4 21 16,5 0 19-16,4 0 16 0,0-1 9 15,4-4-25-15,0 1-2 0,2-1 2 16,2-1-2-16,-2 0-11 0,1 0-67 16,0 0-65-16,0-1-62 0,0-1-88 15,0 1-212-15,-9-3-668 0,4 3-890 0</inkml:trace>
  <inkml:trace contextRef="#ctx0" brushRef="#br0" timeOffset="69999.464">23977 9603 3624 0,'0'0'626'15,"0"0"-552"-15,0 0-36 0,0 0 61 0,0 0 46 16,0 0 83-16,81 0-60 0,-59 0-119 16,1-2-47-16,2-2-2 0,-3-1-43 15,3-2-98-15,-2 1-74 0,-3-2-26 16,-3 2-137-16,-2-2-275 0,-5 4-673 16,-6-2-327-16</inkml:trace>
  <inkml:trace contextRef="#ctx0" brushRef="#br0" timeOffset="70211.646">24142 9603 2556 0,'0'0'400'16,"0"0"-278"-16,0 0 63 0,0 0 117 15,-59 79 67-15,45-56 44 0,-3 1-73 16,4 4-128-16,2 0-87 0,1 0-33 0,2-3 3 16,3 1-7-16,2-3-18 0,3-6-34 15,0-1-36-15,5-4-33 0,4-5 6 16,3 0 14-16,4-4 1 0,4-3-18 15,3-2-77-15,3-7-24 0,1-5-16 16,1-2-40-16,0-3-94 16,1-2-209-16,-8 7-503 0,7-8-690 0</inkml:trace>
  <inkml:trace contextRef="#ctx0" brushRef="#br0" timeOffset="70753.979">24848 9890 2741 0,'0'0'402'0,"0"0"-348"15,0 0 58-15,0 0 107 0,0 0 81 16,-30 73 12-16,17-54-150 0,0 0-128 16,2 0-34-16,2-2-21 0,1-5-29 15,4-2-96-15,3-2-96 0,-2-4-109 16,3-1-169-16,0-3-600 0,5-6-404 0</inkml:trace>
  <inkml:trace contextRef="#ctx0" brushRef="#br0" timeOffset="71155.24">25662 9476 3071 0,'0'0'557'15,"0"0"-374"-15,0 0-50 0,0 0 62 0,0 0 75 0,0 0 30 16,0 0-58-16,-78 18-132 0,55 4-82 15,-4 6-1-15,-3 7 34 0,-1 5-24 16,1 3 2-16,1 5-8 0,4-1 2 16,3 2-2-16,2-6-29 0,6-5-2 15,8-5-3-15,3-9-31 0,3-6 13 16,5-6-7-16,10-5-17 0,3-6 5 0,3-1-11 16,6-4 50-16,3-6-53 0,2-7-22 15,0-2-7 1,-1-4-9-16,-2 1 9 0,-1 1 3 15,-8 0 31-15,-6 6 15 0,-4 0 33 16,-4 7 1-16,-6 0 53 0,0 2 2 16,-11 0-18-16,-3 1 9 0,-6 1-12 0,1 0-19 15,-4-1 13-15,0 1-25 0,1 3-3 16,0 0-24-16,-1 1 0 0,3 0-38 16,1 0-5-16,3 0-7 0,4 0-41 0,0 0-61 0,4 0-144 15,2-1-207-15,1-2-597 0,5-7-770 16</inkml:trace>
  <inkml:trace contextRef="#ctx0" brushRef="#br0" timeOffset="71524.948">26045 9147 3146 0,'0'0'502'15,"0"0"-416"-15,0 0 65 0,0 0 41 16,0 0 2-16,0 0 4 16,0 0-59-16,0 0-83 0,80-12-53 15,-73 17 12-15,-3 0-15 0,-2 3-33 16,-2 3 15-16,-2 1-5 0,-8 7 22 16,-1 2 1-16,-4 0-12 0,4-1 12 15,1-2 17-15,4-3-17 0,4-2-31 16,2-1 10-16,0-2 8 0,5-1-4 15,3 1 17-15,0 1 0 0,0-3 15 0,2 3 10 0,-1-3-22 16,-3 3 22-16,-2-3 15 0,-4 3 6 16,0 1 13-16,-1 0-1 0,-9 5-21 15,-4-1-37-15,-3 0-25 0,-3 0-36 16,0 1-75-16,-2-3-86 0,2 1-77 0,1-4-164 16,4-1-274-16,-6-3-1041 0</inkml:trace>
  <inkml:trace contextRef="#ctx0" brushRef="#br0" timeOffset="71741.498">26337 9629 3621 0,'0'0'1101'16,"0"0"-1098"-16,0 0 25 0,0 0 101 0,79-9 18 15,-55 2 17-15,1-2-24 0,2-1-91 16,4 0-49-16,-1 0-40 0,-3-3-100 16,-2 1-61-16,-4 0-72 0,-6 1-129 15,-5 4-282-15,-3 2-584 0,-7 2-644 0</inkml:trace>
  <inkml:trace contextRef="#ctx0" brushRef="#br0" timeOffset="71925.612">26520 9607 2153 0,'0'0'1090'0,"0"0"-871"16,0 0 16-16,-44 80 165 0,29-52-30 0,4 0-56 0,3 1-75 15,2-5-113-15,6-2-69 0,0-5-35 16,7-3-19-16,3-2-2 0,3-5 11 16,3 0 19-16,2-3-31 0,3-4-42 0,4 0-50 15,0-5-24-15,1-7-40 0,3-1-43 16,-3-3-111-16,2-2-235 0,-7 6-623 15,7-10-960-15</inkml:trace>
  <inkml:trace contextRef="#ctx0" brushRef="#br0" timeOffset="78572.869">19616 8224 886 0,'0'0'713'0,"0"0"493"16,0 0-908-16,-22-75-93 0,17 48 11 16,-1-2 15-16,0-1 14 0,2-1-35 15,-1 5-73-15,0 2-41 0,2 3 3 0,2 9 15 16,-1 1 40-16,0 7-16 0,0 1-40 0,-1 2-19 16,2 1-6-16,-2 0 4 0,-3 0 8 15,3 0-15-15,-4 2-25 0,0 4-26 16,-3 5-19-16,-2 5-2 0,-1 5-13 0,0 9 13 15,0 7 0-15,0 7 2 16,2 6 11-16,-1 3-10 0,-1 3 11 0,3 3-12 16,1 0-14-1,0-2 13-15,1-3-13 0,4-7 2 16,0-4-34-16,1-7 13 0,0-6-10 16,0-8-5-16,0-3-16 0,-2-1 0 0,2-5 3 15,-2-2 3-15,1 0-6 0,-1-3 21 16,4-2 0-16,-1 0 3 0,2-2-15 15,0-1-16-15,3 1-18 0,6-1 27 16,1 2 56-16,3 0 6 0,-1 1 3 0,-1 0 15 0,-4 4-14 16,1 5-1-16,-5 2 34 0,-2 9 6 15,-1 8-3-15,0 3 6 0,-6 8 31 16,-3 1-16-16,-3 5-9 0,0-1-24 16,2-1-15-16,0-1-13 0,3-1-12 15,2-3-10-15,2-7-30 0,3-3-49 16,0-9-31-1,2-3-32-15,5-5-46 0,3-3-107 16,5-4 2-16,1-3-63 0,-1 0-244 16,11-5-684-16</inkml:trace>
  <inkml:trace contextRef="#ctx0" brushRef="#br0" timeOffset="79845.068">27162 7918 630 0,'0'0'2247'0,"0"0"-1831"16,0 0-222-16,0 0 24 0,0 0 116 16,0 0-47-16,0 0-79 0,0 0-81 15,39-71-44-15,-20 52-19 0,2-4 22 16,4 0-6-16,3 2-19 0,0-2-22 15,4 0 1-15,1 2-9 0,-1-1-30 0,0-1 1 16,-3 4-2-16,-2 2 0 0,-3 3-3 0,-4 1 0 16,-5 5-1-16,-5 2-23 0,-1 5 0 15,-5 1-13-15,-3 4-3 0,-1 9 3 16,0 5 40-16,-3 10 18 0,-8 6-15 0,-1 6 27 16,-5 8-27-16,3 1-2 0,-5 5 18 15,2 1-17-15,0 3 34 0,-1 2-23 16,-1-3-10-1,6-3 8-15,-1-3-11 0,5-13 0 16,5-5-1-16,3-11 1 0,1-8-25 0,0-4 10 16,5-5 0-16,3-3 3 0,0-2-1 15,5 0-8-15,0-7-19 0,1-1 22 16,3-3 3-16,-3-1-1 0,-1 1 4 16,-2 5-3-16,-4 4-13 0,-1 2-9 15,0 0 3-15,-1 8 34 0,0 8 23 0,1 3 26 16,-2 5 0-16,2 5 12 0,0 2-12 15,0 3-21-15,4-1-16 0,-2 3 13 0,1 1-4 16,2 4 6-16,0 3 13 0,-1 4-7 16,0 4-2-16,-2 2-6 0,-3 1-23 15,-2 4-2-15,-3-1 3 0,0 0 10 0,0 1-10 32,-2-1-3-32,-1-3 0 0,-3 0-3 15,3-5-19-15,-1-3 10 0,-3-5-6 16,1-2 3-16,-2-7-19 0,0-2-3 15,-3-4-2-15,1-3-19 0,0-7-28 0,-2-3-49 16,-1-7-68-16,0-2-38 0,0-4-48 16,-5-1-150-16,5 0-323 0,-15-8-811 0</inkml:trace>
  <inkml:trace contextRef="#ctx0" brushRef="#br0" timeOffset="94072.761">2931 13503 1664 0,'0'0'493'16,"0"0"-272"-16,0 0 188 0,0 0 111 15,0 0-222 1,0 0-143-16,89 3 12 0,-64-3 16 15,2 0-21-15,5 0-32 0,1-3-37 16,0 0-19-16,3 0-18 0,0 0-4 16,3 0 0-16,-2 2-15 0,2 0 6 15,2-1-25-15,2 0 13 0,2 0-29 16,4-3 20-16,0 4-19 0,4-4 18 0,3 3 16 16,0-3-25-16,2-1-12 0,1 0-1 0,-1 0 1 15,2-1 1-15,1 1 1 0,1 0-2 0,0 0 0 16,0 2 0-16,0 1 1 0,0-1-1 15,0 1-1-15,-2 2-1 0,1 1-13 16,-2 0 4-16,-2 0 11 0,1 2 0 16,1 3 1-16,0-3 11 0,3 0 9 0,2 1-18 15,1-2-3-15,1-1-11 0,0 1 9 16,3 1 0-16,-1-2-13 0,1 2 13 16,0-2-1-16,3 1-16 0,-1-1 19 0,1 0 3 15,3 2-3-15,-1-1 0 0,2 2-3 16,-4-1 3-16,2 3 0 0,0 1 16 15,-2-2-16-15,1-1 14 0,0 1-14 16,-2-1-25 0,-2 0 23-16,4-2-16 0,-2 0 18 0,0-1-2 15,2 0-10-15,-2 0 10 0,2 0-26 16,2-2 26-16,2-4 1 0,-1 1-2 16,2-1-12-16,-2 2 15 0,2-3 1 15,0 5 2-15,-2-2-1 0,-1 1-2 16,0-1-14-16,1 1 11 0,-1-1-9 15,0-1 0-15,3 1-4 0,1-3 4 0,-1 4-9 0,4-3 4 16,1 1 15-16,3 0-8 0,-1-1 9 16,4 0 1-16,-1 1 1 0,0-1 2 15,3 2-3-15,-4-1-9 0,2 1 7 16,0-1 2-16,-1-1-13 0,3 2 12 16,-2-1 1-16,2-1-3 0,0 1 0 15,2 0-21-15,2-1 24 16,2 1-2-16,1 2 0 0,0-1 2 15,4-1-19-15,-2 2 7 0,2-2 10 16,0-1-17-16,-1 2 16 0,2-2 0 16,2 3-9-16,-3-1 10 0,2 0 2 15,1 1 0-15,-1-1 15 0,2 3-12 16,-2-1 0-16,0 2-3 0,3-1-3 16,-2 0 0-16,3-1 3 0,-1-1 2 0,4 1-2 0,1-1-1 15,5-1 1-15,1 1 12 0,2 1 4 16,-1-2-14-16,2 2-2 0,2-1 0 0,-1-2-19 15,1 0 19-15,2-2-1 16,0 0 1-16,4 0 0 0,-1 1 2 0,3 0 1 16,3-1 10-16,-1 0-1 0,0 0-12 15,0 1-3 1,0-1-12-16,1 0 15 0,4-4 2 16,-1 6-1-16,2-4 1 0,-1 1 19 0,0-1-18 15,1 2-3-15,-1-2-21 0,-2 4 20 16,2-2-2-16,0 2 2 0,0-2-9 15,2 2 10-15,1 0 0 0,2 0 0 16,-2 0 0-16,3-2-30 0,-5 3 8 16,4-3 3-16,-3 0 18 0,2 2 0 0,-3 1 1 15,2 0-3-15,-2 1-6 0,-2 2-6 0,-1-1-35 16,-2 0 13-16,0 1 6 0,-1 0 6 16,2 0 0-16,-1 1-3 0,1-4 10 15,1 4-1-15,-2 0 4 0,1-1-4 16,-1-2 7-16,-1 0 9 0,2 2 3 15,0-2 4-15,1 2-3 0,0 1 2 0,-2 0 22 16,3 0-24-16,-2 1-1 0,1 3-1 0,-2-1-2 16,3-2 1-16,2 2 1 0,1-3 1 15,4 4 0-15,0-3 1 0,3-1 15 16,1 1-16-16,0-1-14 0,2 0 10 16,0 0 4-16,2 0 4 0,3 0-1 15,0 0 15 1,2 0 1-16,1 0-9 0,0 0-9 0,1 1-1 15,0 1 2-15,4 0 1 0,0-2 19 16,4 0-3-16,-1 0-1 0,2 0-11 16,-2 0-7-16,0-5 0 0,3 3 0 0,-2-2 12 15,3-2 10-15,-3 4-7 0,3-3 1 16,-3-1-10-16,-2 3 9 0,0-1-11 16,0-1-4-16,-1 0 24 0,0 1-21 0,-1-3 25 15,-3 4-25-15,0-3-3 0,-2 0-1 16,-3-1 0-16,0 0 1 0,1 0 1 15,-2-3 2-15,0 1 13 0,1-2-16 16,-6 2 3-16,-1-2-4 0,-3-1 2 0,-4 0 10 16,-2 0 1-16,-2 0 7 0,-6 1 9 15,-6-1-7 1,-4 1 1-16,-6 1-21 0,-8 0-1 16,-6 0 1-16,-6-1 0 0,-8 3 0 15,-7-3-1-15,-10 4-1 0,-5-2-27 16,-14 0-52-16,-7 3-47 0,-10 0-37 15,-11-1-26-15,-11 6-37 0,-12-4-61 0,-6 4-129 16,-7 0-567-16,-29 1-668 0</inkml:trace>
  <inkml:trace contextRef="#ctx0" brushRef="#br0" timeOffset="96028.183">6138 11823 1542 0,'0'0'394'0,"0"0"-196"0,0 0 264 0,0 0 97 16,0 0-224-16,0 0-107 0,0 0-30 16,0 0 13-16,0 0-24 0,60 83-44 0,-54-61-35 15,1 5-22-15,-4 2-15 0,0 3-22 16,0 5-6-16,-2 4-6 0,0 2-6 15,1 5-16-15,-2 4-4 0,0 2-11 0,0 2-1 16,0 5-2-16,0 1-21 0,0 2-13 16,0 5-6-16,0-1-19 0,0 0 16 15,0 1 31 1,0-3 12-16,3 0-22 0,-2 0-6 16,1-3 0-16,-1 4-18 0,-1-1-6 0,0 3-1 15,0-3-3-15,0 1 6 0,0 3 19 16,0 0 9-16,0 2 9 0,0 1 16 15,0 0 1-15,0-1 16 0,-1-1-16 16,-1-4-2-16,2 0 1 0,0-4-22 16,-1-4 19-16,1-1-25 0,0-3 6 0,0-2 10 0,0 1-16 15,0-1-13-15,3 0 4 0,1 1-8 16,2 1 10-16,-2 1 7 0,0 0 12 16,1 0 16-16,-2-2-1 0,1 0 1 15,-1 3 4 1,0-2 8-16,-1 1-12 0,0 2 0 15,-1 0-16-15,-1 0-15 0,0 0-7 16,0-1 0-16,0-1 4 0,0-2 21 16,0 1 1-16,0-1 12 0,0-2 17 15,0 2-17-15,0-4 4 0,0 1 37 16,0-2-13-16,0 1 13 0,0 0-10 0,2 0-18 16,1 0-11-16,0-2-1 0,-2 1 9 15,5-2-10-15,-2 3-12 0,1-2-1 16,0-1-2-16,1 3-23 0,0-3 3 0,-2 0 33 15,1 2-26-15,-1-2 12 0,3 0 14 16,-3 0-16-16,1-1 18 0,0 2 2 0,3-1 11 16,0 0-13-16,-2 0 10 0,3-3-10 15,-2 4-31-15,3-4-42 0,-1 2-12 16,-1 0-20-16,-2-3 64 0,4 0 9 16,-3-3 32-16,1-1 0 0,-1 0 16 0,1-3-14 15,-1 1 17-15,2-3 13 0,-3-2-6 0,1-1 8 16,2-2-34-16,-2-2-3 0,2 0-41 31,-1-3-42-31,1-3-13 0,0 1 7 0,-1-2-65 16,-1-3 16-16,1-2-3 0,-4-2-50 15,2-1-3-15,-2-4-42 0,-1-1-1 16,-3-2 48-16,0-1-32 0,0-2 28 0,0-2-35 16,-7 0-82-16,1-4 251 0,3 0-22 15,-6-4-363-15</inkml:trace>
  <inkml:trace contextRef="#ctx0" brushRef="#br0" timeOffset="101957.69">13191 552 2368 0,'0'0'503'0,"0"0"-141"15,0 0-69-15,0 0 61 0,0 0-3 16,0 0-78-16,0 0-75 0,0 0-57 16,0 0-34-16,0 0-15 0,0 0-19 15,0 56-12-15,0-14 12 0,0 10-18 16,0 13-6-16,0 7 5 0,0 6-32 0,-3 4 2 16,0 1-24-16,0 2-34 0,1-3 31 15,2-4-39-15,0-3-52 0,5-10-22 0,6-9-9 16,5-16-40-16,3-7 5 0,3-14-56 15,3-11-48-15,3-8-112 0,2-8-262 0,-6-5-626 16,11-26-609-16</inkml:trace>
  <inkml:trace contextRef="#ctx0" brushRef="#br0" timeOffset="102172.976">13904 712 1714 0,'0'0'1845'16,"0"0"-1637"-16,0 0-142 0,-15 95 107 0,7-50 199 16,-4 9-35-16,4 3-116 15,0 0-108-15,2 3-52 0,3-1-40 0,1-3-21 0,2-3-61 16,2-6-46-16,7-11-52 0,-1-10-7 16,2-12 27-16,1-5-7 0,-1-8-28 0,-1-1-43 15,-1-12-91-15,0-5-275 0,-4 3-630 16,-1-22-418-16</inkml:trace>
  <inkml:trace contextRef="#ctx0" brushRef="#br0" timeOffset="102427.493">13900 778 2532 0,'0'0'415'0,"0"0"-267"16,0 0 94-16,0 0 41 0,93-15-100 15,-67 15-41-15,4 0-29 0,-2 1-16 16,2 6 12-16,-3 5-19 0,-2 3-28 0,-5 3-12 15,-3 5-10-15,-5 8-39 0,-4 5-1 0,-8 4-18 16,0 9 16-16,-11 0-11 0,-5 2 13 16,-5-1 3-16,-5 1 31 0,-3-1-9 15,-4-2-13-15,-2-4-11 0,0-4 1 16,2-7-2-16,0-8-35 0,3-4-57 16,2-7-23-16,4-3-38 0,3-5-14 15,3-4-31-15,5-2-57 0,6 0-166 0,6 0-336 0,1-8-790 16</inkml:trace>
  <inkml:trace contextRef="#ctx0" brushRef="#br0" timeOffset="102657.956">14469 1224 1987 0,'0'0'972'16,"0"0"-847"-16,0 0 12 0,0 0 207 15,0 0 9-15,0 0 8 0,0 0-85 16,-5 88-119-16,-12-58-44 0,0 1-27 15,-2 3-28-15,3-1-3 0,3-2-9 16,7-3-18-16,3-1-4 0,3-2-12 0,9-2 10 16,4-2 2-16,6-1-12 0,1-2 0 15,6-2 4-15,-1-2-13 0,2-4-2 0,0-3-1 16,2-6-40-16,-2-1-79 0,2-7-55 16,-4-5-44-16,-2-5-76 0,-1-5-140 15,-7 4-594-15,1-14-1027 0</inkml:trace>
  <inkml:trace contextRef="#ctx0" brushRef="#br0" timeOffset="102842.51">14588 1371 137 0,'0'0'3062'0,"0"0"-2674"0,-33 83-261 0,23-45 153 15,0 8 129-15,3 3-73 0,-2 2-106 16,4-3-95-16,0 2-65 0,2-3-42 15,0 0-28-15,0-6-73 0,0-7-49 0,3-9-31 16,0-9 0-16,3-5-8 0,3-10-31 0,6-1-63 16,2-13-85-16,2-12-226 0,-2 3-551 15,5-23-371-15</inkml:trace>
  <inkml:trace contextRef="#ctx0" brushRef="#br0" timeOffset="103074.447">15083 825 3011 0,'0'0'409'16,"0"0"-279"-16,0 69 82 0,-2-33 187 15,-1 8 5-15,-2 5-103 0,0 4-105 16,2 6-49-16,-1 5-41 16,0 4-42-16,-1 3-40 0,-2 3-22 15,-1-3-2-15,2-3-19 0,1-6-78 0,1-10-19 16,4-9-30-16,0-11-23 0,0-9-37 15,7-9-22-15,2-8-65 0,2-6-128 16,-2 0-241-16,4-24-647 0</inkml:trace>
  <inkml:trace contextRef="#ctx0" brushRef="#br0" timeOffset="103259.188">15477 1253 3339 0,'0'0'444'15,"0"0"-309"-15,0 0 139 0,87 5 55 16,-62-5-89-16,-4 0-59 16,1 0-71-16,-2-3-58 0,0-3-46 15,3 1-6-15,-3 0-86 0,-4 2-94 16,-3 0-75-16,-5 3-96 0,-8 1-170 16,0 11-192-16,-8-3-335 0,-21 13-247 0</inkml:trace>
  <inkml:trace contextRef="#ctx0" brushRef="#br0" timeOffset="103396.718">15410 1461 1064 0,'0'0'1902'0,"0"0"-1438"16,0 0-255-16,0 0-61 0,0 0 22 16,0 0 156-16,0 0-26 0,0 0-63 15,0 0-74-15,100 44-38 0,-65-44-27 0,4-6-41 16,5-4-44-16,0-1-13 0,4-1-64 16,-1-2-135-16,-2 3-77 0,-2 0-73 15,-10 2-223-15,14-1-921 0</inkml:trace>
  <inkml:trace contextRef="#ctx0" brushRef="#br0" timeOffset="103959.958">16636 892 3213 0,'0'0'562'15,"0"0"-349"-15,0 0-68 0,-76 4 138 16,47 3 54-16,-3 3-135 0,-2 2-92 0,0 4-43 15,-3 1 7-15,4 2-11 0,1 5-14 0,2 2-21 32,6 1-13-32,5-1 15 0,4-2-12 15,11-1 7-15,4-1-13 0,10-1-9 0,7 1 15 16,9-1 6-16,6 3 19 0,6 0 8 16,5 1 10-16,1-3-31 0,5 1 3 15,-4 0-30-15,0-4-1 0,-6 2-1 16,-5 1-1-16,-6 0-1 0,-7 3-2 15,-6 0-24-15,-9 3 6 0,-5 2-15 0,-1 3-7 16,-12-1-11-16,-5-1 14 0,-3 0 13 16,-5-3 7-16,-1-3 19 0,-1-5 1 0,-2-4 0 15,1-7 0-15,-1-3 0 0,1-6 0 16,4-1 0-16,-1-12 3 0,7-8 9 16,4-8-12-16,7-13-30 0,7-9-37 0,3-8-12 15,16-8-28-15,11-3 13 0,13 1-17 16,7 2 23-16,9 4 23 0,4 5-12 0,0 5-80 15,1 6-112-15,-5 4-185 0,-15 14-636 16,9-10-1381-16</inkml:trace>
  <inkml:trace contextRef="#ctx0" brushRef="#br0" timeOffset="114182.76">18605 11128 1854 0,'0'0'641'0,"0"0"-325"0,0 0-126 15,0 0 27-15,0 0 70 0,0 0-15 16,0 0-18-16,0 0-31 0,0 0-46 0,0 0-29 31,-77 88 22-31,72-58-38 0,3 3-28 16,1 2-19-16,1 2 1 0,0 3-19 0,1 2-15 15,6 3-7-15,-4 3-2 0,2 4-4 0,-1 4-5 16,0 3-1-16,-1 5-11 16,2 2-20-16,-1 7-3 0,0 7 1 0,-1 8 0 15,0 4 2-15,0 10 0 0,1 9 1 16,3 9 0-16,0 6-1 0,4 6 20 16,-1 4-4-16,1 2-18 0,1-1-24 15,-1 2 22-15,1 3-38 0,-1-2 7 0,-2 0-1 0,1 1 16 16,-3-5 16-16,-1 2-1 0,-3-1-15 15,1 1 17-15,-2 2-1 0,-2 4-1 16,0 1-12-16,0 0-16 0,0-6 10 16,0-3-77-16,0-8 28 0,5-4 58 15,3-4-15-15,0-6-1 0,1-2 10 16,4-6-37 0,1-6 12-16,2-6 6 0,2-7-33 15,2-4 5-15,0-8 10 0,-1-8-19 16,2-5 0-16,1-11-6 0,-2-6-38 0,2-10-62 15,-1-11-97-15,-2-10-193 0,-3-12-347 16,-5-2-733-16</inkml:trace>
  <inkml:trace contextRef="#ctx0" brushRef="#br0" timeOffset="115300.919">22414 11667 1163 0,'0'0'1137'15,"0"0"-982"-15,0 0-45 0,0 0 42 16,0 0 12-16,0 0-10 0,0 0 22 16,0 0-1-16,-78-45-13 0,72 56-29 15,2 6-38-15,-1 7-7 0,1 7 3 0,1 4 48 16,1 5 4-16,2 1-34 16,0-1-19-16,0 0-40 0,0-2-20 0,5-8-8 15,2-4-20-15,2-7 11 0,2-7-13 16,1-5-2-16,3-7 2 0,3-2 3 15,5-10 27-15,-1-7-2 0,3-7-28 16,0-5-48-16,-2-4-20 0,-4-1 0 16,-2 3 12-16,-5 0-9 0,-2 5 21 15,-6 3 1-15,-4 5 11 0,0 2 4 0,-8 6 28 16,-7 5 7-16,-1 2-7 0,-4 4-19 0,-3 1 0 16,-1 3 17-16,2 5-32 0,-1 5 12 15,5-2 6-15,1 1-16 0,3 0 1 16,5 0-117-16,2-2-82 0,4-1-133 15,2-2-285-15,1-7-662 0</inkml:trace>
  <inkml:trace contextRef="#ctx0" brushRef="#br0" timeOffset="115570.294">22666 11544 1213 0,'0'0'1126'0,"0"0"-900"15,0 0 0-15,0 0 15 0,89 49-27 16,-71-24-83-16,-3 3 40 0,-4 4-3 0,-2 0-17 15,-3 4-35-15,-3 1-27 0,-3 1-27 0,0 0-46 16,-3-1 3-16,-3-7-4 0,1-5-2 16,2-7 12-16,2-9-22 0,-1-4 16 15,2-5 21-15,0 0 31 0,0-7 32 0,2-5-20 16,5-8-55-16,1-4-27 0,3-6-1 16,6-2-2-16,0-3 1 0,8-1-24 15,2 3-12 1,3 1 22-16,5 6-63 0,1 2-111 15,2 2-62-15,0 4-39 0,1 3-132 16,-9 4-275-16,12-2-526 0</inkml:trace>
  <inkml:trace contextRef="#ctx0" brushRef="#br0" timeOffset="115955.625">23368 11619 1691 0,'0'0'1115'0,"0"0"-794"0,0 0-152 15,0 0 66-15,0 0 56 0,-82 39-51 0,62-25-28 0,1 5-42 16,0 2-31-16,5 4 0 0,-1 0-28 15,2 0-26-15,4 4-36 0,0-2 16 16,4-4-23-16,2 0-42 0,3-9 0 16,0-3-3-16,3-5-15 0,3-6-3 15,5 0 5-15,3-5 4 0,3-9 12 16,2-3 0-16,2-6 0 0,2-4-67 16,0-7-1-16,3-2-8 0,2-3-1 0,2-7-19 15,2-1-15-15,-1-4-22 16,3-5-7-16,-4-1 56 0,-3-3-3 0,-2 0-5 15,-4 1 10-15,-5 4 51 0,-5 3 28 16,-3 7 2 0,-5 11 1-16,-1 9 18 0,-2 9 23 0,0 7 104 15,0 9-4-15,0 0-51 16,-5 12-18-16,0 6 8 0,-3 8-5 0,-1 8 14 16,0 4-21-16,-2 7 33 0,-1 5 10 15,1 3-19-15,-1 5-4 0,-1 0-60 0,-1 3-28 16,2-2-1-16,1-4-63 0,1-3-65 15,3-5-43-15,4-8-68 0,3-8-62 0,0-11-62 16,9-8-73-16,2-10-229 0,-2-2-347 16,8-8-279-16</inkml:trace>
  <inkml:trace contextRef="#ctx0" brushRef="#br0" timeOffset="116288.119">23722 11634 235 0,'0'0'2296'0,"0"0"-1826"16,0 0-170-16,6 66 75 0,-6-44-67 15,3 2-19-15,-2-6-23 0,2-6-84 16,5-3-114-16,2-7-50 0,5-2 25 16,3-7-15-16,5-7-16 0,3-6 15 15,0-5-27-15,2-5-24 0,-4 1-50 16,-3-2-2-16,-1 1 11 0,-5 3 6 0,-4 4-12 16,-4 5 10-16,-2 3 14 0,-5 5 47 0,0 1 16 15,-7 3-14-15,-8 2-2 0,-2 2 0 16,-5 2 0-16,2 0-19 0,-2 10-3 15,-1 8 22-15,1 6 23 0,2 7 11 0,-1 4 34 16,2 3-3-16,2 3-6 0,1 1-10 16,2-4-18-16,2 1-19 0,2-5-12 15,4-5-22-15,3-5-18 0,3-6-49 0,0-8 6 16,11-8-1-16,7-2 0 0,4-12 1 0,7-6-42 16,3-6-54-16,3-5-86 0,-2-2-173 15,-1-2-223-15,-8 9-342 0,3-10-225 0</inkml:trace>
  <inkml:trace contextRef="#ctx0" brushRef="#br0" timeOffset="116641.91">24195 11451 264 0,'0'0'183'0,"0"0"1802"0,0 0-1634 16,0 0-148-16,0 0 91 0,0 0 43 16,0 0-44-16,0 0-29 0,85 18-40 0,-65 0-76 15,0 3-33-15,-4-1-57 0,1 3-24 16,-5 2-7-16,-2 0-2 0,-3-1-13 16,-4 4 1-16,-3-2-1 0,-1 4 15 15,-8 0-27 1,-1-2 0-16,-2-2-3 0,-2-3-9 0,3-5 12 15,0-5 31-15,2-6 2 0,4-3-2 16,4-4 27-16,-1 0 0 0,2-11-4 16,2-1-54-16,8-7-27 0,4-3 11 15,6-4 16-15,5-2-21 0,5-3-13 16,3 1-5-16,6-1-78 0,0 2-33 0,2 3-54 16,2 3-66-16,-12 4-223 0,16-4-873 0</inkml:trace>
  <inkml:trace contextRef="#ctx0" brushRef="#br0" timeOffset="116926.148">25646 11258 668 0,'0'0'3294'0,"0"0"-2909"0,0 0-385 0,0 0 1 0,0 0 55 16,-36 78 49-16,20-55 62 0,3 0-20 15,1 1-55-15,1 1-33 0,4 3-8 16,-1 2-17-16,3 2-22 0,5-2 10 16,0 1-19-16,6-5 24 0,10-2-2 15,5-3 33-15,7-2 39 0,6-5-3 16,7-3 12-16,8-5-45 0,1-1-40 16,6-5-20-16,1-5 14 0,2-3-15 15,-3-4-63-15,-3-6-101 0,-2-1-19 16,-6-2-46-16,-5-3-127 0,-12 7-358 15,-6-11-1114-15</inkml:trace>
  <inkml:trace contextRef="#ctx0" brushRef="#br0" timeOffset="117104.567">26022 11275 1603 0,'0'0'1747'15,"0"0"-1392"-15,0 0-185 16,-23 89 60-16,18-46 38 0,0 4 56 15,1 5-78-15,-1 4-124 0,0 1-82 0,1 3-40 16,-1 4-40-16,-1-1-100 0,2 3-118 16,0-1-104-16,-2 1-263 0,2-17-770 15,-6 20-890-15</inkml:trace>
  <inkml:trace contextRef="#ctx0" brushRef="#br0" timeOffset="123772.189">9665 11558 2050 0,'0'0'334'16,"0"0"143"-16,0 0-182 0,-59 85-27 0,45-49-17 15,2 7 13-15,2 8-44 0,2 2-48 16,2-1-39-16,4 2 24 0,2-7-15 16,3-8-35-16,9-8-15 0,-1-11-34 15,4-8-33-15,1-6-23 0,2-6 13 0,3-2-15 0,0-10-1 0,2-5 1 16,-1-6 0-16,-2-7 1 0,0-5-1 31,-2-1-64-31,-3-3-25 0,-3 0-3 0,-2 3-6 16,-4 1 18-16,-2 1 27 0,-4 3 10 15,0 3 0-15,0 2 22 0,-6 5 21 0,-4 2 16 16,-4 3 5 0,-3 5 20-16,-2 3-38 0,-3 3 31 0,1 3 0 0,2 2 3 15,2 0 15-15,3 1-49 0,0 5-3 16,4 3-16-16,1 1-34 0,2 1-48 0,3 1-82 16,1 0-131-16,3-2-166 0,0 1-286 15,0-1-769-15</inkml:trace>
  <inkml:trace contextRef="#ctx0" brushRef="#br0" timeOffset="124041.587">9828 11492 2020 0,'0'0'392'15,"0"0"-182"-15,82-21 138 0,-49 16-54 0,-1 3-144 16,-3 2-58-16,-5 11 9 0,-5 3 164 16,0 5-66-16,-4 3-74 0,-3 6-29 0,-3 3-21 15,-5 2-26-15,-1 5-24 0,-3-1-12 16,0 0 2-16,-4-4-13 0,0-8 14 0,-1-9 11 15,2-8 1-15,2-3 22 0,-1-5 33 16,-1-3 46-16,1-4-34 0,2-7-95 16,0-7 1-16,0-1-2 0,0-4 0 15,8-2 1-15,1-1-28 0,4 1-2 16,3-1-22-16,2 4 2 0,0-2-23 16,3 4-103-16,5-1-48 0,-1 2-114 15,4 2-146-15,-6 6-313 0,12-1-535 0</inkml:trace>
  <inkml:trace contextRef="#ctx0" brushRef="#br0" timeOffset="124420.808">10537 11433 1949 0,'0'0'1141'0,"0"0"-933"0,0 0-23 0,0 0 153 0,0 0 45 16,-59 87-66-16,40-61-95 0,1 2-75 16,1-1-9-16,2 5 5 0,5 2-33 15,0-1-34-15,3 1-28 0,4-1-33 16,3-5-15-16,0-5-1 0,1-6-20 15,6-6 21-15,5-6-12 0,-2-3-27 0,3-2 26 16,4-6 10-16,-1-6-15 0,4-7-52 16,0-3-30-16,-1-6 20 0,0-5-8 15,1 0 2-15,-1-5-6 0,1-2-13 16,0-4 34-16,-2-6-15 16,-1 0 3-16,-3-5 11 15,-5-3-12-15,1-2 28 0,-7-2-21 0,-3-1 42 16,0 1 17-16,-5 4 18 0,-3 8 15 15,2 8-12-15,3 11 16 0,-1 9 12 16,1 8 75-16,3 10 15 0,-2 3 3 16,1 1-19-16,1 4-37 0,0 8-13 15,0 8 6-15,0 8 1 0,0 6-4 0,3 8-6 0,-3 3 3 16,4 2-18-16,-4 3-18 0,3 4-19 16,-1-4-18-16,1 5-65 0,1-3-107 15,4-4-44-15,-3-5-76 0,2-5-179 16,0-10-153-16,-1-9-441 0,1-6-395 0</inkml:trace>
  <inkml:trace contextRef="#ctx0" brushRef="#br0" timeOffset="124692.116">10892 11625 2224 0,'0'0'543'0,"0"0"-331"0,0 0-45 16,0 0 69-16,0 0 132 0,0 0-108 16,76 47-115-16,-62-60-11 0,0-5 12 15,1-9-75-15,-2-3-71 0,-1-3-3 0,-1-3-68 16,-5-1 15-1,0 4-12-15,-3 3 18 0,-3 9 28 16,0 3 10-16,-7 7-26 0,-8 5 4 16,-1 4 17-16,-4 2 17 0,0 7 66 15,-2 7 15-15,-1 8-44 0,4 4 25 0,2 9-15 16,4 1-22-16,2 2-13 0,2 1 25 16,5-1-6-16,-1-3 6 0,5-3-37 15,0-3-46-15,0-9-75 0,3-4-65 0,5-10-53 0,0-6-22 16,7-5-8-16,-1-12-220 0,0 4-556 15,5-19-809-15</inkml:trace>
  <inkml:trace contextRef="#ctx0" brushRef="#br0" timeOffset="124922.627">11337 11400 2387 0,'0'0'500'0,"0"0"-368"0,0 0-33 0,0 0 83 16,19 90 243-16,-19-62-72 0,0 1-122 15,-5 3-51-15,-3 1-41 0,1 1-62 16,1-1-47-16,0-2-30 0,2-2-3 16,1-6-18-16,2-7-4 0,1-7 7 15,0-3 15-15,0-6 3 0,1-1-2 0,6-11-8 16,0-4 10-16,5-5 12 0,4-7 1 0,0 2-13 16,4-3-37-16,3 0 6 0,3-1-3 15,0 0-12-15,1 1-90 0,2 2-76 0,1-1-111 16,-1 5-133-16,-6 4-518 15,7-5-562-15</inkml:trace>
  <inkml:trace contextRef="#ctx0" brushRef="#br0" timeOffset="125439.605">12890 11053 1838 0,'0'0'2026'0,"0"0"-1901"16,0 0-112 0,86-59 95-16,-53 44-9 0,-1 1-12 15,-5 4 41-15,-3 5 17 0,-1 4-52 16,-7 1-32-16,2 8 13 0,-5 9-19 0,-2 6 0 15,-7 9 6-15,-4 10-15 0,0 8-21 16,-12 9-25-16,-7 5-43 0,-6 4-3 16,-2 4 12-16,-2 1 16 0,3-5 18 0,7-4 3 15,2-10 25-15,10-8-1 0,5-9-18 0,2-5-9 16,14-7-52-16,7-5-3 0,8-7 0 16,4-4 36-16,9-6 19 0,8-3 21 15,3-6-12-15,5-7-9 0,0-3-80 16,0-1-98-16,-1-1-139 0,-1 1-255 15,-17 7-748-15,9-3-985 0</inkml:trace>
  <inkml:trace contextRef="#ctx0" brushRef="#br1" timeOffset="133242.543">22794 7084 1979 0,'0'0'302'0,"0"0"-141"0,0 0-48 15,0 0-25-15,0 0-37 0,0 0 542 0,0 0-272 31,0 0-141-31,0 0-51 0,0 0 0 16,-40 15-3-16,29-11-14 0,0 4-19 16,-3 1-12-16,-2 3-4 0,-1 3-12 15,-6 4-31-15,-2 1 0 0,-2 5-22 16,-3 4-11-16,-4 2-1 0,1 2 0 0,0 4-3 0,-2 0 3 16,2 4-12-16,0 1 11 0,0 2-24 15,-1 5 23-15,3 4-17 0,2 3-15 16,3 5 34-16,0 1-24 0,3 4 2 15,6 0-12-15,1-3-3 0,3 0 22 0,3-2-20 16,6-3 33-16,3-3-15 0,1-5 16 16,0-2 0-16,7-4 0 0,4-3 1 15,4-1-22-15,3-5 7 0,5-1 15 0,4 0-13 16,4-2 11-16,2 0-23 0,7-3 22 16,2-3-6-16,4-1 9 0,1-5 5 0,3-3-5 15,1-1-28-15,5-7 0 0,1-5-19 16,2-4 22-16,5-5 15 0,1-9 8 15,0-8-40-15,3-4 30 0,-3-5-1 16,0-3-37-16,0-3 8 0,0-3 2 16,-1-1-7-16,-2-3-7 15,-3 0 23-15,0-3-20 16,-5-2 17-16,-2-3-1 0,-3 2 14 0,-5-2 21 16,-1-3 19-16,-4 1-16 0,-2 0 0 15,-4 0 23-15,-1 0-14 0,-5-3-9 16,-4-2 26-16,-1-1 5 0,-5-3-21 15,1-1 3-15,-4-2-4 0,0-4 4 16,-3 2 19-16,-1-3-34 0,-3 3 11 0,-1 0-12 0,-6 4 25 16,0 3 22-16,-5 4-12 0,-9 7 19 15,-7 3-14-15,-4 4 32 0,-9 1-44 16,-6 3 13-16,-4 3-29 0,-10 4 11 16,-3 2-23-16,-7 4-28 0,-6 4-15 15,-8 7 42-15,-5 5 2 0,-4 3 38 16,-4 6-39-16,-4 1-19 15,-2 8 7-15,0 4-7 0,-2 7-15 16,1 4-41-16,0 8-33 0,0 6-11 16,3 6 6-16,1 7-16 0,1 6-30 15,3 6-166-15,4 8-318 0,5 4-27 16,22-16 19-16,-14 28-452 0</inkml:trace>
  <inkml:trace contextRef="#ctx0" brushRef="#br1" timeOffset="136474.03">20455 9319 1527 0,'0'0'494'16,"0"0"535"-16,0 0-818 0,0 0-42 16,-19-77 15-16,12 59-33 0,-1 0-18 15,0 0-11-15,-3 1-55 0,2 0-17 0,1 3-10 16,0 0-6-16,-3 4 13 0,2-1 0 15,0 5 15-15,-2 0 12 0,1 4 44 16,-2 2-20-16,-3 0-39 0,0 2-19 16,-5 9-34-16,-3 1-6 0,0 4-1 15,-2 3-9-15,-2 2 10 0,1 6 15 16,-1-1-15-16,1 3-9 0,-1 7-16 16,2 2 10-16,0 4 0 0,2 5-6 15,0 1 20-15,4 5-35 0,-1 1 18 0,7 6-1 16,2 2-18-16,4 4 22 0,5-1 15 15,2-3-1-15,5 0-17 0,6-6 16 0,6-5 1 16,6-1 1-16,2-6-2 0,6-2 4 16,1-5 24-16,4-4-25 0,3-6 20 0,0-3-21 15,4-5 18-15,1-4-18 0,0-7 0 16,2-7 12-16,3-2 16 0,-1-11 12 16,2-11-22-16,4-4 4 0,-4-7-19 15,4-4-1 1,-3-7 11-16,-1-3-13 0,-2-2-1 15,-4-3-66-15,-1-2 17 0,-4 1 7 0,-3-1-9 16,-4 0-7-16,-4-2-9 0,-3 1 31 16,-5 2 2-16,0-3 11 0,-4 1 5 15,-6-1-22-15,-1-2 29 0,-6 0-10 16,-3 0-53-16,-2 4 57 0,-11 0 17 16,-5 8-15-16,-4 2-28 0,-6 6 21 0,-3 7 23 15,-6 5 41-15,-2 6-16 0,-8 8 47 0,-2 4-50 16,-4 9-22-16,-1 0 0 0,-3 5-41 15,-2 10-60-15,-2 3-94 0,2 3-95 16,0 5-95-16,0 3-52 0,2 5-141 16,13-9-228-16,-19 19-551 0</inkml:trace>
  <inkml:trace contextRef="#ctx0" brushRef="#br1" timeOffset="150234.774">11971 7691 1509 0,'0'0'358'15,"0"0"-203"-15,0 0-2 0,0 0-8 0,0 0 532 16,0 0-290-16,0 0-108 0,0 0-61 15,0 0-61-15,0 0-41 0,-56-3-10 16,46 6 9-16,-3-1-16 0,1 2-25 0,-2 2-18 16,-2 2-22-16,0 1-19 0,0 3 1 15,-4 2 5-15,0 3-21 0,-2 1-1 16,-5 5 1-16,0 2-1 0,-1 6-16 16,-2 4 1-16,1 5-5 0,-1 3-1 0,1 1 21 0,5 2 0 15,3-1-1-15,6-3 1 0,4-2-21 16,9-5 22-16,2-8 0 0,1-2 19 15,9-4-19-15,2-4 11 0,2-5-11 16,5-3-1-16,0-4 0 0,4-4 1 16,0-1 18-16,1-1 16 0,-1-7-13 0,2-4 1 15,-2-2-22 1,-2-1-26-16,-2-3 24 0,-2-1-1 16,-4-1-56-16,0 2 13 0,-4 2-13 15,-3 1 1-15,-3 2 8 0,-3 2 19 16,0 1 30-16,0 2-11 0,-5 2 12 15,-3-1 18-15,-2 2-18 0,-2 2 19 16,-1 3-19-16,-3 0-1 0,2 0 1 16,-3 5 0-16,2 2-12 0,-1 0-12 0,5 0-38 0,-2-2-69 15,6 0-49-15,1-2-71 0,1-3-190 16,5 0-346-16,0-7-710 0</inkml:trace>
  <inkml:trace contextRef="#ctx0" brushRef="#br1" timeOffset="150566.198">12213 7427 3056 0,'0'0'390'0,"0"0"-270"0,0 0-9 0,0 0 43 31,0 0 89-31,0 0 3 0,0 0-81 0,0 0-108 16,83-34-57-16,-75 37-28 0,-2 7 7 15,0 3 18-15,-2 4 3 0,-1 6 31 0,-3 4-31 16,0 8-34-16,-6 1-44 0,-3-1 16 16,-2-1 28-16,2-2 34 0,-1-5 22 15,2-2-22-15,2-4-13 0,0-6 11 16,3-5 2-16,3-3-3 0,0-1-11 16,0-1 14-16,7-5 37 0,1 4 16 0,4-3-4 0,2 1-24 15,3-1-6-15,-1-1 0 0,2 0-19 16,2 0-83-16,-4 0-76 0,1 0-70 15,0 0-132-15,-5 0-279 0,0 4-715 0</inkml:trace>
  <inkml:trace contextRef="#ctx0" brushRef="#br1" timeOffset="150735.256">12440 7988 2719 0,'0'0'475'15,"0"0"-338"-15,0 0 38 0,0 0 91 16,0 0 42-16,0 0-12 0,0 0-129 16,0 0-102-16,76 0-65 0,-62-3-9 0,-3 2-170 15,1-1-51-15,-4 2-47 0,0 0-130 0,-3 2-335 16,-4 10-685-16</inkml:trace>
  <inkml:trace contextRef="#ctx0" brushRef="#br1" timeOffset="150868.146">12494 8169 52 0,'0'0'2625'0,"0"0"-2198"0,0 0-273 0,0 0-17 0,0 0 18 16,0 0 70-16,0 0-21 0,0 0-56 15,0 0-76-15,0 0-72 0,78-12-109 16,-58 6-96-16,0 2-108 0,-4-2-232 16,4 3-916-16</inkml:trace>
  <inkml:trace contextRef="#ctx0" brushRef="#br1" timeOffset="152006.6">13055 7883 1410 0,'0'0'351'0,"0"0"-130"0,0 0-75 0,0 0 343 0,0 0-167 16,0 0-18-16,0 0 4 0,0 0-55 16,0 0-30-16,0 0-38 0,-16 28-54 0,6-13-41 15,-2 4 15-15,-3 4 6 16,0 2-19-16,-1 4-30 0,3 0-34 15,-4 2-25-15,4 5-3 0,0 0-15 0,3 1 15 16,4-2-12-16,3 2-9 0,3-3-10 16,2-3 19-16,7-2-16 0,2-2-12 15,6-1 6-15,3-4-3 0,2-4-28 16,7-1-83-16,4-6-55 0,0-3-98 16,5-3-234-16,-10-1-572 0,10-2-768 0</inkml:trace>
  <inkml:trace contextRef="#ctx0" brushRef="#br1" timeOffset="155213.048">13577 8078 1800 0,'0'0'542'0,"0"0"-312"0,0 0-137 0,0 0 411 16,0 0-134-16,0 0-92 0,0 0-68 15,0 0-68-15,0 0-58 0,-8-3-31 16,8 14 24-16,5 6 4 0,0 4 27 0,3 9-18 16,-2 4-29-16,0 2-30 0,0 1-4 15,-1 1-14-15,1-5-13 0,-2-2-3 16,0-6-16-16,2-5 4 0,-2-3-7 15,1-1-51-15,0-4-51 0,1-1-15 0,-1-3-45 16,3-1-79-16,-1 0-144 0,-1-2-209 16,1 1-425-1,2-6-197-15</inkml:trace>
  <inkml:trace contextRef="#ctx0" brushRef="#br1" timeOffset="157966.089">14176 7980 1761 0,'0'0'396'0,"0"0"67"16,0 0-170-16,0 0 5 0,0 0 14 0,87-19-15 16,-69 19-64-16,-2 0-80 0,-3 0-44 15,-1 0-22-15,-5 2-19 0,1 3-6 0,-3 2-7 16,-2 0-14-16,-2 2-14 0,-1 1 4 16,0 4 3-16,-1 3 9 0,-5 1-15 15,-4 0-1-15,1 0 1 0,-4 1-13 16,0-2 10-16,3-4-13 0,0-3-10 15,2-1-1-15,2-2-1 0,4 3-24 16,1-3-16-16,1 3-25 0,3-1 13 0,4 1 37 0,6-1 2 16,-3 0-8-16,6-3 20 0,-2 1 1 15,-1 0 0-15,0-1-6 0,0 0 5 16,-3 0-3-16,0 0-11 0,-4 3 15 31,0-2 13-31,0 4 6 0,-4 1 18 0,-2 2 3 16,0-2-13-16,-2 4-27 0,-7-3-29 15,0 5 10-15,-6-2-5 0,2 3-29 0,-5-3-24 16,4 1-25-16,-2-4-37 0,3-3-45 16,1-4-61-16,1-5-159 0,5-1-248 15,0-1-496-15</inkml:trace>
  <inkml:trace contextRef="#ctx0" brushRef="#br1" timeOffset="158251.65">14916 7947 303 0,'0'0'2801'16,"0"0"-2355"-16,0 0-237 0,0 0 2 0,0 0 96 15,0 0-53-15,0 0-72 0,-34 75-72 16,23-46-21-16,3 2-18 0,-1 5-35 15,1 3-8-15,2-1-25 0,4 0-1 16,0 1-2-16,2-4-3 0,0-3-15 16,9-3-19-16,3-4 6 0,2-2 1 15,2-4-4-15,2-3-12 0,1-1-64 0,1-5-29 16,0-1-87-16,3-4-82 0,-4-4-172 16,-3-1-555-16,2 0-860 0</inkml:trace>
  <inkml:trace contextRef="#ctx0" brushRef="#br1" timeOffset="158689.825">15218 8074 3109 0,'0'0'506'0,"0"0"-430"0,0 0 72 0,0 0 66 0,0 0 48 16,0 0-27-16,79-5-71 16,-64 6-54-16,-1 4-51 0,1 2-35 0,-3 2-21 15,-3 1 13-15,-3 5-4 0,0 0-11 0,-5 7 14 16,-1 1-15-16,-3 2 0 0,-4 5-46 15,-5 1-3-15,0 0 3 0,0 0-12 16,-1-4 39-16,6-3 18 0,1-5 1 16,3-5 0-16,3-3 0 0,0-2 16 15,3-2 2-15,4-2 16 0,4-2 3 16,4 1 6-16,4-2-3 16,1-2-1-16,3 0-20 0,2-2-19 15,2-5 1-15,2-4-1 0,0-1-16 0,-2-4-88 0,2-3-102 16,-2 2-106-16,-1-1-158 0,-7 3-566 15,1-2-868-15</inkml:trace>
  <inkml:trace contextRef="#ctx0" brushRef="#br1" timeOffset="158953.446">15884 8109 3101 0,'0'0'525'16,"0"0"-332"-16,0 0-83 0,0 0 19 15,0 0 164-15,0 0-5 0,0 0-153 16,0 0-86 0,0 0-9-16,4 77-3 0,-1-59-3 15,-1 2-16-15,2-1 7 0,3-1-7 0,2 0 9 16,2-1 7-16,5-2 79 0,0 0 6 16,1-3-74-16,-1-4-32 0,1-3-10 15,-1-3-3-15,1-2-18 0,1 0 3 16,1-3-55-16,-2-8 9 0,-3-2-12 15,-1-5-40-15,2-1-34 0,-4-2-59 0,1 0-131 0,-4-2-228 16,-2 6-602-16,0-7-637 0</inkml:trace>
  <inkml:trace contextRef="#ctx0" brushRef="#br1" timeOffset="159138.444">16050 8124 2775 0,'0'0'509'0,"0"0"-324"0,0 0-33 16,-11 70 110-16,10-45 127 0,0 1-12 16,-1 1-146-16,2 0-127 0,0-4-74 15,0 1-29-15,0 0-1 0,0 0-79 0,0-1-99 16,0-3-81 0,0-2-105-16,0-6-260 15,3-1-771-15</inkml:trace>
  <inkml:trace contextRef="#ctx0" brushRef="#br1" timeOffset="159422.909">16397 8056 235 0,'0'0'3260'0,"0"0"-2884"16,0 0-235 0,0 0-11-16,0 0 81 0,40 68 188 15,-31-49-157-15,1 4-141 0,1 1-52 16,-2 0-10-16,-1 4-14 0,-3-2-13 0,-5 3-9 16,0-2-3-16,-1 0-21 0,-8 4-55 15,-3-3-64-15,-5 0-23 0,1 1-30 16,-4-3-36-16,0-2-79 0,0-3-124 15,-5-2-163-15,8-7-467 0,-19 1-693 0</inkml:trace>
  <inkml:trace contextRef="#ctx0" brushRef="#br1" timeOffset="160055.895">14610 7891 2734 0,'0'0'612'16,"0"0"-349"-16,0 0-51 0,0 0 46 16,0 0 50-16,0 0-29 0,0 0-107 15,62 83-68-15,-48-58-25 0,-1 1-14 16,-3 5-23-16,-2 2 4 0,-4 4-12 16,-3 3-19-16,-1 1-14 0,0 1-1 0,-4 1-22 15,-9-3-42-15,0 2-33 0,-3-3-16 16,-4 2-28-16,0-5-66 0,-2 0-71 15,-4 2-256-15,5-9-745 0,-18 12-1071 0</inkml:trace>
  <inkml:trace contextRef="#ctx0" brushRef="#br1" timeOffset="164225.802">24333 9300 1069 0,'0'0'62'0,"0"0"-62"0,0 0 768 16,0 0-327-16,-5-66-141 0,2 50 6 15,0-3 8-15,1 0-72 16,-2 1-43-16,-1-3-16 0,-1 1-7 16,0-1 5-16,-1 2 12 0,-3 1-60 15,1-1-31-15,-3 4-22 0,0-1-34 16,-3 0 12-16,-2 1-15 0,-1-1-41 16,-3 1 35-16,-2 2-37 0,-1-1 15 15,-3 1-15-15,-2 1-11 0,-1 0 9 16,-2 0-20-16,-2 3 19 0,-3 0 2 0,0 3-17 0,-2 4-3 15,-1-1-1-15,-2 2 22 0,3 1-15 16,0 0 14-16,-1 0-12 0,4 0-2 16,-3 5-16-16,2 2 13 0,-1-1-1 15,1 5 1-15,2-3 17 0,4 5-24 16,0 2 1-16,1-1-7 0,1 4 9 0,-2 0 10 16,0 4-7-16,0-3 7 0,0 5 0 15,3 0-4-15,-1 1 14 16,2 0 1-16,-1 0-14 0,0 2 12 15,2 2-31-15,2-2 18 0,0 3-15 16,0-1 7-16,1 2 11 0,0 0 11 16,0 1-20-16,1 1 4 0,-3 2 18 15,0 2-1-15,2 1 1 0,-1 2 0 16,0-1 0-16,3 1 0 0,-1 0-1 0,3-1 0 16,2 3-1-16,3-6 2 15,3 3 1-15,2-1 1 0,4-2 22 0,5 0 11 16,0-2-14-16,3-2 23 0,8 0-42 15,3-1 22-15,3-2-5 0,5 0-18 0,4 1 1 16,5-3 14-16,5 0 18 0,6-1-15 16,6-4 3-16,3-1 5 0,2-5-2 0,3-1-13 15,1-4 4-15,5-1-15 0,0-5 1 16,6 1-2-16,5-5 30 0,2-1-15 0,5 0-14 31,-2-3 4-31,-1-1-5 0,-2-1-2 0,-4 2-10 16,-1-2 12-16,-5 0-16 0,-4 1-58 15,-2-2 10-15,-5-1-1 0,-3-1-9 16,-2-2 18-16,-6 1 37 0,-1-3-30 16,-2 0 11-16,-2-2 36 0,-3-2-1 15,-2 0 3-15,-3-1-14 0,0-2 14 16,-1 0 14-16,-1-4-14 0,-3 1 0 16,3-3 2-16,-2-2 12 0,-2-2-14 15,2-2-2-15,0-3 2 0,2-1 0 16,-1-2-13-16,-3-1 13 0,0 0 16 0,-3-2-14 0,-1-1 13 15,-5-1 4-15,-3 0 3 0,-3 0-19 16,-6-1 12-16,-1-3-15 0,-2 2 38 16,-5-2-38-16,-4 1-12 0,-5 1-7 15,-3-1 7-15,-5 4 12 0,-1 2-12 0,-5-3-35 16,-6 6 28-16,-2 0-9 0,-4 1-34 16,-6 4 25-16,-6 1 21 0,-2 3-9 0,-5 4-22 0,-5 2 44 15,-5 3-16-15,-2 6-22 16,-3 0-56-16,-3 7 12 0,-1 2-35 31,1 3 0-31,-1 0-52 0,2 0-12 0,3 1-85 0,2 6-156 0,1 5-132 0,20-3-430 31,-20 6-15-31</inkml:trace>
  <inkml:trace contextRef="#ctx0" brushRef="#br0" timeOffset="171648.377">7597 13836 1026 0,'0'0'1970'0,"0"0"-1711"16,0 0-176-16,0 0 96 15,0 0 140-15,0 0 4 0,0 0-49 0,0 0-104 16,0 0-81-16,0 0-40 0,-26 10-29 15,9 5-20-15,-2 4-25 0,-4 6 1 0,0 3 23 16,-1 3-15 0,-1 1-2-16,-2 5-1 0,1-2 4 15,-3 1 0-15,5 0-38 0,1-2 51 16,4-6-26-16,2-5 13 0,6-5 15 16,1-2 0-16,3-3 0 0,4-2-19 15,2 0-8-15,1-1-14 0,0 0-2 16,6 2-4-16,5-1 47 0,1-1 13 0,3 2 5 15,1-3-15-15,3 0 25 0,0 0 6 0,2-1 28 16,1 0 3-16,2-1-15 0,-3 0-35 16,2 4-15-16,0 1 18 0,-3-4-1 15,3 3-17-15,-3-1-1 0,-1 1-11 16,1-3 10-16,-1-2-73 0,-3 0-54 16,2-3-11-16,0-2-28 0,2-1 1 0,0-1-106 15,3-5-137 1,-7-1-260-16,11-8-101 0</inkml:trace>
  <inkml:trace contextRef="#ctx0" brushRef="#br0" timeOffset="172049.382">8312 14007 1747 0,'0'0'1249'0,"0"0"-868"0,0 0-200 16,0 0 37-16,0 0 72 0,0 0-13 15,0 0-85-15,-85 19-93 0,66-2-71 16,-1 2-16-16,-1 3 16 0,2 3-4 16,-3 3-24-16,4 1-2 0,0-1 2 15,4 3-11-15,1-1 10 0,4-2 2 0,2-2 9 0,6-2-8 16,1-2-2-16,3-3-1 0,6 0-17 31,3-4-4-31,5-7 7 0,1 1-25 0,3-7 40 16,4-2 2-16,-1 0 13 0,5-11-12 15,-1-1-3-15,0-2-62 0,-3-3 7 16,-4 1-4-16,-5-2 3 0,-3 5 10 16,-4 1 12-16,-6 2-13 0,-3 3 7 0,0 4 5 15,-3-1-8-15,-6 1-4 0,-2 2 7 16,-4-1 11-16,-2 2-6 0,-3-1 10 16,-2 1-8-16,-1 0 33 0,2 0 2 15,0 0 14-15,4 0-16 0,4-4 0 16,0 2-100-16,4-3-105 0,4-1-317 15,0 1-253-15,2-11-871 0</inkml:trace>
  <inkml:trace contextRef="#ctx0" brushRef="#br0" timeOffset="172326.244">8775 13712 1714 0,'0'0'1080'0,"0"0"-778"0,0 0-107 15,0 0 59-15,0 0-17 0,0 0-55 16,0 0 20-16,0 0-53 0,0 0-99 16,0 0-48-16,0 0 41 0,30 31 4 0,-37-9-4 15,-2 2-18-15,1 3 3 16,-1-2-26-16,4-2 1 0,-2-1-3 0,6-6-22 16,1 0 10-16,0-1 12 0,4-7 21 0,3 3 7 15,4-3-3-15,0-3-7 0,6-2-5 0,3-2 5 16,-1-1-18-16,1 0-38 0,2-1-132 15,-2-3-57-15,0-3-74 16,-7 2-237-16,8-2-723 0</inkml:trace>
  <inkml:trace contextRef="#ctx0" brushRef="#br0" timeOffset="172597.537">9219 14000 160 0,'0'0'2432'0,"0"0"-2065"0,0 0-162 0,0 0 95 15,0 0-19-15,0 0-26 0,99 22-45 16,-76-22-54 0,5-1-60-16,0-4 6 0,0 3-19 15,-1-4-12-15,-3 2-40 0,-2 2-16 0,-3 0-15 16,-2 2 0-16,-5 0-18 16,-4 0-4-16,0 4-12 0,-4 0 3 0,-4 4 14 15,0 2 17-15,-2 1 43 0,-9 5 9 16,-2 2-12-16,-6 1-40 0,-2 0 0 15,-4 2-21-15,-2 1-44 0,-4-2-9 0,0 2-28 0,-4-1-18 16,2-2-51-16,-1-1-46 0,6-6-72 16,1-2-114-16,8-5-264 0,-5-1-620 15</inkml:trace>
  <inkml:trace contextRef="#ctx0" brushRef="#br0" timeOffset="173539.797">10550 14269 1345 0,'0'0'1737'15,"0"0"-1399"-15,0 0-246 0,0 0 32 16,0 0 49-16,-32 72 80 0,20-54-69 16,1 0-110-16,-1-4-56 0,3-1-18 15,0-2-1-15,3-4-27 0,-2-2-90 16,5-2-49-16,3-1-75 0,0-2-138 15,0-2-321-15,1-3-669 0</inkml:trace>
  <inkml:trace contextRef="#ctx0" brushRef="#br0" timeOffset="174132.99">11690 13761 2115 0,'0'0'1900'0,"0"0"-1656"16,0 0-219-16,0 0 0 0,0 0 68 15,0 0 68-15,0 0 91 0,0 0-105 16,-83 71-98-16,68-60-21 0,1 1-13 0,-2 1-15 16,0-1-3-16,3 2-9 0,-3 1 12 0,3 0-2 15,-3 0 0-15,3-2 1 0,1-1-12 16,3-4 12-16,0 0 1 0,2-4 3 15,3 1 22-15,1-4-10 0,1 2 4 16,1-2-7-16,-2 0 0 0,3-1-12 16,0 1 0-16,0-1-3 0,0 0 2 0,0 0 1 15,0 0 0 1,0 0 2-16,0 0 13 0,0 0-13 16,0 0 1-16,0 0 12 0,0 0-11 15,0 0 8-15,0 0 3 0,0 0 0 0,0 0-3 16,0 0-9-16,0 0-1 0,0 0-2 0,0 0-1 15,0 0-11-15,0 0 0 16,0 0-3-16,0 0 3 0,0 0-4 0,0 0 4 16,0 0 9-16,0 0 0 0,0 0-15 15,0 0 0-15,0 0-4 0,0 3-15 16,0 0 7-16,3 3 27 0,1 0 3 16,2 6 21-16,1 1-2 0,0 1-17 15,2 1 13-15,-2 3-15 0,3 0 0 16,-1 5 30-16,-2-2-17 0,1 0-13 0,0-1 0 15,-1-4 0 1,2-3-1-16,4-2-27 0,-3-3 13 16,2-2 15-16,0-2 18 0,-1-3-9 15,-3-1-9-15,2 0-24 0,-3 0-40 0,-1 0-19 16,-1-1-67-16,-2 0-122 16,-2-2-189-16,-1 1-576 0,0 1-731 0</inkml:trace>
  <inkml:trace contextRef="#ctx0" brushRef="#br0" timeOffset="174472.166">11939 13934 430 0,'0'0'3014'0,"0"0"-2455"0,0 0-504 16,0 0-53-16,0 0 93 0,0 0 92 15,0 0 110-15,90 30-85 0,-67-28-86 16,4 3-41-16,2-4-5 0,0-1-7 15,3 0-55-15,-4-1-18 0,1-6-15 0,0 0 3 16,-2-4-83-16,-1-1-88 0,-4 0-94 16,0 0-125-16,-4 1-268 0,-9 3-599 0,-2 3-641 15,-7-1 1510-15</inkml:trace>
  <inkml:trace contextRef="#ctx0" brushRef="#br0" timeOffset="174656.96">12205 14024 942 0,'0'0'1697'15,"0"0"-1256"1,0 0-269-16,-39 90 35 0,30-60 113 0,-1 1 51 16,4-1-54-16,2-2-89 0,2-3-83 15,2-2-59-15,0-4-10 0,2-3-33 16,5-2-28-16,3-5-15 0,2-5-33 16,5-2 14-16,2-2 4 0,4-4-43 15,1-7-77-15,4-5-59 0,0-7-88 0,-1-2-150 16,-7 6-551-16,7-12-776 0</inkml:trace>
  <inkml:trace contextRef="#ctx0" brushRef="#br0" timeOffset="181221.367">12980 13778 2002 0,'0'0'304'16,"0"0"508"-16,0 0-464 0,0 0-76 16,0 0 53-16,0 0 26 0,0 0-42 15,0 0-70-15,0 0-58 0,0 0-50 16,-48 59-31-16,48-50 0 0,6 1-3 15,7 2-21-15,5 2-22 0,6 2-8 0,3 4-19 16,5 2 0 0,1-2-6-16,0 3-18 0,1-4-1 15,-3 2 10-15,2-1-12 0,-2-4 2 16,0-1-2-16,-3 0-3 0,-1-7-21 0,-4 3 21 16,-4-7-21-16,-3 2 24 0,-6-2-2 15,-4 1-1-15,-3 0-12 0,-3-2 12 16,0 2-15-16,0 4-10 0,-11 3-14 15,-2 4-12-15,-8 3-25 0,-7 1-24 0,-2 3 9 16,-3-3-13-16,0-1-15 0,-3-2-58 0,0-3-109 16,-2-2-272-16,12-3-494 0,-17 0-680 0</inkml:trace>
  <inkml:trace contextRef="#ctx0" brushRef="#br0" timeOffset="197186.364">15480 13948 1934 0,'0'0'1007'0,"0"0"-642"0,0 0-73 0,0 0 20 16,0 0 55-16,0 0-61 0,0 0-26 15,0 0-81-15,0 0-89 0,0 0-58 0,-15-15-31 16,-3 27-21-16,-5 5-12 0,-4 7-3 16,-6 6 12-16,-1 7-22 0,-2 3 22 0,-2 1-18 15,2 0 18-15,1 2-18 0,5-2 20 16,2-3-15-16,3 1 1 0,4-6-19 16,5-3 13-16,6-4-3 0,4-5-4 15,6-5-3 1,0-3 1-16,0 1-4 0,8-4 6 15,3 2 27-15,2-1 2 0,5 0-1 0,2-1 3 16,3 2 58-16,1-1-3 0,5 2-6 16,0-1-18-16,4 2-32 0,0 2 25 15,3 2 19-15,-1 0-13 0,-2 1-31 16,-3 1-1-16,-3 0 2 0,-1-1-3 16,-5-2-3-16,-3-3-21 0,-2 0-43 0,-1-5-9 15,-2-1-34-15,-2-4-22 0,1-3-38 0,-2-1-46 16,3-3-105-16,-2-7-186 0,1-4-302 15,-1 4-636-15,0-14 123 0</inkml:trace>
  <inkml:trace contextRef="#ctx0" brushRef="#br0" timeOffset="197641.057">16034 14272 1532 0,'0'0'520'15,"0"0"239"-15,0 0-355 0,0 0-32 16,0 0 63-16,0 0-54 0,0 0-85 0,0 0-108 16,0 0-90-16,0 0-22 0,0 0-18 15,-46 69-18-15,34-52-16 0,-4 3-22 16,0 4 0-16,-2 2-2 0,-2 4-2 16,2 1 0-16,0 0-1 0,3-2-9 15,4 1 0-15,2-5 10 0,3-2-1 16,2-1-19-16,2-2 20 0,2 0-1 0,0-1-12 15,6-4 12-15,3 1-18 0,1-4 0 0,1 1 20 16,4-3-13-16,1-1-7 0,0-2 18 0,1-1 0 16,1-4 1-16,-3-2 2 0,4 0 10 15,-2-5 2-15,2-4-10 0,-2-4 0 16,0 0-2-16,0-5 0 0,0 0 2 16,-3 0-2-16,-4 3-23 0,-3-1 11 15,-4 5-6 1,-1 3 0-16,-2 1 3 0,-5 3 14 15,-5 1 0-15,-4 2-1 0,-4-1-13 16,-2 0-3-16,-3 0-13 0,-2-1-6 16,-3 0 6-16,0 0-21 0,1 1 25 15,1 2-13-15,3 0-3 0,4-1-13 16,1 1-52-16,4-3-47 0,0 0-32 0,4-2-48 16,3-1-109-16,0-3-249 0,4-2-538 0,0 1-442 15,3-11 1312-15</inkml:trace>
  <inkml:trace contextRef="#ctx0" brushRef="#br0" timeOffset="197977.825">16380 13821 1311 0,'0'0'1427'16,"0"0"-987"-16,0 0-134 0,0 0 79 15,0 0-55-15,0 0-106 0,0 0-85 16,0 0-81-16,76-2-57 0,-65 8 15 16,-3 5 18-16,-4 1-19 0,1 4 1 0,-5 4-4 15,0 5-12-15,-3 0-28 0,-5 5-43 16,0-3-6-16,-2-2 34 0,1 0 30 16,2-5 11-16,-1-3 2 15,4-1-15-15,0-2 13 0,3-2-14 0,1-4-15 16,0 1 7-16,1-3-4 0,9-1 6 15,0 2 22-15,2-4 20 0,3 1 8 0,0-2-19 0,2-1-9 16,1 0-87-16,2-1-81 0,3 2-109 16,0-2-213-1,-6 0-620-15,9 2-664 0</inkml:trace>
  <inkml:trace contextRef="#ctx0" brushRef="#br0" timeOffset="198390.206">16927 14290 1494 0,'0'0'1427'0,"0"0"-858"0,0 0-171 16,0 0-40-16,78 5-33 0,-49-5-51 0,4 0-87 16,0-1-47-16,2-6-76 0,1-3-40 15,-3-2-12-15,-1-1-12 0,-1-2-83 0,-3-1-72 16,-5 0-44-16,-3 2-51 0,-1 2-100 16,-8 4-190-16,-5 3-583 0,-3 4-613 15</inkml:trace>
  <inkml:trace contextRef="#ctx0" brushRef="#br0" timeOffset="198589.736">17162 14321 160 0,'0'0'150'0,"0"0"58"0,0 0 1553 0,-39 66-1202 15,33-42-149-15,-1 0 6 0,3 3-51 16,3 0-46-16,1 0-34 0,0 0-76 16,0 2-68-16,4-4-34 0,0-1-31 15,3-4-73 1,-1 0-3-16,2-5 0 0,3-4-12 15,-1-1-34-15,6-3-55 0,0 0-36 0,4-4-11 16,0-2-34-16,2-1-125 0,-2-6-233 16,-6-1-493-16,6-11-633 0</inkml:trace>
  <inkml:trace contextRef="#ctx0" brushRef="#br0" timeOffset="198921.232">17635 14122 473 0,'0'0'2191'16,"0"0"-1738"-16,0 0-109 0,0 0 205 16,0 0-105-16,0 0-121 0,0 0-78 15,92 3-71 1,-70-1-55-16,2 1-28 0,1 2-6 16,1 1-6-16,2 2-21 0,4 3-10 15,1 0-2-15,-1 0 2 0,-2-2-21 16,-2 1-24-16,-4-1-3 0,-1 0-1 15,0 0 0-15,0 0-11 0,2 0 10 16,-3 0 1-16,-1-3 1 0,-5-1-2 16,-2 0-1-16,-5 0-9 0,-3-2 9 0,-3 1-12 0,-3 0 3 15,0 3-7-15,-4 1 4 0,-10 6 13 16,-6 7-19-16,-8 6-15 0,-7 3-1 16,-7 6-2-16,-8 5 6 0,-6 3-37 15,-6 2-39-15,-6 7-37 0,-2-1-44 16,-6-2-58-16,3 2-190 0,18-14-345 0,-25 15-1229 15</inkml:trace>
  <inkml:trace contextRef="#ctx0" brushRef="#br0" timeOffset="202329.536">11896 9414 1000 0,'0'0'1161'0,"0"0"-822"0,0 0-97 0,0 0-10 15,0 0 30-15,0 0-20 0,0 0 40 16,0 0-65-16,0 0-63 0,0 0-54 0,-52-44-13 15,37 44-12-15,-2 0 5 0,0 5-15 16,-6 2-3-16,1 4-19 0,-2 1-40 0,-2 5 9 16,0-1-8-16,-1 5-2 0,3 2-2 15,-1 2-16-15,0 3 14 0,-1 3-1 16,5 2-37-16,2-1 28 16,3 0-10-16,6-1 3 15,4-1-15-15,2-3 10 0,4-2 5 16,0-5 18-16,7-1 1 0,2-3 0 0,1-3 1 15,0-6-1-15,3-1 0 0,3-2 0 16,-2-4 15-16,3 0 16 0,1-7-1 16,-1-3-5-16,-1-1 1 0,-2 2-26 15,-2-3-16-15,-2 1 13 0,-4 4-21 16,-3 0-17-16,-3 3-14 0,0 2 18 0,-5 0 3 0,-5 1-19 16,0 1-16-16,-1 0 13 0,-4 0 16 15,2 0-1-15,-1 0 7 0,2 1-10 16,-2 2 12-16,5 0-31 0,1-2-18 15,2 1-49-15,2 0-59 0,2-2-110 16,2 1-195-16,0 1-230 0,0-1-465 16</inkml:trace>
  <inkml:trace contextRef="#ctx0" brushRef="#br0" timeOffset="202536.617">11955 9580 1296 0,'0'0'1287'0,"0"0"-897"0,0 0-137 0,0 0 1 0,0 0 148 16,90-1-113-16,-75 1-75 0,3 0-65 15,0 0-44-15,3-1-34 0,3-3-47 16,-1-2-24-16,2-2-15 0,-2-2-93 16,-1 2-56-16,-1-2-47 0,-1 3-84 0,-2 0-108 15,-6 0-291-15,-3 3-651 0,-6 4-154 0</inkml:trace>
  <inkml:trace contextRef="#ctx0" brushRef="#br0" timeOffset="202752.49">12157 9632 346 0,'0'0'2041'0,"0"0"-1637"16,0 0-147-16,0 0 43 0,0 0 1 16,0 0-8-1,0 0-76-15,0 0-89 0,-26 80-29 0,26-64-2 16,0 3-11-16,0 1-24 0,0 3-31 15,3-1-18-15,1 1-13 0,2-1-3 16,0-1-10-16,0-3 12 0,2-5-42 0,1-1 12 16,1-1-21-16,0-4-22 0,0 0-29 15,3-2-33-15,2-2 42 0,0-1-107 16,1-2-102-16,0-6-146 0,-1-2-365 16,5-10-718-16</inkml:trace>
  <inkml:trace contextRef="#ctx0" brushRef="#br0" timeOffset="202952.776">12558 9674 1159 0,'0'0'1744'16,"0"0"-1459"-16,0 0-93 0,0 0 112 16,0 0 81-16,0 0-58 0,81 0-95 0,-63 0-100 15,1 1-25-15,0-1-42 0,1 0-65 16,1 0 0-16,-3 0-52 0,0 0-96 15,-3 0-86-15,1 0-73 0,-5 0-174 16,-5 0-680-16,-6 7-765 0</inkml:trace>
  <inkml:trace contextRef="#ctx0" brushRef="#br0" timeOffset="203115.729">12604 9924 300 0,'0'0'1634'16,"0"0"-445"-16,0 0-959 0,0 0-42 0,0 0 146 0,0 0 43 15,0 0-89-15,0 0-121 0,0 0-100 16,0 0-46-16,92 15-21 0,-67-17-1 16,3-3-125-16,3-2-115 0,0 0-64 15,1 0-199-15,-8 0-654 0,7 2-941 0</inkml:trace>
  <inkml:trace contextRef="#ctx0" brushRef="#br0" timeOffset="204402.013">13450 9584 2611 0,'0'0'434'0,"0"0"-178"0,0 0-8 0,0 0-1 16,0 0 17-16,0 0-8 0,0 0-95 15,0 0-68-15,0 0-37 0,0 0 5 16,-87 6-21-16,73 7-6 0,1 4-9 15,1 2-23-15,-2 5 16 0,4 2-18 16,1 4 0-16,2 4-2 0,3 0-13 16,2 3-4-16,2 0-2 15,0 1-4-15,5-2-12 0,5 0-58 16,3-2-35-16,4-5-10 0,3-3-15 16,5-4-21-16,2-4 3 0,6-4-201 15,0-3-384-15,2-5-453 0,-8-4 8 16,15-2 1056-16</inkml:trace>
  <inkml:trace contextRef="#ctx0" brushRef="#br0" timeOffset="212488.575">13664 9462 91 0,'0'0'2802'0,"0"0"-2437"0,0 0-197 16,0 0-18-16,0 0 71 0,0 0 50 15,0 0 37-15,0 0-98 0,0 0-86 16,0 0-75-16,6 26-9 0,-6-7 21 0,0 7 10 16,2 7-13-16,-1 4 0 0,1 0-9 15,1 2-28-15,-2 0 0 0,-1-3-5 16,1-2-14-16,2-1-2 0,-3-1 2 0,2-1-1 15,-1-2-1-15,3-3-15 0,-2-3-25 16,1-3-43-16,3-5-27 0,-1-5-19 16,3-4-52-16,0-2-57 0,5-4-109 0,0-5-174 15,-3-1-493-15,5-11-365 0</inkml:trace>
  <inkml:trace contextRef="#ctx0" brushRef="#br0" timeOffset="212936.395">14235 9572 1854 0,'0'0'1288'16,"0"0"-1059"-16,0 0-86 0,0 0 3 15,0 0 34-15,0 0 2 0,79 8 28 16,-67-4-24-16,2-1-71 0,-1 3-41 16,2 0-34-16,-2 2-21 15,-2 1-7-15,2 3 9 0,-3-1-18 16,-2 6-3-16,-4 1 0 0,2 1 18 15,-5 5 0-15,-1 0-5 0,0 0-13 16,-1 2-16-16,-5 1 15 0,2-2-48 16,-1-2 37-16,2-2 12 0,2-2 0 15,-1-4 0-15,2-2-2 0,0-3-17 16,3-3 3-16,5 0 16 0,0-2 21 0,2 0 1 0,3-3-7 16,5-1 4-16,2-1-19 0,0 0 0 15,3 0-22-15,4-6-67 0,-1-1-44 16,2-1-28-16,-1-2-29 0,-2 2-59 15,-1-2-190-15,-5 4-599 0,-2-4-631 0</inkml:trace>
  <inkml:trace contextRef="#ctx0" brushRef="#br0" timeOffset="-212515.522">15032 9518 1858 0,'0'0'1113'0,"0"0"-950"0,0 0-105 16,0 0 44-16,0 0 44 0,0 0 19 15,0 0 81-15,0 0-44 0,0 0-58 16,0 0-20-16,76 63-12 0,-61-43-35 0,1 5-21 0,-2 0-38 16,-1 3 23-16,2-1-14 0,-4 3-24 15,-1-3 13-15,-3 0-1 0,-1 1-14 16,-1-3 2-16,-4 0-3 0,-1 1 0 15,0 0 0-15,-6 1-43 0,-4 1-40 32,-3-2-22-32,-3 2-19 0,-5-1-29 0,-4 1-51 15,-3 0-89-15,-6 0-209 0,6-6-540 0,-25 9-225 0</inkml:trace>
  <inkml:trace contextRef="#ctx0" brushRef="#br0" timeOffset="-204440.219">15921 9407 1891 0,'0'0'797'16,"0"0"-614"-16,0 0-55 0,0 0-18 15,0 0 72-15,0 0 24 0,0 0-12 0,-86 3-21 16,74 4-1-16,0 2-45 0,1 5-46 15,0-1-19-15,2 5 9 0,-1-1 16 16,4 7-13-16,-1 1-9 0,-1 1-22 0,3 4-15 16,2 5-13-16,2 0-6 0,1 7-9 15,0 0-1 1,0 2 0-16,4 2-1 16,2 1-22-16,2-2 11 0,0-4 1 0,-1 1-22 15,6-5-34-15,0-4-28 0,3-2-46 16,0-6 2-16,4-1-8 0,0-10-41 15,6-3-63-15,1-5-271 0,-4-6-721 16</inkml:trace>
  <inkml:trace contextRef="#ctx0" brushRef="#br0" timeOffset="-195667.663">16100 9608 1471 0,'0'0'1734'0,"0"0"-1431"16,0 0-170-16,0 0-60 0,0 0 2 15,0 0 4-15,0 0 69 0,0 0 56 16,0 0-92-16,95-43-35 0,-70 43-12 16,-5 1-15-16,2 5-13 0,-2 2-13 0,-4 1 1 15,-2 3 24-15,-4 2-12 0,-1 2-15 0,-3 2-22 16,-2 3 3-16,-4 3 0 0,0 6 9 0,-4 0 0 16,-4 1-12-16,-2-4-28 15,1-2 27 1,-2-5 1-16,2-6 1 0,1-4 9 0,1-1-10 15,2-3-18-15,2-3 18 0,0-1 1 16,3 0-1-16,0-1-22 0,0-1-21 16,0 3-15-16,5 1 14 0,3 0 42 0,2 3 2 15,-1 0 12-15,1 3-11 0,2 1 0 16,-5-2 11-16,-1 6 7 0,-3 0 14 16,-2 3-17-16,-1 3-13 0,-3 0 15 15,-4 1-5-15,-3-2-13 0,-4-1-56 16,0 2-12-16,-1-6-9 0,0 0-69 15,2-5 13-15,0-2-78 0,3-2-88 0,-3-4-114 0,5-1-103 16,-1-1-176-16,0 0-75 0,5-1-386 16,-2-4 1016-16</inkml:trace>
  <inkml:trace contextRef="#ctx0" brushRef="#br0" timeOffset="-195282.027">16855 9610 1370 0,'0'0'55'0,"0"0"1003"15,0 0-842-15,0 0-84 0,0 0 32 16,0 0 67-16,0 0 4 0,0 0-44 15,0 0-106-15,0 0-57 0,-30 40-28 16,21-22 0-16,-1 2-15 0,-1 4 12 16,2 4 1-16,0-3 1 0,2 0 2 15,3-1 11-15,3-1 26 0,1-6-10 0,0-2 19 0,8-2 16 16,1-2 9-16,5-3 8 0,2 0 47 0,2-1-8 16,3-1-20-16,2-2-25 15,0-1-15-15,0 0-19 0,0-3-18 0,-1 0-4 16,-1-3-18-16,0-4-10 15,-3 0-37-15,0-4-76 0,-1 0-48 0,-2-1-56 16,-1-1-92 0,-3 1-150-16,-2 0-557 0,-3-6-385 0</inkml:trace>
  <inkml:trace contextRef="#ctx0" brushRef="#br0" timeOffset="-195065.636">17034 9663 672 0,'0'0'2008'0,"0"0"-1731"16,0 0-117-16,-4 77 35 0,4-48 69 15,0 2 29-15,0 1-41 0,0 4-71 0,0-3-76 16,0 4-40-16,0 0-43 0,1 1-22 16,-1 3-3-16,0-2-56 0,0-4-53 15,0-1-28 1,0-8-30-16,0-5-21 0,3-6-2 15,4-10-32-15,-1-5-213 0,1-3-294 0,-1-5-565 16,1-16 405-16</inkml:trace>
  <inkml:trace contextRef="#ctx0" brushRef="#br0" timeOffset="-194781.378">17450 9579 388 0,'0'0'2388'16,"0"0"-2048"-16,0 0-75 0,0 0 1 16,0 0 2-16,84 6-13 0,-67 1-56 15,-1 2-78-15,0 1-35 0,0 1-12 0,1 5-6 0,0 2-34 0,-4 0-10 16,1 2-24-16,1 4 2 0,4 4 11 31,-2 2-11-31,3 6 68 0,-4-4-30 0,-1 2-25 0,-8-4-14 16,-6-1-1-16,-1-1-39 0,0 0-44 15,-7 3-31-15,-3-4 3 0,-4 1 6 16,-3 0-34-16,-4-2-61 0,-5 2-124 16,-3-2-266-16,4-6-757 0</inkml:trace>
  <inkml:trace contextRef="#ctx0" brushRef="#br0" timeOffset="-190958.753">22696 269 1444 0,'0'0'989'16,"0"0"-818"-16,0 0-171 0,0 0 3 15,0 0 103-15,0 0 46 0,0 0-18 16,-18 69-60-16,13-49-40 0,2 2-34 16,0 0-2-16,2 0-27 0,0 0-6 0,1 1-154 0,0 2-143 15,2-6-235-15,1 16-607 0</inkml:trace>
  <inkml:trace contextRef="#ctx0" brushRef="#br0" timeOffset="-190774.362">22670 1036 411 0,'0'0'75'0,"0"0"28"0,0 0-103 15,-16 68-75-15,12-45 10 0,0 1 55 16,0-1 7-16,2-2-17 0,1 0-3 0,1-3-81 16,0 0-95-16,0-3 109 0</inkml:trace>
  <inkml:trace contextRef="#ctx0" brushRef="#br0" timeOffset="-190589.279">22705 1534 421 0,'0'0'179'15,"0"0"-91"-15,0 0 668 16,0 0-321-16,0 0-168 0,0 0-28 16,4 69-68-16,-4-57-67 0,0 0-56 15,0 2-35-15,0 2-13 0,0 0-1 16,0 2-12-16,0 1-48 0,0 4-59 16,0-2-45-16,0 1-103 0,0 1 1 0,0 1-41 15,0-2-60-15,-3 2-389 0</inkml:trace>
  <inkml:trace contextRef="#ctx0" brushRef="#br0" timeOffset="-190411.125">22747 2227 1056 0,'0'0'817'0,"0"0"-234"0,0 0-392 16,0 0-175-1,0 0 10-15,0 0 48 0,0 0-13 16,0 0-55-16,-6 78-6 0,6-64-51 0,0 0-52 15,0 2-42-15,0 2-23 0,2-2 25 16,2 3 20-16,-2 0-23 0,1 0-55 16,-1 2-102-16,-1-7-264 0</inkml:trace>
  <inkml:trace contextRef="#ctx0" brushRef="#br0" timeOffset="-190188.386">22823 3098 673 0,'0'0'1681'16,"0"0"-1364"-16,0 0-214 0,0 0-55 16,0 0 39-16,0 0 22 0,0 0 3 0,-21 68-32 0,21-57-52 15,0 4-26-15,0 0-1 0,0 1-1 16,0 0 0-16,0 2 2 0,0 2 14 16,0 1 41-16,0-2-57 0,-2 0-89 15,1 2-161-15,-1 0-214 0,-1 7-565 16,3-8-247-16,-3 22 1077 0</inkml:trace>
  <inkml:trace contextRef="#ctx0" brushRef="#br0" timeOffset="-189972.442">22849 3776 866 0,'0'0'1'0,"0"0"1097"0,0 0-784 0,0 0-113 16,0 0-7-16,0 0 53 0,0 0-25 15,0 0-40-15,1 74-55 0,1-65-38 16,-1 2-16-16,2 1 15 0,0 2-15 0,-1 0-10 15,1 0-10-15,1 3-12 0,-2-1-16 0,-2-2-22 16,2 5-3-16,-2 0-2 0,0-2-42 16,0 1-41-16,0 1-6 0,0 3-42 15,0 0-3-15,1 3-49 0,2 0 6 16,0 2 9-16,0-4-242 0,0-2-135 16,0-3-74-1,-2-7-436-15,2 3 894 0</inkml:trace>
  <inkml:trace contextRef="#ctx0" brushRef="#br0" timeOffset="-188507.593">23068 4470 1383 0,'0'0'426'0,"0"0"271"0,0 0-404 0,0 0-119 0,0 0 50 16,0 0 21-16,0 0-4 0,0 0-20 31,0 0-63-31,-71-64-77 0,56 64 3 16,0 8-16-16,-3 6-18 0,-1 0-10 16,-4 8-21-16,1-1 6 0,1 4-3 15,0-1-1-15,1 3-5 0,3-2 8 16,-1 5-24-16,1-4-1 0,6 3-23 0,3-1-17 15,3 2 20-15,5-3-1 0,0-3 19 16,0-1 1-16,5-7-11 0,1-3-5 0,3-7 18 16,2-1 11-16,-1-5 2 0,4 0 2 15,1-4-12-15,0-4-3 0,1-6-18 16,-2-2-41-16,3-4-22 0,-7 0-6 16,0 1-7-16,-4 6 5 0,-3 1 36 0,-3 6 50 15,0 2 3-15,-3 3 6 0,-7 1-6 16,-3 0-16-16,-5 1 13 0,-1 5 1 0,-3 1 2 15,1 3 0-15,2-1 0 0,2 0 0 16,2 3-12-16,2-4-20 0,4 2-9 16,1-2-16-16,3 2-56 0,0-2-116 15,3 2-112-15,2-2-219 0,0-2-237 0,0-2-358 16</inkml:trace>
  <inkml:trace contextRef="#ctx0" brushRef="#br0" timeOffset="-188291.826">23297 4507 408 0,'0'0'2151'0,"0"0"-1675"0,0 0-243 0,0 0-42 16,0 0 85-16,0 0-37 0,93 17-63 15,-76-17-67-15,1-2-74 0,3-5-35 16,0-1-40-16,2 1-97 0,-1-2-93 15,0 2-60-15,-2 0-169 0,-7 2-624 16,2-2-615-16</inkml:trace>
  <inkml:trace contextRef="#ctx0" brushRef="#br0" timeOffset="-188084.926">23526 4585 408 0,'0'0'2267'15,"0"0"-1943"-15,0 0-141 0,-46 81 117 16,35-53 9-16,0 1-28 0,-1-1-57 0,4 1-75 0,1 1-53 16,1-2-31-16,6-2-46 0,0-2-1 15,0-6 4-15,5-2 11 0,6-4-11 16,6-6-1-16,5-3-2 0,6-3-16 16,5-1-3-16,4-7-31 0,4-4-95 15,1-5-59-15,3 0-105 0,-10 3-230 0,17-10-1240 16</inkml:trace>
  <inkml:trace contextRef="#ctx0" brushRef="#br0" timeOffset="-186635.448">20137 2121 1850 0,'0'0'603'0,"0"0"-354"16,0 0-198-16,0 0 23 0,0 0 151 16,0 0 101-16,0 0-6 0,0 0-49 15,0 0-105-15,0 0-69 0,-9-23-25 16,16 26 15-16,3-2 36 0,1 3 26 15,4-2-54-15,1 0-34 0,0 1-21 0,3-3-27 16,-3 1-13-16,2-1-22 0,-2 0-101 0,4 0-86 16,0 2-71-16,2-2-84 0,1 0-231 15,-6 0-680-15,8 0-450 0</inkml:trace>
  <inkml:trace contextRef="#ctx0" brushRef="#br0" timeOffset="-186450.484">21077 2009 726 0,'0'0'130'0,"0"0"675"0,0 0-357 15,0 0-18-15,86 22-124 16,-67-18-158-16,0-1-61 0,-1 0-23 16,2 0-42-16,3-2-22 0,3 2-103 0,5-3-154 15,3 0-111-15,3 0-102 0,2 0-92 0,3 0-119 16,4-3 35-16,-4 0 633 0,4-1-42 15,-13 2 44-15</inkml:trace>
  <inkml:trace contextRef="#ctx0" brushRef="#br0" timeOffset="-186318.898">21981 2021 248 0,'0'0'267'15,"0"0"-182"-15,0 0-13 0,90 5-23 16,-70-3 654-16,-1 0-361 0,-2-1-177 0,0-1-83 0,3 0-82 16,-2-3-84-16,3-2-88 0,2-1 62 15,-1-4-11-15,6 3-149 0,0-1-258 16,1 0-166-16,1 4 681 0,1-2-8 15</inkml:trace>
  <inkml:trace contextRef="#ctx0" brushRef="#br0" timeOffset="-186149.509">22513 1981 109 0,'0'0'427'0,"0"0"-251"16,0 0-108-16,98 29 753 15,-78-23-623-15,-1-1-198 0,4-2-230 16,-3 0-99-16,3-2-75 0,-2-1-46 16,0 0 176-16,4 0 162 0,-2 0 112 15,1 0 0-15,2-2 0 0,-1 0 298 16,-2 2 87-16,-3 0 22 0,0 0 94 15,-3 0-153-15,1 0-134 0,-1 0-42 16,-1 0-65-16,3 0-107 0,-3-3-33 0,4-1-223 0,0-3-143 16,2 1-27-16,3 0-24 0,0-3-153 15</inkml:trace>
  <inkml:trace contextRef="#ctx0" brushRef="#br0" timeOffset="-185980.217">23270 1974 282 0,'0'0'404'0,"0"0"-244"16,79-1 484-16,-56 1-104 0,-1 0-100 15,-3 0-172-15,-1 3-146 0,0-3-77 16,-1 1-13-16,-3-1 17 15,4 0-27-15,-4 3-9 0,3-3-13 16,2 0-1-16,-2 1-15 0,3 0 3 16,-2 0-6-16,2 2 17 0,1-3-18 0,-2 2-34 15,4-2-27-15,0 0-6 0,0 0 4 16,2 0-14-16,0 0-13 16,0-5-100-16,1 2-50 0,0 0-22 0,-1 0-21 15,-4 2-39-15,-2-1-365 0</inkml:trace>
  <inkml:trace contextRef="#ctx0" brushRef="#br0" timeOffset="-185547.984">24156 1986 401 0,'0'0'349'0,"0"0"276"0,0 0 737 0,85 0-1044 16,-57 0-158-16,-1-2-48 0,-1 0-49 15,0 0-31-15,0-1 13 0,1 0-7 16,1 2-36 0,0-2-2-16,4 2-2 0,1-3 2 0,3 2 2 15,-1-3 39-15,-1 2 22 0,-1-1 13 0,-1-1-9 16,-5 3-56-16,-2-3-11 0,-2 4-22 15,-1-2-79-15,-2 3-29 0,-1 0-89 16,2 0-18-16,2 0 22 0,4 0-143 16,-2 0-1-16,6 0 226 0,-3 0 133 15,3 0 106-15,-4 0 114 0,0 0-6 16,-4 0-101-16,-1 0-96 0,-2 0-17 0,0 0-42 16,-1 0-103-16,-2-1-62 0,5 0-121 15,-2 0-69-15,5 1 114 0,1 0 173 16,1 0 110-16,3 0 182 0,0 0 199 15,4 3 144-15,0 0 34 0,0-3-27 16,-3 1-79-16,-1-1-85 0,-1 0-132 0,-4 0-38 0,-2 0-41 16,-1-1-55-16,-2-2-35 0,-3 2-15 15,2 1-9-15,1 0-3 0,-1 0 12 16,-1 0-19-16,2 4 10 0,-1 2 12 0,1 0-25 31,-1 1-2-31,1-1-25 0,0 0-3 16,-1-2-1-16,4 0-39 0,0 0-63 15,2-2-59-15,1-2-50 0,1 0-78 0,1 0-174 16,-7 0-528-16,8-7-1057 0</inkml:trace>
  <inkml:trace contextRef="#ctx0" brushRef="#br0" timeOffset="-182958.699">24531 427 1714 0,'0'0'590'0,"0"0"-186"0,0 0-346 0,0 0-39 31,0 0 68-31,0 0 86 0,0 0 19 16,-84 27-29-16,69-17-61 0,0 2-26 16,1 0-22-16,1-1-4 0,-2 3 7 15,4-3-13-15,-1 2-38 0,-1-1-6 0,0 2-28 0,-2 2-127 0,1 1-172 0,0-5-257 16,-8 11-759-16</inkml:trace>
  <inkml:trace contextRef="#ctx0" brushRef="#br0" timeOffset="-182757.2">23864 983 680 0,'0'0'1481'16,"0"0"-1194"-16,0 0-287 0,0 0-52 15,0 0 49-15,-77 44 1 0,61-30-11 16,1-1-26-16,0 2-65 0,-2 2-152 16,-1 2-59-16,-2 1-20 0,-3-1 19 15,1 0 45-15,-3 1 147 0,-3-1 59 0,1-1-55 0,5-2-115 0</inkml:trace>
  <inkml:trace contextRef="#ctx0" brushRef="#br0" timeOffset="-182574.237">23157 1556 851 0,'0'0'65'0,"0"0"1066"16,0 0-855 0,0 0-147-16,0 0 32 0,0 0-6 15,-79 59-58-15,69-51-23 0,1 0 12 16,0-1-21-16,-2-1-65 0,3 1-61 16,-4 4-60-16,1 0-21 0,0 1-3 15,-3-1 0-15,2 2-14 0,-2-1-64 16,-2 3-203-16,-2 1-143 0,-3 1-168 0,3-4 375 15</inkml:trace>
  <inkml:trace contextRef="#ctx0" brushRef="#br0" timeOffset="-182399.942">22533 2069 59 0,'0'0'985'16,"0"0"-259"-16,0 0-492 0,0 0-166 15,0 0 10-15,0 0-26 16,0 0-17-16,0 0-35 0,0 0-21 0,0 0-86 15,0 0-111-15,-46 13-55 0,41-9-42 16,-1 1 2-16,-2 0-42 0,-1 3-1 16,-2 1 125-16,3-3 183 0,-1-1 48 15</inkml:trace>
  <inkml:trace contextRef="#ctx0" brushRef="#br0" timeOffset="-182194.269">22170 2323 117 0,'0'0'340'0,"0"0"948"0,0 0-947 0,0 0-185 0,0 0 6 16,0 0-7-16,0 0-81 0,0 0-74 15,0 0-36-15,0 0-51 0,-13 0-42 16,9 1-26-16,1 2-17 0,-1 1 19 16,-2 0 46-16,0 2 52 0,-2 1 19 15,2 0 34-15,-1 1-21 0,-1 0-107 16,-1 2-117-16,-2-1-141 0,0 2-271 15,2-4 470-15</inkml:trace>
  <inkml:trace contextRef="#ctx0" brushRef="#br0" timeOffset="-181956.526">21761 2726 65 0,'0'0'294'0,"0"0"55"0,0 0 628 0,0 0-792 16,0 0-65-16,0 0 42 0,-87 78-36 15,73-65-103-15,3 2-23 0,-1-1-13 0,-2 3-214 16,0 0-254-16,-4 4-82 0,-4 5-72 16,1 1 256-16,-2-2 376 0,1 1 6 15,2-2 137-15,-2 1-46 0,1-1-93 0,-1 0 40 16,0 0 184-16,-1-1-114 0,2-1-20 16,0-1 50-16,-2 0-141 0,0 0-457 15,4-2 160 1,-4 2 204-16</inkml:trace>
  <inkml:trace contextRef="#ctx0" brushRef="#br0" timeOffset="-181793.499">21102 3425 205 0,'0'0'225'0,"0"0"-52"0,0 0-114 15,0 0 651-15,0 0-430 0,0 0-163 16,0 0-10-16,-70 67 36 0,62-57-46 16,-3-2-61-16,4-1-36 0,0 2-2 0,-2-1-40 15,3-3-49-15,-1 2-62 0,1 2 4 16,0 0 45-16,-3 1 6 0,0 0-48 15,-1-1-46-15,1 2 68 0,0-5 124 0,-1 1 0 16,1-3-235-16,1-1-508 0,-7 5 691 0</inkml:trace>
  <inkml:trace contextRef="#ctx0" brushRef="#br0" timeOffset="-181640.062">20807 3707 300 0,'0'0'1721'0,"0"0"-1316"0,0 0-201 0,0 0-95 0,0 0 4 16,0 0 6-16,0 0-17 0,0 0-95 16,0 0-7-16,0 0-77 0,9-15-61 15,-4 12-114-15,0-4-123 0,-2 2-277 0,-3 2-922 0</inkml:trace>
  <inkml:trace contextRef="#ctx0" brushRef="#br1" timeOffset="-170664.739">22048 9097 1714 0,'0'0'75'0,"0"0"-17"0,0 0 62 15,-88-23 13-15,59 18-36 0,0 4-9 16,-1 0 9-16,0 1 119 0,-1 1-32 16,3 6-91-16,-3 5-48 0,1 2 7 15,-2 3-4-15,1 5 22 0,-2 4-41 16,-1 7 8-16,0 5-37 0,1 5-2 15,-1 9-25-15,1 3 26 0,1 5-18 0,5 4-22 16,3-1-36-16,4 1 0 0,5-2 22 16,6 0-22-16,6 1 51 0,3-3-6 15,8-1-13-15,8-2-33 0,7-3 27 16,7-3 15-16,5-4 35 0,8-3 1 0,1-6-2 16,8-3 2-1,2-8 0-15,2-5 12 0,2-9-11 16,1-4 14-16,1-7 17 0,2-2 26 15,2-14 7-15,0-7-33 0,4-6-10 16,1-10-21-16,0-7 23 0,-4-5-24 0,-6-6-19 16,-5-4-7-16,-10-2 10 15,-5-4 16-15,-5-1 16 0,-7 0 4 0,-6 0-19 16,-3 3 9-16,-10-3-7 0,-5 1-2 16,-3 1-1-16,-9 2 0 0,-11 1 3 0,-8 7 4 0,-6 1-7 15,-5 8-74-15,-5 5 16 0,-2 7-3 16,-2 11 61-16,1 6-13 0,-2 10-81 15,-2 6-54-15,2 6-79 0,-3 10-26 16,-1 4 28-16,-2 6-84 0,14-6-124 16,-20 12-186-16</inkml:trace>
  <inkml:trace contextRef="#ctx0" brushRef="#br1" timeOffset="-169601.351">25417 9024 787 0,'0'0'336'0,"0"0"-203"16,0 0 98-16,0 0-45 0,0 0 41 15,0 0 3-15,0 0 46 0,0 0-53 0,0 0-75 16,0 0-29-16,-57-42-4 0,41 57-63 15,-1 6-17 1,-4 5-16-16,0 8 0 0,-4 4 4 16,1 3-11-16,0 5-12 0,1 4 2 0,2 3 0 15,2 3-2-15,2 0-4 0,5 2-8 16,4 3-11-16,5 3 7 0,3 2 16 16,4-1-2-16,13-1-11 0,5 2 13 15,5-6 0-15,8 0-18 0,2-6 16 0,5-6-1 16,6-6-26-16,2-4 27 0,8-8 0 15,5-6 2-15,8-8 32 0,2-6-17 16,6-5-14-16,2-5-2 0,3-3 2 0,1-11 2 16,1-2 16-16,-3-6-4 0,0-3-15 15,-2 0-13-15,-5-5-12 0,-1-5-20 16,-4-1 22-16,-6-6-12 0,-5-5 32 16,-5-3 3-16,-6-4 0 0,-5-2 13 0,-3-2 6 31,-3-3 18-31,-7 1-37 0,0-2 0 15,-6-3 1-15,-5 1-1 0,-8-4 3 0,-6 1 30 16,-6 2-17-16,-7 0-3 0,-13 3-11 16,-8 2 19-16,-6 1-20 0,-8 3-2 15,-9 3 0-15,-8 6-1 0,-6 8-46 16,-7 10-10-16,-8 10-19 0,-6 9-29 0,-7 10-48 16,-6 13 41-16,-5 12-224 0,-4 7-123 0,25-5-123 0,-41 20-46 0</inkml:trace>
  <inkml:trace contextRef="#ctx0" brushRef="#br1" timeOffset="-164380.351">8652 15576 1077 0,'0'0'176'15,"0"0"-17"-15,0 0-2 0,0 0 47 0,-24-65-113 16,15 52 4-16,-1 2-57 0,-1-1-38 16,0 0-22-16,0 0 6 0,2-2-20 15,-1 2-42-15,1-2 29 0,1 2 10 0,-1 0 39 0,2 2 11 16,-3-1 18-16,4 3 91 0,-1 2 46 15,1 1 57-15,2 1-41 0,-3 2 275 16,1 0-175-16,0 0-113 0,2 1-26 16,-1 1-14-16,1 0-21 0,-3 0-39 15,1 7-25-15,-4 4-31 0,0 6-13 16,-7 9-2-16,-3 7-2 16,-2 7-8-16,-3 5 12 0,-2 6 0 15,0 4 1-15,-4 1-1 0,3 2-1 16,0 0-31-16,1 1 32 0,2-6-1 15,2-4 0-15,2-5-18 0,5-7 17 16,0-7-13-16,7-8 12 0,3-5-9 16,2-9-13-16,1-2-7 0,3-4-21 15,0-2-1-15,7 0 25 0,2 0 29 0,4 0 16 16,0 0-13-16,6-2 10 0,1-3-13 0,4 3 19 16,4 0 31-16,0 2 4 0,4-3-38 15,0 3-6-15,1 0-10 0,0 5 0 16,-1 1-25-16,0-1 25 0,-3 2-3 15,-4-2 3-15,1 1 1 0,-4 0-1 16,0 0-35-16,-2-3-9 0,0 1-26 0,0-2-37 0,0 1-20 31,-1-2-55-31,0 1-74 0,-2-2-128 16,2 0-85-16,-4 0-174 0,2-5-536 0</inkml:trace>
  <inkml:trace contextRef="#ctx0" brushRef="#br1" timeOffset="-163762.648">9276 15460 1144 0,'0'0'414'0,"0"0"-151"0,0 0 3 15,0 0-39-15,0 0-10 0,0 0-30 16,0 0 41-16,0 0-39 0,0 0-80 16,0 0-29-16,0 0-4 0,-63-20-3 15,57 20-16-15,-1 1-19 0,-2 7-38 0,-1 4-16 16,0 6-15-16,-4 5 12 0,-2 4 17 0,-1 3-2 16,-1 4-8-16,-2 2 12 0,1 1-4 15,2 3 4-15,-2 2 23 0,5 1-21 16,0-1 11-16,3-1 18 0,4-3-15 15,3-3-13-15,4-8-3 0,0-3-1 16,0-9-36-16,7-3 37 16,2-7 16-16,5-2 9 0,-1-3-9 15,7-4 25-15,-1-7-3 0,1-3 29 16,2-7-20-16,-5-3-28 0,0 0 31 16,-2-2-6-16,-4 3-31 0,-5 2 3 15,1 4-16-15,-5 5 25 0,-2 3-7 0,0 3-11 0,-5 1-7 16,-2 3-38-16,-4 0-9 0,-1 2-16 15,0-1-16-15,-3 1 16 0,3 0-19 16,2 0 6-16,0 3-10 0,4-1-28 16,2 0-56-16,2 3-99 0,1-1-131 15,1-1-150-15,0 0-101 0,6 0-368 0</inkml:trace>
  <inkml:trace contextRef="#ctx0" brushRef="#br1" timeOffset="-163446.374">9715 15521 2839 0,'0'0'452'0,"0"0"-360"0,0 0-13 0,0 0 77 15,0 0 21-15,0 0 14 0,0 0-46 0,76 16-45 16,-50-16-50-16,2-3-13 0,1-7-35 16,3 0 26-16,-2-5-28 0,-1 0-43 15,-4-1-88-15,-1 2-51 0,-5-1-51 16,-5 6-74-16,-2 2-127 0,-8 4-237 15,-1 1-147-15,-3 2 14 0</inkml:trace>
  <inkml:trace contextRef="#ctx0" brushRef="#br1" timeOffset="-163261.894">9928 15498 13 0,'0'0'1149'0,"0"0"-681"0,0 0-71 0,-39 74-109 16,31-44-58-16,3 2-43 0,2 2 28 0,-1 2-23 15,4-3-3-15,0 1-17 0,1 0-20 16,5-2-23-16,1-2-16 0,0-4-37 15,2-4-42-15,2-2-34 0,-2-3-3 0,5-4-32 16,-1-1 1-16,2-4-70 0,2 0-63 16,0-3-68-16,-1-4-52 0,1-1-185 15,-6 0-500-15,2-15-362 0</inkml:trace>
  <inkml:trace contextRef="#ctx0" brushRef="#br1" timeOffset="-162992.191">10374 15557 2183 0,'0'0'256'16,"0"0"-178"-16,0 0 163 0,0 0-38 0,95 12-27 15,-69-9 45-15,2 1-28 0,2-1-15 16,2-1-43 0,1 1-19-16,0 1-15 0,2 3-35 15,-4 0-47-15,0 3-18 0,-4 1 33 16,-1 0-34-16,-9 3 0 0,-1 1 16 15,-7 5-16-15,-5 1 12 0,-4 2 38 16,0 5-21-16,-10 0-29 0,-3 3-47 16,-6-2-6-16,-2 0-9 0,-4-5 12 0,0-1-23 15,-2-2-37-15,1-3-22 0,-4-2-99 0,3 0-87 16,-1-4-308-16,7-6-479 0,-11-3-382 0</inkml:trace>
  <inkml:trace contextRef="#ctx0" brushRef="#br1" timeOffset="-162491.322">11507 15958 3138 0,'0'0'367'15,"0"0"-345"-15,0 0 57 0,0 0 45 16,0 0-8-16,0 0 29 0,-59 82-50 16,43-63-36-16,3 1 3 0,-3-1-34 15,3-2-28-15,-2 1-3 0,-1-2-22 0,0 0-59 16,3 0-102-16,-3-4-47 0,3-3-84 0,1-1-185 16,3-3-619-16,-5-5-617 0</inkml:trace>
  <inkml:trace contextRef="#ctx0" brushRef="#br1" timeOffset="-161874.349">12379 15302 2602 0,'0'0'341'0,"0"0"-206"0,0 0 21 0,0 0 45 16,0 0 27-16,0 0-80 0,0 0-53 15,0 0-51-15,0 0-3 0,-69 80-38 16,53-51 12-16,1 4-15 0,-2 6-21 16,1 2-9-16,-1 3 29 0,1 2-1 15,-1 2-39-15,2-4 4 0,1 1 37 16,4-5 18-16,0-6-8 0,4-3 6 0,3-6-1 31,3-2-15-31,0-4 3 0,5-2-2 16,6-3 37-16,4-1 0 0,5-1 10 15,4-4-8-15,2-2-9 0,6 0 19 0,2-1-9 16,-2-4-26-16,0 2 1 0,-2-2-16 16,0 2 0-16,-5 0-1 0,1-1-24 0,-3 4-96 15,1 0-62-15,-3 0-25 0,0 5-61 16,-4-1-140-16,-3-3-397 0,-2 7-940 0</inkml:trace>
  <inkml:trace contextRef="#ctx0" brushRef="#br1" timeOffset="-160788.681">13205 15385 1178 0,'0'0'423'0,"0"0"-215"0,0 0-58 0,0 0 34 15,0 0 98-15,0 0 31 0,0 0-49 16,0 0-66-16,0 0-26 0,0 0 16 15,-52-19-81-15,40 19-47 0,-2 4-28 0,-2 3-32 16,-3 6 0-16,-1 5-23 0,-2 6 21 16,-2 2-34-16,-2 3 33 0,0 5 3 15,0 2-15 1,5 2 15-16,-2 4 19 16,4 5 22-16,4 0-13 0,7 2-15 0,1 0-12 15,5-4-2-15,2-1-1 0,6-6 2 16,4-4-31-16,5-8 31 0,2-7 43 15,3-7-41-15,0-5 12 0,3-7-1 0,3 0 8 16,1-8-20-16,-2-8 17 0,1-6 10 16,-2-3 0-16,-1-4-12 0,-4-2-16 0,0 1-2 15,-7 1 1-15,-1 5 0 0,-5 2 2 16,-3 6-1-16,-3 3 3 0,0 4-3 16,-3 2 0-16,-6 2 0 0,-4 0 1 15,0 4-1-15,-4 1-3 0,-2 0-41 0,2 1 41 16,1 4-35-16,-1 0-19 0,5 1-53 15,-1-4-48-15,5 0-78 0,0-2-87 0,2 0-234 16,0-10-660-16</inkml:trace>
  <inkml:trace contextRef="#ctx0" brushRef="#br1" timeOffset="-160425.334">13421 14968 2553 0,'0'0'281'0,"0"0"-240"0,0 0 129 0,0 0 10 0,0 0-31 16,0 0 23-16,0 0-26 0,0 0-45 15,0 0-32-15,79 15-22 0,-72-1-16 16,-2 1 7-16,-4 6-7 16,-1 1-2-16,0 2-29 0,-1 1 0 0,-4-2-22 15,0-3 3-15,-1-2 16 0,5-3 3 16,-1-4-19-16,2 2-16 0,0-6-5 15,3 3 11-15,8-2 4 0,1-1 6 16,3 0 3-16,3-2 2 0,2 2 14 16,1-1 3-16,-3-2-1 0,-2 2 14 15,-3 0-1-15,-3 0-2 16,-5 4 25-16,-2 1 9 0,-3 1 9 16,0 5-2-16,-6 2-13 0,-6 0-16 15,-4 3-21-15,0 0-4 0,-2-1-66 16,-1-1-38-16,0-2-34 0,3-1-42 15,-1 0-80-15,1-3-172 0,5-3-372 16,-4-3-699-16</inkml:trace>
  <inkml:trace contextRef="#ctx0" brushRef="#br1" timeOffset="-160203.935">13850 15612 2707 0,'0'0'513'16,"0"0"-436"-16,0 0 82 0,0 0-23 16,88 4-18-16,-64-4-27 0,0-4 13 15,3-2-63-15,5-2-19 0,3-4-20 16,2-1 51-16,3-2-53 0,-2-2-3 16,-5 5-157-1,-3-1-64-15,-5 6-71 0,-5 0-67 0,-6 4-257 16,-5 2-502-16,-7 1-118 0</inkml:trace>
  <inkml:trace contextRef="#ctx0" brushRef="#br1" timeOffset="-160023.736">14193 15573 1737 0,'0'0'422'0,"0"0"-57"0,0 0 25 0,-47 76-99 16,37-45-58-16,-2 4-14 0,2 2-20 16,3 2-61-16,4-1-12 0,0-3-45 15,3-3-9-15,0-2-1 0,3-4-37 0,4-5-25 0,5-4-9 16,-1-3-18-16,4-5-19 0,1-2-50 15,0-4 24-15,2-3-30 0,2-5-5 16,-1-5-37-16,1-5-64 0,2-5-80 16,-2-3-156-16,-3 4-356 0,3-12-610 0</inkml:trace>
  <inkml:trace contextRef="#ctx0" brushRef="#br1" timeOffset="-159725.925">14578 15406 59 0,'0'0'2398'0,"0"0"-2130"16,0 0-100-16,0 0 34 0,0 0 24 15,0 0 38-15,85 31 1 0,-63-25-92 16,2-1-103-16,1-1 20 0,2 2 4 0,1-2-26 16,1 2-9-16,-1 0-12 0,0 2-7 15,0-3-12-15,1 4 2 0,0-1 7 16,1-1 130-16,-8 0-72 0,0-1-92 15,-5 0 0-15,-4 1 9 0,-3-3-9 0,1 3-3 16,-2-1-24-16,-3 0 5 0,-3 2 19 16,-3 3 4-16,0 3-4 0,-3 4 0 0,-9 6-31 15,-9 4-34-15,-6 6-73 0,-7 2 24 16,-6 5-1-16,-6 0-47 0,-2 2-30 16,-6 1-59-16,-3-3-193 0,13-10-229 15,-31 12-637-15</inkml:trace>
  <inkml:trace contextRef="#ctx0" brushRef="#br0" timeOffset="-144640.615">28520 2179 985 0,'0'0'84'0,"0"0"-41"15,0 0 64-15,0 0 14 0,0 0 41 16,0 0-2-16,-38-66-53 0,31 60-42 0,-1 1 6 15,2 2-6-15,2 0 224 0,1 1-130 16,1 2-82-16,1 0-35 0,1-2-41 0,0 2-1 16,0-1-15-16,3 1 15 0,2-1 3 15,1 0 52-15,3 0 16 0,-2-2 35 16,0 0 68-16,-4 3 54 0,2-2-15 16,-5 0 10-1,0 2 10-15,0 0 10 0,0 0 3 16,0 0-23-16,-5 4-35 0,-2-1-28 0,-6 2-59 15,-3 3-49-15,-5 1-28 0,-1 4-5 16,-3 0 11-16,-2 5-15 0,0 0 4 16,-1 1-1-16,-1 1-15 0,-1 4 0 15,-3 1 15-15,-3 1-17 0,-2 4-1 16,-2 3-1-16,3 2-1 0,-1 4 0 0,5 2-16 16,1 1 6-16,6 1-7 0,6-1 17 15,6-6-25-15,6-1 3 0,6-4-10 16,2-7-3-16,2-3 7 0,9-4 5 0,2 0 10 15,2-6-16-15,6 1 31 0,-2-6-2 16,3-2-25-16,4-3 25 0,-1-1 2 16,0-4 6-16,-2-3-6 0,-2-5 0 0,-3 1-15 15,-6-2 15-15,-1 1 12 0,-3-3 12 16,-1 6-21-16,-4-3-2 0,-3 3 1 0,0 1 20 16,-4 0-22-16,-8 1-6 0,1 0-28 15,-6-2-12-15,-1 3-6 0,-2 0 0 16,-1 0-1-16,-1 2-18 0,0 2-24 15,1-1 24 1,2 3-13-16,2 0-28 0,2 2-81 16,2 2-94-16,4 5-179 0,4-5-288 0,0 10-625 15</inkml:trace>
  <inkml:trace contextRef="#ctx0" brushRef="#br0" timeOffset="-142951.479">28758 1577 1592 0,'0'0'429'0,"0"0"-231"16,0 0-101-16,0 0 10 0,0 0 495 15,0 0-219-15,0 0-167 0,0 0-127 16,0 0-58-16,0 0 92 0,26 47 73 15,-19-19-40-15,0 8-44 0,-1 4-26 16,-2 5-11-16,-2 3-35 0,-2 2-18 16,0 0-19-16,-7-1-3 15,-2 0 0-15,0-8-56 0,-1-5-24 16,3-6 39-16,3-7-15 0,-2-5 0 16,3-5-49-16,1-2-2 0,2-6-13 15,-1-2 10-15,1-1 3 0,0-2 18 16,0 0 26-16,0 0 25 0,0-5 26 15,1 0 12-15,1-6-35 0,4-2 3 16,-1-2 29-16,1 0 2 0,3-3 1 0,-1 3 0 0,1 1 6 16,0 4 45-16,2 1-4 0,-1 2 26 15,-1 3-29-15,1 2 4 0,-3 1 12 16,-4 1-32-16,2 0-28 0,-4 0-1 0,1 1-12 16,-2 1 1-16,0 2-1 15,0 1-12-15,0 0-44 0,-3 3-1 0,-3 0 7 16,1 1-33-1,-1-1 23-15,-2-1 22 0,4 0 26 0,-1 0 6 16,2 2-17-16,1-2-13 0,2 1 49 16,0 3 52-16,0 0 8 0,2 0-2 15,4 0 24-15,0 1-9 0,2-3-3 16,1 1-10-16,2-2 19 0,0-1-35 16,0-1-9-16,-2-2-19 0,0 1-2 15,-1-2-13-15,-2 0-2 0,1-2-20 0,-1 0-111 0,1 0-45 16,1-1-78-16,0 0-194 0,-2 0-311 15,5-6-584-15</inkml:trace>
  <inkml:trace contextRef="#ctx0" brushRef="#br0" timeOffset="-142719.695">29138 2130 2398 0,'0'0'394'0,"0"0"-272"16,0 0 195-16,0 0 112 0,0 0 12 16,0 0-179-16,0 0-95 0,82 28-19 15,-57-25-59-15,0-1-52 0,3-2-25 0,0 0-12 16,0 0-17-16,1 0-29 0,-1 0-105 16,-4-2-94-16,-4 1-35 0,0 1-104 15,-5 0-211-15,-7 0-622 0,-5 0-300 0</inkml:trace>
  <inkml:trace contextRef="#ctx0" brushRef="#br0" timeOffset="-142534.548">29329 2239 1463 0,'0'0'595'0,"0"0"-316"0,0 0 44 15,0 0 56-15,-76 75-59 16,59-53-57-16,4 2-26 0,2 1-49 0,1 3-12 16,2-3-24-16,4 1-22 0,3 1-37 15,1-3-25-15,2 0-31 0,9-2-1 16,6 0-36-1,3-3-2-15,5-1-38 0,3-5-6 16,4-2-40-16,4-5-53 0,7-5-79 16,-1-1-121-16,-7-1-193 0,12-13-805 0</inkml:trace>
  <inkml:trace contextRef="#ctx0" brushRef="#br0" timeOffset="-141131.186">30382 2132 2085 0,'0'0'595'15,"0"0"-286"-15,0 0-127 0,0 0 93 0,0 0 88 16,0 0-4 0,0 0-61-16,0 0-144 0,0 0-40 15,0 0-40-15,-73 31-56 0,39-10-17 16,-3 5 3-16,-1 6 29 0,0 3 4 15,2 5-6-15,2 0 2 0,1 2-11 16,3 3 8-16,3-4-5 0,4-2-13 0,7-5 0 16,1-7 10-16,10-5 2 0,2-9-24 15,3-4-33-15,3-5-16 0,8-1 3 0,3-3 43 16,8 0 3-16,4-7 1 0,3-3 2 16,1-8 59-16,1-1-62 0,-4 1-25 0,-4-1 1 15,-5 3 3-15,-5 6-4 0,-7 2-5 16,-4 5 2-16,-2 2 10 0,-2 1 17 15,-9 0-36-15,-4 0-19 0,-4 4 13 16,-3 0-33-16,-4 2 42 0,4 0-6 0,-1 0 18 16,4-1-6-16,3-1-43 0,3-2-84 0,2-2-111 15,3 0-159-15,0 0-225 0,2-2-584 16,0-5-279-16</inkml:trace>
  <inkml:trace contextRef="#ctx0" brushRef="#br0" timeOffset="-140576.465">30680 1513 1239 0,'0'0'1487'16,"0"0"-1287"-16,0 0-143 0,0 0 203 15,0 0 178-15,0 0-47 0,0 0-108 16,13 75-72-16,-13-44-29 0,-5 5-23 16,-4 4-12-16,-4 6-37 0,-3 3-49 15,-1 3-25-15,-3 0-14 0,-3-2-13 16,4-5-9-16,1-4-55 16,7-9-24-16,1-8 9 0,6-6-4 15,1-5-14-15,1-4-11 0,2-3 13 0,0-3 16 16,0-1 11-16,0-2 10 0,2 0 18 15,5-4 0-15,4-2 25 0,-1 0-6 16,8-2 8-16,-2-3-27 0,4 1 29 16,-1 0-22-16,1 4-7 0,0-1 9 0,-3 2-6 15,-3 4 27-15,0 0-2 0,-7 1-13 0,-2 0-9 16,-2 0 23-16,-3 4 2 0,0 0 25 16,0 2 16-16,-4 0-10 0,-4 2 12 15,-1 4-43-15,-3-1-9 0,-2 1-29 16,-1 0-17-16,0-1-29 0,1-2-60 15,3-2-23-15,5-1 29 0,1-1 53 16,2-3 44 0,3 1 0-16,0 1-23 0,0-1 64 0,4 1 41 15,3-1 48-15,5 2 24 0,-1 2 16 16,6 0-19-16,-1 0 41 0,4 0-33 16,-1-2-53-16,1 0-64 0,2-1-1 15,-2 0-11-15,0-3-144 0,0 3-62 16,-1-2-63-16,2-1-183 0,-8-1-525 15,7 0-412-15</inkml:trace>
  <inkml:trace contextRef="#ctx0" brushRef="#br0" timeOffset="-140382.446">31164 2245 3094 0,'0'0'436'0,"0"0"-372"16,0 0 179-16,0 0 161 0,0 0-103 15,91 18-70-15,-65-18-50 0,3 0-98 16,3 0-74-16,-1 0-9 0,3-6-25 16,-1 0-115-16,-2 0-78 0,-3-1-101 15,-4 1-220-15,-8 1-577 0,-2 1-714 0</inkml:trace>
  <inkml:trace contextRef="#ctx0" brushRef="#br0" timeOffset="-140197.71">31366 2366 2587 0,'0'0'584'0,"0"0"-408"0,-49 66 30 16,29-41 192-16,-3 6 5 0,6-2-56 15,0 0-93-15,3-4-113 0,6 0-71 0,1-1-30 16,4-2-28-16,3-1-12 0,1-2-40 16,11-2 0-16,7 0-21 0,6-4-85 15,10 2-5-15,7-8 7 0,2-4-107 16,5-3-193-16,-10 0-736 0,13-9-1452 0</inkml:trace>
  <inkml:trace contextRef="#ctx0" brushRef="#br0" timeOffset="-139607.209">27505 3931 2689 0,'0'0'523'16,"0"0"-268"-16,0 0 127 16,0 0-27-16,0 0-85 15,0 0-94-15,0 0-74 0,0 0-47 0,91 12-40 16,-69-12-15-16,-2-2-24 0,3-3-22 16,-1 1-124-16,-5 1-56 0,0 3-121 15,-5 0-300-15,-4 5-872 0</inkml:trace>
  <inkml:trace contextRef="#ctx0" brushRef="#br0" timeOffset="-139442.937">27495 4201 2020 0,'0'0'625'0,"0"0"-326"0,0 0-21 16,0 0 69-16,0 0-28 0,0 0-67 16,0 0-59-16,90 33-91 0,-54-31-52 15,6-2-50-15,1 0-13 0,1 0-123 0,2 0-98 16,1 0-112-16,-13 0-386 0,17 0-1299 0</inkml:trace>
  <inkml:trace contextRef="#ctx0" brushRef="#br0" timeOffset="-138178.145">29070 3804 1023 0,'0'0'1334'16,"0"0"-966"-16,0 0-159 0,0 0 12 15,0 0 98-15,0 0-6 0,0 0-42 16,0 0-93 0,0 0-78-16,0 0-41 0,0 0-3 15,-2-1 12-15,2 1 9 0,0 0-3 0,0 0-10 16,0 0-2-16,0 0-1 0,0 0 4 16,0 0-1-16,0 0-6 0,-2 1-6 15,2-1-10-15,-1 0-8 0,-1 2-4 16,-1-2-2-16,2 0-7 0,-3 0 4 15,1 1-4-15,-1 1-9 0,1 0 0 0,-2 1-11 0,2-2 0 16,-3 1 0-16,4 2 1 0,-4-2 1 16,3-2 13-16,0 4-4 0,2-3-9 15,-1-1 0-15,-1 1-1 0,3 0 1 16,-3 1-2-16,2 0 0 0,0-2 0 16,-4 1 0-16,2 3 1 0,-4-1 1 15,0 3 0 1,-3 3-3-16,-4 0-2 0,-2 6-19 15,-6 0 9-15,-1 4-4 0,0 1-2 0,-3 0 15 16,0 3-12-16,-1 0 13 0,-2 1-1 16,-1 2-9-16,-4 3 9 0,1 4-19 15,-3 0-8-15,2 5 2 0,-1-1 25 16,2 3-18-16,8 1-3 0,5-4 8 16,9 0-2-16,2-2-16 0,9-4-8 0,0-3 26 0,9-7-2 15,4-5 18-15,4-4 0 0,2-5 15 16,5-6 13-16,2-1-13 0,4-5 22 15,2-8-10-15,1-4-2 0,-2-2-10 16,-4-1 0-16,-3 1-13 0,-5 1 19 0,-2 0-18 16,-6 4 13-16,-3 3-16 0,-4 2-20 15,-4 4-10-15,0 3 6 0,-7 2-16 0,-3-1-15 16,-1 1-15-16,-4 0 21 0,-2 0 3 16,-2 0-19-16,-2 0 4 0,2 1-4 15,-1 1-18-15,3 0 3 0,3-2-50 0,4 0-97 16,0 0-131-16,5 0-229 0,0 0-469 15,2-2-470-15</inkml:trace>
  <inkml:trace contextRef="#ctx0" brushRef="#br0" timeOffset="-124295.647">29448 3378 1509 0,'0'0'1014'0,"0"0"-397"0,0 0-320 15,0 0-28 1,-3 78 74-16,-3-47-30 0,-2 5-81 16,-1 4-38-16,-1-1-53 0,-2 5-62 15,0 0-2-15,0 3-29 0,-1-2-23 0,2 0-14 16,0-5-10-16,2-2-2 15,4-5 0-15,2-8-2 0,2-4-18 0,1-9-4 16,0-4-2-16,0-3-44 0,3-5-11 16,1 0 11-16,1 0 7 0,1 0-1 0,2-8 47 0,2-4-13 15,3-6-3-15,0-5 7 0,5-1 8 16,-2-2 4-16,3 1-13 0,-2 3 27 16,-1 5-18-1,-3 4 17-15,-1 6-1 0,-4 3 3 0,0 4 25 16,-5 0 9-16,-1 0-6 0,1 0-28 15,-3 5 0-15,0-2-16 0,0 4-5 0,0 2-23 0,-5-1 23 0,-3 3-10 16,-1 1-12-16,-2 0-10 0,1-1-12 16,-2-1-10-16,1-1 0 0,2-2 4 15,3-2 27-15,1 0 18 0,3 0 1 16,2 1 3-16,0 0-5 0,0 3 27 16,4 3 56-16,5 4 8 0,0-2 11 15,4 3 15 1,1 2-19-16,1-3 1 0,2 1-23 15,2-3-30-15,1-2-19 0,-1-3-15 16,5-2-159-16,3-6-71 0,1-1-180 0,-8-5-542 16,16-18-517-16</inkml:trace>
  <inkml:trace contextRef="#ctx0" brushRef="#br0" timeOffset="-122940.123">30516 4078 688 0,'0'0'254'0,"0"0"828"0,0 0-583 16,0 0-96-16,0 0-35 0,0 0 16 0,0 0-35 0,0 0-39 15,0 0-63-15,0 0-56 0,-22-21-50 16,5 21-49-16,-6 6-43 0,-6 4-49 15,-3 8 0-15,-4 4-12 0,-4 6 12 16,3 2-12-16,1 6-4 0,-1-1-14 16,7 4 11-16,3 1-11 0,5 2 5 15,6 1-11 1,7-2 14-16,6-3-6 0,3-4 4 16,0-7-28-16,9-6 21 0,5-6 0 15,6-5 31-15,-1-4-21 0,6-4 8 16,1-2-2-16,3-3-3 0,0-9 18 0,0-3 3 15,-2 0-3-15,-4-4-12 0,0 2 12 16,-4-1 3-16,-6 2 16 0,-5 4 12 16,-2 3-31-16,-6 2 15 0,0 3-12 0,-6-2-3 15,-5 0-1-15,1 0 0 0,-3 0-14 0,2 0 2 16,-3 3 13-16,0-1-2 0,4-1 2 16,-1 4-21-16,3-3-1 0,3-1-117 15,0-1-47-15,4-1-93 0,1-5-267 16,0-3-525-16,3 0-366 0</inkml:trace>
  <inkml:trace contextRef="#ctx0" brushRef="#br0" timeOffset="-122477.003">30801 3780 1114 0,'0'0'1778'15,"0"0"-1337"-15,0 0-149 0,0 0 58 0,0 0 44 16,0 0-64-16,0 0-115 0,0 0-95 16,0 0-62-16,0 0 3 0,0 0 3 0,67 14-25 15,-46-10-38-15,1 1-1 0,0-5-33 16,1 0-28-16,0 0-46 0,-1 0-76 0,0-5-54 16,1-1-85-16,0-4-255 0,-7 1-797 15,7-13-859-15</inkml:trace>
  <inkml:trace contextRef="#ctx0" brushRef="#br0" timeOffset="-122007.068">31317 3427 1823 0,'0'0'1386'15,"0"0"-1221"-15,0 0-37 0,0 0 216 0,0 0 5 16,0 0-88-16,0 0-70 0,-9 93-49 0,3-56-7 0,0 2-4 15,-2 6-58-15,0 3-48 0,-2 1-25 16,0 0-12-16,2-2-56 0,1-4-42 16,2-7 22-16,2-6 26 0,3-6-5 15,0-6-20-15,0-5-2 0,1-4-13 16,2-6 6-16,1 0 12 0,0-3 16 16,-1 0 15-1,5-6 43-15,0-5 10 0,4-1 38 16,1-6-10-16,2-6 15 0,2-1-30 15,-2-3 15-15,-2 3-16 0,0 3 19 0,0 5-3 16,-3 5 22-16,-4 2 2 0,1 5-2 0,-2 3-19 16,-5 2-10-16,0 0-19 0,0 0 26 15,0 0-28-15,0 2-15 0,-3 3-10 16,-2 1 7-16,-3 0 17 0,-2 2 1 0,-1 4 1 16,-4 1-1-16,2 0-22 0,-2-1 19 15,5-1 0-15,1 0 3 0,0-1-19 16,4 2 1-16,2-2 18 0,3 4 23 0,0 0 8 15,0 2-12-15,8 3-17 0,4-2 13 16,3 1-14-16,4-3 27 0,2 1-28 16,5-5-10-16,2-2-77 0,2-3-18 0,2 0-50 15,2-5-90-15,1-1-209 0,-8 0-604 16,6-4-990-16</inkml:trace>
  <inkml:trace contextRef="#ctx0" brushRef="#br0" timeOffset="-121569.226">31418 4432 4153 0,'0'0'592'15,"0"0"-574"-15,0 0-18 0,0 0 156 16,0 0 34-16,0 0 41 0,79 0-73 0,-60 0-100 0,3 0-55 16,-1 0-3-16,0 0-64 0,-1 0-72 0,-2 0-56 15,1 0-71-15,-5 0-165 0,0 0-332 0,-9 2-675 16,-5 6-605-16</inkml:trace>
  <inkml:trace contextRef="#ctx0" brushRef="#br0" timeOffset="-121437.301">31508 4652 2224 0,'0'0'1408'16,"0"0"-1348"-16,0 0 53 0,0 0 186 15,0 0 34-15,82 2-67 0,-58-3-82 16,-1-4-89-16,6-2-83 0,1 0-12 0,2-4-104 15,1-1-120-15,2-1-95 0,-8 1-195 16,15-10-797-16</inkml:trace>
  <inkml:trace contextRef="#ctx0" brushRef="#br0" timeOffset="-121174.596">32262 4073 2681 0,'0'0'1676'0,"0"0"-1660"16,0 0 68-16,0 0-84 0,0 0 207 0,0 0 151 15,3 75-44-15,2-42-156 0,1 6-55 16,-1 8-15-16,0 6 75 0,-1 5-54 16,0 6-39-16,-2 7-46 15,-2 1-24-15,0 2-24 16,0 3-91-16,0 3-57 0,-6 2-25 0,5 1-43 15,-2-3-96-15,1-3-311 0,-1-20-681 16,1 14-886-16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45:52.40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20684 13503 2564 0,'0'0'703'16,"0"0"-553"-16,0 0-109 0,0 0 73 0,0 0 38 16,0 0 34-1,0 0-19-15,0 0-33 0,-93 49-62 16,70-29-13-16,-3 5-25 0,-2 0-15 0,-3 6-7 15,-2 2 28-15,-4 0-40 0,0 3 19 16,-2 0-16-16,2-2 22 0,2-1-25 16,2-2 0-16,3-5 0 0,5-2 1 15,6-5 1-15,2-5-2 0,8-3 0 0,1-4-12 16,4-2-4-16,4-3-6 0,0 1 6 0,3 1 16 16,9 0 3-16,1 2 22 0,6 2-4 15,1 0 7-15,3-1 6 0,2 3-18 16,-1 2 2-16,1 1 10 0,-2 1-6 15,1 4-4-15,-1 2-15 0,0 3 13 16,-1 0-16-16,0 4-10 0,-1 1 10 16,-2 2 2-16,1-2-2 15,-3-3-2-15,-1-2-19 0,-3-5-26 16,0-3 1-16,-2-2-9 0,-2-3-7 16,-1 0-19-16,-1-4-9 0,0-1-35 15,2-2-42-15,-1-3-66 0,1-2-109 16,1-8-192-16,0 2-440 0,3-15-352 0</inkml:trace>
  <inkml:trace contextRef="#ctx0" brushRef="#br0" timeOffset="453.692">21192 13754 1592 0,'0'0'1374'0,"0"0"-1111"15,0 0-56-15,0 0 78 0,0 0 29 16,0 0-19-16,0 0-48 0,0 0-111 16,-97 43-47-16,74-25-25 0,-1 0-27 15,-1 2-6-15,-1 4 2 0,0 1-21 0,0 2-11 16,0 3-2-16,4 1-16 0,0 1 5 16,2-1 12-16,3 0 2 0,3-3 10 15,6-1-9-15,3-2-3 0,4-2-3 0,1-1 2 16,0-3 1-16,4-1-21 0,6 0 20 0,3-4 0 15,2 1-14-15,5-1-1 0,2-3 4 16,3-2 11-16,1 0 1 0,2-5-18 16,0-1 5-16,0-3 1 0,1-4-12 15,-4-4-16-15,0-4-13 0,-2-2 13 16,-3 0 7-16,-5 0 17 0,-2 1 13 0,-5 1-25 0,-3 1 7 16,-2 3-7-16,-3 2-6 0,0 1 33 31,-5 2-21-31,-5-1-15 0,-4 0-9 0,-2 1-10 0,-6-2 13 15,-1 1-29-15,-3 1-62 0,0 0 61 16,0 1-24-16,3 2 31 0,3 0 12 16,3 0-24-16,1 0-4 0,7 2-32 15,1-1-83-15,2 2-120 0,3-1-146 16,3-2-191-16,0 3-455 0</inkml:trace>
  <inkml:trace contextRef="#ctx0" brushRef="#br0" timeOffset="801.447">21748 13860 2696 0,'0'0'568'16,"0"0"-364"-1,0 0-30-15,0 0 47 0,0 0 77 0,0 0-2 16,0 0-77-16,73 69-90 0,-54-61-28 16,4 0-9-16,2-1-9 0,3 0-26 15,3-1-23-15,0 1-22 0,3-2 6 16,-1 1-16-16,-2-3 2 0,0 1-4 0,-4 1 0 16,-4 0 0-16,0 0 3 0,-5 1 0 15,-5-1 12-15,-2 3-12 0,-4 1 12 0,-5 2 0 16,-2 2 4-16,0 1-7 0,-12 4 12 0,-1 1 4 15,-5 5-13-15,-3 0-13 0,-8 2-2 16,-1 1-43-16,-6 3-51 0,-4-1-52 16,-3 3-32-16,-5 3-58 0,-4 2-95 15,11-7-338-15,-24 17-673 0</inkml:trace>
  <inkml:trace contextRef="#ctx0" brushRef="#br0" timeOffset="1345.457">22761 14287 2711 0,'0'0'1010'0,"0"0"-912"0,0 0-79 16,0 0-7-16,0 0 123 0,0 0 113 16,0 0-21-16,0 0-175 0,0 0-52 15,-45 71-86-15,28-43-38 0,-3 4-66 16,1 3-47-16,-4 3-135 0,6-11-348 0,-15 19-995 0</inkml:trace>
  <inkml:trace contextRef="#ctx0" brushRef="#br0" timeOffset="10870.595">24805 13747 779 0,'0'0'62'0,"0"0"88"0,0 0-85 16,0 0 10-16,0 0 335 0,0 0-16 15,0 0-161-15,0 0-35 0,24-69-30 16,-21 64 9-16,-1 0 16 0,-1 2 0 15,1 2-40-15,0 1-35 0,0 0-16 16,-2 0-10-16,0 0-10 0,0 0-12 16,0 0-17-16,0 0-21 0,0 0-10 0,0 0-6 15,0 0 6-15,-6 5-7 0,2 3 33 16,-5 5-14-16,-3 5-31 0,-3 2-3 0,-3 6 3 16,-3 2-3-16,-4 2 0 0,-1 2-25 15,0 4 6-15,-4 0-12 0,0 1 18 16,0 0-15-16,1-4 10 0,3-2 17 15,3-5 0 1,1-2-18-16,5-3 18 0,2-3-1 0,2-3-1 16,3 1 2-16,3-6-2 0,3-1-10 15,-1-3 11-15,5-2-11 0,0 1-5 16,0-4-1-16,0 1 19 0,3-1 37 16,5 1 1-16,0 0 0 0,4 1-6 0,2 0 15 15,0-1-3-15,4 2 15 0,1 1-8 16,-2 2-13-16,0 0 5 0,3 3 7 0,-2-2-19 15,0 3-15-15,1-3 12 0,-3 3-3 16,0-1 0-16,-2-1-22 0,2-1 6 16,-4 1-9-16,-1-1 0 0,0-2 11 0,0 4-11 15,0-1-18-15,-2 0 18 0,0-1 0 16,-2 0-50-16,-1-1-34 0,1-2-13 16,-2-1-38-1,-2 0-35-15,2-1-29 0,1 0-71 16,-1-2-82-16,2-1-163 0,1 0-208 0,-3-5-451 0</inkml:trace>
  <inkml:trace contextRef="#ctx0" brushRef="#br0" timeOffset="11476.147">25587 13712 395 0,'0'0'2188'0,"0"0"-1843"0,0 0-178 0,0 0 31 16,0 0 107-16,0 0-21 0,0 0-73 16,0 0-71-16,-86 6-65 0,64 10-38 15,-4 2 10-15,2 3-13 0,-2 8 6 16,-2 5 22-16,4 2-4 0,0 3 4 0,5 3 6 0,-1 1-7 15,6 2-18-15,2 0-24 0,4-1-16 16,5-4 9-16,3-5-9 0,0-7 9 16,6-6-8-16,7-6-4 0,2-8-1 15,2-4-2-15,3-4 3 0,5 0 0 16,0-6 12-16,3-7-12 0,-1-3-35 16,-1-3 7-16,-3 0 1 15,0-2-7-15,-6 1 6 0,-2 2 10 16,-5 2 4-16,-3 3 14 0,-4 3 19 15,-3 2-1-15,0 3-16 0,-7 2 11 16,-2 0-11-16,-4 0-2 0,-4 3-19 16,-2 0-27-16,-1 3-6 0,-1 1 5 15,2 3 23-15,2 1-7 0,2-4-9 0,2 0-41 16,4-4-40-16,4 0-59 0,0 0-82 0,3-5-187 16,0-2-269-16,2-10-629 0</inkml:trace>
  <inkml:trace contextRef="#ctx0" brushRef="#br0" timeOffset="11761.445">25803 13497 1558 0,'0'0'519'0,"0"0"-43"0,0 0-266 0,0 0 5 16,0 0 111-16,0 0-21 0,0 0-46 15,0 0-73-15,0 0-73 0,0 0-54 16,0 0-6-16,64 36 31 0,-69-10-29 15,-4 6-27-15,1 4-27 0,-2 1 3 0,0 1-1 16,0-3 0-16,3-1-1 0,2-6 16 16,2-2 7-16,3-5 0 0,0-3-7 15,0-3 4-15,8-3 27 0,0-4 4 0,5 2-4 16,0-4-9-16,2-2-37 0,2-1 18 16,5-1-7-16,-1 0-14 0,2-2-52 15,3 0-87-15,0-2-50 0,2-3-50 16,0 1-116-16,-9 0-321 0,7 1-965 0</inkml:trace>
  <inkml:trace contextRef="#ctx0" brushRef="#br0" timeOffset="11923.27">26410 14103 2236 0,'0'0'1323'0,"0"0"-1165"16,0 0-48-16,-37 68 101 0,24-46 142 0,-2 0-60 15,2-1-115-15,0 0-135 0,2-2-43 16,1-1-27-16,-1 2-75 0,2-4-64 16,0 1-50-16,2 0-89 0,-2-4-282 15,6-1-684-15,-8 0-939 0</inkml:trace>
  <inkml:trace contextRef="#ctx0" brushRef="#br0" timeOffset="13163.633">27010 13829 706 0,'0'0'1870'0,"0"0"-1619"0,0 0-116 16,0 0-26-16,0 0 118 0,0 0 107 16,0 0-66-16,0 0-86 0,0 0-100 15,0 0-26-15,0 0 28 0,14 10-10 0,12-10-15 16,4 0-40-16,-1 0-19 0,3 0 0 15,-2-5-16-15,0-2-43 0,1 1-49 0,-1 0-70 16,-1-1-68-16,0 0-120 0,-4-3-251 16,-5 6-535-16,-4-5-562 0</inkml:trace>
  <inkml:trace contextRef="#ctx0" brushRef="#br0" timeOffset="13379.643">27289 13918 1448 0,'0'0'234'16,"0"0"477"-16,0 0-450 0,-29 82-64 16,22-52 66-16,1 1 62 0,2-1-43 15,0-1-77-15,3-2-96 0,1 0-23 16,0-2-27-16,3 0-9 0,3-1-29 16,2-3-21-16,0-3-16 0,1-3-15 15,2-3-25-15,0-5-54 0,4-1-6 0,1-2-67 0,4-4-45 16,0 0-151-16,-2-7-310 0,6-9-915 0</inkml:trace>
  <inkml:trace contextRef="#ctx0" brushRef="#br0" timeOffset="13724.41">27990 13821 1102 0,'0'0'991'16,"0"0"-226"-16,0 0-463 0,0 0-200 15,0 0 48-15,0 0 154 0,0 0-5 0,0 0-99 16,0 0-50-16,81 45-54 0,-59-34-10 0,1-1-15 16,2-1-21-16,1 0-4 0,-1-3-9 0,2 1 3 15,-1-3 3-15,3 0-19 0,-4-2-8 16,1 3 11-16,0-4-12 0,-4 2-14 15,-2 1-1-15,-4 0-3 0,-2 1 3 16,-3-2-3-16,-6 6 0 0,-1 0 0 0,-4 1-9 16,-4 4 9-16,-6 5 0 0,-7 3-19 15,-6 3-42-15,-5 3-31 16,-5 2-1-16,-3-1-24 0,-2 0-63 0,-4 0-96 16,0 1-231-16,8-8-274 0,-19 9-677 15</inkml:trace>
  <inkml:trace contextRef="#ctx0" brushRef="#br0" timeOffset="20967.772">26691 14349 1041 0,'0'0'0'16,"0"0"-169"-1,0 0-555-15</inkml:trace>
  <inkml:trace contextRef="#ctx0" brushRef="#br0" timeOffset="21048.124">26301 14343 46 0,'0'0'254'0,"-96"46"-97"16,54-23-40-16,-9 4-39 0,-2-1-62 0,3-2-16 16,9-7-19-16,9-5-151 0,13-6-107 0</inkml:trace>
  <inkml:trace contextRef="#ctx0" brushRef="#br0" timeOffset="31620.738">26523 15315 855 0,'0'0'548'0,"0"0"-249"16,0 0-163-16,0 0 4 0,0 0-33 0,0 0-36 16,0 0 547-16,0 0-390 15,0 0-145-15,0 0-3 0,0 0 32 0,0-18-1 16,0 18-28-16,-2-2-35 0,2 2-17 16,0 0 7-16,0 0-9 0,0 0-26 15,0 0-1-15,0 0-2 0,0 0 0 0,0 0-1 16,0 0-12-16,0 0 11 0,-1 0-1 0,1 0 2 15,0 0 1-15,0 0 1 0,0 0 0 16,0 0-1-16,0 0-2 0,0 0 0 16,0 0-1-16,0 0-19 0,0 0 18 0,0 0-18 15,-2 0 19-15,2 0 2 16,-1 0-24-16,-1 0 22 0,2 0-1 0,-1 2-12 16,-1-2-3-16,2 1-6 0,-3-1-29 0,3 0-58 15,-2 1-60-15,-5 0-139 0,4 1-290 16,-7 4-785-16,41-19 569 0</inkml:trace>
  <inkml:trace contextRef="#ctx0" brushRef="#br0" timeOffset="51627.729">24880 17148 828 0,'0'0'248'0,"0"0"716"0,0 0-679 16,0 0-36 0,0 0 92-16,0 0-2 0,0 0-62 15,0 0-21-15,0 0-39 0,0 0-56 0,0 0-68 0,-52 0-21 16,52-3-10-16,4-1-7 0,6-1 13 15,2-4 10-15,2 0 20 0,2-3-6 16,2 2-15-16,-3 0-22 0,2 3-6 16,-1 0-9-16,-2 3-12 0,3 1-13 15,0 1 12-15,-1 2-14 0,-1 0 2 16,1 4-14-16,-1 2 2 0,-1 1-2 16,-1 3 19-16,-3-2-20 0,2 0-2 15,-1 1 2-15,-1-2-2 0,1 0-1 0,1-2 3 16,-1 2-2-16,-3-2-12 0,4 1 14 15,-2 0 0-15,0-2 0 0,1 1 0 16,0-2 1 0,0 1-1-16,3-1 0 0,0-1 0 15,0-1 0-15,0-1 0 0,2 0-1 0,-1-1-14 16,0-5-22-16,0 2-70 0,-1-3-49 16,-4 4-44-16,-1-1-14 0,-5 3-32 15,-4 1-113-15,0 1-228 0,-2 8-127 0,-12 3-70 16,4-2-600-16</inkml:trace>
  <inkml:trace contextRef="#ctx0" brushRef="#br0" timeOffset="51859.19">24976 17458 749 0,'0'0'420'0,"0"0"657"0,0 0-741 15,0 0-1-15,0 0 52 0,0 0-28 0,0 0-97 0,0 0-83 16,0 0-70-16,0 0-31 0,-4-6 15 15,15 4 34-15,5 0 34 0,2 0-38 16,2-1-43-16,3 0-31 0,-1 0-31 16,3-1-8-16,0 0-10 0,1-1-12 15,0-1-59-15,-3 5-45 0,1-2-38 0,2 3-29 32,-1 0-22-32,-1 0-49 0,-2 3-165 15,-5 3-317-15,3 5-765 0</inkml:trace>
  <inkml:trace contextRef="#ctx0" brushRef="#br0" timeOffset="52397.352">26017 16935 1907 0,'0'0'1294'15,"0"0"-1099"-15,0 0-167 0,0 0 71 0,0 0 125 16,0 0 65-16,90 0-47 0,-61-1-72 15,4-2-46-15,2 1-25 0,0-1-16 0,-4 1-6 16,0 1-31-16,-3 1-13 0,-5 0-33 16,-4 6-2-16,-3 1 1 0,-7 4 0 15,-3 1-20-15,-6 6 5 0,0 4-14 16,-11 6-13-16,-9 5 6 0,-2 3 0 0,-5 1 19 16,-2 2 15-16,0 1-8 0,-1-2 11 15,1-1 3-15,-1 1 0 0,1-3 44 0,1-3 20 16,2-2-21-16,1-2 6 0,6-4 6 15,4-2 7-15,4-6 17 0,7-1-18 0,4-5-18 16,0 0-16-16,7-2-15 0,10-1 4 16,2 2 11-16,7-3-6 0,3 2 28 15,4-3-18-15,3 0-1 0,1-1-30 16,1 1 0 0,-2-4 0-16,0 3-3 0,-3-1 0 15,-2-1-18-15,-2 1-40 0,-1-2-42 0,-3-1-37 0,-3 0-43 16,-1 0-14-16,1 0-18 0,-5 0-82 15,0 0-174-15,-6-1-490 0,0-4-608 0</inkml:trace>
  <inkml:trace contextRef="#ctx0" brushRef="#br0" timeOffset="52629.034">26649 17169 1570 0,'0'0'1464'0,"0"0"-1256"16,0 0-81-16,0 0 216 16,0 0 53-16,0 0-137 0,0 0-135 15,-90 45-66-15,69-24-36 0,-5 2-7 16,-1 5-15-16,-2 2-21 0,-1 2 20 16,-2 1-15-16,2 3-21 0,0-2-9 15,1 1-63-15,3-4 7 0,4-1-51 16,2-6-55-16,5-5-88 0,3-3-223 15,5-4-578-15,-2-3-567 0</inkml:trace>
  <inkml:trace contextRef="#ctx0" brushRef="#br0" timeOffset="53023.47">26771 17504 1588 0,'0'0'1153'0,"0"0"-815"16,0 0-252-16,0 0 61 16,0 0 120-16,79 19 33 0,-66-15-108 15,-1 0-73-15,-1 3-45 16,-3 2-49-16,-2-1-3 0,-3 3-3 0,-3 3 5 15,0 3 7-15,-6 2-31 0,-2 2 13 16,0 3-10-16,0-1-1 0,-2-1-2 16,2 1-2-16,3-1 2 0,0-3 30 15,5-3 4-15,0-3 9 0,0-4 0 0,5-2-5 0,0 1-20 16,3-1 10-16,3-3 3 0,1 0 2 16,1 0-8-16,2-3-23 0,2-1-2 15,3 0-3-15,0-1-15 0,0-7-59 16,3-2-99-16,1-4-79 0,-1-3-125 15,-4 5-293-15,4-11-953 0</inkml:trace>
  <inkml:trace contextRef="#ctx0" brushRef="#br0" timeOffset="53277.08">27325 17271 2172 0,'0'0'1721'0,"0"0"-1586"0,0 0-132 0,0 0 98 16,0 0 204-16,77 74 10 0,-57-56-110 16,1 0-89-16,4 0-67 0,-1 0-6 15,-3-2-37-15,2 1-6 0,-3-3-40 0,-3 1-100 16,3-1-81-16,-1-1-44 0,-2 0 45 15,0-5-203-15,-3-4-606 0,-2-4-347 16</inkml:trace>
  <inkml:trace contextRef="#ctx0" brushRef="#br0" timeOffset="53445.961">27703 17214 665 0,'0'0'2076'0,"0"0"-1790"0,0 0-148 16,0 0 92-16,-78 66 71 0,51-38-15 15,-2 4-88-15,-1 3-83 0,-1-1-56 16,3-2-52-16,0-4-7 0,6-2-72 16,2-7-40-16,6-3-64 0,4-4-104 15,3-4-215-15,4-3-648 0,0-4-685 0</inkml:trace>
  <inkml:trace contextRef="#ctx0" brushRef="#br0" timeOffset="53811.658">27910 17117 3007 0,'0'0'977'15,"0"0"-879"-15,0 0 15 0,88-27 64 16,-57 20 80-16,0 0-8 0,2 4-106 16,2-2-72-16,2 4-53 0,-1-3-4 15,-2 3-14-15,0 1-12 0,-4 0 11 0,-4 0-11 0,-4 5-6 16,-5 2-74-16,-8 5 6 0,-5 4 56 15,-4 4 17-15,-2 4-17 0,-10 4-4 16,-5 6 0-16,-2 1 6 0,-1 3-9 16,-2-1 36-16,3 1-2 0,1-2 3 0,3-3 1 15,2-3 27-15,5-6 21 0,2-4 10 16,4-4-16-16,2-4-16 0,0-2-2 16,5-2 2-16,3-3 13 0,2-1-3 15,3-2-4-15,4 0 4 16,0-2-7-16,3 0 7 0,2 0-21 15,0-2-16-15,1-3-18 16,0-3-49-16,-1 0-62 0,4-4-33 0,1 1 11 16,4-5 0-16,0-1 61 0,0-1-180 15,-2-2-335-15,-8 4-612 0,2-8-392 0</inkml:trace>
  <inkml:trace contextRef="#ctx0" brushRef="#br0" timeOffset="54024.422">28566 17106 3161 0,'0'0'515'0,"0"0"-439"0,0 0 24 0,0 0 124 0,-61 68 137 16,41-42-142-16,2 4-62 0,-3 1-74 16,1 3-37-16,-3 2-19 15,1 1-17-15,1 1-10 0,-1-1-68 0,6-4-42 16,1-4-72-16,6-5-65 0,2-3-91 15,1-3-248-15,6-6-621 0,0 0-658 0</inkml:trace>
  <inkml:trace contextRef="#ctx0" brushRef="#br0" timeOffset="54383.489">28983 17487 1831 0,'0'0'447'0,"0"0"-143"16,0 0 79-16,0 0-50 0,0 0-142 15,0 0-109 1,0 0-18-16,0 0-14 0,0 0 1 15,0 0-4-15,-34 75-12 0,32-57 3 16,-1 1-4-16,3 2 13 0,0-1-19 16,0-2-15-16,0-1 3 0,3-5-16 15,4-1 22-15,2-3 38 0,5 3 46 16,6-3 90-16,3 1 36 0,7-2 42 0,7 0-60 16,3-4-111-16,2 1-42 0,1-3-27 0,1 1-25 15,-2-2-9-15,1 0-49 0,-4-4-39 0,-4-2-25 0,-3-1-67 16,-4-3-79-16,-5 2-187 0,-6 0-610 15,-3-3-939-15</inkml:trace>
  <inkml:trace contextRef="#ctx0" brushRef="#br0" timeOffset="56228.553">28792 17495 1159 0,'0'0'40'16,"0"0"129"-16,0 0 941 0,0 0-669 15,0 0-159-15,0 0-84 16,0 0 14-16,0 0-16 0,0 0-35 16,0 0-26-16,9-11 2 0,-5 8-25 0,1 1-12 15,0 0 2-15,0-1 9 0,0 1-7 16,1-2-24-16,0-2-19 0,1 3 4 15,0-1-17-15,1-1 1 0,-1 0-12 16,1 0 3-16,3-1-16 0,-3 1-6 0,0-1-17 16,1 0 0-16,-3 1 0 0,2-1 1 15,0 1 0-15,1 0 1 0,-3 1-2 0,-1 1-1 16,0 1-1-16,-2 2-1 0,0 0-10 16,-3 0 10-16,4 0-1 0,-4 0 0 15,0 0-12-15,2 0 3 16,0 0 9-16,-1 2-13 0,2 3 4 0,2 0-9 15,-2 2-34-15,1 4 6 0,-1-1-3 0,0 1-6 0,-2 1 6 16,3-2-1-16,-4 2-2 0,2 0 0 16,-2 2 30-16,0-3 0 0,0 2-18 0,-2-4-37 15,-2 2-19-15,1-2-44 0,0-2-73 16,-1-1-156-16,0-1-223 0,1-1-660 16,-3 0-563-16</inkml:trace>
  <inkml:trace contextRef="#ctx0" brushRef="#br0" timeOffset="110736.041">19878 15458 1125 0,'0'0'1582'0,"0"0"-1290"0,0 0-138 0,0 0 19 0,0 0 74 15,0 0 6-15,0 0-1 0,0 0-52 16,0 0-57-16,14-10-54 0,-19 20 4 16,-6 6 27-16,-1 4-37 0,-8 8-46 15,0 2-19-15,-5 4-2 0,-3 3-13 16,0-1-3-16,-2 2 1 0,1 2-1 15,1-2-2-15,-1 2-11 0,3-1 10 0,2-2-18 16,2-5 5-16,4-6-11 0,5-6 26 0,4-4-11 16,3-3-1-16,1-3 1 0,4-1 0 15,1-1 10-15,0 0-26 0,3-2-6 16,6 1 31-16,3 1 3 0,4 0 25 16,1 3-25-16,3 0 37 0,5 3 2 15,-2-1-2-15,3 5 3 0,1 1-6 0,1 1-10 16,-1 2 1-16,0 0-7 0,-2 3 10 0,-5-1-10 15,0-1 6-15,-1-3-23 0,-2 0 1 16,-3-1-2-16,0-4 0 0,-3 0 0 0,2-2 0 16,-4-3-1-16,-2-1-11 0,1-2-6 15,0-1-46-15,-2-1-22 0,-2-2-15 16,0 1-50-16,-1-1-32 0,2-2-59 16,-1-1-75-1,-1 0-164-15,0 0-305 0,2-14-706 0</inkml:trace>
  <inkml:trace contextRef="#ctx0" brushRef="#br0" timeOffset="111938.801">20614 15608 756 0,'0'0'108'0,"0"0"1194"16,0 0-865-16,0 0-109 0,0 0-37 15,0 0 15-15,0 0-12 0,0 0-45 16,0 0-56-16,0 0-53 0,0 0-47 16,-58-34-10-16,42 41-12 0,-1 2-21 15,1 3-4-15,-4 2-10 0,1 1-11 16,-2 6 3-16,-1 1-27 0,-1 3-1 16,3 3 1-16,-3 3-1 0,3 2 0 15,2-1-3-15,3 0 0 0,4-3-19 0,5 1 7 0,5-2 14 16,1-3-38-16,1 0 38 0,5-4-10 15,6-1-5-15,2-5 15 0,2-1 1 16,1-3 23-16,-1-4-23 0,4-1 0 16,-2-5 3-16,-2-1 12 0,1 0-15 15,-1-7 15-15,-1-2-11 0,-1 0 23 0,-3-1-26 16,-2 1 2-16,-4 0 19 0,-2 2-7 0,0 0-3 16,-3 2-12-16,0 1-12 0,-3 2-6 15,-4 1-13-15,-2-1-6 0,-2 2 0 16,-1 0-30-16,-3 0 2 0,2 0 9 15,-5-2-9-15,5-1-9 0,-2-2-4 16,2-2-27-16,1-2-39 0,1-2-76 0,3-2-115 16,2 0-163-1,3 1-324-15,3-7-620 0</inkml:trace>
  <inkml:trace contextRef="#ctx0" brushRef="#br0" timeOffset="112203.342">20714 15408 98 0,'0'0'2184'16,"0"0"-1636"-16,0 0-189 0,0 0 77 15,0 0-39-15,0 0-125 0,0 0-117 16,0 0-68-16,0 0-44 0,0 0-21 16,0 0-1-16,56 64 1 0,-56-43-19 0,0 5-1 0,0 1-2 15,0 3 0 1,0-1-1-16,0-3-14 0,0-1 14 15,0-2-1-15,5-5 2 0,1-2-13 0,1-2 13 16,2-4-3-16,4-1-21 0,1-3-4 0,2-2 15 16,1 1-61-16,3-4-96 0,3-1-118 15,-1 0-182-15,-5 0-724 16,11 0-1058-16</inkml:trace>
  <inkml:trace contextRef="#ctx0" brushRef="#br0" timeOffset="112370.488">21266 15937 1737 0,'0'0'1454'16,"0"0"-1130"-16,0 0-146 0,-23 71 187 15,14-50-16-15,-2-1-40 0,3-1-94 0,0 0-124 16,-1-1-84-16,1 1-7 0,1-1-25 0,0 0-21 16,-2 1-79-16,1-3-69 0,0-1-53 15,-2 1-128-15,2-4-349 0,-7 5-941 0</inkml:trace>
  <inkml:trace contextRef="#ctx0" brushRef="#br0" timeOffset="113455.581">22114 15486 663 0,'0'0'147'16,"0"0"1561"-16,0 0-1280 0,0 0-175 15,0 0-14-15,0 0-1 0,-91 12-5 16,65 1-56-16,1 5-78 0,0 3-30 16,-3 3-25-16,1 4 18 0,1 1-7 0,3 3-11 15,3 1-1-15,3-2 13 0,5 3-13 0,2 1 12 16,7-2-27-16,3-2 6 0,0-4-19 15,2-2 1-15,9-2-15 0,-1-4 0 16,5-4 8-16,0-1-9 0,3-4-12 16,-1-5-1-16,2-2 13 0,0-3-12 15,-1-2-19-15,1-5 13 0,0-4 18 16,-1-2-22-16,-2-1-30 0,-3-3 6 0,-1 3-4 0,-5-3 13 16,1 4 6-16,-5 1 19 0,-3 0-10 31,0 3-31-31,0 3-3 0,-6 2 13 15,-3 2 8-15,-1 2-27 0,-5 0 12 16,-1 0 32-16,-1 0-8 0,1 4-9 16,-1 3 7-16,2-1 25 0,0 1-26 15,4 0 29-15,3-3-25 0,2-1-19 0,3-1-100 0,2 0-157 16,1-2-214-16,0 1-503 0,0-1-357 0</inkml:trace>
  <inkml:trace contextRef="#ctx0" brushRef="#br0" timeOffset="113671.666">22346 15638 1251 0,'0'0'1065'16,"0"0"-548"-16,0 0-82 0,0 0 104 0,0 0-71 31,91 16-134-31,-72-14-85 0,2-2-108 0,4 0-83 16,-1-1-21-16,1-4-17 0,-1-2-20 15,1-1-52-15,-2-1-61 0,-4-1-49 0,1 2-45 16,-6 0-47-16,0 4-99 0,-5 1-203 16,-2 3-460-16,-5 0-348 0</inkml:trace>
  <inkml:trace contextRef="#ctx0" brushRef="#br0" timeOffset="113906.248">22623 15663 212 0,'0'0'258'0,"0"0"-43"0,0 0-88 0,0 0 313 16,0 0 613-16,-51 76-675 0,43-57-79 15,-2 2 5-15,1-2-11 0,0 1 0 16,3 0-50-16,-1-2-63 0,2 0-49 16,0-1-23-16,2-2 6 0,3 0 18 15,0-5-9-15,0 2-49 0,2-3-29 16,4 0-20 0,2-2-13-16,2 2 6 0,0-3-15 15,5 1 0-15,-1 0-3 0,3 0 0 0,-1-5-16 16,6 3 13-16,1-4-85 0,-1-1-44 0,4 0-19 15,-2-1-40-15,0-8-82 0,-2-3-173 16,-5 3-282-16,5-10-804 0</inkml:trace>
  <inkml:trace contextRef="#ctx0" brushRef="#br0" timeOffset="114306.202">23045 15516 1304 0,'0'0'283'0,"0"0"525"16,0 0-424-16,0 0 23 0,0 0 48 15,0 0-58-15,79 24-94 0,-63-19-99 16,3-2-71-16,-1 1-29 0,-1 1 1 0,1-2-13 16,-2-1-16-16,1 2-30 0,-1 1-19 15,0 0-14-15,-3 0 17 0,1 1 3 16,-2 0-11-1,-2 0-20-15,-1-1-2 0,-1 0-18 16,1 0 17-16,-2 0 0 0,2-1 1 16,-3 2 0-16,1-1 2 0,0-2 10 15,2 3-10-15,-1-2-1 0,3 1 32 16,-2-3 37-16,-4 0-58 0,-1 1-12 0,-4-1 0 16,2 0-1-16,-2 1-1 0,0 1-16 15,-2 3 4-15,-4 1 14 0,-4 6 12 0,-3 3-12 16,-4 6-1-16,-2 1-41 0,-5 6-35 15,-4 1-8-15,-5 3-37 0,-1 1-31 16,-4 3-53-16,-3 2-57 0,-1 0-141 0,0-3-206 16,10-8-720-16,-10 7-543 0</inkml:trace>
  <inkml:trace contextRef="#ctx0" brushRef="#br0" timeOffset="115396.525">20289 17048 2426 0,'0'0'500'0,"0"0"-266"0,0 0-36 0,0 0 49 15,0 0-32-15,0 0-33 0,0 0-62 16,-82 81-30-16,61-58-34 0,-2 4-12 16,-3 0-19-16,-2 3-23 0,0 2 0 15,0-1-2-15,2-1 3 0,4-3-1 16,-1 0 1-16,3-1-3 0,4-5-1 0,1 1 0 15,3-4-1-15,2 0 1 0,4-4-18 16,4 1 17-16,2-1-16 0,0 0-16 16,8 3 24-16,5 1 10 0,3 1 2 15,6 0 36-15,2 2-10 0,2-4 15 16,0 3-15-16,-1-3-10 16,0-1 10-16,-2-2-25 0,0-1 16 15,-4-1-19-15,1-4 0 0,-4 0-28 0,0-2-9 16,-3 0-96-16,1-3-51 0,-2-3-59 0,-1 0-32 15,1 0-75-15,-2 0-211 0,2-5-548 16,-5 1-150-16</inkml:trace>
  <inkml:trace contextRef="#ctx0" brushRef="#br0" timeOffset="115829.296">20729 17208 1413 0,'0'0'602'0,"0"0"3"16,0 0-325-16,0 0-17 16,0 0 157-16,0 0-64 0,0 0-136 0,0 0-107 15,0 0-67-15,0 0-15 0,-68 86 6 0,50-56 10 16,2 2-10-16,-3 6-12 15,4 2 15-15,1 3-25 0,3-1 7 0,3 0 6 16,3-4-7-16,3-4-2 0,2-5-19 0,0-4-2 16,3-7 1-16,6-5-24 0,-1-2-6 15,0-6 13-15,4-3-1 0,-1-2-30 16,2-5-16-16,0-6-3 0,-2-3-13 16,1-3-3-16,-4-1 12 0,0-1 6 15,-4-2 9-15,-1 3 10 0,-2 3 19 0,-1 3 25 0,0 6-26 16,-3 3 11-16,-4 2-14 0,-2 1-22 15,-3 0 20-15,-1 3-20 0,-2 2-22 16,-1 0-47-16,3 3 24 0,0-1 7 16,2-3-7-16,2-1-87 0,2-1-170 15,3-2-288-15,-1 0-560 0,4 0 382 16</inkml:trace>
  <inkml:trace contextRef="#ctx0" brushRef="#br0" timeOffset="116092.504">20899 17101 111 0,'0'0'2116'0,"0"0"-1590"0,0 0-189 0,0 0 97 0,0 0-46 16,0 0-96-16,0 0-74 16,0 0-48-16,0 0-35 0,0 0-30 0,48 80-1 15,-48-53-12-15,0 1-19 0,0 2-21 16,-2-2-16-16,2-2-5 0,0-3-1 0,0-4-2 15,3-2-7-15,7-3-6 0,0-1-13 16,3-4-2 0,3-1-1-16,0-2-14 0,4-4 12 15,2 0-49-15,-2-2-48 0,5 0-71 16,-4 0-90-16,-1-4-88 0,0 2-171 16,-5-1-502-16,4 3-715 0</inkml:trace>
  <inkml:trace contextRef="#ctx0" brushRef="#br0" timeOffset="116261.772">21444 17577 1831 0,'0'0'1697'0,"0"0"-1406"0,0 0-162 16,-18 66 56-16,10-48 83 0,-1 0-49 16,1 1-80-16,-3-4-110 0,2 3-29 0,-2-1-40 15,1 0-40 1,0-1-65-16,-1-1-125 0,-2 1-185 15,0-1-677-15,1-3-1139 0,-11 4 1928 0</inkml:trace>
  <inkml:trace contextRef="#ctx0" brushRef="#br0" timeOffset="117210.961">22340 17055 653 0,'0'0'1458'0,"0"0"-850"0,0 0-200 16,0 0-55-16,0 0 83 0,0 0-53 15,0 0-92-15,0 0-110 0,0 0-86 0,0 0-27 0,0 0-10 16,-81 24-9-16,59-4-13 0,-3 1-11 16,-1 2-7-16,1 1-15 0,2-1 0 15,-1 1-3-15,3-1-12 0,2 2-3 16,3 0 3-16,4 1-1 0,5 1-14 15,4 0-1-15,3 2-2 0,1-1 15 16,11-1 11 0,4-1 2-16,4-4-10 0,0-4-6 15,2-4-16-15,1-7 33 0,2-3 1 0,-2-4-15 16,-2 0 15-16,2-9 2 16,-3-1 10-16,-3-4-10 0,0-2-1 0,-6 2-1 15,1-4-15-15,-7 5-19 0,1-1-6 16,-6 5-18-16,0 1-4 0,0 5-8 15,-3 0-8-15,-5 3 17 0,-2 0 2 0,0 0 3 16,-1 0 9-16,-3 3 7 0,-1 0-7 0,0 3 13 16,0-2-16-16,-2-2-22 0,4-1-45 15,0-1-84-15,2 0-169 0,0 0-207 16,4-1-545-16,-1-11-383 0</inkml:trace>
  <inkml:trace contextRef="#ctx0" brushRef="#br0" timeOffset="117533.286">22507 16817 1053 0,'0'0'1813'0,"0"0"-1406"0,0 0-131 16,0 0 131-16,0 0-59 0,0 0-91 15,0 0-97-15,81-3-74 0,-72 6-43 0,-1 1-40 0,-2 1 0 16,0 0 0-16,0 5-2 0,-4 1 2 15,1 2 13-15,-3 2 2 0,0-2-6 16,0 3-11-16,0-2 0 0,0 0 10 16,-1-1-11-16,1-1-25 0,0-1-6 15,1 1 10-15,5-2-1 0,0-1 4 16,1-1 3-16,2 0-7 0,0-2 20 16,-4-1 1-16,1 1 1 0,-1 1 1 0,0 1 2 15,-2 1 12-15,-2 2-12 0,-1 1-3 16,-1 2-7-16,-7 3-60 15,-3-1-60-15,0 4-39 0,-1-1-64 0,-1-1-119 32,-2 2-254-32,4-8-649 0,-5 6-652 0</inkml:trace>
  <inkml:trace contextRef="#ctx0" brushRef="#br0" timeOffset="117780.79">22897 17212 1068 0,'0'0'1365'0,"0"0"-683"16,0 0-201-16,0 0 11 0,0 0-91 16,97 2-115-16,-75-2-105 0,4 0-77 15,-1-2-25-15,0-5-48 16,1-2-16-16,-4 0-15 0,1-1-44 15,-3-2-85-15,-5 2-82 0,-2 1-54 16,-5 0-39-16,-2 3-183 0,-4 4-484 16,-2-1-456-16</inkml:trace>
  <inkml:trace contextRef="#ctx0" brushRef="#br0" timeOffset="117950.178">23098 17227 673 0,'0'0'81'0,"0"0"4"15,0 0-72-15,-30 89 1231 0,24-58-672 16,0 1-135-16,5 0-48 0,1-2-32 15,0-3-27-15,0-3-38 0,4-4-24 16,2-2-102-16,1-6-59 0,2-3-36 0,0-2-47 16,-1-4-24-16,4-3-15 15,1-3-40-15,0-7-68 16,1-8-104-16,-1-6-110 0,0 5-280 16,0-14-958-16</inkml:trace>
  <inkml:trace contextRef="#ctx0" brushRef="#br0" timeOffset="118235.188">23490 17165 1243 0,'0'0'2026'16,"0"0"-1512"-16,0 0-291 0,0 0 96 0,0 0 49 16,0 0-95-16,0 0-108 0,90 47-70 15,-69-47-40-15,5 0-13 0,5 0 7 16,0 0-1-16,0-3-8 0,-1-1-39 15,-1 1 0-15,-4 1 0 0,-2 1-1 0,-4 1-18 16,-1 0 0-16,-8 1-1 0,-3 4-2 16,-2 2 18-16,-3 4 3 0,-2 0 2 0,0 3 1 15,-7 0 12-15,-5 5-15 0,-2 2-23 16,-8 1-38-16,-2 3-24 0,-6 5-37 16,-5 5-37-16,-6 6-92 0,-7 5-154 15,9-10-369 1,-31 24-807-16</inkml:trace>
  <inkml:trace contextRef="#ctx0" brushRef="#br0" timeOffset="134744.347">24341 15923 697 0,'0'0'466'0,"0"0"-209"0,0 0 480 15,0 0-313-15,0 0-99 0,0 0-49 16,0 0-40-16,80-25-46 0,-64 22-25 16,1 1-33-16,2-1-41 0,-3 0-28 0,3 2-3 15,-2 1-13-15,0 0 6 16,-3 0-4-16,1 0-5 0,-2 2-1 0,-1 3-8 16,-1 2-11-16,-1 1 1 0,2 2 6 0,-2 2 3 15,-1 1-3-15,1 3-3 0,-2 2-16 0,0 4 0 16,-3 2 10-16,4 1-3 15,0 1-1-15,-1-1-15 0,1 1 10 0,2-2-11 16,3 0 0-16,-2-4-2 16,1-1-1-16,2-7-1 0,-4-3-17 0,2-2-9 15,0-5 7-15,0-2-41 0,0 0-22 0,-3 0-33 16,0-6-36-16,-1 0-48 0,-5-2-63 16,-1 0-142-16,-3-1-233 0,-1 0-583 15,-4 3 92-15,-10-3 830 0</inkml:trace>
  <inkml:trace contextRef="#ctx0" brushRef="#br0" timeOffset="134995.621">24238 16177 795 0,'0'0'55'0,"0"0"717"15,0 0-29-15,0 0-311 0,0 0-95 0,75 19-12 0,-52-10-74 16,0 3-40-16,0 2-29 0,1 0-38 16,4 0-29-16,-2 1-25 0,5-1-22 15,-3 2-44-15,1-4-24 0,1 2-3 16,-2-1 1-16,-2-2-53 0,0 0-76 16,-2 1-49-16,2 1-28 0,0 3-46 0,3 2-133 15,-2 4-161 1,-4-6-601-16</inkml:trace>
  <inkml:trace contextRef="#ctx0" brushRef="#br0" timeOffset="135885.237">26340 15118 274 0,'0'0'29'0,"0"0"1435"0,0 0-880 0,0 0-258 15,0 0-91-15,0 0-27 0,0 0 19 16,0 0-24-16,0 0-86 0,0 0-50 16,86-41-1-16,-74 47 0 0,3 1 0 0,-2 2-28 15,0 1-1-15,0 5 14 0,-1 2-4 16,-1 3-3-16,-3 5-3 0,0-1-17 15,-1 4 1-15,-2 0 10 0,-4 3-14 16,-1-2-17-16,0 0-4 0,-3 1 1 16,-3 1 1-16,-2 1-2 0,-1-1 0 0,0 1-22 15,0 2-22-15,0 0 19 0,2-1-34 16,1-4 19-16,1-2 2 16,5-5 6-16,0-4 3 0,0-5-5 0,3-4 3 0,2-4-54 15,1-3-54-15,-1-2-19 16,3 0-52-16,0-8-77 0,-1-5-147 0,2-1-389 15,-2 1-628-15,-3-10 1327 0</inkml:trace>
  <inkml:trace contextRef="#ctx0" brushRef="#br0" timeOffset="136248.98">26345 15361 114 0,'0'0'388'0,"0"0"961"0,0 0-794 0,0 0-181 0,0 0-59 15,0 0-19-15,0 0-48 0,0 0-34 16,0 0-9-16,0 0-33 0,0 0-51 15,10 59-12-15,-10-39-1 0,0 3 6 16,0 5-28-16,2 2-28 0,-1 1-5 16,1 4-17-16,1 2 4 0,-3 4-21 15,0 2-19-15,0 4-3 16,0 2 1-16,-6-1 2 0,0-2-21 16,-2-2-43-16,2-5-44 0,3-4-30 15,1-4-13-15,2-7-14 0,3-4-31 16,7-7-68-16,3-5-195 0,2-2-313 15,-2-6-857-15</inkml:trace>
  <inkml:trace contextRef="#ctx0" brushRef="#br0" timeOffset="164923.758">20312 10371 3 0,'0'0'486'0,"0"0"-385"0,0 0-32 0,0 0-56 0,0 0 228 15,0 0 94-15,0 0-172 0,0 0-42 16,-86-50-27-16,75 48 20 0,1 0-36 16,1-2-13-16,0 3 6 0,1-1-6 15,2-1-23-15,0-3-3 0,0 5-29 0,1-5 3 16,0 1-10-16,2 0-2 0,0 0 45 15,1 2-4-15,2 2 26 0,-2 0 3 0,2 1 0 16,0 0-10-16,0 0-19 16,0 0-19-16,0-2-4 0,0 2-6 0,0 0 3 15,0-1 7-15,4 1 29 0,2 0 12 16,3-1-9-16,-1 0-26 0,3-2 16 0,3 2-16 16,0-1-7-16,2 1 10 0,2 0 10 15,3-1-16 1,2 2 3-16,0-1 3 0,3 0-29 15,3-2-3-15,1 2-13 0,1-1-125 0,0 0-106 16,4 0-79-16,-2-1-8 0,3 1-52 16,-11 0-92-16,13 1-138 0</inkml:trace>
  <inkml:trace contextRef="#ctx0" brushRef="#br0" timeOffset="165323.714">21873 10278 779 0,'0'0'124'0,"0"0"886"16,0 0-932-16,0 0-78 0,0 0 0 15,0 0 107-15,0 0 65 0,0 0 6 0,0 0-56 16,0 0-60-16,0 0 12 0,16 0 10 15,-9 0-30-15,1 0-54 0,2 0-16 0,0-2-10 16,1 2-93-16,4-1-6 0,-1 1-8 16,3 0-3-16,1 0 13 0,3 0-26 15,2 0-46-15,-1 0-111 0,1 0-32 16,-4 0 139-16,7 0-234 0</inkml:trace>
  <inkml:trace contextRef="#ctx0" brushRef="#br0" timeOffset="165740.447">23701 10190 55 0,'0'0'418'0,"0"0"-317"15,0 0-42-15,0 0-10 0,0 0-1 16,0 0 754-16,0 0-490 16,0 0-179-16,0 0-49 0,0 0 43 0,0 0 54 0,24-5-26 15,-24 5-155-15,0 0-16 0,2 0-100 16,-1 0-11-16,3 0 43 0,2 0 0 16,-1 0-59-16,2 0-97 0,-1 0-232 15,1 0-115-15,-69 5-68 0</inkml:trace>
  <inkml:trace contextRef="#ctx0" brushRef="#br0" timeOffset="165941.057">24494 10154 417 0,'0'0'167'0,"0"0"-154"0,92-9 16 0,-49 7-29 15,-1-3 33-15,0 4-17 0,-2-3 4 16,-1 2 22-16,-2-1-42 0,-1 1-3 16,1 1-115-16,-3-3-61 0,0 2-43 15,-11 0 7-15</inkml:trace>
  <inkml:trace contextRef="#ctx0" brushRef="#br0" timeOffset="166627.471">26422 10050 359 0,'0'0'231'0,"0"0"-172"0,0 0-36 0,0 0-20 16,0 0 33-16,0 0-13 0,0 0 120 16,0 0-120-16,0 0-20 0,0 0-3 15,0 0 72-15,0 0 39 0,0 0-1 0,20-7-12 16,-20 7 6-16,0 0 20 16,0 0-4-16,0 0-22 0,-2 0-10 0,0 0 25 0,2 0 7 15,-2 0-39-15,2 0-58 0,-1 0-23 16,-1 0-1-16,2 0-19 0,0 0 1 15,0 0-7-15,0 0 7 0,0 0 6 16,0 0 13-16,0 0 3 0,0 0 16 16,0 0 4-16,0 0-7 0,0 0-5 15,0 0-11-15,0 0-29 16,0 0-17-16,0 0-54 0,-1 0-20 16,-1 0-30-16,2 0-71 0,0 0-26 15,0 0-30-15,0 0 13 0,-1 0-69 16,-1 0-19-16,8 0 352 0</inkml:trace>
  <inkml:trace contextRef="#ctx0" brushRef="#br0" timeOffset="166758">26422 10050 342 0</inkml:trace>
  <inkml:trace contextRef="#ctx0" brushRef="#br0" timeOffset="166912.626">26422 10050 342 0,'-34'26'206'0,"34"-26"-183"0,0 0-21 0,0 0 21 0,0 0-4 0,0 0-2 0,0 0 25 0,0 0 105 0,0 0 283 0,0 0-180 15,2 0-120-15,-1 0-42 0,-1 0 26 16,0 0 26-16,0 0-56 0,0 0-84 16,0 0 0-16,0 0-39 0,2 0 23 0,-2 0 0 15,1 0-10-15,-1 0-7 0,2 0-38 16,-1 0-4-16,-1 0-10 0,2 0-25 0,-2 0-4 15,1 2-6-15,-1-1-20 0,0-1-66 16,0 2-67-16,0-1-314 0,-7-7 441 0</inkml:trace>
  <inkml:trace contextRef="#ctx0" brushRef="#br0" timeOffset="187209.051">23871 6056 1015 0,'0'0'147'0,"0"0"-93"0,0 0-53 0,0 0 11 15,0 0 30-15,0 0 30 0,0 0 523 16,0 0-332-16,0 0-169 0,0 0-81 15,-7-2-10-15,7 2 58 0,-2 0 30 0,-1 0 6 16,0 6-36-16,-4 0-35 0,0 6 6 16,-2 4 23-16,-3 5 16 0,-2 3 9 15,-3 4-25-15,1 3 12 0,-2 5-22 0,-1-1-7 16,-3 3 4-16,-1 3 6 0,-3 3-16 16,1 2-19-16,-5 2-2 0,1 1-10 15,-2 0-2 1,0-2 1-16,3-3 0 0,2-4 1 15,3-8 3-15,4-5-4 0,2-8 12 16,4-5 1-16,3-4-13 0,3-5-17 0,-1-4-101 16,5-1-49-16,-1 0-35 0,-2-1-72 15,4-5 15-15,-3-4-56 0,2-2-68 16,0 0-34-16,0 2-36 0,-2-6-163 0</inkml:trace>
  <inkml:trace contextRef="#ctx0" brushRef="#br0" timeOffset="187387.319">23235 6684 593 0,'0'0'401'15,"0"0"-124"-15,0 0 6 0,0 0-113 0,0 0-27 16,0 0-27-16,0 0-5 0,-75 67 25 16,69-48-3-16,1 4-14 0,3 0-41 15,2-3 6 1,0 0-17-16,10-3-9 0,2-4 29 16,5-4 19-16,6-6 6 0,3-3-38 15,7-3-26-15,6-10-4 0,6-5-44 0,4-6-147 16,3-3-97-16,1-2-130 0,-13 8-310 15,13-12-711-15</inkml:trace>
  <inkml:trace contextRef="#ctx0" brushRef="#br0" timeOffset="-53976.703">20223 8762 323 0,'0'0'244'0,"0"0"-201"15,0 0 38-15,0 0 118 0,0 0 62 16,0 0-33-16,0 0 9 0,0 0-38 16,0 0-21-16,0 0-9 0,-37-8-14 0,37 8-22 15,0 0-17-15,0-1-16 0,0 1-35 16,0 0-11-16,0-2 178 0,0 2 87 16,0 0-134-16,0 0-68 0,0 0-19 0,0 0-1 15,1 0-5-15,3-1-11 0,1 0-5 16,1-1 6-16,2-1 11 0,5 2-6 0,-3 1-9 15,3-4-13-15,2 3-16 0,-2 0-3 16,2 1-12-16,-3 0-3 0,4 0-9 16,-2 0-4-16,1 0 13 0,-1 0-19 0,3 2 10 15,-1 2-7-15,3-3-3 0,0 2 4 16,1 0-13-16,1 1 18 0,-2-2-8 31,1 2-12-31,0 0 1 0,0 0 14 0,1 2-16 16,0-2 0-16,0 3 1 0,0-1 0 15,2 0-1-15,0 2-1 0,-1 1 1 0,4-1 0 16,1-1 1-16,2 2 14 0,2-2 34 16,0-2-27-16,2 1-22 0,-1-5 0 15,3 3 2-15,-1-3 10 0,1 0-12 16,2 0 2-16,-1 3 0 0,-1-3-2 0,0 6 1 16,-2-3-1-16,0 3 2 15,0-1-1-15,0 0-2 0,0 1-13 16,-2 0 14-16,0 2 11 0,1-1 4 15,2 1-13-15,-3-2-1 0,0-4 1 16,1 2-2-16,-2-1-12 0,1-2 12 16,-1 0 14-16,0-1-14 0,2 1-3 15,0-1-1-15,-1-1 3 0,2 0-2 16,-2 2 1-16,0-1-10 0,0 1 0 16,-1-1 10-16,-1 3-1 0,-1-1-9 15,0 2-4-15,-2-2 13 0,3-1-12 0,-2 0 0 16,1 0 14-16,-1 1-18 0,0-2 4 15,-2 2 13-15,1-2-23 0,0-1 13 16,0 0 9-16,0 2-13 0,-1-2 15 0,3 2 0 16,-2-1-2-16,-1 0-9 0,2-1 11 0,0 1-17 15,3-1 15-15,2 0 3 0,4 0 58 16,0 0-58-16,4-2-3 0,-1-1 3 16,3 1 2-16,3 2-2 0,0-4-2 15,4 3 1-15,0-4-2 0,3 2-10 16,-1-1 13-16,2 2-1 0,1-2 1 0,2 2-3 0,0 0 0 15,2-1 1-15,1 2 0 0,0-3 2 16,2 3 0-16,1-3 3 0,-2 1-3 16,1-1 2-16,1-1-1 0,1 2 2 15,0-2 10-15,1-1-11 0,-1 1-1 16,2-1 13-16,0 0-14 0,1 0-21 16,-1 1 19-16,-1-2-11 15,-1 2-8-15,-1 2 2 0,3-2 17 16,-3-1-16-16,0 0 18 0,0 0-11 15,0 0 11-15,0 0 1 0,0 0-1 16,-4 0 0-16,5-1 0 0,-7 0 12 16,5 0-11-16,-4-1 1 0,2 1-2 15,-1-1 13-15,-3 0-13 0,-1 1-15 0,-2 0 0 16,2 2 15-16,-3-2-11 0,-3 2 10 0,1-1 1 16,-3 3-2-16,2-3-1 0,-3 2 3 15,0-2 4-15,0 0-2 0,-2 0-2 16,-2 0 22-16,-2 0-10 0,0-1-12 0,-2 1-2 15,-2 0-9-15,-4 0 10 0,0 2 2 16,-3 1-2-16,-2-2 1 0,-2 0 0 16,-1 3-9-1,-3-4 6-15,-1 1 3 0,-4-2 0 16,1 2 3-16,-3-2-3 0,-3-1 1 16,0 1 13-16,0-2-14 0,-4-2-12 15,-2 0-1-15,2-4 13 0,-3-2 0 0,3-2-1 16,-3-2-32-16,0 0 3 0,-1-3 5 15,-2-2-18-15,0 0-4 0,0-4 13 16,0 1 31-16,0-4-25 0,-5 0-12 0,-4-4 18 16,3-4-49-16,-2-4 9 0,0 2 31 0,0-4-16 15,-1 0 10-15,0 0 15 0,-3-1 3 16,2 1 0-16,-4 2 19 0,2-2 8 16,-2 3-8-16,0 2-4 0,1 1 4 15,1 5 0-15,-2 1 15 0,3 4-15 16,-2 2-1-16,1 4 1 0,0 0 15 0,-2 2-14 15,3 3 0-15,-2-2 10 0,1 3-11 16,-1-1-22-16,3 2 20 0,0-1 1 0,1 1-17 16,-1 2 18-16,3 0 0 0,1 2 25 15,0 3-9-15,0 1 15 0,1 2-15 16,-1 2-15-16,3-1-1 0,-2 1 0 16,0 0-3-1,0 1-8-15,0 1 11 0,0 1 2 16,-1-1 1-16,1 1-3 0,-1-2 0 15,0 2 3-15,0 1-2 0,1-3-1 0,-2 4-19 16,-3-3 19-16,2 2 1 0,-3 2-1 16,-1 0-25-16,-2 0-3 0,0 0 3 0,-3 0 25 15,-2 0-11-15,2 0 10 0,-3 0 1 16,-3 0-1-16,1 0 0 0,-3 0 2 16,-2 2-1-16,-2 1 2 0,-1-2-2 0,-2 0-1 15,-2 4 1-15,-1-4-3 0,-1 3-35 16,-4-1 13-16,-1 1-1 0,1-1-2 0,-5 1 0 15,0 0-7-15,0 2 23 0,0-4 11 16,-3 2 1-16,1-1 0 0,-4 0 2 16,3 0 1-1,-3 1 29-15,-1 0-29 0,0-1 12 16,-4 1-13-16,0 3 20 0,-1-3 7 16,-2 0-29-16,0 1-16 0,0-1 13 15,0 3-22-15,-1-3 23 0,0 1-17 16,0-2 7-16,-1 3 11 0,-1-1-1 15,0 1-23-15,2-3 22 0,-2 1 0 0,1 0 1 16,-1-2-1-16,0-1 0 0,-1 3 1 0,-2-3 1 16,3 1 0-16,-1-2-10 0,1 2 11 15,0 0 1-15,1-2 24 0,0 0-25 16,1 1-19-16,1 2 9 0,-2 0 10 16,1 0 0-16,-1-1 0 0,-1 2 1 15,2-1 18-15,-1 2-19 0,-1-3 0 0,0 1 0 16,0-1-1-1,1 0-21-15,-1 1-3 0,0-1 6 16,0-1 0-16,0 0-18 0,0-1-1 16,0 0 6-16,1 0 29 0,1 0 0 15,-1-2-29-15,2 0 30 0,0-1 2 0,1 1 0 0,-1 0 2 0,0-1 10 16,2 2-12-16,1-2-1 0,1 0-15 16,-2 1 0-16,3-2 0 0,-1 1 0 15,1-2-19-15,0 0-12 16,-1 1-1-16,0 1 23 0,1-2-4 15,-1 0-6-15,1 0 19 0,-2 2 13 0,3-1-23 16,1 2 7-16,-1-3 16 0,0 4 2 16,3 0 1-16,-1-1 3 0,-1 0-3 15,2 2 1-15,2 0-1 0,3 0 1 16,0 0 31-16,5 0 22 0,2 0-19 0,1 0-3 0,4 0-31 16,1 0-1-16,2 0-2 0,3 0 2 15,0 0-12-15,4 0 11 0,1 0 0 16,0 0 0-16,3 0-11 0,0 0 12 15,5 0 2-15,-2 0 0 0,4 0 17 16,1 0 16-16,2 0-3 0,1 0-32 16,2 2 3-16,1 1 0 15,-1-2-3-15,1 4-1 0,2-5-18 16,0 3 3-16,0 1-3 0,2-3 16 16,0 1 0-16,-1 1-1 0,1-2 3 15,-1 4 1-15,1-2 1 0,-1 2 12 16,1 0 6-16,-2 1 7 0,2 1-7 15,-1 3-19-15,-1-2 1 0,3 4 1 16,-2 2 0-16,0 0 20 0,-1 4 3 0,0 0 4 16,0 6-1-16,-3-2 10 0,1 4-6 0,-1 0-19 15,0 3 12-15,0 1 0 0,-2-1-23 16,-1 2 26-16,2 2 1 0,-2 2-27 16,-3 4 23-16,1-2-6 0,0 1 0 15,-1 2-16-15,1-2 16 0,0 4 9 0,-1 0-26 16,2-1 11-1,-1 1 9-15,-3 2-22 0,4 0 2 16,-3 1 10-16,1-3 17 0,2 2-29 16,0-3 3-16,0-1 9 0,1-2-9 15,1-3 13-15,-1 0-5 0,2-1-11 16,-2-1 0-16,1-2 0 0,1-1 0 16,-1-2 0-16,5-4 0 0,-2-4-3 0,3-1-16 15,0-2-22-15,2-4-100 0,0-3 15 0,0-1-33 16,4-3-15-16,1 0-21 0,-2-3-112 15,3 0-90-15,-1-2-306 0,0-1-452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44:54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6059 1969 2387 0,'0'0'1009'16,"0"0"-917"-16,0 0 6 0,0 0 240 15,42 69 165-15,-27-34-99 0,-1 11-126 16,2 8-101-16,0 5-62 0,1 8-18 0,1 5-27 0,-3 6-18 0,1 3-34 15,-3 3-18-15,2 2 2 0,-1-1 1 16,-4-5-3-16,2-7-36 0,-1-15-57 16,-1-12-20-16,-1-13-5 0,2-12-22 15,-3-10-35-15,-3-10-36 0,1-3-98 0,-1-15-209 16,-1-1-281-16,-3-29-827 0</inkml:trace>
  <inkml:trace contextRef="#ctx0" brushRef="#br0" timeOffset="300.176">6150 1991 2251 0,'0'0'1145'0,"0"0"-930"16,0 0-12-16,0 0 189 0,0 0-17 0,94-34-89 0,-59 27-65 16,4 2-45-16,4 1-60 0,1 2-34 15,5 2-43-15,-2 0-5 0,3 7-4 16,-2 4-27-16,0 5 8 0,-3 5-11 15,-3 4-1-15,-5 6-2 0,-5 5 1 16,-6 4 1-16,-5 3-1 0,-6 2 2 16,-5 4 2-16,-1-2 1 15,-8 2 12-15,-1-1 0 0,-1-1 10 16,-12 1-10-16,-7-2 6 0,-2 1 12 16,-7-3 4-16,-4 0-36 0,-3-4 1 15,-4 0 1-15,-5-4-3 0,-5-1-38 16,-9-3-34-16,-3-2-13 0,-6-2-21 0,-1-4-55 15,-3-2-56-15,4-4-95 0,3-4-261 0,20-6-542 16,-17 3-931-16</inkml:trace>
  <inkml:trace contextRef="#ctx0" brushRef="#br0" timeOffset="1318.67">7240 2763 192 0,'0'0'982'0,"0"0"-364"16,0 0 92-16,0 0-311 0,0 0-98 15,0 0-36-15,0 0-2 0,0 0-34 0,0 0-59 16,0 0-67-16,0 0-47 0,12-22-12 15,-6 32 18-15,3 2 43 0,0 5 3 16,4 5-34-16,-3 5-6 0,0 1-13 16,0 3-6-16,-3 0-12 0,-2-4-10 0,-1 1-25 15,-1-2 2-15,-3-3 8 0,3-1-11 16,-3-4-1-16,0-5-1 0,0-4-15 0,0-4-8 16,0-1-40-16,0-4-13 0,0 0 15 15,1 0 16-15,3-4 9 0,-1-3 9 16,2-1-6-16,-1-4 16 0,3-5 18 0,1-2 25 15,1-1-24-15,0-4 26 0,0 1-26 16,1 1-1-16,-1 4 0 0,1 1 0 16,0 6 3-1,0 3 25-15,-1 4 3 0,2 3-9 16,-1 1 2-16,2 0 16 0,0 8 9 0,2 1 4 16,1 2-1-16,-3 2-28 0,0 3 1 15,-1 0-22-15,-1 2 15 0,-1 2-18 16,-1 0 0-16,0 3-132 0,-3 1-40 15,1 1-13-15,0-1-60 0,1-1-78 16,-1 0-114-16,-3-8-279 0,1 5-752 0</inkml:trace>
  <inkml:trace contextRef="#ctx0" brushRef="#br0" timeOffset="6414.532">8339 2144 362 0,'0'0'2841'16,"0"0"-2367"-16,0 0-288 0,0 0 44 0,0 0 84 16,0 0-67-16,0 0-35 0,0 0-49 0,0 0-11 15,58-2 28-15,-31 2-22 0,5 0-46 0,3 0-37 0,4 0-23 16,1-4-31-16,3-2 3 0,-2-1-21 16,-2-4 15-16,-5 1-18 0,-2 0-29 15,-2-1-80-15,-4 1-48 0,-3 1-53 16,-4 0-70-16,-5 6-215 0,-5 0-733 15,-9 3-1337-15</inkml:trace>
  <inkml:trace contextRef="#ctx0" brushRef="#br0" timeOffset="6630.853">8468 2389 2138 0,'0'0'1719'0,"0"0"-1321"0,0 0-261 0,0 0 45 15,0 0 46-15,0 0-75 0,0 0-52 16,0 0 15-16,0 0 51 0,102-16-24 16,-62 7-79-16,1-3-40 0,1 2-7 15,1-3-17-15,-1 3-12 0,-2-4-61 16,5 3-72-16,-4 0 17 0,5 2-70 16,-1 1-106-16,3 2-272 0,-12 3-803 0,10 3-1221 0</inkml:trace>
  <inkml:trace contextRef="#ctx0" brushRef="#br0" timeOffset="7378.646">10428 1605 1451 0,'0'0'1735'16,"0"0"-1407"-16,0 0-179 0,0 0 44 0,0 0 118 15,0 0 12-15,0 0-43 0,0 0-99 16,0 0-80-16,0 0-40 0,-58 93-24 15,34-58-22-15,-5 2-4 0,-2 2-11 0,0 3-3 16,-1 1 2-16,0 1 0 0,-1 1-1 16,3 2 0-16,1-1-17 0,2-3 19 15,5-2 1 1,3-3-1-16,7-4-19 0,4-3 4 16,5-5 15-16,3-2 0 0,6-1 13 0,10-2-11 15,4-1 9-15,6 1 1 16,7 0 30-16,1 0 1 0,3 2 12 0,-1-3 3 15,1 1 2-15,-2-2-14 0,-2-1-13 16,0-2-5-16,-4-2-8 0,1 3-20 16,-2-5-2-16,-2 1-1 0,-1-2-12 0,1 1-49 0,-4-3-52 15,1 1-24-15,-1-2 0 0,-2 0-19 16,2-1-13-16,1-2-75 0,-3 1-160 16,3-4-292-16,0-2-759 0,-8 0-433 15,5-1 1875-15</inkml:trace>
  <inkml:trace contextRef="#ctx0" brushRef="#br0" timeOffset="7948.121">11566 1584 889 0,'0'0'1378'0,"0"0"-320"0,0 0-766 15,0 0-93-15,0 0 68 0,0 0 23 16,0 0-64-16,0 0-45 0,0 0-73 16,0 0-47-16,-75 47-3 0,61-9 0 15,0 5-24 1,0 5 2-16,-1 5 7 0,2-1-12 16,1 0-7-16,1 1-9 0,2-4-13 15,2-4-2-15,3-7-12 0,2-8 9 0,2-7-12 0,0-8-7 16,7-3-5-16,0-3-7 0,4-6 10 15,3-1-9-15,2-2 11 0,2 0-2 16,-2-4-16-16,3-4 9 0,1-3-2 16,-4 1 20-16,0-2-8 0,-6 1 18 0,-3 3 3 15,-2 1 17-15,-4 2-1 0,-1 1-4 16,-3 2-12-16,-6 1-1 0,-2 1-39 16,-5 0-18-16,-2 0-13 0,-1 0 13 15,-3 1 18-15,-4 2-28 0,0 0 3 16,-4-2-15-16,4 4 8 0,0 1 20 15,3-1-20-15,3 2-37 0,7-2-45 0,1 2-91 0,5 0-120 16,6 3-172-16,1-3-248 0,0 1-673 16,11 0 942-16</inkml:trace>
  <inkml:trace contextRef="#ctx0" brushRef="#br0" timeOffset="8148.439">12107 2187 965 0,'0'0'1787'0,"0"0"-1271"0,0 0-239 0,0 0 136 16,10 76 0-16,-13-53-49 0,-4-1-72 15,-2 2-106-15,0-2-74 0,-1-3-33 16,5-1-58-16,-1-4-21 0,1-3-78 16,4-4-93-16,-1-3 3 0,2-4-40 0,0 0-131 15,3-7-318-15,5-6-663 0,0-2-831 16,4-15 1838-16</inkml:trace>
  <inkml:trace contextRef="#ctx0" brushRef="#br0" timeOffset="8364.617">12710 1849 2794 0,'0'0'1596'16,"0"0"-1318"-16,0 0-57 0,0 0 133 0,0 0-29 15,77 38-77-15,-57-38-115 0,7 0-57 16,1-10-28-16,2-4-18 0,0-4-30 16,3-2-30-16,-2-3-94 0,0 3-51 0,-3 0-25 15,-2 3-6-15,-3 2-44 0,-6 4-268 16,-5 4-420-16,-5 4-76 0,-7 3-315 0</inkml:trace>
  <inkml:trace contextRef="#ctx0" brushRef="#br0" timeOffset="8564.585">12980 1824 1083 0,'0'0'313'16,"0"0"1228"-16,0 0-1198 0,-48 72-120 16,34-42 156-16,4 1 38 0,0 0-40 15,0 0-89-15,4-1-68 0,3 1-37 16,2-2-25-16,1 0-22 0,0-4-24 0,6-3-24 16,6-2-40-16,0-4-21 0,8-2-25 15,-1-3-2-15,7-4-1 0,0-2 0 16,1-3-11-16,2-2-39 0,0-2-61 0,2-6-21 15,1-3-49-15,3-3-10 0,1-1-30 0,1-1-227 16,6-1-570-16,-12 4-549 16</inkml:trace>
  <inkml:trace contextRef="#ctx0" brushRef="#br0" timeOffset="9017.653">14559 1289 1608 0,'0'0'1624'0,"0"0"-1204"15,0 0-269-15,0 0-63 0,0 0 53 16,0 0 147-16,15 72 37 0,-4-31-64 15,1 9-56 1,3 11-19-16,3 8 11 0,4 9-36 0,0 7-19 16,-1 5-36-16,-2 2-58 0,-3 0-27 15,-2 2-21-15,-2-5-15 0,-4-2-81 0,1-3-34 16,-2-5-19-16,-1-2 1 0,0-7-17 16,1-9-63-16,-2-5-94 0,1-9-46 15,-1-12-82-15,-2-9-315 0,-2-8-1039 0,-1-9 629 16</inkml:trace>
  <inkml:trace contextRef="#ctx0" brushRef="#br0" timeOffset="9788.411">16563 1601 1489 0,'0'0'1004'0,"0"0"-246"0,0 0-332 16,0 0-143-16,0 0 93 0,0 0 7 15,0 0-40-15,0 0-120 0,0 0-71 0,0 0-28 16,0 0-36-16,-79 22-28 0,53 0-5 0,-1 3-16 15,-5 6-15-15,-2 4-12 0,0 5 1 16,-2 3-13-16,-2 1-12 0,2 4 10 16,4 1-1-16,5 0-9 0,5 0 10 15,9-3-19-15,4-1 19 0,7-3-1 16,2-6 0-16,3-6-9 0,8-6-9 16,2-9 0-16,7-6 3 0,2-4 5 0,3-5 13 0,2-3 2 15,2-8-1-15,0-3 1 0,-2-3-2 16,-3 0-15-16,-5-1-15 0,0 3 3 15,-2-1 3-15,-4 2-4 0,-4 2 1 16,-1 2-3-16,-3 2-13 0,-5 2 4 0,0 2 24 16,-2 3 2-16,-6 1-14 0,-4 0-18 15,-3 0-1 1,-3-2 0-16,-2 0-15 0,-4 1 7 16,0 0-4-16,0-2-16 0,-1 0-30 15,2-3-37-15,6 1-81 0,0-3-97 0,2 2-171 16,5 0-207-16,0-4-676 0,6 4-248 0</inkml:trace>
  <inkml:trace contextRef="#ctx0" brushRef="#br0" timeOffset="10736.949">16871 1232 1507 0,'0'0'1146'16,"0"0"-680"-16,0 0-112 0,0 0-3 15,0 0 1-15,0 0-75 0,0 0-80 16,0 0-31-16,0 0 36 0,0 0-25 16,59 64-46-16,-55-33-24 0,-1 6-25 15,-3 1-28-15,0-1-24 0,0-1-28 16,-3-1-2-16,3-4 0 0,0-5-15 0,0-2-15 0,0-7-15 15,6-5-10-15,0-5-9 0,0-1-9 16,5-6 6-16,-2 0 15 0,3-6 25 16,2-4 0-16,1-4-13 0,0-5-3 0,4-2 19 15,-2-4 2-15,0 0 4 0,1 1 0 16,0-1 18-16,0 5-1 0,1 3-18 16,-1 3 19-1,-2 3 27-15,1 5 25 0,-5 5-12 16,-2 1-22-16,0 1 3 0,0 7 13 15,-2 4 8-15,-3 3-8 0,1 2-4 16,-5 2 1-16,1 2-7 0,-1 1-11 0,-1 1-13 16,0 1-15-16,0-1-9 0,0 2-129 15,0-3-27-15,0 4-62 0,2-1-235 16,2-7-562-16,5 7-434 0</inkml:trace>
  <inkml:trace contextRef="#ctx0" brushRef="#br0" timeOffset="11954.144">17790 1901 121 0,'0'0'1967'0,"0"0"-1262"0,0 0-298 0,0 0-107 16,0 0 35-16,0 0-27 0,0 0-31 15,0 0-55-15,0 0-71 0,0 0-56 16,0 0-25-16,-6 0-12 0,8 0-12 16,1 0-9-16,1 0-4 0,1 0 7 0,2 0 0 15,3 0 5-15,4 0 13 0,1-2 85 16,5-1-43-16,3 1-49 0,1-3-29 16,1-1-4-16,0 0-16 0,-1 0-2 15,-1 0-1-15,-4 1-23 0,1-2-16 0,-3 2-81 16,-1 1-22-16,-2-1-21 0,-2 1-29 15,0 2-83 1,-4 2-232-16,-3 0-495 0,-3 5-486 16,-2 6 22-16</inkml:trace>
  <inkml:trace contextRef="#ctx0" brushRef="#br0" timeOffset="12138.98">17812 2171 988 0,'0'0'726'0,"0"0"531"0,0 0-912 16,0 0-154-16,0 0 97 0,0 0 20 16,0 0-49-16,0 0-43 0,96 17-65 15,-71-17-53-15,1-1-45 0,2-4-35 16,-3-3-18-16,4-3-15 0,-1 0-93 16,0-3-76-1,1-3-73-15,1 2-141 0,-8 0-337 16,12-5-996-16</inkml:trace>
  <inkml:trace contextRef="#ctx0" brushRef="#br0" timeOffset="12402.034">18546 1655 2093 0,'0'0'1355'0,"0"0"-973"0,0 0-272 0,0 0 4 0,0 0 114 15,0 0 51-15,0 0-67 16,0 0-80-16,0 0-46 0,0 0-7 0,44 73-2 31,-34-47 2-31,-1 2-30 0,0-1-16 0,-1 5-30 16,-2 0-2-16,0 2-1 0,-2 3-14 16,-1 0-71-16,1-1-40 0,-2-3-44 15,-1-3-30-15,2-3-23 0,0-2-145 0,1-6-238 16,1-3-601-16,-1-4-691 15,5-7 1799-15</inkml:trace>
  <inkml:trace contextRef="#ctx0" brushRef="#br0" timeOffset="12602.4">19135 2194 2017 0,'0'0'1788'0,"0"0"-1373"15,0 0-341-15,0 0-70 0,0 0 17 16,-26 71 51-16,21-59-72 0,-1 3-22 16,1-2-168-16,0-1-30 0,0-1-73 15,-2 2-279-15,3-3-828 0,-5 5-212 0</inkml:trace>
  <inkml:trace contextRef="#ctx0" brushRef="#br0" timeOffset="13102.573">20308 1821 688 0,'0'0'75'16,"0"0"1646"-16,0 0-1279 0,0 0-87 0,0 0 55 15,0 0-4-15,82 50-67 0,-50-36-80 16,1-3-71-16,5-2-63 0,0-6-24 15,2-3-28-15,-1 0-33 0,-2-6-39 0,2-5-1 16,-5-5-15-16,0-1-31 0,-4-3-55 16,-3-1-67-16,-1 0-50 0,-6 1-76 15,-4 1-172-15,-6 6-333 0,-5-3-869 0</inkml:trace>
  <inkml:trace contextRef="#ctx0" brushRef="#br0" timeOffset="13318.959">20630 1877 121 0,'0'0'2232'16,"0"0"-1710"-16,-28 85-259 0,22-48 91 0,-1 6 79 15,3 4-20-15,1-3-76 0,3 0-76 16,0-1-53-16,0-6-35 0,7-5-36 16,3-2-22-16,2-11-42 0,4-2-37 0,3-8-34 15,5-4 10-15,6-5-10 0,6-7-2 0,6-11-30 16,1-7-67-16,-1-10-73 0,3-3-31 15,-2-2-70-15,-1-2-191 0,-12 10-590 16,3-10-998-16</inkml:trace>
  <inkml:trace contextRef="#ctx0" brushRef="#br0" timeOffset="13614.711">21229 1354 2779 0,'0'0'1195'16,"0"0"-1016"-16,0 0-17 0,0 0 175 0,90-8-18 15,-70 8-96-15,-6 0-98 0,2 0-70 0,-4 2-19 16,0 4-17-16,-4 3-17 16,-3 4 1-16,-3 2 0 0,-2 6-1 0,0 5-2 0,-2 2 0 15,-6 2-16-15,0 3 4 0,0-4-1 16,2-1 13-16,3-6 2 0,3-1 0 15,0-4-2-15,9-5-12 0,4-1 0 16,4-2 0-16,5-2 9 0,4-4-28 0,2-3-60 16,4 0-58-16,1-3-35 15,-1-2-43-15,-2-2-156 0,-1 3-353 16,-8 0-756-16,3 2-578 0</inkml:trace>
  <inkml:trace contextRef="#ctx0" brushRef="#br0" timeOffset="13793.809">21899 1871 2992 0,'0'0'1415'0,"0"0"-1263"16,0 0 17-16,0 0 156 0,95-14-63 16,-67 3-13-16,-2 2-73 0,2-4-89 0,0 2-72 0,-1-1-15 15,-2 1-84 1,-1 3-80-16,-4 1 7 0,-3 2-74 15,-6 4-139-15,-7 1-295 0,-4 2-421 0,0 5-268 16</inkml:trace>
  <inkml:trace contextRef="#ctx0" brushRef="#br0" timeOffset="13957.287">21987 2066 1406 0,'0'0'1481'0,"0"0"-709"0,0 0-523 15,0 0-76-15,0 0 170 0,0 0 45 16,0 0-36-16,92 53-97 0,-58-53-88 0,3 0-30 15,1 0-32-15,0-3-56 0,1-4-49 16,-3-1-14-16,2-4-141 0,1-1-23 16,1-3-93-16,1-2-55 0,-10 4-394 0,18-9-776 0</inkml:trace>
  <inkml:trace contextRef="#ctx0" brushRef="#br0" timeOffset="14172.824">22967 1507 2338 0,'0'0'1761'0,"0"0"-1317"0,0 0-379 0,0 0 12 31,0 0 111-31,0 76 193 0,2-46-62 16,0 2-128-16,4 4-94 0,2 6-31 16,0 4-3-16,-1 4-5 0,1 2-22 15,-1 0-21-15,-3-1-15 0,2-2-89 16,-5-2-117-16,-1-4-66 0,0-4-69 0,0 1-195 15,0-5-792-15,-1-10-1275 0,-5 11 1879 0</inkml:trace>
  <inkml:trace contextRef="#ctx0" brushRef="#br0" timeOffset="15237.739">16952 3277 1281 0,'0'0'667'15,"0"0"12"-15,0 0-347 0,0 0-111 16,0 0 85-16,0 0 32 0,0 0-8 15,0 0-44-15,0 0-63 0,0 0-70 16,0 0-39-16,5 1-13 0,-20 12-19 16,-7 3-27-16,-5 6-15 0,-8 8-1 0,-1-1 7 0,-3 3-16 15,-3 1-2-15,-1 1-4 0,-2 0 0 16,2 2-6-16,0 5 7 0,3 2-11 16,2 5-14-1,7 3-1-15,4 3 0 0,9 3-14 16,6-3-1-16,7-6-2 0,5-9 6 15,5-6 10-15,8-9-19 0,4-7 6 0,4-4-1 16,2-7 16-16,4-3-1 0,0-3-1 16,1-4 0-16,1-7-1 0,-2-3 0 15,-2-5 0-15,-1 0-15 0,-2 0-12 16,-5-4-10-16,-1 3 28 0,-6 2 10 16,-3 0 0-16,-4 4-20 0,0 1 22 0,-3 5 0 15,-3 1 16-15,-5 3-16 0,-3 0-1 16,-6 1-15-16,-3-1-14 0,-3 1-4 0,-2 0 19 15,-2 0-15-15,1 3 28 16,4 0-35-16,2 0-15 0,2 4-34 0,6 1-33 16,2 2-44-16,5 1-79 0,3-1-154 15,2 1-182-15,5 1-165 0,0-2-582 0,11-2 74 16</inkml:trace>
  <inkml:trace contextRef="#ctx0" brushRef="#br0" timeOffset="15460.196">17334 3617 2951 0,'0'0'793'0,"0"0"-566"16,0 0-120-16,0 0 167 0,0 0 137 15,0 0-74-15,0 0-109 0,93 21-76 16,-64-21-64-16,6 0-30 0,1 0-22 0,1-6-3 15,1-2-15-15,-4 1-17 0,1-3-1 16,-5-1-75-16,-1 1-71 0,-3 0-30 16,-6 1-46-16,-1 1-23 0,-7 1-134 0,-4 5-312 15,-5-2-656-15,-6 4-981 0</inkml:trace>
  <inkml:trace contextRef="#ctx0" brushRef="#br0" timeOffset="15707.126">17534 3730 101 0,'0'0'2624'16,"0"0"-2107"-16,0 0-253 0,0 0 24 0,-33 76 79 15,30-53-13-15,0 1-86 0,2 4-74 16,1-2-45-16,0 5 1 0,0 2-29 16,0 5-57-16,4-3-43 0,0-3 0 15,6-1-18-15,-1-4 19 0,4-7-19 0,4-1-3 16,-1-4-15-16,4-2-7 0,2-3-14 0,2-4-55 15,1-2-28-15,2-4-42 0,5 0-44 16,0-1-35-16,1-8-156 0,4-1-293 16,-1-3-664-16,-10 2-819 0</inkml:trace>
  <inkml:trace contextRef="#ctx0" brushRef="#br0" timeOffset="18049.296">15557 3610 856 0,'0'0'326'16,"0"0"948"-1,0 0-819-15,0 0-125 0,0 0-57 16,0 0-45-16,0 0 61 0,0 0-29 16,80 16-61-16,-48-14-36 0,3-1-40 0,-1 1-31 15,1-2-12-15,-2 0-22 0,-3-3-27 16,-1-1-28-16,-3 0 7 0,-1-2-10 15,-6-1-83-15,-1 0-110 0,-5-1-72 16,-1 0-148-16,-4 1-387 0,-8 0-1180 0</inkml:trace>
  <inkml:trace contextRef="#ctx0" brushRef="#br0" timeOffset="18281.077">15685 3828 150 0,'0'0'1771'16,"0"0"-995"-16,0 0-262 0,-22 89-101 16,22-61-63-16,0 0-34 0,0 3-86 15,0 0-61-15,5-2-67 0,2-1-26 16,2-2-33-16,6-2-18 0,1-5-25 16,9-3 1-16,2-4-2 0,6 0-25 0,6-4 14 15,3-3-92-15,1-2-78 0,6-1-47 0,0-2-85 16,5 0-216-16,0-4-650 0,-15 0-1113 15</inkml:trace>
  <inkml:trace contextRef="#ctx0" brushRef="#br0" timeOffset="19033.178">18319 3907 475 0,'0'0'209'0,"0"0"-7"0,0 0 959 0,0 0-691 16,0 0-119-16,0 0-40 15,0 0-37-15,0 0-52 0,0 0-49 16,0 0-38-16,37-2-27 0,-29 2-33 16,1 0-35-16,-1 0-38 0,1-2 17 15,-2-1-19-15,3-1-81 0,-4 1-120 0,1 1-92 16,-1-1-130-16,1 3-255 0,-4-4-910 15</inkml:trace>
  <inkml:trace contextRef="#ctx0" brushRef="#br0" timeOffset="20883.945">18831 3521 1850 0,'0'0'593'0,"0"0"-193"0,0 0-73 0,0 0 87 16,0 0-20-16,0 0-68 0,0 0-109 16,0 0-97-16,0 0-43 0,0 0-25 0,-78 32-6 15,52-18-9-15,-2 7-22 0,-3 0 1 16,-3 4-13-16,-1 1-2 0,-1 3 0 16,0 0 0-16,0 2 1 0,3-1 1 15,3 0-1-15,2 0-1 0,8-3 0 0,1-1 11 16,5-1-11-1,2-4 0-15,5 0 2 0,1-4 16 16,3-1-17-16,0-1 0 0,3-4-1 16,0-1 11-16,0-3 6 0,3-2-16 15,3 0 2-15,3-1 17 0,2-2 3 16,1 0 7-16,4-1 15 0,1-1 0 16,3 0-19-16,3-2-6 0,-1-6-2 0,2 1 2 15,-2-4-19-15,-2 1 10 0,0-2-10 0,-4 2 1 16,-4 0 9-16,-1 0-9 0,-4 3-3 15,-4 0-21-15,-1 2-15 0,-2 0-10 16,0 1-15-16,-7 0-25 0,-2 0-18 16,0 0-9-16,-1-1-4 0,-1 0-12 15,-2 1-1-15,0 1 6 0,0 0-1 16,-1 1-45-16,0-3-113 0,1 5-82 0,-1 0-124 0,4 0-115 16,-1 5-401-16,3 0-91 0,5 1 1093 15,2-5-128-15</inkml:trace>
  <inkml:trace contextRef="#ctx0" brushRef="#br0" timeOffset="21184.29">19262 3779 1175 0,'0'0'1896'15,"0"0"-1516"-15,0 0-222 0,0 0 89 16,0 0 151-16,0 0-60 0,0 0-86 16,0 0-90-16,0 0-49 0,84-9-31 15,-63 7-30-15,2 1-12 0,0-2-25 16,2 0-3-16,-2-1-12 15,-2-1-1-15,-2 1-81 0,0-2-76 16,-4 2-78-16,-3 0-47 0,-3 2-167 16,-5 2-538-16,-4 0-588 0</inkml:trace>
  <inkml:trace contextRef="#ctx0" brushRef="#br0" timeOffset="21369.314">19292 3985 843 0,'0'0'134'0,"0"0"992"15,0 0-515-15,0 0-62 0,0 0-54 16,0 0-43-16,0 0-89 0,0 0-80 16,0 0-78-16,84 49-80 0,-63-49-52 15,2-2-39-15,2-7-34 0,3-4-18 16,0-1-107-16,4-3-92 0,3-2-63 0,3 0-185 0,-10 2-597 16,14-6-846-16</inkml:trace>
  <inkml:trace contextRef="#ctx0" brushRef="#br0" timeOffset="26491.932">20079 3780 1266 0,'0'0'1678'0,"0"0"-1285"16,0 0-120-16,0 0 46 0,0 0 32 15,0 0-29-15,0 0-51 0,0 0-82 16,0 0-49-16,0 0-27 0,30-35-13 16,-18 18-21-16,4-2-15 0,1-6-13 15,5 0-26-15,1-5-23 0,0 2-2 0,0 1 1 0,1-2-2 16,-1-1 1-16,0 2-12 0,-1 1 11 15,-2-1-18-15,-3 5 17 0,-2 4-13 16,-5 5-6-16,0 5 18 0,-6 4-18 16,-1 3 0-16,-3 2-1 0,0 0 7 15,0 4 3-15,0 3-12 0,0 7-1 0,0 3 25 16,0 11 1 0,-1 5 15-16,-1 6-4 0,-1 5-9 15,1 6-2-15,2 2 2 0,0 2-2 16,0 5 2-16,0 1-2 0,0 0 1 15,2-3 1-15,3-4 9 0,1-3-12 16,0-4-1-16,3-8-2 0,-3-4-9 16,2-8-15-16,-3-4 5 0,0-2-23 0,-4-6-16 15,1-2-24-15,-2-4-55 0,0-2-81 0,-2 0-127 16,-4-1-197-16,3-2-505 16,-10 2-544-16</inkml:trace>
  <inkml:trace contextRef="#ctx0" brushRef="#br0" timeOffset="26676.056">20267 4326 1034 0,'0'0'1036'0,"0"0"-225"0,0 0-360 15,0 0-86-15,0 0 29 0,0 0-58 16,0 0-68-16,0 0-22 0,0 0-29 16,96-17-32-16,-58 4-42 0,6-4-55 15,2-2-42-15,0-3-23 0,1 1-23 16,-1-3-61-16,-4-2-81 0,0 5-44 15,-4-2-39-15,-2 4-54 0,-3 4-160 0,-10 5-603 16,0 1-976-16</inkml:trace>
  <inkml:trace contextRef="#ctx0" brushRef="#br0" timeOffset="27995.447">15852 3742 473 0,'0'0'420'0,"0"0"-139"0,0 0-125 0,0 0-81 16,0 0-26-16,0 0-36 0,0 0 3 16,0 0 26-16,0 0-6 0,0 0 0 15,0 0-17-15,-26-21-6 0,23 18 4 16,0 2 2-16,-1-2-3 0,-1 2 20 0,0-3 13 15,1 1 32-15,-1-2-3 0,0-1-20 16,0 0 30-16,0-1-56 0,0 1-29 16,1-3-3-16,0 2 22 0,-1 1-2 0,2 0-20 15,-1 1-33-15,1 3 2 0,-1 1 30 16,1-1-11-16,2 2-30 0,-1 0-36 16,1 0-26-16,-1 0 63 0,-1 0 41 15,0 0 65 1,2 0-13-16,0 0 9 0,1 0-5 0,-2 0 34 15,1 0 17-15,1 0-35 0,-2 0-30 16,2 0-23-16,0 0 10 0,0 0-6 16,0 0 6-16,0-2-3 0,0 2 0 15,0 0 80-15,0 0 30 0,0 0 2 16,0 0-45-16,0 0-19 0,0 4-4 16,0-2 96-16,0 4-41 0,0 0-30 0,0 3 0 15,0 1-3-15,0 1-7 0,0 1-6 16,0 2 9-16,0 2-29 0,0 2-8 0,0 2-1 15,0 3-9-15,0 4-13 16,0 1-16-16,0 7-8 0,0 2-4 0,0 2-4 16,0 0-14-16,0 1-13 0,2-1-13 15,1 0-17 1,-1-7-58-16,3-4-54 0,-1-5-90 16,1-3-155-16,0-7-268 0,1-1-656 0</inkml:trace>
  <inkml:trace contextRef="#ctx0" brushRef="#br0" timeOffset="28943.918">14709 2369 1190 0,'0'0'416'0,"0"0"-227"0,0 0-66 0,0 0 4 0,0 0 501 15,0 0-291-15,0 0-132 0,-15 75-39 16,16-56-23-16,6 3 15 0,0 3 22 16,2 3-14-16,0 3-40 0,1 0-23 15,-2 4-25-15,1-1-22 0,1 4-1 0,-1-1-33 16,-4 1-6-16,1 3-4 0,-1-1-9 16,-1-2-3-16,-1-1-1 0,0-1-18 0,-2-1-36 15,3-2-23-15,-4 0-3 0,0-4-9 16,0-1-7-16,0 1-20 0,0-3 1 15,2 0-26-15,-1-4-79 0,1 0-25 0,-1-3-96 16,4-4-116-16,-2-4-256 0,2-1-661 16</inkml:trace>
  <inkml:trace contextRef="#ctx0" brushRef="#br0" timeOffset="30014.699">25055 1946 473 0,'0'0'2488'0,"0"0"-2066"0,0 0-200 15,0 0 24-15,0 0 125 0,0 0-39 0,0 0-28 16,0 0-87-16,0 0-73 0,-26 46-41 15,40-31-9-15,6 2 55 0,5 4-31 0,9 0-27 16,5 2 3-16,6 1 14 0,6-2-11 16,2 1-16-16,1 1-42 0,1-3-8 15,-1 1-13-15,3-2 3 0,-6-1-4 16,1-2-16-16,-1-2-2 0,-1-1-1 16,-4-3-1-16,0 0 2 0,-4-3-11 0,-4-2 12 15,-6 0-1-15,-5 0-14 0,-6-1 12 0,-8 1 2 16,-3-2-14-16,-7 1 12 0,-3 2-12 15,-3 0-10-15,-9 8 7 0,-7 3 16 16,-10 6-10-16,-13 6-30 0,-6 6 9 16,-12 3 6-16,-9 7-12 0,-7 2-25 15,-11 6-33 1,-7 7 1-16,-4 6 29 0,-6 3 10 16,-1 3-43-16,4 2-58 0,3-2-104 0,3 0-244 15,26-21-287-15,-15 19-749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49:09.7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7201 2032 1759 0,'0'0'665'0,"0"0"-487"0,0 0-69 16,0 0 20-16,0 0 173 0,0 0 32 16,0 0-159-16,0 0-78 0,0 0 20 15,43-34 24-15,-31 30 1 0,1 1-24 16,1 0-9-16,5 1-4 0,1-1-21 0,4 2-29 0,1-1 1 15,4 2-25-15,3-3-4 0,2 0-2 16,2-1-10-16,3-1 3 0,2 2-17 0,0-4 0 16,4 0 2-16,1 1-2 0,3-1 2 15,1 1 0-15,1 1 9 0,2 0-12 16,-1 0 0-16,0 1-12 0,0-1 10 16,4 1-10-1,0 1 11-15,2 1 1 0,2-2-4 16,2 1 4-16,2-2 3 0,4 1 13 15,-1-1-16-15,1 1-3 0,1 0 3 0,-3 2 13 16,1 0-13-16,-1 0-24 0,-1 2 21 16,1 0 0-16,-4 0 1 0,0 2-13 15,-1 2 13-15,-1 4-16 0,-2 1 15 0,-1 1-16 16,1 1-12-16,-2 0 1 0,-1 0-1 16,1 0 30-16,5-3 1 0,2-3 2 0,5-4 35 15,4-1 49-15,3-1-86 0,1-4-3 16,-2-2-16-16,4 1 19 0,0 0 11 15,5 0-11-15,2 1-4 0,2 0 1 16,4 1 3-16,5 0 2 0,0 0-1 16,5 1 2-16,2 1 0 0,3-1-3 0,-2-1 12 0,3-1 0 15,-3 0-12-15,-1 1-2 0,2-2-1 16,-1 0 1-16,-3 1 1 0,4-2 1 16,-1 3 1-16,1 0-1 0,1-2-1 15,-3 0 1-15,2 1 14 0,-4 0-12 16,0-1-2-16,0 0-10 0,-4 1 10 15,-1 1-15-15,-1 0 2 16,-1-1 13-16,1-1 2 0,2 0 0 16,-2 0-2-16,-1-2-2 0,-4 0 2 15,0-1 0-15,-5 1 3 0,-5-3 12 16,-2 1-15-16,-2 0-25 0,-6-2 7 16,-2 2 16-16,-4-2 1 0,-5 1-10 0,-2-1-5 15,-6 3-8-15,-6 0 5 0,-6 3-12 16,-7 0 7-16,-8 5-7 0,-7-2-16 0,-5 3 17 15,-6 0 11-15,-3 0 19 0,-3 0 12 16,0 0 19-16,-6 0-31 0,-6 3-43 0,-5-1-59 16,-3 4-32-16,-6 0-6 0,-4 2-72 15,-3 2-249-15,5-3-535 0,-18 4-643 0</inkml:trace>
  <inkml:trace contextRef="#ctx0" brushRef="#br0" timeOffset="2457.499">6002 3173 1672 0,'0'0'1484'0,"0"0"-1251"0,0 0-175 0,0 0-11 16,0 0 137-16,0 0 153 0,-82 18-62 15,56-6-76-15,0 5-91 0,-7 2-28 16,1 6-3-16,-4 5 12 0,-1 4-19 15,-1 5 4-15,-1 3-22 0,0 3 3 16,3 3-13-16,2 0 1 0,2 0-6 16,5 0-10-1,5-3-3-15,6-1-8 0,7-6 11 16,5-1-6-16,4-6-18 0,4-3 10 0,5-6-10 16,4-1-1-16,6-9-2 0,1-1-15 15,3-8 15-15,3-3 6 0,0 0 7 0,4-7-1 16,-3-7-9-16,2-2 18 0,-1-4 9 15,-1-4-28-15,-4-1-1 0,0-1-1 16,-3 0-3-16,-5 2-9 0,-2 0 10 0,-3 5 2 16,-6 4 0-16,-2 5 22 0,-2 1 8 15,-3 3-9-15,-7 0-21 0,-6 3-23 16,-2-2-26-16,-5 1-8 0,-1 1-10 16,-2-1 21-16,0 4 0 0,1 0 19 15,1 0-1-15,0 0-14 0,1 7 5 0,2 0-27 16,1 2-28-1,2-1-52-15,2 3-50 0,0 1-119 16,4 3-208-16,2-5-247 0,0 7-648 0</inkml:trace>
  <inkml:trace contextRef="#ctx0" brushRef="#br0" timeOffset="4344.949">6204 2824 1934 0,'0'0'191'0,"0"0"478"0,0 0-473 15,0 0-103-15,0 0 118 0,0 0 116 16,0 0-78-16,0 0-76 0,89-32-66 16,-69 32 2-16,2 0-13 0,-3 6-18 15,1 3-16-15,-3 3 9 0,-4 1-25 16,0 1-3-16,-2 1-15 16,-2 3-6-16,-3-1-1 0,-3 6-9 15,-3-3-11-15,0 5 27 0,-3-1-17 16,-3 1-11-16,-3-2-2 0,0 0-25 15,1 0-4-15,-2-6-6 0,1 1-3 16,-1-1 6-16,3-5 9 0,0 2 22 16,1-3 2-16,-1-3 1 0,4-2 19 15,0-2-4-15,3-1-15 0,0-1-11 0,0-1-14 16,0-1 12-16,0 1 13 0,3-1 18 0,3 5 26 16,4-3-1-16,3 2-16 0,3-1-5 0,1 0 6 15,5-3-1-15,1 0-11 0,0 0-15 16,0 0-1-16,3-3-2 0,-2 0-38 15,-1-2-68-15,1-1-46 0,0 4-23 16,-1-3-60-16,-5 4-224 0,2 1-931 0</inkml:trace>
  <inkml:trace contextRef="#ctx0" brushRef="#br0" timeOffset="6145.769">6959 3932 1709 0,'0'0'293'15,"0"0"318"-15,0 0-305 0,0 0-37 16,0 0 60-16,0 0-55 0,-23 80-76 16,16-64-77-16,-1-2-56 0,0 1-40 0,1-1-25 15,-1 0-10-15,2-1-40 0,2-2-67 16,0-3-40 0,0-2-76-16,2 0-149 0,2-1-386 15,0-5-976-15</inkml:trace>
  <inkml:trace contextRef="#ctx0" brushRef="#br0" timeOffset="7024.928">4600 3248 3067 0,'0'0'256'0,"0"0"-256"0,0 0 0 0,0 0 171 16,0 0 57-16,89 2-48 0,-64-2-55 16,-1 0-36-16,3 0-33 0,-5 0-28 15,3 0-28-15,-4 0-1 0,-1 0-24 0,-4-4-56 16,1 3-74-16,-2-5-84 0,-2 5-193 16,-6-3-544-16,-1-3-766 0</inkml:trace>
  <inkml:trace contextRef="#ctx0" brushRef="#br0" timeOffset="7309.841">4644 3388 2088 0,'0'0'463'16,"0"0"-276"-16,0 0 35 0,0 0 98 16,-37 79 33-16,30-55-101 0,1 0-47 15,2 2-56-15,1 3-18 0,0 5-26 16,0 4-27-16,0 6-32 0,0 4-12 15,-1-2-22-15,4-3-10 0,0-2 10 16,0-7 10-16,0-1 0 0,4-2-4 16,3-4-7-16,-1-4-10 0,1-3-2 15,3-1-1-15,2-3 1 0,0-3 1 0,3-1 0 16,0-1 12-16,5-1 13 0,0-2-10 0,2 0-12 16,4 0-3-16,3-3 0 0,4-1-3 15,4 3-18-15,6-7-84 0,2 1-61 16,7-1-48-16,3 0-72 0,-14 0-215 15,24 0-823-15</inkml:trace>
  <inkml:trace contextRef="#ctx0" brushRef="#br0" timeOffset="8048.075">8029 3121 2812 0,'0'0'478'0,"0"0"-281"0,0 0-74 0,0 0 152 16,0 0 30-16,-77 6-119 0,51 6-31 15,-3 3-41-15,-4 8-34 0,0 3-9 16,-2 9 2-16,-1 0-20 0,3 2-5 15,1 5-14-15,2 2-16 0,7 4-16 0,4 0-2 32,6 1-3-32,6-1 0 0,4-2 0 15,3-3-15-15,3-3 15 0,9-6 1 0,3-4-13 16,0-3 12-16,8-8-25 0,1-6-3 16,2-6 4-16,0-4 14 0,5-3 13 15,-1-9 11-15,0-6-11 0,-2-5-16 16,-1-3-30-16,-3-4 3 0,-4 0-3 15,-2 3 25-15,-4 0-19 0,-7 4 0 0,-2 4 23 0,-5 5 17 16,0 0 3-16,-9 4 0 0,-4 2-3 16,-3 0 0-16,-4 2-1 0,-3-1-29 15,1 2 11-15,-2 2-3 0,1 0-2 16,4 0 22-16,3 0-1 0,3 0-10 16,0 0-36-16,6 0-35 0,1 0-49 15,2 0-68-15,2 0-151 0,1 2-240 0,1-2-565 0,0 0-572 0</inkml:trace>
  <inkml:trace contextRef="#ctx0" brushRef="#br0" timeOffset="8511.995">8581 3191 2277 0,'0'0'1263'0,"0"0"-988"0,0 0-106 15,0 0 70-15,0 0 25 0,0 0-95 16,0 0-76-16,0 0-35 0,0 0-3 16,0 0-12-16,84-14-21 0,-61 3-1 0,6 1-9 15,1-2-10-15,4 0-2 0,-1 3-10 0,-2 3-5 16,0 2-10-16,-4 2 1 0,-4 2 21 16,1 0-22-1,-3 6 4-15,-1 3 20 0,-4 2-1 16,-2 1-11-16,-1 4 1 0,-4 1 10 15,-2 2 1-15,-1 4 0 0,-2 3-1 16,-2 3-1-16,-1 5-25 0,-1 4-12 0,0 1 19 16,0 3-4-16,0 2 1 0,2 0 11 15,-1 1 13-15,6-1-2 0,-3-1-11 0,4 0 11 16,-1-3 3-16,0-2-1 16,1-8 3-16,1 1 12 0,-3-8-2 0,0-1-12 15,1-3 26-15,-3-3 16 0,-1-3-18 16,0-2 3-16,-1-1 12 0,-2-4-1 15,0-1 1-15,0-1 9 0,-3 0 12 0,-3 0 28 16,-6 3-34-16,-1-6-22 0,-7 4-33 16,-4 0-45-16,-5 0-47 0,-10 2-30 15,-7 1-50-15,-7 0-25 0,-8 1-26 0,-4 4-149 16,13-3-305-16,-34 8-677 0</inkml:trace>
  <inkml:trace contextRef="#ctx0" brushRef="#br0" timeOffset="18110.527">4732 5271 962 0,'0'0'2181'0,"0"0"-1786"16,0 0-218-16,0 0-10 0,0 0 22 16,0 0-27-16,0 0 12 0,0 0 55 15,0 0-45-15,94-19-86 0,-60 14-42 0,3 0-23 16,-1 1-11-16,-3 2-9 0,0 1-13 15,-3-3-12-15,-1 1 10 0,-3-1-26 0,-3 3-52 16,-4 0-79-16,-3-2-63 0,-5 3-60 16,-4 0-104-16,-4 0-283 0,-3 4-504 15,-3 4-506-15</inkml:trace>
  <inkml:trace contextRef="#ctx0" brushRef="#br0" timeOffset="18395.551">4826 5411 130 0,'0'0'2124'0,"0"0"-1779"0,0 0-109 16,0 0 123-16,0 0-79 0,-69 67-71 15,59-45-1-15,1 1-16 0,3 2-36 16,-1 5-53-16,3 2-29 0,2 5-30 16,1 4-16-16,1 5-16 0,0 4-10 0,0 1 23 0,0-1-13 15,3-6-11 1,4-2-1-16,0-6 0 0,0-2 2 0,4-5 38 0,1-2-21 0,1-2 6 15,3-5-22-15,-1-5 21 0,3-3-21 16,4 0 22-16,3-2 0 0,3-3 73 16,4-1-21-16,0-1-50 0,4-5-27 15,1 0-1 1,2-5 0-16,3-6-36 0,1 0-135 16,2-2-96-16,2 0-141 0,-12 1-395 15,14-1-915-15</inkml:trace>
  <inkml:trace contextRef="#ctx0" brushRef="#br0" timeOffset="18913.178">6264 5409 909 0,'0'0'2271'16,"0"0"-2022"-16,0 0-202 0,0 0 96 16,0 0 97-16,0 0 40 0,0 0-97 15,0 0-74-15,0 0-32 0,-95 30-40 16,69-5-35-16,0 2 17 0,-3 4-1 0,0 2 7 15,2 3 9-15,1 1 3 16,2-1-6-16,3 3-4 0,4-1-5 0,6 0-4 16,2 2 4-16,5-3-4 0,4-1 1 15,0-2-7-15,4-7-12 0,8-5-18 16,1-8 18-16,4-4-4 0,3-7 4 0,2-3 0 16,4-3 0-16,1-8 3 0,0-6-3 0,1-2 0 15,-5-2-13-15,-3 0-24 0,-3 2-9 16,-4 3 16-16,-7 4 30 0,-4 4 0 15,-2 3 33-15,-2 3 1 0,-8 1-34 0,-4 1-46 16,-5 0 9-16,-6 1 10 0,-2 2-11 16,0 1 37-16,-1 1 1 0,5-4 0 31,0-1-1-31,3 0-11 0,5 0-96 0,3-5-44 16,3-3-31-16,2 1-59 0,4-3-124 15,0 1-331-15,3-12-807 0</inkml:trace>
  <inkml:trace contextRef="#ctx0" brushRef="#br0" timeOffset="19181.937">6466 5223 1159 0,'0'0'1383'16,"0"0"-1035"-16,0 0-174 0,82-32 69 16,-66 27 103-16,-2 3-122 0,-5 2-71 15,-2 0 1-15,-1 5-7 0,1 4-70 0,-4 4-30 0,3 5-10 16,-3 3-3-16,-3 5-10 0,0 2-5 31,0 3-7-31,-6 1 1 0,-2-2-1 16,2-5 7-16,-2-1-19 0,4-6 0 15,0 0 0-15,2-2 1 0,2-1-1 16,0-1-13-16,0 0-15 0,5-1 4 0,3 0 21 16,5-1-10-16,0-1 10 0,3-1-31 15,1-1-9-15,6-4-103 0,0 1-100 16,2-3-107-16,1 0-222 0,-5-1-611 0,7 1-719 0</inkml:trace>
  <inkml:trace contextRef="#ctx0" brushRef="#br0" timeOffset="19366.466">7151 5829 1243 0,'0'0'1355'16,"0"0"-1142"-16,0 0-110 0,0 0 214 0,8 69 115 0,-9-47-3 15,-5 0-124-15,0 4-86 0,-1 0 12 16,0 2-8-16,-3-1-131 0,0-3-43 15,-1 0-25-15,0-2-24 0,2-5-16 16,1 2-6-16,-1-5-57 0,2-2-80 16,3-5-34-16,1-3-23 0,1-4-87 15,2 0-257-15,0-4-596 16,0-12-448-16</inkml:trace>
  <inkml:trace contextRef="#ctx0" brushRef="#br0" timeOffset="19598.042">7756 5536 1494 0,'0'0'2385'0,"0"0"-2046"16,0 0-63-16,85 20 66 0,-58-16-156 16,2-1 4-16,1-3 4 0,2 0-90 15,5-3-44-15,2-4-30 0,3-4-30 16,4 0-1-16,-1-3-2 0,-2-2-51 0,-2 1-147 31,-8-1-18-31,-4 0 21 0,-5 4-51 0,-5 2-163 16,-5 1-314-16,-4 4-628 0,-10 3 87 15</inkml:trace>
  <inkml:trace contextRef="#ctx0" brushRef="#br0" timeOffset="19814.488">8141 5586 1148 0,'0'0'1961'0,"0"0"-1630"0,0 0-166 15,-32 84 81-15,23-59 66 0,0 2-23 16,1-1 25-16,1 1-75 0,1 1-68 16,3 1-37-1,2 0-31-15,1 3-24 0,0 3-15 0,0-4 12 16,1-1-37-16,2-3-39 0,1-8-3 16,2-1-15-16,4-4-49 0,2-3-84 0,2-4 11 0,1-3 12 15,2-4-58-15,0-9-60 0,2-6-134 16,3-8-243-16,-5 3-616 0,12-20-624 0</inkml:trace>
  <inkml:trace contextRef="#ctx0" brushRef="#br0" timeOffset="20247.592">8747 5404 2624 0,'0'0'1072'0,"0"0"-1070"15,0 0 24-15,0 0 85 0,0 0 42 16,0 0 24-16,78-43-43 0,-59 38-57 0,2-2-37 16,2 2-21-16,-1 0-19 0,1 2-1 0,-1 1 1 15,-2 0 0-15,0 1 2 0,-3 1 17 16,-1 0-7-16,0 4 0 0,-1 3 4 16,0 2 18-16,1 1-6 0,3 2 40 15,-3 3 95 1,0 0-114-16,-2 4-31 0,-1 1-3 15,0 7 16-15,1 2 18 0,-2 4-21 0,0 7-10 16,-4 0 13-16,-2 6 5 0,-3 1-14 16,-2 2-4-16,-1-1-15 0,0-1 9 15,0-3 0-15,-3-2-11 0,0-4 1 16,1-3 17-16,-1-4-17 0,-3-2 10 16,2-4-9-16,-2-3 18 0,2-4-9 15,-2-4 1-15,-3-1-1 0,2-5 6 16,-2 0 0-16,-5-2-17 0,-2-1-1 0,-3 0-33 0,-1-3-7 15,-1 2-42-15,-2-4-7 0,-2-4-18 16,3-4-9-16,2-8-32 0,-1-3-87 16,5-7-123-16,0-5-283 0,4-2-597 15,4 8-668-15,-1-12 1661 0</inkml:trace>
  <inkml:trace contextRef="#ctx0" brushRef="#br0" timeOffset="20449.125">9760 5602 3480 0,'0'0'562'16,"0"0"-393"-16,0 0-57 0,97 12-15 0,-61-6 88 16,0-4 52-16,1 2-105 0,1-2-84 0,1-2-48 15,0 0 0-15,1 0-36 0,-1 0-105 16,-3-3-47-16,-7-1-22 0,-5 3-60 15,-12 1-170-15,-6 0-603 0,-6 6-851 0</inkml:trace>
  <inkml:trace contextRef="#ctx0" brushRef="#br0" timeOffset="20584.888">9997 5945 2816 0,'0'0'950'16,"0"0"-950"-16,0 0 0 0,0 0 10 15,99-17 113-15,-70 9 78 0,3-3-1 0,2-1-82 16,1 1-118-16,4 3-195 0,1-3-182 16,-8 5-216-16,11-1-935 0</inkml:trace>
  <inkml:trace contextRef="#ctx0" brushRef="#br0" timeOffset="22319.821">11893 5235 1299 0,'0'0'1005'0,"0"0"-601"16,0 0-243-16,0 0-52 0,0 0 109 15,0 0 119-15,0 0-43 0,0 0-45 0,0 0-62 0,0 0-63 16,0 0-37-16,-87-49-31 0,63 61 6 15,-2 4-16-15,-4 5-12 0,1 4-7 16,-4 6-24-16,3 6 27 0,-2 8-14 16,3 2 5-16,-1 6-19 0,1 5-1 15,5 1-1-15,1 0-10 0,8-5 10 16,3-4 2-16,6-11-1 0,6-7 1 16,0-10-2-16,6-5-2 0,5-7 2 15,2-2 0-15,4-4 1 0,2-4-1 16,4 0 18-16,1-7-15 0,2-5 0 0,-1-4-1 0,-3-2-2 15,1-1-3-15,-3 1-25 0,-4 0-6 16,-5 1 13-16,-2 3-1 0,-5 2 19 16,-2 3-12-16,-2 2 13 0,-6 5 0 15,-4 2-29-15,-6 0-6 0,-3 0 12 0,-3 0 6 16,-2 4 16-16,1-2 3 16,0 1-12-16,3 0 0 15,1-3-7-15,6 0-52 0,2 0-31 16,3-3-79-16,4-2-77 0,1-4-168 15,3 4-291-15,0-12-877 0</inkml:trace>
  <inkml:trace contextRef="#ctx0" brushRef="#br0" timeOffset="22668.125">12294 4792 2526 0,'0'0'627'0,"0"0"-457"0,0 0-18 16,0 0 60-16,0 0-22 15,0 0-59-15,0 0-20 0,0 0-49 16,78 11-21-16,-67 0-23 0,-2 1 1 16,1 3-19-16,0 0 3 0,-1 3 10 15,-2 1-11-15,-3 4 16 0,-1-3 10 16,-3 3-25-16,0-1 10 0,-1-1-12 15,-2 0 18-15,-3-2-17 0,2 0 29 16,1-2-16-16,2-3-14 0,1-3 2 0,0 1-2 0,1-4-1 16,9-1 1-16,2-2 2 0,2 1 19 15,8-2-3-15,1-4 12 0,2 0-19 16,4 0-12-16,0 0-15 0,3-4-116 16,1 1-96-16,0-1-116 0,-8 4-241 15,9 0-855-15</inkml:trace>
  <inkml:trace contextRef="#ctx0" brushRef="#br0" timeOffset="23290.552">12969 5475 1425 0,'0'0'1188'0,"0"0"-837"0,0 0-146 0,0 0-115 15,0 0 142-15,0 0 72 0,0 0-40 16,83 0-27-16,-48 0-63 0,1 0-10 16,1-3-57-16,2-3-51 0,-3 1-29 15,-3-2-27-15,0 0 0 0,-4-1-9 16,-2-1 7-16,-1 1-133 0,-2-3-75 16,-3 3-54-16,-2 1-103 15,-5 0-213-15,-5 3-529 0,-3 0-516 16</inkml:trace>
  <inkml:trace contextRef="#ctx0" brushRef="#br0" timeOffset="23506.844">13275 5493 212 0,'0'0'1994'0,"0"0"-1619"0,0 0-136 0,0 0 14 0,-44 85 35 16,34-60-6-16,1 0 5 0,2 3-70 15,1 1-43-15,-1 2-47 0,6 0-25 16,1-1-24-16,0-2-35 0,5-2-22 15,8-6 38-15,6-2-13 0,1-3 15 16,5-6-18-16,3 1-31 0,4-4-9 16,3-6-3-16,2 0-54 15,3 0-93-15,2-4-32 0,2-4-53 16,2 1-116-16,-10 1-272 0,15-11-725 0</inkml:trace>
  <inkml:trace contextRef="#ctx0" brushRef="#br0" timeOffset="24393.558">14753 5301 1045 0,'0'0'1075'16,"0"0"-558"-16,0 0-311 0,0 0-74 0,0 0 92 16,0 0 123-16,0 0-19 0,0 0-107 15,0 0-115-15,0 0-56 0,-65-15-13 16,34 38 0-16,-2 4-15 0,-3 5-22 15,-1 3 34-15,0 4-6 0,3 5-12 16,0 2 21-16,3 3-15 0,4 2-22 16,4 3 0-16,7-4 0 0,6-2 0 15,3-8 2-15,7-9 19 0,0-5 4 0,3-9 6 16,7-4-29-16,1-3 16 0,5-5-5 16,3-5-10-16,5-4 0 0,2-9 12 15,2-4-12-15,-1-2 19 0,-4-3-19 0,-3 2-2 16,-3 0 2-16,-5 2 22 0,-5 4-10 15,-2 5-2-15,-5 3-11 0,0 2 0 0,-10 4-2 16,-5 0-50-16,-4 0-14 16,-2 3 33-16,-2 1 3 0,-2 2 6 0,-1 0 22 15,3-1-2-15,2-5-41 16,3 0-28-16,0 0-50 0,3-5-57 0,6-4-74 0,0-4-108 0,4-5-244 16,4 2-604-16</inkml:trace>
  <inkml:trace contextRef="#ctx0" brushRef="#br0" timeOffset="24694.091">15002 4941 1755 0,'0'0'1110'0,"0"0"-947"0,0 0 33 16,86-31 30-16,-70 27 5 0,-1 4-51 15,-7 0-36-15,-2 0-43 0,-3 5-23 16,3 3-15-16,-5 5-26 0,0 3-15 15,-1 7 12-15,0 5-3 0,-5 3-3 16,-5 5-16-16,-2-3-9 0,3 0 0 0,-2-6-2 0,5-5 12 16,3-5-12-16,3-2 14 0,0-4 20 15,0 0 5-15,5-3-13 0,5 2-2 16,6-3-3-16,4 0 2 0,5-2-5 16,5-1-7-16,4-2-12 0,2-2-21 15,2 0-146-15,-1-4-60 0,2 1-74 0,0-2-119 16,-13 2-328-1,11-1-985-15</inkml:trace>
  <inkml:trace contextRef="#ctx0" brushRef="#br0" timeOffset="24894.237">15558 5493 2312 0,'0'0'1523'15,"0"0"-1345"-15,0 0-26 0,82 0 59 0,-50-2-19 16,1-1-41-16,0-1-62 0,-1-2-74 16,3 0-15-16,-1-2-12 0,0 0-49 15,1-1-84-15,-2 0-65 0,-2 0-67 16,-5 3-205 0,-7 0-492-16,-4 3-423 0</inkml:trace>
  <inkml:trace contextRef="#ctx0" brushRef="#br0" timeOffset="25078.595">15815 5607 153 0,'0'0'1866'0,"0"0"-1581"0,0 0-123 15,-38 85 103-15,28-59 78 0,4 4 24 16,-1 0-44-16,2 1-68 0,3-1-73 16,2 3-51-16,0-3-7 0,3-4 9 0,5 0-1 15,4-5-49-15,4-4-49 0,1-3-13 0,6-6-20 16,5 0-1-16,5-7-14 0,4-1-109 15,9-7-62-15,5-7-60 0,4-6-109 16,-13 6-278-16,22-14-719 0</inkml:trace>
  <inkml:trace contextRef="#ctx0" brushRef="#br0" timeOffset="25674.612">17083 5645 1725 0,'0'0'1577'0,"0"0"-1291"0,0 0-121 0,0 0 17 0,92 5 110 16,-62-5-56-16,2 0-54 15,-2 0-59-15,2-3-40 0,0-3-28 0,-1 0-33 16,0-1-22-16,-3 0-16 0,1 0-36 16,-7 2-104-16,0-1-73 0,-4 1-81 15,-6 5-219-15,-5 0-679 0,-8 2-875 0</inkml:trace>
  <inkml:trace contextRef="#ctx0" brushRef="#br0" timeOffset="25827.893">17162 5885 1626 0,'0'0'1687'0,"0"0"-1379"0,0 0-213 15,0 0 3-15,0 0 84 0,0 0 16 0,0 0 1 0,87 8-82 16,-56-9-73-16,6-3-44 0,4 1-111 15,1-4-97-15,4 3 33 0,2-1-83 16,-11 3-243-16,9-2-875 0</inkml:trace>
  <inkml:trace contextRef="#ctx0" brushRef="#br0" timeOffset="40408.748">16364 4994 808 0,'0'0'374'0,"0"0"587"0,0 0-611 16,0 0-89-16,0 0-42 0,0 0 53 15,0 0 11-15,0 0-30 0,0 0-68 16,-29-5-103-16,26 5-56 15,0 0-23-15,0 0 16 0,0 0 12 16,2-1 0-16,0 1-6 0,1-2-22 0,0 2 1 0,0 0 11 0,0 0 4 16,0 0-4-16,0 0 10 0,0 0 3 15,0-1 6-15,0 1-6 0,0 0 3 16,0 0-9-16,0 0 3 0,0-1 0 16,0 1 3-16,0 0-7 0,0 0-2 15,0 0-16-15,0 0 9 0,0 0-12 16,0 0-1-16,1 0-2 15,-1 0-12-15,0 0 13 0,1-2-2 16,-1 2-8-16,0 0 11 0,0 0 0 16,0 0 1-16,2 0 0 0,-2 0 1 15,0 0 2-15,0 0 10 0,0 0-11 16,0 0 0-16,0 0-1 0,0 0-1 0,0 0-2 16,0 0 2-16,0 0 1 0,0 0-1 15,0 0 2-15,0 0 10 0,0 0-12 0,-2 0 0 16,1 2-1-16,1-2-11 0,0 0 11 15,0 0-2-15,0 0-13 0,0 0 13 0,0 0-12 16,0 0 13-16,0 0-1 0,0 0 1 16,0 0 2-16,0 0 2 0,0 0 11 15,0 0-1-15,0 0-10 0,0 0 11 16,0 0-1 0,0 0-9-16,0 0 0 0,0 0 0 0,0 0 0 15,0 0 0-15,0-2-1 0,0 2-1 16,0 0 0-16,0 0 3 0,0 0-3 15,1 0 2-15,-1 0 9 0,0 0-11 16,0 0 1-16,0 0 0 0,0 0 11 16,0 0-11-16,0 0 0 0,0 0 10 15,0 0 0-15,0 0-9 0,0 0 10 0,0 0-1 0,0 0 10 16,0 0-4-16,0 0-15 0,0 0 10 16,0 0-13-16,0 0 0 0,0 0-2 0,0 0-10 15,3 0-3-15,2 0 14 0,1 0 1 16,3 2 15-16,2 0-12 0,3 1 16 15,0-2-1-15,5 0-3 0,-1 2 38 16,2-3-13-16,1 1-29 0,0-1-10 0,0 0 0 16,3 0 11-16,-2 0-12 0,0-4-3 15,1-1-21-15,-2 0-29 0,0 0-39 16,-1-1-50-16,0-1-22 0,-6-1-29 16,0 3-20-16,-3 0-105 0,-5 1-137 15,-2-1-200-15,-2 4-329 0,-2 0-362 0</inkml:trace>
  <inkml:trace contextRef="#ctx0" brushRef="#br0" timeOffset="40731.676">16774 4717 222 0,'0'0'684'0,"0"0"1116"0,0 0-1527 16,0 0-161-16,0 0 83 0,0 0 136 15,0 0-47-15,0 0-120 0,0 0-83 16,0 0-28 0,-11 78 22-16,11-51 12 0,0 2-4 15,0 5-27-15,0 2-16 0,-1 2-27 16,-1 2-13-16,-1 0-2 0,0 0-41 15,-1-3-84-15,3-2-22 0,-1-5 3 0,2-6-50 16,0-3-50-16,3-2-135 0,1-5-251 16,2-2-549-16</inkml:trace>
  <inkml:trace contextRef="#ctx0" brushRef="#br0" timeOffset="48871.562">14748 5025 1433 0,'0'0'1563'0,"0"0"-1230"0,0 0-200 15,0 0-72-15,0 0 107 0,0 0 65 0,0 0-10 16,0 0-46-16,0 0-71 0,0 0-29 0,9-12-9 16,-6 12-25-16,1 0-18 0,2-2 6 15,1 2 6-15,3 0 3 0,2 0-16 16,-2 0-8-16,0 0-1 0,1 0 6 15,1 0 4-15,-2 0-22 0,4 0-3 0,-3 0-1 16,0 0-14-16,3 0-7 0,1 0-64 16,1-2-80-1,-2 0-32-15,3 1-14 0,0-3-42 16,-2 3-163-16,-5-1-393 0,-1-2-1260 0</inkml:trace>
  <inkml:trace contextRef="#ctx0" brushRef="#br0" timeOffset="50867.092">14973 4874 117 0,'0'0'274'0,"0"0"-231"0,0 0-20 16,0 0-21-16,0 0 197 0,0 0 140 15,0 0 107-15,0 0-222 0,0 0-19 16,0 0 9-16,33 10 29 0,-33-9 22 0,0-1-26 0,0 0-53 31,2 0-20-31,-1 0-3 0,-1 0-4 0,2 0-7 16,-2 0-4-16,1-1-6 0,-1-2-6 15,3 3-21-15,-2-2-3 0,2 1 12 16,-1-1 0-16,0 0-7 0,3 0-10 16,-1-1-17-16,-1-1-17 0,2 2-9 15,-3-1 0-15,4-1-9 0,-3 1-12 0,0 0-9 16,1-2-4-16,2-1-3 0,1 1-2 16,0-1-7-16,-1 0-16 0,1 0 1 15,-1 3 0-15,0-1 0 0,-1 2 0 16,0 2-3-16,-1 0 1 0,2 0 0 0,-2 0 0 15,2 0-1-15,0 0 0 0,-2 0-2 16,0 3-10-16,1 1 11 0,-2-2 1 0,1 5 1 16,-1-2 1-16,1 2 13 0,0 1-12 0,1 2 0 15,-2-2 10-15,0 4-11 0,0 0 1 16,-2 1 9-16,2-1-11 0,-2 2 0 16,-1 2-1-16,0 1-2 0,0-1 0 15,-4 1 2-15,0 0-15 0,-2 1-19 16,-3-3 13-1,2 1-10-15,1 0 7 0,-4-3 3 16,3 1-10-16,0 2 1 0,0-4-13 0,-1-3-12 16,2 1 12-16,0-3 7 0,1 0 14 15,-1-1 7-15,3 0 13 0,-1-2 0 16,1-2-1-16,0 1 0 0,-1-2 3 16,0 3 1-16,-1-4 1 0,1 3-2 15,0 1-1-15,-1-2 1 0,2 1 0 0,-1-1 0 16,-1-1-1-16,2 1 0 0,1-2 1 15,1 1 0-15,-1-1 0 0,2 0 0 16,0 0 0-16,0 0 0 0,0 0 0 16,0 0-1-16,0 0-13 0,0 0 14 0,0-1 0 15,0-1 3-15,2 1 16 0,1 1-4 16,1 0 3-16,4 0 7 0,0 0 24 0,2 0-19 16,3 0-27-16,1 0 19 0,3 0-10 15,1 0 6-15,0 0-16 0,4 0-1 0,-2 0-1 16,0 0 0-16,3 1 0 15,-4 1-12-15,-2-1-6 0,0 0-34 0,-2-1-89 16,-2 1-67-16,0-1-64 0,-1 1-122 16,-5 2-307-1,-3 0-906-15</inkml:trace>
  <inkml:trace contextRef="#ctx0" brushRef="#br0" timeOffset="56477.653">19011 5417 779 0,'0'0'2304'0,"0"0"-1940"0,0 0-177 15,0 0 68-15,0 0 37 0,-76-20-21 16,56 20-37-16,-2 1-31 0,0 5-53 16,1 4-28-16,-4 3-16 0,0 2-20 15,-2 4-35-15,-2 4-14 0,-2 4-10 0,0 3-12 16,-2 2 9-16,-1 5 1 0,1 3-4 16,0 5-6-16,1 6 0 0,3-1 3 0,3 1-2 15,9-1-15-15,5 0 23 0,7-7-22 0,5-4-1 16,5-7-2-16,8-5-10 0,3-9 8 15,7-5 2-15,2-8 0 0,2-4 1 16,3-1-12-16,3-11-10 0,-1-5-5 16,1-3-30-16,1-4 2 0,-3-2 6 0,-5 3 10 15,-1-1 8-15,-6 3 7 0,-5 4 12 16,-7 5-9-16,-3 0-1 0,-4 6 4 16,-4 2 0-16,-8-3-7 0,-5 1-5 15,0 0-13-15,-5-1 10 0,1 3 8 16,0-1 13-16,1-1 0 0,2 3-37 15,0-3-9-15,3 1-31 0,3 1-28 16,-1-2-83-16,6-2-126 16,-1-2-272-16,6 1-565 0,-3-10-860 0</inkml:trace>
  <inkml:trace contextRef="#ctx0" brushRef="#br0" timeOffset="57080.835">19284 4873 828 0,'0'0'2018'0,"0"0"-1617"0,0 0-175 0,0 0 43 15,83-9 68-15,-64 9-29 0,0 0-48 16,-1 1-82-16,-2 4-49 0,1 3-43 15,-2 0-37-15,-1 1-25 0,-1 1 16 16,0 2-10-16,-4 2-30 0,-3 2-3 0,-2 1-9 16,-2 3 0-16,-2 2-3 0,0-2 13 0,-2 2 2 15,-2-2-12-15,-1 0 10 0,2-5 2 16,0-2 2-16,3-2 14 0,0 0 5 16,6-3-6-16,5-1-12 0,1 3-3 0,4-4 12 15,4-1-12-15,3-1 0 0,1 2-73 0,5-4-34 16,2 0 40-16,2 1-96 15,1-2-67-15,1-1-87 0,-3 0-207 0,-9 0-607 16,5 0-756-16</inkml:trace>
  <inkml:trace contextRef="#ctx0" brushRef="#br0" timeOffset="59345.447">20187 5561 886 0,'0'0'1634'0,"0"0"-1225"16,0 0-89-16,0 0-33 0,0 0 50 15,0 0-7-15,0 0-23 0,0 0-100 0,0 0-103 16,0 0-70-16,0 0 43 0,43 6 11 16,-17-1-20-16,0-3-32 0,2 2-5 0,1-3-4 15,0-1-13-15,-1 0-14 0,3 0 0 16,-1-1-15-16,0-4-18 0,0-1-77 15,-2 2-46-15,-2-2-56 0,-1 3-60 0,-4-1-75 16,-3 2-189-16,-6 1-601 16,-1-1-430-16</inkml:trace>
  <inkml:trace contextRef="#ctx0" brushRef="#br0" timeOffset="59567.58">20480 5645 430 0,'0'0'639'0,"0"0"514"0,0 0-829 15,0 0-18-15,-71 77-11 0,52-52-11 16,3 0-28-16,-1 3-48 0,3-1-37 16,1 0-9-16,3 1-13 0,2 1-28 0,-1 4-22 0,4-1-13 15,2 3-24-15,3-4-29 0,0 4-1 16,0-6-32-16,9-3-12 0,5-3 10 16,1-4-38-16,6-3-12 0,4-5 9 15,5-3-50-15,3-6-12 0,3-2-81 16,3-1-40-16,0-6-135 0,-10-3-388 15,13-4-1066-15</inkml:trace>
  <inkml:trace contextRef="#ctx0" brushRef="#br0" timeOffset="60400.55">21865 5578 382 0,'0'0'700'0,"0"0"1023"0,0 0-1399 15,0 0-53-15,0 0 109 0,0 0-34 16,0 0-4-16,0 0-55 0,0 0-97 0,0 0-74 16,-44-30-24-16,26 38-4 0,-4 3-27 0,0 1-25 15,-4 6 1-15,-1-1 2 16,1 5 4-16,2 1-1 0,-1 0-14 0,6 5-1 15,-1 1-17-15,4 2-10 0,1 4 0 16,3 2 0-16,2-1 0 0,4-1 0 0,6-3-1 16,0-6 1-16,6-3 1 0,8-6-1 15,0-5 0-15,6-4-21 0,2-5-12 16,3-3-1-16,3-5-2 0,0-7-7 0,1 1-5 31,-1-5-7-31,-4 1 6 0,-3 1 10 16,-6 0 11-16,-3 5 16 0,-5-1 9 0,-4 5-18 15,-3 3 10-15,0 1 10 0,-8-2 1 16,-4 2 0-16,-2-1 11 0,-3-1-11 16,-2 2 0-16,-1 0-13 0,0 1 13 0,1-3-12 15,1 2-3-15,1-1-31 0,2-3-70 16,3 0-53-16,2-2-83 0,2-1-162 0,3-3-344 16,-1-8-690-16</inkml:trace>
  <inkml:trace contextRef="#ctx0" brushRef="#br0" timeOffset="60769.74">22294 5088 1299 0,'0'0'1802'0,"0"0"-1543"15,0 0-75 1,0 0 107-16,0 0 23 0,0 0-22 16,0 0-76-16,87 23-90 0,-68-19-55 15,-2 3-31-15,-1-2-16 0,-1 2-22 16,-4 1-2-16,-2 1-11 0,-3 3-19 0,-3-1 2 16,-3 3 7-16,-1 3-7 0,-11 4 28 15,-4 3 10-15,-4 4-10 0,0 1-6 16,-3 0 6-16,1-2 2 0,6-2 38 0,1-4 27 15,7-7-12-15,4-1-30 0,3-3-22 16,1-3-2-16,2-1-1 0,7-1-15 16,1-2 15-16,5 0 0 0,2 0 0 0,3-2-34 15,3 0-52-15,3-1-95 0,1 2-103 16,0 2-110-16,-6-1-298 0,9 2-832 0</inkml:trace>
  <inkml:trace contextRef="#ctx0" brushRef="#br0" timeOffset="61270.016">22964 5661 706 0,'0'0'2403'0,"0"0"-2002"0,0 0-148 0,0 0 84 0,106 7-51 15,-75-7-35-15,2 0-30 0,-2-5-98 16,2-1-59-16,-1-3-30 0,-2-1-31 16,-1-2-3-16,-1 0-37 0,1 0-73 0,-3-4-59 15,-1 4-50-15,-5 1-25 0,-3 2-107 16,-7 3-183-16,-7 5-209 0,-1-1-301 31,-4 2 64-31</inkml:trace>
  <inkml:trace contextRef="#ctx0" brushRef="#br0" timeOffset="61464.245">23328 5607 267 0,'0'0'209'0,"0"0"58"0,0 0 1112 16,-80 75-984-16,60-48-112 0,1-2-29 16,2 0 18-16,2 0 36 0,0 2-21 15,3-2-45-15,2-1-59 0,3 1 12 16,3-1-13-16,2-1-7 0,2-2-25 0,0-1-4 0,7-1-15 16,5-2-6-16,1-3-25 0,5-2-30 15,1 0-28-15,4-6-24 0,5 1-8 16,3-6-10-16,1-1-51 0,4 0-52 15,0-5-31-15,0-2-27 0,4 0-34 0,0-3-142 16,0 0-193-16,-10 1-518 0,16-5-935 0</inkml:trace>
  <inkml:trace contextRef="#ctx0" brushRef="#br0" timeOffset="63892.152">24691 5700 642 0,'0'0'2369'0,"0"0"-2036"0,0 0-203 0,0 0 67 16,0 0 108-16,0 0 39 0,0 0-87 15,0 0-75-15,0 0-4 0,0 0-25 16,99-1-28-16,-55 4-28 0,0-2-57 16,0-1-28-16,-2 0 12 0,0 0-9 0,-3-5-15 15,1 1-32-15,-5-1-78 16,-5 2-42-16,-2-1-22 0,-9 3-99 0,-7 1-245 0,-6 0-644 16,-6 5-979-16</inkml:trace>
  <inkml:trace contextRef="#ctx0" brushRef="#br0" timeOffset="64060.53">24701 6060 1987 0,'0'0'1401'0,"0"0"-1131"16,0 0-160-16,0 0 110 0,86 12 19 16,-50-17-37-16,3-5-23 0,7-5-102 15,1-5-77-15,7-4-19 0,2-3-123 0,4-2-134 16,1-2-139-16,-13 6-580 0,14-10-1039 0</inkml:trace>
  <inkml:trace contextRef="#ctx0" brushRef="#br0" timeOffset="64425.204">25871 5711 962 0,'0'0'2891'16,"0"0"-2455"-1,0 0-305-15,59-76 14 0,-31 43-77 16,3-6-53-16,5-4-14 0,3 1 27 0,4-2-7 16,-1 2-17-16,-3 6-8 0,-5 1-5 15,-3 8 9-15,-5 4 23 0,-4 5 4 16,-5 7 7-16,-7 5 22 0,-6 5 14 16,-1 1 13-16,-3 0 2 0,0 1-15 15,0 5-30-15,-4 5-13 0,-3 2 19 0,-2 7 0 16,0 7-1-16,-1 5-23 0,-3 5 17 0,3 8 19 15,-1 3-28-15,-4 8 16 0,1 3 17 16,-5 4 46-16,2 2-27 0,-2 2-40 16,2 2-27-16,2-2-13 0,4-3 10 15,2-5-12-15,5-6 0 0,3-7-19 0,1-8-5 16,0-8-45-16,5-5-16 0,2-2-51 0,1-10-40 16,-1-1-38-16,-3-2-94 0,1-5-251 15,-2-2-480-15,-3-3-528 0</inkml:trace>
  <inkml:trace contextRef="#ctx0" brushRef="#br0" timeOffset="64609.267">25930 6311 1482 0,'0'0'1979'16,"0"0"-1675"-16,0 0-244 0,0 0 110 15,0 0 189-15,0 0 55 0,79 2-31 16,-40-6-119-16,5-5-85 0,5 3-82 15,0-2-51-15,1 0-13 0,-3 3-27 16,0 1-6-16,-4 3-79 0,0 1-96 0,-4 0-44 0,-3 4-62 16,-5 6-250-16,-10-2-777 0,-6 8-1518 0</inkml:trace>
  <inkml:trace contextRef="#ctx0" brushRef="#br0" timeOffset="65681.049">18283 5122 1694 0,'0'0'513'16,"0"0"-41"-16,0 0-205 0,0 0-17 0,0 0 75 15,-82 12-19-15,64 1-54 16,2 6-40-16,-3 6-50 0,4 3 4 0,0 7-18 15,0 5-28-15,1 4-25 0,2 4-19 16,1 8 3-16,-1 3-24 0,2 7-18 0,1 5 12 16,3 2-47-16,4 2 10 0,2 2-12 15,4-1-19-15,14-4-3 0,7 1-72 16,9-7-28-16,9 0-19 0,9-6-56 16,8-6-15-16,7-4-59 0,7-5-74 0,4-6-126 15,-19-12-511-15,32 7-424 0</inkml:trace>
  <inkml:trace contextRef="#ctx0" brushRef="#br0" timeOffset="66181.554">20582 5204 150 0,'0'0'2425'16,"0"0"-2039"-16,0 0-143 0,0 0 25 15,0 0 29-15,0 0-48 0,90 49-20 0,-72-35 3 16,1 8-56-16,3 2-19 0,-1 3-37 15,-2 6-25-15,1 3-7 0,0 2-36 0,-2 4-27 16,-3 4-23-16,0-2-4 0,-4 5 1 16,-2-1-17-16,-3 3-6 0,-3-1-31 15,-3 0-12-15,0 1-10 0,-2-1-9 16,-5-3-18-16,-5 0-25 0,-3-1-23 16,-4 0-27-16,-1-4-62 0,-5 0-83 15,-1-1-60-15,-1-5-44 0,-2-4-43 16,9-9-31-1,-15 3-308-15</inkml:trace>
  <inkml:trace contextRef="#ctx0" brushRef="#br0" timeOffset="67053.441">21352 5210 46 0,'0'0'371'0,"0"0"1073"15,0 0-1003-15,0 0-98 0,0 0-34 16,0 0-28-16,-83 71-45 16,72-58-52-16,5 2-33 0,0-2-25 15,-1 5-16-15,0 3 19 0,1 4-14 16,-1 5 0-16,1 4-7 0,0 4-27 15,0 5-32-15,0 4-6 0,3 4-6 16,1 5 6-16,2 1 18 0,0 4-36 16,0 2-23-16,3-1 13 0,7-2-15 0,2 0-3 15,2-1-18-15,6 1-28 0,3-4-62 0,5-3 6 16,6-4-3-16,7-2-25 0,8-6-23 16,4-3-29-16,8-3-7 0,6-5-23 15,2-10-163 1,7-4-313-16,-19-9-624 0,34-14 132 0</inkml:trace>
  <inkml:trace contextRef="#ctx0" brushRef="#br0" timeOffset="67514.807">23557 5211 666 0,'0'0'75'0,"0"0"0"0,0 0 1064 0,0 0-730 16,0 0-122-16,0 0 22 0,0 0-8 15,0 0-50-15,0 0-42 0,89 2 8 16,-73 7-12 0,1 1-6-16,-1 5-13 0,1 2 11 15,-1 4-53-15,1 4-67 0,-3 4-13 16,0 3-3-16,-1 3-21 0,-2 5 0 0,-4 0-28 15,1 8 15-15,-4 0-25 0,-2 4-2 16,-2 2-2-16,0 0-10 0,-6 5-46 16,-7 1-27-16,-4 2-28 0,-4 3-16 15,-6 0-16-15,-4 1-25 0,-2 1-94 0,-7-5-166 16,11-15-375-16,-20 17-998 0</inkml:trace>
  <inkml:trace contextRef="#ctx0" brushRef="#br0" timeOffset="70805.431">4120 7549 3007 0,'0'0'792'0,"0"0"-553"16,0 0-200-16,0 0-37 0,0 0 87 16,0 0 35-16,0 0 44 0,0 0 51 15,90 5-25-15,-48-2-115 0,4-1-39 16,-1-2-25-16,0 0-12 0,-2-2 0 16,-1-8 13-16,1-1-16 0,-6-1-49 15,-2-3-80-15,-6 3-52 0,-5 1-85 16,-9 4-115-16,-6 3-346 0,-9 4-843 0</inkml:trace>
  <inkml:trace contextRef="#ctx0" brushRef="#br0" timeOffset="70969.821">4274 7763 988 0,'0'0'1899'0,"0"0"-1652"0,0 0-209 0,0 0 144 0,0 0 98 15,89 11 32-15,-53-11-61 0,3 0-52 16,6-4-69-16,0-5-75 0,2-3-55 15,-2-6-15-15,2-5-158 0,-2-1-26 16,0-6-65-16,-4 0-216 0,-10 5-618 16,0-14-883-16</inkml:trace>
  <inkml:trace contextRef="#ctx0" brushRef="#br0" timeOffset="71223.591">4633 7257 1725 0,'0'0'1469'0,"0"0"-1396"16,0 0-44-16,0 0 175 0,98 29 52 0,-62-16-49 15,4-1-12-15,5 5-11 0,-2 1-38 16,1 1-66-16,-3 1-31 0,-3 3-49 16,-7 5 0-16,-5 2-31 0,-8 1 7 15,-6 3-7-15,-6 3-28 0,-6 2 34 16,-3 4-9-16,-11 1 3 0,-3 0-37 15,-5-3 37-15,-2-2-6 16,-1-3-4-16,-1-4-24 0,3-5-71 16,0-2-40-16,4-6-121 0,5-4-258 15,-4-3-599-15</inkml:trace>
  <inkml:trace contextRef="#ctx0" brushRef="#br0" timeOffset="71840.36">6594 7497 1929 0,'0'0'774'0,"0"0"-549"0,0 0-110 0,0 0 71 16,0 0 113-16,-75-2-40 0,48 12-54 0,-5 2 17 0,-1 4-48 15,1 4-34-15,-1 2-20 0,3 2-24 16,1 2-14-16,0 3 4 0,3 2-9 16,2 6-7-16,4 1-27 0,5 2-19 15,4 1-24-15,5-4-9 0,6-1 8 16,2-5-23-16,9-4 21 0,2-3 0 15,6-7-10 1,1-5 1-16,3-5-12 0,1-3 21 16,4-4 0-16,-1-1-19 0,2-8-21 0,-3-4 4 15,-3-1-4-15,-3 0-3 0,-3 1 6 16,-8 2-19-16,-3 3-14 0,-5 4 2 16,-1-1 24-16,-4 4-8 0,-5 1-26 15,-5 0 7-15,-2 0 15 0,-4 0-16 16,-3 4 10-16,1-2 12 0,-2-2 11 0,1 0 10 15,0 0-55-15,4-6-118 0,2-3-118 0,2-3-163 16,5 3-292-16,3-14-570 0</inkml:trace>
  <inkml:trace contextRef="#ctx0" brushRef="#br0" timeOffset="85642.6">8220 7849 2292 0,'0'0'433'0,"0"0"-307"0,0 0 41 16,0 0 117-16,0 0-39 0,83 29-74 15,-58-29-67-15,7 0-32 0,2 0-42 16,2-7-30-16,2 0-41 0,1 0-139 0,-2-1-146 0,-8 3-273 16,8-3-1025-16</inkml:trace>
  <inkml:trace contextRef="#ctx0" brushRef="#br0" timeOffset="86529.282">5894 7526 1903 0,'0'0'1138'16,"0"0"-952"-16,0 0-148 0,0 0 51 15,-78 33 35-15,52-16-10 0,-3 2-38 16,0 4-9-16,2 1-33 0,0 0-34 0,-1 3 0 16,5 2-15-16,-1 0 2 0,1 1-18 15,1-1 8-15,3-3 6 0,2-1 15 16,1-3 2-16,2-2-2 0,5-2-11 16,-1-1 11-16,2-2-9 0,2 0-8 15,0-3 0-15,1 2 0 0,4-1 19 0,0 0 0 16,1-1 1-1,0 2 11-15,5 0 19 0,4 0 26 16,4 0-16-16,0 3-19 0,4-3 13 0,2 3-19 0,4 0 22 16,3-1-22-16,4 0-16 0,2 2-1 15,4 0-65-15,2-1-51 0,3 1-54 16,0-2-147-16,1-3-209 0,-9-5-532 16,16-2-416-16</inkml:trace>
  <inkml:trace contextRef="#ctx0" brushRef="#br0" timeOffset="91890.625">7084 7254 706 0,'0'0'1948'0,"0"0"-1658"0,0 0-226 0,0 0 23 15,0 0 15-15,0 0-13 0,0 0-15 16,0 0-43-16,-59 64-31 0,55-48 0 0,-1-3-19 15,1 0 19-15,3-1 0 0,-2-2 4 16,-3 4 24-16,3-3-6 0,-4 2-9 16,1-1-11-16,0 5 11 0,-5-5 0 15,2 1-1 1,1-1 17-16,-1-3-7 0,3-1-19 16,2-4 10-16,1 0-12 0,3-1 2 15,0 0 9-15,0 1-12 0,0-1 0 16,3 1 0-16,3-3 44 0,2 3 48 0,1 1-29 15,4-2 13-15,1 1 9 0,2-2-16 16,1 0 7-16,1-1-14 0,1-1-24 16,-1 0-29-16,1 0-9 0,0 0 0 0,-3 0-12 0,-1-3-79 15,-1 3-67-15,-2 0-59 0,-4 0-122 16,-4 2-241-16,-4 6-591 0</inkml:trace>
  <inkml:trace contextRef="#ctx0" brushRef="#br0" timeOffset="92946.555">6839 7167 2313 0,'0'0'478'0,"0"0"-212"0,0 0 9 0,0 0-15 16,0 0-26-16,0 0-49 0,0 0-40 16,0 0-39-16,0 0 0 0,0 0-1 15,0 0-3-15,79-25-3 0,-61 24-32 16,-1-2-14-16,1 3-26 0,0-2-2 15,1 2-13-15,-3 0 9 16,2 0-20-16,-2 0 0 0,0 0 11 16,-1 0-12-16,-3 0 0 0,-3 5-2 15,-2-2-16-15,-1 3-1 0,-3 0-5 16,0 4-1-16,-3-1 25 0,0 4 11 16,0-1-11-16,-1 2-2 0,-2-2-16 15,-3 0-10-15,3-1 0 0,-1-2 7 16,-1 1 9-16,-1 0-7 0,-1-2 7 0,2 0-3 15,-3 1-10-15,0-1 0 0,-2 3-9 0,0 1-6 16,-1 0-15-16,0-1-1 0,1 2 0 16,1-1 6-16,-1 2-3 0,3-3 4 15,3-1 8-15,-1-2 10 0,2-1 30 16,0 0 1-16,-2-2 1 0,2 1 21 16,0-3-21-16,0-1 0 15,0-1 2-15,0 2 9 0,-1-2 7 16,1 0-6-16,0-1-12 0,0 0-1 15,-2 0-15-15,2 0-4 0,0 0 4 16,0 2-7-16,0-2 0 0,3 0 3 0,0 3 1 16,0-3-1-16,0 0-1 15,0 0 20-15,0 0 26 0,0 0 24 0,0 0 16 16,0 0 5-16,0 0 4 0,0 0 5 0,0 0-8 16,0 0-1-16,0 0-10 0,0 0-11 0,1 0-16 15,1 0-4-15,1 0-8 0,0 0 2 16,0 0 1-16,1 0-4 0,0 0-5 15,-1 0-1-15,3 0-13 0,-3 1 0 16,0-1 0-16,0 2 0 0,-2-1-1 16,1 1 0-16,-2 0 0 0,0-2 0 0,0 0 2 15,0 0 0-15,0 1-3 0,0 2 0 16,-2-3-74-16,-2 1-9 0,-1 2-13 16,1-2-15-16,0 1-6 0,-1-1 14 15,1-1 1-15,1 0-14 0,2 0 5 0,-2 0-5 16,0 0-13-16,1 0-58 0,1 0-54 15,1 0-57 1,0-1-224-16,-1-3-948 0</inkml:trace>
  <inkml:trace contextRef="#ctx0" brushRef="#br0" timeOffset="93526.525">7329 7751 2214 0,'0'0'1259'0,"0"0"-987"0,0 0-92 15,0 0 155-15,0 0-6 0,0 0-19 16,0 0-72-16,0 0-76 0,0 0-59 15,0 0-54-15,-27 16-34 16,40-13-3-16,1 5 25 0,8 0-4 0,1 5-3 16,6-2-3-16,0 1-24 15,1 1 16-15,0-1-4 0,0 0-12 16,1 0 0-16,-2-1 12 0,-4 0-14 16,-2-4-1-16,-4 4 0 0,-3-4 1 15,-3 1-1-15,-3 0 0 0,-4 1-1 0,-3-2 1 16,-3 4-2-16,0 2-16 0,-5 2 17 15,-6 3-11-15,-2 1 9 0,-6 2-16 16,0 1 4-16,-5 0-6 0,0 0-6 0,-4 0-13 16,2-2-2-16,-1 0-13 0,-1-4-5 15,5-1-7-15,3-7-13 0,4-1-23 0,5-4-29 16,4-3-48-16,2 0-85 0,5-5-136 16,0 0-297-16,3 0-668 0,11-5-568 0</inkml:trace>
  <inkml:trace contextRef="#ctx0" brushRef="#br0" timeOffset="94048.668">8190 8022 1429 0,'0'0'299'0,"0"0"501"16,0 0-400-16,0 0-102 0,0 0 77 16,0 0-25-16,0 0-18 0,0 0-16 0,0 0-49 15,0 0-56-15,0 0-64 0,-49-14-50 16,49 17-39-16,7 1-19 0,3 1 7 15,3 0 24-15,6 2 18 0,1 0 24 16,3 0-46-16,0-2-14 0,3 0-31 0,0-3 3 16,1 1 6-16,2-3-6 0,1 0-3 15,3 0-20-15,-1-4 1 0,1-2-2 16,-1-1-2-16,0 1-37 0,-1-3-21 0,-2 2-16 16,1-2-36-16,-2-1-12 0,-3 3-25 15,-1-1-57-15,-4 2-143 0,-4 3-272 0,-5 2-654 16,-6 1-741-16</inkml:trace>
  <inkml:trace contextRef="#ctx0" brushRef="#br0" timeOffset="95280.678">9690 7672 1714 0,'0'0'1294'0,"0"0"-971"0,0 0-44 0,0 0-105 16,0 0 100-16,0 0 41 0,0 0 0 0,0 0-51 15,0 0-65-15,0 0-47 0,99-61-52 16,-69 56-21-16,5-1 3 0,1 1-6 15,3 2-16-15,1-1-17 0,1 4-19 16,-1-2-12-16,0-1-9 0,-2 2-3 0,-2 0 1 16,2 1 0-16,-5-1-1 0,-3 1 10 15,-3 0-10-15,-7 0-18 0,-5 6 6 16,-4 0 0-16,-3 4-3 0,-7 1-4 16,-1 6-14-16,-1 2-6 0,-10 6 2 0,-6 4-17 15,-4 4 12-15,-3 3-13 0,-3 1 9 0,-3 1-2 16,-1-2-7-16,0 3-3 0,-4 0 34 15,-2 1-25-15,-2 2 47 0,0 1-18 16,1 2 20-16,-2-2 3 0,4-1-2 0,3-4 11 16,4-4-11-16,2-6 1 0,5-3 13 15,6-6 4-15,5-3 8 0,4-4 0 16,4-1 1-16,3-5-26 0,0 1 16 16,4-1 22-1,6 0-4-15,5 2 10 0,5 0-4 16,6-1 10-16,5 0 8 0,5-4-17 0,3 2-10 15,4-3-9-15,2 0-6 0,1-1-17 16,2 0-1-16,1 2-1 0,0 0 1 16,1-1-1-16,-3 0 0 0,-1-1-1 15,-3 1-46-15,-3-1-40 0,-5-1 6 16,-8 0-36-16,-4 0-31 0,-7 0-10 0,-4 0-55 0,-5-3-128 16,-3 2-191-16,-3-1-272 0,-1-5-718 15</inkml:trace>
  <inkml:trace contextRef="#ctx0" brushRef="#br0" timeOffset="95628.079">11275 7611 1372 0,'0'0'2187'0,"0"0"-1916"16,0 0-230-16,0 0 85 0,0 0 97 15,0 0 124-15,0 0-101 0,-88-54-77 16,74 54-56-16,-2 10-55 0,0 5-34 0,-4 9 0 16,4 6 1-16,-3 9-4 0,-1 8 0 15,1 5-5-15,2 9-1 0,1 3-12 16,0 2 21-16,5 1-23 0,1 2-1 0,3 1 1 15,4-3-1-15,3-6-1 0,1-7-2 16,12-7-33-16,4-7 5 0,9-12-36 16,6-8-33-16,7-11-62 0,7-9-47 15,6-7-103-15,4-15-182 0,-11 1-627 0,18-27-711 0</inkml:trace>
  <inkml:trace contextRef="#ctx0" brushRef="#br0" timeOffset="95897.8">12081 7778 1486 0,'0'0'2105'0,"0"0"-1720"0,0 0-75 15,0 0 77-15,0 0-4 0,-91 19-75 16,68 2-108-16,0 6-67 0,1 6-33 0,5 3-24 16,0 6-31-16,6 3-12 0,2 1 3 15,3 4 1-15,4 0-19 0,2-2-18 0,2 0-2 16,7-9-1-16,5-3 2 0,3-7-2 15,3-6-21-15,2-7-40 0,2-6-17 16,0-5-4-16,0-2 9 0,3-3-14 16,-2-7-13-1,-1-4-19-15,-2-6-60 0,-3-2-81 16,-5-3-78-16,0-3-78 0,-8 2-97 16,-3-1-178-16,-1 6-113 0,-7-11-419 0</inkml:trace>
  <inkml:trace contextRef="#ctx0" brushRef="#br0" timeOffset="96051.571">11958 8086 313 0,'0'0'2419'16,"0"0"-1845"-16,0 0-228 0,0 0 9 0,0 0-26 0,-7 65 36 16,20-56-37-16,7-2-103 15,3-5-48-15,4-2-53 0,5-5-70 0,3-5-33 16,-2-6-21-16,3 0-61 0,-3-2-36 0,-2 0-52 16,-3 0-43-16,-2 1-43 0,-4 0-54 15,-3 5-151-15,-4 1-257 0,-6 1-371 16,-4 5-129-1</inkml:trace>
  <inkml:trace contextRef="#ctx0" brushRef="#br0" timeOffset="96183.3">12313 7988 98 0,'0'0'424'0,"0"0"-278"0,0 0 1528 15,0 0-1135-15,-43 86-209 0,35-60-94 16,3 5 1-16,-1 2 18 0,1 4 12 16,2 0-59-16,-1-1-59 0,4-3-72 0,0-2-74 15,0-1-3-15,4-5-46 0,4-1-109 0,0-5 22 16,4-6-23-16,5-7-215 0,-8-2-277 15,14-7-842-15</inkml:trace>
  <inkml:trace contextRef="#ctx0" brushRef="#br0" timeOffset="96468.232">13035 7642 2281 0,'0'0'767'0,"0"0"-486"0,79 40 5 0,-43-15 45 16,-1 4-5-16,-1 5 57 0,-3 5-152 15,-6 2-146-15,-2 3-48 0,-8 3 3 16,-4 0 9-16,-11 3-37 0,-3 0-12 16,-17 3-52-16,-8 0-6 0,-10 2-34 0,-8-1-6 15,-5 0 9-15,-8-4 0 0,-3-1 8 16,-4-4 20-16,-4-2-73 0,-5-5-55 15,-6-2-119-15,-4-3-231 0,20-9-599 16,-42 2-978-16</inkml:trace>
  <inkml:trace contextRef="#ctx0" brushRef="#br0" timeOffset="101517.573">1944 10072 3164 0,'0'0'619'0,"0"0"-619"0,0 0-9 16,0 0 9-16,0 0 191 0,0 0-11 15,0 0-80-15,62-71-79 0,-47 67 7 16,1 0 31-16,3 4-25 0,0 0-15 16,2 0 9-16,4 0 28 0,4 1 27 15,4 4-9-15,3-3-28 0,6 2-27 0,7-2-4 16,4 1 1-16,4-3-7 0,7 0-9 0,4 0 0 15,4-4-46-15,7-2 43 0,2-1-16 16,4-4-15-16,4 4 22 0,6-3 12 16,6 1 2-16,7-1-1 0,6-2 1 15,7 0 10-15,3 2 28 0,6 1-24 0,1 0-16 16,9 2-21-16,0-1 21 0,7 0-23 0,5 0 23 16,4 2 0-16,8-2 21 0,5 2-21 15,3-2 0-15,3-1-34 0,5 2-18 16,5-3 15-16,5 1-3 0,6-1 37 15,7-1 1-15,3 1-14 0,2-2-9 16,5 0 25-16,2-1 4 0,7 0 13 0,0 0-16 31,1 0 17-31,1 2-18 0,3 3-23 0,2-4-6 16,5 1 29-16,2 3 0 0,3-3-12 16,5 0-57-16,1-3 17 0,7 0-23 15,1-1 7-15,3-2 24 0,2 0-3 16,1-1 25-16,5-1 22 0,0 2 1 15,0 2-1-15,1 2-1 0,-1 4 1 0,2 3 27 16,0 4 5-16,3 2-29 0,0 0-3 0,3 4 1 16,4 4 11-16,0 3-12 0,3-1-3 15,2 2-7-15,3 1 10 0,2-2 2 16,3 0-2-16,2-1-4 0,3-1 4 0,0 0 21 16,3 0-5-16,-1 0 21 15,0 2 1-15,4 1-1 0,-2 2 28 0,0 0-34 16,-1 4 13-1,0 4-23-15,-1-2 32 0,0 5-53 16,0 1-1-16,-1 0 1 0,3 0 3 16,-2-2-3-16,4-1-31 0,-1 1 6 15,3-5 25-15,-1-1-1 0,3-2-63 0,0-1 64 16,2-2 22-16,1-3-13 0,2-1-9 16,-2-3 0-16,3-3 16 0,-4 1 21 15,-1-3-37-15,-4-1 0 0,-5 0 0 0,-4 0 28 0,-3 0-7 16,-7-4-21-16,-4-3-12 0,-7 1 11 15,-4-1-10-15,-11-4-82 0,-5 4 0 16,-10-3 27-16,-11 1-12 0,-12 3-3 16,-18 0-64-16,-14 1-25 0,-16 0-45 15,-17 3-17-15,-20 2-132 0,-20 0-123 16,-36 0-216-16,-8 2-635 0</inkml:trace>
  <inkml:trace contextRef="#ctx0" brushRef="#br0" timeOffset="102781.674">4334 10428 1691 0,'0'0'1974'16,"0"0"-1718"-16,0 0-206 0,0 0-48 0,0 0 168 15,0 0 94-15,0 0 14 0,0 0-84 16,14 103-75-16,-2-44-33 0,0 13-16 15,0 11-31-15,-1 3-11 0,-5 4-10 16,-5 1 9-16,-1 0-27 0,0-1 0 0,-6-1-3 16,-2 0-36-16,2-10-68 0,-1-9-18 0,4-14-7 15,0-13-21-15,3-15-17 16,0-11-50-16,1-10-121 0,5-7-218 0,-1-3-233 16,-2-21-692-16</inkml:trace>
  <inkml:trace contextRef="#ctx0" brushRef="#br0" timeOffset="103150.478">4408 10499 2587 0,'0'0'677'0,"0"0"-543"0,0 0-61 0,88-37 98 16,-53 26 9-16,1 1-29 0,7 6-25 15,3 0 21-15,7 4 2 0,-1 0-87 16,0 11-31-16,-3 2-28 0,-7 11 28 0,-5 4 6 16,-5 7-19-16,-6 6-5 0,-4 6-10 15,-9 8 37-15,-5 2-12 0,-8 0-28 16,0 4 40 0,-10-1 30-16,-4 0 19 0,-6 1 34 15,-2-5-32-15,-4 1-2 0,-3-4-13 0,-3 2-9 0,-1-2-21 16,-6-3-13-16,-1-2-18 0,-2-2-13 15,-2-4 16-15,-1-6-18 0,-4-3-11 16,-2-4-25-16,-2-5-43 0,0-2-34 16,-2-4-43-16,1-4-24 0,3-3-42 15,2-4-13-15,7-1-63 0,6-1-14 16,7-3-27-16,9 2-140 0,7-4-198 16,4 0-582-16</inkml:trace>
  <inkml:trace contextRef="#ctx0" brushRef="#br0" timeOffset="106061.501">5119 11546 1186 0,'0'0'302'0,"0"0"520"0,0 0-361 0,0 0-172 15,0 0 12-15,0 0-9 0,0 0-65 16,0 0-74-16,0 0-61 0,0 0-26 0,0 0-7 16,37-7 0-16,-27 19 18 15,2 7 7-15,-4 1-13 0,2 4-31 0,-2 1-24 16,-1-2-14-16,-3 1-2 15,2-2-2-15,-3-2-14 0,-2-3-36 16,-1-3 12-16,0-2 6 0,0-5-7 16,0-1-5-16,0-3-7 0,0-3 16 15,0 0 9-15,0 0-3 0,0 0-13 16,1-4 7-16,1-4 9 0,1-3-7 0,0-3 0 16,1-3 10-16,2-2 25 0,2-2 18 15,1 0 12-15,1 2-5 0,3 2 3 0,-3 3 15 16,2 4-8-16,1-1-14 0,-3 8-11 15,-1 1-10-15,2 2 0 0,-1 0 9 0,0 1 25 16,2 3-18-16,-2 3 12 0,-3 2-9 16,3-1 2-16,-4 6-2 0,0 0 0 15,-2 5 12-15,-1 6-18 0,-2 0-13 16,1 3-43 0,-2 0-19-16,0 0 6 0,0-1-13 15,0-2-6-15,0-7-23 0,0-1-49 0,0-5-71 0,3-5-137 16,4-4-164-16,-1-2-196 0,-2-1-431 15</inkml:trace>
  <inkml:trace contextRef="#ctx0" brushRef="#br0" timeOffset="111784.374">10569 10753 427 0,'0'0'2335'0,"0"0"-2024"0,0 0-212 15,0 0 26-15,0 0 85 16,0 0 49-16,0 0-17 0,82-62-66 0,-69 62-45 16,1 9-35-16,-3 5-9 15,0 5 18-15,-4 5 61 0,-2 6-31 0,-4 2-49 16,-1 7-34-16,-3 0-22 0,-7 1-5 16,0-2-24-1,1-1-1-15,-2-3-3 0,4-8-16 0,2-4 16 16,2-9-9-16,3-2-6 0,0-7-10 15,0-3-2-15,2-1-13 0,2-1 3 16,4-7 16-16,1 0 8 0,3-8 16 16,1-3 6-16,0-5 19 0,-1-2-10 15,3-4 1-15,-3 1-15 0,4-1 0 0,-3-1-1 0,2 4 0 16,0 2 0-16,2 0 3 0,-1 4-1 16,1 5-2-16,-2 4 0 0,-1 4 11 15,1 5-10-15,-3 3 14 0,2 0 4 16,-3 7-16-16,2 5 18 0,-4 5 0 15,0 7-18-15,-3 1 34 0,-4 4-6 16,-2 5-29-16,0 4 0 0,-7-1-2 16,0 0-34-16,1-1-27 0,1-6-9 0,4-2-16 0,1-9-12 15,0-2-10-15,7-3-34 0,2-6-16 16,4-3-41-16,1-2-110 0,5-3-156 16,1-6-182-16,-2 0-426 0</inkml:trace>
  <inkml:trace contextRef="#ctx0" brushRef="#br0" timeOffset="112685.419">12181 10849 2808 0,'0'0'725'16,"0"0"-472"-16,0 0-130 0,0 0 41 15,0 0 141-15,0 83 47 0,-6-58-88 16,1 0-121-16,-1 0-63 0,3-3-19 0,-1-3-22 0,3-2-36 16,-2-4-3-16,1-2 0 0,1-5-67 15,-2-2-42-15,3-2-32 0,-1-2-70 0,1 0-91 16,0-5-172-16,0 0-563 15,0-11-743-15</inkml:trace>
  <inkml:trace contextRef="#ctx0" brushRef="#br0" timeOffset="112839.426">12181 10575 1220 0,'0'0'2139'16,"0"0"-1990"-16,0 0-147 0,0 0-2 15,0 0 0-15,0 0-14 0,0 0-68 16,0 0-247-16,84-9-318 0,-62 9-957 0</inkml:trace>
  <inkml:trace contextRef="#ctx0" brushRef="#br0" timeOffset="113108.166">12594 10721 2504 0,'0'0'412'16,"0"0"-213"-16,0 0 56 0,0 0 107 0,-76 72 47 0,58-58-27 15,5 0-133-15,5-4-123 0,3 1-65 16,4-4-30-16,1 3-10 0,1 2 7 16,8-1-25-16,5 1 18 0,1 1-19 15,3 0 0-15,1-1-2 0,3 2 0 16,-1-3 0-16,-3 1 0 0,0 0-23 16,-2 0 23-16,-1-2 3 15,-4-1-2-15,-2 3 0 0,-4-3 0 16,-3 1-1-16,-2 0-18 0,-2 1-31 0,-8 1-12 15,-5-1 2-15,-4 1 7 0,-1-4-40 16,-5 3-10-16,2-4-6 0,-3-1-40 16,3-2-58-16,-3-2-83 0,6-2-287 15,-12 0-684-15</inkml:trace>
  <inkml:trace contextRef="#ctx0" brushRef="#br0" timeOffset="113741.215">13316 10964 1418 0,'0'0'127'0,"0"0"1097"0,0 0-899 0,0 0-19 16,0 0 27-16,-49 82-9 0,36-49-37 16,6 6-18-1,-1-4-78-15,1-1-68 0,6-5-29 0,1-6-32 16,0-6-32-16,7-6-12 0,3-7-5 15,6-1-13-15,3-3-10 0,5-9 9 16,5-6-26-16,3-7-52 0,-1-3-47 16,1-2-3-16,-3 1 22 0,-3 1 33 0,-3 0 18 15,-1 1 28-15,-2 1 0 0,-2-1 28 16,-6 4 4-16,-5 0-2 0,-5 0 35 0,-2 4 46 16,-5 2-27-16,-8 0 5 0,-2 3 7 15,-4 1 21-15,-3 6-22 0,-1 4 12 16,-1 0-17-16,0 6-14 0,-3 6-20 15,3 2 8-15,-1 4-13 0,5-1-23 16,4 0-34-16,4 2-8 0,1-4-41 16,5 3-91-16,5-1-72 15,1 2-66-15,3-4-152 0,4-5-523 16,16-3-689-16</inkml:trace>
  <inkml:trace contextRef="#ctx0" brushRef="#br0" timeOffset="114174.627">13931 10972 3041 0,'0'0'466'0,"0"0"-257"0,0 0 128 15,-78 40-16-15,45-19 7 0,1 5 0 0,-2 2-103 16,2 4-112-16,5 3-22 16,2-2-27-16,7 0-28 0,6-6-30 0,6-4-6 15,5-9-30-15,1-5-7 0,7-4 1 16,8-5 6-1,3 0-10-15,5-11 19 0,6-7-40 0,1-7-36 16,3-4-16-16,1-6 9 16,0-1 6-16,2-2-6 0,-1-3 21 0,0-3 15 15,-2-3 12-15,-3-6-5 0,2-3 33 16,-3-6 0-16,-2-5 26 0,-3-2-26 16,-2-4-25-16,-5 1 29 0,-4 3-32 15,-3 6 56-15,-2 9 33 0,-3 8 48 0,-2 15 64 0,-3 10 6 16,0 8 2-16,0 6-12 0,0 7-19 15,-3 0-30-15,-1 0-40 0,0 12-37 16,-2 5-13-16,-3 7 10 0,3 8 24 16,-2 8 10-16,-1 8-6 0,0 7 5 15,-2 6 7-15,-1 3-22 0,-2 4-28 16,1 2-2-16,-2-3-27 0,1 1-10 0,3-4-57 0,-1-4-43 16,2-7-15-16,7-7-25 0,3-6-57 15,2-10-87-15,12-13-249 0,0-6-501 16,18-11-511-16</inkml:trace>
  <inkml:trace contextRef="#ctx0" brushRef="#br0" timeOffset="114590.921">14461 10962 1911 0,'0'0'1769'15,"0"0"-1542"-15,0 0-16 0,-106 59 146 0,70-35-33 0,1 3 34 0,3 2-57 16,7 0-104-16,5-2-76 0,6-2-36 15,2-3-55-15,7-4-28 0,5-5-2 16,0-2-12-16,7-6-12 0,6-5-1 16,2 0 10-16,6 0 13 0,2-9 0 0,6-7-19 15,0-3-48-15,0-6-28 0,1-4-12 16,2-3-1-16,1-5-11 0,0-1-10 16,2-5-13-16,-1-4 7 0,1-5-32 15,-3-3-26-15,-3-1 6 0,-4-4 31 16,-5 2 64-1,-3 3 88-15,-5 1 6 0,-3 6 25 16,0 6 84-16,-5 10-3 0,2 5 15 0,-4 11 30 16,1 6 22-16,-1 5-14 0,-1 5-21 15,-1 0-31-15,0 5-13 0,0 8-15 16,0 7 18-16,-7 6 10 0,0 9-19 16,0 5-13-16,-3 7 1 0,-2 5-1 15,-2 2-14-15,-3 4-61 0,-1 5-3 0,0-1-33 16,0-2-61-16,2-2-64 0,0-4-14 15,4-5-11-15,4-3 9 0,2-6-77 16,6-1-156-16,0-4-169 0,0-10-484 0,9 1-485 0</inkml:trace>
  <inkml:trace contextRef="#ctx0" brushRef="#br0" timeOffset="115345.57">16645 10551 1436 0,'0'0'1575'16,"0"0"-1252"-16,0 0-37 0,0 0 45 15,0 0 94-15,0 0-51 0,85 73-132 0,-68-23-71 0,-4 8-1 16,-3 9-36-16,-6 5-46 0,-4 0-34 16,0-3-14-16,-1 1-25 0,-6-5-15 15,1-4 0-15,2-4-27 0,2-8-49 16,1-8-42-16,1-6 5 0,0-11-2 15,0-5-13-15,1-7-53 0,1-6-64 16,-1-1-155-16,-1-5-225 0,2 0-462 0,-2-19-467 0</inkml:trace>
  <inkml:trace contextRef="#ctx0" brushRef="#br0" timeOffset="115677.887">16782 10608 1299 0,'0'0'2040'0,"0"0"-1763"0,0 0-157 15,0 0 9-15,0 0 126 0,0 0 47 0,0 0-83 16,66-71-93-16,-36 64-46 0,6 5-3 16,3 2-22-16,6 6 3 0,-2 7-28 15,2 3-5-15,-3 5-10 0,-3 3-15 0,-4 2 10 16,-4 2-9-16,-6 3-2 0,-7 2-10 0,-6 3 8 15,-5 2-21-15,-7 2-19 16,-6 2-3-16,-8 2-3 0,-9 2-18 0,-5 0 8 16,-5 1 10-16,-3-1 9 0,0-4 3 15,-2-3 19-15,1-3 2 0,4-7-8 16,4-4-16 0,4-6-41-16,2-5-21 0,6-7-19 15,1-1-25-15,2-5-62 0,2-1-164 16,4 0-215-16,1 0-207 0,2-5-485 0</inkml:trace>
  <inkml:trace contextRef="#ctx0" brushRef="#br0" timeOffset="116299.736">17481 11130 342 0,'0'0'2775'15,"0"0"-2408"-15,0 0-256 0,0 0 88 16,0 0 97-16,0 0 55 0,0 0 10 16,0 0-128-16,39 77-87 0,-39-45-36 15,-2 1-37-15,-4 1-13 0,1-4-17 16,2-4-26-16,1-5-17 16,2-4-21-16,2-5 0 0,6-6-22 15,1-3-30-15,6-3 6 0,2-3 9 16,1-7-6-16,4-5-3 0,-2-6 6 15,3 2 6-15,-2-3 37 0,-1 1 15 0,-2 2-23 16,0 3 24-16,-3 3 1 0,-1 4-2 16,-3 6 2-16,1 3 1 0,-4 0 22 15,-2 5 20-15,1 5 7 0,-3 6-6 0,-4 0-18 16,0 4-5-16,0 0-19 0,0 3-2 16,-6-1 1-16,0-1-52 0,0-1-92 0,-3 1-65 15,-1-3-103-15,-4 0-279 0,3-5-586 16,-17 3-726-16</inkml:trace>
  <inkml:trace contextRef="#ctx0" brushRef="#br0" timeOffset="116948.468">15620 10636 1661 0,'0'0'1886'0,"0"0"-1614"0,0 0-137 0,0 0 38 15,0 0 101-15,0 0 4 0,0 0-23 16,0 0-121-16,0 0-85 0,0 0 40 15,0 0 17-15,111-16-27 0,-63 15-46 16,1 0-18-16,-3 1-15 0,-4 0-16 0,-8 0-8 16,-5 2-27-16,-8 3-16 0,-4 2-16 15,-6 0-5-15,-7 4-1 0,-4 1 4 0,-4 7-13 16,-9 1-10-16,-8 5-9 0,-4 2 28 16,-8 3 36-1,-2 1 13-15,-4 4 9 0,-3 0 6 0,-5 2 0 16,-2 4 23-16,-3 2-1 0,0 2-19 15,-1 1-2-15,2 0 24 0,4-4 12 16,7-3 16-16,6-3 65 0,7-2-6 16,8-8 5-16,9-2 1 0,7-8 2 15,3-3-6-15,9-2-25 0,10-3-18 16,5-3 27-16,6-2 19 0,9-3 2 16,2-2-15-16,3-5-21 0,0-5-24 15,-1 1-22-15,0-1-12 0,-1 0-2 16,-2 0-41-16,-2 0-75 0,-2 0-59 15,-2 2-53-15,1-1-65 0,-2 1-114 0,-7 3-301 0,9-6-784 0</inkml:trace>
  <inkml:trace contextRef="#ctx0" brushRef="#br0" timeOffset="117295.445">16456 10301 1261 0,'0'0'1773'0,"0"0"-1559"16,0 0-96-16,0 0 66 0,-85 78 107 15,63-43 23-15,5 8-62 0,1 7-91 0,2 6-32 16,2 7-12-16,2 7 3 0,0 5-47 15,2 3-27-15,0 4-15 0,2-1-4 16,-2 3-12-16,2-2 3 0,3-2-18 16,3-1-1-16,0-2-3 0,6-10-44 15,8-4-38-15,2-9-36 0,4-8-41 0,6-7 27 16,2-7-18-16,5-7 24 0,4-7 17 0,5-9 4 16,7-9-96-16,4-3-190 0,2-18-3 15,-9 3-630-15,19-24-1024 0</inkml:trace>
  <inkml:trace contextRef="#ctx0" brushRef="#br0" timeOffset="117581.057">18030 10534 2481 0,'0'0'1121'0,"0"0"-979"15,0 0-76-15,99-2 73 0,-66 12 31 0,0 2 57 16,2 6 39-16,0 7-103 0,2 4-74 0,-1 7 34 16,4 5 11-16,-3 3-76 0,-6 8-34 15,-2 3 1-15,-6 6-7 0,-7 5-18 16,-6 0 0-16,-10 1-3 0,0 1-18 16,-13-2-4-16,-7-4-29 0,-2-7-4 0,-4-6-7 15,2-7-36-15,0-8-12 0,2-6-4 16,2-7-37-16,1-7-29 0,6-9-63 0,3-5-135 15,1-7-293-15,6-5-889 0</inkml:trace>
  <inkml:trace contextRef="#ctx0" brushRef="#br0" timeOffset="117796.554">19003 10956 2666 0,'0'0'1634'16,"0"0"-1359"-16,0 0-130 0,0 0 131 0,0 0-11 16,0 0 30-16,90 22-29 0,-61-21-133 15,6-1-66-15,2 0-34 0,6-4-33 0,-2-2-11 16,-4 1-71-16,0-2-39 0,-7 1-39 16,-6 2-34-16,-4 0-21 0,-7 1-60 15,-5 3-223-15,-8 0-468 0,0 3-183 16,-18 5-509-16</inkml:trace>
  <inkml:trace contextRef="#ctx0" brushRef="#br0" timeOffset="117965.719">18961 11216 802 0,'0'0'2426'0,"0"0"-1865"16,0 0-394-16,0 0-9 0,0 0 53 15,0 0 49-15,0 0 91 0,95 54-92 0,-59-54-97 16,4-2-68-16,2-4-49 0,-2-5-45 15,2 3-46-15,-2-3-100 0,-2 1-70 16,0 4-75-16,-1-1-169 0,-10 4-614 16,12 1-596-16</inkml:trace>
  <inkml:trace contextRef="#ctx0" brushRef="#br0" timeOffset="118984.193">20382 10728 688 0,'0'0'1782'31,"0"0"-816"-31,0 0-754 0,0 0-82 16,0 0 121-16,0 0 121 0,0 0 1 16,0 0-45-16,0 0-109 0,0 0-85 0,0 0-43 15,6 28 12-15,-11-1 9 0,-1 11 12 16,3 6-16-16,-1 3-11 0,0 3-13 16,1 2-26-16,0 1-31 0,-1 3-15 15,-1 2-12-15,1 1 0 0,-3 2-18 0,4 2-36 16,-3-1-43-16,2-1-45 0,0 3-24 15,-1-7-12-15,5 0-29 0,0-4-88 0,0-3-223 16,0-3-275-16,2-13-614 0,-1 10-669 0</inkml:trace>
  <inkml:trace contextRef="#ctx0" brushRef="#br0" timeOffset="121358.249">10815 13123 1990 0,'0'0'811'16,"0"0"-467"-16,0 0-51 0,0 0-46 15,0 0 74-15,42-65-23 0,-35 62-47 16,1 3-60-16,-3 0-69 0,4 6-24 0,1 5-12 16,-1 6 9-16,0 6-28 0,0 6-6 15,-3 5-22-15,-3 5-21 0,-3 0-5 16,0 3-10-16,0 0-1 0,-1 1-2 16,-2-3-15-16,0-2-45 0,1-9 11 0,1-6-15 0,1-6 6 15,0-8-6-15,0-4-7 0,1-5 1 16,2 0 15-16,3-2 21 0,4-10 22 15,2-4 12-15,2-8 0 0,3-5-31 16,2-6 17-16,1 1 14 0,0 2 0 16,-1 2 0-16,1 5-22 0,2 6 1 15,-3 8-16-15,1 3 12 16,-4 8 24-16,3 0 1 0,-1 7 25 16,-3 5 33-16,2 2-12 0,-4 5-3 15,0 1 3-15,-2 1 3 0,0 0-12 16,-4 1 3-16,1 3-28 0,-3-3 9 15,-2 3-20-15,-2 1-1 0,2-2-61 16,0 0-67-16,1-2-54 0,5-3-62 16,1-1-193-16,-1-4-323 0,8-4-683 0</inkml:trace>
  <inkml:trace contextRef="#ctx0" brushRef="#br0" timeOffset="121706.032">12231 13222 3011 0,'0'0'571'0,"0"0"-479"15,0 0-76-15,0 0 125 0,-9 86 99 16,4-54 115-16,0 3-111 0,-1 2-106 16,0-2-43-16,2-2-37 0,3-5-24 0,1-3-31 0,-2-7-3 15,2-3-37-15,0-6-64 0,-1-4-15 16,1-2-35-16,0-3-54 0,0-4-84 15,0-6-187-15,0 0-619 0,-2-17-790 0</inkml:trace>
  <inkml:trace contextRef="#ctx0" brushRef="#br0" timeOffset="121843.567">12117 13030 2440 0,'0'0'1181'0,"0"0"-938"16,0 0-96-16,0 0 26 0,0 0 73 15,0 0-42-15,0 0-81 0,0 0-92 16,86-44-31-16,-57 35-151 0,4 1-158 16,-7 3-265-16,10-3-1080 0</inkml:trace>
  <inkml:trace contextRef="#ctx0" brushRef="#br0" timeOffset="122206.581">12725 13152 2259 0,'0'0'1514'0,"0"0"-1251"16,0 0-96-16,0 0 106 0,0 0 20 16,0 0-48-16,0 0-10 0,0 0-104 15,0 0-98-15,0 0-33 0,0 0-21 0,-63 59 0 16,63-58 3-16,1 1 15 16,-1-1-16-16,3 2 16 0,1-1-12 0,0 3 12 15,-1 0-15-15,0 1-7 0,-1 1-2 16,-1 3-3-16,2 2 2 0,1 2 16 0,-1 3 11 15,2 1-2-15,-1 1 2 0,0 0-17 16,0-3 3-16,1-1 15 0,-2-1 12 16,1-4-12-16,-1-1-13 0,4 0 12 15,-1 0-1-15,0-3-1 0,1 1 0 0,-1 0 0 16,1 0 3-16,1 3 2 0,-2-3 10 16,0 4-9-1,-2 1 13-15,-1-1-15 0,-3 1 0 16,0 0-1-16,0 0-16 0,-8-1-32 15,-1-1-38-15,-4-1-21 0,-2-4-31 16,1-1-35-16,-2-4-108 0,-1 0-177 0,4 0-198 16,-7-10-606-16</inkml:trace>
  <inkml:trace contextRef="#ctx0" brushRef="#br0" timeOffset="122875.782">13464 13279 668 0,'0'0'323'0,"0"0"1370"0,0 0-1307 16,0 0-16-16,-36 68-12 0,33-44-3 16,0 0-32-1,3-3-64-15,0-4-99 0,9-7-68 0,4-6-43 16,0-4-16-16,7 0 4 0,5-8 18 15,2-9-3-15,2-6-19 0,3-5-33 16,-2-6-12-16,2-1-37 0,-4 1-54 16,1-1-14-16,-7 4-11 0,-5 6 5 0,-4 4 34 15,-6 4 18-15,-4 5 3 0,-3 1 6 16,-3 6 6-16,-7 2 36 0,-4 0 20 0,-1 3 16 16,-2 3-4-16,3 5 53 0,-2 11 19 15,1 5 2-15,1 6 4 0,1 5-8 16,0 5-23-16,2 1-1 0,0 1-12 0,-1 2-9 15,4-1 12-15,1-6-22 0,7-5-27 16,0-8-9-16,6-10-46 0,6-7-31 16,6-7-52-16,4 0-13 0,5-9-9 0,3-6-89 0,3-7-187 15,-9 5-524-15,10-16-595 0</inkml:trace>
  <inkml:trace contextRef="#ctx0" brushRef="#br0" timeOffset="123095.216">14033 13214 1413 0,'0'0'2048'0,"0"0"-1734"0,0 0-166 0,3 75 50 0,-3-43 29 16,-1 2 79-16,-4 0-2 0,0 0-93 15,4-3-56-15,1-3-33 0,0-7-31 16,1-4-43-16,7-5-24 0,1-5-5 16,1-3-1-16,5-4-17 0,1 0 11 15,4-10-11-15,3-5-1 0,0-6-36 16,1-5-46-16,1-2-18 0,-4 0-13 15,-2 0-21-15,0-1-43 0,-2 1-37 16,-1-4-100-16,0-1-292 0,-5 7-483 0,2-11-504 0</inkml:trace>
  <inkml:trace contextRef="#ctx0" brushRef="#br0" timeOffset="123376.688">14418 13349 2936 0,'0'0'464'0,"0"0"-245"0,0 0-8 0,-13 76-25 15,13-65-23-15,0-6 24 0,6-5-54 16,6 0-50-16,5-11-12 0,4-5-9 16,1-8-62-16,4-2-34 0,0-4-96 0,-2 3-12 15,-2-1 9-15,-5 5 61 16,-3 1 19-16,-6 6 22 0,-7 3-13 0,-1 4 3 16,-4 4 41-16,-6 4 55 0,-4 1 29 15,-5 8 9-15,3 6-6 0,-4 7-3 16,0 5 15-16,2 1 25 0,0 2-32 15,2 2 6-15,2-1-15 0,0-2-10 16,6-4-15-16,-1-1-58 0,5-5-28 16,2-3-76-16,2-3-56 0,0-2-37 0,6-2-38 0,4-3-5 15,3-5-62-15,0 0-304 0,7-13-754 0</inkml:trace>
  <inkml:trace contextRef="#ctx0" brushRef="#br0" timeOffset="123661.974">14787 13373 1623 0,'0'0'1631'0,"0"0"-1271"16,0 0-202-16,0 0 90 0,-19 70 136 15,9-54 5-15,5-4-68 0,2-6-153 16,1-1-127-16,2-5-41 0,0 0-3 16,9 0-3-16,4-8 6 0,4-4 27 0,6-3-27 15,3-7-15-15,1 1-82 16,1 1 5-16,-2 4 25 0,0 5 3 0,-3 4 18 0,-2 3-3 15,-6 4-12-15,2 4 3 0,-4 8 29 16,1 2 29-16,-2 7 25 0,1 3 11 0,-1 2 44 16,-2-1-55-16,0 0-11 0,1 2-14 15,-2-1-3-15,0 1-37 0,1 1-104 16,1 1-66-16,0 1-103 0,3 1-202 16,-4-10-588-1,7 14-728-15</inkml:trace>
  <inkml:trace contextRef="#ctx0" brushRef="#br0" timeOffset="124266.401">16244 12905 1971 0,'0'0'1070'0,"0"0"-830"0,0 0 78 16,0 0-9-16,105 23 45 0,-66-10-72 16,4-1-63-16,2 0 11 0,4 0-62 0,-1-2-83 15,1-2-27-15,-3 0-12 0,0-2-10 0,-6 0-12 16,-5 1-7-16,-5 1-17 0,-7-1-22 15,-7 2 1-15,-7 3-6 0,-6 3-31 16,-5 5-12-16,-15 7-12 0,-7 5-19 16,-10 5 3-16,-5 6 6 0,-7 1 15 15,-3 2 10-15,-1-2 24 0,1 4 30 0,-2-3-30 16,4 4 22-16,4-4 18 0,5-1 3 16,6-2 18-1,9-7 41-15,7-4 14 0,5-5-17 16,10-5-7-16,1-3-9 0,11-3 9 15,9 1 6-15,9-3 24 0,9-3-2 16,11-1-23-16,4-3-23 0,4-2-21 16,4-1-8-16,-2-1-3 0,3-2 1 15,-3 0-21-15,0 0-62 0,-4 0-69 16,-2 0-57-16,-5 0-31 0,-1 1-104 0,-13 1-296 0,6 0-781 0</inkml:trace>
  <inkml:trace contextRef="#ctx0" brushRef="#br0" timeOffset="124765.108">17962 12955 163 0,'0'0'2368'15,"0"0"-2014"-15,0 0-158 0,0 0-65 16,0 0 31-16,0 0 42 0,0 0 17 16,-76 59 5-16,56-28-34 15,0 10-22-15,2 6 1 0,-1 7-33 16,5 3 4-16,0 4-26 0,3 2-15 15,1-3-19-15,6-3-24 0,1-5-24 16,3-6-34-16,7-7-6 0,6-2-34 16,4-7-33-16,2-7-31 0,7-5-12 15,2-5-13-15,3-7-25 0,5-6-41 0,3 0-50 16,2-9-167-16,-10 0-349 0,5-11-1076 0</inkml:trace>
  <inkml:trace contextRef="#ctx0" brushRef="#br0" timeOffset="124995.851">18541 13081 3466 0,'0'0'514'15,"0"0"-422"-15,0 0-11 0,11 73 100 0,-10-31 48 16,-1 6 100-16,0 5-66 0,0 4-111 15,-3 1-76-15,0 1-18 0,0-3-19 16,0-1-39-16,-1-4-22 0,0-10-94 0,1-4-39 16,1-11-40-16,2-4-14 0,0-9-12 0,0-7-77 15,2-6-210-15,1 0-456 0,3-14-432 0</inkml:trace>
  <inkml:trace contextRef="#ctx0" brushRef="#br0" timeOffset="125249.066">18561 13071 760 0,'0'0'2161'0,"0"0"-1796"0,0 0-167 0,0 0-24 15,83-18 21-15,-56 18 29 0,2 4-46 16,1 5-29-16,1 3-62 0,-1 3-50 16,-3 3-9-16,-1 1-26 15,-5 5-2-15,-7 2 0 0,-6 4 0 16,-6 1 24-16,-4 7-11 0,-11 4-13 15,-10 1-2-15,-8 5-38 0,-6 1-31 16,-7 2-23-16,-1-2 1 0,-4-2 0 0,4-3 6 0,2-9-33 0,3-4 19 16,7-6-47-1,6-7-133-15,6-7-179 0,10-5-291 0,1-1-630 0</inkml:trace>
  <inkml:trace contextRef="#ctx0" brushRef="#br0" timeOffset="125597.239">18916 13724 1497 0,'0'0'1409'0,"0"0"-954"0,0 0-338 0,0 0 13 16,11 79 69-16,-11-55 85 0,-5 5 42 16,-2-3-23-16,-1 1-140 0,3-3-108 15,-1-7-40-15,2-2-15 0,2-6-12 16,2-3-10-16,0-5-17 0,3-1-23 15,7-7-21-15,3-5 31 0,6-6 6 16,1-5-7-16,3-2-5 0,2 1-1 0,-2 1 13 0,-4 4 24 16,1 4-3-16,-3 3 25 0,-3 5 0 15,-1 2 1-15,-3 5 18 16,-1 0 43-16,-2 6 30 0,-4 5-5 16,3 3-1-16,-2 4-34 0,-1 4-21 0,0 2 76 15,-2-1-46-15,2 1-48 0,-3-4-13 16,2 0 0-16,-2 0-28 0,1-5-57 0,1-2-109 0,1-1-47 15,-1-5-54-15,5-3-187 0,1-4-574 32,0 0-616-32</inkml:trace>
  <inkml:trace contextRef="#ctx0" brushRef="#br0" timeOffset="125997.666">19601 13094 2134 0,'0'0'1502'0,"0"0"-1064"0,0 0-186 15,0 0-63-15,0 0 46 0,0 0-15 16,0 0 40-16,0 0-44 0,0 0-104 15,0 0-67-15,0 0-11 0,13-3-1 16,-5 9 15-16,7 5-2 0,-1 3 5 16,5 3-11-1,-2 3-13-15,3 5-3 0,0-1-9 0,-1 2-12 16,3 1 15-16,-5 1-15 0,3 1-2 0,-3-1 0 0,-2 4 0 16,-2 1 0-16,-2 2 0 0,-3 2-1 0,-5 1-2 15,-3 3-31-15,0 2-21 0,-8 2-16 16,-6 0-24-16,-8 1-6 0,-1-3-9 15,-5 0-12 1,-3-4-4-16,1-2-15 0,-2-4-34 16,2-5-57-16,1-5-53 0,3-8-94 15,7-3-88-15,2-8-79 0,6-3-193 0,2-6-715 0</inkml:trace>
  <inkml:trace contextRef="#ctx0" brushRef="#br0" timeOffset="126318.521">20191 13456 2602 0,'0'0'1595'15,"0"0"-1269"-15,0 0-169 0,93 8 3 16,-56-8-22-16,1-2-80 0,-1-2 9 0,-2-7-21 16,1 3-45-1,0-3-1-15,1-1-55 0,-1 3-92 0,-4-1-80 16,-3 2-4-16,-8 4-80 0,-9 2-249 15,-5 2-678-15,-10 0-1006 0</inkml:trace>
  <inkml:trace contextRef="#ctx0" brushRef="#br0" timeOffset="126451.582">20261 13737 661 0,'0'0'2830'0,"0"0"-2470"15,0 0-287-15,0 0 56 0,0 0 18 16,0 0 18-16,87 36 57 0,-52-36-83 15,4-2-139-15,0-4-37 0,4-1-151 16,-2-2-101-16,-10 4-220 0,8-4-806 0</inkml:trace>
  <inkml:trace contextRef="#ctx0" brushRef="#br0" timeOffset="128656.441">22474 13295 258 0,'0'0'2573'0,"0"0"-2114"0,0 0-196 0,0 0 28 15,0 0 64-15,0 0-8 0,0 0-54 16,0 0-116-16,-95-5-61 0,66 13-18 15,-5 4-4-15,-3 4-9 0,-5 2-21 16,-2 4-18-16,-2 3-13 0,1 5-12 0,-1 3-9 0,5 3 22 31,-2 1-1-31,8 4-6 0,5-4-14 0,6 2-12 0,6-5-2 16,7-3-10-16,6-5 10 0,5-7-2 16,8-3-18-16,8-8 3 0,9-3 3 15,7-5 12-15,5-1-19 0,8-11-2 0,-1-5-15 16,5-2 5-16,-5-3-5 15,-3 0-4-15,-5 1-2 0,-7 2-13 16,-7 2 3-16,-8 5 4 0,-8 1 17 16,-6 4-3-16,-1 2 34 0,-10 3 1 15,-9-3-37-15,-3 5-13 0,-7-1-12 16,-3 1 12-16,-3 0-3 0,-2 0-13 16,-5 6-43-16,3 0-58 0,-4 3-85 15,1 2-164-15,10-4-581 0,-17 4-852 0</inkml:trace>
  <inkml:trace contextRef="#ctx0" brushRef="#br0" timeOffset="130278.435">22749 12414 627 0,'0'0'502'0,"0"0"866"0,0 0-888 15,0 0-106-15,0 0-6 0,0 0 19 16,0 0-54-16,0 0-64 0,0 0-82 16,0 0-62-16,0 0-24 0,22 5 3 15,-22 19-16-15,2 4-27 0,-2 3-25 0,0 0-21 16,-2 0-2-16,-1-4-13 0,2-3-22 15,1-5-41-15,0-6-26 0,0-2-17 16,4-5-4-16,-1-1 3 0,4-2 3 0,-2-3-7 16,2 0-3-16,0 0-6 0,4-4 5 15,1-6 19-15,2-3 9 0,-1-4 37 0,2 0 16 16,-1 0 32-16,1 0 0 0,-1 1 0 16,-2 1 2-16,0 0 15 0,-1 3 7 15,-4 1 9-15,-3 5 34 0,3 1-2 0,-4 5-4 16,0 0-16-16,1 0 28 0,-1 9 0 15,2 1-3-15,-2 2 3 0,0 3-6 16,-2 2-7-16,2 1 6 0,-1 1-21 0,1-1-21 16,-1 1-20-16,-1 0-2 0,2-3-19 15,0-1-91-15,2-3-78 0,0 0-34 16,1-2-24 0,1-1-160-16,0-1-265 0,1-2-561 15</inkml:trace>
  <inkml:trace contextRef="#ctx0" brushRef="#br0" timeOffset="130505.505">22594 13050 1838 0,'0'0'1468'16,"0"0"-1214"-16,0 0-169 0,0 0 161 15,0 0 118-15,91-19-39 0,-58 11-103 16,4 0-124-16,2 1-70 0,0 1-28 16,4-1-2-16,-1 1-17 0,-3 0 1 15,4 0-62-15,-4 1-98 0,-6 4-119 0,-1-1-57 16,-7 2-205-16,-8 0-258 0,-9 3-751 16</inkml:trace>
  <inkml:trace contextRef="#ctx0" brushRef="#br0" timeOffset="130790.335">22850 13224 1615 0,'0'0'724'0,"0"0"-15"16,0 0-419-16,0 0-73 0,0 0 86 16,96-38-8-16,-73 29-77 0,-6 2-106 15,0 2-94-15,-4 4-18 0,-4 1-34 0,-5 0-12 0,-2 5-20 16,-2 5 39-16,0 5 23 0,-6 5 1 15,-6 3-18-15,-1 1 19 0,-5 2 2 16,2 1 2-16,-1-1 13 0,3 0-15 16,2-1-25-16,4-2 22 0,8-4-25 15,0-3-9-15,11-1 6 0,10-4 3 16,6-3 28-16,10-2 47 16,2-6-47-16,6 0-15 0,0 0-215 15,-12-2-202-15,16-8-679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7:52:13.22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18026 4057 104 0,'0'0'3167'16,"0"0"-2732"-16,0 0-195 0,0 0-98 16,0 0 125-16,0 0-13 0,0 0-11 15,0 0-7-15,0 0-81 16,0 0-27-16,24-11 21 0,-1 41 14 16,1 10-9-16,-2 11-42 0,-2 13-33 15,0 8-34-15,-5 9 6 0,-2 7-24 16,-5 4-14-16,0 4-13 0,-2 3-15 15,-1-3-18-15,2-6-18 0,-2-7-22 16,2-13-20-16,0-12-1 0,-1-16-27 16,2-12-18-16,-2-15-22 0,0-10-46 0,-1-5-102 0,-2-12-199 15,-1-1-239-15,-2-29-820 0</inkml:trace>
  <inkml:trace contextRef="#ctx0" brushRef="#br0" timeOffset="284.351">18151 3917 153 0,'0'0'3588'0,"0"0"-3163"15,0 0-347-15,0 0 77 0,103-16 64 0,-65 16 67 16,3 8-38-16,4 6-81 0,3 5-45 16,4 6-31-16,0 4-37 0,-4 7-23 15,-3 7-13-15,-6 7-16 0,-7 7-2 16,-4 7 0-16,-11 7-24 0,-4 6 2 0,-10 6-26 15,-3 0 11-15,-8-1 13 0,-7 2 9 16,-6-1-12-16,-6-1-10 0,-8-2 16 0,-5-6 19 16,-2-4 2-16,-1-7 0 0,1-7-1 15,3-12-14-15,5-9-19 0,1-8-81 16,2-6-26-16,2-7-48 0,2-5-11 16,4-5-124-16,6-4-158 0,5 0-309 0,5-7-714 0</inkml:trace>
  <inkml:trace contextRef="#ctx0" brushRef="#br0" timeOffset="562.953">19093 4997 1664 0,'0'0'1077'16,"0"0"-580"-16,0 0-147 0,0 0 3 15,0 0 17-15,0 0-39 0,0 0-85 0,-3 66-81 16,-12-38-55-16,0-2-28 0,1 3-24 15,2 2-31-15,2-2-25 0,6 1 23 16,2 1-4-16,2 0 12 0,10-3-2 0,5-2-7 16,7-3 18-16,6-4 7 0,4-2 57 15,4-5-12-15,7-3-46 0,2-6-24 16,2-3-22-16,0-1-1 0,0-10-1 0,-4-2-24 16,-3-5-51-16,-6-1-53 0,-4-3-66 15,-5-1-6-15,-4 2-87 0,-8-2-339 16,-3 6-805-16,-10-9-1108 0</inkml:trace>
  <inkml:trace contextRef="#ctx0" brushRef="#br0" timeOffset="733.4">19343 5157 3466 0,'0'0'545'0,"0"0"-369"0,-19 98 20 16,16-55 95-16,0 7 6 0,3 0-37 0,0 0-96 0,0 0-79 15,0-1-85-15,0-3-24 0,0 1-107 16,0-3-82-16,-3-3-47 0,2-3-125 16,-1-12-567-16,-3 9-856 0</inkml:trace>
  <inkml:trace contextRef="#ctx0" brushRef="#br0" timeOffset="1773.241">16991 4509 1737 0,'0'0'1184'16,"0"0"-777"-16,0 0-169 0,0 0 2 0,0 0 78 15,0 0 18-15,0 0-6 0,0 0-98 16,0 0-97-16,0 0-56 0,0 0-39 0,-51 25-7 16,28-11-18-16,-4 5 7 0,-5 5-1 15,-2 1-18-15,-5 3 12 0,-2 3-15 16,-3 1 1-16,2 3-1 0,0-2 2 15,3 2 16-15,3-3 4 0,7-4-21 16,5-1 2-16,6-7 0 0,3-2 24 0,6-1-14 16,3-6-13-16,3-1-15 0,3-1 12 0,0 0 2 15,3-1 1-15,6-1 3 0,4 0 9 0,3 1-9 16,4 2 24-16,2 1-8 16,6 3-18-16,3 3 1 0,3-1 16 15,6 4-15-15,4-2 18 0,2 1-20 16,0-2 20-16,4-1-19 0,-2-3 1 0,2-1 9 15,-5-2-12 1,0-1-1-16,-3-3 1 0,-2 0 19 16,-3-5-4-16,-4 3 18 0,-4-3-6 0,-3-1 55 15,-5 0-16-15,-3 0-26 16,-2 0-7-16,-2-5-3 0,-2 0-9 0,-1 0-6 16,-5-1 16-16,0-1 8 15,-2-1 6-15,-1-1 85 0,-1-1-46 0,-2-2-30 16,0-1-15-16,-2-3-18 0,-5-2-9 0,-2-5-9 0,-5-2-2 15,-1-5-1-15,-2-2-24 0,-3-6 3 16,-2 0-6-16,-1-3-15 0,2-2-30 16,2 2-4-16,0-2-17 0,3 2-13 15,2-3-8-15,1 1-25 0,0 1-1 16,2 0-27-16,0 0-122 16,3 2-173-16,2 12-474 0,0-7-461 0</inkml:trace>
  <inkml:trace contextRef="#ctx0" brushRef="#br0" timeOffset="2807.572">14176 4407 1881 0,'0'0'1242'0,"0"0"-945"0,0 0-113 0,0 0 31 0,0 0 87 15,0 0-112-15,0 0-72 16,0 0-7-16,-98 59-31 0,65-29-30 16,-2 5-7-16,-2 1-9 0,-2 6-31 15,0 1 9-15,-1 0-9 0,2 4-1 16,0-4-2-16,1 1 0 0,4-3-28 0,3-1 26 16,6-5 2-16,5-4 1 0,3-6-1 15,7-4 2-15,6-4 2 16,3-2 14-16,0-2-3 0,8-1 7 0,3 0-7 0,9 0-3 15,3-4 41-15,5 4 5 0,2-1 0 16,2 0-15-16,-1 1 9 0,1 1-4 16,3 1-8-16,-2 0 21 0,-1 1-31 0,-1 0-5 15,0-2-25-15,-4 1 0 0,-1 1-28 16,-2 0 4-16,-2 1-73 0,1-1-59 16,0 1 36-1,-4-1-39-15,1-2-57 0,-1-3-20 0,-3-4-24 16,2-1-115-16,0-1-86 0,-3-3-354 15,4-1-747-15</inkml:trace>
  <inkml:trace contextRef="#ctx0" brushRef="#br0" timeOffset="3308.217">14995 4616 1873 0,'0'0'1332'0,"0"0"-1029"16,0 0-164-16,0 0 7 15,0 0 111-15,0 0 53 0,0 0-69 16,0 0-66-16,0 0-67 0,0 0-59 16,0 0-28-16,-55 12 1 0,40 13-4 15,-5 4 9-15,-3 3-5 0,-1 3-4 16,-1 2-17-16,-4 3 0 0,1-2 1 15,0 2-1-15,1-3 1 0,1 0 11 0,3-1 5 16,3-1-15-16,3 0-2 0,5-5 2 0,3-3 12 16,5-3 3-16,4-5-15 0,2-3 9 15,7-2-12-15,3-4 3 0,5-2-1 16,2-4-1-16,6 1 1 0,0-5 0 0,4 0-2 16,1-5 3-16,1-2-3 0,-2 0-14 15,-1-4 11-15,-2 0-16 0,-2-1 7 16,-3 0-15-16,1-1-4 0,-5 1-9 0,-1-1 10 15,-6 3 15-15,-1-1 14 0,-4 3 1 16,-3 2-19-16,-2 0 19 0,-6 1 16 0,-4 1-16 16,-5 0 0-16,-5 1-30 0,-3 2-10 15,-2 0-21-15,0 1-10 0,-1 0 10 16,0 0-7-16,0 0-6 0,5 0 0 16,2 0-22-1,4 0 0-15,5 0-41 0,4 0-83 16,3 0-213-16,2 0-286 0,1 1-730 0</inkml:trace>
  <inkml:trace contextRef="#ctx0" brushRef="#br0" timeOffset="3655.499">15675 4711 3528 0,'0'0'783'16,"0"0"-606"-1,0 0-177-15,0 0 98 0,0 0 96 0,0 0 79 16,0 0-63-16,94 19-109 0,-68-17-22 16,2 1-22-16,3-2-26 0,0 1-28 15,2 1-1-15,-1-2-1 0,0-1 0 0,-5 0-1 16,-2 3-27-16,-5-1 14 0,-1 0 11 15,-5 2-13-15,-1 2 3 0,-6-4 0 16,-2 5-6-16,-4 3-13 0,-1 1 19 0,-9 6 11 16,-8 4 1-16,-5 5-3 0,-9 6-24 15,-6 2 12-15,-7 6-19 0,-5 2-33 16,-7 2-55-16,-6 7-6 0,-4-1 9 16,-2 4-53-16,0 1-168 0,16-13-607 0,-29 22-1436 15</inkml:trace>
  <inkml:trace contextRef="#ctx0" brushRef="#br0" timeOffset="10872.771">14995 5788 1729 0,'0'0'32'16,"0"0"238"-16,0 0 293 0,0 0-238 15,0 0 8-15,0 0-5 0,0 0-44 16,0 0-17-16,0 0-33 0,-22-60-33 16,21 60-47-16,-4 0-7 0,-3 6 0 0,-7 2-46 15,-4 7-64-15,-6 6-23 0,-3 4-14 16,-2 4 0-16,0 2 3 0,2 3-3 15,4-3-9 1,6 0 8-16,3-2-21 0,6 0 19 16,8-4-45-16,1 1 23 0,5 0 4 0,7-1 20 15,4-1-18-15,2 0 19 0,1 1 3 16,1 0-1-16,3-2 0 0,-2 0 10 16,0 0 0-16,1 0-9 0,-5-2 34 15,0 2-19-15,-2 1-3 0,-4 0 10 0,-1 0 2 16,-5 2-6-16,-4-2 4 0,-1 1-23 15,0-2-2-15,0-5-15 0,-3-2-22 0,0-7-42 16,0-4-22-16,3-4-43 0,0-1-22 16,0-5-41-16,6-8-122 0,5-7-270 15,0 2-452-15,8-24-556 0</inkml:trace>
  <inkml:trace contextRef="#ctx0" brushRef="#br0" timeOffset="11057.305">15321 5959 2214 0,'0'0'819'0,"0"0"-551"0,0 0-204 16,-3 76 76-16,-2-39 144 0,1 2 72 15,0 7-95 1,2 6-32-16,2 3-26 0,0 3-117 16,0 4-86-16,0-3-4 0,0 1-109 0,4-4-53 15,2-2-72-15,-1-4-115 0,2-2-310 16,-2-15-670-16,-3 9-662 0</inkml:trace>
  <inkml:trace contextRef="#ctx0" brushRef="#br0" timeOffset="11496.493">14649 7392 3757 0,'0'0'365'0,"0"0"-343"16,0 0-10-16,99-36 132 0,-57 19 66 15,6 0-40-15,2 3 20 0,5 1-18 16,0 4-75-16,-1 3-75 0,-6 2-22 0,-4 4-14 16,-6 5 11-16,-5 6 1 0,-8 8-17 15,-8 5 1-15,-3 2-6 0,-6 6-10 16,-8 2 6-16,0 2 1 0,-12 3 27 0,-7 0-1 15,-5 2 0-15,-3 2 0 0,-4 0 1 16,-3 2 0-16,-2-5 15 0,-2 0-12 16,-1 0 22-16,1-2-10 0,3-2-15 15,3-2-17-15,6-3 16 0,7-4-1 0,7-4 2 16,6-1 10-16,6 1 23 0,0-2 13 16,7 2 21-16,7 2 6 0,6-2-21 0,2-1-6 15,5-3-7-15,4-1-2 0,2-4-4 16,0-1-9-16,0-2-21 0,-1-5-3 15,0 0-6-15,2-6-18 0,-2 0-43 0,-1-2-70 16,0-8-85-16,0-8-88 0,2-4-79 16,-7 3-352-16,10-12-975 0</inkml:trace>
  <inkml:trace contextRef="#ctx0" brushRef="#br0" timeOffset="11728.086">15561 7578 3134 0,'0'0'702'0,"0"0"-444"0,-68 71-180 0,44-41 46 16,-5 9 96-16,0 3 36 0,2 2-102 15,-1-1-41-15,5 1-64 0,0 0-49 16,3 0-17-16,1-1-29 0,-1-2-15 16,3 1-3-16,0 0-28 0,2-6-22 15,1 0-6-15,1-5 0 0,2-2 14 16,0-7 7-16,1-1-13 0,3-9-37 15,4-3-77-15,0-5-33 16,3-4-85-16,3-1-190 0,4-4-142 16,9-10-380-16</inkml:trace>
  <inkml:trace contextRef="#ctx0" brushRef="#br0" timeOffset="11969.585">15699 8055 2009 0,'0'0'654'15,"0"0"-422"-15,0 0-98 0,0 0 110 0,0 0 89 16,0 0-24-16,0 0-73 0,42 71-71 16,-49-46-56-16,-2 2-44 0,-1 2-13 15,0 4 13-15,1-1 15 0,3 0 49 16,3-1 9-16,3-1-46 0,0-4-43 16,6-4-19-16,8-6-14 15,4-2-13-15,4-7 6 0,4-3-7 16,6-4-2-16,1-1 0 0,0-11-37 15,2-5-97-15,0-8-38 0,-1-5-43 0,-1-4-86 0,-3-2-207 0,-4 2-271 16,-9 7-647-16</inkml:trace>
  <inkml:trace contextRef="#ctx0" brushRef="#br0" timeOffset="12112.484">16011 8057 2274 0,'0'0'597'15,"0"0"-280"-15,-41 79-97 0,27-37-36 16,-1 11 22-16,0 7 29 0,2 0 10 15,0 7-68-15,3-2-85 0,1-3-77 0,-1 0-15 16,1-4-90-16,-1-4-111 0,-1-4-119 16,4-14-192-16,-4 10-718 0</inkml:trace>
  <inkml:trace contextRef="#ctx0" brushRef="#br0" timeOffset="13430.566">12966 4751 2345 0,'0'0'407'0,"0"0"-272"0,0 0 93 0,0 0 49 16,0 0-108-16,-79 3-33 0,45 9 125 16,-3 6-85-16,-4 4-54 0,-2 4-38 15,-3 3-16-15,0 2 25 0,0 3-25 0,-2 0-19 16,2 1-9-16,2 1-25 0,0-1-15 16,4-3 0-16,5-2 1 0,6-3 11 15,5-6 13-15,4-4 2 0,5-3-5 16,3 1-19-16,4-3 12 0,5-3 4 15,3 2-7-15,2 1-12 16,8-4 18-16,6 3 13 0,5 1 6 16,4 0-35-16,7 0 38 0,6-1-38 15,1 1 9-15,5 0-10 0,3-1 7 16,-1 2-8-16,2-1-3 0,-5 0 1 0,2-1 0 16,-6-1-10-16,-2-1 0 0,-1-2 11 15,-2-2-2-15,0-1 3 0,-6-3 13 16,0-1-13-16,-5 0 0 0,-1-3-1 0,-2-3 2 15,-6-1-1-15,-2 0 12 0,-1-3 6 16,-3 1 16-16,-3-4 42 0,-2-4 22 16,-3-1-4-16,0-4-24 0,-1 1-18 0,-6-3-3 15,-1-3-10 1,-4-4-29-16,1-5-10 0,-2-8-1 16,-1-9-32-16,1-6-58 0,-3-7-71 15,0-3-57-15,-1-1-57 0,2 4-80 16,1 11-176-16,4 19-461 0,-6-1-661 0</inkml:trace>
  <inkml:trace contextRef="#ctx0" brushRef="#br0" timeOffset="14768.531">10445 4772 2421 0,'0'0'384'0,"0"0"-9"0,0 0-228 15,0 0 28 1,0 0 68-16,0 0 69 0,0 0-28 15,0 0-74-15,0 0-86 0,-10-24-53 0,-3 30-47 16,-3 6-24-16,-7 6-12 0,-3 2 0 16,-4 10 9-16,-2 1-1 0,-1 8 1 15,-3 4-15-15,1 1 3 0,-1 3-7 16,2-1-18-16,0-2 6 0,6-3 3 16,0-4 13-16,5-3-4 0,5-7 10 15,3 0-1-15,2-7 11 0,8-2-1 16,3-1-9-16,2 0 12 0,6 1 25 0,10 1 33 15,4 3-27-15,4 0-3 0,8 1-3 16,5 2-23-16,-2-1 25 0,3 0-25 0,-1 0-1 16,-2-1 0-16,-2-2-1 0,-3 0-2 15,-1-1-1-15,-2-2-40 0,-2-3-120 16,-4-3-98-16,-5-5-154 0,1 2-731 0</inkml:trace>
  <inkml:trace contextRef="#ctx0" brushRef="#br0" timeOffset="16096.467">11605 4714 2677 0,'0'0'424'0,"0"0"13"0,0 0-270 0,0 0-34 16,0 0 64-16,0 0 67 15,0 0-51-15,0 0-64 0,38 77-54 16,-14-58-18-16,5 0-28 0,1 2-13 15,3-4-5-15,-1 2-3 0,1-4 5 16,-4 0-18-16,1-3 1 0,-4 1-16 16,-3-1 0-16,-1-1 0 0,-3 1 0 15,-6 1 3-15,-1-1-1 0,-3-2-2 16,-3 5-1-16,-2 1 1 0,-4 1 14 0,0 3-12 0,-7 4-1 16,-11 5 16-16,-7 4-17 0,-10 6-62 15,-2-2-14-15,-5 1 27 0,-1 0 15 16,1-3-21-16,0-2-16 0,-1-2-64 15,1-1-32-15,-1-3-44 0,0-4-138 0,10-6-291 16,-22 1-1136-16</inkml:trace>
  <inkml:trace contextRef="#ctx0" brushRef="#br0" timeOffset="16719.741">11186 4796 2459 0,'0'0'380'16,"0"0"-207"-16,0 0-51 0,0 0 70 15,0 0 68-15,0 0-20 0,0 0 0 16,0 0-16-16,-91-30-87 0,72 43-75 16,-4 9-13-16,-3 4 19 0,-1 8 18 0,1 5 19 15,-1 3-13-15,2 5-19 0,-1 0-21 16,5 1-15-16,3-3-6 0,2-2-7 0,6-5-6 0,3-5-15 16,4-4 13-16,3-6-15 15,0-4 0 1,6-2-1-16,1-6-18 0,3-1-3 0,3-5-6 15,3-2 8-15,3-3 4 0,1-4-25 16,3-5 16-16,1-6-1 0,2-1-15 16,-4-3-12-16,0 0-21 0,-2 0 5 15,-6 1 25-15,-1 3 3 0,-6 0 9 0,-2 4 3 16,-5 0 7-16,0 4 21 0,-6 1 12 16,-8 2-12-16,-2 1-3 15,-6-1-22-15,-1 4 10 0,-2 0-11 0,-2 0 24 16,0 0-8-16,2 4 9 0,4 1-18 15,3 0-6-15,1 0-3 0,5-1-80 16,4 0-76-16,2-3-143 0,0-1-145 0,5 0-179 0,1-7-658 0</inkml:trace>
  <inkml:trace contextRef="#ctx0" brushRef="#br0" timeOffset="17037.335">11212 4313 453 0,'0'0'2474'0,"0"0"-2173"0,0 0-193 0,0 0 70 16,0 0 28-16,86-35-4 15,-76 35-48-15,-1 0-51 0,-2 4-50 16,0 5-37-16,-1 3-1 0,-3 5 13 0,-3 3 3 15,0 7 0-15,-3 4-12 16,-3 5-4-16,-2 2-2 0,-1-3-13 16,3-4-2-16,3-2 2 0,3-4 0 0,0-3 0 15,3-7-2-15,5 0-17 0,4-5 1 16,2-4 16-16,4 0 2 0,1-2 0 0,4-4 0 0,3 0-36 16,0 0-151-16,1-3-228 0,-6-1-327 31,7 0-1388-31</inkml:trace>
  <inkml:trace contextRef="#ctx0" brushRef="#br0" timeOffset="24645.166">12865 2224 2387 0,'0'0'252'0,"0"0"336"0,0 0-397 0,0 0-29 16,0 0 147-16,0 0 39 15,0 0-112-15,0 0-72 0,0 0-72 0,-93 49-27 16,66-26-25-1,0 5-4-15,-2 6-17 0,-3 0-1 16,2 4-15-16,0-2 28 0,2 0-29 0,1-1-2 16,3-2-21-16,2 0 19 0,0 0-13 15,6-6 13-15,2-4-10 0,4-4 9 16,1-5 1-16,5-6-20 0,3 0 1 16,1 1-4-16,0-1 4 0,2 3 19 15,8-3 2-15,2 4 24 0,2 3 4 0,4 0 0 0,2-1 2 16,2 3-5-16,2-3 5 0,3 1 4 15,-1 0-4-15,2-1-26 0,0 0 14 16,-2 1-5-16,-2-2-13 0,0 0-1 16,-4-1-2-16,-1-2-67 0,1-1-37 15,-3-3-41-15,-2-4-15 0,0-2-10 16,-1 0-51-16,0-5-135 0,-1-7-263 0,-4 3-662 0,0-13-621 0</inkml:trace>
  <inkml:trace contextRef="#ctx0" brushRef="#br0" timeOffset="25293.713">13211 2421 1646 0,'0'0'0'0,"0"0"-196"15,0 0-436-15,0 0 251 0,0 0 270 16,0 0 111-16,0 0 10 0,0 0-10 0,0 0-26 16,0 0 26-16,0 0 182 0,-20-5 144 15,20 5 78-15,0-2 20 0,0 2-67 16,0-1-49-16,0 1-66 0,0-4-32 0,0 2-37 16,0 0-25-16,0-1-39 15,0 0-77-15,0-1-32 0,0 1-36 0,0 0 11 16,0 0 25-1,1 0 1-15,3 1 25 0,0-2-1 16,-2 1 13-16,1 0 14 0,0 1 21 0,-2-3 13 16,1 3 6-16,-1-1 9 0,-1 1 3 15,1 0 9-15,1 1-3 0,-2 1-15 16,0 0-17-16,0 0-6 0,0 0 3 16,0 0-1-16,0 0-2 0,0 0-8 15,0 0 7-15,0 0 0 0,0 0 6 0,0 0-9 16,-3 3-13-16,-1-1-6 0,-4 1-9 0,-4 4-6 15,-4 2-33-15,-3 4 2 0,-3 3-1 16,2 2-2-16,-1 2-2 0,-1 2 1 16,2 0-12-16,1 2-2 0,0 2 0 15,6 4-7-15,2 1 20 0,2 4-10 16,5-1 0-16,1-4-6 0,3-3-7 0,0-7-6 16,3-3 7-16,3-6 8 0,2-5 16 15,2-1-18-15,-1-2 6 0,5-3 12 0,-1 0 18 16,3-5-15-16,0-2 12 0,1-6 7 15,-1 1 1-15,1-4-21 0,-3 1-2 16,-2 3 0-16,-3 0-2 0,-3 5-1 16,-3 1 2-1,-3 4-17-15,0 0 3 0,0 1-13 0,-3 0-15 16,-3 0-19-16,-1-1-15 16,-3 1-37-16,4-1-32 0,-1 0-94 0,1-3-153 15,0-2-193-15,1 4-407 0,2-12-305 0</inkml:trace>
  <inkml:trace contextRef="#ctx0" brushRef="#br0" timeOffset="25609.844">13407 2144 2629 0,'0'0'376'0,"0"0"-264"0,0 0 140 16,0 0 129-1,0 0-73-15,0 0-102 0,0 0-122 16,0 0-53-16,0 0 3 0,0 0-18 16,0 0 9-16,66 38-7 0,-59-18-17 15,-6 5-1-15,-1 6-18 0,0 5-32 16,-8-2-3-16,-1 0 37 0,1-5 16 16,0-4 25-16,1-4-10 0,3-6 1 0,1-4 8 15,2-1 20-15,1-3-10 0,0-2-9 0,1-2-7 16,6 1-2-16,6-2 8 0,2 0 10 15,3-2 0-15,2 0-32 0,2 0 1 16,3 0-3-16,-2-4-89 0,-1-1-88 16,0 0-131-16,1-1-83 0,-4 3-303 0,3-3-988 0</inkml:trace>
  <inkml:trace contextRef="#ctx0" brushRef="#br0" timeOffset="25999.206">13898 2448 2410 0,'0'0'753'0,"0"0"-520"16,0 0-163-16,0 0 110 0,0 0 88 0,0 0 30 16,0 0-37-16,0 0-72 0,0 0-57 15,94 31-31-15,-74-18 18 0,1 2 16 16,-2 1-65-16,1 3-25 0,-4 2-20 16,3 1-10-16,-6 5-14 0,1-1 1 15,-8 5 0-15,-1-1 0 0,-5 3 0 16,0 1-2-1,-8-1 0-15,-3 0-33 0,-4-1-34 16,-1-5-16-16,-2-3-30 0,-1-3-40 0,2-5-40 0,0-4-79 16,2-5-247-16,5-4-495 15,-4-4-893-15</inkml:trace>
  <inkml:trace contextRef="#ctx0" brushRef="#br0" timeOffset="26539.028">15206 2335 3908 0,'0'0'522'0,"0"0"-485"0,0 0-25 15,0 0 103-15,0 0 103 0,0 0 15 16,0 0-132-16,0 0-95 0,0 0-6 16,-98 56-2-16,70-34-14 0,-3 2 14 15,0 2 0-15,-3 0 2 0,0 2-2 0,1 3 2 16,4 2-1-16,0-2-2 0,8-1 0 16,2-3-15-16,7-4 18 0,4-3 1 15,2-5 2-15,5-4-2 0,1-4 1 16,0-1 0-16,8-5-2 0,2 3-1 0,6-4 1 15,4 0 24-15,5 0 19 0,4 0 3 16,2 0-31-16,2 0 15 0,2 1-11 0,1 5-7 16,2 0 6-16,0 5 16 15,1 1-19 1,0 0-15-16,0 1 2 0,0-1 0 0,-4 0 1 16,-1-1 0-16,-2-3-1 0,0 1 13 0,-5-1-12 15,0-3 0-15,-6 1-2 0,-3-2 2 16,-2 0-1-16,-4-2 1 0,-3 0 19 15,0-2 2-15,-4 0 3 0,-1 0 79 16,-1-4 12-16,-3 0-27 0,3-5-9 0,-3-5-1 16,0-9-32-16,0-3-22 0,-6-11-27 0,-3-2-1 15,-5-11-11 1,-2-3-61-16,-4-4-39 0,0-3-42 0,-2-1-25 16,1 2-48-16,-1 5-109 0,5 6-169 0,2 16-285 15,4 0-606-15</inkml:trace>
  <inkml:trace contextRef="#ctx0" brushRef="#br0" timeOffset="27032.524">16548 2055 954 0,'0'0'2281'0,"0"0"-1896"0,6 69-252 16,-5-30 37-16,-1 12 109 0,0 4 84 0,-4 0-59 16,-1 0-141-16,-1-1-78 0,3-2-45 15,-2-4-28-15,4-7-12 0,-1-8-43 16,2-7-100-16,0-9-14 0,0-8-2 16,3-6-45-16,2-3-82 0,1-5-129 15,-1-3-259-15,1-15-766 0</inkml:trace>
  <inkml:trace contextRef="#ctx0" brushRef="#br0" timeOffset="27297.04">16648 2044 1319 0,'0'0'1741'0,"0"0"-1485"0,0 0-113 0,0 0 158 15,95-17-43-15,-73 17-57 0,1 5 22 16,-2 4-34-16,0 5-54 0,-1 4-46 0,-3 3-28 15,-4 6-15-15,-6 4 15 0,-4 9 1 16,-3 3-17-16,-6 8-26 0,-8 1-7 0,-9 5-10 0,-5-1-2 16,-2-1-34-16,-2-3-21 15,-2 0-15-15,2-5-3 0,2-6-1 16,2-7-6-16,5-3-18 0,7-12-41 16,4-6-22-16,4-6-63 0,5-6-112 15,3-1-162-15,0-4-696 0,9-13-659 0</inkml:trace>
  <inkml:trace contextRef="#ctx0" brushRef="#br0" timeOffset="27533.184">17171 2515 2722 0,'0'0'453'0,"0"0"-256"0,0 0 105 16,0 0 44-16,0 0 94 0,0 0-74 16,0 79-133-16,-15-56-96 0,2 4-42 0,-4 2-31 15,3 3-28-15,-1 2-18 0,7 1 10 31,3-3 5-31,5-4 7 0,2-2 17 16,9-4 22-16,5-8-31 0,6 2-2 0,5-8-1 16,7-1-24-16,3-5-18 0,2-2 9 15,1-2-1-15,1-6-11 0,-3-4-54 16,-3-4-73-16,-3-4-31 0,-4-3-18 16,-2-2-65-16,-7-3-154 0,-3 7-339 15,-3-9-820-15</inkml:trace>
  <inkml:trace contextRef="#ctx0" brushRef="#br0" timeOffset="27711.208">17360 2588 3089 0,'0'0'564'16,"0"0"-441"-16,-7 83 9 0,4-40 98 15,-2 10 142-15,2 4-36 0,-1 2-119 16,0 6-122-16,-1 1-95 0,1 7-9 15,-3 0-184-15,0 2-80 0,-1 2-98 16,3-20-374-16,-7 23-1100 0</inkml:trace>
  <inkml:trace contextRef="#ctx0" brushRef="#br0" timeOffset="46020.496">13156 12107 1828 0,'0'0'256'16,"0"0"-117"-16,0 0 301 0,0 0-138 16,0 0-7-16,0 0-47 0,0 0 24 15,0 0-5-15,0 0 27 0,75-54-22 16,-85 67-69-1,-3 8-102-15,-6 3-58 0,-3 6-21 16,-4 6-4-16,-1 2-15 0,-3 0 18 0,1 0-5 16,-3 0-14-16,3-1-1 0,-1 0 11 15,1-3-12-15,1 1-2 0,2-3-22 16,4-2 22-16,3-3-1 0,4-2 0 16,6-3-24-16,4-2 5 0,5-1-8 15,3-2 18-15,8 2 6 0,4-3 6 0,4 0 0 16,3 2 18-16,4-2 3 0,2-1-18 0,3-1 0 15,0 2 43-15,0-1-33 0,2 1-13 16,-2-1 22-16,3 3-20 0,0-2 21 16,-1-1-23-16,5 2-45 0,-4-4-62 15,2 0-53-15,-1-4-65 0,3-4-88 0,2-5-218 16,0-5-495-16,-10-3-181 0,14-19 21 0</inkml:trace>
  <inkml:trace contextRef="#ctx0" brushRef="#br0" timeOffset="46383.65">13960 12264 2910 0,'0'0'444'15,"0"0"-231"-15,0 0 21 0,0 0 87 16,0 0-38-16,0 0-11 0,-104 80-75 16,77-47-103-16,-2 4-51 0,2 3-41 15,1 3 17-15,2 0 11 0,3 3-27 16,7-4 22-16,2-5-13 0,8-6-9 15,2-6-3-15,2-7 0 0,3-5-18 16,7-4-1-16,5-4-11 0,2-5-13 0,3 0 6 0,3-10-21 16,-1-5 12-16,4-4-21 0,-3-1 8 15,-2-4 38-15,-5 4-4 16,0-2 23-16,-6 5 2 0,-4 4 15 0,-3 3 1 16,-3 5-1-16,0 1 16 0,-7 3 18 15,-6 1-24-15,-3 0-25 0,-2 5-4 16,-5 2 4-16,1 4 22 15,-3 1-4-15,2 0-18 0,-2-2 0 0,2 0-3 16,3 1 3-16,6-3-37 0,3-1-52 16,5-3-62-16,3-3-31 0,3-1-51 15,1 0-119-15,12-6-225 16,-3 0-156-16,15-8-453 0</inkml:trace>
  <inkml:trace contextRef="#ctx0" brushRef="#br0" timeOffset="46637.379">14431 12171 2360 0,'0'0'786'0,"0"0"-458"0,0 0-52 0,0 0 19 15,88-12-150-15,-65 9-21 0,-1 1 44 0,1 2-11 16,0 0-46-16,2 0-41 0,0 2-42 31,-2 6 0-31,-2-1-10 0,-3 5-16 0,-2 1-1 16,-6 3 0-16,-2 3 14 0,-4 1 16 15,-4 4 6-15,0 6-10 0,-10 1 7 16,-3 2-20-16,-6 0-13 0,-4-1 10 16,-1-1-11-16,-1-5-9 0,-4 3-86 0,2-5-15 15,-1-4-31-15,5-5 2 0,6-7-40 16,1-6-95-16,4-2-176 0,4-6-587 16,1-11-733-16</inkml:trace>
  <inkml:trace contextRef="#ctx0" brushRef="#br0" timeOffset="46922.73">15555 11889 3049 0,'0'0'389'16,"0"0"-218"-1,0 0 63-15,0 0 27 0,0 0 35 0,0 0 83 16,25 73-54-16,-39-40-124 0,-4 5-58 15,-6 5-25-15,-7 6-36 0,-3 4-37 16,-7 8-30-16,-5 5-12 0,-8 7-3 0,-7 8-2 16,-7 7-22-16,-5 6-15 0,-8 8 18 15,-4 1-19-15,1 3-29 0,-2-1-32 0,3-4 13 0,3-3-15 16,8-8-22-16,10-8 3 0,9-13-50 16,7-11-71-16,11-15-95 15,6-10-184-15,8-12-259 0,6-9-517 16,5-12-307-16</inkml:trace>
  <inkml:trace contextRef="#ctx0" brushRef="#br0" timeOffset="48225.936">15483 12894 2312 0,'0'0'355'0,"0"0"-136"0,0 0-26 16,0 0 65-16,0 0 9 0,0 0-84 16,0 0-25-16,0 0-29 0,-52 66-48 15,36-39-31-15,1 2-19 0,-4 5-15 16,2 1-1 0,-3 2-14-16,1 0-1 0,-1 2 13 15,1 0-13-15,3-2 0 0,0-1-10 16,0 0 9-16,2-1 2 0,5-4-1 15,2-2 1-15,3-4 0 0,2-4 10 16,2-3 1-16,0-4 7 0,3-3-6 0,4 0 14 16,2-1-2-16,2-1-12 0,1-1-1 15,1-1 13-15,4 1 0 0,2 0 18 0,0-1 0 16,4 3 34-16,1-2-12 0,2 3 6 16,0 1-37-16,0-1-4 0,0 1-14 15,0 0-14-15,0 1 10 0,-2 0-12 16,0 1 0-16,-1-4-10 0,-3 2-30 0,-3-4-15 15,0-1 8-15,-5-3-20 0,-1-1-54 16,-2-3-37 0,-2 0-57-16,-2-4-80 0,-2-4-129 15,0-1-249-15,-1-7-541 0</inkml:trace>
  <inkml:trace contextRef="#ctx0" brushRef="#br0" timeOffset="48658.546">16146 12995 3097 0,'0'0'405'0,"0"0"-329"0,0 0 19 16,0 0 81-16,0 0 57 0,0 0 88 15,0 0-111-15,0 0-127 0,0 0-83 0,-57 67-18 0,39-30-1 16,-2 5 10-16,1 3 9 0,-1-1 3 15,0 2 0-15,3-1-1 0,2-2 14 16,5 0-1-16,3 1-12 0,5-4 16 16,2 1-1-16,2-5 19 0,8-2-25 15,3-8-12-15,7-2-23 0,0-7-8 16,6-3 13-16,-1-8-12 16,5-5 30-16,-1-1 0 0,0-10-11 15,-2-6 11-15,1-8 1 0,-4-2 20 0,-4-4-19 16,-2 1-2-16,-7 1-9 0,0 1-3 15,-5 4 10-15,-3 0-11 0,-1 5 11 16,-2 3 1-16,-2 6 1 0,-7 1-2 16,-3 4-13-16,-6 4-4 0,-2-1-18 0,-3 1-6 15,-2 0-13-15,-2 4 22 0,1 2-40 16,2 1 3-16,1 0-42 0,5-2-18 16,0 0-14-16,5-5-63 0,1 0-166 0,5-5-377 15,-2-12-734-15</inkml:trace>
  <inkml:trace contextRef="#ctx0" brushRef="#br0" timeOffset="48928.023">16429 12768 2786 0,'0'0'401'0,"0"0"-184"0,0 0 166 0,0 0-105 15,0 0-35-15,0 0 29 0,0 0-112 0,0 0-101 16,0 0-13-16,0 0-22 0,57 79-21 0,-54-55-3 15,-3 6-2-15,0 0-47 0,0 3 9 16,-4-1 16-16,0-1-16 0,2-1 30 16,1-4 10-16,1-4 3 0,0-4-3 15,0-1-11-15,7-4 8 0,3-2 0 16,0-4 1-16,3-1-10 0,4-3 12 16,-1-1 13-16,0-2-13 0,3 0-49 15,-3 0-71 1,-1 0-85-16,1-2-145 0,-7 2-331 0,4 0-1162 15</inkml:trace>
  <inkml:trace contextRef="#ctx0" brushRef="#br0" timeOffset="49190.642">16910 13139 3213 0,'0'0'442'0,"0"0"-259"0,0 0 134 16,0 0-80-16,0 0-55 0,0 0 113 15,89-12-62-15,-69 18-96 0,2 5-24 0,3 4-13 16,-2 6 6-16,-3 1-39 0,-3 5-25 16,-3 2-6-16,-5 2-14 0,-3 2-20 15,-2 0 0-15,-2 3 1 0,-2-2-3 0,0-1-12 16,-6-2-13-16,-3-2-17 0,-5-4-22 16,-1-2 4-16,-5-2-25 0,-2-3-16 0,-5-1-26 15,0-5-53-15,-3-5-93 0,2-7-116 16,-1-5-216-16,9-5-377 0,-8-20-884 0</inkml:trace>
  <inkml:trace contextRef="#ctx0" brushRef="#br0" timeOffset="49660.344">17655 12548 2323 0,'0'0'278'0,"0"0"-137"16,0 0 43-16,0 0 181 0,28-83-13 15,-10 53-31-15,4-1-66 0,7-1-88 16,3-3-43-16,5 1-19 0,2 3 3 16,3 5-25-16,-1 4-19 0,0 6-2 0,-2 9-4 0,-5 7-43 15,-3 1 7-15,-6 12-20 0,-2 6 25 16,-5 5 25-16,-1 0-3 0,0 0-16 15,-1 1-17-15,1-3 5 0,-1-3-18 16,1-4-3-16,1-7 0 0,2-1-1 16,0-6-8-16,-1-1-28 0,1-1 36 15,-2-8-1-15,-3-1-83 0,-2-1-28 0,-3-1-25 0,-5 4-65 16,-4 0-78-16,-1 3-142 0,-6 5-203 16,-4 0-573-16,-13 2-453 0</inkml:trace>
  <inkml:trace contextRef="#ctx0" brushRef="#br0" timeOffset="49836.946">17897 12677 2696 0,'0'0'510'0,"0"0"-153"0,0 0 43 0,-26 67-80 15,26-52-1-15,3-5-21 0,10-1-75 16,8-6-83-16,7-3-21 0,9 0 18 16,2-9-37-16,3-6-52 0,4-3-47 15,1-7-1-15,1 0-76 0,0-4-5 0,1 0-77 16,1-5-34-1,-2 1-92-15,-1 0-228 0,-12 5-744 0,9-9-1150 16</inkml:trace>
  <inkml:trace contextRef="#ctx0" brushRef="#br0" timeOffset="50214.751">18985 11901 3867 0,'0'0'439'0,"0"0"-365"0,0 0 47 0,93-42-43 16,-56 30-76-16,3 0 104 0,4 0 222 16,7 1-135-16,1 3-99 0,0 1-58 15,2 4-5-15,-6 3-4 0,-1 3-18 16,-6 11-9-16,-6 3 0 0,-8 2-2 16,-6 9 2-16,-6 5 0 0,-9 0 18 0,-4 9-2 15,-2 1-15-15,-12 4 1 0,-7 2 13 0,-5 0-3 16,-3 1-9-16,-2 1-1 0,-1-1-1 15,-1 0-1-15,5-3 1 0,2 0-2 16,5-5 0-16,7-4-1 0,7-6 1 16,5-4-8-16,0-3 9 0,11-3 21 15,6-4 19-15,7-6 23 0,7-1 10 0,7-3-6 16,5-6-7-16,7-2-15 0,2 0-20 16,3-8-10-16,1-1-15 0,0-3-3 0,-3-4-52 15,-2-2-26-15,-6-1-31 16,-3-3-16-16,-5-1-36 0,-6-4-46 0,-4-2-87 15,-4-1-169-15,-9 5-540 0,5-13-680 0</inkml:trace>
  <inkml:trace contextRef="#ctx0" brushRef="#br0" timeOffset="50393.2">20007 11955 2262 0,'0'0'1986'0,"0"0"-1757"0,0 0-121 15,-45 91 13-15,29-50 5 0,-2 3 131 0,-4 3 17 16,0 7-107-16,-5 0-110 0,0 4-57 16,-4 1 0-16,1 2-27 0,-1-3-43 15,3-3-57-15,5-5-41 0,7-9-48 16,6-7-82-16,7-11-269 0,3-9-596 16,3-12-663-16</inkml:trace>
  <inkml:trace contextRef="#ctx0" brushRef="#br0" timeOffset="50631.443">20334 12318 398 0,'0'0'2878'15,"0"0"-2513"-15,0 0-122 0,0 0 46 16,0 0-161-16,0 0 110 0,0 0 52 0,0 0-104 16,67 75-103-16,-69-42-50 0,-4 3-2 0,-1 4-16 15,-2-2-3-15,1 3-11 0,2-6-1 0,5-4 0 31,1-3-18-31,0-7 3 0,8-1 3 0,5-3-4 0,5-6 14 0,5-2-16 0,5-6 15 16,6-3-12-16,5 0 3 0,4-9-37 16,1-2-28-16,4-4-73 0,0 0-47 31,2-4-134-31,-13 7-342 0,20-10-939 0</inkml:trace>
  <inkml:trace contextRef="#ctx0" brushRef="#br0" timeOffset="51511.402">23427 11149 2906 0,'0'0'413'0,"0"0"-203"16,0 0-99-16,0 0 25 0,85-43 77 15,-62 43 88 1,-1 13-37-16,-2 12-80 0,-3 11-36 15,0 10-29-15,-7 14-39 0,-2 7-35 16,-7 6-17-16,-1 4-2 0,0-4-26 0,-6-3-18 16,-1-9-28-16,1-10-100 0,-4-9-54 15,5-8-34-15,-3-10-70 0,2-10-113 16,4-4-231-16,-10-10-662 0</inkml:trace>
  <inkml:trace contextRef="#ctx0" brushRef="#br0" timeOffset="51934.305">23737 11189 3056 0,'0'0'393'0,"0"0"-206"0,0 0-1 15,90-27 100-15,-62 27 26 16,-6 2-35-16,-2 7-65 0,-4 8-37 0,-3 5-26 16,-5 6-33-16,-3 7-28 0,-5 7-46 15,0 5-27-15,-13 3-15 0,-8 5-9 16,-6 4-30-16,-5 2-34 0,-1-4-18 15,-1-3 11-15,0-8-23 0,4-5 14 16,4-6-12-16,3-10-6 0,7-6-16 0,7-9-71 16,8-8-130-16,2-2-284 0,14-12-178 0,12-3-10 15,5-6 29-15,10-3 76 0,5-4 388 16,7-3 303-16,-1-1 326 0,2 1 147 16,-3 2 256-16,-4 3-200 0,-5 5-84 15,-10 6-82-15,-7 5-12 0,-6 9 13 16,-4 1-8-16,-5 7-24 0,-1 5-45 0,-3 7-42 15,-1 4-37 1,-3 2-26-16,-1 3-30 0,1 1-22 16,2-4-27-16,2-3-15 0,2-4-34 15,4-7-53-15,1-1-1 0,5-6-15 16,1-3-15-16,2-1-22 0,1-7-17 0,-1-5-31 0,-1-2-3 0,1-7-12 16,-5-2-77-16,0-2-95 0,-5-3-242 15,-5 9-680-15,0-11-986 16</inkml:trace>
  <inkml:trace contextRef="#ctx0" brushRef="#br0" timeOffset="52065.605">24348 11715 2749 0,'0'0'455'0,"0"0"-276"0,-17 93 106 16,12-58 87-16,2 6-16 0,2-5-38 0,1-1-152 0,0-4-166 15,0-3-59-15,7-8-137 0,3-1-123 16,4-7-205-16,-2-5-530 0,16-13-547 0</inkml:trace>
  <inkml:trace contextRef="#ctx0" brushRef="#br0" timeOffset="52334.357">25372 11357 2153 0,'0'0'1997'0,"0"0"-1723"0,0 0-107 15,0 0 85-15,-66 87 26 0,36-50-1 16,-5 10-43-16,-3 3-107 0,-4 8-76 16,-2 3-27-16,-5 10 4 0,-7 4-28 0,-4 8-33 0,-8 10 18 15,-6 4 0-15,-6 9-48 0,-4 5 8 16,0 5-33-16,-3 3 0 0,2-4-6 16,1-1-9-16,8-6 6 0,-1-6-44 15,10-10-12-15,5-5 15 0,8-13 22 16,10-12-17-16,7-12-187 0,7-11-284 0,10-16-419 31,-3-10-302-31</inkml:trace>
  <inkml:trace contextRef="#ctx0" brushRef="#br0" timeOffset="53035.383">25055 12593 2857 0,'0'0'449'0,"0"0"-322"16,0 0-19-16,0 0 85 0,0 0 138 15,0 0 17-15,0 0-5 0,0 0-125 16,0 0-188-16,0 0-30 0,-66 73-9 16,39-32 9-16,-4 1 30 0,-1 3-2 15,0 0-25-15,0-1 31 0,3 1-34 16,4-1 12-16,0-2-10 0,5-2-2 0,6-5 0 0,6-4 0 15,5-5 0-15,3-6-1 0,6-2-17 16,8-2 15-16,6-5 3 0,8-2 18 0,3-1 12 16,2-4 19-16,4-2-31 0,0-2 28 15,1 0-18-15,0 0 11 16,-2-5-39-16,-1-2-12 0,-2-4-6 0,-3-3-80 16,1-3-39-16,-1-2-56 0,-3-3-81 0,2-2-154 15,-8 3-368-15,7-15-1117 0</inkml:trace>
  <inkml:trace contextRef="#ctx0" brushRef="#br0" timeOffset="53383.277">25676 12594 2824 0,'0'0'1003'16,"0"0"-871"-16,0 0 35 0,-64 82 138 0,35-47 50 15,-2 1-34-15,0 3-65 0,1 3-123 16,1-2-63-16,4-2-3 0,2-3-25 15,9 0-9-15,3-5-17 0,3-6 11 16,8-4-6-16,0-4-6 0,6-4-15 16,5-1-17-16,5-4-13 0,4-6 8 0,6-1-2 15,0-3-21-15,4-7 18 0,1-6-19 0,-4-3 4 16,1-3-7-16,-4 1-18 0,-5-2-9 16,-5 1 37-16,-1 4 5 15,-6 6-17-15,-4 3 11 0,-3 6 40 0,0 2 18 16,-8 1 34-16,-5 1-49 0,-3 7-2 15,-4 2 0 1,-2 1 0-16,0 2 17 0,-1 0-18 16,0-3-13-16,0-3-38 0,4-2-71 15,2-4-59-15,4-1-74 0,3-2-154 16,5-6-273-16,0 2-671 0,5-7-763 0</inkml:trace>
  <inkml:trace contextRef="#ctx0" brushRef="#br0" timeOffset="53784.649">26064 12528 2921 0,'0'0'540'0,"0"0"-391"15,0 0 28-15,0 0 2 0,0 0 7 0,0 0 88 16,82 0-21-16,-65 8-124 0,0-1-77 16,1 2-18-16,0 3-6 0,2 1 11 0,0-1-14 31,-3 2-24-31,2-3-1 0,-5 2-2 0,1-1 2 15,-2-1 0-15,-2 0 0 0,-1 0-18 16,-2-4-9-16,-1 1-10 0,-3-2 0 16,-1-3-9-16,0 0 0 0,-3 0 0 0,1-3 9 15,-1 1 19-15,0-1 16 0,0 0-1 16,0 0-28-16,0 0-19 0,0 0 17 16,0 0 14-16,-1 3 0 0,-5-2-18 15,-1 1-3-15,-2 1 3 0,0 0 6 16,-2 3 12-16,2-1 1 0,-2 2 18 15,1 0-2-15,0 2 2 0,-1-1-15 16,0-1 14-16,2 0-13 0,1-1-39 16,-2-2-50-16,0 1-36 0,1 2-18 0,-4-3-16 0,3 3-30 15,-3 3-61-15,1-3-37 0,-1 4 8 16,-2 0-50-16,2 2-20 0,1-4-183 16,-5 3-458-16</inkml:trace>
  <inkml:trace contextRef="#ctx0" brushRef="#br0" timeOffset="54323.301">26907 11772 2111 0,'0'0'663'0,"0"0"-179"0,0 0-214 0,0 0-30 15,0 0 5-15,44-67-47 0,-21 45-11 16,4-5-54-16,5 0-53 0,2-1-43 0,2 3 19 15,2 2-23-15,-1 7 29 0,-2 2-4 16,-1 9-27-16,-2 5-4 0,-3 3-14 16,-6 10 26-16,-1 6 7 0,-4 7 25 0,-5 5 54 15,-4 2-25-15,1 2-15 0,-3-4-42 16,2-3-22-16,1-7-21 0,0-4-16 16,3-7-15-16,3-5 1 0,1-2 27 0,5-3 0 15,2-6 3-15,2-8-34 16,2-3-69-16,-5-2-71 0,-2-4-61 15,-4 4-61-15,-6 2-206 16,-5 6-541-16,-6 0-771 0</inkml:trace>
  <inkml:trace contextRef="#ctx0" brushRef="#br0" timeOffset="54512.933">27167 11966 2887 0,'0'0'740'16,"0"0"-371"-16,-33 67-128 0,30-54 38 0,3 0-17 15,6-4-38-15,9-6-62 0,7-3-28 16,8 0-3-16,5-7-37 0,6-5-46 16,1-7-48-16,4-5-3 0,-2-4-24 0,2-3-146 15,-1-4-92-15,-4 1-167 0,-9 6-692 16,10-10-1230-16</inkml:trace>
  <inkml:trace contextRef="#ctx0" brushRef="#br0" timeOffset="54839.539">28161 11423 3029 0,'0'0'1440'0,"0"0"-1310"0,87-33-44 15,-50 15 28-15,3 1 18 0,1 1 121 16,1 1 57-16,2 0-101 0,1 0-103 16,1 3-42-16,-3 4-49 0,-4 3-15 0,-4 5 0 15,-5 2 0-15,-7 11-21 0,-4 6 3 16,-8 7 17-16,-8 7-13 0,-3 8-4 15,-16 6-18-15,-10 9 6 0,-10 3-28 16,-7 7-5-16,-4 3-4 0,-4 0-6 0,1 3-9 16,5-1 49-16,8-5 33 0,6-3 51 0,8-4-14 15,9-3-10-15,6-4-5 0,8-10 32 16,3-5-9-16,12-10-20 0,9-7-13 31,10-8 3-31,8-11 6 0,8-1 3 0,7-14-8 16,5-10-16-16,3-8-7 0,0-6-56 15,-1-5-64-15,-5-6-31 0,-2-1-89 0,-6-1-185 16,-17 14-643-16,10-19-840 0</inkml:trace>
  <inkml:trace contextRef="#ctx0" brushRef="#br0" timeOffset="55037.857">29102 11644 4028 0,'0'0'588'15,"0"0"-422"-15,0 0-28 0,-80 99 31 16,49-62 105-16,-3 3-44 0,-2 4-96 16,0 0-134-16,-2 1-3 0,-1 0-64 15,3 2-33-15,0-3-6 0,4-5-49 16,7-1-65-16,6-7-123 0,1-3-248 16,10-9-406-16,3-5-208 15,1-6-672-15</inkml:trace>
  <inkml:trace contextRef="#ctx0" brushRef="#br0" timeOffset="55271.594">29226 12022 2827 0,'0'0'1040'0,"79"-31"-883"0,-38 19 50 0,4-1 140 0,0 0-48 16,-3 6-67-16,-8 4-52 0,-6 3-77 15,-6 5-33-15,-7 7-6 0,-4 4-25 16,-10 6 19-16,-1 8 11 0,-12 6-8 15,-9 6-31-15,-3 1-28 0,-2 2 0 16,1-2-2-16,8-5 1 0,4-3-1 16,7-5-17-16,6-6-16 0,5-8-10 0,10-3-11 0,10-6-4 31,5-4 28-31,6-3 6 0,5-8-46 16,6-11-55-16,-1-5-76 0,4-9-117 15,-13 7-210-15,14-20-1038 0</inkml:trace>
  <inkml:trace contextRef="#ctx0" brushRef="#br0" timeOffset="56273.665">23616 11031 1971 0,'0'0'551'15,"0"0"-213"-15,0 0-155 0,0 0-4 0,0 0 86 16,0 0 64-16,0 0-18 0,0 0-87 16,0 0-69-16,0 0-53 0,0 0 12 0,0 52-3 15,0-23 8-15,0 3-12 0,-3 4-12 16,0 5-31-16,-3 3-6 0,3 5-7 16,1 4 7-16,-1 1 6 0,1 3-3 15,-1 2-25-15,0 0-3 0,-1 0-15 16,0 0-16-16,-3-6-2 0,2-5 0 15,-1-9-3-15,4-9-12 0,-1-6-3 16,1-8-15-16,2-8-10 0,0-3-27 0,0-3-15 16,0-2-24-1,0-2-31-15,0-4-59 0,0-6-53 16,2-6-55-16,2-5-169 0,0-4-196 16,-1 6-703-16,0-16-393 0</inkml:trace>
  <inkml:trace contextRef="#ctx0" brushRef="#br0" timeOffset="56627.082">23641 11118 2764 0,'0'0'462'0,"0"0"-325"0,0 0-26 16,0 0 155-16,0 0 71 0,0 0-47 15,0 0-55-15,0 0-97 0,94-43-52 16,-72 40 3-16,3 3-3 0,0 0-3 0,1 4 11 15,-1 3 25-15,-3 5-34 0,-2 0-15 16,-2 0-16-16,-5 4-2 0,-1-1 3 0,-2 4 11 16,-6 4 7-16,-2 3-10 0,-2 2-23 15,0 0-10-15,-8 1-3 0,-1 2-15 16,-5-1 6-16,1 1 0 0,-7 0-6 16,0 0-11-1,-6-1 11-15,3 1-12 0,-4-6 0 16,-1 1-1-16,0-2 0 0,-1-3-1 15,-4 2-52-15,-1-1-9 0,-2 0 14 0,-2-2-5 16,-1 1-25-16,1-4-18 0,3-3-54 16,2-3-23-16,4-3-61 0,8-4-65 15,2-2-248-15,9 0-665 0,-2-2-959 0</inkml:trace>
  <inkml:trace contextRef="#ctx0" brushRef="#br0" timeOffset="62184.778">12853 15172 1638 0,'0'0'143'0,"0"0"428"0,32-71-193 0,-19 47-118 15,1-4-10-15,-1 3 20 0,-3 6 27 16,-2 2-16-16,-3 5-54 0,1 4-38 15,-5 4-41-15,-1 4-12 0,0 0-14 16,-1 4-18-16,-10 8-6 0,-4 7-38 16,-5 11-60-16,-6 7-34 0,0 15-8 15,1 5 39-15,-2 5-28 0,4 1 30 16,5-2-26-16,4-4 8 0,4-7-2 16,3-7-22-16,6-6-36 0,1-11-14 0,0-5-8 15,8-8 5 1,4-3-2-16,1-4 1 0,4 1 35 15,3 3 28-15,-1 3 18 0,3 3 16 16,-1 7 31-16,0 5 12 0,-1 7-6 16,-3 7-21-16,0 2 58 0,-4 5 19 15,0-2-13-15,-3 1-46 0,-1-1-9 16,-2-5-25-16,-3-2-11 0,1-3-4 0,-4-3-3 16,-1-8-29-16,0-3-30 0,0-8-40 0,0-6-63 15,2-6-165-15,-1-3-174 0,1-4-264 0,7-18-375 16</inkml:trace>
  <inkml:trace contextRef="#ctx0" brushRef="#br0" timeOffset="62585.333">13754 15199 3562 0,'0'0'514'16,"0"0"-342"-16,0 0-88 0,0 0 105 15,0 0 57-15,0 0-47 0,76-1-21 16,-59 7-78-16,2-1-42 0,4 0-32 16,2 0-25-16,1 0-2 0,-4 0-1 15,-2 3-13-15,-2 1 0 0,-5 3-16 16,-2 2-8-16,-5 5 24 0,-3 6-19 16,-3 6-27-16,-8 6 3 0,-4 4 6 15,-8 4 6-15,-2 3 6 0,-4 0 13 16,-1 2 6-16,-2 0-1 0,1-3 22 15,0 0 14-15,2-6 17 0,3-6 3 0,6-4 27 0,4-5-28 16,1-4-17-16,8-1 11 0,4-3 4 16,2 1-1-16,12-5-5 0,5 3-25 15,8-4 2-15,5 0 62 0,4-4-9 16,4-2-25-16,0-6-3 0,-1-1-2 16,0 0-23-16,2-5-1 0,-5-3 1 0,-2-1 0 31,-3-1-2-31,-4-1-58 0,-3 0-73 0,-5-2-22 15,-2-1-33-15,-3 0-54 0,-3-2-157 16,-2-2-318-16,-4 5-673 0,1-9-706 0</inkml:trace>
  <inkml:trace contextRef="#ctx0" brushRef="#br0" timeOffset="62790.015">14361 15444 2884 0,'0'0'467'0,"0"0"-362"0,0 0 38 0,0 0 59 16,-64 79 125-16,38-50-28 0,0 5-111 16,-7 3-108-16,2 1-52 0,-1 5-6 15,-3 0 8-15,2 3-30 0,1-1 0 0,-1 0-12 0,2-2-13 16,2-4-79-16,4-6-72 0,5-4-51 31,3-4-93-31,5-6-189 0,5-6-567 0,0-5-905 16</inkml:trace>
  <inkml:trace contextRef="#ctx0" brushRef="#br0" timeOffset="63139.058">14640 15919 3710 0,'0'0'590'0,"0"0"-590"16,0 0 28-16,0 0 46 0,0 0 81 16,0 0 57-16,0 0-40 0,78 2-111 0,-66-2-33 15,0 2-19-15,-1 4-9 0,-3 2-34 16,-1 4 21-16,-1 4 13 0,-3 3 27 16,0 2-24-16,-2 4 10 0,-1 0 8 15,3-1-6 1,0-1-14-16,2-2 0 0,3-4 17 0,1-3 9 15,5-3-15-15,2-2 1 0,3-2-10 16,7-4 11-16,0-3-13 0,3 0 1 16,-1-3 0-16,0-2-2 0,-1-3-15 0,2 1-13 15,0 1-18-15,1-1-36 16,-1 0-50-16,-2 2-64 0,1 0-101 16,-2 4-286-16,-8 1-489 0,5 1-985 0</inkml:trace>
  <inkml:trace contextRef="#ctx0" brushRef="#br0" timeOffset="63587.037">15643 15997 2187 0,'0'0'713'15,"0"0"-377"-15,0 0-43 0,0 0 36 16,0 0-24-16,0 0-10 0,56 89-48 16,-53-62-97-16,-1 5-46 0,-2 0-30 0,0-3-25 15,0-2-25-15,-3-4-22 16,-2-3-2-16,1-4-14 0,-1-4-63 0,2-5-85 15,-2-3-44-15,5-4-47 0,-1 0-116 16,1-9-253-16,0 1-628 0,1-16-402 0</inkml:trace>
  <inkml:trace contextRef="#ctx0" brushRef="#br0" timeOffset="63940.399">16361 15479 3518 0,'0'0'574'16,"0"0"-341"-16,0 0 68 0,0 0-55 16,91-6-78-16,-76 6 21 0,-3 0-4 15,2 0-84-15,-2 0-53 0,-2 0-18 0,0 4-28 16,-3 1-2-16,-2 3-1 0,-2 4 1 0,-3 4 1 16,0 6 14-16,-5 3-11 0,-3 5-2 15,-4 2-1-15,1 2 1 0,-2-1 1 16,1 0-1-16,5-4 19 0,2-2-19 15,4-4 1-15,1-4 9 0,3-3-12 16,6-3-3 0,6-2 1-16,1 1-1 0,6-3 0 0,4 0 3 15,4-2 3-15,5-1 24 0,1-2 3 16,4-2 1-16,-2-1-28 0,0-1-3 16,1 0-15-16,-4-1-7 0,-2-4-26 15,-1-2-73-15,-5 0-58 0,-2-2-7 0,-6-1-6 16,-4-1-75-16,-1-2-235 15,-5 4-586-15,-3-7-595 0</inkml:trace>
  <inkml:trace contextRef="#ctx0" brushRef="#br0" timeOffset="64118.835">16984 15533 1406 0,'0'0'1290'15,"0"0"-636"-15,0 0-476 16,-55 83-48-16,33-45 59 0,-2 4 91 15,-4 3 25-15,1 1-70 0,1 1-106 16,0-2-56-16,-1-3-48 0,2-4-22 16,1-1-3-16,3-6-86 0,4-3-64 15,3-6-60-15,4-5-95 0,5-6-164 16,2-5-299-16,3-6-969 0</inkml:trace>
  <inkml:trace contextRef="#ctx0" brushRef="#br0" timeOffset="64388.133">17095 15950 1828 0,'0'0'1143'0,"0"0"-900"16,0 0-182-16,0 0 25 0,80-3 85 15,-68 3 142 1,-2 2-20-16,0 4-69 0,-3 1-94 16,0 4-62-16,-1 3-7 0,0 3 16 0,-5 2-21 15,-1 1-22-15,0 0-20 0,-1 4-14 16,-5-1-3-16,0 1-16 0,1 0-5 15,0-3 23-15,4-1 1 0,1-2 12 16,3-4-9-16,7-2 13 0,4-1-4 16,4-4 34-16,3-2 55 0,5-5-22 0,1 0-52 0,2-2-27 15,1-4-1-15,-3-2-42 0,1 0-104 16,1-1-114-16,-1 2-74 0,-8 2-328 16,8-2-715-16</inkml:trace>
  <inkml:trace contextRef="#ctx0" brushRef="#br0" timeOffset="64972.643">18330 15873 1903 0,'0'0'1855'15,"0"0"-1440"-15,0 0-160 0,0 0-2 16,-22 70-62-16,10-40-35 0,-1 1 51 0,-2 2-31 16,0 1-103-16,-1 0-36 0,2-2-22 15,-2-2-15-15,3-2-1 0,0-2-17 16,3-2-22-16,3-5-66 0,2-2-34 15,4-2-16-15,1-7-36 0,1-4-57 0,8-4-241 16,1 0-609-16,18-20-718 0</inkml:trace>
  <inkml:trace contextRef="#ctx0" brushRef="#br0" timeOffset="65358.317">19093 15630 2659 0,'0'0'1385'0,"0"0"-967"0,0 0-245 0,0 0-115 16,0 0-33-16,90-35 76 0,-50 22 37 16,8-1 46-16,2 0-102 0,3-2-70 0,-1 2 9 0,-1 2 1 15,-4 4 11-15,-5 2 7 0,-3 2 17 16,-9 4 7-16,-8 2-18 0,-6 8-46 15,-11 7-3-15,-5 5-25 0,-4 6 26 16,-12 7-16-16,-7 7-12 0,-6 7 11 16,-6 7-14-16,-3 3-3 0,-2 4-7 15,1 0 16-15,4-4-1 16,6-6 28-16,9-7 28 0,10-10 26 16,7-3-5-16,3-7-16 0,6-2-11 15,8-5 8-15,8-1-3 0,2-4 13 16,7-2-4-16,2-5-3 0,3-1-5 15,1-2-1-15,-1-4-25 0,3-4-2 16,-4-5-20-16,-1-6-71 0,-2-3-82 16,-2-2-31-16,-2-2-40 0,-5-4-94 0,-1 1-279 0,-7 4-668 15,3-11-708-15</inkml:trace>
  <inkml:trace contextRef="#ctx0" brushRef="#br0" timeOffset="65543.083">19931 15702 205 0,'0'0'2217'0,"0"0"-987"0,0 0-1022 0,0 0-45 16,0 0 60-16,0 0 13 0,-70 72 10 16,50-40-7-16,-1 5-86 0,-4 1-80 15,-1 4-45-15,0 0-5 0,-1-2-23 0,-2 1-21 16,3-4-13-16,0-2-88 0,2-1-64 31,2-5-36-31,4-4-71 0,4-2-217 0,6-9-475 16,3-3-281-16</inkml:trace>
  <inkml:trace contextRef="#ctx0" brushRef="#br0" timeOffset="65892.766">20106 16261 450 0,'0'0'2496'0,"0"0"-2182"0,0 0-200 16,81-42 93-16,-53 29-43 0,1 2-6 15,-2 3 59 1,-3 2-5-16,-1 2-70 0,-7 3-49 16,-3 1-31-16,-6 3-13 0,-4 6 12 15,-3 5 32-15,-3 5 8 0,-11 3-37 0,0 4-27 16,-4 3-13-16,-1 0 1 0,2 0-1 15,4-2 10-15,4-4-13 0,1-4-12 16,7-4-9-16,1-4-3 0,1-2 3 16,7-2 0-16,3-6 14 0,0 2-14 0,4-3 0 0,-1-6-12 15,3-5-19-15,2-6-69 0,1-5-75 0,5-6-64 16,1-3-86-16,-5 6-300 0,11-18-615 16</inkml:trace>
  <inkml:trace contextRef="#ctx0" brushRef="#br0" timeOffset="66275.52">20830 15502 630 0,'0'0'3351'0,"0"0"-2941"0,0 0-389 0,0 0 51 15,73-72 36-15,-52 53 21 0,0 2 150 16,-1 3-65-16,-1 0-135 0,-2 3-61 0,-3 5-18 15,-5 5-14-15,-3 1-26 0,-6 7-2 16,0 9 2-16,-6 7 40 0,-8 6 9 16,-3 4-6-16,-2 4 8 0,1 0-11 15,1 2-1-15,3-2-26 0,6 0 27 16,-1 1 0-16,6-3 0 0,3 0 1 0,0-2-1 16,6 1 0-16,5-2 0 0,2 1 0 0,2-1 12 15,0 1 22-15,1-1-10 0,-1 0-3 16,-4 0-20-16,0-1 12 0,0 0-13 15,-4-1-1-15,-1 1 1 0,-2-2 0 16,-2 1-1-16,-1-1-15 0,-1 1-14 16,-1 0-25-16,-7 1 3 0,-2-1-12 0,-2-1-15 15,-3-1-13 1,-2-3-65-16,-1-4-77 0,-2-2-202 16,1-5-355-16,4-3-901 0,-13-3 631 0</inkml:trace>
  <inkml:trace contextRef="#ctx0" brushRef="#br0" timeOffset="67494.167">6813 15494 2187 0,'0'0'430'0,"0"0"-67"0,0 0-135 0,96 4-40 15,-55-3 37-15,4-1 2 0,1 0-48 16,-1 0-96-16,2-3-71 0,-1-6 7 15,2 1-19 1,-5-5-15-16,-2-2 14 0,-3 0-97 16,-3-3-52-16,-5 1-40 0,-4 0-38 15,-7-1-100-15,-3 3-238 0,-9 3-433 16,-7-1-468-16</inkml:trace>
  <inkml:trace contextRef="#ctx0" brushRef="#br0" timeOffset="67795.097">7135 15033 2428 0,'0'0'288'15,"0"0"-211"-15,0 0-29 0,0 0 97 0,0 0 50 16,0 0 12-16,-26 92-48 0,21-55-45 15,-3 10-13-15,4 6-13 0,-2 8-12 16,1 7 2-16,1 6 11 0,0 2 8 16,1 6-66-16,3-1-25 0,0-4-6 15,0-3-2-15,5-11-45 0,4-10-43 16,3-12-18-16,2-11-33 0,1-11-58 0,3-9-45 0,-2-7 4 16,3-3 0-16,-2-9-30 0,1-7-118 15,-6 2-183-15,3-17-566 0</inkml:trace>
  <inkml:trace contextRef="#ctx0" brushRef="#br0" timeOffset="68565.154">7554 14808 703 0,'0'0'2083'15,"0"0"-1758"-15,0 0-303 0,0 0 55 0,0 0 162 16,0 0 153-16,0 0-50 0,26 82-140 16,-23-39-50-16,0 11-32 0,-2 11-6 15,-1 8-3-15,0 7-32 0,-4 6 7 16,-2 6-40-16,0-1-22 0,-1 0-23 0,3-6-1 15,4-8-18-15,0-13-40 0,0-14 6 16,8-15 21-16,0-12 4 0,-1-10-16 16,4-7-31-16,-2-5-39 0,1-1 8 0,3-7 24 15,-1-7 29-15,1-7-7 0,-1-4 9 16,0-2 10-16,1 1 0 0,-4 4 18 16,-1 1 6-1,1 5 16-15,0 6-12 0,-4 5-13 16,3 5 19-16,-2 0 6 0,2 10 115 15,-2 7 3-15,0 4-13 0,-2 4-22 16,2 0-18-16,-3 2 12 0,1-3-16 0,-1 0-2 16,0-3-26-16,-2 0-17 0,3-6-16 15,2-2-19-15,0-4-30 0,2-6-77 16,3-3-34-16,0 0-4 0,2-9 3 0,0-3-59 16,0-2-94-16,2-5-22 0,-4-1 26 0,2-2 50 15,0 2 83-15,-3 2 70 0,2 1 68 16,-4 6 39-16,4 5 123 0,-4 6 61 15,3 0 50-15,1 10 60 0,0 1 21 16,0 2-57-16,0-1-87 0,2-5-53 0,0-1-49 16,0-5-26-16,3-1-21 0,1-12 18 15,1-6-9-15,1-6-1 0,-3-7-30 0,3-5-59 16,-4-2-15-16,-2 2 9 0,-2-1 18 16,-5 6 46-16,-1 5 1 0,-6 5 34 15,-3 7 13-15,-7 7 34 0,-5 4-29 16,-3 3 1-16,-5 3 3 0,1 10-1 15,-1 4-21 1,2 5-3-16,2 4 31 0,3 5 9 0,6 3-1 16,0 2-11-16,3 2 2 0,2 2 12 15,1-2-15-15,4-5-25 0,0-3-33 16,0-5-21-16,6-2-47 0,0-4-69 16,2-4-29-16,1-4-26 0,1-6 4 15,6-4-40-15,-3-1-33 0,4-5-90 0,-4-4-96 16,4-6-106-16,-7 2-183 0,2-6-416 0</inkml:trace>
  <inkml:trace contextRef="#ctx0" brushRef="#br0" timeOffset="69244.073">9096 15505 1944 0,'0'0'541'16,"0"0"-340"-16,0 0 11 0,0 0-97 0,0 0 81 31,0 0 157-31,0 0 29 0,0 0-113 16,-13 91-91-16,9-47-30 0,-1 5-31 0,0-1-15 15,2-1-56-15,3-7-25 0,0-6-21 16,0-11-33-16,0-5-60 0,1-8-24 16,8-7-40-16,1-3-76 0,3-10-88 15,4-6-153-15,-1 1-183 0,7-25-575 0</inkml:trace>
  <inkml:trace contextRef="#ctx0" brushRef="#br0" timeOffset="69513.416">9327 15681 2214 0,'0'0'681'0,"0"0"-415"15,0 0-119-15,19 82 47 0,-13-58 166 16,0-7-58-16,2-9-131 0,0-5-119 16,5-3-17-16,2-9 23 15,2-10 10-15,-1-5-21 0,4-6-35 16,-3-4-12-16,-2 0-49 0,-2-1-4 16,-3 1 25-16,-3 6 27 0,-3 1-2 15,-4 10 2-15,0 3 1 0,0 6 19 16,-4 2 24-16,-6 4-6 0,-6 2-15 15,1 4-22-15,-2 4-11 0,-2 5 11 0,1 4 3 16,2 2-3-16,3 2-15 0,6-2 14 0,1 0-30 16,2-3-3-16,2-3-22 0,2-2-64 15,0-4-61-15,7-2-58 0,-1-1-124 16,1-4-205-16,-1 0-598 0,4-4-449 0</inkml:trace>
  <inkml:trace contextRef="#ctx0" brushRef="#br0" timeOffset="69944.733">9596 15479 2103 0,'0'0'360'0,"0"0"-215"0,0 0 129 0,0 0 81 16,0 0 14-16,0 0-31 0,26 87-75 15,-27-60-73-15,-5 3-23 0,-1-1-28 16,-1-4-56-16,3-3-53 0,1-6-30 16,4-6-32-16,0-6-35 15,1-4-38-15,7-2 31 0,3-9 22 16,3-6 11-16,3-5-21 0,3-3-25 15,-1-3 25-15,1 4 25 0,2 4 3 16,-6 2 18-16,2 8 16 0,-3 1 14 16,-1 7 27-16,-5 2 15 0,0 0 6 15,-2 7 19-15,-3 4 37 0,-1 4-23 16,-2 2-12-16,-1 3-15 0,0-4-7 0,0 0-21 16,0-1-9-16,0-5-10 0,2-4-20 0,-1-1-1 15,2-4-18-15,0-1-16 0,2-3-6 16,-1-4 7-16,4-5 14 0,0 0 16 15,-1-3-9-15,0 3 9 0,0 5 1 16,-1 3-26-16,1 2 4 0,2 2 24 16,-1 8 55-1,1 4 25-15,0 5-13 0,-2 5-36 16,2 0 9-16,-5 2-7 0,3-1-8 0,-2-1-14 16,-1-3-11-16,0-3-31 0,3-2-85 15,-5-4-68-15,1-2-14 0,0-4-34 16,0-2-100-16,1-2-250 0,-1 0-490 15,3-11-229-15</inkml:trace>
  <inkml:trace contextRef="#ctx0" brushRef="#br0" timeOffset="70151.585">10137 15548 2267 0,'0'0'490'0,"0"0"-306"16,0 0 30-16,33 86 70 0,-26-46-11 15,0 9 25-15,0 5-6 0,-4 6-45 16,-1 5-25-16,-2 4-44 0,0 3-34 0,0 2-41 15,-5-1-30-15,-2-2-30 0,3-5-34 16,-3-4-9-16,5-7-3 0,1-9-15 16,1-12-13-16,0-12-57 0,0-9-43 0,0-10-68 15,0-3-62-15,0-13-86 0,-3-7-178 16,0-9-111-16,0 6-494 0,-6-24-344 0</inkml:trace>
  <inkml:trace contextRef="#ctx0" brushRef="#br0" timeOffset="70615.184">10125 15654 1778 0,'0'0'583'0,"0"0"-256"0,0 0 97 0,58-68-42 15,-42 53-66-15,1 2-1 0,-1 3-85 16,-2 2-53-16,-1 4-47 0,1 1-60 16,-5 3-42-16,1 0-7 0,-4 8 16 15,1 8 19-15,-4 3-17 0,-3 7-14 16,0 3-25-16,-3 6-28 0,-7 5-30 15,0-2-19-15,1-3-33 0,-2-5-11 16,4-8-9-16,2-7 6 0,2-7 34 0,3-8 9 16,0 0-80-1,0-8-170-15,0-7-76 0,8-4-19 16,0-2-49-16,5-2-44 0,0-2-50 16,3 5 126-16,0 3 443 0,0 2 62 15,0 8 329-15,-2 2 58 0,-1 3-1 0,1 2-69 16,-3 0-2-16,-1 7 61 0,1 0-38 15,-2 3-60-15,-2-2-47 0,-1-1-46 0,2 0-93 16,-2-5-83-16,0-2-44 0,3 0-14 0,-1-7-12 16,2-5 20-16,1-5-21 0,1-6-63 15,-3 0-26-15,1-2-7 0,-1 3 10 16,-4 3 9-16,1 4 40 0,-4 5-16 16,-2 4 6-16,0 1 47 0,0 5 0 15,-8 0 25-15,-3 0 0 0,-2 0 3 16,-1 7 9-16,-2 2-15 0,-1 2 12 0,2 3-22 0,1 3-12 15,1 0-12-15,2-2-10 0,3 2-12 16,2-6-62-16,3 0-66 0,3-2-92 16,0-3-191-16,0-1-226 0,6 1-618 0</inkml:trace>
  <inkml:trace contextRef="#ctx0" brushRef="#br0" timeOffset="70931.8">10821 15434 2944 0,'0'0'540'0,"0"0"-445"15,0 0 25-15,0 0 31 0,0 0 89 16,-89 81 40-16,67-58-67 0,2-2-71 0,4-3-90 16,3-4-52-1,6-3-3-15,4-5-12 0,3-3-28 16,0-2-46-16,7 3 27 0,5-2 59 15,7 1 3-15,1-1-1 0,2 1 1 16,0 0 11-16,3-1 1 0,-4 3-10 0,-2 0 2 16,-2 1 57-16,-3 1 10 0,-3 1-13 15,-5 3-12-15,-2-1-3 0,-1 1-6 16,-3 1-15-16,0 0-22 0,-1 1-11 0,-5-1-44 16,-3-1-61-16,2-3-51 15,1-2-83-15,2-4-117 0,1-2-211 0,0-2-529 16,3-11-456-16</inkml:trace>
  <inkml:trace contextRef="#ctx0" brushRef="#br0" timeOffset="71069.588">10982 15576 1330 0,'0'0'1531'0,"0"0"-1232"0,0 0-140 16,0 0 86-16,0 0 171 0,0 0-13 16,9 67-118-16,-15-55-169 0,-2-1-82 15,1 0-34-15,-1-3-3 0,1-2-132 16,-1-3-115-1,-1-3-200-15,5 0-711 0,-4-7-1447 0</inkml:trace>
  <inkml:trace contextRef="#ctx0" brushRef="#br0" timeOffset="71201.131">11059 15271 3097 0,'0'0'417'0,"0"0"-414"16,0 0 79-16,0 0-66 0,0 0-16 15,0 0-35-15,0 0-133 0,0 0-277 16,0 0-834-16</inkml:trace>
  <inkml:trace contextRef="#ctx0" brushRef="#br0" timeOffset="71454.699">11342 14946 2609 0,'0'0'441'16,"0"0"-281"-16,0 0 50 15,11 97 75-15,-7-57 58 0,1 4-9 16,-3 6-117-16,1 2-94 0,0 2-43 16,0-2-6-16,-3 0-47 0,2-5-27 15,1-7-10-15,2-8-73 0,1-9-74 16,0-7 40-16,-2-6-1 0,2-6-37 15,-3-4-80-15,-2 0-139 0,-1-4-295 16,-4-6-1089-16</inkml:trace>
  <inkml:trace contextRef="#ctx0" brushRef="#br0" timeOffset="71618.268">11206 15411 2809 0,'0'0'560'0,"0"0"-319"0,0 0 115 15,0 0-142-15,88-59-105 0,-66 41 46 0,2 0-40 16,-1-1-115-16,0-1 0 0,-1 2-84 16,-2 2-92-16,-3 2-58 0,-1 4-47 15,-2 2-197-15,-5 5-303 0,1 2-522 16</inkml:trace>
  <inkml:trace contextRef="#ctx0" brushRef="#br0" timeOffset="71755.411">11526 15283 443 0,'0'0'1717'0,"0"0"-1197"0,0 0-157 0,0 0-30 16,14 82-23-16,-12-64 8 0,1-2-23 15,-2-2-79-15,-1-2-77 0,4-3-87 16,-1-3-52-16,0 0-47 0,2-4-94 16,1-2-45-16,3 0-17 0,0-8-42 15,5-5-102-15,-2-2-212 0,-3 2-432 16,5-7-255-16</inkml:trace>
  <inkml:trace contextRef="#ctx0" brushRef="#br0" timeOffset="72149.434">11658 15368 848 0,'0'0'1577'16,"0"0"-1174"-16,0 0-165 0,0 0-5 15,-26 78 56-15,22-64 58 0,3-6-80 16,1-1-130-16,0-3-122 0,0-4-15 16,4 0-6-16,3-5 6 15,2-4 31-15,2-2-31 0,1-4 0 16,3 0-74-16,0 2-13 0,1 0 9 16,-2 2-23-16,1 3-22 0,-2 0-6 15,-3 3 28-15,-3 4 48 0,-1 1 53 16,-3 0 6-16,-2 1 67 0,-1 6 81 15,0 4 31-15,0-1-40 0,-3 2-18 16,-1-2-6-16,1 1-28 0,0-2-40 16,2-1-53-16,1 2-4 0,0-4-23 15,0-1 2-15,6-2-27 0,1-3-29 16,-1 0-25-16,2-2 10 0,3-6 27 16,-2-6-13-16,2 0 29 0,-3-1 9 15,2-1 3-15,-4 2 41 0,0 2 9 0,-3 0 35 16,-2 5 0-16,-1 2 36 0,0 4 47 15,0 1 38-15,-1 0-13 0,-4 6-44 16,-2 2-50-16,1 3-27 0,-4 6-9 0,3 1-20 16,-2 3-2-16,1-1-2 15,2-1-32-15,2 0-46 0,-1 2-62 0,2 0-69 16,1 4-127-16,-1-3-286 16,-6 14-714-16</inkml:trace>
  <inkml:trace contextRef="#ctx0" brushRef="#br0" timeOffset="72534.17">8595 17493 2782 0,'0'0'1177'0,"0"0"-1072"0,0 0-68 16,0 0-24-16,0 0 152 0,0 0 18 0,0 0 39 15,93 54-47-15,-44-66-16 16,6-5-27-16,8-3-38 0,-1-4-42 0,0 0-25 0,-5 1-27 16,-4 0-12-16,-4 2-49 0,-7 1-33 15,-5 1-53-15,-2 0-9 0,-6 0-44 16,-3-1-16-16,-5 2-132 0,-3-1-160 16,-6 6-493-16,-7-6-620 0</inkml:trace>
  <inkml:trace contextRef="#ctx0" brushRef="#br0" timeOffset="72823.869">8958 17045 2632 0,'0'0'533'16,"0"0"-345"-16,0 0-102 0,-16 77 85 15,16-41 126-15,10 4-39 0,0 4-35 0,6 4-18 0,1 4-36 16,3 2-13-16,-1 4-49 0,3 3-27 15,-2 4-34-15,-3 0-13 0,-1 1-8 16,-6 0-10-16,-1-1 9 0,-2-3-23 16,-4-4 0-16,-3-6 10 0,0-5-10 15,0-8 0-15,-3-8-1 0,-4-10-1 16,3-5 0-16,-4-7-1 16,1-5-31-16,0-2-16 0,-2-2-9 15,-1-4-49-15,1-10-6 0,-2-3-13 0,4-8 19 16,5-7-79-16,2-5-99 0,9-5-92 15,11 0-159-15,-4 8-248 0,21-14-808 0</inkml:trace>
  <inkml:trace contextRef="#ctx0" brushRef="#br0" timeOffset="73120.125">9521 17505 2338 0,'0'0'641'16,"0"0"-423"-16,0 0 8 0,0 0 141 15,0 0-86-15,-62 66-63 0,45-31 5 16,0 4-4-16,2 3-35 0,4-4-52 15,2-5-41-15,6-10-39 0,2-5-43 16,1-11-9-16,1-4-57 0,8-3-1 0,1-8 3 16,4-7-13-16,1-7-5 0,2-6 2 0,2-3-30 15,-5-3 5-15,-1 2 13 0,3 2 31 16,-4 4 2-16,3 4 10 0,-4 4 18 16,1 6 3-16,-2 5-2 0,1 5 21 15,0 2 31-15,-1 1 40 0,-1 7 13 16,1 3 8-1,-1 5 10-15,-1 2-19 0,0 3-19 16,-2-1 7-16,0 0-35 0,0-2-11 0,0-5-25 16,-2-1-37-16,2-1-64 0,1-4-77 15,-1-3-26-15,1 0-85 0,-1-4-299 16,0 0-621-16,1-2-1053 0</inkml:trace>
  <inkml:trace contextRef="#ctx0" brushRef="#br0" timeOffset="73336.361">10031 17367 1585 0,'0'0'1524'0,"0"0"-1218"0,0 0-43 0,-43 70 169 15,27-38 5-15,1 3-129 0,1 0-75 16,4-1-69 0,2-3-39-16,3-6-22 0,5-7-61 15,0-4-42-15,8-5-31 0,3-3-2 16,2-3-28-16,4-3-39 0,1-3-13 0,3-9-30 15,2-5-68-15,-1-7-57 0,0-9-164 16,-5 7-287-16,3-20-724 0</inkml:trace>
  <inkml:trace contextRef="#ctx0" brushRef="#br0" timeOffset="73537.103">10421 16880 3164 0,'0'0'654'0,"0"0"-513"0,8 75 29 0,-4-37 113 0,4 6 8 15,2 6-22-15,4 4-52 0,4 1 72 16,-1 1-101-16,-1-4-106 0,-2-4-82 16,-2-4-6-16,-1-6-82 0,-1-5-33 15,-4-7-43-15,-3-5-25 0,-2-5-12 0,-1-7-5 16,-4-1-133-16,-5-5-239 16,-8-3-440-16,4 0-218 0,-13 0-266 0</inkml:trace>
  <inkml:trace contextRef="#ctx0" brushRef="#br0" timeOffset="73690.917">10291 17358 2103 0,'0'0'579'16,"0"0"-286"-16,0 0-11 0,0 0 150 15,0 0-29-15,0 0-24 0,76-18-83 16,-50 13-51-16,3-1-40 0,0-5-105 0,3-1-60 16,-1-4-40-16,0-1-6 0,0-2-58 15,-2-1-58-15,0 2-61 0,3 0-78 0,2 0-79 16,2 2-7-16,-3 0-360 0,-9 6-439 15,0 1-414-15</inkml:trace>
  <inkml:trace contextRef="#ctx0" brushRef="#br0" timeOffset="73942.9">10882 17179 1482 0,'0'0'1090'15,"0"0"-531"-15,8 70-82 0,-3-42-102 16,0 4-58-16,4-2-45 0,1-4-13 16,0-5-36-16,3-6-70 0,2-6-59 15,-2-8-45-15,4-1-25 0,-3-9-9 16,2-7 12-16,0-8 7 0,-2-5-34 15,-3-5-61-15,-3-3-24 0,-1 2 12 16,-2 1 12-16,-4 8 3 0,-1 2 0 16,0 8 6-16,-3 1 12 0,-7 7 21 15,0 2 19-15,-6 2 21 0,0 4 22 0,-1 5-6 0,-2 8-22 16,1 4-15-16,0 6 1 0,1 4 10 16,2 0-11-16,3 2 0 0,0-2-21 0,5-4-7 15,0-4-42-15,2-6-89 0,3-3-97 16,0-3-207-16,1-4-506 0,-1-3-744 0</inkml:trace>
  <inkml:trace contextRef="#ctx0" brushRef="#br0" timeOffset="74160.943">11259 17039 1125 0,'0'0'1477'16,"0"0"-1082"-16,0 0-24 0,0 0 50 15,0 0-81-15,83 48-47 0,-74-30-52 16,-3 3-51-16,-1 1-37 0,-1-1-15 15,-4 2-53-15,0-1-49 0,0-2-20 0,0-5-14 0,0-3-1 16,0-5 11-16,-3-2 3 0,3-4-3 16,0-1-12-16,0 0-1 0,0-6-50 15,0-3 8-15,6-3-18 0,3-5 3 16,3-2 18-16,6-5-113 0,6-1-49 16,5-4-17-16,4 0-4 0,-5 5-545 15,15-7-1109-15</inkml:trace>
  <inkml:trace contextRef="#ctx0" brushRef="#br0" timeOffset="74608.89">11854 16948 2842 0,'0'0'804'0,"0"0"-539"15,0 0-95-15,0 0 33 0,0 0 17 16,-50 82-35-16,37-57-37 0,0-4-59 0,2-1-25 15,0-4-31-15,3-2-33 0,4-2-12 16,1 0 12 0,3-3 0-16,0 0 0 0,6-3-16 15,6 1-5-15,4-2 8 0,4 1-2 16,5-2 15-16,1 1-2 0,-1 2-26 16,3-1 4-16,-3 3 24 0,1-1 1 0,-5 3 20 15,-2 1-5-15,-3 0 5 0,-5 2 4 0,-1 0-10 16,-5 1-3-16,-5 1-11 0,0 1-1 15,-5-1-51-15,-6 2-47 0,-1 0-25 16,-5-1-28-16,-3-1-40 0,-3-1-18 16,4-3-190-16,-11 4-828 0</inkml:trace>
  <inkml:trace contextRef="#ctx0" brushRef="#br0" timeOffset="74740.615">12598 17484 3391 0,'0'0'0'0,"0"0"-606"16,0 0-1268-16</inkml:trace>
  <inkml:trace contextRef="#ctx0" brushRef="#br0" timeOffset="101342.793">21742 964 2579 0,'0'0'203'15,"0"0"259"-15,0 0-319 0,0 0-101 16,0 0 53-16,0 0 70 0,0 0 61 16,0 0-55-16,0 0-59 0,13 51-6 15,-3-28-1-15,0 2 22 0,1 3-50 0,1 2 0 0,-1 5-15 16,1 3-1-16,-1 4-18 0,0 4 9 15,0 3-21-15,-2 3-1 0,-3 5-27 16,1 5 23-16,-1 5-26 0,-3 6 0 16,0 6 1-16,0 5-1 0,-2 3 0 15,0 1-3-15,2 1 3 0,0-1-1 16,2 0-43-16,1 2 29 16,0 0 13-16,-3 6 0 0,2 4 2 15,-1 7 10-15,1 4 1 0,-3 1-10 16,4 3 10-16,-2-1-9 0,1 4 0 15,0 1 0-15,-2 3-2 0,3 6 0 16,-4 3 1-16,2 3 1 0,-1 0-2 16,2-4 3-16,-2-5-3 0,2-2-13 15,1-6 13-15,2-3-1 0,1-5-1 0,1-1 2 0,0 1 3 16,3-6-3-16,-1 0 1 0,-1-3-1 16,3-3 0-16,0 0-2 0,0-1-13 15,0-1-9-15,-1-1 8 0,0 1 13 16,1-1-27-16,-2-2 11 0,0 0 18 0,1-4-1 15,-3-3-13-15,0-2 12 16,1-4-28-16,-2-2 19 16,-2-3-13-16,2 0 1 0,-1-4-16 15,-2 0 36-15,-1-1-14 0,1 2 1 16,-4-1 16-16,4-1 1 0,-2 3-13 0,-1 1 13 16,2 1-2-16,-4-2-19 15,2-1-4-15,-2-2 3 0,2-2-12 0,-3 0 22 16,2-3 0-16,-2-3-1 0,0-4 1 15,1-1-16-15,-1-4 3 0,0-2-21 0,0-2 21 16,2-3-28-16,-2 1 52 0,0-2 0 0,0-1 1 16,0 3 0-16,0-1 0 0,0 1 3 15,-3 2-1-15,-2 1-1 0,0-2 10 16,-1 2-9-16,-2-1-2 0,0 1 2 16,-1-2-2-16,-2 0-3 0,-1 0 3 15,2-4-16-15,1-1 15 0,-3-2-17 0,3-2 18 16,-1-2 0-16,1-4 1 0,3-1 11 15,-1 1-11-15,1 0 0 0,2 1-1 16,-3 2-2-16,1 0 2 0,2 0 0 16,-1-2 11-16,0 1-10 0,-1-3 2 0,0-1 9 15,0 0-11-15,4 1 2 0,-4-2 16 16,1 1-4 0,1-5-12-16,-1 0 0 0,-1-3 16 15,1 3-17-15,2-3 29 0,-1-2-15 16,0 1-16-16,1-1 1 0,0-2-2 0,0 2 1 15,0-4-16-15,2 0 13 0,-1-3 2 16,2-4 1-16,0-4 0 0,0 0-12 16,2-4-19-16,1 0 6 0,2-1 25 0,1 0 12 15,1 0 1-15,1-1 5 0,3-5 19 0,-1 2-18 16,0-4-7-16,3 1 1 0,0 0-1 16,0-3-9-16,-1 2-1 0,1-2-1 15,1 2-1-15,1-1 16 0,0 1-14 16,0 1 1-16,0-4 15 0,3 4-17 15,2-3 12-15,2 2-13 0,3-2 0 0,2 4 1 16,2 0 39 0,-2 0 15-16,2 4-36 0,2-2-19 15,3 2 0-15,2 1 10 0,2 1 2 0,0 0-12 0,2 1 0 16,2 1 1-16,0 3 12 0,1 2-11 16,5-2-1-16,-4 1 0 0,4 0 1 15,0-1-1-15,2-2-1 0,0 2-1 0,2 1-1 16,2-2 2-16,0-1 20 15,2 0-19 1,2 0-1-16,-2 1 16 0,5-2 5 0,-1 4-18 16,2 0 0-16,-1 0-3 0,2 2 31 15,-1 1-16-15,0 0 7 0,2 0-22 16,0 2 1-16,-2 0 12 0,3-2-13 16,0 1-1-16,1-3 1 0,1 0 2 15,1 1 11-15,3 0-11 0,0-3-2 16,3 1 0-16,2 1 12 0,1-4-12 15,2 2 12-15,-1 0-12 0,1 0 2 16,1 1 24-16,-2 2-24 0,1-1-1 0,-1 3 2 16,1-3 10-16,0 5-13 0,0-2-28 15,-3 1 26-15,3-3 1 0,2 4-1 16,-2-1 1-16,3-3-1 0,1 3-9 16,0-4 11-16,1 4 2 0,-1-3 0 0,-2 3 16 15,1-1-17-15,0 1 13 0,-1-1-3 0,0 1-11 16,-2 1-21-16,0 0 5 0,2-1 16 15,-2 2-2-15,3 3 1 0,-1-2-13 16,3 3 14-16,2-2 23 0,1 0-22 0,-4 1-2 16,4-3 2-16,-1 1 0 0,1-1 12 15,-1-2-10-15,2 1-3 0,-1 0-16 0,2 0 4 16,0 0 6-16,2-2 6 0,1 2 1 16,0-2-1-16,2 0 0 0,1-1 0 15,0 0 0-15,1-1 0 0,0 1 12 16,-2 1-9-16,-1-1-3 0,1-1-6 15,0 2 4-15,-1 0 2 0,2-2 0 16,1-1-2-16,-1 2 2 16,3-2-1-16,0 0 1 0,2-2-10 15,-3 0 10-15,0-1 0 0,-1 1 3 16,-3 1 0-16,-1-2-3 0,-1-2-15 16,-4 2 15-16,0-1 0 0,-5 0-2 15,0 0-5-15,-1 0 6 0,-5 0 1 16,0-1-13-16,-2 1 13 0,-2 1 11 15,-1-3-11-15,-3 1-1 0,-2-2 1 0,-3 1 2 0,-2 0-1 16,-4 1-1-16,0-1-25 0,-7-1 25 16,1 2 0-16,-7-1-1 0,-1 1-1 15,-4-1 0-15,-2 2-1 0,-3 0-9 16,-1-1 9-16,-4 2 3 0,-2-3 0 0,-2 3-1 16,-4-3-12-16,-2 3 3 0,-2-1 10 31,-3 1 15-31,-3-2 1 0,-2 2-13 0,-1-2 12 15,1 2-14-15,-3-1-1 0,-1 0 0 16,0-2 0-16,-2 0 0 0,1 2-1 0,1-2 0 16,-2-1-2-16,0 1 2 0,0-1 0 15,0 0 1-15,-3 0 2 0,2 0 10 16,-2 0 4-16,1 0 5 0,-1 0 1 16,0 0 2-16,0 0-3 0,0 0-5 0,0 0 2 15,0 0-18-15,-3 0-6 0,0 0-31 16,-3 0-18-16,0 0-12 0,0 0-25 0,-2 0-41 15,0-2-55-15,-4-3-95 0,1-5-221 16,3 4-473-16,-12-13-542 0</inkml:trace>
  <inkml:trace contextRef="#ctx0" brushRef="#br0" timeOffset="102899.473">23371 719 352 0,'0'0'2117'0,"0"0"-1557"0,0 0-275 15,0 0-123-15,0 0 69 0,0 0 53 16,0 0-96-16,0 0-57 0,0 0-41 16,-82 5-13-16,53 17-24 0,-1 6-4 0,-2 3-12 15,2 3-12 1,2 0-7-16,5-2 4 0,1-3-22 15,5 0-1-15,4-4-2 0,7-6-19 16,3-2 1-16,3-2-10 0,2 0-6 16,8 0 18-16,7 1 19 0,2 1 3 0,6 1 0 15,0-2 9-15,1 0 2 0,-2-1-14 16,-1 1 0-16,-3-1 1 0,-3 0 2 16,-6 1 31-16,-2 1 19 0,-4 1-19 0,-5 0 12 0,0 1-19 15,-5 0 4-15,-6 0-16 16,-7 0 19-16,1-3-12 0,-5 0-10 0,-3-4 0 15,0-1-12-15,-1-3-26 0,4-3-63 16,-1-1-19-16,3-4-9 0,1 0 21 16,4-2-47-16,3-5-53 0,2-2-81 15,6-3-118-15,4-3-235 16,0-4-484-16,4 3-449 0,13-8 1494 0</inkml:trace>
  <inkml:trace contextRef="#ctx0" brushRef="#br0" timeOffset="103215.416">23453 1063 460 0,'0'0'2203'16,"0"0"-1804"-16,0 0-160 0,0 0 82 16,0 0-18-16,0 0-18 0,0 0-18 0,45 75-60 0,-50-43-19 15,1 3-42-15,-1-1-45 0,1-2-22 16,4-3-73-16,0-10-6 0,4-4-33 16,4-5-1-16,2-6-2 0,3-3-7 15,1-1-46-15,5-4-27 0,-2-9-19 16,2-4-10-16,-2-3 37 0,1-4 34 0,-2-1 21 15,-1 0 25-15,-2 2 28 0,-1 2 12 16,-4 3 19-16,-3 5 10 0,-4 5 27 16,2 3-3-16,-3 5 37 0,0 0-22 0,0 0-13 15,0 5-8-15,-1 5-10 0,-4 3 3 16,2 3-6-16,-2 5 15 0,-1 2 9 16,0 0 0-16,3-2-9 0,1 1-61 15,2-4 0-15,0-3-15 16,0-1-49-16,0-4-77 0,2-3-79 15,4-1-54-15,0-5-136 0,2-1-377 16,1 0-760-16</inkml:trace>
  <inkml:trace contextRef="#ctx0" brushRef="#br0" timeOffset="103431.163">23965 1163 1501 0,'0'0'1154'0,"0"0"-684"0,0 0-327 0,-8 78 93 16,2-43 209-16,-3 3-29 15,0 6-104-15,2 6-76 0,-2 8-52 0,-1 8-53 16,1 7-43-16,0 7-45 0,0 5-22 16,1 2-19-16,2-2-2 0,5-6-13 15,1-6-60 1,0-12-64-16,1-11 6 0,2-11 42 16,2-13-31-16,-2-7-30 0,-2-7-51 15,1-8-57-15,-2-4-65 0,1-6-37 16,-1-11-160-16,0-8-251 0,0-12-496 15,0 8 537-15</inkml:trace>
  <inkml:trace contextRef="#ctx0" brushRef="#br0" timeOffset="103646.603">23954 1206 756 0,'0'0'1628'0,"0"0"-1041"0,0 0-424 0,50-67-3 16,-33 55 164-16,-3 6-28 0,3 2-113 0,0 3-80 31,-2 1-25-31,-2 5-35 0,3 7-18 0,-4 7-9 15,-3 5 8-15,-3 8 1 16,-6 6-24-16,0 8 12 0,-6 4-13 0,-8 3-28 16,-2 3-99-16,-2-2-36 15,-1-3-51-15,1-6-60 0,4-8-60 16,3-12-98-16,3-11-139 0,2-9-228 0,3-5-475 16,3-13 1065-16</inkml:trace>
  <inkml:trace contextRef="#ctx0" brushRef="#br0" timeOffset="103869.364">24342 1152 1444 0,'0'0'1090'16,"0"0"-713"-16,0 0-127 0,23 65 68 15,-21-26 112-15,-2 6-51 0,0 8-75 16,-5 1-89-16,-1 7-65 0,-2 4 6 16,-4 4-7-16,2 4-54 0,-4 2-41 0,-1-1-29 0,0 0-10 0,0-4-13 15,2-3-2-15,0-7-21 0,2-4-46 16,1-6-21-16,2-7-25 0,3-9 6 15,0-6-21-15,2-9 17 0,0-9-21 16,3-8-25-16,0-2-48 0,0-10-50 16,0-11-76-16,0-12 8 0,5-12-118 15,-1-11-240-15,1 8-696 16</inkml:trace>
  <inkml:trace contextRef="#ctx0" brushRef="#br0" timeOffset="104064.954">24346 1404 841 0,'0'0'144'0,"33"-77"1123"0,-21 55-1014 0,3-1-37 15,2 2 80-15,0 6 61 16,-3 6-39-16,2 4-60 0,-3 3-76 0,0 2-57 16,-1 2-41-16,-4 5-16 0,1 5 0 0,0 2 6 15,-4 7-24-15,-5 3-19 0,0 8-10 0,-3 4-21 16,-9 3-21-16,-3 5-100 0,-2 1-49 16,0-3-45-16,2-3-43 0,2-9-96 15,6-9-105-15,1-10-88 0,6-11-72 16,0-10-426-16</inkml:trace>
  <inkml:trace contextRef="#ctx0" brushRef="#br0" timeOffset="104350.287">24805 1292 653 0,'0'0'23'0,"0"0"1692"0,0 0-1209 0,0 0-116 0,0 0-18 16,38 77-10-16,-38-58-43 0,3-5-109 15,-3-2-98-15,5-5-75 0,1-4-37 16,2-3-24-16,4 0 5 0,2-8 17 0,5-8-32 15,2-3-61-15,1-4-60 0,1-3-29 16,-1 1-20-16,-5 0 28 0,0 3 25 16,-9 4 18-16,-5 3-36 0,-3 5 67 15,-9 4 102-15,-11 5 10 0,-5 1-10 16,-2 0 16-16,-8 9 63 0,4 5 49 0,0 2 5 16,3 5-13-16,3 0-16 0,3 1-16 0,4-3-44 15,5-2-44-15,4-4-10 0,3-4-96 16,6-2-131-16,0-4-52 0,10-3-214 15,8-3-230 1,5-8-390-16,7-6 409 0,-6 3 534 16,18-17 102-16</inkml:trace>
  <inkml:trace contextRef="#ctx0" brushRef="#br0" timeOffset="104745.965">25181 1182 248 0,'0'0'606'0,"0"0"881"16,0 0-1067-16,0 0-80 0,0 0 1 15,0 0-40-15,31 73-65 0,-31-55-29 16,-3-2-63-16,1-2-64 0,2 2-63 0,0-8-17 15,0 3-28-15,5-1 0 16,4-1-19-16,1 0-21 0,2-1-13 0,2 1 28 16,2 0-3-16,0 1-2 0,1 0-26 0,-2 1 2 15,0 2 19-15,-2 2 35 0,-2 0 28 16,0 2 6-16,-1-1 10 0,0-1-16 16,2 0-19-16,1-2-79 0,4-6 0 0,3-5 31 31,3-2 42-31,5-9 9 0,0-10-61 0,3-5 4 15,-2-4-16-15,-1-2 34 0,0 0 14 16,-2-1 41-16,-7 1 73 0,-5 4 46 16,-6 3-34-16,-5 4 11 0,-3 2 12 15,-3 5-42-15,-5 5 32 0,-4 5 28 16,1 2 31-16,-2 2-81 0,-2 10-29 16,2 4 2-16,-4 6 29 0,3 2 37 15,-1 2 15-15,7-1 24 0,0 0-22 16,5-2-46-16,3-6-46 0,0-1-40 0,6-4-34 0,7-1 1 15,4-3 11-15,2-3 4 0,10-3-1 16,4-2-33-16,7 0 49 0,2-7-58 16,7 0-112-16,3-2-7 15,8 1-47-15,3 1-94 0,-14 4-211 0,27-1-781 0</inkml:trace>
  <inkml:trace contextRef="#ctx0" brushRef="#br0" timeOffset="106105.509">27992 579 897 0,'0'0'1656'0,"0"0"-1282"0,0 0-175 16,0 0-43-16,0 0 111 0,0 0 80 16,0 0-51-16,0 0-70 0,0 0-68 15,0 0-38 1,0 0-24-16,3-15 20 0,-3 18 7 15,-3-1-32-15,3-1-15 0,0 0-6 16,0 1-18-16,0-2-6 0,0 1-4 0,0-1 1 16,0 0 5-16,0 0-2 0,0 0-4 15,0 0-8-15,0 0-4 0,0 0-6 16,0 0 0-16,0 0-12 0,0 0 1 16,0 0-11-16,0 0 0 0,0 0-1 15,0 0-1-15,0 0 0 0,0 0-1 16,0 0-12-16,0 0 10 0,0 0-15 0,0 0-6 0,0 0-9 15,0 0-1-15,0 0 7 0,0 0-3 16,0 0 6-16,0 0 5 0,0 0 4 16,0 0 3-16,0 0 0 0,0 0 0 15,0 0 12-15,0 0-2 0,0 0 2 16,0 0-1-16,0 0 0 0,0 0 1 0,0 0 1 16,0 0 1-1,0 0 1-15,0 0 12 0,0 0-12 16,0 0 15-16,0 0-6 0,0 0 1 15,0 0-1-15,0 0 0 0,-1 0 0 16,1 0 3-16,0 0-3 0,-1 0-9 16,1 0 9-16,-2 0-10 0,-1 0-1 15,0 0-1-15,-4 0-12 0,2 0-9 0,-6 0-3 16,-6 1-7-16,0 3 1 0,-8 3 9 0,-1 1 3 16,-5 6-4-16,-3 2 20 0,-2 4-10 15,-3 3-3-15,-4 5-3 0,-2 5-13 16,0 5 10-16,3 4-6 0,1 5 12 0,6 4-7 15,1 4 7-15,6 5 0 0,4 5 3 16,6 1 12-16,4 1 11 0,5-2 19 16,4-3 1-16,5-8-1 0,2-6 16 0,6-9-13 15,5-10 1-15,3-6-13 0,3-7-19 0,2-6 12 16,4-5-13-16,4-4 10 16,3-1 4-16,3-8 4 0,1-7-18 0,-2-1 1 15,0-3-2-15,-6 1-12 0,-3 3-36 16,-6-1-31-16,-1 4-31 0,-7 0-21 15,1 2-9-15,-7 1-32 16,0 1-40-16,-4 0-110 0,-1 2-126 16,0-2-158-16,0 0-363 0,-7 1-203 15</inkml:trace>
  <inkml:trace contextRef="#ctx0" brushRef="#br0" timeOffset="106268.396">27618 1308 293 0,'0'0'203'0,"0"0"1411"16,0 0-1032-16,0 0-177 0,0 0 6 0,0 0 25 0,0 0-61 15,0 0-75-15,0 0-63 0,95 36-69 16,-74-36-70-16,1 0-46 0,0 0-52 16,-1-6-9-16,-2 0-122 0,1-3-68 15,-4 0-51-15,3 0-106 0,-3 0-298 16,-6 2-533-16,1 1-349 0</inkml:trace>
  <inkml:trace contextRef="#ctx0" brushRef="#br0" timeOffset="106391.105">27903 1327 825 0,'0'0'726'0,"0"0"416"0,0 0-862 0,0 0-82 16,-10 87 121-16,10-63-12 0,0 1-49 16,0 1-36-16,4-1-55 0,4 2-62 15,0-3-92-15,4 0-13 0,2 1-177 16,3-1-109-16,2-4-161 0,6 3-583 0,-7-8-1063 16,13 6 1689-16</inkml:trace>
  <inkml:trace contextRef="#ctx0" brushRef="#br0" timeOffset="106738.666">29212 1260 2892 0,'0'0'578'0,"0"0"-385"0,0 0-57 0,0 0 132 16,52 78 74-16,-41-55-27 0,-2-2-85 0,-1-3-126 15,0-1-81-15,0-4-23 0,-1-3-25 16,1-4-79-16,-2-1-98 0,0-4-73 16,-1-1-183-16,-4-3-594 0,-1-4-767 15</inkml:trace>
  <inkml:trace contextRef="#ctx0" brushRef="#br0" timeOffset="106892.231">29151 896 1793 0,'0'0'1739'16,"0"0"-1530"-16,0 0-92 0,90-9 88 15,-59 4-24-15,-2 0-130 0,5 1-51 16,0 0-115-16,0-1-215 0,2 4-214 0,0 1-723 16,-10 0-568-16,10 12 1636 0</inkml:trace>
  <inkml:trace contextRef="#ctx0" brushRef="#br0" timeOffset="107124.082">29754 1069 1512 0,'0'0'1090'16,"0"0"-598"-16,0 0-240 0,0 0 103 16,0 0 145-16,0 0-35 15,-14 70-149-15,8-61-106 0,3 1-67 16,1-1-48-16,2 1-44 0,0 1-38 16,0 2-13-16,9-1-3 0,-1 4 1 15,6-1 1-15,3-1-2 0,-1 1-8 16,5-2 11-16,2 1 3 0,0-2 0 0,0-1 18 15,-1-1-20-15,-1 1-1 16,-2-1-2-16,-3 2-40 0,-6-2-92 0,-2 2-39 0,-8 4-41 16,-3 1-10-16,-10 6-7 0,-12 2-193 0,-4 0-192 15,-7 0-46-15,-1-3-163 0,8-7-782 16,-21 0 1467-16</inkml:trace>
  <inkml:trace contextRef="#ctx0" brushRef="#br0" timeOffset="107724.678">31119 1199 310 0,'0'0'2516'0,"0"0"-2035"0,0 0-240 16,0 0-51-16,0 0 121 0,0 0 14 15,0 0-105-15,-78 2-91 0,55 14-43 0,-3 8 0 16,4 4 3-16,0 6 24 0,4 2 9 0,5-4-37 15,5-3-33-15,1-9-52 0,7-7-2 16,0-6-35-16,7-5-8 0,6-2 5 16,9 0 12-16,2-7-5 0,4-7-7 15,2-3 1-15,1-4-10 0,-3 1-6 16,-2 1 24-16,-4 5-21 0,-2 5 12 0,-3 7-24 16,0 2 6-16,-1 2 48 0,0 9 10 15,-1 5 46-15,0 3-9 0,0 4-15 16,1 4-4-16,0 0-18 0,4 0-16 0,6 0-30 31,2-2-22-31,7-6-129 0,6-3-141 0,-8-5-356 0,24-3-955 0</inkml:trace>
  <inkml:trace contextRef="#ctx0" brushRef="#br0" timeOffset="109010.765">24163 2717 1330 0,'0'0'1734'16,"0"0"-1453"-16,0 0-106 0,0 0 65 15,0 0-1-15,0 0-125 0,-86 4-40 0,56 16 32 16,-4 6-34-16,0 5 5 0,3 5-36 0,1 1-23 15,7-1-3-15,5-4 19 0,9-2-15 16,7-9-19-16,2-3 0 0,11-5 2 16,6-2-1-16,4-1 13 0,4 0-11 15,2-3 12-15,2 0-15 0,-1-2 0 16,-3 4-3-16,-5-1 3 0,-3 0 1 0,-6 4 1 0,-5 3 41 16,-5 3-9-16,-1 2-12 0,-7 6 2 15,-9 6 4-15,-5 4 36 0,-7 1 10 16,-2-1-43-16,-2-2-28 0,-1-6 0 15,4-7-2-15,6-7-1 0,2-7-40 16,6-5-43-16,2-2-18 0,7-4-38 0,0-9-47 16,5-3-31-1,1-8-148-15,4-5-117 0,2 5-320 16,12-19-729-16</inkml:trace>
  <inkml:trace contextRef="#ctx0" brushRef="#br0" timeOffset="109280.127">24323 3048 284 0,'0'0'2227'16,"0"0"-1644"-16,13 66-274 0,-13-36 14 0,0 5 68 0,-4 0-34 16,-3-3-104-16,2-5-66 0,2-8-86 15,2-7-74-15,1-7-27 0,0-4-19 16,3-1-2-16,4-1 0 0,3-7 18 16,5-4-40-16,-2-4-71 0,2-6-5 0,-1-2 17 15,-4 1-3-15,0 3 34 0,-5-1 30 16,-5 4 41-1,0 5 1-15,-14 3 12 0,-3 4-10 16,-6 5-3-16,-2 0-19 0,-2 6 19 16,1 6 3-16,1 3-2 0,5-1 27 15,4 3 3-15,3-5-31 0,6-1-13 0,4-5-15 16,2-2-62-16,1-2-166 0,1-2-249 16,4 0-485-16,3-6-427 0</inkml:trace>
  <inkml:trace contextRef="#ctx0" brushRef="#br0" timeOffset="109511.676">24688 2458 1994 0,'0'0'1402'16,"0"0"-1057"-16,0 0-209 0,0 0 143 0,0 0 60 31,0 0-19-31,0 0-84 0,0 0-114 0,0 0-67 16,-16 98 12-16,10-49 15 0,0 8 67 15,2 7-37-15,-1 6-64 0,0 4-45 16,4 1-1-16,-1-1-2 0,2-5-139 16,0-6-58-16,0-7-23 0,8-8-6 15,1-11-1-15,2-8-104 0,0-5-116 0,2-6-129 16,-1-10-411-16,-2-3-481 0</inkml:trace>
  <inkml:trace contextRef="#ctx0" brushRef="#br0" timeOffset="109881.337">24841 3146 42 0,'0'0'2143'0,"0"0"-1591"15,0 0-215-15,0 0 2 0,0 0 6 16,0 0-53-16,0 0-35 0,0 0-71 16,0 0-35-16,0 0-9 0,11 70-29 15,-9-42-33-15,1 4-19 0,0 4 21 0,-1 0-15 16,1-2-12-16,3-2-12 0,0-4-13 16,-1-9-15-16,1-4-12 0,2-6 10 15,1-2-13-15,-3-5 1 0,5-2 10 0,-2 0 1 16,2-6 15-16,-1-9 4 0,4-2-7 15,1-5-9-15,-1-5-15 0,-1-2-67 16,-1-1-24-16,0 1-34 0,-1 1-3 16,-4 1-49-16,0 2-60 0,-1 5-169 15,-1 3-305-15,-2 6-642 0,0 4-789 0</inkml:trace>
  <inkml:trace contextRef="#ctx0" brushRef="#br0" timeOffset="110260.133">25440 3288 2943 0,'0'0'492'0,"0"0"-223"0,0 0 81 15,0 0-85-15,-91 7-48 0,66 5 2 16,0 2-47-16,3 5-56 0,2 0-25 15,4 4-21-15,3 2-21 0,5 0-18 16,2-4 14-16,3-1-23 0,3-6-22 0,0-5-13 16,6-3-17-16,5-5-10 0,5-1 1 0,5-4-34 15,4-6-65-15,3-6-21 0,1-4-7 16,-1-1-40-16,-2 2-43 0,-1 1 33 16,-3 5 15-16,-4 7 69 0,-2 1 21 15,0 5 63-15,-4 8 48 0,-3 7 152 16,-3 4 22-16,-3 3 11 15,-1 4-13-15,-2 0 2 16,0-2-3-16,0-1-17 0,0-7-44 0,0-3-51 16,2-5-59-16,1-5-13 0,3-3-51 15,3-3-37-15,2-9-26 0,2-8-93 16,7-8-262-16,-4 4-715 0,7-21-812 0</inkml:trace>
  <inkml:trace contextRef="#ctx0" brushRef="#br0" timeOffset="110598.31">25857 2636 1494 0,'0'0'2035'16,"0"0"-1653"-16,0 0-297 0,0 0 32 0,0 0 147 15,-7 76 107-15,-2-36-53 0,-3 12-95 32,-3 8-68-32,0 3-49 0,-2 6-36 15,1-1-28-15,2-3-42 0,3-9-27 0,8-7-76 16,3-14 6-16,3-9 45 0,6-9 22 15,7-8-1-15,1-3-27 0,3-6 10 16,3 0 8-16,1-3 7 0,2-2 5 0,-2-1 13 16,-3 3-6-16,-2 2 8 0,0 1 10 15,-6 3-12-15,-2 6-1 0,-5 4 16 16,-4 1 42-16,-2 8 35 0,0-1-10 0,-5 5-12 16,-3 0-25-16,-4-2 3 0,1 0-11 15,-1-5-22-15,2-3-1 0,3-8-1 0,2-4-56 0,4-4-61 16,1-4-9-16,0-9-25 15,1-6-96-15,8-8-147 0,4-8-138 0,4-6-269 16,-5 5-599-16,8-29-111 0</inkml:trace>
  <inkml:trace contextRef="#ctx0" brushRef="#br0" timeOffset="110962.123">26214 2783 421 0,'0'0'2394'16,"0"0"-1951"-16,0 0-201 0,14 69-8 15,-14-29 36-15,0 7 65 0,-3 6-13 16,-5 1-31-1,2 2-71-15,0-2-77 0,1-1-80 16,2-5-63-16,3-7-12 0,0-5-34 16,8-11-24-16,4-11 0 0,5-5 3 15,2-3-12-15,4-6-10 0,5 0-3 16,0-6-6-16,3-1 12 0,0-2 49 0,-2 2-16 16,-3-4 7-16,-6 5 29 0,-1 0 17 0,-5 2 4 15,-4 0 14-15,-4 2 7 0,-1-1 12 16,-5-1-37-16,0 1-40 0,0-3-90 15,-8 3 0-15,-3 0 2 0,-6 3 22 0,-4 0 42 16,-3 5 61-16,-2 9 3 0,-2 4 173 16,1 5-33-16,1 3 6 0,5 1-7 15,3-1-4-15,5-2-21 0,8-4-13 0,3-5-15 32,4-4-44-32,15-4-42 0,12 0 0 15,11 0 58-15,10-3 107 0,2-4-97 16,5 0-68-16,0-8-49 0,2 1-42 0,0-2-92 15,3 4-41-15,2-1-96 0,-15 5-364 16,18 1-874-16</inkml:trace>
  <inkml:trace contextRef="#ctx0" brushRef="#br0" timeOffset="111499.17">27890 3117 1064 0,'0'0'2085'0,"0"0"-1719"0,0 0-195 16,0 0 88-1,0 0-43-15,-94 41 80 0,63-10-25 16,-7 11-108-16,1 6-84 0,-4 2-24 16,4 3-18-16,1-6-6 0,10-8-15 15,7-8-16-15,12-10-46 0,7-9-18 16,7-10 15-16,13-2 25 0,7-7 22 0,11-9 1 16,4-6-45-16,6-7-31 0,2-5-21 15,1-1 14-15,-4 3 32 0,1 2 36 0,-6 8-73 16,-5 6-35-16,-6 7 46 0,-6 9 16 15,-2 3 52-15,-6 10 10 0,-1 10 32 16,-3 8 61-16,-3 2-28 0,-4 7-28 0,-1 2-3 16,-2 5-6-16,-3 3 16 0,0 3-10 15,0 6 55-15,-6 4 56 0,-9 2-66 16,-6 2 1 0,-7-2 9-16,-2 0 5 0,-3-5-30 15,0-5-18-15,-1-4-19 0,1-4-5 16,5-7-20-16,0-9 1 0,5-7-1 0,7-12 0 15,3-12-2-15,5-4 0 0,3-17-85 16,2-15-49-16,3-13 5 0,3-13 40 16,6-11-98-16,2-11-82 0,1-7-288 15,-2-7-781-15,0 22-1090 0,5-31 2346 0</inkml:trace>
  <inkml:trace contextRef="#ctx0" brushRef="#br0" timeOffset="111984.157">28274 3104 1717 0,'0'0'1900'0,"0"0"-1576"0,0 0-191 16,0 0 95-16,84 56-11 0,-67-32-29 0,-3 1 94 16,-3 4-72-16,-3 6-91 0,0-1-49 15,-4 1-34-15,-1 0-14 0,-3-3-7 16,0-2-15-16,0-6-3 0,0-3 0 31,-3-9 0-31,3-4 1 0,-1-5 2 0,1-3 12 16,0 0-9-16,1-9-3 0,5-5-30 0,5-9 2 15,3-6-14-15,3-8-19 0,5-6-67 16,1-2-49-16,0-5-31 0,1 2-94 0,2 2-141 16,0 6-156-16,2 7 23 15,-3 12 186-15,-3 4 105 0,-2 10-78 0,-5 7 363 16,-7 1 36-16,-3 13 340 0,-5 8 83 0,0 3-3 16,0 9-43-16,-8 2-3 0,1 2-28 15,-3-1-85-15,4-1-61 0,2-8-43 16,3-6-13-16,1-8-53 0,5-6-78 0,6-5-34 15,4-3 0-15,5-3-12 0,2-11-3 0,3-5-42 16,3-8-77-16,-2-3-51 16,-3 1 35-16,-4 1 22 0,-2 2 27 0,-8 5 16 15,-4 3 20-15,-5 4 1 0,-3 3 40 16,-8 1 9 0,-6 3 58-16,-2 3 35 0,-1 4-14 15,-3 6-33-15,0 9-24 0,0 4 8 16,2 4 25-16,-2 1 7 0,6 1-5 15,0-1-57-15,7-5 0 0,3-3-60 16,1-3-130-16,6-4-37 0,0-3-151 16,10-3-279-16,6-3-418 0,7-4 450 15,-3-4-902-15,13-13 1295 0</inkml:trace>
  <inkml:trace contextRef="#ctx0" brushRef="#br0" timeOffset="112283.906">29101 3132 82 0,'0'0'1737'0,"0"0"-32"16,0 0-1339-16,0 0-158 0,3 66 212 0,-11-40-2 15,1-2-46 1,0-2-102-16,3-4-137 0,4-5-90 16,0-2-42-16,3-4-1 0,9-5-24 15,2-2-1-15,9-2-5 0,1-12-55 16,3-3-60-16,4-6-32 0,-5 0-11 16,1 0-14-16,-2 0-7 0,-4 4-20 15,-3 2-1-15,-6 3-15 0,-3 6 57 0,-5 2 185 16,-1 6 3-16,0 0 166 0,-3 9 17 15,0 2 1-15,0 6 48 0,-3 5-16 0,-4 3-41 16,-2 5-1-16,0 3 30 0,0 1-19 16,3 1-48-16,2 3-53 0,2-3-11 0,2-2-73 15,0-3-24-15,3-8-112 0,3-2-71 16,3-7-48-16,0-1-45 0,5-4-246 16,-6-4-726-16,12-4-823 0</inkml:trace>
  <inkml:trace contextRef="#ctx0" brushRef="#br0" timeOffset="112678.378">29667 3425 447 0,'0'0'3099'16,"0"0"-2720"-16,0 0-304 0,-10 101 85 15,1-58 148-15,1 8 111 0,1 5-71 16,1 3-105-16,1 2-58 16,5 0-13-16,0-1-45 0,0-3-69 15,8-5-43-15,0-8-15 16,2-8-1-16,0-8-42 0,1-8-56 0,-1-4-49 15,-2-8 5-15,0-4 10 0,-1-4 12 16,1-4 5-16,0-10 9 0,0-8 10 16,4-5-17-16,-4-9-61 0,0-8-56 15,0-7-14-15,2-9 13 0,-2-7-47 0,0-10-10 16,-3-7-17-16,-1-5-8 0,-1 2 247 16,-3-1 67-16,2 8 244 0,4 14-43 15,-1 11-25-15,2 16 62 0,1 13 30 0,-2 11 52 0,1 6-72 16,4 5-87-16,1 1-23 0,2 3-3 15,1 0-3-15,4 0-32 0,1 2-20 16,2 3-25 0,-2 1-16-16,2 0-27 15,-2 5-12-15,-3-1-1 0,0 2-17 0,-5 2 0 16,-2 2-13-16,-6 5-2 16,-4 0-1-16,-1 6-24 0,-13 3 0 0,-8 2-24 15,-7 6-38-15,-7-1-18 0,-6 3-50 0,-4-4-169 16,10-8-755-16,-17 5-1587 0</inkml:trace>
  <inkml:trace contextRef="#ctx0" brushRef="#br0" timeOffset="112831.233">30454 3579 4455 0,'0'0'1082'0,"0"0"-1082"0,0 0-43 16,0 0-154-16,0 0 29 0,-79-33 83 15,46 33-105-15,8 0-468 0,-20 0-1251 0</inkml:trace>
  <inkml:trace contextRef="#ctx0" brushRef="#br0" timeOffset="113918.798">31299 3123 1767 0,'0'0'1473'0,"0"0"-1251"0,0 0-54 0,0 0 56 16,0 0 22-16,0 0-53 0,0 0-59 15,-71 79-14-15,67-37-18 0,2 2-10 16,2-1-24-16,4-4-22 0,8-7-34 16,2-4 1-16,2-10-1 0,4-6-12 15,0-6 0-15,2-6 0 16,3 0-68-16,1-10-36 0,1-4-1 15,-3-5-27-15,-5-2-27 0,-4 3 54 16,-8-2 42-16,-3 2 32 0,-4 1 0 16,0 4 31-16,-4-2 10 0,-6 5 31 0,-3-2-13 15,-2 3 34-15,-5 1-12 0,-1-1-16 16,0 2-34-16,-2 0-16 0,0 2 14 16,4 2-49-16,5-1-30 0,3 4-70 0,2 0-107 15,5 0-176-15,2 0-237 0,2 0-577 0</inkml:trace>
  <inkml:trace contextRef="#ctx0" brushRef="#br0" timeOffset="114050.458">31547 3234 1178 0,'0'0'1664'0,"0"0"-1247"0,87 4-77 15,-53-4 44-15,2 0-108 0,-1 0-124 0,0-9-71 16,0-1-63-16,-1-5-18 0,2 0-99 16,-1-4-72-16,0-2-123 0,-4-2-63 15,-8 5-326-15,2-13-939 0</inkml:trace>
  <inkml:trace contextRef="#ctx0" brushRef="#br0" timeOffset="114282.038">31922 2907 466 0,'0'0'2109'0,"0"0"-1761"0,0 0-153 16,0 0 105-16,0 0-21 0,-94 81-37 0,80-48-37 16,3 5 10-16,1 5 44 0,6 4-53 15,1 6-13-15,3 4-61 0,0 5-56 16,0 6-34-16,0 3-42 0,0 3-12 15,0 4 12-15,-2-4-58 0,-2 0-30 0,-1-6 24 0,3-7 9 16,-5-2 3-16,2-5 3 0,-2-7-37 16,-3-4-22-16,-6 0 16 0,-4-5-1 15,-6-2-6-15,-7-3-68 0,-6-2-172 16,-6-1-183-16,-7-5-196 0,-8-2-482 16,14-8-148-16,-39 1 1231 0</inkml:trace>
  <inkml:trace contextRef="#ctx0" brushRef="#br0" timeOffset="115105.818">23845 4877 2621 0,'0'0'492'0,"0"0"-246"0,0 0-97 0,-77 7 9 16,53 7 38-16,-2 10-8 0,3 6 10 16,6 3 7-16,2 5-51 0,8 2-37 0,4 1-28 0,3 0-34 15,8-8-18-15,1-5-3 16,4-5-19-16,2-9 28 0,1-4-12 0,4-10 2 15,2 0-14-15,4-13 8 0,4-10-18 16,2-2-9-16,-1-7-92 0,-1-1-33 0,-4-3 2 16,-6 5-15-16,-4 1 11 15,-8 6-9-15,-4 2 6 0,-4 4 2 0,-6 4 73 0,-8-2 53 16,-6 8 0-16,-4-4 2 0,-5 2 28 16,-2 2 53-16,0 3 3 0,1 3-10 15,4 0 16-15,6 2-25 0,3 3-24 16,1 5-24-16,6 3-17 0,0 1-40 0,4 1 18 15,5 3-33-15,1-4-116 0,0 0-111 16,1 0-284 0,5-5-393-16,5-5-610 0</inkml:trace>
  <inkml:trace contextRef="#ctx0" brushRef="#br0" timeOffset="115337.808">23990 4815 1785 0,'0'0'1046'0,"0"0"-859"15,0 0 37-15,0 0 11 0,0 0-3 0,82 50-18 0,-74-29 56 16,-4 3-53-16,-2 7-105 0,-2 6-54 16,0 6-33-16,-6 1-25 0,0-3-9 15,-2-6 8-15,2-9 1 0,3-7 0 16,1-9 1-16,-1-6 14 0,3-3 7 0,0-1 21 16,0-3 28-16,0-9-4 0,0-4-67 15,6-3-34 1,3-5-30-16,4-2-29 0,4 0-30 15,2 2-47-15,4 3-64 0,4 0-109 16,3 3-210-16,6 0-177 0,-10 4-672 16</inkml:trace>
  <inkml:trace contextRef="#ctx0" brushRef="#br0" timeOffset="115723.225">24571 4877 1213 0,'0'0'1566'15,"0"0"-1312"-15,-82 45-2 0,49-25 117 16,-6 5-20-16,1 5-33 0,5-1-59 15,4 2-23-15,6 0-75 0,8 1-45 16,6-5-29-16,6-1-30 0,3-4-25 16,4-6-30-16,5-3 0 0,5-3-15 15,3-8 0-15,0-2 12 16,-1-1-37-16,4-11 10 0,1-5-16 0,0-5-43 16,2-6-24-16,1-6-19 0,-1-4 12 15,-3-4-19-15,3-2 25 0,-3-4-1 0,-1-2-10 16,0 0 44-16,-2-5 46 0,-4-1-37 15,-3-1 34-15,-3 3 38 0,-4 2 56 0,-3 5-24 16,0 6 53-16,-3 6 56 0,-4 10-36 16,5 6 16-16,-3 8 12 0,2 5 12 15,0 6-22-15,0 3-47 0,0 9-30 16,-1 6-19-16,-3 8 25 0,3 7 3 16,-1 6 18-16,1 5 10 0,0 6 2 15,1 3-27-15,1 2-58 0,2 4-4 16,0-1-47-16,3-2-129 0,6-7-18 15,0-11 14-15,3-6-4 0,0-10-22 0,2-4-123 0,-2-3-292 16,-2-8-185-16,2-2-854 0</inkml:trace>
  <inkml:trace contextRef="#ctx0" brushRef="#br0" timeOffset="115976.088">24731 5073 258 0,'0'0'2283'0,"0"0"-1806"15,0 0-148 1,0 0 36-16,0 0-3 0,0 0-79 15,53 65-75-15,-38-65-82 0,4 0-46 16,4-6-28-16,-2-7-9 0,4-3-27 0,-1-8-16 16,-2-2-31-16,0-2-52 0,-4-3-49 15,-2 1-19-15,-2 2 33 0,-6 8 28 16,-5-3 3-16,-3 7 5 0,-2 2 19 16,-9 2 22-16,-8 4 28 0,-1 3 13 0,-6 3 31 15,1 2 36-15,1 10 17 0,2 5-25 16,3 5-31-1,-1 3 16-15,4 4-26 0,4 1 1 16,1-5 8-16,3 2-27 0,1-3-44 0,4-2-15 16,1-1-131-16,2 1-166 0,0-5-399 15,0-7-767-15</inkml:trace>
  <inkml:trace contextRef="#ctx0" brushRef="#br0" timeOffset="116210.677">25043 4919 117 0,'0'0'353'15,"0"0"1363"-15,0 0-1312 0,0 0-179 0,0 0 48 16,82 59-5-16,-74-36-23 0,-3 1 48 16,-4-1-63-16,-1 2-96 0,0 3-44 0,-4-1-40 0,-1-2-4 15,-2-2 16-15,1-7 3 16,2-5 12-16,1-7 15 0,3-1-9 0,0-3-15 16,0 0 2-16,0-7 1 0,7-4-17 15,1-4-54-15,0-5-2 0,6-2-17 16,0-2-45-16,4 1-49 0,1 1-25 0,4-2-56 15,7 0-126 1,4 0-296-16,-7 6-434 0,16-11-1108 0</inkml:trace>
  <inkml:trace contextRef="#ctx0" brushRef="#br0" timeOffset="116776.739">26195 4928 421 0,'0'0'2788'0,"0"0"-2356"0,0 0-271 0,-4 104 24 16,-2-51 85-16,-1 9 6 0,-2 2-42 15,3 6-38-15,0 3-25 0,1 3-55 16,2 5 3-16,2 3-40 0,-1 0-52 15,2-4-24 1,0-3-3-16,0-3-3 0,5-8-73 0,2-12-21 16,1-12 18-16,3-11 21 0,-3-12-12 15,2-10-37-15,0-9-19 0,2-7-9 16,-1-14-59-16,3-10-88 0,-3-7-123 16,-1-8-143-16,-3-7-116 0,-5-4-403 15,-2 10-500-15</inkml:trace>
  <inkml:trace contextRef="#ctx0" brushRef="#br0" timeOffset="116994.907">26247 5103 1479 0,'0'0'1507'16,"0"0"-1159"-16,0 0-195 0,0 0 69 15,0 0 89-15,0 0-92 0,93-22-48 16,-75 33-4-16,-2 1-47 0,-2 6-46 16,-2 2-15-16,-5 2-16 0,0 0-43 0,-5 3 1 0,-2-1-1 15,0 0-2-15,-10-4-2 0,-2 3-69 16,-6-3-10-16,-1 0 0 0,-4-1-19 15,-2-4-31-15,-1-2-29 0,2-4-48 16,-1-3-70-16,1-1-100 0,2-5-129 0,0 0-172 16,2-10-496-16</inkml:trace>
  <inkml:trace contextRef="#ctx0" brushRef="#br0" timeOffset="117373.894">26793 4523 2935 0,'0'0'540'0,"0"0"-353"16,0 0-1-16,0 0 32 0,0 0-6 0,37 74-48 15,-37-48-6 1,0 4-44-16,-6 3-59 0,-2 4-3 16,-1 1-6-16,1-1 3 0,2-3-47 15,4-10-2-15,2-7-12 0,0-9-12 16,0-5 2-16,5-3 9 0,3-5 13 0,1-5 0 16,3-6-23-16,1-6-29 0,4-5-6 15,-2 1-13-15,1 1 25 0,1 4-1 16,-3 3 7-16,4 7-3 0,-2 3 0 0,1 5 24 0,0 3 13 15,-1 0 6-15,-2 7 40 0,-1 3-19 16,-3 4-20-16,1 4 16 0,0 1 27 16,-2 5-44-16,-2-1-47 0,0 4-92 15,-1 6-79-15,-3 3-220 0,-2-8-670 16,-2 19-1313-16</inkml:trace>
  <inkml:trace contextRef="#ctx0" brushRef="#br0" timeOffset="119245.209">23960 6765 881 0,'0'0'1438'0,"0"0"-1234"0,0 0-30 0,0 0 64 15,0 0 76-15,0 0 29 0,0 0-58 16,0 0-74-16,0 0-74 0,-85-24-28 16,74 40-7-16,-4 5-9 0,4 7-13 0,0 7 43 15,2 2-21-15,1 1-1 0,2 2-28 16,5-4-21-16,1 0-49 0,0-5-3 15,3-2-25 1,4-6-79-16,4-6-40 0,1-7 5 16,5-6-9-16,2-4-38 0,3-7-124 15,1-9-239-15,0-6-235 0,-6 4-579 16</inkml:trace>
  <inkml:trace contextRef="#ctx0" brushRef="#br0" timeOffset="119498.905">24125 6950 947 0,'0'0'283'0,"0"0"1077"0,0 0-993 0,0 0-105 0,23 84 6 15,-22-64 80-15,0 1-6 0,2-5-87 0,3-4-76 16,1-6-71-16,0-2-31 0,4-4-34 16,1 0-6-16,2-7-10 0,0-5-27 15,0-1-24-15,-1-5-29 0,0-3-26 16,-1 1-4-16,-5-2 18 0,2 2 15 0,-5 3 4 31,-3 2 46-31,-1 3 16 0,0 2 14 16,-5 2 14-16,-7 1-14 0,-2 5-11 0,-3-4 12 15,-2 6-28-15,0 0 9 0,1 1-12 16,3 6-37-16,2 1-3 0,3 1-3 16,3 1-25-16,5-3-87 0,2 0-69 15,0 0-135-15,7-3-216 0,-1 0-451 16,7-3-482-16</inkml:trace>
  <inkml:trace contextRef="#ctx0" brushRef="#br0" timeOffset="119831.307">24432 6881 297 0,'0'0'1933'0,"0"0"-1629"0,0 0-40 0,0 0 147 16,0 0-45-16,0 0-1 0,0 0-29 16,0 0-113-16,0 0-66 0,28 80-27 0,-34-63-11 0,2-1-27 15,0-1-46-15,1-6-34 0,1 1-12 16,2-8-31-16,0 0-30 0,0-2-40 16,5-2 12-16,2-6 15 0,3-3 13 15,4-1-29-15,1-6-30 0,2 0 8 16,-1 3 13-16,0 1 39 0,-1 5 26 15,-1 2 12-15,-1 3 22 16,0 4 52-16,-2 0 35 0,-1 4 32 16,0 4-2-16,-1 4 10 0,-2 2-25 0,-2 1 2 15,2-1-9-15,-4 2-12 0,-1-2-37 16,-2 0-10-16,0 2-8 0,0-1-13 16,0 1-13-16,-5 0-2 0,-1 1-1 15,2 2-32-15,-1-2-68 0,2 1-37 16,3-3 3-16,0-4-44 0,0-4-110 15,3-4-153-15,3-3-315 0,6-5-628 0</inkml:trace>
  <inkml:trace contextRef="#ctx0" brushRef="#br0" timeOffset="120046.163">24956 6948 49 0,'0'0'2640'16,"0"0"-2290"-16,6 74-85 0,-6-36 72 0,0 11-28 15,0 8 45-15,0 2 1 16,0 4-90-16,-4 6-55 0,2 2-12 0,2 4-70 16,-1 0-73-16,1 0-36 0,0-6-19 15,0-3-55-15,0-9-82 0,7-11-24 16,-2-11 21-16,3-11 17 0,0-6 41 0,-2-12-29 16,3-6-114-16,-4 0-233 0,-2-13-278 15,0-6-315-15,-1 1-505 0</inkml:trace>
  <inkml:trace contextRef="#ctx0" brushRef="#br0" timeOffset="120263.355">25018 7027 1785 0,'0'0'1241'0,"0"0"-918"16,0 0-139-16,0 0 35 0,0 0 63 16,0 0-46-16,0 0-29 0,78-51-52 15,-64 51-41-15,1 6-22 0,-7 6-13 0,1 4-24 16,-4 3-21-16,-5 5-9 0,0 5-10 15,-8 6-15 1,-4 1-52-16,-2 2-34 0,0-3-43 16,2-4-46-16,1-10-35 0,6-7-5 15,2-7-27-15,3-7-73 0,0 0-137 0,3-11-194 16,5-2-360-16,1 1 230 0,6-13 301 0</inkml:trace>
  <inkml:trace contextRef="#ctx0" brushRef="#br0" timeOffset="120499.345">25325 7069 653 0,'0'0'78'0,"0"0"1523"15,0 0-1191-15,0 0-15 0,0 0 32 16,0 0-49-16,75 73-58 0,-68-55-19 0,0-3-49 16,-1-4-96-16,4-2-67 0,-1-7-34 15,0-2-18-15,3 0-10 0,-1-5-27 16,-1-3-24-16,1-5-71 0,-2-3 28 0,0-1-19 31,-3 3-3-31,-3 0 19 0,-1 4 30 16,-2 2 15-16,-2 2 7 0,-10 4-41 15,-3 0 25-15,-6 2 3 0,-8 0 3 0,-4 3 13 16,-7 5-19-16,0 2 12 0,-1 2-30 16,3 0-42-16,3 2-30 0,6-1-37 15,7-1-150-15,3-3-165 0,9 0-573 16,-2 2-809-16</inkml:trace>
  <inkml:trace contextRef="#ctx0" brushRef="#br0" timeOffset="120962.565">24587 7051 143 0,'0'0'1839'0,"0"0"-1291"0,0 0-223 16,0 0-8-16,0 0 24 0,0 0-72 0,0 0-33 15,71-70-35-15,-58 63-65 0,-2 0-52 0,-1 4-44 16,-3 3-36-16,-1 0 20 0,-1 4 13 16,-4 4-12-16,1 2 3 0,-2 3-10 15,0 3 4-15,-3 3-7 0,-2 0-15 16,-2 0-1-16,-2 1-39 0,-1 1-37 16,0-2 31-1,1 2 9-15,-3-5-26 0,3 0-14 16,0-4-44-16,2 0-49 0,0-2-34 0,1-1-100 15,3-1-136-15,0-3-230 0,2-1-858 0</inkml:trace>
  <inkml:trace contextRef="#ctx0" brushRef="#br0" timeOffset="122049.341">24779 7057 160 0,'0'0'182'16,"0"0"30"-16,0 0-195 0,0 0 442 16,0 0 277-16,0 0-334 0,0 0-143 15,0 0-29-15,0 0 24 0,0 0 8 16,0 0-13-16,-6-23-46 0,5 17-42 16,1 0-38-16,0 0-29 15,0 0-11-15,0 0-24 0,0 1-12 16,3-2-10-16,5 7-21 0,1-1 2 15,2 1 26-15,4 0-13 0,-4 3-3 16,1 6-3-16,-2 1-24 0,-3 4-1 16,-3 1 0-16,-1 3 0 0,-1 4 0 15,-2 1-16-15,0 0-21 0,0 2-16 0,-5-4-15 16,3 2-10-16,-3-4-45 0,1-3-31 0,1-1-38 16,1-4-75-16,-1-2-148 0,2-1-159 15,0-4-471-15,-1-3-325 0</inkml:trace>
  <inkml:trace contextRef="#ctx0" brushRef="#br0" timeOffset="123983.766">26001 7288 2436 0,'0'0'1200'15,"0"0"-954"-15,0 0-86 0,0 0 3 0,0 0 98 16,0 0 20-16,0 0-58 0,0 0-91 0,0 0-102 15,0 0-30-15,-16 4-58 0,22-4-49 16,5 0-92-16,4-6-10 0,4 0-70 16,4-7-248-16,-3 3-723 0,5-15-1229 0</inkml:trace>
  <inkml:trace contextRef="#ctx0" brushRef="#br0" timeOffset="129584.298">26647 7195 2812 0,'0'0'735'15,"0"0"-435"-15,0 0-165 0,0 0 129 16,0 0 86-16,0 0 18 0,92 14-117 16,-56-9-90-16,5-1-49 0,1-1-24 0,4-2-27 0,2-1-25 0,2 0-33 31,1-8-3-31,1-4 0 0,0-4-45 0,-2-3-31 15,-2 1-51-15,-3-4-71 0,-3 1-7 0,-5-1-95 16,-10 3-267 0,-10 4-620-16,-10-6-681 0</inkml:trace>
  <inkml:trace contextRef="#ctx0" brushRef="#br0" timeOffset="129837.559">27058 6930 398 0,'0'0'235'0,"0"0"1204"16,0 0-1109-16,0 0 6 0,-84-21 148 0,76 21-64 15,4 5-74-15,4 7-129 0,0 6-83 16,4 10 2-16,5 9 12 16,1 7 3-16,1 6 12 0,1 7-7 0,1 8-31 0,0 4-52 15,0 4-34-15,1 6 4 0,-2-1-43 0,0-2-12 16,-1-4 10-16,-2-6 0 0,0-10-20 16,-1-9-8-16,-2-10-16 0,1-8 4 15,0-10-4-15,-2-7-21 16,-1-6-6-16,2-6-38 0,-4 0-36 0,4-9 15 15,5-8-35 1,1-11-97-16,7-5-106 0,4-8-223 0,-3 7-428 16,10-26-334-16</inkml:trace>
  <inkml:trace contextRef="#ctx0" brushRef="#br0" timeOffset="130169.561">27621 7185 1683 0,'0'0'1283'0,"0"0"-912"16,0 0-107-16,0 0 39 0,0 0-2 0,0 0-21 0,-105 44 37 15,70-6-69-15,-3 6-80 0,2 5-22 16,6-3 15-16,6-5-31 0,9-9-70 16,7-7-60-16,5-7-15 0,3-7-15 15,1-4-12-15,8-3-16 0,2-4-9 16,5-4-8-16,1-8 11 0,6-6-9 16,0-6-37-1,1 1-24-15,-1-2 12 0,-2 2 11 0,-2 4 4 16,0 2 17-16,-5 4 22 0,1 5 22 15,-4 3 18-15,-2 5 10 0,-1 0 18 16,-2 0 92-16,2 10 60 0,-3 1-17 16,1 3-10-16,-3 1-24 0,0 1-18 15,0 1 2-15,-3 1-18 0,0-5-15 16,2 3-52-16,0-2-12 0,1-4-24 0,1-1-43 0,5-3-37 16,-1-2-25-16,4-2-58 0,4-2-72 15,0-6-269-15,-1 0-555 0,8-15-690 0</inkml:trace>
  <inkml:trace contextRef="#ctx0" brushRef="#br0" timeOffset="130370.579">28015 7160 2153 0,'0'0'1376'0,"0"0"-1066"0,0 0-169 0,0 0 151 16,0 0 14-16,0 0-14 0,-85 87-16 16,63-54-60-16,3-2-52 0,1 2-28 15,8-5 3-15,7-3-33 0,3-5-94 16,0-5-12-16,11-5-33 0,2-2-40 15,5-5-17 1,2-3 14-16,2-3-12 0,3-11-42 16,3-3-47-16,1-8-73 0,1-3-161 15,-1-6-272-15,-6 9-518 0,7-21-511 0</inkml:trace>
  <inkml:trace contextRef="#ctx0" brushRef="#br0" timeOffset="130560.782">28351 6609 2711 0,'0'0'1035'0,"0"0"-862"0,0 0-34 0,0 0 89 16,0 0 113-16,-24 95-16 0,16-52-81 16,5 3-64-16,3 2-37 0,0-1 5 15,9 0-3-15,6-2-33 0,3 0-76 16,1-1-36-16,2-4-27 0,0-2-88 0,-3-3-45 16,-1-4-7-1,-6-4-3-15,1-6 9 0,-7-4-53 16,0-7-121-16,-5-4-310 0,0-1-565 0,-20-5-440 0</inkml:trace>
  <inkml:trace contextRef="#ctx0" brushRef="#br0" timeOffset="130724.167">28157 7150 359 0,'0'0'2829'16,"0"0"-2371"-16,0 0-313 0,0 0 117 0,0 0 56 15,0 0-31-15,94-35-32 0,-60 26-120 16,5-3-77-16,1 0-28 0,4-4-30 15,2 3-11-15,0-6-56 0,1 2-144 16,0-1-72-16,-1 1-68 0,-4 3-164 16,-14 5-446-16,7-2-405 0</inkml:trace>
  <inkml:trace contextRef="#ctx0" brushRef="#br0" timeOffset="130990.673">28804 6976 962 0,'0'0'195'0,"0"0"1594"0,0 0-1306 31,-35 87-173-31,25-57 40 0,1 2-61 0,0-1-1 16,4-3-12-16,4-8-90 0,1-3-88 0,4-6-46 15,7-5-49-15,3-4-2 0,6-2 14 16,-1-7 0-16,5-7-15 0,0-6-70 16,2-4-64-16,-4-2-19 0,-2 1 6 15,-3 0 24-15,-6 3 12 0,-6 4 25 16,-2 1 11-16,-3 4-5 0,-8 1 46 0,-7 2-19 16,-4 2 46-16,-4 1 7 0,-1 6 1 15,1 1 65-15,-2 1 21 0,2 10-1 16,0 3-27-16,1 5-3 15,1 4 12-15,2-4-7 0,3-1-61 16,5-1-28-16,4-6-49 0,5 1-102 16,2-6-73-16,0-1-99 0,10-5-169 15,8-3-83-15,2-9-118 0,4-7-430 16</inkml:trace>
  <inkml:trace contextRef="#ctx0" brushRef="#br0" timeOffset="131172.412">29042 6945 297 0,'0'0'362'0,"0"0"-196"0,85-9 1348 0,-58 11-966 0,2 9-93 16,-4 1-50-16,-4 8-125 0,-2 3-82 15,-5 3 4-15,-4 3-4 0,-1 0-45 16,-5 0-42-16,1-4-19 0,-5-1-77 16,2-5-15-16,1-7 0 0,0-5-18 15,2-2-13-15,2-5-15 0,-2-5 12 16,6-7-18-16,3-2 12 0,2-9-30 0,4-3-20 0,1-3 4 16,3-2-7-16,2-2-56 0,2 3-60 15,-2 0-172-15,-3 10-577 0,2-2-920 0</inkml:trace>
  <inkml:trace contextRef="#ctx0" brushRef="#br0" timeOffset="132691.419">29465 8431 1896 0,'0'0'1164'16,"0"0"-835"-16,0 0-72 0,0 0-17 15,0 0-45-15,0 0 24 0,0 0 35 16,0 0 32-1,95-7-87-15,-56 14-50 0,7 0-73 16,-2 2-39-16,1-2-7 0,1 1 22 0,-5-1-37 16,0 0-3-16,-10-1-12 0,-3 0-12 15,-11 3-3-15,-7-2-6 0,-7 3-16 16,-6 7-17-16,-11 2-10 0,-11 7-31 16,-6 4-30-16,-10 5 30 0,-6-1 15 15,-3 3 16-15,-3-3 21 0,2 2 30 0,0 0 13 0,2-1 31 16,6-1-19-16,5-5 50 0,7-3 36 15,9-2-9-15,5-5-28 0,9-1 6 16,7-2 6-16,1-3 3 0,10 1-12 16,10 0-12-16,8 0 18 0,5-1 0 0,6-1 14 15,7-5-35-15,-1-3-22 0,5-4-26 16,-2 0 10-16,0-9-11 0,0-4-51 0,-2-1-67 16,-2-9-34-16,-3 3-19 0,-3-5-27 15,-5-2-50-15,-4 2-120 0,-6 1-224 16,-7 6-449-16,-6-6-533 0</inkml:trace>
  <inkml:trace contextRef="#ctx0" brushRef="#br0" timeOffset="132860.378">30047 8579 1254 0,'0'0'1656'0,"0"0"-1311"0,0 0-195 0,0 0 18 0,-48 68 101 15,23-34 42-15,-1 3-19 0,-1 2-60 16,-8 5-103-16,1-1-55 0,1 1-31 0,-4-2-32 15,4-2-11-15,0-3-2 16,4-3-60-16,3-3-91 0,5-6-48 16,3-1-75-16,6-7-94 0,4-4-375 15,3-4-1041-15</inkml:trace>
  <inkml:trace contextRef="#ctx0" brushRef="#br0" timeOffset="133092.007">30168 9056 372 0,'0'0'2448'0,"0"0"-1723"16,0 0-450-16,25 82-14 0,-25-40 122 15,0 4-20-15,-7 8-72 0,-5 4-69 16,0 3-51-16,-3-1-38 0,-1 2-33 16,2-3-28-16,0-1-39 0,0-3-33 15,3-5-15-15,-1-7-9 0,5-5-88 0,1-8-30 0,3-6 5 16,0-6 4-16,3-7-35 0,0-5-40 15,0-6-84-15,0-2-123 0,0-10-94 16,6-11-160-16,-1-4-522 0,1 2-390 16</inkml:trace>
  <inkml:trace contextRef="#ctx0" brushRef="#br0" timeOffset="133276.688">30239 9187 1155 0,'0'0'800'0,"0"0"427"15,0 0-972-15,0 0-84 0,0 0 28 16,0 0-26-16,0 0-28 0,0 0-11 15,84-36-41-15,-76 42-49 0,0 1-19 16,-2 1-24-16,-2 1 11 0,-3 3-12 16,-1 2-3-1,-1 4-81-15,-8 1-65 0,-4 3-21 16,-4 1-6-16,-5-1-44 0,1-1-92 0,-2-4-104 16,-5-4-216-16,8-6-475 0,-11-7-48 0</inkml:trace>
  <inkml:trace contextRef="#ctx0" brushRef="#br0" timeOffset="140462.276">31574 8216 2801 0,'0'0'558'16,"0"0"-384"-16,0 0-174 0,0 0 35 0,0 0 19 15,0 0 157-15,0 0 29 0,0 0-84 16,0 0-75-16,0 0-59 0,0 0-10 15,66-48-12-15,-49 43-10 0,-4 5-40 16,-1 1 3-16,-2 11 30 0,-3 9 17 0,-2 8 18 16,-1 7-2-1,-4 5-4-15,-7 6-10 0,-2 2 11 16,-3-1 2-16,0-2-15 0,1-2-1 0,3-6-17 16,1-2 15-16,4-5-32 15,1-4-5-15,-1-7 9 0,3-2 18 0,0-1 10 16,0-5-9-16,0 1 10 0,0 2-14 15,0 4 6-15,2 5 10 0,2 6 1 16,2 4 0-16,1 7 1 0,2 4 10 16,2 3 1-16,1 1-13 0,-1 0-1 0,1-2 1 0,-4 2 0 15,1-5 1-15,-2 1 0 0,2-4 24 16,-3-2-23-16,-3-3-1 0,-1-5-1 16,1-2 0-16,-3-3-1 0,0-2 1 15,0-1-13-15,-4-2-52 0,-5 0-46 16,-2-1-21-16,-1-3 0 0,1-1-7 15,-4-4-58-15,1-1-238 16,3-4-663-16,-4-7-449 0</inkml:trace>
  <inkml:trace contextRef="#ctx0" brushRef="#br0" timeOffset="145391.696">23480 8125 1876 0,'0'0'1474'0,"0"0"-1261"15,0 0-137-15,0 0 50 0,0 0 101 0,0 0 80 16,0 0-32-16,0 0-59 0,0 0-66 16,-27-43-58-16,27 43-28 0,0 9-40 15,-4 5-22-15,-1 7 13 0,1 10 13 0,-3 7-25 0,-2 9 18 16,-2 2-9-16,0 1-11 15,1 2 0-15,-3-2-1 0,3-5-36 0,0-7-52 16,3-3 17-16,4-11 13 0,2-6 15 16,1-5-15-16,0-5-3 0,0-3-7 15,8-3-21-15,7-2-19 0,2 0-4 16,6 0 7 0,4 0 52-16,-1 3 37 0,2 2-3 15,-2 5 16-15,-5 4 6 0,0 4 15 0,-3 2 13 16,-6 10 81-16,-3 2-6 0,-7 2-38 15,-2 4-10-15,0 1 13 0,0-2-6 16,-2-1-10-16,-3-1-9 0,2-1-25 16,0 1-21-16,0-1 0 0,3-2-2 15,0-4-65-15,0-7-65 0,3-5-23 0,8-8-43 16,6-8-87-16,3-2-143 0,9-15-377 16,-6 3-826-16</inkml:trace>
  <inkml:trace contextRef="#ctx0" brushRef="#br0" timeOffset="145823.056">24373 8396 3595 0,'0'0'975'0,"0"0"-929"0,0 0 13 15,0 0-28-15,0 0 107 0,87-3 58 16,-53-1 42-16,6 3-117 0,-1-1-72 16,3-2-7-16,1 4-11 0,-7 0-31 15,-3 0-11-15,-7 4 8 0,-6 4-42 16,-6 3-31-16,-9 3-27 0,-5 7-1 0,-5 3 10 16,-12 5 5-16,-5 4 0 0,-9 5 9 15,-4 4 34-15,-4 3-6 0,-3-2 6 0,-3 2 43 16,1-2-9-16,1-3 12 0,1-5 17 15,6-4 29-15,4-1 22 0,8-6-4 16,6-5 4-16,7-2 23 0,7-4-17 16,4-3-35-16,3 2-2 0,9-1 9 15,7 2 2-15,6 0 16 0,4-1-12 16,5 0 0-16,5-5 14 16,1-2-26-16,2-4-20 0,-1-1-19 15,2-5-2-15,-4-7-16 0,0-3-74 16,-2-6-55-16,0-1-25 0,-3-6-36 15,-3 1-76-15,-5-2-250 0,-7 7-619 16,3-13-690-16</inkml:trace>
  <inkml:trace contextRef="#ctx0" brushRef="#br0" timeOffset="146007.985">24865 8604 238 0,'0'0'2847'0,"0"0"-2515"0,0 0-196 16,0 0 35-16,-84 85 40 0,56-50 59 15,-3 0-31-15,-2 3-87 0,2 2-84 16,-3-1-68 0,0 3-13-16,2 0 13 0,2-2-37 15,5-3-80-15,5-6-75 0,6-2-71 16,2-5-115-16,8-9-355 0,3 0-1059 0</inkml:trace>
  <inkml:trace contextRef="#ctx0" brushRef="#br0" timeOffset="146224.084">25012 9116 2153 0,'0'0'1539'15,"0"0"-1375"-15,5 87-14 0,-5-43 138 16,0 8 50-16,0 0-31 0,-5 4-69 16,-1-3-89-16,2 0-64 0,0-5-45 15,-1-6-40-15,1-5-9 0,3-7-40 0,-1-7-76 0,2-9-45 16,0-6-23-16,0-8 12 0,0-5-32 15,5-12-153-15,0-7-252 0,0 1-735 16,0-20-718-16</inkml:trace>
  <inkml:trace contextRef="#ctx0" brushRef="#br0" timeOffset="146409.611">25105 9101 1577 0,'0'0'1139'15,"0"0"-617"-15,0 0-305 0,0 0 21 0,0 0 14 16,0 0-92-16,0 0 6 0,0 0-8 15,83 6-72-15,-76 5-33 0,-2-1-4 16,-2 3-5-16,-2 3-4 0,-1-2 3 16,0 3-22-16,-9 2-21 0,-2-1 0 15,-7 0-43-15,-1 1-31 0,-3-2-37 0,-3 0-10 16,1-5-15-16,-1-1-79 0,6-5-100 0,-2-3-296 16,6-2-897-16,-5-2-58 0</inkml:trace>
  <inkml:trace contextRef="#ctx0" brushRef="#br0" timeOffset="146846.846">25834 9066 2621 0,'0'0'734'0,"0"0"-423"0,0 0-140 16,0 0 30-16,0 0 55 0,36 81-14 0,-36-59-17 15,0-1-111-15,-3-1-87 0,-2-4-24 0,2-2-3 16,1-3-26-16,0-4-54 0,2-3-46 15,0-3-96-15,4-1-74 0,5-2-157 16,0-5-353-16,10-10-923 0</inkml:trace>
  <inkml:trace contextRef="#ctx0" brushRef="#br0" timeOffset="147010.975">26674 8918 2925 0,'0'0'784'16,"0"0"-583"-16,0 0 29 0,0 0 31 16,0 0-103-16,0 0-60 0,0 0-98 0,0 0-64 15,91-23-141-15,-68 13-62 0,2 0-67 16,0 1-151-16,-5 2-547 0,12 1-658 0</inkml:trace>
  <inkml:trace contextRef="#ctx0" brushRef="#br0" timeOffset="147142.483">27233 8885 75 0,'0'0'792'0,"0"0"1143"0,0 0-1726 0,0 0-97 16,97 3 112-16,-71-4-2 0,1-5-26 16,0 0 5-16,4-1-201 0,0-4-37 15,1 4-190-15,1-3-195 0,-6 3-785 0,13 0-866 0</inkml:trace>
  <inkml:trace contextRef="#ctx0" brushRef="#br0" timeOffset="147264.51">28101 8833 1282 0,'0'0'1862'0,"0"0"-1512"16,0 0 14-16,0 0 56 0,0 0-151 15,0 0-47-15,0 0-90 0,0 0-110 16,0 0-22-16,0 0-142 0,77-19-89 16,-63 14-63-16,-5 1-177 0,5 0-736 0</inkml:trace>
  <inkml:trace contextRef="#ctx0" brushRef="#br0" timeOffset="147859.952">28905 9162 3518 0,'0'0'717'16,"0"0"-561"-16,0 0-135 0,0 0 16 15,-71 78 78-15,49-57-20 0,-1 0-79 16,2 0-16-16,-1-3-154 0,5 0-107 0,-2-2-96 16,9-4-344-16,-8-1-1246 0</inkml:trace>
  <inkml:trace contextRef="#ctx0" brushRef="#br0" timeOffset="149169.338">24829 9518 101 0,'0'0'2207'0,"0"0"-1968"16,0 0-36-16,0 0 102 15,0 0 43-15,0 0-31 0,0 0-97 0,0 0-49 16,0 0-103-16,0 0-40 0,-50-11 25 16,55 30 37-16,6 4 71 0,3 6 27 15,0 1-68-15,4 1-15 16,-4 1-50-16,6-2-22 15,1-3-11-15,5-2-7 0,-1-4-13 0,6-4 11 16,3-1-11-16,2-2 8 16,4-5-7-16,2-4 15 0,3-3-6 0,6-2-11 15,2-5 2-15,4-8 0 0,5-5-3 16,5-5-3-16,3-1-18 0,7-2-4 16,-1-1-14-16,6 2-7 0,1 5 6 0,2 1 12 0,-1 2-8 15,0 4 33-15,-5 3-10 0,0 2 13 16,0 4 2-16,-2 4 10 0,1 0-11 15,1 8 56-15,0 5 59 0,-6 3-101 16,-6 6-13-16,-5 5-4 0,-8 7 1 0,-10 2-20 16,-4 5 19-16,-9 2 2 0,-8 0-12 15,-4 2 8 1,-6-2 1-16,-3-6 3 0,-3-5 16 16,-3-7-16-16,1-7 0 0,-2-7-1 15,0-4-42-15,1-7-49 0,0 0 0 16,3-10 21-16,6-10 38 0,4-7 5 15,9-9-24-15,5-10-32 0,3-2-5 16,7-5-1-16,5 3 44 0,1 1 46 16,5 6 19-16,4 2 40 0,-2 6 31 0,1 6-44 0,1 2 6 15,-2 5 1-15,0 5-13 0,-1 5 3 16,2 4 18-16,0 2-15 0,-1 6 7 16,0 0-23-16,-1 11 31 0,-3 2-12 15,0 6 16-15,-2 5-4 0,0 3 24 16,0 0 58-16,3 1-46 0,2-2-33 0,3-2-1 15,4-1-14 1,7-2-4-16,4-2-30 0,4-2 4 16,4-2 2-16,2-2-21 0,3-1 12 0,-4-1-9 15,1-4-3-15,-4-2-9 0,-4-4-15 16,-2 0-46-16,-6-1-57 0,-5 0-52 16,-8-1-19-16,-4-5-19 0,-8 0-63 15,-7 0-141-15,-5-2-271 0,-10 2-684 16,-5-3-705-16</inkml:trace>
  <inkml:trace contextRef="#ctx0" brushRef="#br0" timeOffset="149770.485">26556 10096 1990 0,'0'0'1323'0,"0"0"-1040"0,0 0-204 0,0 0 56 16,0 0 118-16,0 0-4 0,0 0-51 31,36 91-59-31,-36-52-53 0,-6 5-18 0,-3-1 30 15,1 3 12-15,-2-8-18 0,2-6-40 16,3-5-37-16,2-11-15 0,1-6-9 16,2-5-13-16,0-5-14 0,5 0-25 0,3-5 0 15,4-3 27-15,-1-7 31 0,4 0-31 16,1-3-12-16,-3 1-15 0,-1 4 6 16,-3 3 9-16,1 3 9 0,-1 6 3 15,0 1 12-15,-4 0 11 0,1 1 11 16,3 6 18-16,-7 3 13 0,4 1 9 0,-3 4 12 15,0 0-24-15,0 2-9 0,0 0-17 16,1 0 41-16,0 2-19 0,1-2-23 16,1-1-1-16,-1 0-2 0,3-1-50 0,2 1-43 15,0-2-47-15,1-2-47 0,5 0-94 16,0-5-152-16,3 0-308 0,-2-3-548 16,5-4-249-16</inkml:trace>
  <inkml:trace contextRef="#ctx0" brushRef="#br0" timeOffset="150002.092">27141 10646 1565 0,'0'0'1636'0,"0"0"-1219"0,0 0-291 15,0 0 3-15,0 0 213 0,0 0 0 16,0 0-10-16,88 21-91 15,-57-16-73-15,1-3-41 0,4-1-26 16,0-1-32-16,-3 0-54 0,-3 0-15 16,-2-5-36-16,0-2-55 0,-6 0-27 0,1-5-47 0,-5 0-57 0,-1 0-73 15,-5-1-244-15,-4 2-664 0,-6-3-1141 0</inkml:trace>
  <inkml:trace contextRef="#ctx0" brushRef="#br0" timeOffset="150519.395">28006 10343 2897 0,'0'0'445'0,"0"0"-267"0,0 0 37 0,0 0 86 16,0 0 37-16,0 0-44 0,0 0-125 15,-16 75-77-15,8-36-19 0,-2 4 4 16,0 6 5-16,3 2 49 0,0-5 2 15,3-2-47-15,2-6-35 0,2-2-3 16,0-7-26-16,2-4-19 0,7-4-3 16,-1-7-15-16,3-5 12 0,1-3-61 0,1-6-33 0,-1 0-40 15,2-7-21-15,-3-4-22 0,-1-2-44 16,-2-5-85-16,-6 2-228 0,-2 0-454 16,0 4-608-16</inkml:trace>
  <inkml:trace contextRef="#ctx0" brushRef="#br0" timeOffset="150672.745">27792 10650 1611 0,'0'0'1605'0,"0"0"-1031"0,0 0-322 15,0 0-111-15,0 0 2 0,0 0 167 16,0 0 12-16,0 0-62 0,79 17-123 16,-42-28-74-16,0-1-38 0,3-3-25 0,-1-2-81 15,-1-2-81-15,-2 0-91 0,0-2-100 16,-13 7-327-16,7-7-958 0</inkml:trace>
  <inkml:trace contextRef="#ctx0" brushRef="#br0" timeOffset="150835.49">28418 10578 957 0,'0'0'2072'0,"0"0"-1431"0,0 0-474 16,0 0 24-1,0 0 178-15,17 78 41 0,-15-65-40 16,0 0-145-16,-2-2-153 0,4-5-72 15,-4-5-45-15,2 2-89 0,-2-3-70 0,0 0-47 16,0 0-162-16,0 0-607 0,-8-4-972 0</inkml:trace>
  <inkml:trace contextRef="#ctx0" brushRef="#br0" timeOffset="150989.253">28477 10513 1865 0,'0'0'1940'0,"0"0"-1666"15,0 0-230-15,0 0 40 0,0 0-21 16,0 0 20-16,0 0-83 0,0 0-105 16,0 0-243-16,79-26-108 0,-66 26-274 0,-3 0-560 15,-3 0-134-15</inkml:trace>
  <inkml:trace contextRef="#ctx0" brushRef="#br0" timeOffset="151560.718">28651 10638 1273 0,'0'0'153'15,"0"0"1201"-15,0 0-1180 0,0 80-33 16,-1-57 98-16,-1 0 94 0,-1-6 23 0,3-3-3 15,-1-3-133-15,1-6-85 16,0-4-49-16,0-1-27 0,7-5 8 16,2-3-18-16,4-8-33 0,5-3-16 15,0-5-67-15,2-1-56 0,-3 3-6 16,1 7 15-16,-4 4 25 0,0 4 24 16,-1 4 12-16,2 3 53 0,-4 3 84 15,1 6-16-15,-4 3-7 0,-3 6 41 16,-1 0-10-16,-2 1 0 0,1-2-3 0,-3 1 0 0,0-6-4 15,0-2-2-15,1-4-19 0,0-6-16 16,1 0-23-16,2 0-10 0,0-6-15 16,4-4-40-16,2 1-21 0,2-3-24 15,5-3-40-15,0 4-25 0,2 1 0 16,1 2 70-16,0 4 3 0,-3 2-62 16,0 2 40-16,-3 0 99 15,0 6 0-15,-3 2 89 0,0 2 44 16,1 1 18-16,-4 1 6 0,0 0-7 15,1-2-7-15,-3-2-15 0,1-2-28 16,-1-1-33-16,0-4-33 0,3 1-16 16,-1-2-3-16,0 0-15 0,5-2-24 0,0-5-19 15,4-4 28-15,1-1-52 16,1-2-6-16,0-2 3 0,1 3-6 0,0 0 0 0,-4 1-1 16,-1 2-2-16,-2 4 12 0,-7 0 2 15,-3 3 10-15,-3 0 55 0,-6 3 31 0,-7 0 4 16,-7 1-34-16,-3 5 35 0,-2 2-5 15,0 1 6-15,-1 1-13 0,3 2 10 16,4 0 21-16,2 1-9 0,2 1-4 16,2 1-2-1,5-1-3-15,2-3-19 0,3 1-18 0,3-5-15 16,0 0-10-16,3-2-8 0,5-2-47 16,1-3-14-16,4 0-38 0,2-4-22 15,2-2-37-15,5-4-119 0,6-3-149 0,3 1 88 16,-6-1-921-16,16-4-676 0</inkml:trace>
  <inkml:trace contextRef="#ctx0" brushRef="#br0" timeOffset="151822.472">29644 10651 346 0,'0'0'218'0,"0"0"2317"15,0 0-1924-15,0 0-285 0,0 0 6 16,0 0-26-16,0 0 43 0,0 0-38 16,0 0-128-16,0 0-80 0,0 0-25 15,-34 75-17-15,26-61-34 0,3-1-27 16,-1-2 0-16,3-3-39 0,1 2-7 0,2-2-8 15,2 1 5-15,5-1 10 0,3-1 3 0,4 1 17 16,3 0-2-16,3-1-6 0,3-1 9 16,1 1-1-16,4 1 1 0,1 0 6 15,-1-2 6-15,-2 0-40 0,-4 1-27 16,-8-2-15-16,-2 1 0 0,-10-1-10 16,-2-2-34-1,-5 2-68-15,-11 2 25 0,-7 1-49 0,-4 0-36 16,-5-1-26-16,-3 0 45 0,-4-2-183 15,-3 1-279-15,7-1-628 0,-29 2 418 16</inkml:trace>
  <inkml:trace contextRef="#ctx0" brushRef="#br0" timeOffset="152276.854">26566 10865 3164 0,'0'0'723'16,"0"0"-594"-16,0 0-126 0,0 0 113 0,0 0 140 16,0 0 92-16,0 0-87 0,93 36-99 15,-58-25-56-15,5 1-36 0,8 1 0 16,5 0 0-16,12-1-9 0,11 2-16 0,15 1 28 16,13-1 63-16,16-1-33 0,12-2-58 15,12-1-21-15,6-3-21 0,3-2 15 0,3 1-18 16,-1 1-51-16,2 0-21 0,-1 1 2 15,-2 6-18-15,1 0-5 0,-6 0 5 16,-2 4 0 0,-10 0-3-16,-1 0-53 0,-10 0 10 0,-2-2 9 0,-3-3 36 15,-1-4-25-15,-6-6-83 0,-5-3-107 16,-8-2-239-16,-10-7-478 0,-24 2-452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08:10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11024 1770 1667 0,'0'0'1'16,"0"0"222"-16,0 0 231 16,0 0-215-16,0 0-32 0,0 0-5 15,0 0 13-15,0 0-5 0,0 0-7 16,0 0-23-16,51-10-23 0,-40 10-15 16,0 0-33-16,0 2-18 0,-4-1-1 0,-1 2-7 0,0 0-12 15,-5-2-6-15,1 0 0 0,-2 1 18 16,0-2 30-16,0 2 10 0,0-1-47 15,0-1-24-15,0 0-9 0,0 1-10 16,0-1-2-16,0 0-4 0,0 1-2 16,0-1-4-16,0 0-3 0,0 0 6 15,0 0-2-15,4 0-1 0,-3-1-6 0,1-1 25 16,1 0 17-16,-2 0 4 0,2 0-6 16,1-1-10-16,-1 0-6 0,2-2-8 15,-1-1 2 1,3 3-9-16,-3-1-3 0,1 1-18 15,-1 1 0-15,-1 1 0 0,4 1 7 16,0-1-10-16,3 1-3 0,3 0-9 0,5 0 0 16,3 0 11-16,1 2 1 0,5 0-2 15,1 2 2-15,0 1-15 0,3-4 14 16,-1 4 0-16,-3-3-2 0,2 2-12 16,-3-1 12-16,-1 0 0 0,-1 1 1 0,2 1 0 15,-1 0-10-15,0 3 11 0,-3 0-1 0,4-1 0 16,0 0-1-16,1 1 0 0,1-2 0 15,2 0 1-15,0 0 0 0,2-1 1 16,0 0 1-16,-1-1-2 0,-2-2-13 16,0-1 14-16,0 0 0 0,-2 0-1 15,-3 1 2-15,1-2 0 0,1 1 1 0,-3 1 0 0,3 1 1 16,-3 2 10-16,3 0-11 0,-1 2 1 16,-1-1 1-16,1 1-1 0,-2 0 1 15,3 0-1-15,0-1 22 0,1-1-24 16,0 0 3-16,2-4 0 0,0 1 15 15,-2-2-15-15,0 0 0 0,0 0 0 16,-1 0-1 0,0-2-2-16,-3 1 1 0,0-1-1 15,-3-1-2-15,1 2 1 0,0 0 1 16,-1-1 2-16,0 2-1 0,-1-1 0 0,1 0 13 16,0 0-14-16,1 0-1 0,0-2 1 15,0 0 3-15,0-1 9 0,0-1-12 16,2 1 1-16,0-1 0 0,-2-1 0 0,2 0 1 15,-2 0-2-15,1 0 1 0,0 1-1 0,-1 1-1 16,-1-1 1-16,-1 2 0 16,0-1 0-16,-2 2 1 0,3 1 0 0,-4-2 2 15,3 2-1-15,-2-1-1 0,1 0-1 0,-1-1 2 16,0 0 1-16,-1 0-1 0,-3 0 0 16,4-1 0-16,-2 0 0 0,0 2 0 15,-1-1 11 1,-2 0-10-16,-3 0-1 0,1 2 0 15,-1-1 0-15,-2 2 0 0,-3 0 10 16,1-1-10-16,-1-1 0 0,-2 2 10 0,-1-1-9 16,0 1 9-16,-1 0-9 0,0 0 12 15,0 0 3-15,0 0-6 0,0 0-10 16,0 0-2-16,0 0-14 0,-2 0-16 16,-1-1-15-16,-3 1-19 0,1-4-23 0,-3 2-22 15,-1-1-22-15,-2 1-36 0,-4-3-46 0,-1 2-139 0,-4-1-283 16,3 3-757-16,-18 0-985 0</inkml:trace>
  <inkml:trace contextRef="#ctx0" brushRef="#br0" timeOffset="19810.252">9455 5198 833 0,'0'0'1818'16,"0"0"-1426"-16,0 0-152 0,0 0-100 0,0 0 3 16,0 0 100-16,0 0 38 0,91 19-17 15,-46-12-62-15,5-2-51 0,2 1-62 16,-2-3-9-16,-2 0-34 0,-3-3 2 15,-4 0-20-15,-5 0-28 0,-3-5 1 0,-2 0-2 16,-6-4-29-16,-3 0-98 0,-3 0-84 16,-3 0-57-16,-8 2-148 0,-3 3-550 15,-5 1-1042-15</inkml:trace>
  <inkml:trace contextRef="#ctx0" brushRef="#br0" timeOffset="20010.593">9605 5489 1235 0,'0'0'1210'0,"0"0"-814"0,-13 89-133 0,13-53 56 15,-1 7 42-15,-1 0-43 0,1 4-56 16,-2-2-67-16,-2-1-66 0,-2 1-58 16,1-5-43-16,1-4-28 0,-1-5 0 0,3-6-22 15,3-4-49-15,0-8-92 0,0-4-42 0,0-4-70 16,7-5-172-16,-3 0-203 0,4-2-565 15</inkml:trace>
  <inkml:trace contextRef="#ctx0" brushRef="#br0" timeOffset="20173.113">9628 5751 470 0,'0'0'1821'15,"0"0"-1452"-15,0 0-54 16,0 0 116-16,0 0-73 0,0 0-94 15,88-2-41-15,-65 0-80 0,4-4-60 16,2-1-30-16,3-5-53 0,1 1-37 16,5-3-115-16,0-2-135 0,3-1-189 15,-10 5-638-15,14-8-1350 0</inkml:trace>
  <inkml:trace contextRef="#ctx0" brushRef="#br0" timeOffset="21829.794">10495 5367 251 0,'0'0'1110'16,"0"0"41"-16,0 0-935 0,0 0-180 15,0 0 51-15,0 0 128 0,0 0 63 16,0 0-75-16,0 0-73 0,93 9-51 0,-76-9-32 16,2 0-46-16,-1 0 9 0,-2 0-10 15,0-1-41 1,-3-1-114-16,-3 2-99 0,2-3-82 16,-8 1-253-16,0 1-734 0</inkml:trace>
  <inkml:trace contextRef="#ctx0" brushRef="#br0" timeOffset="22115.052">10550 5475 300 0,'0'0'1532'16,"0"0"-1188"-16,0 0-198 0,0 0-14 16,0 0 97-16,0 0 51 0,0 0-49 15,0 0-49-15,-47 79-71 0,44-66-26 0,1 4-37 16,1 1 9-16,-1 2 0 0,-1 0-54 15,2 1 57-15,-1 1-22 0,1-1-12 0,1 1-26 0,0-3-19 16,0 0 19-16,3 0 16 0,4-1-10 16,-1 1-5-16,1-2-2 0,3 1 2 15,-1-1 14-15,0 0-15 0,2-4-16 16,-1-1 13-16,2-4-13 0,1-1-22 16,-2-2-15-16,4-2-55 0,-1-2-63 0,3-1-68 15,-1 0-119 1,-5-1-324-16,6-10-1011 0</inkml:trace>
  <inkml:trace contextRef="#ctx0" brushRef="#br0" timeOffset="22964.964">11284 5349 783 0,'0'0'22'0,"0"0"731"0,0 0-422 0,0 0-107 16,0 0-26-16,0 0 38 0,0 0-14 0,0 0-55 15,0 0-41-15,0 0 27 0,-6 7 13 0,-9 17-74 16,-3 7-9-16,-4 8-45 0,2 0 6 15,-3 1-12-15,3-2-32 0,5-2 0 16,1-7-2-16,4-5-7 0,4-5-4 16,2-5-12-16,2-4 6 0,1 0 3 15,-1-6-19 1,2 0-31-16,0-1-11 0,0-3 17 16,2 2 12-16,1-2 23 0,3 0-1 15,-1 0 23-15,3 1 0 0,-1 5 1 16,0 3 2-16,0 6 1 0,-1 4 53 0,2 6 70 15,-3 6-16-15,-2 1-13 0,0 1-19 16,-2 2-13-16,-1-4-22 0,0 0-13 16,0-3 1-16,0-4-15 0,2-1-14 0,-1-6-37 15,2-3-36-15,1-6-31 0,1 1-143 0,3-3-114 16,-4-3-180-16,5-3-637 0</inkml:trace>
  <inkml:trace contextRef="#ctx0" brushRef="#br0" timeOffset="23650.363">11889 5663 251 0,'0'0'29'0,"0"0"1371"0,0 0-1117 16,0 0-69-16,0 0 25 0,0 0 42 16,0 0-65-16,0 0 18 0,0 0 34 0,-91-2-43 15,75 20-45-15,1 2-45 0,1 4-31 0,5 6-13 16,1-2 15-16,5-2 6 0,2-1-38 16,1-6-46-16,0-3-9 0,4-5-19 15,4-4-21-15,1-2 6 0,3-5 2 16,1 0 11-16,3-5-10 0,2-7-103 15,3-4-59-15,0-5 10 16,2-2 22-16,-4-5-18 16,1 3 27-16,-5 1 34 0,2 5 51 0,-5 8 20 15,-1 4 6-15,-1 7-12 0,-1 1 34 16,-1 12 63-16,-2 8 109 0,-1 8 2 16,-2 3-13-16,-3 5-39 0,0-2-8 15,0 2-15-15,0-3 4 0,0-8-28 16,0-2-75-16,0-6 0 0,5-7-56 0,3-5-13 15,3 0-191-15,2-6-143 0,-2 0-209 0,7-13-705 0</inkml:trace>
  <inkml:trace contextRef="#ctx0" brushRef="#br0" timeOffset="23813.202">12324 5817 1702 0,'0'0'1152'0,"0"0"-838"0,0 0-132 0,-19 86 72 16,5-55 124-16,1-2-9 0,0-3-112 15,5-5-128-15,2-8-129 0,4-5-21 16,2-4-72-16,3-4-73 0,7-1-123 0,-1-5-291 16,13-20-843-16</inkml:trace>
  <inkml:trace contextRef="#ctx0" brushRef="#br0" timeOffset="24150.832">12725 5342 2764 0,'0'0'1071'0,"0"0"-899"0,0 0-21 0,-23 73 145 0,11-46 67 15,1 3-69-15,-2-2-129 0,3 0-111 16,2-2-35-16,0-1-16 0,4-2-3 16,2-3-13-16,2-2-17 0,0-2-22 15,3-4-12 1,4 0 6-16,3-4-9 0,-1-1 9 15,7-2-3-15,-2 1 3 0,3-1 15 0,1-1 31 16,-1 3-7-16,2 0-12 0,0 2 31 16,-2 2 0-16,-3 4 3 0,-2 2 21 15,-1 2-12-15,-3 1 13 0,-6 2 24 16,0 3 9-16,-2-1-15 0,0-1-25 0,-7-2-2 16,-1-2-4-16,-4-2-10 0,-2-2-2 15,-1-2-18-15,-3-1-77 0,0-3-28 16,0-3-49-16,0-3-63 0,3-3-82 0,2-1-166 15,3-9-328-15,3 3-858 0,3-12 544 0</inkml:trace>
  <inkml:trace contextRef="#ctx0" brushRef="#br0" timeOffset="24636.461">13180 5415 1175 0,'0'0'1626'0,"0"0"-1238"0,0 0-203 15,0 0-22-15,0 0-27 0,0 0-4 16,0 0-31-16,0 0-57 0,0 0-25 15,82-59-17-15,-70 52-2 0,4 2-21 16,-3 3 5-16,-3 2 13 0,1 0-32 16,-5 10 35-16,-1-1 2 0,-4 6 38 0,-1 1-2 0,0 3-22 15,-4 4 21-15,-4-4-8 0,3 1-10 16,-1-1-3-16,5-4-16 0,-1 1-28 16,2-4-17-16,0-2 42 0,2-1 2 15,-1-2-3-15,3 3-8 0,3-3-4 16,-4 0 16-16,2 0 0 0,-1 3 1 15,0-2-1-15,-1 2 12 16,0-1-12-16,0 3 0 0,0 3 14 16,-2-1-13-16,1 2 11 0,-2 1-11 15,0 2 0-15,0 0 2 0,0 0 30 16,0 2-5-16,-2-1-13 0,-2 3 17 16,0 0-1-16,-1-1-19 0,0 0-12 15,0-3-28-15,1-1 6 0,1-1-46 0,-3-1-128 16,3-2-155-16,1-3-236 0,0-5-815 0</inkml:trace>
  <inkml:trace contextRef="#ctx0" brushRef="#br0" timeOffset="25553.424">12683 5273 143 0,'0'0'252'0,"0"0"5"16,0 0-126-16,0 0 178 0,0 0 508 0,0 0-341 0,0 0-159 16,0 0-28-16,0 0-49 0,0 0-52 15,0 0-26-15,-29 49-32 0,19-32-1 0,2 3-4 16,0 0-30-16,0 2-23 15,0 0-6-15,0 2 6 0,1 2-23 0,-1 1 13 16,1 0-21-16,0 2-26 0,-2 5 4 16,2 1 2-16,-3 1-18 0,0 1 0 0,1 1 9 15,1-1-12-15,-2 1-1 0,-1-1-2 16,3-1 1-16,-2-6 1 0,4-2 0 0,2-4 0 16,-1-4-2-16,2-6 0 0,3-3-21 15,0 0 11-15,0-7 1 0,0 0-7 16,0 0-37-16,0-3-37 0,2-1-25 15,2 0-18 1,4-1-27-16,0-5-45 0,4-4-84 16,1-2-191-16,-2 0-609 0</inkml:trace>
  <inkml:trace contextRef="#ctx0" brushRef="#br0" timeOffset="26640.436">13712 5294 238 0,'0'0'1186'0,"0"0"-497"15,0 0-401-15,0 0-200 0,0 0-17 16,0 0 74-16,0 0 51 0,0 0-3 0,0 0-53 15,0 0-50-15,0 1-17 0,3-1-3 16,3 0-10-16,2 0 45 0,1-3 27 16,1 0-12-16,4-1-42 0,1 1-37 0,1-1-13 15,-2-2-2-15,2 1-23 0,-1 2 8 16,0-1-11-16,-2 0-20 0,3 1 20 16,-3 2-3-1,1-1-35-15,0 2 16 0,-3 2 19 0,0 5-22 16,0 1 0-16,-4 6 19 0,1 3 6 15,-3 6 44-15,-2 1-25 0,-2 4-4 16,-1 2 7-16,0-1 14 0,0 2-24 16,0-1-12-16,-3 1-13 0,2 2 13 15,-2 0-1-15,0 0-19 0,-1 0 20 16,1-3 1-16,2 0 15 0,-1 0-13 0,1-3 9 0,-1 1-10 16,2-2 14-16,0-5 15 0,0 0-9 15,0-5-3-15,0-4 9 0,0 0 12 16,0-5-12-16,0-2 0 0,0 2-9 15,2-7-1-15,-2 4-14 0,1-2-1 16,-1-2-1-16,0 0-1 0,0 1 1 16,2-1 10-16,-2 0 1 15,0 0 2-15,0 0 1 0,0 0 2 16,0 0 4-16,0 0 0 0,0 0 6 16,0 0-1-16,0 0 10 0,0 0-6 15,0 0-12-15,0 0-9 0,0 0-10 16,0 0-3-16,0 0-9 0,-2 0 11 15,2 0 0-15,-1 0-3 0,1 0-8 16,-2 0 9-16,1 0-11 0,-1 3 14 0,2-2 3 0,-3-1-2 16,3 2-1-16,-1-1-13 0,-1 1-8 15,2-1-10-15,0-1-12 0,0 0-29 16,0 0-46-16,0 0-22 0,0 0-18 16,0 0-5-16,3 0-14 0,-3 0 3 0,3 0 5 15,-3 0 6-15,0 0 6 16,0 0 0-16,0 0-88 0,-7 0-367 0,0 0-1235 0,-15-1 1745 15,52 2 102-15</inkml:trace>
  <inkml:trace contextRef="#ctx0" brushRef="#br0" timeOffset="27372.676">15976 5097 1884 0,'0'0'796'16,"0"0"-587"-16,0 0-186 0,0 0 70 0,0 0 131 31,0 0 56-31,0 0-46 0,0 0-79 0,-88 9-77 16,55 12-50-16,-7 5 16 0,-11 7 16 15,-8 10 0-15,-12 9 15 0,-13 6-63 16,-16 9 7-16,-14 11-19 0,-17 5 1 16,-14 11-1-16,-15 11 2 0,-16 8-2 15,-13 10-24-15,-9 9 23 0,-12 9-14 16,-6 4-31-16,-2 4-51 0,1-1 30 0,5-1-68 0,7-7-22 16,11-6-1-16,6-4-135 0,8-7-123 15,6-5-236-15,46-33-445 0,-51 25 393 0</inkml:trace>
  <inkml:trace contextRef="#ctx0" brushRef="#br0" timeOffset="33700.901">14854 6727 1524 0,'0'0'766'0,"0"0"-504"15,0 0-94-15,0 0 22 0,0 0 85 0,0 0 28 32,0 0-53-32,0 0-96 0,0 0-53 15,0 0-48-15,-35-20-21 0,15 30-16 0,-3 7-15 16,-5 0 2-16,-2 7 0 0,-2 4 21 15,-1 1-24-15,1 0-1 0,-1 2-1 16,0-2 1-16,4-1 1 0,0-2 0 0,4-2-2 16,2-1 2-16,4-4-3 0,4-6-22 0,5 0 24 15,4-2-24-15,4-3-11 0,2 2 8 16,0 0 28-16,5 1 9 0,4 3-8 16,4 4 47-16,4 0 15 0,2 0-7 15,0 1-3-15,2 1 0 0,-2-4-3 16,0 1 12-16,-2 0-10 0,-1 0-11 0,-2-1-14 15,-1 2-2-15,-2-1-24 0,0 1 1 0,-4-1-2 16,1-5-28-16,-3-1-21 0,2-4-78 16,-1-1-22-16,-2-2-46 0,2-2-54 15,0-1-77-15,-1-1-156 0,1 0-303 16,-3 0-779-16</inkml:trace>
  <inkml:trace contextRef="#ctx0" brushRef="#br0" timeOffset="34686.099">15166 6800 2596 0,'0'0'361'0,"0"0"-163"0,0 0 13 0,0 0 24 16,0 0-11-16,97 4-98 0,-80-4-38 15,3 0-31-15,-2 0-32 0,0-1-24 0,1-4-1 16,-2 0-31-16,-1-2-143 0,0 3-122 16,0-3-101-16,-6 4-301 0,-3-4-871 0</inkml:trace>
  <inkml:trace contextRef="#ctx0" brushRef="#br0" timeOffset="34977.662">15259 6902 1315 0,'0'0'1181'16,"0"0"-913"-16,0 0-101 0,0 0-13 15,0 0 38-15,0 0 43 0,-31 78-29 16,26-59-64-16,-1-2-70 0,1 1-22 16,1 2-49-16,0 4 1 0,-1 1 11 0,1 1-13 0,1 4 6 0,0 1 7 15,3 1-13-15,-3 2 0 0,3-2-2 16,0-2-14-16,0 1 14 0,3-5 2 15,3-4-13-15,3-2-2 0,-1-5 15 16,1-1 0-16,4-5 0 0,-1-3-17 16,1 0 14-16,2-6-4 0,1 0 4 15,4 0-6-15,-1 0-76 16,1-6-95-16,3 0-58 0,0-3-42 16,0-1-134-16,1 3-291 0,-7 2-860 15,4 0 1154-15</inkml:trace>
  <inkml:trace contextRef="#ctx0" brushRef="#br0" timeOffset="35719.146">15986 6925 404 0,'0'0'408'0,"0"0"390"16,0 0-447-16,0 0-105 0,0 0 10 16,0 0 50-16,0 0-42 0,0 0-21 15,-37-72-17 1,24 66-39-16,1 0-80 0,1 3-41 16,-4 3 12-16,2 0-15 0,-2 10-6 15,1 6-6-15,0 8 5 0,3 6 22 16,-1 6 2-16,1 2 7 0,3 4-6 0,5-1-16 15,1-6-50-15,0-6 17 0,2-5-32 16,2-9-25-16,5-7-15 0,3-3 6 16,4-5 22-16,2-5-38 0,4-7-43 0,0-5-12 15,1-4-8-15,-1-2 6 0,-2-4 13 16,-3 1 22-16,1 0 12 0,-5 2 22 16,0 0 19-16,-2 2 10 0,-1 6 9 0,-4 4 16 15,-1 4 2 1,0 6 36-16,-2 2 9 0,2 4 0 0,0 8 18 15,0 5 42-15,0 4-26 0,-2 5 8 0,2 2-18 0,-2 1-6 16,4-4-10-16,-1-3-31 0,2-3-40 0,2-5-6 16,1-2-31-16,1-3-31 0,2-4-75 15,-1-2-25-15,3-3-80 0,1-5-155 16,-2-1-313-16,4-13-849 0</inkml:trace>
  <inkml:trace contextRef="#ctx0" brushRef="#br0" timeOffset="36158.293">16515 6498 1865 0,'0'0'1318'0,"0"0"-1009"16,0 0-131-16,0 0-33 0,0 0 2 15,0 0 117-15,0 0 31 0,12 87-104 16,-12-47-84-16,0 7-39 0,-7 1-10 16,1 1 9-16,0-1-15 0,0-6-18 0,2-3-22 15,1-2-11 1,1-6-2-16,2-5 0 0,0-2-36 16,0-6 4-16,3-6-13 0,3-5-12 15,1-4 3-15,4-3 6 0,4 0-13 0,-2 0 10 16,6 0 12-16,0 0 18 0,-2 0-8 15,2 0 30-15,-2 0-19 0,-1 1 7 0,-3 5 9 16,-2-2 3-16,-2 3 2 0,0 1-2 16,-5 1 0-16,-1 3 20 0,-3 0 30 15,0 4-20-15,0 0 1 0,-6 3 15 0,-4-4-24 16,1 1-4-16,-5-3 19 0,1 2-9 16,-3-4-10-16,0 0-15 0,1-4-3 15,0-2 0-15,-1-3-52 0,2-2-89 16,0 0-26-16,0 0-34 0,3-5-74 15,2-4-242-15,1 0-492 16,2-1-682-16,-3-4 971 0</inkml:trace>
  <inkml:trace contextRef="#ctx0" brushRef="#br0" timeOffset="36659.602">16384 7240 1007 0,'0'0'762'16,"0"0"-68"-16,0 0-471 0,0 0-92 0,0 0 97 16,0 0 57-16,0 0 26 0,0 0-112 0,0 0-74 15,0 0-65-15,-35 21-15 0,30-6-4 16,-4 1 5-16,2 3-18 0,-2 2-27 16,0 0 0-16,-2-2-2 0,2-2-9 0,2-1-18 15,1-4-50-15,2-2-67 0,1-1-73 16,3-4-67-16,0 0-69 0,0-1-212 15,2-4-183 1,3 0-444-16,0 0 633 0</inkml:trace>
  <inkml:trace contextRef="#ctx0" brushRef="#br0" timeOffset="37160.296">16957 6734 1299 0,'0'0'1720'0,"0"0"-1235"15,0 0-267-15,0 0-149 0,0 0-21 0,0 0 27 16,0 0 60-16,0 0 25 0,0 0-66 15,0 0-91-15,0 0-3 0,65-35-3 16,-53 32-19-16,1-1 0 0,-2 4-9 16,0 0 3-16,-2 0 6 0,0 2 10 15,-1 7-4 1,-1-2 14-16,-3 5 0 0,2 0 2 0,-1 4 1 16,-2 0 0-16,0 2 0 0,2 1 24 15,-1 1-25-15,0 1-1 0,3 4 1 16,-2 3 0-16,-1-2 22 0,2 5-22 15,-2 0 0-15,-1 1 1 0,0 2 21 16,3-1 27-16,-3-4-27 0,-1-1 0 16,1-3 15-16,2-5-12 0,-2 1 0 0,0-6-1 0,0-2-24 15,-1-1 0-15,-2-3-2 0,0-2 0 16,0-2-29-16,0-1-21 0,-4-1-23 16,-3 0 0-16,-3-3 16 0,-3 0-13 15,-2 0-57-15,-2-2 0 0,0-5-45 16,-2-1-115-16,1-3-165 0,-2-4-335 15,3 4-597-15,0-11 852 0</inkml:trace>
  <inkml:trace contextRef="#ctx0" brushRef="#br0" timeOffset="42373.126">17622 6739 2191 0,'0'0'240'0,"0"0"-124"0,0 0 29 0,0 0 157 15,89 45-8-15,-63-31-61 0,2 1-59 16,0 1-45-16,0-2-22 0,0 3-7 31,0-1-14-31,-2-1-36 0,1 1 12 0,-2-4 34 16,-4 1 41-16,-2-1-38 0,-3-4-53 15,-6 1-21-15,-2-3-4 0,-6 1 1 0,-2-1-7 16,0 0-2-16,-2 7 5 0,-9-1-6 16,-5 5-12-16,-4 5-1 0,-6 3 1 15,-2 3 0-15,-4 0-2 0,-1 0-13 0,1-3-25 16,2-5-6-16,4-3-56 0,4-7-34 16,5-3-38-16,3-5-74 0,5-2-105 15,3 0-109-15,3-2-278 0,3-10-697 0</inkml:trace>
  <inkml:trace contextRef="#ctx0" brushRef="#br0" timeOffset="42923.226">18668 5747 2304 0,'0'0'494'16,"0"0"-247"-16,0 0-83 0,0 0 33 15,0 0 13-15,0 0-21 0,0 0-29 0,0 0-33 0,101-71-12 16,-72 63-15-16,3 1-20 0,-2 7-5 16,0 0-7-16,-2 0-19 0,0 5-9 15,-5 2-37-15,0 1-3 0,-4 0 3 16,-2 2-2-16,-3 0-1 0,-2-2 0 16,1 2 0-16,2-3 0 0,-1-2-1 0,3-2-15 15,-1 0-36-15,7-3-35 0,0 0-34 0,1-6-44 31,2-3-45-31,-1 1-64 0,0-1-18 0,-4 3-78 16,-7 2-290-16,-4 1-497 16,-6 3-64-16</inkml:trace>
  <inkml:trace contextRef="#ctx0" brushRef="#br0" timeOffset="43137.603">18880 5959 238 0,'0'0'1171'0,"0"0"-719"0,0 0-56 16,0 0-24-16,0 0-76 0,0 0-69 0,0 0-13 16,0 0 5-16,0 0-48 0,0 0-8 15,0 0-14-15,74 47-24 0,-39-46-19 0,-1-1-54 16,0 0 7-16,-1 0-22 0,1 0-19 16,0 2-18-16,-1-1-16 0,5 0-5 15,1 1-1-15,1 1-124 0,-1-2-120 16,3 2-115-16,-15-1-212 0,13-2-823 0</inkml:trace>
  <inkml:trace contextRef="#ctx0" brushRef="#br0" timeOffset="51857.052">20173 5475 3350 0,'0'0'701'0,"0"0"-488"0,0 0-182 16,0 0-12-16,0 0 87 0,83-16 39 0,-50 10 58 16,2-5-31-16,6 3-77 0,2-4-49 0,1 1-19 15,2 3-27-15,-1-3 0 0,1 0 0 16,-2 1-58-16,-5 0-43 0,-5-2-77 16,-2 3-22-16,-8 0-72 0,-4 4-86 15,-9 1-287-15,-11 2-660 0</inkml:trace>
  <inkml:trace contextRef="#ctx0" brushRef="#br0" timeOffset="52095.167">20396 5446 1068 0,'0'0'1715'0,"0"0"-1375"0,0 0-145 0,0 0 97 16,-11 65 49-1,11-34-3-15,0 6-53 0,0 9-85 16,0 2-25-16,0 4-53 0,0 1-27 0,-2 0-19 0,-1-3-27 15,0-3-19-15,2-2-29 0,-1-7-1 16,2-2-39-16,0-6-41 0,0-10-20 16,0-3-19-16,3-6 5 0,2-4-73 0,-1-5-100 15,0-2-236-15,-1 0-491 16,-3-3-631-16</inkml:trace>
  <inkml:trace contextRef="#ctx0" brushRef="#br0" timeOffset="52258.009">20340 5909 1023 0,'0'0'2030'0,"0"0"-1618"15,0 0-109-15,0 0 75 0,0 0-92 0,87 17-42 16,-63-17-32-16,3 0-75 0,5-9-66 16,1-2-62-16,3-3-9 0,3-4-95 15,-2 0-76-15,-2 0-45 0,-2 2-146 16,-5 1-241-16,-9 5-725 0,-5-2-1002 0</inkml:trace>
  <inkml:trace contextRef="#ctx0" brushRef="#br0" timeOffset="52558.488">20876 5869 1800 0,'0'0'1483'16,"0"0"-1184"-16,0 0-182 0,0 0 85 0,0 0 80 15,0 0-18-15,86 80 17 0,-77-61-66 16,-2 1-71-16,-1-1-59 0,0 4-27 16,-3 0-15-16,-2 1-25 0,-1-3-15 15,0 0-3-15,-1-2 0 0,-5-1-1 0,3-7-11 16,0 0 9-16,2-4-13 0,-1-6-2 16,2-1 0-16,0 0 16 0,0 0-10 15,0-7 11-15,2-3-1 0,2-3 2 0,6-9-19 0,0-3 18 16,6-5-20-16,-1-1-13 15,2 1-8-15,-1 4 2 0,-1 4-70 0,0 4-25 16,-1 1-37-16,-1 4-107 0,-2 2-212 16,-2 4-287-16,-1 0-606 0</inkml:trace>
  <inkml:trace contextRef="#ctx0" brushRef="#br0" timeOffset="52881.551">21160 6084 300 0,'0'0'2581'0,"0"0"-2242"0,0 0-138 0,0 0 46 0,17 76 18 16,-7-66-7-16,1-3-41 0,6-5-81 16,0-2-68-16,8 0-68 0,2-10-18 15,2-4-53-15,2-5 0 0,1-3-22 16,-2-3-32-16,-4 1-12 0,-4 1-11 16,-5 6 9-16,-5 3 45 0,-4 2 12 15,-5 5 25-15,-3-3 44 0,0 3 13 16,-4 0 28-16,-7 0 20 0,-2 3 47 15,-1 3 18-15,-3 1 25 0,0 3 7 0,0 8-36 16,-2 5-12-16,2 2 11 0,-4 1 10 0,5 2 8 16,-1 0 34-16,4-2-50 0,3-6-30 15,5-1-44-15,2-2-36 0,1-4-21 16,2 0 6-16,2-3-19 0,5-1-36 16,3-2-87-16,4 0-37 0,3 0-50 0,1-7-122 15,3-3-263-15,-4 0-452 0,5-7-444 16</inkml:trace>
  <inkml:trace contextRef="#ctx0" brushRef="#br0" timeOffset="53182.424">21600 6078 170 0,'0'0'2473'16,"0"0"-2036"-16,0 0-249 0,0 0 16 0,0 0 40 16,0 0 33-16,0 0-42 0,0 0-98 15,90 63-81-15,-65-70-31 0,1-5-25 0,0-7-12 0,2 0 11 16,-2-5-15-16,-1-1-2 0,-3 1-19 15,-2 5 15-15,-6 3-3 0,-2 4-3 16,-7 4 28-16,-3-1 16 0,-2 7 30 16,-5 1-15-16,-6 1-18 0,-2 0 27 15,-4 5 28-15,-1 6-19 0,-3 5-5 16,-1 5 17 0,3 2 29-16,-1-1 8 0,2 3 6 15,3-1-34-15,4-2-24 0,-1-4-18 0,6-3-28 16,3-4-12-16,3-1-10 0,0-4-2 15,3-1 2-15,6-1-21 0,4 0-36 16,2-4-22-16,3 0-4 0,6 0-34 0,3-4-53 16,6-4-174-16,4-2-247 0,-7 2-630 15,18-4-184-15</inkml:trace>
  <inkml:trace contextRef="#ctx0" brushRef="#br0" timeOffset="53777.159">22974 5952 401 0,'0'0'1259'0,"0"0"-189"0,0 0-858 16,0 0-71-16,0 0 25 0,0 0 79 0,0 0 49 16,-93-55-55-16,76 55-122 15,1 6 1-15,-2 5 44 0,4 9-11 0,-2 3-18 16,4 5-7 0,2 0-37-16,2 0-25 0,4-8-31 15,4-1-33-15,0-7 0 0,0-6-33 16,5-1 2-16,8-5-24 0,2 0-6 15,6-11-1-15,2-4 13 0,4-6-12 16,-2-1 2-16,1-1 0 0,-1 1 19 0,-4 5 19 16,-3 4-1-16,-3 7-3 0,-2 5-12 15,-3 1 37-15,0 9 74 0,-2 11 59 0,-2 5-22 0,0 8 9 16,-6 3-25-16,2 2-16 0,-2-3-11 16,0-4-7-16,1-6-22 0,2-7-39 15,0-6-32-15,6-7-26 0,1-5-49 16,4-5-102-16,5-12-22 0,1-8-88 15,-1 3-301-15,7-23-829 0</inkml:trace>
  <inkml:trace contextRef="#ctx0" brushRef="#br0" timeOffset="54130.054">23610 5303 1471 0,'0'0'1965'0,"0"0"-1541"0,0 0-194 0,-37 86 100 15,10-41 12-15,-4 7-20 0,-6 4-39 16,2 4-83-16,3-1-61 0,6-3-33 16,6-3-21-16,4-6-48 0,6-4-37 15,6-6-3-15,4-8-33 0,0-5-37 16,5-4 16-16,10-8 18 0,4-2 5 16,4-5-2-16,2-4-6 0,3-1 2 15,2 0-2-15,-1 0 14 0,0 0 7 0,-2 1-3 0,-2 6 14 16,-4 3 10-16,-5 2 0 0,0 2-11 15,-7 3 11-15,-2-3 27 0,-4 5 25 0,-3 0-7 16,0 1-9-16,-4-3-17 0,-4 2-4 16,-6-1-3-16,-1-3-10 0,-5 1-2 15,-1-3-33-15,-7-1-31 0,-1-1 9 32,2-6-21-32,0-3-9 0,2-2-15 0,5 0-31 15,1-11-49-15,6-1-112 0,3-5-201 16,3-5-202-16,6-6-315 0,1 6-355 15,3-15 298-15</inkml:trace>
  <inkml:trace contextRef="#ctx0" brushRef="#br0" timeOffset="54446.832">23720 6053 848 0,'0'0'2163'16,"0"0"-1630"-16,0 0-173 0,0 0 38 16,0 0-95-16,0 0-54 0,0 0-32 15,0 0-70-15,0 0-53 0,82 48-51 0,-60-64-40 16,2-4-3-16,2-3-95 0,-3 1-30 15,-5 1 3-15,-5 6 18 0,-5 4 9 16,-8 4 15 0,0 1-3-16,-10 3-37 0,-6 3 24 15,-3 0 96-15,-6 9 16 0,0 7 61 16,-3 8 15-16,2 4 1 0,2 3-4 16,2 1 3-16,3 2-9 0,3-4-1 0,1 0-12 15,5-5-3-15,1-5 3 0,7-3-9 16,2-6-15-16,0-3-22 0,11-2-9 15,3-6-15-15,5 0-1 0,4 0-44 0,3-9-16 16,1 1-36-16,6-1-50 0,-1-3-15 0,1 0-41 16,2 1-96-16,-1 3-233 0,4-4-201 15,-11 6-510-15,11-7-311 0</inkml:trace>
  <inkml:trace contextRef="#ctx0" brushRef="#br0" timeOffset="54731.766">24351 5253 2176 0,'0'0'511'0,"0"0"-39"0,0 0 65 16,8 91-37-16,-8-41-57 0,-6 10-66 15,-8 9-117-15,0 5-36 0,-3-1-42 16,1-1-52-16,-2 1-33 0,5-4-28 16,2-6-2-16,2-6-53 0,5-5-14 15,1-5-15-15,3-7-21 0,0-5-43 0,0-7-27 0,7-2-21 16,3-5-21-16,5-6-52 0,5-5-111 16,0-8-159-16,6-4-191 0,1-10-333 15,-7 0-510-15</inkml:trace>
  <inkml:trace contextRef="#ctx0" brushRef="#br0" timeOffset="54916.616">24573 6153 1261 0,'0'0'1664'0,"0"0"-1312"0,0 0-234 16,0 0 72-16,-22 64 82 0,13-45 54 0,-2-2-24 16,2-2-83-16,3-2-115 0,2-4-104 15,1-2-9-15,2-1-59 0,1 0-24 16,0-4-10-16,0 0-59 15,1-2-88-15,6 0-103 0,2 0-117 0,2-6 20 0,3-2-119 16,0-3-478-16,-4 1 101 0,3-9 647 0</inkml:trace>
  <inkml:trace contextRef="#ctx0" brushRef="#br0" timeOffset="55585.986">24744 5898 408 0,'0'0'2694'0,"0"0"-2077"0,0 0-362 0,0 0-148 0,0 0 3 16,0 0 20-16,0 0 87 0,0 0-1 16,0 0-110-16,0 0-106 0,-11-13-77 15,11 13-33-15,0 1-10 0,6 4 8 16,3 1-65-16,2 0-130 0,2 0-322 16,-1-2-600-16,4-1-796 0,-72-21 1951 0</inkml:trace>
  <inkml:trace contextRef="#ctx0" brushRef="#br0" timeOffset="55964.601">25034 6084 1896 0,'0'0'1366'0,"0"0"-963"0,0 0-242 0,0 0-19 16,0 0 6-16,0 0 64 0,0 0 4 15,-90 59-6-15,54-23-45 0,-1 8-33 16,0 2-19-16,3-2-3 0,11-4-4 15,7-9-33-15,8-11-73 0,8-4-18 16,0-7-46-16,10-4-52 16,8-5-12-16,4 0 12 0,9-12-6 15,3-6-41-15,6-2-13 0,-1-7-46 16,0 0-47-16,1-1 36 0,-6 1 53 16,-3-1 63-16,-2 3 97 0,-5 1 20 15,-7 4 25-15,-3 1 29 0,-5 4 41 16,-4 7 50-16,-5 4 44 0,0 4 8 15,0 2-7-15,-3 7 11 0,-5 5-32 0,-5 7-28 0,0 4-27 16,-3 0-23-16,3 0 13 0,0-2-19 16,8-5-38-16,2-3-47 0,3-6-37 15,0-1-36-15,5-3-55 0,7-4-74 16,2-1-34-16,5-4-79 0,1-10-328 16,-1 3-660-16,7-14-937 0</inkml:trace>
  <inkml:trace contextRef="#ctx0" brushRef="#br0" timeOffset="56249.837">25403 6192 238 0,'0'0'3352'0,"0"0"-2908"0,0 0-230 0,-43 84 108 16,30-60-2-16,2-3-24 0,4-6-98 16,5-6-168-16,2-5-30 0,0-3-51 15,6-1-40-15,5 0-10 0,3 0-3 16,8-6 16-16,2-3-13 0,3-5-16 15,-1 2 12-15,-1-3 7 0,-2 1 42 0,-1 2 22 16,-2 3 3-16,-6 0 16 16,-1 4 1-16,-3 5 14 0,-2 0 71 0,-6 2 37 15,0 10 19-15,-1 2-4 0,-1 4-34 0,0 2-37 16,-1 1-22-16,-2 0-28 0,0-2 8 0,2-5-10 16,1-1-67-16,0-2-105 0,0-2-65 15,5-3-138-15,1 0-344 0,8-3-685 0</inkml:trace>
  <inkml:trace contextRef="#ctx0" brushRef="#br0" timeOffset="56920.35">26816 6077 699 0,'0'0'551'16,"0"0"555"-16,0 0-864 0,0 0-71 0,0 0 3 0,0 0 31 15,0 0 34-15,0 0 18 0,-79-41-102 16,62 54-10-16,-3 8 12 0,-2 5 36 15,2 6-50-15,-2 4-25 0,2 1-14 16,3-2-20-16,3-5-35 0,6-7-33 16,4-6-16-16,4-10-34 0,0-2-12 15,9-5-18-15,3 0 17 16,3-4 16-16,4-4 13 0,0-6 15 16,1 0-22-16,0-5-3 0,-4 1 7 15,-1 1-4-15,-2 3 6 0,-4 5 17 16,-3 2-19-16,0 5-4 0,-1 2-19 15,-2 6 44-15,2 9 53 0,1 6 59 16,-2 4-32-16,1 5-34 0,0 2-30 16,-1 3-15-16,0 3 14 0,2 2-12 0,-1 1 19 0,-2 3 48 15,1 0 1-15,-4-4-25 0,0-3 3 16,0-4-9-16,-6 0-22 0,-3-4 9 16,-4 1-5-16,-2-3-1 0,-4-2 7 15,-1-6-7-15,-3-1-3 0,-2-5-18 0,0-6 0 16,-1-3-70-16,-1-4-15 0,3-6-10 15,2-6 6-15,3-5-40 0,7-7-41 0,1-9-88 16,7-7-131-16,4-14-210 0,0 11-220 16,4-39-1121-16</inkml:trace>
  <inkml:trace contextRef="#ctx0" brushRef="#br0" timeOffset="57136.212">27097 6117 1152 0,'0'0'1762'0,"0"0"-1410"0,11 99 26 0,-11-51 19 16,-2 11-29-16,-8 7 5 0,-3 4-24 16,0 3-87-16,3 4-86 0,0 3-49 15,4 3-15-15,2 0 27 0,0-3-60 16,1-6-79-16,1-13-42 0,1-12-27 0,1-11-76 16,0-10 12-16,6-10 33 0,2-8 21 15,0-9-55-15,1-5-106 0,0-15-125 16,3-12-249-16,-2 5-537 0,1-33-274 0</inkml:trace>
  <inkml:trace contextRef="#ctx0" brushRef="#br0" timeOffset="57352.547">27227 6048 730 0,'0'0'1918'0,"0"0"-1571"0,0 0-65 16,0 0 105-16,0 0-81 0,82 40-43 15,-66-21 19-15,1 2-69 0,-3 4-108 16,-2 0-53-16,-4 0-37 0,-5 0-12 16,-3-1-3-16,0-1-30 0,-5-4 2 0,-4 0-37 15,-3-2-42-15,-1-5-13 0,-5 0-35 16,2-3-69-16,-4-5-103 0,2-3-234 16,3-1-528-16,-8-1-1103 0</inkml:trace>
  <inkml:trace contextRef="#ctx0" brushRef="#br0" timeOffset="58192.121">27933 5813 783 0,'0'0'2056'16,"0"0"-1598"-16,0 66-185 0,0-24 8 15,-4 7 55-15,-5 3 0 0,-1-2 5 16,0-3-99-16,4-6-99 0,1-10-49 16,5-8-42-1,0-8-32-15,2-5-20 0,10-8-30 0,5-2-40 16,4-5-27-16,5-8-25 0,5-6-19 15,3-6 12-15,-1-3 50 0,-2-1-1 16,-3 1 27-16,-2 1 7 0,-6 4 18 16,-4 2 26-16,-4 5-16 0,-1 3 18 15,-5 5 24-15,-4 3-5 0,1 5 5 16,-3 0 29-16,0 0 18 0,0 11-10 16,0 1 28-16,0 6 37 0,0 4-41 0,-1 4-27 0,-3 0-3 15,1-3 15-15,-2-6 22 0,4-3-23 16,1-7-35-16,0-3-34 0,3-4-2 15,3 0 1-15,2-5 1 0,6-7-18 0,3-3-37 16,3-5-45-16,2-5-68 0,3-5-22 16,-2 1-46-16,3-2-148 0,-6 7-291 15,8-15-714-15</inkml:trace>
  <inkml:trace contextRef="#ctx0" brushRef="#br0" timeOffset="58354.727">28713 5773 1907 0,'0'0'1502'0,"0"0"-1172"0,0 0-135 16,-31 94 172-16,14-57 90 0,-1-2-23 0,3-6-124 15,3-3-140-15,4-4-118 0,4-4-52 16,1-5-22-16,1-1-35 0,2-5-61 0,0-3-77 16,0-4-73-16,0 0-121 0,3-5-317 15,0 0-535-15,-3-13-820 0</inkml:trace>
  <inkml:trace contextRef="#ctx0" brushRef="#br0" timeOffset="58539.647">28687 5667 2493 0,'0'0'1280'0,"0"0"-1111"0,0 0-30 0,0 0 216 15,0 0 27-15,94-17-67 0,-67 12-132 16,8-1-128-16,-1-1-55 0,2-2-34 0,0 0-133 0,-1 2-71 15,-2-2-45-15,-2 2-94 0,-3 1-309 16,-8 2-590-16,-2 1-847 0</inkml:trace>
  <inkml:trace contextRef="#ctx0" brushRef="#br0" timeOffset="58693.49">28952 5855 2062 0,'0'0'1381'0,"0"0"-1162"15,0 0 2-15,-8 71 205 0,15-58-67 16,5-7-62-16,3-2-43 0,5-4-99 15,5 0-79-15,5-10-42 0,4-6-34 16,1-4-76-16,3-5-39 0,-1-5-86 16,-2 2-47-16,-3-1-32 0,-4 1-211 15,-7 7-512-15,-1-11-434 0</inkml:trace>
  <inkml:trace contextRef="#ctx0" brushRef="#br0" timeOffset="58893.804">29395 5331 833 0,'0'0'2153'0,"-35"66"-1798"0,16-24-139 16,-4 10 190-16,-5 7 69 0,0 0 9 15,5-7-79-15,3-2-156 0,1-1-131 16,6-6-97-16,0-4-21 0,8-6-1 0,0-5-47 16,5-8-34-16,0-4-42 0,9-8-52 15,7-3-44-15,1-5-3 0,6-5-23 16,4-11-167-16,2-6-207 0,4-12-173 15,1 0-383 1,-9 6-310-16</inkml:trace>
  <inkml:trace contextRef="#ctx0" brushRef="#br0" timeOffset="59174.462">29633 5318 62 0,'0'0'629'0,"0"0"1504"0,0 0-1614 0,0 0-189 16,-5 67-56-16,-6-24 8 0,-7 6-24 15,-2 5 16 1,1 1 23-16,2 1-47 0,1-4-56 0,4-4-69 0,3-6-68 15,6-7-57-15,3-7-9 0,1-6-18 16,10-5 6-16,3-5-28 0,3-1-11 16,3-7-4-16,5-3 0 0,1-1 15 15,1-4-2-15,-2-2-31 0,1 0 8 16,-2 5 26-16,-3 1-1 0,-3 0 9 16,-2 7 19-16,-5 5-7 0,-3 1 28 0,0 5 11 0,-4-2 11 31,-2 2-10-31,-1-1-12 0,-1-4-34 15,0 4-27-15,0-4-37 0,2-1-87 16,-1-1-162-16,-1-3-316 0,0 0-601 16,0 1-1072-16</inkml:trace>
  <inkml:trace contextRef="#ctx0" brushRef="#br0" timeOffset="59796.223">30806 5134 424 0,'0'0'1902'15,"0"0"-1444"-15,-5 69-105 0,-3-29 17 16,-7 12-38-16,-2 6-33 0,-5 7 33 16,-2 5-30-16,-1-2-78 0,-1 1-65 15,2-9-25-15,-1-3-40 0,3-6-52 0,2-3-30 16,0-5-12-16,4-7-16 0,4-7 1 16,6-7-15-1,1-5-4-15,5-7-14 0,0-4-25 16,3-3-25-16,5-3-6 0,4 0 13 15,2 0 29-15,3-4 16 0,2 0-15 0,4-1 18 16,2 3 6-16,-3 2 3 0,1 0-3 16,0 0 19-16,-3 6 5 0,-4 2 11 15,-1-1-1-15,-4 3 3 0,-5-1 10 16,-1 1 27-16,-5-2 13 0,0 2 5 0,-6-3-3 16,-5 4-3-16,-6-1 1 0,-6-1-8 0,1 0-11 15,-2-1-13-15,0-2 4 0,1-1-19 16,4-3-3-16,2-1-3 0,5-1-40 15,5 0-40-15,0 0-36 0,5-3-17 0,2-3-59 16,6 0-176-16,5-4-254 0,1 1-391 16,18-7-113-16</inkml:trace>
  <inkml:trace contextRef="#ctx0" brushRef="#br0" timeOffset="60127.44">31102 5897 473 0,'0'0'2484'0,"0"0"-1865"0,0 0-332 16,0 0-57-16,0 0 25 15,0 0 24-15,-79 75-67 16,42-37-29-16,-1 1-3 0,1 1 0 16,6-5-49-16,10-8-71 0,6-6-60 15,8-7 0-15,5-6-24 0,2-2-19 16,5-3-35-16,11-3-44 0,6 0-12 16,2-11-22-16,7-2-21 0,4-2-60 0,-2-6-66 15,4 0-51-15,-6 0 35 0,1-1 56 0,-3 3 65 16,-3 1 102-16,-6 1 96 0,-3 5 26 15,-5 6 117-15,-5 3 39 0,-1 3 5 16,-5 0 3-16,-1 7 52 0,0 5 76 16,0 6-61-16,-3 1-66 0,-4 1-50 0,1 1-16 15,2-3-6-15,1-3-36 0,3-3-83 16,0-2 0-16,5-5-37 0,3-3-36 16,4-2-92-1,2 0-53-15,5-7-50 0,1-5-249 16,-1 2-795-16,5-9-1111 0</inkml:trace>
  <inkml:trace contextRef="#ctx0" brushRef="#br0" timeOffset="60427.839">31634 5854 1266 0,'0'0'2300'0,"0"0"-1846"15,0 0-263-15,0 0-4 0,-92 34 63 16,65-24-62-16,3 2-60 0,1-1-57 15,8-3-38-15,5 2-33 0,2-4-12 16,5 2-9-16,3-2-10 0,3 3 28 16,5-1-31-16,3 0-5 0,6 0 8 0,-1 2 3 15,5-1-11-15,-1 2 23 0,-3-2 16 0,0 2 3 16,-4 0 10-16,-1 0-1 0,-7-2 25 16,-3 2 30-16,-2 1 6 0,0-1-11 15,-7 1 8-15,-5 1-15 0,1-2-19 16,-2 0-24-16,3-4-12 0,1-1 0 15,3-1-52 1,2-4-94-16,1-1-31 0,3 0-23 16,0-4-84-16,9-4-276 0,-1 0-410 15,12-11-337-15</inkml:trace>
  <inkml:trace contextRef="#ctx0" brushRef="#br0" timeOffset="60575.766">31792 6060 957 0,'0'0'2125'0,"0"0"-1587"16,0 0-342-16,0 0-30 0,5 65 95 15,-9-49 153-15,-3-2-55 0,-1-2-112 0,3-4-125 16,-4-1-79-16,3-3-43 0,0 1-35 16,1-5-105-16,-1 0-95 0,0 0-71 0,1-7-349 15,0 0-884-15</inkml:trace>
  <inkml:trace contextRef="#ctx0" brushRef="#br0" timeOffset="60897.868">31972 5789 2552 0,'0'0'313'0,"0"0"-233"15,0 0 10-15,0 0-90 0,0 0-36 16,0 0-31-16,0 0-26 0,87-11-107 0,-76 12-55 16,1 5 22-16,-4 4 119 0,-2 2 114 15,-4 1 169-15,-2 3 45 0,0-1 18 16,-5 1 42-16,-6 2 43 0,-1-1 17 15,-1-2-16-15,-5 0-35 0,2 0-53 16,-1 1-44-16,3-1-63 0,2-4-62 16,4-1-33-16,5 0-16 0,1-2 1 0,2 3 2 0,0 0 0 15,8 3 7-15,-1-1-7 0,3 3-3 16,-2-1-9-16,0 1 7 0,3-1-10 0,-2 1-28 16,-1 0 25-16,2-3-49 0,-4 0-47 15,-3-2-30-15,-3-2-22 0,0 1-45 16,-7-2-76-16,-7 2-160 0,3-3-245 15,-15-1-804-15</inkml:trace>
  <inkml:trace contextRef="#ctx0" brushRef="#br0" timeOffset="61830.543">28831 7218 1989 0,'0'0'515'16,"0"0"-322"-16,0 0-35 0,0 0 41 16,0 0 95-16,-21-77-24 0,14 65 4 15,-2 7-53-15,1 0-22 0,3 5 2 16,-5 0-31-16,0 12-47 0,-3 6-34 15,-3 7 3-15,-3 4-10 0,0 3 7 0,4-1 17 16,1-5-14-16,7-7-47 16,2-6-45-16,5-7-3 0,0-5-42 0,8-1-19 15,4 0-43-15,6-3 25 0,6-8-1 16,3-3-30-16,0-4-7 0,4-1 13 0,-3-2-1 0,-2 4 22 16,-1-2 30-16,-3 2 19 0,1 3 18 15,-3 7 16-15,-6 2 3 16,2 5 3-16,-4 1 90 0,-5 10 40 0,1 2 33 15,-3 6-10-15,-1 3-42 0,-3 2-47 16,2-2-31-16,-3-1-11 0,3-3-22 16,-1-4-3-16,4-3-46 15,0-4-113-15,3-3-71 0,3-4-69 16,2 0-232-16,-2-6-475 0,6-10-696 0</inkml:trace>
  <inkml:trace contextRef="#ctx0" brushRef="#br0" timeOffset="61999.935">29239 7322 889 0,'0'0'2480'0,"0"0"-2074"0,0 0-265 15,-45 67 154-15,32-48 102 0,-1-2-65 16,5-4-118-16,3-7-153 0,5-3-61 16,1-3-141-16,1 0-91 0,8-8-36 15,6-4-110-15,-2 0-417 0,12-17-1163 0</inkml:trace>
  <inkml:trace contextRef="#ctx0" brushRef="#br0" timeOffset="62294.092">29641 7036 2865 0,'0'0'1193'16,"0"0"-1052"-16,0 0-1 15,0 0 200-15,-46 84 40 0,28-60-39 16,0 1-95-16,2-3-116 0,8-4-73 0,2-3-42 15,4-1-15-15,2-3-18 0,0-1-12 16,8 0 0-16,3 0-25 0,3-1 1 16,4 0-4-16,1 0-2 0,-1 1 23 15,0 1 19-15,-3 1 3 0,-3 0 3 16,-2 2 3-16,-1 0 9 0,-4 0 3 0,-3 0-1 0,-2 3 34 16,0-5 1-16,-7 2-10 0,-3-3-24 15,-2 2-3-15,-1-8-27 0,-3 2-40 16,-2-5-33-16,5-2-52 0,-2 0-19 15,1-5-83-15,3-4-225 0,2-5-288 16,3 3-450-16,0-13-856 0</inkml:trace>
  <inkml:trace contextRef="#ctx0" brushRef="#br0" timeOffset="62463.597">30114 7003 543 0,'0'0'0'15,"0"0"0"-15,0 0 23 0,0 0 7 0,0 0-8 16,0 0-22-16,0 0-3 0,0 0-349 16,0 0 179-16</inkml:trace>
  <inkml:trace contextRef="#ctx0" brushRef="#br0" timeOffset="70434.348">6130 10096 871 0,'0'0'788'0,"0"0"-447"16,0 0-179-16,0 0-4 0,0 0 217 15,-59-65-172-15,43 54-49 0,-1 4 35 16,1 2-65-16,0 3-38 0,-1 2-67 16,0 0 19-16,0 2 16 0,-2 8 9 0,-3 1 1 15,-2 3-46-15,-1 5-18 0,-1 3 4 16,-1 1 18-16,-4 3 3 0,1 4-24 0,-3 4 18 15,1 3-3-15,-1 4-1 0,4 3-13 32,2 1 14-32,2 4-14 0,7-1 27 0,5 2 8 15,4-2-8-15,9 2 5 0,0 1 13 16,7-2-16-16,8-1 24 0,5-2-36 0,6 0 49 16,3-5-2-16,1 0-14 0,2-7 23 15,-1-5-22-15,-3-5-10 0,-1-6 16 16,-2-7 9-16,-2-3-10 0,-2-4-8 15,1-4-11-15,-2 0-8 0,0-8 0 16,-1-4-13-16,1-3-18 0,-1-4-3 16,-2-2-107-16,-3 1-63 0,-2-4-44 0,-3 4-86 0,-1 0-139 15,-3 4-292-15,-5-6-707 0</inkml:trace>
  <inkml:trace contextRef="#ctx0" brushRef="#br0" timeOffset="70602.613">5843 10782 1289 0,'0'0'1042'0,"0"0"-806"0,0 0 80 0,0 0 62 16,0 0-22-16,0 0-88 0,83 21-29 15,-60-21-49-15,1-2-97 0,-1-5-76 16,0-3-17-16,2 1-50 0,-4-2-124 16,-2 0-68-16,-3 4-63 0,-2-1-252 15,-7 3-203-15,-1 1-329 0</inkml:trace>
  <inkml:trace contextRef="#ctx0" brushRef="#br0" timeOffset="70750.541">6067 10816 1205 0,'0'0'615'0,"0"0"-265"16,0 0-32-16,-8 85 23 0,8-54-39 15,2-1-63-15,5 1 25 0,2-2-40 16,2-3 87 0,-2-1-137-16,3-4-155 0,-1-4-19 0,-1-5-47 0,2-3-137 0,2-1-48 15,1-4-71-15,0-4-111 0,-3 0-242 0,7-18-829 16</inkml:trace>
  <inkml:trace contextRef="#ctx0" brushRef="#br0" timeOffset="70951.052">6747 10603 2745 0,'0'0'487'16,"0"0"-353"-16,0 0 57 0,82 5 215 15,-55-5-67-15,1 0-181 0,-2-5-47 16,1-1-68-16,1-3-41 0,-1-1-2 16,-3 2-49-16,-1 0-121 0,-5 4-35 0,-2 3-150 15,-8 1-254-15,-5 4-496 0,-9 11-421 0</inkml:trace>
  <inkml:trace contextRef="#ctx0" brushRef="#br0" timeOffset="71120.058">6715 10826 2480 0,'0'0'467'0,"0"0"-259"0,0 0 98 16,0 0 42-16,0 0-33 0,0 0-35 0,0 0-54 15,84 58-2-15,-48-55-68 0,3-3-58 16,8-2-31-16,1-5-33 0,5-3-34 16,2-4-3-16,3-3-95 0,1-1-82 15,3-2-112-15,0-3-161 0,-15 4-707 0,18-12-1528 16</inkml:trace>
  <inkml:trace contextRef="#ctx0" brushRef="#br0" timeOffset="71436.311">8005 9724 3123 0,'0'0'995'0,"0"0"-936"16,0 0-12-16,0 0-47 0,0 0 174 15,104 13 73-15,-68-7 51 0,4-2-103 16,2-2-60-16,4-2-20 0,0 0-18 0,3 0-48 15,-2-3-31-15,-3-2-16 0,-2-1-2 16,-3-1-73-16,-4-2-54 0,-8 2-68 16,-3 4-92-16,-8 0-83 0,-7 3-308 0,-9 0-744 0</inkml:trace>
  <inkml:trace contextRef="#ctx0" brushRef="#br0" timeOffset="71637.726">8129 9885 1117 0,'0'0'1107'0,"0"0"-126"0,0 0-681 0,0 0-47 16,-23 72 90-16,23-43 27 0,2 4-55 15,6 3-34-15,-1 6-43 0,2 1-56 16,0 2-33-16,-1-1-52 0,-2-2-52 0,0-1-45 16,-2-6 0-16,2-3-3 0,2-1-64 15,-2-4-11-15,0-7-37 0,3-1-10 16,-1-7-33-16,-2-1-80 0,-3-4-130 0,1-6-236 15,-4-1-425-15,0 0-314 0</inkml:trace>
  <inkml:trace contextRef="#ctx0" brushRef="#br0" timeOffset="71817.981">8233 10293 2741 0,'0'0'501'0,"0"0"-383"0,0 0 85 0,0 0 122 0,0 0-67 16,83-3-25-16,-57 3 24 15,0 0-36-15,6-1-62 0,4-4-55 0,3 0-67 16,4-3-37-16,-1 2-27 0,3-2-70 16,-1 0-115-16,3 1-71 0,-2 0-155 15,-10 3-512-15,10-1-649 0</inkml:trace>
  <inkml:trace contextRef="#ctx0" brushRef="#br0" timeOffset="73843.347">9167 9790 1835 0,'0'0'380'16,"0"0"-193"-16,0 0-28 0,0 0-59 0,0 0 471 15,0 0-199-15,0 0-182 16,0 0-46-16,76 6-5 0,-56-1-2 0,-1-2-65 16,0 0-25-16,-1-3-47 0,-3 2-16 15,2-2 14-15,-4 0-79 0,0 0-110 16,-3 0-61-16,0 0-86 0,-4 0-148 0,-3 0-194 16,-1 3-374-16</inkml:trace>
  <inkml:trace contextRef="#ctx0" brushRef="#br0" timeOffset="74127.841">9259 9871 1292 0,'0'0'478'0,"0"0"-121"0,0 0 32 0,0 0 10 16,0 0-18-16,0 0-95 0,-26 80-96 16,26-59-55-16,0 4 6 0,0 2-6 15,0-4-10-15,0 4-26 0,0-4-21 16,0 2-29-16,0-1-21 0,0 2-26 15,1 1 23-15,2 0-25 0,0 0 1 16,0-1-1-16,3-4-25 0,2 2 0 0,1-5 13 16,0-1-25-16,2-4 3 0,-1 0-3 0,2-3 2 15,2-2 7-15,-1-4-30 0,3 1-58 16,0-5-38-16,1-1-25 0,1 0-67 16,0-4-145-16,2-4-226 0,-5 1-472 15,8-6-418-15</inkml:trace>
  <inkml:trace contextRef="#ctx0" brushRef="#br0" timeOffset="74506.724">9919 10084 2466 0,'0'0'413'0,"0"0"-282"16,0 0 68-16,0 0 154 0,0 0-19 15,0 0-98-15,-78-64-74 0,65 63-44 16,3 1-25-16,-1 0-34 0,1 9-28 0,-1 6 6 16,0 4 3-16,2 2 3 0,0 5-15 15,5-2-10-15,0 0 0 0,1-6-18 16,3-1-10-16,0-6-27 0,0-3-12 0,7-1-19 16,-1-4-34-16,3-3-18 0,2 0-14 15,2-3 56-15,2-7 3 0,0-4 9 16,0 0 15-16,1-3 26 0,-2 3 25 15,-1-2 12-15,0 5-12 0,-2 3-1 16,0 3 1-16,-4 3 50 0,0 2 36 16,0 0 20-16,-1 8-7 15,1 3 3-15,1 6 13 0,-4 1-13 16,1 2-1-16,0 0-21 0,-2 1 0 16,-2-3 18-16,2-2-28 0,-1-2-70 15,0-3-15-15,3-3-86 0,-1-1-114 0,3-2-56 16,0 1-90-16,1-3-350 0,2-3-872 15</inkml:trace>
  <inkml:trace contextRef="#ctx0" brushRef="#br0" timeOffset="74675.604">10243 10235 2138 0,'0'0'1082'0,"0"0"-935"0,0 0 31 0,0 0 169 0,-21 71 51 15,10-52 23-15,-1-1-102 0,3-4-142 31,2-3-107-31,1-4-70 0,3-3-38 16,3-4-96-16,0 0-74 0,6-5-81 0,4-9-92 16,-1 3-366-16,8-18-819 0</inkml:trace>
  <inkml:trace contextRef="#ctx0" brushRef="#br0" timeOffset="75007.457">10569 9807 3153 0,'0'0'449'0,"0"0"-291"16,0 0 65-16,0 0 146 0,-15 80 67 16,4-49-97-16,-2 1-165 0,1 0-71 15,-2-1-33-15,2 0-30 0,3-1-22 16,4-7-18-16,2-3-9 0,3-4-13 0,0 0-17 0,5-4-19 16,3-4-24-16,5 2 3 0,0-4-3 15,4 1 3-15,2-4 20 0,0 1 1 16,3 3 22-16,-1-2 17 0,-2 2-8 31,0 1 5-31,-2 0-12 0,0 0 33 0,-4 1 1 0,0-1 3 16,-3 4 9-16,-4-1-9 15,-3 0 15-15,0-3 4 0,-3 4-4 16,0-1-16-16,0-3-2 0,-6 3-16 0,-3 1-27 16,-4-5-22-16,-2 2-18 0,-2-5-21 15,-1-1-69-15,-1-3-89 0,0 0-121 16,-2-4-128-16,4-2-234 0,-8-15-740 0</inkml:trace>
  <inkml:trace contextRef="#ctx0" brushRef="#br0" timeOffset="75924.118">10908 9899 2873 0,'0'0'464'0,"0"0"-178"0,0 0 57 0,0 0-91 16,0 0-26-16,82 4-28 0,-63-6-53 15,5-2-59-15,1-3-41 0,0 2-20 16,1-1-25-16,-1 1-3 0,-3-1 2 16,-1 2-30-16,-1 2 31 0,-2 1 3 0,-3-1-3 15,-4 2 1-15,-3 0-1 0,1 0 13 16,-5 0-10-16,0 2 15 0,-1-1 0 15,-1 0 7-15,-1 0-1 0,1 1 4 16,-2 0-4-16,0-2 1 0,0 0 2 16,0 0 1-16,0 0-7 0,0 1-6 0,0-1-3 15,0 0-10-15,0 2 0 0,0-1 1 16,1-1 0 0,-1 2 0-16,0-2-1 0,0 1 0 15,2 2 13-15,-2-2 6 0,0 0-3 16,0 0 1-16,1 2 2 0,-1-2-3 15,0 1 3-15,0-2 7 0,0 0 8 16,0 0 28-16,2 0 0 0,-2 0-25 0,0 0-18 16,0 0-6-16,0 0-13 0,1 0-2 15,-1 0-2-15,0 0-10 0,0 0 0 0,0 0 9 16,0 0-18-16,0 0 9 0,0 0-3 16,0 0 12-16,0 0-9 0,0 0 12 0,0 0 0 15,0 0 1-15,0 0 1 0,0 0 1 16,0 0 0-16,0 0-1 15,0 0-1-15,0 0 1 0,0 0-1 0,0 3-1 16,0-1 0-16,0-1 1 0,0 3 0 0,0-1 14 16,0 3-3-16,0 0-9 0,0 2 8 0,0 1-11 15,-1 2-2-15,-4 2 2 0,1 4-3 16,-2 1 1-16,0 6-1 0,-1-2-9 16,1 4 10-16,2 0 0 0,0 1 0 15,-1 0 2-15,2-3-15 0,2-1 3 16,1-2 9-16,0-7-10 15,0-5-11-15,4-3-15 0,2-3-19 16,1-3-9-16,5 0-6 0,-1-5 9 16,4-6 9-16,1-4-15 0,0-2-3 15,1-3 5-15,-3 2-5 0,1 1 21 16,-4 4 12-16,0 2 9 0,-2 4 29 16,-4 2 2-16,-1 1-19 0,-1 4 19 15,1 0 4-15,-4 0 66 0,4 7 19 0,-4 2-9 0,0 3-13 16,0 1-21-16,0 3 6 0,0 4 0 15,0-1-25-15,0 1 7 0,0 2-10 16,0 2 10-16,-4 1-1 0,3-1-9 16,-2 4 4-16,-1-2-7 0,1 0-18 0,-2 0 15 15,1 0-17-15,-2-1 0 0,-1 2-1 16,1-4 0 0,-1 1-30-16,-2-2-4 0,-1-1-20 15,2-2-1-15,-1-1 12 0,-1-5 7 16,1-1-4-16,-2-3-27 0,-2-2-22 15,3-4 4-15,-5 2-8 0,-2-4-23 0,0-1-26 16,-5 0-125-16,-4 0-204 0,6 0-605 16,-20-6-571-16</inkml:trace>
  <inkml:trace contextRef="#ctx0" brushRef="#br0" timeOffset="76894.905">9591 9638 745 0,'0'0'1045'16,"0"0"-565"-16,0 0-105 0,0 0-22 0,0 0-20 15,0 0-50-15,0 0-44 0,0 0-34 0,-54-73-36 16,43 62-42-16,-1 1 13 0,2 3 42 16,-3 1-41-16,1 1-52 0,-2 4 3 15,1 1 9-15,-1 0-16 0,-1 5-18 16,0 2-27-16,-3 5-1 0,1 1-11 15,1 4-4-15,-3 3-6 0,3-1-3 0,-1 3 4 16,1 3-4-16,2 3 0 0,1 4 0 0,0 3-3 16,4 5 0-16,2 4 1 0,3 2-10 15,1 3 8-15,-1 1-11 0,1 1 0 16,1-4 0-16,-1-2-1 0,3-5 0 16,-3-6-11-16,2-5 12 0,1-5 1 0,-2-1-1 15,1-8-1-15,0 0-2 0,-1-3-22 16,1-4-5-1,-1-2-25-15,1-1-30 0,-1-4 0 16,1 2 6-16,-1-3 15 0,2 0-10 0,0 0-5 16,0 0 5-16,0-4 1 0,0-2 2 15,0 0-3-15,0-5 15 16,0 3 13-16,3 2 9 0,0 0-9 0,0 2 15 16,0 4 0-16,0 0 31 0,0 0 23 15,1 0 30-15,-2 5 3 0,1 4-4 0,1 2 22 0,-1 4-12 16,-2 0 24-16,0 3-6 0,1 1-50 15,1 3 31-15,-2 5 4 0,1 4-4 16,-1 1-6-16,1 8-4 0,-2 4 10 16,0 3 9-16,0 1-12 0,0-1-28 15,0-1-11-15,0-2-7 0,0-6-12 16,0-3 1-16,0-9-1 16,4-2-24-16,2-8-25 0,5-4-82 15,-2-4-39-15,3-2-23 0,3-5-59 16,1-1-73-16,0-1-189 0,-3-5-487 15,7-11-405-15</inkml:trace>
  <inkml:trace contextRef="#ctx0" brushRef="#br0" timeOffset="77933.962">13339 9915 1045 0,'0'0'499'0,"0"0"-220"0,0 0-84 0,0 0-30 16,0 0 568-16,0 0-218 0,0 0-236 0,0 0-90 16,0 0-13-16,-78 50 5 0,53-28-23 15,0 3-9-15,-6 6-23 0,-2 5-9 16,-6 9-16-16,-8 6 0 0,-8 9-27 15,-10 6-23-15,-10 11-48 0,-10 6 10 16,-10 5-1-16,-6 9 0 0,-11 6 4 16,-9 6-16-16,-8 7-33 0,-3 5-16 15,-8 4 39-15,4 2 10 0,0 1 2 16,3 0-2-16,8-3-3 16,2-2 2-16,5-6-48 0,4-8 12 15,6-4-36-15,10-9-44 0,6-9 59 16,11-6 15-16,10-12-3 0,12-12-25 15,11-8-12-15,7-12-20 0,12-11-5 0,8-7-48 16,8-8-64-16,7-9-102 16,4-2-72-16,2-5-171 0,0-3-452 0,8-18-387 15</inkml:trace>
  <inkml:trace contextRef="#ctx0" brushRef="#br0" timeOffset="79003.085">13005 11574 1497 0,'0'0'611'0,"0"0"-258"0,0 0-156 0,0 0-85 16,0 0 630-16,0 0-300 0,0 0-206 15,0 0-103-15,0 0-58 0,-96 69-19 32,60-36 12-32,-3 9-7 0,-4 1-8 15,0 0 18-15,1 0-1 0,-1 3 7 16,1-2-13-16,1 2-30 0,0-1-9 16,2-1 5-16,0 0-5 0,3-4-24 0,6-5-1 0,5-1-3 15,7-6-16-15,5-6 18 0,4-4-17 16,8-3 0-16,1-2-19 0,7-1-6 15,7-1 12-15,11-2 31 0,5 4 22 16,6 2 24-16,3-2 3 0,4 1-19 16,0 1-5-16,-1-1 8 0,-2 3-11 15,-4-3 14-15,1 2-27 0,-6-3-8 0,0 2-1 0,-6-2 18 16,0-1-18-16,-5-2-19 0,0-1-5 16,-1-1-19-16,-3-2-70 0,1-2-80 15,-2-1-47 1,0-2-74-16,0-1-163 0,-2 0-297 15,1 0-597-15</inkml:trace>
  <inkml:trace contextRef="#ctx0" brushRef="#br0" timeOffset="79297.926">13274 11943 2636 0,'0'0'1386'16,"0"0"-1120"-16,0 0-238 0,0 0 115 16,0 0 131-16,91 13 42 0,-65-7-63 15,1-2-92-15,2-1-79 0,0-1-19 16,1-2-20-16,-2 0-43 0,-1-6-3 15,0 0-43-15,-4-3-81 0,0-2-67 16,-4 1-56-16,0 0-100 0,-8 3-214 16,-2 1-554-16,-9 1-574 0</inkml:trace>
  <inkml:trace contextRef="#ctx0" brushRef="#br0" timeOffset="79536.131">13484 12022 1956 0,'0'0'690'0,"0"0"-381"0,0 0-88 0,-37 78 59 15,26-50 30-15,0 0-10 0,1 0-20 16,2-3-79-16,2 5-43 0,0-5 7 16,3 1-33-16,2-1-43 0,-1 0-19 15,2-1 0-15,0-5-9 0,5 4-16 16,0-4 10-16,4 0-22 0,1-1-11 16,0 0 5-16,3-1-8 0,3 0-19 15,-1-3-2-15,3-3-22 0,1-6 0 0,1-2-49 16,5-3-64-16,0-3-55 15,6-8-56-15,-1-4-67 0,3-6-190 0,-7 7-525 16,13-13-481-16</inkml:trace>
  <inkml:trace contextRef="#ctx0" brushRef="#br0" timeOffset="79899.408">14054 12152 2093 0,'0'0'1498'0,"0"0"-1201"0,0 0-134 0,0 0 100 16,0 0 25-16,-95 32 53 0,73-13-48 16,0 3-105-16,2 4-54 0,4 2-40 15,0 1-24-15,6-1-25 0,1 0-3 16,4-5-9-16,2-6-14 0,3-5-19 16,0-5-22-16,0-2-14 0,6-3 6 15,4-2 6-15,3 0-10 16,4-5-17-16,2-8-37 0,3-4-12 15,-1-2 0-15,-1-1 12 0,2 0 12 16,-2 0 2-16,-1 4 4 0,1 3 34 16,-1 1 2-16,-3 5 13 0,-1 3 5 15,-2 4 16-15,-1 0 37 0,-1 5 39 16,-2 7 19-16,-3 0-13 0,2 4 6 16,-3 2-15-16,-1 1-12 0,-1 0-9 0,-1-1-4 0,-1-1-15 15,3-3-33-15,1-2-12 0,0-1-9 16,1-4-9-16,1-1-64 0,2-4-86 15,2-2-60-15,0-2-110 0,2-5-278 16,-3-1-715-16,1-8-989 0</inkml:trace>
  <inkml:trace contextRef="#ctx0" brushRef="#br0" timeOffset="80084.121">14395 12291 1444 0,'0'0'2136'0,"0"0"-1777"0,0 0-132 15,0 0 148-15,-33 81-27 0,23-59-9 16,3 0-87-16,-1-4-106 0,3-5-89 16,2-4-57-16,3-4-32 0,0-4-62 15,0-1-88-15,1-3-37 0,8-7-81 0,-2-6-227 16,-1-1-562-16,4-16-748 0</inkml:trace>
  <inkml:trace contextRef="#ctx0" brushRef="#br0" timeOffset="80431.718">14594 11931 1744 0,'0'0'1918'15,"0"0"-1625"-15,0 0-107 0,-7 79 134 16,-2-48 13-16,-1 0-6 0,1 0-59 16,1-6-131-16,4-4-83 0,2-4-48 15,2-1-6 1,0-7-27-16,5 1-6 0,1-3-7 15,3 0-39-15,-1-1-21 0,4 0 3 16,1-1 5-16,-1 2 13 0,4 0 21 0,0 0 18 16,-2 4 39-16,2 0-2 0,0 3-9 15,-2 0 12-15,1-1 12 0,-4 0-11 16,-1 2 14-16,0-3 0 0,-1-2 1 16,-2 1 8-16,0 1-5 0,-2-4-1 0,-4 2 3 15,0-1-5-15,-1-3-4 0,0 0-1 0,-5 0-11 16,-5-1-24-16,-2 0-16 0,-2-2-15 15,-2 0-6-15,-3 0 2 0,2-3-39 16,-3 0-68-16,1-7-106 0,-3-4-160 16,2-5-282-16,7 5-543 0,-7-14-480 0</inkml:trace>
  <inkml:trace contextRef="#ctx0" brushRef="#br0" timeOffset="80822.673">14940 12022 2932 0,'0'0'679'15,"0"0"-275"-15,0 0 57 0,0 0-60 16,0 0-99-16,0 0-92 0,0 0-95 15,24 65-45-15,-10-57-3 0,1-1-25 0,3-1-18 0,3 0 1 16,1-2-1-16,2 1-22 0,1-3-2 16,1 1-12-16,-2-3 9 0,-1 0-15 15,-4 2-7-15,-2-1-23 0,-2 3 5 16,-2 0 13-16,-5 3 9 0,-2 1 0 16,-1 3 18-16,-3 2-9 0,-2 0 0 0,-2 5 10 15,-7 2-19 1,-3 2-12-16,-3-1 12 0,0 3-7 0,-4 1-8 15,2-1 2-15,-2-1-5 0,1-4-10 16,3-2 10-16,5-7-35 0,2-2-51 0,2-5-114 16,1-3-134-16,2 0-197 15,0-6-240-15,2-7-526 0</inkml:trace>
  <inkml:trace contextRef="#ctx0" brushRef="#br0" timeOffset="81402.342">15555 11679 2380 0,'0'0'718'16,"0"0"-316"-16,0 0-124 0,0 0 49 0,0 0 22 15,0 0-26-15,0 0-114 0,0 0-136 16,0 0-73-16,0 0-7 0,0 0 7 16,31-12 24-16,-14 5-2 0,0 0-21 15,3-3-1-15,-1 3-3 0,-2 2-9 16,0 2-7-16,-2 1 7 0,-2 2 9 15,0 2 1-15,-3 3-1 0,0 2 1 0,0 0 2 0,-2 1 21 16,0 2 13-16,1-1-10 0,-1 3 7 16,1-1-19-16,2 1-9 0,0 0 18 15,0-2-9-15,2 0-10 0,0 0 1 16,0 3-3-16,-1-2 2 0,2-1 16 16,-2 2-6-1,-1-1 12-15,-2-1-8 0,2 2-14 16,-5-1 1-16,-2 1 18 0,2 0 3 0,-3-5-12 15,-3 3-12-15,3-3 0 0,-3-3 2 16,0-1 1-16,0 2-1 0,0-1 0 16,-3-1 15-16,-1 4-17 0,-3 2-18 0,-4-1 15 15,-3 1-16-15,-2 3-20 16,-4 1-1-16,-3 2-9 0,-4 1 4 0,-2 1-7 16,-7 2-15-16,-2 1 9 0,-2 2-1 0,-3 0 4 15,-1 3-34-15,2 0-25 0,2-1-6 16,7-1-28-16,6-2 33 0,8-4-16 0,6-6-27 15,7-3-125-15,5-3-279 0,1-2-401 16,3-3-217-16</inkml:trace>
  <inkml:trace contextRef="#ctx0" brushRef="#br0" timeOffset="82690.374">18527 9278 1357 0,'0'0'1027'0,"0"0"-727"0,0 0-94 15,0 0 96-15,0 0 29 0,0 0 4 16,0 0-12-16,0 0-62 0,0 0-57 15,0 0-7-15,30 73-10 0,-43-38-29 16,-1 3-42-16,-5 2-28 0,-2 3-33 16,-1 4-13-16,-3 2-5 0,-1 5-4 0,-1 6-12 15,-3 4 0 1,-5 8 1-16,-2 7-4 0,-8 8-15 16,-3 9 9-16,-8 11-12 0,-6 9 0 15,-5 14 0-15,-7 5 0 0,-5 11 0 16,-5 4-27-16,-5 4-46 0,0 0 43 0,-1 1-1 15,-2 1-2-15,1-3 3 0,-1-4-1 16,5-3-5-16,-2-4 2 0,4-2-8 16,2-5 27-16,3 1-1 0,4-7 13 0,4-4-7 15,2-7 8-15,7-6-35 0,4-10 34 16,4-6-21-16,9-11 24 0,7-7 14 16,6-11-5-16,7-8-9 0,6-8-15 15,1-9 0-15,8-7-3 0,1-9-13 0,4-6-8 16,2-8-13-16,2-5-10 0,2-4-17 15,0-3-35 1,0 0-24-16,0-3-19 0,6-6 5 16,4-4-26-16,4-8-11 0,0-5-69 15,0-9-221-15,-3 7-238 0,2-23-514 0</inkml:trace>
  <inkml:trace contextRef="#ctx0" brushRef="#br0" timeOffset="84163.635">18732 12214 881 0,'0'0'515'0,"0"0"-339"0,0 0 42 15,0 0-24-15,0 0 467 0,0 0-237 0,41-71-149 16,-38 58-56-16,0-1-42 0,-1-2-16 16,-1 1 9-1,-1-1 5-15,0 0-14 0,0-1-43 16,0 2-13-16,-4-3-7 0,-1 2-24 15,-3 1-28-15,1 1-12 0,-2 0-22 16,-1 3-9-16,1 4 15 0,3 1-5 0,1 5 2 16,-1 1 0-16,0 1 4 0,-2 10-19 15,-3 8-11-15,0 9 11 0,-1 10-1 0,1 10 1 16,1 6 21-16,1 3 25 0,3 0 6 0,3-5-10 16,0-7-11-16,3-5-19 0,0-10-9 15,0-8-3-15,6-8-21 0,3-6-16 0,2-5-15 16,2-3 25-16,6-6-31 0,0-9-22 15,5-6-3-15,-1-6-21 0,3-4-16 16,-4-3 30-16,1 0 13 0,-1 0 18 16,-3 5-19-1,1 1 35-15,-3 6 8 0,0 4 23 16,-3 6 9-16,-2 7-13 0,-2 5 16 16,2 7 78-16,-1 9 68 0,0 4 9 15,1 9-29-15,-3 2-12 0,0 1-22 16,1 1-6-16,-2-3-10 0,0-5-21 15,0-2-43-15,2-9-12 0,2-5-49 16,2-9-104-16,-1-4-52 0,4-11-70 0,-1-12-109 0,-1 7-384 16,1-24-1056-16</inkml:trace>
  <inkml:trace contextRef="#ctx0" brushRef="#br0" timeOffset="84627.041">19070 11172 2285 0,'0'0'603'15,"0"0"-244"-15,0 0-41 0,0 0 101 0,98-35-84 16,-66 30-93-16,2 1-67 0,-2 2-64 15,-2 1-38-15,-2 1-33 16,-3 0-20-16,-4 0-20 0,-6 1-13 0,-4 5 11 16,-4-1-1-16,-5 2-12 0,-2 2 15 15,0 3 18-15,-3 3-2 0,-7 2-16 16,-3 2-1-16,0-1-1 0,-1-1-14 0,2 0 4 0,3-6-9 16,2-1-13-16,4-2 0 0,3 0-9 15,0-1 0-15,2 3 3 0,5-1 13 16,1 3 8-16,3-2 4 0,1 1-9 15,-1 1 24-15,-1-1 19 0,0-2-4 16,-3 3 4-16,-3-2-1 0,1 2 7 16,-5 0 11-1,0 0 1-15,0 2 3 0,-8 2-21 16,-3-1-19-16,-4 4 2 0,-1-4-2 16,-4-1-37-16,3-2-86 0,0 0-19 15,0-5-9-15,1-1-39 0,-2-1-51 0,2-1-102 16,-2-1-205-16,5-2-218 0,-6 0-573 0</inkml:trace>
  <inkml:trace contextRef="#ctx0" brushRef="#br0" timeOffset="86215.173">21193 12083 2564 0,'0'0'556'0,"0"0"-326"0,0 0-106 0,0 0 88 16,0 0 103-16,0 0 29 0,0 0-66 15,0 0-124-15,0 0-68 0,16 73-40 16,-18-45-9-16,-6 2-34 0,-1 2-3 16,-2-3 0-16,1 1-70 0,1-2-56 15,2-4-34-15,2-5-7 0,-2-2-23 16,5-4-61-16,0-5-95 0,2-3-243 16,0-2-538-16,0-6-549 0</inkml:trace>
  <inkml:trace contextRef="#ctx0" brushRef="#br0" timeOffset="86731.887">21787 11147 1501 0,'0'0'621'0,"0"0"-133"0,0 0 4 15,0 0-58-15,30 79-56 0,-26-43-98 16,-2 5-26-16,-2 4-68 0,-2 4-42 0,-5 1-12 0,-1 2-12 16,-1-4-20-16,-2 1-33 0,0-2-21 15,0-4-22-15,-1-3-24 0,4-2 0 16,0-7-33-16,1-3-43 0,0-4-43 15,4-1 6-15,0-6 11 0,3-7 1 16,0-2 6-16,0-5-35 0,2-3 0 16,4 0 40-1,3 0 37-15,3 0 51 0,4 0-1 0,-2 0 3 16,5 0-3-16,-2 0 0 0,4 6 3 16,-1 1 13-16,0 3 62 0,1 0-10 15,0 0-3-15,-2-1 6 0,-4 2-3 16,0-1-10-16,-3 0-5 0,-4 0 5 15,-4 3 10-15,-4-1-10 0,0 5 0 16,-3-1-18-16,-9 2-4 0,-3 0-8 0,-4 1-1 0,-1-3-21 16,-3-3-3-16,0 0-1 0,3-4-20 15,0-3-43-15,2-4 6 0,2 0-68 16,2-2-25-16,2-4-29 0,4-8-50 16,-1-6-169-16,4-5-229 0,0 2-437 0,4-18-325 0</inkml:trace>
  <inkml:trace contextRef="#ctx0" brushRef="#br0" timeOffset="87238.177">22273 11135 2240 0,'0'0'494'16,"0"0"-247"0,0 0-45-16,0 0 104 0,0 0 1 15,0 0-24-15,87-71-83 0,-66 60-92 0,-4 1-49 0,0 1-3 16,-2 3-10-16,-3 2-12 0,-3 2-34 15,-3 1-16-15,-3 1-27 0,-1 0-4 16,-2 3 10-16,0 7 37 0,-9 4 13 16,-2 5-13-16,-3 3-38 0,-2 1 20 15,1-2 16-15,1 0 1 0,2-6-18 0,4-2 17 16,5-3-20-16,1-5-6 0,2 2-15 16,0-2-7-16,0 2 16 0,5-1-4 15,3 0 10-15,2 3 28 0,0-2 0 16,0 0 1-16,1 4 27 0,-1-3 4 15,-4 3-8-15,3-3 8 0,-6 3 27 0,-1-1 12 16,-2 2 0-16,0-1-21 0,-2 2-19 0,-7 0-6 16,0 0-25-16,1-2-7 0,-4 1-76 15,2-1-38-15,-1-3-50 0,-1 0-46 16,1 0-60-16,0-1-110 0,0-1-133 31,5-3-515-31,-4 2-515 0</inkml:trace>
  <inkml:trace contextRef="#ctx0" brushRef="#br0" timeOffset="97410.378">18459 11758 2794 0,'0'0'529'0,"0"0"-405"15,0 0-99-15,0 0 102 0,0 0 3 0,-86 93 33 16,44-60 1-16,-3 3-51 0,-4 4-60 16,0 3-7-16,-3 1-21 0,-4 4 28 0,-3 3-6 0,0 0-44 15,-1 2 34-15,1 0-9 0,2-3-27 16,7-4 24-16,5-5 2 0,8-8-25 15,8-4 20-15,6-6-22 0,4-4-9 16,7-2-7-16,5-1 1 0,6 0 13 16,1 2-1-16,11 2-3 0,7 2 6 15,6 4 18-15,6 3-1 0,5 2-15 0,6-1-1 16,4 3 23-16,3-2 4 0,3-2 0 16,-3 2-28-16,0-2 1 0,1 2 1 15,-3 0-2-15,0 3-31 0,-2 0-86 16,2-1-54-16,-2 2-79 15,1-2-131-15,-12-8-343 16,13 8-1228-16</inkml:trace>
  <inkml:trace contextRef="#ctx0" brushRef="#br0" timeOffset="98211.616">23444 11648 2591 0,'0'0'498'0,"0"0"-198"0,-85 12-68 0,49-7 99 16,3-2-68-1,1-2-64-15,7 1-26 0,1-2 24 0,6 0-40 16,6 0-4-16,4 1-25 0,5-1-31 15,3 2-45-15,0 2-16 0,9 1-8 16,12 3 5-16,11 8 31 0,15 2 93 0,11 1-27 16,9 1-51-16,4-1-34 0,5-3-43 15,-4-3 13-15,-2-2-14 0,-2-1 1 16,0-3 12-16,0 0-13 16,-1-3-1-16,-4 3 0 0,-4-4-2 15,-9 2-40-15,-11 1-6 16,-10 4 2-16,-13-2-8 0,-13 7-3 0,-3 2 26 15,-16 7 7-15,-13 6 0 0,-13 9-6 16,-11 5 2-16,-7 5-17 0,-10 2-16 16,-4 4 7-16,-4-1-22 0,-7 4-49 0,-5-1-52 15,-3 7-120-15,0-2-216 0,21-13-553 0,-31 22-583 16</inkml:trace>
  <inkml:trace contextRef="#ctx0" brushRef="#br0" timeOffset="102288.977">24686 10091 1714 0,'0'0'1833'16,"0"0"-1545"-16,0 0-144 0,0 0-49 0,0 0 24 15,0 0 104 1,0 0 58-16,0 0-69 0,0 0-77 16,0 0-34-16,19-4 2 0,23 7-15 15,6-2-6-15,8 1-33 0,4-2-22 16,-1 0-11-16,0-3-16 0,-3-1-2 0,-2 0-19 15,-1 0-70-15,-5 0-55 0,-6 2 3 16,-6-1-44-16,-7 3-126 0,-14 0-237 16,-8 0-643-16,-12 9-749 0</inkml:trace>
  <inkml:trace contextRef="#ctx0" brushRef="#br0" timeOffset="102464.8">24806 10441 942 0,'0'0'2214'0,"0"0"-1863"0,0 0-196 16,0 0 50-16,98 15 38 0,-56-15-60 16,8-3-65-16,7-6-72 0,7-3-46 0,8-1-90 15,1-3-81-15,4-3-178 0,-21 6-250 16,20-12-1082-16</inkml:trace>
  <inkml:trace contextRef="#ctx0" brushRef="#br0" timeOffset="116836.91">26683 9459 1641 0,'0'0'1201'0,"0"0"-909"0,0 0-135 16,0 0-65-16,0 0 105 0,0 0 68 0,0 0-54 15,0 0-48-15,0 0-79 0,40-21-35 16,-17 15 4-16,4 0-13 0,4 4 22 16,3-1 0-16,6-1 24 0,1 2 56 15,2-1-41-15,2 0-37 0,-2 0-15 16,2 1-12-16,-3-2 3 0,-2 1-7 15,0 0-11-15,-2 2-4 16,-4 1-15-16,-3 0-3 0,-6 0-19 16,-5 4 16-16,-6 2-19 0,-6-2-11 15,-3 4-19-15,-5 1-16 0,0 5-23 16,-12 2 32-16,-7 6 58 0,-5 2-26 16,-7 1-16-16,-2-1 12 0,-2 1 29 15,-5-2 0-15,1 1-29 0,-5 2 31 16,-1 1-15-16,-1 0 0 0,0 0 15 0,-1 0 1 0,2 1-1 15,3-2-2-15,0 2 2 0,8-1 15 16,2-1-14-16,6-1-1 0,8-5 15 16,4-4 7-16,6 1 11 0,6-6 10 15,2-2 0-15,4 2-9 0,11-4 24 0,2 2-3 16,8 0 25-16,3-1-13 16,6 1 0-16,2-1-18 15,0-1 9-15,4 1-13 0,-3-3-14 16,-1 0-1-16,1-1-29 0,-3-1 17 0,1-1 1 15,1-2-7-15,-3 0-11 0,0 0-1 16,-1 0-3-16,-4 0-31 0,-4 0 1 16,-1-1-58-16,-3-3-31 0,-1 0-34 15,-4-3-49-15,0 2-66 0,-2-3-127 16,-5-3-210-16,-2 2-572 0,-3-8-569 0</inkml:trace>
  <inkml:trace contextRef="#ctx0" brushRef="#br0" timeOffset="117122.437">27439 9585 378 0,'0'0'2280'16,"0"0"-2001"-16,0 0-208 0,0 0 51 31,0 0 111-31,0 0 81 0,0 0-81 0,0 0-123 16,-86 34-65-16,67-18-11 0,-4 5 10 15,-2 1 6-15,-1 4-22 0,1 1-10 16,-3 2-14-16,-1 4-1 0,0 0-3 0,-1 2-1 16,-2-2-1-16,2 1-11 0,0-4 10 15,2-2 1-15,3-2-1 0,-1-5-35 16,4-1-12-16,5-6-6 0,2-3-17 16,8-5-43-16,1-2-38 0,6-2-61 0,0-2-97 15,0-2-257-15,3-3-535 0,5-10-431 16</inkml:trace>
  <inkml:trace contextRef="#ctx0" brushRef="#br0" timeOffset="118055.535">28111 9706 1246 0,'0'0'674'0,"0"0"18"16,0 0-373-16,0 0-79 0,0 0 82 16,0 0 16-16,0 0-29 0,0 0-104 15,-87-63-56-15,70 63-13 0,1 1 21 0,-1 8-41 16,2 5-45-16,1 1-16 0,2 8-16 0,7 1 13 16,0 4-9-16,4 2-19 0,1-2-5 15,0 0-7-15,6-8-12 0,2-3 0 16,4-4 0-16,4-7-3 0,2-5-19 0,4-1 1 15,6-7-19-15,3-8-24 0,2-7-37 16,5-4-6 0,-5-3-3-16,1 0 17 0,-3 0 10 15,-4 4 18-15,-7 4 16 0,-3 3 9 16,-5 7 18-16,-4 3 19 0,-5 5 1 0,0 3 2 16,-3 5 24-16,0 7 100 0,0 7 30 15,0 5-31-15,0 2-22 0,-5 6-21 0,2-1-7 16,3-5-9-16,0-1-42 0,8-7-22 15,7-3-34-15,6-6-70 0,7-5-64 16,4-4-50-16,1 0-64 0,1-4-190 0,-9-1-490 16,4-8-823-16</inkml:trace>
  <inkml:trace contextRef="#ctx0" brushRef="#br0" timeOffset="118785.608">29130 9785 170 0,'0'0'2762'16,"0"0"-2321"-16,0 0-180 0,0 0-34 16,0 0 71-16,0 0-21 0,0 0-79 0,0 0 2 15,0 0-17-15,109 5-64 0,-69-2-58 0,-2-2-61 16,-2-1-1-16,-3 0-2 0,0-3-24 15,-2-3-74-15,-3-1-61 0,-2 1-59 16,-6-3-57-16,-4 1-166 16,-7 2-593-16,-3-2-809 0</inkml:trace>
  <inkml:trace contextRef="#ctx0" brushRef="#br0" timeOffset="118977.487">29346 9689 1018 0,'0'0'2068'16,"0"0"-1746"-16,-29 90-188 0,17-51 71 16,-1 5 142-16,2-2-42 15,2-3-160-15,4-6-145 0,5-4-43 16,0-9-118-16,5-5-26 0,8-8-20 16,3-7-109-16,3-1-183 0,-4-8-539 15,4-16-664-15</inkml:trace>
  <inkml:trace contextRef="#ctx0" brushRef="#br0" timeOffset="119357.992">29155 9596 1117 0,'0'0'1849'0,"0"0"-1494"0,0 0-88 16,-74 66 49-16,55-35 23 0,0 4-23 15,3 8-73-15,2 4-29 0,2 3-95 0,2 7-61 16,5 0-27-1,-1 4-31-15,4-4-2 0,2-6-13 16,2-8-31-16,8-8 0 0,6-11 13 16,7-9 11-16,4-8 19 0,6-7 3 15,3 0-15-15,2-13-16 0,2-5-15 0,2-8-21 16,0-4 0-16,1-4-7 0,1-5-28 16,-2-2 16-16,1-2-38 0,-4-4-6 15,-2 0 34-15,-6-3-1 0,-3 0 2 0,-8-2 4 0,-9 0 9 16,-5-2-18-16,-6 1-1 0,-6 5-39 15,-14 5 105-15,-6 9 35 0,-5 14 95 16,-1 10 26-16,0 10 14 0,1 10-3 16,-3 10-21-16,1 10 20 0,1 4 3 15,4 2-35-15,5-2-43 0,8 0-56 16,6-6-33-16,6-3-76 0,3-4-134 0,3-1-109 16,3-7-354-16,9 1-1127 0</inkml:trace>
  <inkml:trace contextRef="#ctx0" brushRef="#br0" timeOffset="119659.139">30095 9454 623 0,'0'0'2601'16,"0"0"-2229"-16,0 0-107 0,87-14 208 0,-66 12-62 16,0 2-87-16,2 0-104 0,-1 0-108 15,3 2-57-15,-2 3-40 0,2 1-14 16,-2 2-1-16,-5 1-24 0,-5 4-25 15,-4 2-15-15,-6 7 1 0,-3 3 5 16,-12 6-19-16,-9 6-8 0,-6 3 2 0,-7 6 7 0,-3 0 5 16,-1 1 28-16,4-4 43 0,2-1 28 15,7-6 73-15,7-5 0 0,8-5-18 16,5-6-22-16,5-7-6 0,8 1-16 16,10-4-2-16,6-2-19 0,6-1 34 0,5-4-22 15,4-3-3-15,2 0-11 0,-1 0-16 16,3-6-25-1,-2-3-75-15,-2-2-61 0,0-2-69 16,-6-2-65-16,-2 0-198 0,-9 3-509 16,0-11-776-16</inkml:trace>
  <inkml:trace contextRef="#ctx0" brushRef="#br0" timeOffset="119844.067">30523 9651 1740 0,'0'0'1669'0,"0"0"-1330"0,-54 73-216 16,32-40 101-16,-4 4 152 0,1 0 6 16,5-2-91-16,4-2-151 0,4-7-107 15,3 0-33-15,1-5-70 0,6 1-52 0,-1-4-46 16,3-2-90-16,3-4-181 0,2-5-570 0,7-7-489 0</inkml:trace>
  <inkml:trace contextRef="#ctx0" brushRef="#br0" timeOffset="120176.037">31025 9369 2632 0,'0'0'1007'0,"0"0"-881"0,0 0 57 0,-33 98 264 15,9-54-25-15,-2 1-122 0,-2 0-120 0,2 0-71 16,4-4-60-16,6-4-25 0,3-6-24 15,8-3-15-15,2-4-34 0,3-5-8 16,3-7-1-16,9-1-27 0,2-4 18 0,6-4 33 16,3 0 13-16,3-1 18 0,1 2-25 15,0-3 10-15,-1 5-3 0,0 0 20 16,-4 3 0-16,0 0-1 0,-5 1 1 16,-3 1-11-16,-6-2 0 0,-2 2 2 15,-6 2 9-15,-3 2 2 0,-11-1-2 16,-6 4-34-16,-2-3-41 15,-6 1-14-15,-3-4-33 0,0-1-31 16,0-3-100-16,0-3-167 0,8-4-255 16,-10-1-642-16</inkml:trace>
  <inkml:trace contextRef="#ctx0" brushRef="#br0" timeOffset="121132.37">26757 10663 661 0,'0'0'1749'0,"0"0"-1269"0,0 0-83 0,0 0 10 0,0 0 15 16,0 0-59-16,0 0-107 0,0 0-111 16,0 0-72-16,0 0-15 0,-15-32 13 15,46 30 84-15,12 2 40 0,5 0-80 16,8 2-33-16,2-1-34 0,4 5 7 0,1-1-13 15,7-4 12-15,1-1-5 0,5 0-16 16,3-1-3-16,3-4-12 0,4-2 0 0,4-4 10 0,0 0-13 16,-2 2-15-16,-7-3-17 0,-5 0-44 15,-6 2 13-15,-10 2-31 0,-8 1-5 16,-11 3-1-16,-10 0-24 16,-8 4-7-16,-7 0 1 0,-7 0 5 0,-7 0-9 31,-2 0-43-31,-5 3-77 0,-10 2-123 15,-1 1-146-15,2-1-271 0,-12 1-791 0</inkml:trace>
  <inkml:trace contextRef="#ctx0" brushRef="#br0" timeOffset="128391.086">28192 10647 1577 0,'0'0'393'16,"0"0"-114"-16,0 0-65 0,0 0-69 16,0 0-58-16,0 0 433 0,0 0-275 15,0 0-96-15,0 0-13 0,0 0-13 0,-62-6-29 0,62 6-44 16,0-2-28-16,0 1-6 0,0 1 23 15,0-2 54-15,5-2-15 0,-1 4-34 16,2 0-4-16,2-1-12 0,2 1 0 16,1 0 15-16,1 1 10 0,2 5-13 15,1 3-12-15,3 1-10 0,1 2-17 16,3 0-1-16,3-2-2 0,4 0 2 16,4-1 19-16,5 0-19 0,6-2 28 15,9-5 42-15,4-2-27 0,5 0-43 16,2-2 13-16,2 0-10 0,1-3 18 0,3 1-5 15,3-1 2 1,1 0-3-16,2 1-15 0,2 0-1 16,-2 0-26-16,2 2 25 0,-1-2-14 15,2 3-2-15,-3-3 17 0,3 1 0 16,-1-2-20-16,6 1 21 0,1-1 3 0,5 0 12 16,4-4 9-16,6 2-14 0,4 1-10 15,3 0-16-15,3 2-5 0,5 1-13 16,4 2 34-16,2-3 0 0,0 3 0 0,3-3 2 15,-3 4-1-15,-3-2 1 0,-3 2 23 0,0 0-22 16,-4 5 27-16,-4-2 3 0,0 2-33 16,-6 1 0-16,-6 1 1 0,-6 0 2 15,-11-2-2-15,-11 4-1 0,-11-2-3 16,-13 0-12-16,-15-2-19 0,-9-1-3 16,-7 0-40-16,-12-3-24 0,0 1 5 0,-19-2-16 15,-8 0-178-15,-11 0-132 0,-11-4-151 0,10 0-539 16,-37-3-427-16</inkml:trace>
  <inkml:trace contextRef="#ctx0" brushRef="#br0" timeOffset="129209.143">27306 11180 1770 0,'0'0'516'0,"0"0"-3"0,0 0-333 15,0 0 35-15,0 0 135 0,104 5-132 16,-72 2-26-16,1-2-34 0,3 2-59 16,0-2 16-16,2 2-40 0,-2-3-35 0,0-1-9 15,-3 2 19-15,-4 1-40 0,-6 0-10 16,-9 1-22-16,-5 3 19 0,-8 2-12 0,-2 1-7 16,-17 8-31-16,-7 1-49 0,-9 6-19 15,-5 1 30-15,-9 3 18 0,-6-1 7 0,-5 5 13 0,-7 1-13 16,-5 1 44-16,-2 2-19 0,-7 1 39 15,2 0 2-15,2-1 2 0,6-2 42 16,8-7 47-16,10 0-72 0,11-8 25 16,13-5-9-16,9-5 16 0,12-2-4 15,7-5-32-15,6-2-14 0,16 0 74 0,9 0 56 16,11 1-35-16,12-3 0 0,8-2 6 16,5 0 48-16,7 0-9 0,-1-3-55 15,3 1-28-15,-3 2-6 0,0 0-31 16,-2 0 22-16,-4 0-42 0,-5 0-1 0,-5 0 0 15,-7-2-21 1,-5 2-40-16,-7 0-43 0,-5 0-55 16,-5 0-54-16,-4 0-43 0,-7-1-104 15,-1-5-144-15,-6 1-238 0,-4-8-647 0</inkml:trace>
  <inkml:trace contextRef="#ctx0" brushRef="#br0" timeOffset="129424.939">28063 11499 2858 0,'0'0'417'0,"0"0"-293"0,0 0 57 15,0 0 116-15,0 0-52 0,0 0-61 16,-88 52-82-16,55-29-55 0,-1 0-7 16,-3 2-3-16,0 0-20 15,-3 0-17-15,2 0 0 0,-1 0-2 16,2-3 1-16,3-2-23 0,3-1-26 15,3-5-55-15,4 1-38 0,3-5-68 16,3-2-49-16,2-1-32 0,3-3-68 16,3-2-116-16,3 1-161 0,3-3-400 0</inkml:trace>
  <inkml:trace contextRef="#ctx0" brushRef="#br0" timeOffset="129863.071">28170 11612 2624 0,'0'0'361'0,"0"0"-217"0,96-23 41 0,-60 16 123 0,2-1-46 15,-6 3-96-15,-5 0-52 0,-7 3-30 16,-5 2-25-16,-6 0-16 0,-3 0-9 16,-6 3-31-16,0 3 25 0,-10 7 19 15,-6 4 30-15,-8 4-56 0,-8 5-21 16,-2 0-28-16,0 0-3 0,4-4 31 15,6-4 2 1,6-4-2-16,6-1-9 0,3-4-28 16,4 2-4-16,5-4 23 0,0 2-19 15,5-1 2-15,6-1 34 0,4 1-8 0,4 1 9 16,-1-1 1-16,2 2 27 0,1-2-28 16,0 2-8-16,-1 0 8 0,-1-2 22 15,0-1-4-15,-5 2 16 0,-2-2-12 16,-5 0 9-16,-3-1 15 0,-2 1 25 0,-2 0-6 15,0 0-19-15,-6 2-6 0,-7-2-6 16,-1 3-12-16,-6-1-20 0,1-3-2 0,-1 2-31 16,0-3-61-16,3-2-19 15,3-1-35-15,5-2-56 0,2 0-21 0,4-4-41 16,3-4-126-16,0-1-287 0,5 0-548 16,9-7-204-16</inkml:trace>
  <inkml:trace contextRef="#ctx0" brushRef="#br0" timeOffset="130341.936">29048 11741 2221 0,'0'0'745'0,"0"0"-729"0,0 0 49 0,0 0-65 16,0 0 112-16,0 0 50 0,0 0 36 15,0 0-50-15,0 0-62 0,0 0-23 0,0 0-4 16,8 3-30-16,-14-3 8 0,4-4 1 0,-4 3-10 15,1-4 10-15,-1 4-12 16,-2-4-7-16,1 2 12 0,-2-3 19 0,-1 1 6 16,-1 1-25-16,-3 1 6 0,-1-1 1 15,2 4-11-15,-5 0-27 0,1 6-22 16,-3 7-12-16,-2 5 31 0,-1 4 0 16,-1 3 0-16,1 4 3 0,3 2 38 15,4 5 8-15,3-5 7 0,6-1-25 16,5-5-27-16,2-3-1 0,7-8-40 15,8-4-13-15,5-6 31 16,4-4 22-16,5-4-65 0,4-8 6 16,5-5 18-16,-4-4-12 0,2-3 0 15,-4-3 11-15,0 2 39 0,-3-3-12 16,-2 4 15-16,-4 3 1 0,-3 2 17 16,-3 5 2-16,-6 3 18 0,-3 5 18 0,-1 4 9 15,-4 2 20-15,-1 0-5 0,1 5 22 16,-3 9 10-16,0 2 51 0,0 3-46 0,0 4-26 15,-3 5-14-15,0-3-22 0,1 0-22 16,2-3-27-16,0-3-6 0,6-3-18 16,3-1-18-16,3-3-47 0,0-3-70 15,1-2-38-15,5-4-31 0,-2-3-45 0,4 0-183 16,-4-4-541-16,10-11-778 0</inkml:trace>
  <inkml:trace contextRef="#ctx0" brushRef="#br0" timeOffset="130665.62">29864 11831 2391 0,'0'0'599'16,"0"0"-417"-1,0 0-121-15,0 0 83 0,0 0 119 0,0 0 55 16,0 0-70-16,0 0-111 0,0 0-41 16,0 0-22-16,0 0-24 0,88 38-19 15,-73-35-29-15,3 0-2 0,-1-2-6 16,3 1-28-16,-3-2-13 0,2 0-42 15,-2 0-32-15,-1 0 2 0,-1-3-35 0,-4 2-69 16,-2-1-176-16,-4 2-654 0,-5 0-1065 0</inkml:trace>
  <inkml:trace contextRef="#ctx0" brushRef="#br0" timeOffset="131116.257">30176 11672 2771 0,'0'0'465'0,"0"0"-309"0,0 0-12 15,-70 72 80-15,43-40 79 0,0 1-42 16,2 4-50-16,2-1-88 0,7 0-52 16,4-4-43-16,3-3-27 0,3-3-1 15,5-5-25-15,1-3-12 0,0-5-3 0,7-6-65 16,5-2-40-16,3-5-26 0,5-3-10 16,4-10-24-16,2-3-76 0,-1-6-171 15,-2-2-179-15,-5 5-338 0,0-12-26 0</inkml:trace>
  <inkml:trace contextRef="#ctx0" brushRef="#br0" timeOffset="131450.25">30007 11444 1929 0,'0'0'393'0,"0"0"-112"0,0 0-7 16,-102 20 59-16,67 9 29 0,-4 11-18 16,1 10-55-16,-1 6-56 0,5 6-51 0,4 1-12 0,7-2-29 15,9-4-43-15,9-7-40 0,5-6-25 16,13-5-33-16,13-8-10 0,10-6-5 15,10-7 12-15,8-8-19 0,6-5-2 16,2-5-22-16,3-5-37 0,1-7 16 16,-2-9 12-16,-2-1 3 0,-2-7-38 15,-5-2-15-15,-4-2 22 0,-4-4 40 16,-7 1 16-16,-5-3 27 0,-5-3 28 16,-5 2 0-16,-8-2-27 15,-7 3-1-15,-9 0-38 0,-1 2 38 16,-15 3 44-16,-10 7-1 0,-6 6-3 15,-5 6 19-15,-9 9-10 0,-6 5-6 16,-5 1-20-16,-1 10-23 0,2 4-19 16,4 1-2-16,6 3 18 0,8 1-34 15,6 2-43-15,6-2-112 0,0 3-20 16,5 0-99-16,6 1-186 0,4-5-637 0,6 3-848 0</inkml:trace>
  <inkml:trace contextRef="#ctx0" brushRef="#br0" timeOffset="132082.499">30852 11569 2183 0,'0'0'376'0,"0"0"-32"0,0 0 21 0,76 24-12 16,-41-17-47-1,3 1-27-15,3-4-92 0,2-4-60 0,3 0-16 16,-1 0-13-16,0 0-43 0,-3-4-33 15,-8-1-10-15,-4 3-12 0,-10 2-12 16,-6 0-16-16,-11 0-15 0,-3 11-21 16,-11 2-1-16,-12 8 63 0,-8 7-38 15,-8 7-34-15,-10 2 12 0,-3 6 34 16,-5 2 28-16,1 2 0 0,0 1 6 0,5 2-5 0,0 2 12 16,7 0 45-16,6 0 20 0,8-2-14 31,10 1-5-31,6-5-7 0,13 0 7 0,2-5-1 15,19-3-9-15,9-8 18 0,9-2-15 16,11-9 28-16,6-9 17 0,7-7-54 16,5-4-27-16,4-17-16 0,1-4-33 15,-3-8-89-15,-1-3-49 0,-6-3-75 0,-10 0-106 16,-5-2-222-16,-14 11-721 0,-2-10-861 0</inkml:trace>
  <inkml:trace contextRef="#ctx0" brushRef="#br0" timeOffset="132251.47">31506 11914 320 0,'0'0'2355'0,"0"0"-2008"0,0 0-248 15,0 0 26-15,-101 89 107 0,69-58 47 16,-4 4-3-16,-1 3-106 0,0-2-108 0,-1 3-59 16,0-2-3-16,5-1-46 0,1-4-82 15,7-3-52-15,5-4-107 0,8-2-190 16,4-9-674-1,8-2-731-15</inkml:trace>
  <inkml:trace contextRef="#ctx0" brushRef="#br0" timeOffset="132652.037">31902 11912 3335 0,'0'0'551'16,"0"0"-516"-16,0 0-7 0,0 0 19 15,0 0 126-15,98-12-14 0,-70 8-14 16,1-2-64-16,-1 5-38 0,0-1-31 0,-8 2-12 0,-3 0-31 16,-7 0 28-16,-4 2-12 0,-6 5 15 15,-3 2 3-15,-8 2 49 0,-9 5-2 16,-2 3-32-16,-3-1-6 0,2 0-10 15,3-2-2-15,6-4-2 0,3 1-31 16,9 0-1-16,-2 2 9 0,4-2 0 16,0 3 7-16,6-1 15 15,2 1-10-15,-1-1 11 0,0 0-9 16,-2 0 11-16,-3-1 31 0,-2 1 6 16,-4 0 0-16,-4 0-3 0,-6-2-7 15,-3 0-14-15,0-4-13 0,-3-2 0 16,0-4-96-16,1-3-77 0,0 0-97 15,5-7-82-15,2-5-117 0,5-5-210 16,4 3-407-16,3-16-279 0</inkml:trace>
  <inkml:trace contextRef="#ctx0" brushRef="#br0" timeOffset="132989.796">32557 11551 2910 0,'0'0'533'0,"0"0"-352"16,0 0-14-16,15 78 158 0,-15-47 125 16,-7 3-63-16,-1 2-112 0,-1 1-147 0,-1 0-65 15,1 2-32-15,-1 0-13 0,0-2-15 16,-1-1-2-16,2-2-1 0,2-4-21 16,2-3 6-16,3-2-25 0,2-6-15 15,2-2-8-15,5-3 5 0,2-2 0 0,-1-2 3 16,4-1 34-16,-3 0 18 0,1-4 0 15,2 6-22-15,-2-4 11 0,0 0 14 0,1 2 0 16,-3-3-1-16,0 2-18 0,-2-2-14 16,0-1 8-16,-3 1 13 0,-3-4 0 15,0 2-25-15,0-2-3 0,-3-2 3 16,-6 0 10-16,-2 0-16 0,-7 0-22 0,-1-2-61 16,-5-3-57-1,-3-2-53-15,-1-3-113 0,0-2-258 0,6 3-657 16,-10-12-514-16</inkml:trace>
  <inkml:trace contextRef="#ctx0" brushRef="#br0" timeOffset="133975.218">25826 14443 665 0,'0'0'1000'16,"0"0"-487"-16,-80 4-193 0,55-4-75 16,2 0 29-16,7 0 45 0,2 0-27 0,8 0-61 15,6 0-33-15,0-1-76 0,12-1-10 0,8 1 31 16,13-2 30-16,13 2 24 0,9-3-59 15,5 3-49-15,1-3-62 0,-1 1-27 16,-2-1-2-16,-4 1 0 0,-6-1-13 0,-3-1-25 16,-7-1-43-16,-7 3-27 0,-5 0-22 15,-9 3-72-15,-8 0-88 0,-4 5-161 16,-5 7-301 0,-5-1-522-16</inkml:trace>
  <inkml:trace contextRef="#ctx0" brushRef="#br0" timeOffset="134117.555">25812 14827 939 0,'0'0'984'0,"0"0"-637"16,0 0-53-16,0 0 2 15,0 0 25-15,0 0-15 0,0 0-28 0,86 34-23 16,-44-34-45-16,9 0-52 0,3-3-105 16,5-4-53-16,3 0-31 0,0 1-152 15,5 2-156-15,-19 2-208 0,25 2-818 0</inkml:trace>
  <inkml:trace contextRef="#ctx0" brushRef="#br0" timeOffset="134686.79">27472 13909 2801 0,'0'0'468'0,"0"0"-137"16,0 0-148-16,0 0 25 0,0 0 164 16,0 0 8-16,103-22-147 0,-59 21-90 15,7-1-64-15,6 0 19 0,3-2-49 16,-3 0-16-16,-1 0-30 16,-5-2-3-16,-4 0-1 0,-5 1-23 15,-5 3 21-15,-8-1 0 0,-7 3-37 16,-6 0-30-16,-10 10-40 0,-6 6 3 15,-6 7 19-15,-16 8-23 0,-7 7 1 16,-7 7 8-16,-6 3 19 0,-5 4 64 16,-1 2 19-16,-3 2 16 0,-3 0 2 15,0 0-2-15,0 1 15 0,1 0-13 0,3-2 50 0,8-2 3 16,7-4-16-16,9-3 12 0,10-3-36 16,11-6 6-16,5-2-7 0,17-6 7 15,11-3 9-15,11-5-9 0,10-4 24 16,10-7-13-16,3-6 7 0,5-4-21 15,-2-7-34-15,1-7-6 0,-3-5-19 0,-4-5-51 16,-1-2-95-16,-5-4 6 0,-3-2-44 0,-8-1-110 16,-14 8-312-16,6-11-839 0</inkml:trace>
  <inkml:trace contextRef="#ctx0" brushRef="#br0" timeOffset="134902.862">28475 14149 3231 0,'0'0'514'16,"0"0"-454"-16,0 0-32 0,0 0 29 0,0 0 126 15,-98 54-24-15,64-27-31 0,-4 7-42 16,-1 1-30-16,-7 5-16 0,0 2-24 16,-6 5-13-16,-4 5-3 0,-3 4-2 15,-1-1-1-15,2 1-22 0,1-1-31 0,3-6-68 16,6-4-62-16,6-4-94 0,3-6-134 0,14-9-242 15,-6 5-651-15</inkml:trace>
  <inkml:trace contextRef="#ctx0" brushRef="#br0" timeOffset="135673.91">28611 14734 2606 0,'0'0'296'15,"0"0"-244"-15,0 0-36 0,0 0 176 16,0 0 168-16,0 0-60 0,91-41-71 16,-70 38-75-16,1-2-17 0,-1 3-7 15,-3-1-49-15,-7 2-51 0,-1 1-27 0,-3 0 13 0,-4 0 15 16,-1 0-7-16,-1 0 10 0,-1 1 6 15,0 0 12-15,0-1 19 0,0 2 3 16,0-1-7-16,0-1-12 0,0 2-15 16,-1 3-19-16,-1 3-9 0,2 2-12 15,-3 3 1-15,-1 4 0 0,1-2-1 0,1 3-1 16,-6 1 0 0,2 1-14-16,-2 1 0 0,-4-2-10 0,1-2-8 0,-1 1 5 0,1-2 25 15,0-2-18-15,2 0 18 0,1-3-10 16,4 0 10-16,3-4-18 0,1 0-34 15,8-2-19-15,6 0 22 0,5-1 27 16,4 0 25-16,5-3 10 0,-2 0-7 16,-1 0 30-16,-3 0-18 15,-2 2-14-15,-6-1 1 0,-3 2 19 0,-7-2 10 16,-1 1 15-16,-3 2 21 0,-1 3 19 16,-8 4 3-16,-5 4-41 0,-4 4-47 15,-2 1-1-15,-1-3 1 0,2-2-1 16,-1-4-27-16,0-3-43 0,2-1-4 15,0-4-20-15,-1-4-32 0,1 0-56 16,4-4-93-16,0-10-151 16,5 2-280-16,2-20-684 0</inkml:trace>
  <inkml:trace contextRef="#ctx0" brushRef="#br0" timeOffset="136174.443">29960 14096 2224 0,'0'0'359'0,"0"0"-175"15,0 0-58-15,0 0 117 0,0 0 105 16,0 0-26-16,0 0-66 0,0 0-54 16,0 0 31-16,0 0-8 0,75 43-78 15,-44-34-36-15,3-1-26 0,0-3-21 0,6-4 3 16,-2-1-61-16,-1-1-5 0,0-7-2 15,-4-2-28-15,1-5-26 0,-2 1-73 16,-7-4-65 0,0-1-91-16,-5-1-113 0,-6-1-183 15,-5 7-611-15,-9-6-782 0</inkml:trace>
  <inkml:trace contextRef="#ctx0" brushRef="#br0" timeOffset="136358.514">30236 14005 1197 0,'0'0'2080'0,"0"0"-1819"16,-17 66-233-16,11-33 80 0,-2 11 156 16,-4 4 69-16,1 1-51 0,0 0-104 0,3-6-76 15,4-6-102-15,2-6 0 0,2-9-59 16,3-8-85-16,8-8-70 0,1-6 6 16,5-8-49-16,1-10-20 0,2-9-127 15,-6 2-621-15,3-18-467 0</inkml:trace>
  <inkml:trace contextRef="#ctx0" brushRef="#br0" timeOffset="136722.871">29886 13933 2436 0,'0'0'727'16,"0"0"-434"-16,-89 78-122 0,57-35 91 16,-2 11 71-16,3 7-32 0,7 4 10 15,6 3-88-15,8-4-52 0,10 2-7 16,5-7-12-16,14-5-95 0,9-9-57 15,11-11-18-15,4-9-9 0,8-10-46 16,2-11 3-16,6-4 25 0,3-4 2 16,-1-10 1-16,-1-3-10 0,-1-4 18 15,-2-5 1-15,-3-7-16 0,-2-2-21 0,-1-6-7 0,-2-2-5 16,-5-4-13-16,-5-3 21 0,-1-3-3 16,-7-1 15-16,-7-4 4 0,-6 2 27 15,-10 1-22-15,-7 1-3 0,-2 5 7 16,-16 2 14-16,-5 6 35 0,-9 5 25 15,-6 10-23-15,-5 7 42 0,-3 7 5 0,-6 12-18 16,-6 3 49 0,-2 14-79-16,-4 7 29 0,-3 6-15 15,4 1 16-15,7 3-16 0,4-2-15 16,12 0-43-16,7-1-84 0,8-3-165 16,6 1-319-16,7-8-553 0,8 8-722 0</inkml:trace>
  <inkml:trace contextRef="#ctx0" brushRef="#br0" timeOffset="137227.848">30879 14122 3082 0,'0'0'471'0,"0"0"-322"16,0 0-133 0,0 0 72-16,116-13 171 0,-65 12 2 15,7-1-109-15,5 0-59 0,4 2-44 16,1 0 13-16,0 0 3 0,-3 0-64 0,-3 0 11 15,-6 0 28-15,-5 0-9 0,-6 0-31 16,-12 0-13-16,-7 0-30 0,-13 5-64 16,-12 6-63-16,-2 3 6 0,-19 7 5 15,-11 6-33-15,-8 6 10 0,-8 4 43 0,-9 5 79 16,-4 1 40-16,-3 1 20 0,0 3 44 16,4 0 92-16,2 0-16 0,9-1-20 0,4-4-27 15,8 0-54-15,9-7 15 0,7-2 79 16,10-6 5-16,7-2 3 0,3-4 2 15,14-4-21-15,9-5-28 0,7-1-28 16,9-6-12 0,7-5-7-16,4 0-27 0,1-11-18 0,4-8-50 15,0-6-21-15,-2-6-43 0,1-5-79 16,-6-1-95-16,-3-2-97 0,-6 1-222 16,-11 10-616-16,-3-6-294 0</inkml:trace>
  <inkml:trace contextRef="#ctx0" brushRef="#br0" timeOffset="137392.006">31636 14307 2591 0,'0'0'444'0,"0"0"-335"0,0 0 18 0,0 0 87 15,-77 73 121-15,53-42-42 0,-3 2-88 16,-4 6-65-16,2 2-48 0,-2 1-51 16,3 1-40-16,3-2-1 0,3-2-36 0,2-6-66 31,6-6-53-31,5-4-89 0,3-5-93 15,4-6-213-15,2-4-658 0,0-8-647 0</inkml:trace>
  <inkml:trace contextRef="#ctx0" brushRef="#br0" timeOffset="137761.308">32046 14489 2929 0,'0'0'429'0,"0"0"-318"0,0 0 66 0,0 0 82 16,0 0 23-16,0 0-98 0,0 0-116 16,0 0-40-16,0 0-6 0,0 0 9 15,0 0 15-15,33 66 16 0,-47-45-7 0,-3 5-21 16,-3 1-16-16,0-2 19 0,4 1 0 16,1-4 2-16,5-3-39 0,7-1-1 0,3-3-27 15,0-1-5-15,9 1 11 0,7 0-3 16,4 1-2-16,5-1 5 0,0-1 21 15,4 1-17-15,-1-2 18 0,-3-1 0 16,-1-4 18-16,-3 5-16 16,-4-2 23-16,-3 1 12 15,-9 2 27-15,-2 3 1 0,-3 2-7 0,-11 3-18 16,-6 2-39-16,-8 4-1 0,-4-2-25 16,-4 1-5-16,-6-1 2 0,-4 2-30 15,-8 0-31-15,-8-2-31 0,-6 3-35 16,-10-1-118-16,-7 1-35 0,17-8-191 15,-41 12-820-15</inkml:trace>
  <inkml:trace contextRef="#ctx0" brushRef="#br0" timeOffset="158078.298">12150 536 1208 0,'0'0'2246'0,"0"0"-2005"0,0 0-241 0,0 0-35 0,0 0 35 15,0 0 104-15,-36-75 35 0,29 63 34 16,-4 1 27-16,0 1-92 0,-2 1-86 16,-4-1 6-16,-2 2 18 0,-4 2 35 15,-3-1-44-15,-7 3-16 0,-2 1-8 16,-4 2-13-16,-7 1-25 0,0 0-12 15,-6 1 22-15,-2 6-13 0,-1 4-12 0,-3 2 39 0,5 1-6 16,1 2 7-16,6 0 3 0,3 0 49 16,4 2-33-16,0-1-17 0,3 1-1 15,-2 0 33-15,5 1-4 0,-1 0 38 16,3 0-9-16,0 2-44 0,-3 2-15 16,1 4-12-16,-1 2-13 0,-4 5 14 15,2 1 11-15,-3 5 20 16,0 1-20-16,-3 3-24 0,-1 4-4 15,3 0 28-15,1 2-2 0,0 0 2 16,6 3-22-16,4-2 13 0,4 2 9 16,4 0 22-16,1 0-22 0,5 0-2 15,0-2-20-15,3 3 22 0,6-4 0 0,3 0 1 16,3 0 1-16,3-1-1 0,6-1 0 16,8 0 2-16,2-1 28 0,4-4-28 0,9-2-1 15,5 0-2-15,8-4 0 0,7-2-2 16,7 1-19-16,10-3-26 0,7 2 35 15,6-2 11-15,5-2 1 0,9-3 15 16,2-2 26-16,6-5 29 0,4-4-68 0,2-2 14 16,2-4 2-16,6-1 10 0,-1-4-4 15,10-2 10 1,1-4 6-16,5 0-9 0,3-9 11 0,0-5 38 16,-2-4-16-16,0-7-36 0,-5-6 32 15,-4-3 1-15,-4-9 31 0,-1-2 20 16,-8-3-12-16,-7-3-36 0,-7-1-31 15,-10-6 3-15,-10-1-36 0,-5-4-24 16,-11-4 0-16,-9-4-15 0,-8-3-19 16,-7-5 0-16,-9-3-27 0,-11-5 3 0,-7-6-27 0,-11-5 26 15,-9-2-30-15,-17-2-21 0,-12-1 26 16,-10 1 22-16,-10 5 86 0,-10 7 25 16,-12 8 55-16,-13 7-6 0,-12 11-74 15,-15 6 0-15,-11 10 0 0,-13 6 7 0,-11 6-7 16,-8 11-25-16,-12 6 25 0,-8 11 0 15,-7 8 0-15,-13 10-31 0,-3 10-30 0,-12 13 12 16,-2 6-47-16,-2 11 7 16,-2 11-29-16,2 8-56 0,2 12-146 0,4 6-131 15,53-19-266-15,-63 36-705 0</inkml:trace>
  <inkml:trace contextRef="#ctx0" brushRef="#br0" timeOffset="189798.59">3327 14440 1459 0,'0'0'244'0,"0"0"-179"15,0 0 42-15,0 0 434 0,0 0-128 16,0 0-137-16,0 0-36 0,0 0-34 15,0 0 0-15,0 0 11 0,-53-1-10 16,53-1-36-16,0 0-22 0,0 1-4 16,0 1-25-16,0-1-40 0,4 1-22 15,5 0-27-15,4-1-19 0,8-1 22 16,10 0 21-16,2 1-6 0,3-3-28 0,3 1 3 0,-1-1-24 16,3 0 16-16,-2-3 2 0,0 1-3 15,3-2-12-15,-5 0 11 0,-2-1-14 16,-5 1-12-16,0 1-9 0,-7 1-34 15,-4-2-46-15,-2 3-24 0,-5 1-20 16,1 1-30-16,-7 0-67 0,-2 3-77 0,-4 0-163 16,0 0-334-1,-3 9-634-15</inkml:trace>
  <inkml:trace contextRef="#ctx0" brushRef="#br0" timeOffset="190061.4">3406 14556 1738 0,'0'0'428'0,"0"0"-130"15,0 0 18-15,0 0 24 0,-12 71-46 0,12-41-60 16,4 4-70-16,7 8 16 16,-2 2 11-16,3 3-29 0,-1 1-50 0,-2 6-35 15,-2-1-31-15,3 2-21 0,-4 0-23 0,-2-3-2 16,0-3-3-16,1-8-12 0,-1-8-4 0,2-7-37 15,-5-8-105-15,3-3-72 0,-1-5-82 16,2-3-125-16,-4 0-214 0,1-5-692 0</inkml:trace>
  <inkml:trace contextRef="#ctx0" brushRef="#br0" timeOffset="190245.745">3406 15055 1891 0,'0'0'506'16,"0"0"-293"-16,0 0 125 0,0 0 84 16,0 0-35-16,91-21-111 0,-65 14-59 15,5 0-62-15,0-1-71 0,0 0-16 16,-3 1-66-16,0-2-2 0,-4 2-16 0,-1 2-27 16,-4 0-109-16,0 2-63 0,-1 1-77 15,0 2-193-15,-6 0-489 0,3 3-695 0</inkml:trace>
  <inkml:trace contextRef="#ctx0" brushRef="#br0" timeOffset="190615.488">4025 15000 1512 0,'0'0'1868'0,"0"0"-1827"0,0 0 4 16,0 0 56-16,0 0 146 0,0 0 11 15,80 22-55-15,-64-9-85 0,-4 1-47 16,1 5-40-16,-5 2-6 0,0 3-1 16,-4 4-11-16,-1-1-13 0,-3 1 0 0,0-1 0 15,0-2-12-15,0-8-3 0,0-1-7 16,0-7 22-16,0-4 1 0,0-3 27 0,0-2 12 15,0 0 13-15,0-2-7 0,0-6-21 16,-2-3-25-16,2-6-16 0,0-5 16 16,2-4 0-16,9-3 43 0,-1-1-24 15,5 2-16-15,1 2 30 0,1 3-15 16,-3 6-18-16,2 0-22 0,-1 3-21 16,-1 3-21-16,-2 2-134 15,-2 4-119-15,1 0-243 0,-5 3-690 16,0 2-936-16</inkml:trace>
  <inkml:trace contextRef="#ctx0" brushRef="#br0" timeOffset="190963.596">4492 15277 2553 0,'0'0'451'0,"0"0"-329"0,0 0 117 15,0 0 154-15,0 0-31 0,0 0-184 0,0 0-104 16,86 9-15-16,-66-27 12 15,6-7-43-15,-3-3-28 0,2-4-108 0,-3 0-48 16,-2 1-3-16,-3 2-11 0,-4 8-34 16,-3 5-15-1,-3 5 6-15,-6 5-36 0,-1 3-43 0,-1 3 27 16,-12 0-13-16,0 0 54 16,-7 5 94-16,0 2 130 0,0 1 49 0,-2 4 113 15,1 4 97-15,3 1 39 0,1 6-37 16,2 3-18-16,1 5 6 0,1 0 30 15,4 2 11-15,1 1-51 0,2-3-37 16,5-5-69-16,1-6-84 0,0-4-49 0,4-4-41 0,6-7-46 16,0-1 4-16,6-4-29 0,4 0 0 15,2-9-74-15,2-7-72 0,2-4-113 16,0-5-219-16,-6 6-559 0,16-12-143 0</inkml:trace>
  <inkml:trace contextRef="#ctx0" brushRef="#br0" timeOffset="191316.531">5054 15133 1699 0,'0'0'749'16,"0"0"-411"-16,0 0-45 0,0 0 156 16,14 74 49-16,-10-54-114 0,1-2-143 15,2-2-121-15,0-5-101 0,4-2-19 16,1-4-11-16,0-3-16 0,2-2-13 16,2 0 9-1,1-8 9-15,-2-6-39 0,2 0-4 0,0-5-15 16,-4-3-1-16,0 1 0 0,2-1 44 15,-5 1 15-15,-3 3-9 0,0 1-31 0,-6 4 35 16,-1 3 27-16,-1 0 21 16,-10 1-20-16,-2 1 0 0,-6 1 17 0,0 4-17 15,-2 2-1-15,-1 1 1 16,4 4-1-16,0 7 31 0,3 8 13 0,-2 4 34 0,3 6 9 16,-2 5 3-1,4-1 11-15,-2 0 14 0,5 1-8 16,2-5-27-16,4-3-31 0,2-4-28 15,1-4-21-15,3-5-33 0,7-3-19 0,0-2-13 16,7-3 1-16,3-1 8 16,1-4-12-16,4 0-61 0,4-2-51 0,4-6-92 15,4-4-115-15,-10 1-174 0,20-8-826 0</inkml:trace>
  <inkml:trace contextRef="#ctx0" brushRef="#br0" timeOffset="191902.031">6352 15033 2172 0,'0'0'530'0,"0"0"-299"0,0 0 51 0,0 0 59 16,0 0-35-16,0 0-57 0,-81-21-56 16,67 21-35-16,1 10-35 0,2 2 10 0,-1 6 21 15,2 3-20-15,1 7-39 0,4 1-16 16,2 1-30-16,3-2-25 0,0-2-12 16,0-6-10-16,1-2-2 0,2-8-29 15,4-6-26-15,3-4-27 0,2 0 27 16,2-8 15-16,4-9 3 0,3-6-21 15,-1-5-9-15,1-3-16 0,-1-1 6 16,-4 2 9 0,1 5 25-16,-4 7 6 0,3 4-19 0,-5 8 16 15,-1 5 18-15,2 1 1 0,-2 7 21 16,1 7 75-16,-2 7 61 0,0 3 9 16,1 4-29-16,-3 0-36 0,-1-1-16 15,0-4-15-15,-1-4-34 0,4-5-15 16,-3-4-48-16,2-6-41 0,1-4-61 15,1-7-29-15,2-9-59 0,-1-6-206 0,1-1-576 16,1-18-990-16</inkml:trace>
  <inkml:trace contextRef="#ctx0" brushRef="#br0" timeOffset="192234.063">6841 14451 2869 0,'0'0'585'0,"0"0"-449"0,-8 67 214 0,0-27 163 0,-4 9-70 16,2 6-77-16,0 1-101 16,-1 3-114-16,2-3-54 0,2-5-22 0,2-4-41 15,3-10-34-15,2-8 0 0,0-10-40 16,8-5-5-16,2-7 15 0,2-1 0 16,5-2 2-16,3-2 10 0,1 3-6 15,2-4-6-15,1 5-1 0,-1-2 4 0,0 2 0 0,-3 0-9 16,0 0-4-16,-1 1-5 0,-3 0 2 15,-3 2 4-15,-2-2 14 0,-2 2 4 16,-3 1 6-16,-6-1-7 0,0 1 4 16,-1 1 0-16,-10-1-10 0,-4 1-17 15,-4-1 2-15,-3-1 10 0,-2 0-4 16,-2-2-9-16,0-1-6 0,1-1-24 0,-4-1-75 16,-1-3-139-16,-2-1-154 0,8 0-328 15,-18-1-1134-15</inkml:trace>
  <inkml:trace contextRef="#ctx0" brushRef="#br0" timeOffset="193051.838">7692 14931 1823 0,'0'0'765'0,"0"0"-395"0,0 0-175 15,0 0 86-15,0 0 139 0,-7 73-52 16,7-47-151-16,3-1-106 0,6-1-61 15,1-5-25-15,1-5-4 0,-2-4-21 16,3-5-1-16,0-5-21 0,3 0 1 0,1-3 20 0,0-8-1 16,2-3-61-16,-5-2-14 0,2-2-13 15,-4 0 12-15,-3 0 28 0,-4 1 16 16,-3 5 9-16,-1 3 25 0,0 3 37 16,-2 2-3-16,-9 3-9 0,0 1-25 15,-5 0 0 1,1 3 12-16,-3 2 32 0,0 4 12 0,1 1-1 15,0 1-2-15,5 0-28 0,1-4-11 16,-1 0-14-16,5-3-3 0,3 0-71 16,2-4-134-16,1 0-109 0,1-2-157 15,0-3-342-15,0-8-886 0</inkml:trace>
  <inkml:trace contextRef="#ctx0" brushRef="#br0" timeOffset="193337.326">7952 14945 1922 0,'0'0'486'0,"0"0"-196"0,0 0 57 15,0 0 43-15,36 75 8 0,-33-58-33 16,1 4-92-16,-3-6-103 0,-1-1-50 16,0-4-60-16,3-5-60 0,-1-2-58 15,4-3-13-15,1-3 34 0,3-6 13 16,4-5-35 0,-2-4-24-16,5-2-23 0,-2-1 10 0,0 0 43 15,0 3 13-15,2 3-13 0,-2 4 31 0,0 3 9 16,0 4-5-16,-1 4 8 0,-1 0 10 15,0 4 32-15,-1 4 27 0,-2 3 0 16,1 0 0-16,-2 2-15 0,1 1-28 16,0-2-16-16,-1 3-18 0,1 0-4 15,4-3-112-15,1-4-58 0,6-1 35 0,-2-3-478 16,10-4-1202-16</inkml:trace>
  <inkml:trace contextRef="#ctx0" brushRef="#br0" timeOffset="193606.901">8982 14391 3171 0,'0'0'1192'0,"0"0"-1192"15,0 0 0-15,19 67 90 0,-8-36 175 0,2 5 69 16,6 7-57-1,0 3-82-15,4 2-62 0,4 2-6 16,-2-1 6-16,-2 1-70 0,2-2-51 16,-3-2-12-16,1-1-18 0,-2-5-42 15,-1-6-88-15,0-4-52 16,-4-9 0-16,3-7-1 0,-2-6-22 16,3-8-140-16,0-3-241 0,-5-6-460 0,6-22-543 15</inkml:trace>
  <inkml:trace contextRef="#ctx0" brushRef="#br0" timeOffset="193785.798">9482 14404 1721 0,'0'0'1272'0,"0"0"-777"0,0 0-324 15,0 0-4-15,-93 61 141 0,62-32 81 16,-5 9-69 0,-4 2-106-16,-3 9-95 0,-5 2-34 15,-2 6-24-15,-5 3-18 0,-1-1-22 16,-2 1-18-16,1-2-3 0,5-6-6 15,3-4-79-15,8-3-98 0,8-8-37 0,7-6-29 16,8-5-88-16,7-7-234 0,7-6-660 16,3-2-893-16</inkml:trace>
  <inkml:trace contextRef="#ctx0" brushRef="#br0" timeOffset="194508.924">10020 14930 88 0,'0'0'2614'0,"0"0"-1523"0,0 0-903 15,0 0-93-15,0 0 145 0,0 0 103 16,83-28-82-16,-49 21-108 0,3-4-70 16,5 1-38-16,-3-3 7 0,-2 0-51 15,-2-1-1-15,0 0-36 0,-5 2-16 16,-1-2-92-16,-5 3-95 0,-2 3-124 15,-9 4-213-15,-5 4-540 0,-8 8-754 0</inkml:trace>
  <inkml:trace contextRef="#ctx0" brushRef="#br0" timeOffset="194689.112">10226 15127 992 0,'0'0'1350'16,"0"0"-982"-16,0 0 82 0,0 0 20 15,0 0-95-15,85 5-96 0,-56-8-68 16,4-2-57-16,0-4-77 0,3 0-41 0,0-1-36 16,6-1-28-16,3-1-113 0,6 0-67 15,3 0-47-15,-7 3-426 0,21-4-1383 0</inkml:trace>
  <inkml:trace contextRef="#ctx0" brushRef="#br0" timeOffset="195114.308">11192 14553 2433 0,'0'0'435'16,"0"0"-147"-16,0 0-17 0,0 0 156 15,109-39-22-15,-59 31-86 0,2 0-88 16,5-1-59-16,0-1-71 0,-1-1-37 0,-2 1-19 16,-5-1-43-16,-3-2 13 15,-7 1-15-15,-5 1-16 0,-3-1-20 0,-8 4-56 16,-7 2-42-16,-4 1-69 0,-7 3-59 16,-4 2-105-16,-1 0-290 0,-3 5-471 15,-15 6-424-15</inkml:trace>
  <inkml:trace contextRef="#ctx0" brushRef="#br0" timeOffset="195281.905">11575 14612 1094 0,'0'0'1214'0,"0"0"-708"0,6 65-63 16,1-28 20-16,4 8-88 0,-1 7-52 16,1 5-26-16,-3 5-33 0,1-2 19 0,-5-1-134 15,1-6-106-15,-4-8-43 0,2-10-9 0,-2-9-67 16,2-11-89-16,1-5-27 0,-1-9-53 15,2-1-131-15,-3 0-339 0,0-11-691 16</inkml:trace>
  <inkml:trace contextRef="#ctx0" brushRef="#br0" timeOffset="195458.113">11667 14966 2153 0,'0'0'585'16,"0"0"-309"-16,0 0 159 0,0 0 42 15,0 0-58-15,89 5-73 0,-67-5-100 0,3-3-115 32,1-4-87-32,1-5-44 0,-1-3-2 15,1 2-28-15,-1-4-62 0,0 0-58 0,0 2-81 16,0 1-82-16,-6 3-359 0,2 2-914 0</inkml:trace>
  <inkml:trace contextRef="#ctx0" brushRef="#br0" timeOffset="195742.777">12114 14922 2801 0,'0'0'494'0,"0"0"-380"0,0 0 153 16,0 0 79-16,0 0-18 0,0 0-12 16,0 0-117-16,0 0-95 0,70 80-33 15,-67-64-7 1,-3 3-15-16,0 2-16 0,0-2-8 15,-3 3-10-15,-5-1 0 0,2-2-13 0,2-3 1 16,-1-5-3-16,2-3 0 0,2-5-3 16,1-1 1-16,0-2 0 0,0 0-1 15,1-7-24-15,5-2-1 0,3-3 28 16,5-6 32-16,-1-4-23 0,3-2-9 16,2-1-64-16,-1-1-64 0,0 1-32 0,3-1-67 15,2-2-182-15,-5 7-388 0,9-8-978 0</inkml:trace>
  <inkml:trace contextRef="#ctx0" brushRef="#br0" timeOffset="196073.98">12520 15047 111 0,'0'0'2621'0,"0"0"-2207"0,0 0-149 16,0 0 199-16,12 68-37 0,-6-62-84 0,1-3-165 15,4-3-113-15,2-4-22 0,4-8 33 16,5-6 19-16,3-6-83 0,2-5-12 15,2-1-85-15,-3-1-7 0,-2 0 12 16,-3 2-6 0,-3 4 0-16,-5 6 15 0,-4 5 10 15,-5 2-4-15,-4 3 3 0,-1 4 28 0,-11 2 34 16,-2 1 12-16,-3 2 0 0,-2 3 10 16,-1 10 28-16,0 5 2 0,2 7 4 15,1 4-7-15,2 6 0 0,0 2 19 16,3 0 21-16,2 2 9 0,0-5-12 0,7-4-37 15,0-5-49-15,3-6-13 0,2-6-48 0,6-4-9 16,4-4 6-16,4-5-47 0,4 0-46 16,4-14-56-16,2-4-175 0,-7 3-371 15,11-15-949-15</inkml:trace>
  <inkml:trace contextRef="#ctx0" brushRef="#br0" timeOffset="196390.696">13038 14934 2895 0,'0'0'562'0,"0"0"-432"0,0 0 50 16,0 0 142-16,11 82 32 0,-4-68-104 15,2-7-200-15,7-4-29 0,1-3-21 16,3-1 37-16,3-8-13 0,1-5-24 16,2-5-36-16,1-1-20 0,-1-5-42 0,-2 0-7 0,-1 0 3 15,-5 2 12-15,-3 2 25 0,-4 4-4 16,-7 6 46-16,-4 5 23 0,0 2 2 15,-10 2 0-15,-6 2 26 0,-3 2 41 0,-2 7-1 16,-2 2-18-16,-2 5-4 0,0 7 13 16,-2 0-13-16,3 5-12 0,-1 0 10 15,4 0 33-15,2-2-1 0,3-1-43 16,6-1-33-16,1-6-27 0,6-1-38 0,3-2-67 16,0-1-45-16,6-2-59 0,4-1-43 15,7-1-97-15,2-3-196 0,-2 0-400 0,11-2-361 16</inkml:trace>
  <inkml:trace contextRef="#ctx0" brushRef="#br0" timeOffset="196907.078">14165 14815 2406 0,'0'0'531'16,"0"0"-293"-16,0 0 10 0,0 0 19 0,-34 82-12 16,29-43-7-16,-1 4 6 0,6-2-62 15,0-6-54-15,0-5-6 0,7-7-58 16,3-10-74-16,2-5-32 0,2-5-11 0,2-3 19 15,3-10 23-15,2-4-27 0,1-9 13 16,1-4-50-16,0-4-33 0,-3-3-1 16,-2 2 4-16,-3-2 11 0,-3 4 13 0,-5 4 30 15,-2 2 39-15,-5 6-17 0,0 5-6 0,-6 3-6 16,-6 5-6-16,-4 3 6 0,0 2-13 16,-4 7 35-16,4 5 9 0,-2 6 53 31,5 1-10-31,1 2-27 0,5-2-16 15,3-4-32-15,2-3-81 0,2-1-208 0,0-7-395 0,6-1-688 0</inkml:trace>
  <inkml:trace contextRef="#ctx0" brushRef="#br0" timeOffset="197192.371">14500 14883 1110 0,'0'0'1262'15,"0"0"-897"-15,0 0-15 0,9 69 46 0,-9-48-77 0,0-1 2 16,-1-2-13-16,-1-7-141 0,2-3-130 15,0-5-37-15,0-3-56 0,5 0 7 16,3-10-10-16,7-4 10 0,1-5-54 16,2-5-31-16,2-2-4 0,-2-1 25 15,0 1 25-15,1 4 47 0,-2 3 20 16,-1 5 21-16,0 2 0 0,3 4 13 0,-3 4 28 16,2 4 31-16,-2 0 35 0,3 6 34 15,0 4 3 1,-2 4-39-16,2 2-43 0,-2 1-6 15,0-2-7-15,-1 1 38 0,-1-2-14 16,-2 1-73-16,-1-5-6 0,-1-1-55 16,0-5-72-16,1-1-109 0,-2-3-71 0,0-3-154 15,-2-2-313-15,1-11-1004 0</inkml:trace>
  <inkml:trace contextRef="#ctx0" brushRef="#br0" timeOffset="197392.579">15277 14508 2857 0,'0'0'461'0,"0"0"-279"16,41 71 134-16,-24-36 104 0,1 6-11 0,-2 1 27 31,4 4-123-31,2-5-131 0,4 0-85 16,2-2-46-16,0-6-51 0,1-3-2 15,-1-5-53-15,-3-1-57 0,-3-7-58 16,1-3-34-16,-3-5-3 0,2-2-103 15,-5-6-239-15,-3-1-486 0,3-3-482 0</inkml:trace>
  <inkml:trace contextRef="#ctx0" brushRef="#br0" timeOffset="197592.613">15763 14415 3082 0,'0'0'465'0,"0"0"-310"0,0 0 25 16,-71 76 9-16,42-37 60 0,-5 8 51 15,-1 2-23-15,-1 4-121 0,-1 2-49 0,-1 0-22 0,1 2 0 16,-2-3-3-16,4-4-27 0,4-3-25 16,3-5-30-16,2-6-36 15,6-6-67-15,4-5-92 0,3-4-37 0,3-7-54 0,6-7-132 16,3-4-240-16,1-3-460 0,0-4-844 16</inkml:trace>
  <inkml:trace contextRef="#ctx0" brushRef="#br0" timeOffset="197962.52">17053 14318 3754 0,'0'0'433'16,"0"0"-352"-16,0 0-21 0,0 0-39 15,0 0 44-15,-97 29 105 0,51 1 9 16,-9 7-68-16,-7 10-41 0,-8 10-9 16,-12 9-30-16,-11 11-7 0,-8 8 1 0,-9 10 5 15,-7 7-9-15,-13 10-21 0,-5 10-9 16,-9 8-28-16,-4 11 35 0,-6 4-18 15,-2 8 17-15,-2 3-21 16,-2 3 8-16,0-1 15 0,0 0-103 0,0-2 25 16,7-5 5-16,9-8 22 0,14-11-47 0,18-15 16 15,20-17 6-15,21-22-32 0,18-21-18 0,17-19-81 16,12-16-271-16,10-12-307 16,5-10-626-16</inkml:trace>
  <inkml:trace contextRef="#ctx0" brushRef="#br0" timeOffset="198894.883">15991 16173 1585 0,'0'0'296'0,"0"0"-128"0,0 0 566 0,0 0-227 15,0 0-161-15,0 0 6 0,0 0-4 16,0 0-79-16,0 0-103 0,0 0-89 0,-55 45-37 16,27-23-22-16,-6 5 4 0,-4 4 14 15,-2 5-33-15,-7 4 10 0,-3 3-11 16,-1 1 10-16,-3 1-9 0,1 1-2 16,1 1 1-16,2-2 9 0,6 1-10 0,5-2 1 15,2-1-2-15,11-3-15 16,4-3 15-16,7-4-1 0,7-3 1 15,4-5 0-15,4-4-2 0,3-1-23 16,7-4 10-16,7 1 12 0,3-4-8 16,4 1 11-16,6-1 27 0,6 3-2 15,3-1 33-15,0 4 0 0,1-1-18 16,2 0-10-16,-2-1-28 0,-1 0-1 16,3-3-2-16,-2 0-1 0,1-2-28 0,3-2-37 15,0 0-99-15,3-1-21 0,1 0 46 16,2-2-98-16,-1-2-164 0,-12 0-546 0,13 1-717 15</inkml:trace>
  <inkml:trace contextRef="#ctx0" brushRef="#br0" timeOffset="199618.041">20849 15876 2024 0,'0'0'725'15,"0"0"-241"-15,0 0-118 0,0 0 50 16,0 0-38-16,0 0-33 0,0 0-66 16,0 0-38-16,0 0-55 0,0 0 35 0,0 0-33 0,48 71-56 15,-27-51-41-15,3-2-28 0,4-1-21 16,5-2-8-16,4-3 2 0,9-1-6 16,2-2-27-16,5-2 0 0,3-1 0 15,2 0-3-15,-4-1-12 0,-1-1-18 16,-6 3 3-16,-8 0-19 0,-6 0 10 15,-7 4 3-15,-8 2-3 16,-7 2 15-16,-6 6 3 16,-5 2 0-16,-3 5-13 0,-13 6 1 0,-4 0 3 15,-6 4 15-15,-5 1-3 0,-5 4 0 16,-4 0-28-16,-5 0 4 0,-3 1-30 16,-3 0-34-16,-5-3 6 0,-2-1-6 15,-2-3-34-15,1-2-116 0,-1-3-270 16,17-8-587-16,-17 5-693 0</inkml:trace>
  <inkml:trace contextRef="#ctx0" brushRef="#br0" timeOffset="200914.894">16895 16368 1520 0,'0'0'172'0,"0"0"890"0,0 0-641 0,0 0-52 16,0 0-34-16,0 0-56 0,0 0-52 0,86-9-26 16,-59 8-31-16,3-1-14 0,-1 0-70 15,1 0-37-15,-2-2-19 0,-2 0-30 0,-2-1 0 16,-2 0-12-16,-2-3 0 15,-3 0-95-15,-4 1-71 0,-2 0-102 0,-5 1-153 16,-1 1-339-16,-5 2-953 0</inkml:trace>
  <inkml:trace contextRef="#ctx0" brushRef="#br0" timeOffset="201184.224">17022 16424 1630 0,'0'0'808'0,"0"0"-344"16,0 0-153-16,0 0-18 0,-17 78-18 16,14-54 2-16,3-1-33 0,0 1-86 15,0 2-62-15,0-1-7 0,0 2-24 16,0-2 24-16,2 1-15 0,1-2-13 0,0 1-15 16,3-4-19-16,-1-2 7 0,-1-1-7 15,4-1 1-15,0-2-10 0,4-1-18 16,-1-1 2-16,5-1-1 0,-1-4-1 0,3-1-12 15,0-4-6-15,5-3-7 0,0 0-39 16,2-3-28-16,3-5-24 0,1-2-26 0,1 0-40 16,3 1-60-16,0 2-195 0,-9 4-537 15,10-2-824-15</inkml:trace>
  <inkml:trace contextRef="#ctx0" brushRef="#br0" timeOffset="203426.127">17726 16448 1299 0,'0'0'153'0,"0"0"-29"0,0 0 694 0,0 0-331 0,0 0-135 15,0 0-78-15,0 0-30 0,0 0-21 16,-3-69 22-16,-1 66-9 0,-4 1-45 15,0 1-37-15,-4 1-22 0,1 0-10 16,-3 3-27-16,0 5-22 0,1 4-24 0,-2 5-4 16,3 7-21-16,2 7 1 0,0 7 2 15,2 4-3-15,6-2-2 0,0-1-7 16,2-3 0-16,0-6-15 0,0-8 0 16,4-6-30-1,5-6 5-15,1-5-14 0,3-5-10 16,4 0 16-16,2-9-7 0,3-7-24 15,-1-4-18-15,0-6-10 0,-1-1-6 0,-3 2 9 16,-1-1 25-16,-4 2 6 0,0 3 39 16,-4 3 17-16,-1 3 0 0,-3 2 0 15,-1 3 2-15,0 4 15 0,-2 0 10 0,1 3 3 16,-2 2-25-16,0 1 12 0,1 0 7 0,1 4-10 16,-1 5 0-16,2 6 62 0,0 1-7 15,0 5 0-15,0 1 4 0,1-2-10 16,3-2-58-16,0-4-3 0,1-2-25 15,0-4-26-15,4-4-57 0,-1-4-29 16,3 0-45-16,0-6-139 0,-6 0-329 16,8-8-809-16</inkml:trace>
  <inkml:trace contextRef="#ctx0" brushRef="#br0" timeOffset="203626.707">18080 16593 1699 0,'0'0'1024'16,"0"0"-549"-16,0 0-118 0,0 0 40 0,0 0 50 16,-4 80-98-16,2-66-113 0,2 1-108 15,0-5-85-15,0-2-43 0,0-3-46 16,3-1-9-16,0-3-76 0,2-1-60 0,1 0-31 16,3-5-129-16,-4-2-298 0,6-9-859 15</inkml:trace>
  <inkml:trace contextRef="#ctx0" brushRef="#br0" timeOffset="204005.863">18457 16073 2289 0,'0'0'1140'0,"0"0"-830"0,0 0-168 0,0 0 66 16,0 0 131-16,15 69 31 0,-10-40-55 15,-3 2-141-15,1 5-89 0,0 3-24 16,0 1-1-16,-1-1-14 0,-1-3-24 16,1-3-22-16,2 0-18 0,-3-5-6 15,0-2-22-15,1-5 7 0,-1-4 5 16,2-3-14-16,2-5-10 0,1-3-12 0,2-1 24 0,1-3 34 16,2 0-9-16,2 0-10 0,2 0-15 15,0-1 13-15,1-1-1 0,0 4 3 16,0-2 19-16,0 3 11 0,-2-1-2 15,1 3-14-15,-4 1 17 0,-2-1 15 16,-2 2-12-16,0 0 12 0,-4-1-2 16,-1 2-12-1,-2-1 1-15,0 0 13 0,-3 0 0 16,-6 2 19-16,-1-3-34 0,-2 0-1 0,-5-2-42 16,1-2-24-16,-2-1-53 0,-1-3-43 15,0-2-75-15,1-6-101 0,0-6-156 16,5 2-268-16,-4-14-788 0</inkml:trace>
  <inkml:trace contextRef="#ctx0" brushRef="#br0" timeOffset="204460.532">18992 16262 2406 0,'0'0'772'0,"0"0"-346"0,0 0-67 16,0 0-89-16,0 0-77 0,86-24-42 16,-60 12-58-16,2-2-62 0,0 1-31 15,1 1-2-15,-1 2 0 0,-2 2-10 16,-3 3 0-16,-2 2-7 0,-4 3 4 0,-1 0 15 16,-1 0 37-16,-3 4 21 0,-1 3 7 15,0 0 9-15,-1 1-1 0,0 1-3 0,-2 1 10 16,0 3-13-16,-1 1-18 0,1 3-7 15,-3 2 1-15,-1 2-1 0,0 2-2 16,-1 3 9-16,0 3-13 0,-3-1 25 0,2 1 11 16,-1 1 13-16,-1-1-42 0,0-1-13 15,0 1-15-15,0-2-14 0,0-2 14 0,0 1-13 32,3-2-2-32,-1-1 0 0,2-2-21 15,-1-2 3-15,-1-1 3 0,1 0 4 16,-3-1 11-16,0-1 12 0,0-1-10 0,0-3 1 15,-3-2-1-15,-1-1-2 0,-4-3-31 16,0-2-44-16,1-1-13 0,-2-1-12 16,-2-2 3-16,2 0-10 0,-2-3-27 15,-4-1-62-15,1-2-108 0,-8 2-239 0,5 2-561 16,-20 2-760-16</inkml:trace>
  <inkml:trace contextRef="#ctx0" brushRef="#br0" timeOffset="210223.951">17406 17742 437 0,'0'0'437'0,"0"0"-177"16,0 0-90-16,0 0-138 0,0 0 486 0,0 0 42 15,0 0-224-15,0 0-130 0,0 0 40 16,9-72 38-16,-9 63-56 0,-5 0-11 15,1 0-22-15,-2 1-39 0,-1 2-10 16,-2-2-1-16,-1 3-37 0,1 1-28 16,-3 1 3-16,-2 3-46 0,3 0-16 15,-3 4-21-15,2 6-34 16,1 2-5-16,3 5 8 0,3 5-3 16,5 6 0-16,0 7 0 0,11 4 34 15,6 4 2-15,3 0 26 0,-1 1-28 0,4-3-2 0,0-5 1 16,-2-9-1-16,-1-8-26 0,0-6 1 15,-3-7 39-15,0-6-12 0,1 0 12 16,-2-11-12-16,-2-6-34 0,0-5-46 16,-3-6-9-16,-3-3-7 0,-1-2-1 15,-4 0 7-15,-3 2 31 0,0 1 25 16,0 2 21-16,-3 6-4 0,-4 3 17 0,2 6 4 16,-1 3 52-16,-2 3-3 0,3 4 0 15,-2 2-13-15,2 1-9 0,2 0 19 16,0 1-13-1,3 6-37-15,0 5 12 0,0 5 16 0,5 4 16 0,2 0 21 0,3 3-13 0,-1 0-24 32,2-4-28-32,1 0-3 0,-2-4-13 15,0-2-12-15,1-3-15 0,0-5-40 0,1-2-78 16,-1-4-90-16,3 0-111 0,-1-4-271 16,4-7-668-16</inkml:trace>
  <inkml:trace contextRef="#ctx0" brushRef="#br0" timeOffset="210388.305">17917 17788 1558 0,'0'0'672'15,"0"0"6"-15,0 0-313 0,2 68-16 16,-2-39 89-16,0 2-117 0,0 0-76 16,0-2-104-16,0-4-98 0,1-3-43 0,2-6 0 0,0-3-15 15,0-5-31-15,0-4-59 0,1-4-102 16,2 0-91-16,0-10-156 0,-1 0-507 15,3-16-663-15</inkml:trace>
  <inkml:trace contextRef="#ctx0" brushRef="#br0" timeOffset="210742.305">18021 17454 2702 0,'0'0'580'16,"0"0"-418"-16,0 0 73 0,0 0 168 15,16 69-23-15,-12-38-69 0,1 2-108 16,-1 1-93-16,3-1-65 0,-4-3-17 0,4-1-19 16,-3 1-9-16,2-4-24 0,0-3 5 0,0-3-11 15,1-6-7-15,-3-7-12 0,2-1 0 0,0-3 9 16,1-2 13-16,5-1-4 0,1 0 1 16,2 0-7-16,4 0 12 0,0 0 4 15,-2 2-1-15,2 1 1 0,1 1 5 16,-2 3 16-16,-1 1 13 0,-3-1-12 15,0 4 29 1,-5-1-17-16,-3-1-1 0,-4 1 22 16,-2-1-16-16,0 2 7 0,-3-1-1 15,-6 0-24-15,-4-1-36 0,1 1-25 0,-4-3-34 16,-1 0-44-16,0-5 9 0,1-1-7 0,-2-1 6 16,1 0-1-16,-3-9-3 0,3-2-118 15,-2-5-125-15,1-4-180 0,5 4-478 16,2-10-325-16</inkml:trace>
  <inkml:trace contextRef="#ctx0" brushRef="#br0" timeOffset="211058.635">18783 17474 421 0,'0'0'2068'0,"0"0"-1499"0,0 0-396 16,0 0 28-16,0 0 166 0,0 0 35 15,0 0-61-15,0 0-193 0,0 0-86 16,-50 84-13-16,31-57-25 0,-2 1-2 16,1 3-19-16,2 0 22 0,1 0-1 0,5 4 7 15,4-2-28 1,2 1 12-16,6-4 0 0,0 0-15 16,8-5-10-16,6-2 7 0,4-4-22 15,3-2 25-15,3-5 12 0,2-2-10 0,1-5-4 0,-2-5 2 16,-2 0-1-16,-1-8 0 0,-1-4 0 15,-5-5-45-15,1-1-65 16,-5-1-64-16,-2-1-107 0,-4 1-213 0,-3 4-580 16,-3-2-902-16</inkml:trace>
  <inkml:trace contextRef="#ctx0" brushRef="#br0" timeOffset="211226.72">18685 17806 1177 0,'0'0'1821'15,"0"0"-1482"-15,0 0-34 16,0 0 136-16,0 0-86 0,0 0-80 16,90-18-42-16,-70 9-74 0,2-3-83 15,1-3-42-15,-4 0-34 0,2 2-43 16,-1-1-45-16,-2-1-84 0,2 3-86 0,1-1-122 16,0-1-255-16,-3 6-414 0,8-9-668 15</inkml:trace>
  <inkml:trace contextRef="#ctx0" brushRef="#br0" timeOffset="211443.353">19253 17394 871 0,'0'0'1524'0,"0"0"-1063"0,0 0-147 0,0 0 68 16,0 0 22-16,0 0 12 0,90 66-82 16,-69-43-101-16,4 0-16 0,-1 2-53 0,2 5-24 15,5-1-10-15,0 2-21 0,0 2-39 0,2-1-31 16,1 0-27-16,-2 1-12 0,2-1-21 15,-6-5-27-15,-1-3-67 0,-4-6-49 16,-1-4-9-16,-5-10 2 0,0-4-107 16,-3-2-216-16,-2-4-556 0,-3-14-581 0</inkml:trace>
  <inkml:trace contextRef="#ctx0" brushRef="#br0" timeOffset="211659.534">19857 17398 297 0,'0'0'2760'0,"0"0"-2294"0,0 0-257 0,0 0 17 15,-78 42 19-15,48-15-18 0,-1 6-70 16,-6 6-24-16,-2 9-65 0,-7 7-16 16,-1 5 12-16,-7 7-45 0,-2 3-6 15,-1 4-13-15,2 0-16 0,0-5-39 0,5-3-120 16,6-8-93-16,10-9-116 0,9-15-229 15,2 2-783 1</inkml:trace>
  <inkml:trace contextRef="#ctx0" brushRef="#br0" timeOffset="-209716.228">13693 14933 466 0,'0'0'401'0,"0"0"-401"0,0 0 144 16,0 0 295-16,0 0 10 0,-52-82-222 15,41 63-39 1,-3-2 9-16,-1-1 39 0,-1-1-43 15,-4-2 2-15,1 0-51 0,1 0-23 16,-1 2 25-16,-1 1-32 0,0 5 12 16,4 2-44-16,0 1 12 0,4 4-22 15,2 1 11-15,0 4 1 0,4 0-28 16,1 0-22-16,-1 3-3 0,1-1-9 16,1 3-3-16,0 0-1 0,0 0-15 0,-1 4 0 0,2 5-3 15,0 6-19-15,3 6 16 0,0 8 3 16,2 5 1-16,5 4-1 0,2-2 0 0,1 0 0 15,-2-9-3-15,3-8-10 16,-3-7-30-16,2-6-1 0,-2-6-12 16,0-1-16-16,2-8-6 0,0-6-7 0,-1-5-6 15,-2 0-1 1,0-1 20-16,-1 1 12 0,0 4 19 16,1 5 19-16,0 5-16 0,1 6 38 15,0 0 0-15,4 8 104 0,-4 11 10 16,3 4 27-16,-3 2-72 0,1 4 20 15,-4 2-39-15,1-2 12 0,-1 4 1 0,-2-1-1 0,0 2-9 0,-3 0 15 16,0 2-31-16,0 0 16 16,-6 2-4-16,-2-2 7 0,-2 0 2 15,-4-1-3-15,2-5-21 0,-3-1 3 16,-1-6-12-16,-3-4-7 0,4-3-15 16,-3-6-2-16,2-4-1 0,0-3-19 15,3-3-21-15,0 0-12 0,0-4-72 0,0-7-45 16,0-3-14-16,3-6-33 0,2-3-105 15,3-2-92-15,4-3-250 0,1 6-522 0,0-7-287 0</inkml:trace>
  <inkml:trace contextRef="#ctx0" brushRef="#br0" timeOffset="-209151.762">13664 14643 1117 0,'0'0'397'0,"0"0"159"0,0 0-248 16,0 0-43-16,0 0 15 0,0 0-24 16,0 0 2-16,0 0-14 0,0 0-33 15,0 0-76-15,0 0-12 0,35 92-39 16,-32-61-9-16,1 5-4 0,-1 3-18 16,0 7 3-16,0 1-32 0,0 6-2 0,1 3-10 0,0 5-12 15,-2 0 0 1,-1 3-18-16,1-2-4 0,-1-1 4 15,1-5-38-15,-1-6 28 0,-1-10-6 16,2-9 34-16,-2-10-16 0,0-9-11 16,1-5-20-16,-1-4-22 0,0-3-9 15,0-4-26-15,0-7-53 0,0-9-19 16,-3-5 30-16,-1-8-16 0,-1-6-29 0,-3-4-104 16,-1-7-114-16,-1-4-106 0,-3-5 41 15,-1-3-25-15,-2-2 66 0,0-1 188 16,3 2 46-16,0-1 199 0,4 7 118 15,2 4 123-15,7 5 219 0,0 2-40 16,0 7-134-16,6 5-19 0,1 4 67 0,2 4-1 16,4 4-15-16,-2 2-29 0,3 6-15 0,0 2-100 15,-1 3-29-15,0 4-31 0,0 2-17 0,-2 3-11 16,1 0 13-16,-1 3-8 0,2 2-35 16,-3 3-7-16,-1 2-21 15,1 3 3-15,-4 3 16 0,0 3-10 16,-3 5-35-16,-2 2 13 0,-1 2 7 0,0 2-20 15,0-2-2-15,-3-1-31 0,-3-3-31 0,0-1-22 16,-2-4-12-16,2-2-28 0,0-3-15 16,-4-3-15-16,2 1-25 0,-1-2-8 31,0 1-42-31,0-3-49 0,1 1-63 16,2-2-118-16,0-3-262 0,2 0-599 0</inkml:trace>
  <inkml:trace contextRef="#ctx0" brushRef="#br0" timeOffset="-208999.072">14095 14896 3112 0,'0'0'271'0,"0"0"-271"0,0 0-560 0,0 0-1398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12:22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5201 5514 904 0,'0'0'1622'16,"0"0"-1596"-16,0 0 527 0,0 0-300 15,0 0 42-15,0 0-18 16,0 0-104-16,0 0-54 0,0 0 14 15,69-3-24-15,-39 3 8 0,3-2-6 16,-1-2-31-16,3-1-31 0,-2-4-15 0,-1 0-31 16,-1-1 13-16,-2-2-1 0,0-2-15 15,-3 0-2-15,0-2-20 0,-3 3-21 16,-3-1-58-16,-1 1-50 0,-6 4-28 16,-3 3-36-16,-6 5-99 0,-4 1-189 0,0 1-151 15,-2 4-129-15,-10 8-444 0</inkml:trace>
  <inkml:trace contextRef="#ctx0" brushRef="#br0" timeOffset="200.347">5323 5661 1820 0,'0'0'380'0,"0"0"-157"0,0 0 42 0,0 0 101 15,0 0-12-15,-39 67-81 0,42-60-62 16,9 0-34-16,6 0-9 0,3-3-22 16,5 0-46-16,1-4-14 0,2 0-18 15,1-4-7-15,-1-7-27 0,0 0-21 16,-1-3-10-16,1 0-3 0,-3-3-16 15,-1-1-64-15,-1 0-89 0,-4 0-55 16,-1 2-55 0,0 0-184-16,-7 5-337 0,-3-6-859 0</inkml:trace>
  <inkml:trace contextRef="#ctx0" brushRef="#br0" timeOffset="416.51">5398 5281 1949 0,'0'0'621'16,"0"0"-453"-16,0 0 35 0,-3 80 47 15,6-44 128-15,0 5-56 0,0 2-55 16,0 1-61-16,-2 3-67 0,0 1-62 16,-1 0-50-16,0-1-27 0,2-2-56 15,-1-5-92-15,4-9-45 0,-1-7 21 16,2-10 15-16,1-5-39 0,2-9-111 15,-1 0-176-15,0-5-127 0,3-20-459 0</inkml:trace>
  <inkml:trace contextRef="#ctx0" brushRef="#br0" timeOffset="632.676">5539 5188 2259 0,'0'0'401'0,"0"0"-282"0,0 0 19 0,0 0 112 16,0 0 88-16,0 0-79 15,-10 96-64-15,10-62-22 0,0 5-29 0,0 5-48 16,3 3-25-16,0 6-12 16,0 2-31-16,-2 5-18 0,1-1-10 0,-1 0-21 15,2-4-82-15,-1-2-46 0,2-7-16 16,-1-6-14-16,4-5 18 0,-1-6-76 16,1-8-101-16,0-3-266 0,-1-7-550 15,5-4-275-15</inkml:trace>
  <inkml:trace contextRef="#ctx0" brushRef="#br0" timeOffset="2233.28">6578 5223 26 0,'0'0'1323'0,"0"0"-1066"16,0 0-156-16,0 0 7 0,0 0 73 15,0 0 4 1,0 0-16-16,0 0-56 0,0 0-65 16,0 0-47-16,0 0-1 0,9-42-3 15,-9 42-10-15,0 0 0 0,1 0-9 16,-1 0-11-16,0 0-9 0,0 0-3 0,0 0-23 15,0 0 0-15,0 0 10 0,0 0 22 16,0 1 20-16,-1 1-13 0,1 0-20 16,-3 1-32-16,2 1 3 0,-1-1 19 0,1-1 20 15,-1 0 0-15,1-1-9 0,-2 2-37 16,3-2-78-16,-1-1-68 0,-2 1-36 0,3-1-7 16,-2 1-55-16,21-24 5 0</inkml:trace>
  <inkml:trace contextRef="#ctx0" brushRef="#br0" timeOffset="3087.412">6545 5298 352 0,'0'0'352'0,"0"0"-124"16,0 0-91-16,0 0 10 0,0 0-4 16,0 0-22-16,0 0-17 0,0 0-26 0,0 0-10 0,0 0 0 15,1-27 1-15,-1 27 5 0,0 0 14 16,0 0-1-16,0 0 7 0,0 0 23 16,0 0 22-16,0 0 19 0,0-1 16 15,0-3-10-15,0-1-23 0,0 0-32 16,-1 1-20-16,-1-1 4 0,-1-1-23 15,0 1 9-15,-2 5 3 0,-2-1 4 0,-3 1-14 0,-3 1-25 16,-3 10-12-16,-4 1-4 0,0 7-28 16,-3 1 40-16,0 4-11 0,-2 3-10 15,2 3-10-15,1-2 7 0,2 0 10 16,2 1 9-16,3-1-13 0,1-1-22 0,5-1-3 16,3-2-9-16,2-3 9 0,4-2 0 15,0-3 2 1,4-3 10-16,8-1 7 0,4 1 12 15,1-1 6-15,3 1-12 0,3-2-3 16,2 1 9-16,-2-1-3 0,4-2 0 16,-4 2-25-16,-1 0 0 0,-2-1 22 15,-3-1-9-15,-2 3-1 0,-1 1 1 0,-4 3 5 16,-4-2 3-16,1 2-23 0,-6 2 1 16,-1-1 1-16,0 2 22 0,-3-3-9 0,-5 0-14 15,-3 0-2-15,-1-2-17 0,1-3-29 0,0-3-35 16,2-2-3-16,1-4-28 0,1-2-23 15,1 0-22-15,0 0-32 0,-2-8-39 16,4-2-94-16,1-2-144 0,1 0-203 16,2-10-379-16</inkml:trace>
  <inkml:trace contextRef="#ctx0" brushRef="#br0" timeOffset="3403.44">6664 5753 1182 0,'0'0'1111'0,"0"0"-803"0,0 0-96 0,23 67 109 15,-23-39 84-15,0-1-39 0,0 2-31 0,-2-5-83 16,1-3-98 0,1-4-83-16,0-3-56 0,0-5-15 15,4-3-37-15,3-2-3 0,3-4-6 16,2 0-9-16,2-7-20 0,2-4-49 0,4-4-6 16,-1-1-4-16,1 0-5 0,0 3 23 15,-1 2 9-15,1 7 31 0,0 4 34 16,-2 3 39-16,0 8 3 0,-5 3 38 15,0 4 38-15,-4 3 47 0,0 4-16 0,-3 2-10 0,-4 2 76 16,0 5-61-16,-2 0-32 16,0 1 19-16,-4 5 9 0,-7-1-9 15,-2 1 5-15,-3 1-18 0,-2-5-15 0,3-3-22 16,-3-3-10-16,2-8-23 0,2-4-16 16,3-9 0-16,1-5-12 0,2-4-104 0,3-6-55 15,-2-11-42 1,4-9-53-16,0-9-88 0,2-9-158 15,-1 6-305-15,1-36-740 0</inkml:trace>
  <inkml:trace contextRef="#ctx0" brushRef="#br0" timeOffset="4034.869">6988 5345 1740 0,'0'0'768'15,"0"0"-420"-15,0 0-123 0,34 72 88 16,-25-33 158-16,-1 5-95 0,-2 4-78 15,0 4-98-15,0-2-83 0,3-1-85 16,-1-1-32-16,2-2-25 0,0-5-64 16,3-8-58-16,0-3-42 0,3-10-13 15,0-8 17-15,1-3 6 16,1-9-19-16,2 0-11 0,-2-10 18 16,-2-1-20-16,3 0-82 0,-4 2 77 15,2 0 165-15,-3 6 51 0,2 3 145 16,-3 5 71-16,1 7 47 0,-2 2-5 0,-3 2 15 15,-1-1-43-15,-2-1-70 0,1-2-62 16,-1-4-36-16,1-3-62 0,2-3-6 16,-2-2-13-16,3 0 18 0,0-7-61 0,0-3-64 15,-2-1-38-15,0-2 0 0,-1 4 16 16,-2-1 33-16,-4-1 32 0,-1 5 83 16,0 4 19-16,-3-4 29 0,-4 6 0 0,-4 0 35 15,0 0 59-15,0 2 6 0,2 9-19 16,1 1-28-16,-1 2-10 0,2 3 3 0,1-1-16 15,3-3-23-15,3-2-55 0,0-4-28 16,5-3-35-16,6-3 32 0,2-1 30 0,3-5-11 16,3-6-7-16,2-3-62 0,2-3-36 15,0 0-2-15,2 2 9 0,-2 3 37 16,0 1 19-16,-4 7 26 0,-1 4 28 16,-3 0 9-16,-2 9 118 0,-2 5 30 15,-3-1 1 1,0 3-15-16,-1 0-6 0,2-1-16 15,-2-4-31-15,5-1-52 0,-1-6-38 0,-1-3-40 16,6-1 6-16,-1-3 32 0,0-8-1 16,1 1-84-16,0-2-12 0,-1 2 12 15,-1 1 31-15,1 3 12 0,-1 3 3 16,-4 3 20-16,3 0 21 0,-3 9 34 16,-3 2 44-16,-1 0-19 0,1 3-28 0,-1 2-31 0,0-1-15 15,-2 0-157-15,3-6-133 0,0 0-298 16,6-2-1030-16</inkml:trace>
  <inkml:trace contextRef="#ctx0" brushRef="#br0" timeOffset="4790.029">9020 5392 3358 0,'0'0'449'0,"0"0"-335"0,-28 74-71 0,17-35 68 16,-6 6 92-16,-2 3 60 0,0-1-50 16,-1-3-69-16,5-4-46 0,3-6-46 15,4-8-21-15,1-4-31 0,6-6-4 16,1-5-17-16,0-1-25 0,8-2-15 15,4 2 33-15,7-2 13 0,1 4-9 16,0 4 22-16,2-2 2 0,-2 1-1 16,-3 1 1-16,-3 3 15 0,-5 0 22 0,-2 2 12 0,-5-1 3 15,-2 1-13-15,0-1-5 0,-6-3-7 16,-3 0 1-16,-5-5-7 0,2-3-18 16,-2-4-3-16,-3-4-68 0,-3-1-66 15,1-3-44-15,-3-6-28 0,2-4-39 16,3-2-41-16,-2-6-153 0,1-2-179 15,6 4-411-15,-10-14-122 0</inkml:trace>
  <inkml:trace contextRef="#ctx0" brushRef="#br0" timeOffset="4937.087">9037 5567 2899 0,'0'0'562'15,"0"0"-296"-15,0 0-39 16,101-14 90-16,-75 9-122 0,-3-5-105 15,4 3-63-15,1-4-27 0,2 0-9 16,5 0-152-16,2-1-165 0,-10 4-236 16,18 0-764-16</inkml:trace>
  <inkml:trace contextRef="#ctx0" brushRef="#br0" timeOffset="5169.821">9569 5843 1630 0,'0'0'2344'0,"0"0"-2012"0,0 0-329 16,0 0 12-16,0 0 57 0,0 0 79 15,0 0 31-15,0 0-50 16,0 0-52-16,0 0 9 0,85-26-37 16,-61 20-36-16,2 1-16 0,-1 0-18 15,1 0-1-15,2 1-36 0,1-2-110 16,0 2-69-16,0 0-69 0,0-2-177 15,-6 4-528-15,3-3-801 0</inkml:trace>
  <inkml:trace contextRef="#ctx0" brushRef="#br0" timeOffset="5724.124">10259 5631 3116 0,'0'0'569'0,"0"0"-339"0,0 0-16 0,0 0 41 16,-83 13-32-16,62 4-20 0,1 8-28 0,3 2-56 16,1 2-28-16,7 1-33 0,3-2-27 15,4-5-20-15,2-5-11 0,0-4-28 16,8-3 4-16,1-7-19 0,1-1-14 0,6-3 23 15,0-3-3-15,3-7 7 0,1-2-7 16,-1-4-27-16,-1-1-19 0,0 0 3 0,-3 3 0 16,0 0 3-16,2 4 25 0,-4 3 33 15,1 0 1-15,-2 2 2 16,-1 3-2-16,-2-1 18 0,-2 3 0 0,-1 0-3 16,1 2 3-16,-3 2 40 0,2 2 12 0,0 3 1 31,0 1-19-31,1 5 3 0,2 0-7 0,-2 3-2 15,2 1-16-15,-1 1-9 0,1-1 1 16,-2 1 23-16,-1 1-26 0,1 0 2 0,0-2 13 16,-2 0-15-16,-3 0 11 0,1-4-10 15,0 0-1-15,-3-1-1 0,0-1 12 16,0-1-11-16,0-1 2 0,-7 1 16 16,0-2-9-16,-6 2-10 0,-2 1 0 15,-2-1 0-15,-6 0 24 0,-3 1 1 16,-4 0-4-16,-3-1 4 0,-3 0-13 15,1 0 9-15,-2 0-20 0,-1-3-1 0,3-1-24 16,5-6-40-16,3 1-16 0,7-3-12 16,5-7-50-16,3-4-108 0,4-6-55 0,5-5-143 0,2-5-23 15,1 4-166-15,4-24-852 0</inkml:trace>
  <inkml:trace contextRef="#ctx0" brushRef="#br0" timeOffset="6257.274">10693 5598 1410 0,'0'0'679'0,"0"0"-300"16,0 0-108-16,0 0 73 0,0 0-54 15,0 0-52-15,0 0-26 0,0 0-14 16,0 0-25-16,0 0-49 0,0 0-15 16,59 66-1-16,-46-39 6 0,-3-1 0 0,0 3-25 15,-2 0-18-15,-3 2-7 0,-4 1-15 16,-1 0-3-16,0 0-16 0,-3-6-3 0,0-7-14 16,0-5-13-16,1-4 0 0,2-6-16 15,0-3-5-15,0-1 6 0,0 0-6 0,0 0 5 16,0-4 15-16,0-2-20 15,2-3-22-15,3-3 3 0,2-1-3 0,-2-3-12 16,2-3-22-16,0 3-2 0,0 2-2 16,-1-2 1-16,-2 1 3 0,2 3-19 0,-4 2-38 0,1 1 0 15,-3 1 27-15,0 4-3 0,0 0-3 16,0 3-45-16,0-2-58 0,-2 2-30 16,-1 1-91-16,0 0-105 0,-3 0-158 15,2 0-54-15,-3 0-122 0</inkml:trace>
  <inkml:trace contextRef="#ctx0" brushRef="#br0" timeOffset="7358.94">10821 5613 2077 0,'0'0'331'15,"0"0"-144"-15,0 0-106 0,0 0 22 16,0 0 106-16,0 0 123 0,0 0-68 16,13 94-52-16,-4-55-58 0,-2 3-6 15,1 6-42-15,-2 2 9 0,-1 2-9 16,-4-2-26-16,1-2-34 0,-2 1-12 15,0-3-6-15,-5-3-15 0,1-6-12 0,-2-1 0 16,2-8-1-16,3-8 0 0,1-4-22 0,0-6-6 16,0-2-9-16,0-5-18 0,0 0-38 15,0-3-35-15,0 0-31 0,0-3-39 16,1-6-13-16,0-7-109 0,2-5-147 0,0 1-708 16</inkml:trace>
  <inkml:trace contextRef="#ctx0" brushRef="#br0" timeOffset="7597.119">10902 5578 2282 0,'0'0'371'0,"0"0"-145"0,0 0 24 15,0 0 15-15,80-46 14 0,-59 43-46 16,0 3-28-16,-1 0-18 0,-1 6-48 16,0 1-37-1,-4 2-15-15,-1 3-20 0,-4 3 1 16,-3 5-13-16,-7 2-6 0,0 2 16 0,-6 3-16 15,-5 2-37-15,-3 0-12 0,-4 1-11 16,1-5-51-16,-2 1-51 0,-1-2-1 16,-3-3-21-16,1-1-1 0,2 2-38 15,-3-5-65-15,2-2-142 0,-1 1-202 16,6-4-388-16,-8 1-411 0</inkml:trace>
  <inkml:trace contextRef="#ctx0" brushRef="#br0" timeOffset="8900.136">12133 5597 2549 0,'0'0'280'0,"0"0"-93"0,0 0-69 16,0 0 10-16,0 0 53 0,0 0 38 0,0 0 27 16,0 0-73-16,0 0-20 0,101 17-41 15,-67-11-34-15,3-4-35 0,-1-2-18 16,1 0-25-16,-3 0 22 0,-1-5-22 0,-2-2-3 16,-4 0 3-16,-3-1-27 0,-2-1-101 15,-5 2-52-15,-5 1-62 0,-5 4-92 16,-1-2-230-1,-6 4-824-15</inkml:trace>
  <inkml:trace contextRef="#ctx0" brushRef="#br0" timeOffset="9116.418">12084 5886 2681 0,'0'0'546'16,"0"0"-311"-16,0 0-63 0,0 0 20 15,0 0 15-15,0 0 19 0,0 0-2 16,0 0-61-16,108 2-68 0,-72-2-48 16,1-2-25-16,-2 1-22 0,5-6-37 0,-1 1 7 15,3-5-106-15,2 1-99 0,-2 0-106 16,0 0-223-16,-9 1-564 0,12-2-785 0</inkml:trace>
  <inkml:trace contextRef="#ctx0" brushRef="#br0" timeOffset="10080.246">13525 5278 2779 0,'0'0'401'31,"0"0"-216"-31,0 0-58 0,0 0 79 0,0 0 99 0,0 0-1 16,0 0-112-16,0 0-99 0,0 0-53 0,-64 83-16 16,47-52-8-16,-2 5-1 0,2 0-15 15,4-4 0-15,4-1-12 0,2-2-16 16,3-1 7-16,4-3-16 15,1-3 6-15,9-1-3 0,2 0 16 16,4-2 17-16,1 2 0 0,3 0-18 16,-1 1 18-16,4-1 2 0,-3-1-2 15,-1 0 1-15,-2 1-2 0,-4-2 2 16,0 2 25-16,-4-2 6 0,-3 0 3 16,-3-1-3-16,-3 0 9 0,0-2-6 15,0-2-9-15,-5 1-10 0,-2-2 13 0,-2-3 5 0,-1 0-5 16,-3-1-25-16,-4-1-3 0,0-2-58 15,-5-5-25-15,2 1-28 0,0-2-22 16,-2 0-10-16,2-7-28 0,1-4-18 16,1-4-57-16,0-6-138 0,5 3-239 15,-7-19-766-15</inkml:trace>
  <inkml:trace contextRef="#ctx0" brushRef="#br0" timeOffset="10265.447">13472 5536 2538 0,'0'0'576'0,"0"0"-289"0,0 0 74 15,0 0 60-15,0 0-73 0,0 0-135 0,0 0-69 16,85-27-46-16,-60 22-56 0,3-1-42 16,1 1-16-16,2 0-24 0,2 1-88 15,2 2-103-15,1 1-141 0,-8-2-304 0,6 2-1111 0</inkml:trace>
  <inkml:trace contextRef="#ctx0" brushRef="#br0" timeOffset="12536.853">14078 5206 1831 0,'0'0'289'0,"0"0"-105"16,0 0-67-16,0 0 6 0,0 0 260 15,0 0-152-15,0 0-59 0,0 0 31 16,0 0 3-16,49 84-64 16,-36-46-39-16,1 4-5 0,-5 4 5 15,0 4 25-15,-5 1-63 0,-1 3-25 16,-3-2-15-16,0 4-12 0,-3-1-3 15,-4 0-8-15,-2-1-2 0,-2-2 0 16,2-7-3-16,2-7 1 0,0-7 0 0,0-10 0 16,2-5-20-16,4-8-28 0,-1-2-15 15,2-6 0-15,0 0-16 0,0-7-9 0,0-4-5 16,6-8 4-16,1-5 31 0,0-4 19 0,4-4 0 16,0-3 3-16,1 3-31 15,1-2 31-15,2 6 27 0,0 3 9 0,1 5-9 16,0 4 8-16,2 6 3 15,-2 1 39-15,-1 7 28 0,-4 1-17 0,-1 1-3 16,-3 1-12 0,-2 5 0-16,-2 2-10 0,-3 3 3 15,0 1-3-15,0 2-6 0,-6 2 9 0,-3-1-28 16,-2-1-19-16,1-2-9 0,-2 0-3 16,-1-1 13-16,0-3 17 0,0-1 0 15,2 0-2-15,0-2-16 0,0-3 17 16,2 1 2-16,2-3 11 0,3 0 8 15,0 0-16-15,2 0 1 0,2 0-4 0,0 0-45 0,0 0 36 16,7 1 9-16,3 4 57 0,1 1-7 16,3 1-9-16,0 4 15 0,6 0-8 15,-1 1-17-15,1-2 7 0,3 2-4 16,-3-2-15-16,-1 0-16 0,0-1 19 16,-3 0-10-16,0-2-12 0,-2 0-17 15,-2 0-4-15,-1-1 2 0,-2 1-37 0,4-1-86 0,-6-1-47 16,3 0-22-16,0 0-136 0,-4-4-295 15,3-1-682-15</inkml:trace>
  <inkml:trace contextRef="#ctx0" brushRef="#br0" timeOffset="13402.36">14866 5759 2734 0,'0'0'459'0,"0"0"-227"0,0 0-76 16,0 0-1-16,0 0 18 16,0 0 4-16,0 0 31 0,110-44-18 15,-70 42-52-15,-1 2-21 0,0 0-43 16,-1 0-25-16,-5 3-49 0,-3-2 0 16,-1-1-1-16,-2 0-1 0,-2-4-36 15,-1-5-60-15,-1-1-53 0,-2-4-93 0,-3 0-98 16,-6 2-223-16,-1-7-904 0</inkml:trace>
  <inkml:trace contextRef="#ctx0" brushRef="#br0" timeOffset="13623.926">15184 5493 2906 0,'0'0'356'0,"0"0"-159"0,0 0-86 0,0 0 85 16,-9 92 135-16,9-60-14 0,0 1-91 15,0 3-97-15,3 1-49 0,-2 3-52 16,-1 0-25-16,0 2-3 0,0-2-19 16,2-3-73-16,1-3-80 0,4-9-57 15,4-4-54-15,2-6-42 0,4-9-71 16,4-4-103-16,-4-2-257 16,10-14-554-16</inkml:trace>
  <inkml:trace contextRef="#ctx0" brushRef="#br0" timeOffset="13828.812">15795 5371 2639 0,'0'0'460'16,"0"0"-249"-16,0 0-84 0,0 0 73 16,0 67 152-16,0-38 2 0,1 7-82 15,0 2-81-15,2 5-53 0,2 2-40 0,-2 5-37 16,-2-1-31-16,1 1-30 0,-2 3 0 15,0-2-42-15,0 2-74 0,1-3-41 16,2-3-58 0,-1-2-51-16,6-8-66 0,-1-8-128 0,0-7-246 0,8-1-682 0</inkml:trace>
  <inkml:trace contextRef="#ctx0" brushRef="#br0" timeOffset="15010.72">17400 4895 1474 0,'0'0'653'16,"0"0"-190"-16,0 0-167 0,0 0 5 15,0 0-68-15,0 0-17 0,0 0-5 0,-3 93 25 16,10-50-27-16,2 10-41 0,4 8-54 16,-1 4-15-16,0 4-38 0,-1 8 16 15,-1 3-52-15,2 4 2 0,-3 5-27 16,0 0 3-16,2 2-3 0,-3 6-2 15,-1 5-16-15,-1-1-19 0,-3 0-6 0,1-7-15 16,-1-6-29-16,-1-10-11 0,1-11 8 16,-3-6-12-16,3-9 8 0,-1-9-21 15,1-5-8-15,1-5-28 0,0-8-25 0,-1-3-30 16,3-7-68-16,-2-2-127 0,2-4-148 16,-2-3-218-16,2-4-457 0</inkml:trace>
  <inkml:trace contextRef="#ctx0" brushRef="#br0" timeOffset="22574.745">18097 5730 1929 0,'0'0'1018'0,"0"0"-867"0,0 0-87 15,0 0 19-15,0 0 51 0,0 0 104 16,0 0 39-16,0 0-41 0,90-60-55 16,-71 58-32-16,2 2-23 0,2 2-2 15,-2 4-41-15,0 4-13 0,-1 2-15 0,-2 0-6 16,-3 1-12-16,-2 2-3 0,-2 0-10 0,-2-1 4 16,-3 3-25-16,-3-1 0 0,-3 3 15 15,0 0-16-15,-6 6 13 0,-5 0 1 16,-2 3-14-16,-6 1 1 0,0 1 0 15,-2-3-1-15,-1 1-2 0,-1-4 3 16,3 0 10-16,1-5-13 0,2-1-1 0,1-5-1 16,6-2 2-16,1-3 1 0,6-4-1 15,0-1-1-15,3-2-2 0,0-1-34 16,3 0-30-16,8 1 67 0,2 2 22 16,5-1 26-16,5 1-8 0,2 0-3 15,0-3-37 1,3 2 0-16,1-2-2 0,1 0 2 0,1 0-4 15,0 0-8-15,0-2-12 0,-1 0-55 16,-1-2-41-16,-1 0-60 0,1 1-67 16,-3-1-97-16,-7 0-257 0,4 0-736 0</inkml:trace>
  <inkml:trace contextRef="#ctx0" brushRef="#br0" timeOffset="23045.015">19080 5078 2756 0,'0'0'373'0,"0"0"-233"0,0 0-108 0,0 0 64 16,0 0 44-16,0 0 100 0,0 0 30 15,0 0-97-15,0 0-80 0,0 0-37 16,0 0-22-16,-26 64-6 0,15-32 9 15,-1 0 16-15,2 2-13 0,0-2-16 0,0 0-5 16,3 0-16-16,2-1 0 0,4-1 0 0,1-4 28 16,3 2 12-16,7-4 13 0,3-4 39 15,7-2 3-15,2-3-34 0,2-4-15 16,3-2-3-16,3-6 6 0,0-3-28 0,3 0-23 16,3-6-1-16,-1-4-3 15,-1-6-21-15,-1 1-34 0,1-3-95 0,-4-3-74 16,-3 2-92-1,-4-2-96-15,-7 6-246 0,0-7-852 0</inkml:trace>
  <inkml:trace contextRef="#ctx0" brushRef="#br0" timeOffset="23229.366">19379 5196 703 0,'0'0'2178'15,"0"0"-1887"-15,0 0-211 0,0 0 57 16,-33 82 66-16,25-53 122 0,-2 6-8 16,0 2-130-16,2 2-101 0,-1 6-73 15,-2-2-13-15,0 6-59 0,1 1-87 16,-1 4-69-16,-1 0-125 0,3-13-228 0,-5 25-970 16</inkml:trace>
  <inkml:trace contextRef="#ctx0" brushRef="#br0" timeOffset="33212.922">6449 8682 1497 0,'0'0'1771'15,"0"0"-1526"-15,0 0-245 0,0 0 0 16,0 0 48-16,0 0 148 0,111 14 46 16,-66-11-29-16,6-3-32 0,4 0-8 15,1 0-25-15,0-5-35 0,-1 0-30 16,-4 1-52-16,-5 1-16 15,-2-1-15-15,-3 1 0 0,-5-1-3 0,-4 1-27 16,-5 0-19-16,-4 1-47 0,-5-1-48 16,-4 1-73-16,-7 2-122 0,-4 0-197 15,1 3-481-15,-11 7-427 0</inkml:trace>
  <inkml:trace contextRef="#ctx0" brushRef="#br0" timeOffset="33397.646">6664 8988 1623 0,'0'0'289'0,"0"0"375"16,0 0-320-16,0 0-27 0,0 0-27 0,0 0-75 16,0 0-73-16,0 0 15 0,0 0 84 15,0 0 7-15,116-10-39 0,-71 3-83 16,-5 2-75-16,1 1-51 0,-4 0-18 0,0 0-6 16,-4-1-29-16,1-1-57 0,-3-2-44 15,-2 1-44-15,-3-3-86 0,-5 3-227 16,-6 0-525-16,-6-3-662 0</inkml:trace>
  <inkml:trace contextRef="#ctx0" brushRef="#br0" timeOffset="33666.802">6972 8497 1436 0,'0'0'1132'16,"0"0"-819"-16,0 0-50 0,0 0 20 0,0 0-26 15,0 0 5-15,102-30-49 16,-72 30-48-16,1 4-25 0,2 3-41 0,1 6-41 16,1 3-5-16,1 3 18 0,-4 9-68 15,-3 5 12-15,-6 5-15 0,-6 8 0 0,-6 8-28 16,-5 7-12-16,-4 3-52 0,-2 2 18 16,-5 0 15-16,-5 1 13 0,-7-6-19 15,-3 1 6-15,-2-4-85 0,-4-1-32 16,-1-5-53-16,-2-3-104 15,6-13-262-15,-13 11-687 0</inkml:trace>
  <inkml:trace contextRef="#ctx0" brushRef="#br0" timeOffset="36551.236">9783 8126 1899 0,'0'0'379'0,"0"0"-236"0,0 0 183 0,0 0-56 0,0 0-53 16,0 0-7-16,0 0-13 0,0 0-23 15,0 0-61-15,0 0-47 0,-28 28-22 16,26-4 7-16,2 9 17 0,-1 13 10 0,1 10-19 16,-2 12-6-16,2 7-37 0,0 9 2 31,-1 5-18-31,1 6-13 0,0-3-6 15,0-4-9-15,0-5-34 0,0-10 15 0,0-11 1 16,0-13 24-16,-3-13 9 0,3-8-33 16,0-12-15-16,0-5 1 0,-1-7-2 15,1-4 14-15,0-4-18 0,0-9-41 16,0-6 28-16,0-8-13 0,0-5 51 16,1-4-48-16,-1-4 16 0,3 0 18 0,-2 1-12 15,2 3 42-15,0 3-26 0,4 4 51 0,1 5 2 16,3 6 14-16,1 10 51 0,2 2 19 15,3 6-45-15,-1 0 17 0,3 6 9 16,-2 2 34-16,-2 8-19 0,-1-1-34 16,-5 3-20-16,-2 3 29 0,-3-1-35 15,-1-1 16-15,-1 2-7 0,-2-3-12 0,0-1-18 16,-2-2-1 0,-2 3 0-16,-3-6-2 0,-1-1-26 15,-3-1 6-15,2-1 21 0,-1-4 0 16,-3-2-28-16,3-1-5 0,0-2 23 15,-1 0 10-15,2 0 1 0,0 0-3 16,5 0 3-16,2 0 0 0,2-2-11 0,0 2 11 16,6 0 22-16,6 0 47 0,5 4 22 15,2 0 6-15,4 0-2 0,1 1-42 0,1 0-3 16,-2-1 22-16,0 0-22 0,-2-1-28 0,1-1-22 16,-3-2-15-16,-1 0 12 15,0 0-35-15,2-2-74 16,-1-2-45-16,-3-4-82 0,1-2-106 15,-4-1-172-15,0 3-635 0,-3-12-593 0</inkml:trace>
  <inkml:trace contextRef="#ctx0" brushRef="#br0" timeOffset="38203.415">13944 8762 1846 0,'0'0'159'16,"0"0"-75"-16,0 0 10 0,0 0 65 0,0 0 35 15,0 0 54-15,0 0 6 0,-75 0-52 0,67 12-40 16,2 1-57-16,1 7-16 0,5 2 21 16,0 6 10-16,0 0 3 0,3-1-19 15,5 0-19-15,3-1-29 0,2-6-3 0,3-4-10 16,1-1-2-16,-1-6-39 0,1-3 14 15,0-6-16-15,0 0 0 0,1-7 15 16,-2-9-14 0,1 0 10-16,-1-6-8 0,0-1-3 15,-1-3-31-15,-3-1-25 0,-1 1 3 0,-4 2-9 16,-3 2-16-16,-1 1 41 0,0 5 7 16,-3 3 18-16,0 4 12 0,-3 6 37 15,-3 2-12-15,-4 1-25 16,-2 0 0-16,-5 3 0 0,3 3 22 0,-3 1 13 15,-1 1-5-15,5 0-30 0,3-3-28 0,0 0-7 0,3-2-94 16,3-2-72-16,1-1-74 0,1 0-146 16,2 0-340-16,0-12-753 0</inkml:trace>
  <inkml:trace contextRef="#ctx0" brushRef="#br0" timeOffset="38457.431">14263 8543 2149 0,'0'0'330'0,"0"0"-172"16,0 0 48-16,88 28-26 0,-67-11 50 15,-5 3 69-15,-3 3 30 0,-4 4-59 16,-2 3-58-16,-3 3-91 0,-4 3-69 16,0 2-12-16,0-2-21 0,0-4 3 15,-3-7-22-15,0-2-12 0,3-9 11 16,0-7 1-16,0-4-2 16,0-3 2-16,0-3 0 0,6-8 18 15,3-6 32-15,1-6-19 0,2-4-4 16,2-2-24-16,0-1-3 0,0 1-2 15,4 0-19-15,1 0-1 0,4 5-18 16,-2 3 0-16,5 0 37 0,0 3-28 16,0 2-86-16,1 2-48 0,1 5-37 15,-3 2-60-15,0 3-130 0,-5 2-387 0,9 2-963 0</inkml:trace>
  <inkml:trace contextRef="#ctx0" brushRef="#br0" timeOffset="71156.33">9113 8339 2024 0,'0'0'1129'0,"0"0"-985"0,0 0-36 0,0 0 7 16,0 0-14-16,0 0 13 0,0 0 75 15,0 0-70-15,0 0-46 0,-39 96-8 16,25-63-27-16,1 3-17 0,0 0 11 0,2-4-4 16,0-5-4-16,0-4 7 0,4-2 4 15,1-4-20-15,3-1-14 0,2 1-1 0,1-2-18 16,0 2 6-16,1 1 12 0,6 1-15 16,4-2 2-16,3 3 10 0,2-2-31 15,1-2 31-15,2 0 1 0,2-2-11 16,1-1 10-16,-2-1-12 15,-4-1 14-15,0 0 1 0,-5 0 3 16,-3-1 22-16,-4 1 12 0,-4 1 25 16,0 4 9-16,-3-2 50 0,-6 3-7 15,-6 1-56-15,-1 0-27 0,-4 1-7 16,-2-1-8-16,-1-1-15 0,-3-3-1 16,0-1-2-16,0-2 1 0,3-2-49 15,0-3-11-15,1-5-44 0,2-1-9 0,3-7-50 0,1-7-63 16,4-7-72-16,4-8-138 0,3 5-378 15,3-25-956-15</inkml:trace>
  <inkml:trace contextRef="#ctx0" brushRef="#br0" timeOffset="71325.679">9165 8643 3156 0,'0'0'427'15,"0"0"-335"-15,0 0 138 0,0 0 71 16,0 0-99-16,0 0-29 0,0 0-49 15,0 0-81-15,95-37-19 0,-69 25-24 16,2-1-27-16,1 1-63 0,2 4-58 0,5 0-109 16,-1 4-148-16,-9 2-617 15,8 2-1137-15</inkml:trace>
  <inkml:trace contextRef="#ctx0" brushRef="#br0" timeOffset="75755.157">10441 8814 310 0,'0'0'2080'0,"0"0"-1459"0,0 0-477 16,0 0 19-16,0 0 47 0,0 0 112 15,0 0-95-15,77-5-24 0,-62 1-73 16,3 0-34-16,0-2-34 0,1-3-16 16,-2-1-30-16,0 1 5 0,2-3-19 15,-3 0-2-15,-1 1 0 0,0-1-31 16,-2 4-77-16,-1-3-74 0,-4 4-11 16,1 1-46-16,-1 0-80 0,-2 5-140 0,-3-2-255 15,-1 3-457-15,-2-2-66 0</inkml:trace>
  <inkml:trace contextRef="#ctx0" brushRef="#br0" timeOffset="76000.363">10524 8538 854 0,'0'0'267'0,"0"0"503"15,0 0-403 1,0 0-44-16,0 0-1 0,0 0-65 15,0 0-28-15,0 0-51 0,0 0-42 0,-27 73-16 16,27-38-10-16,1 3-35 0,1 3-14 16,2 3-2-16,-1-1-24 0,3-2-5 15,1 1-30-15,0-2-1 0,3 0-62 16,-1-3-107-16,2-5-59 0,1-6-6 0,2-6-64 16,1-10-215-16,-2-5-491 0,1-5-520 0</inkml:trace>
  <inkml:trace contextRef="#ctx0" brushRef="#br0" timeOffset="76251.813">10997 8514 414 0,'0'0'1751'0,"0"0"-1392"0,0 0-98 0,0 0 41 15,0 0 5-15,-1 67-41 0,-2-44-30 16,0 3-68-16,0 4-53 0,0 1-43 0,0 3-13 16,-1 3-47-16,3 4-9 0,-1 0-3 15,1 2-33-15,1-2-113 0,0-3-81 16,0-3-9-16,4-7 5 16,4-7-24-16,1-4-178 0,1-9-272 15,0-2-628-15</inkml:trace>
  <inkml:trace contextRef="#ctx0" brushRef="#br0" timeOffset="76467.431">11561 8840 1944 0,'0'0'1070'16,"0"0"-862"-16,0 0-26 0,0 0 47 15,0 0 45-15,86 32-35 0,-66-32-80 16,-1 0-72-16,3-8-69 0,-2 0-18 16,0-4-15-16,0-1-113 0,0-1-104 15,-4 1-113-15,-5 4-199 0,-2 0-665 0</inkml:trace>
  <inkml:trace contextRef="#ctx0" brushRef="#br0" timeOffset="76667.126">11567 9020 1638 0,'0'0'730'0,"0"0"-275"0,0 0-227 16,0 0 101-16,0 0 32 0,0 0-43 15,0 0-25-15,0 0-70 0,97 37-84 16,-67-37-32-16,1-1-18 0,2-5-61 16,0-5-28-16,0 3-3 0,0-3 0 15,1 3-55 1,-3-3-56-16,-1 6-92 0,1 1-45 0,-4 1-160 15,-5 2-356-15,1 1-962 0</inkml:trace>
  <inkml:trace contextRef="#ctx0" brushRef="#br0" timeOffset="76967.438">12701 8281 1315 0,'0'0'2232'16,"0"0"-1900"-16,0 0-121 0,0 0-6 0,0 0-49 15,0 0 47-15,0 76 71 0,0-45-109 0,0 6-49 32,0 5-34-32,0 0-6 15,5 6-40-15,-1 5-21 0,2 2-15 0,-1 5 0 0,-1 5-2 16,0-2-25-16,1 2-28 15,0-4-76-15,0-3-39 0,3-5-45 0,0-8-28 16,1-5-32-16,2-8-79 0,-3-5-193 16,4-3-268-16,-2-3-415 0,-4-6 118 0,3 6 870 15</inkml:trace>
  <inkml:trace contextRef="#ctx0" brushRef="#br0" timeOffset="85305.63">16240 8351 1368 0,'0'0'241'0,"0"0"586"15,0 0-369-15,0 0-173 0,0 0 59 0,0 0-19 16,0 0-76-16,0 0-40 0,0 0-51 16,-15-47-53-16,15 56-43 0,-1 7-7 15,-2 6 10-15,2 9 15 0,-1 5 24 16,2 6-6-16,0 5-25 0,0 0-21 16,0 2-10-16,0 1-29 0,0 3-11 0,0-4-2 15,3 0-1-15,1-6-21 0,5-7-20 0,4-7-126 31,2-11-105-31,3-9-14 0,3-9-166 0,-4 0-301 16,4-21-734-16</inkml:trace>
  <inkml:trace contextRef="#ctx0" brushRef="#br0" timeOffset="85621.784">16802 8388 1099 0,'0'0'1605'0,"0"0"-1197"0,0 0-213 0,-31 72 103 15,16-35 55-15,-1 4-46 0,-1 3-43 16,2 6-55-16,5-1-55 0,7-2-38 16,3-3-21-16,3-3-37 0,13-4-22 15,1-6-36-15,6-4-1 0,0-7-11 0,5-9 10 16,0-8-10-16,1-3 12 0,2-11-24 16,-2-2-40-16,-2-6-19 0,0-4 10 0,-4 3 21 31,-1-4-4-31,-5 1 4 0,-2 2-6 0,-7 4 14 15,-2 3 44-15,-6 6 33 0,0 3 14 16,-9 4-47-16,-5 1-56 0,-6 6 20 16,-5 4 35-16,-5 3-25 0,0 2 10 0,-3 3 14 15,2 2 2-15,0 0-31 0,3 4-3 16,4 0 3-16,3-1-12 0,7 0-31 16,3-1-66-16,6 1-221 0,1-7-304 15,4 5-679-15</inkml:trace>
  <inkml:trace contextRef="#ctx0" brushRef="#br0" timeOffset="87024.297">19999 8581 973 0,'0'0'1218'0,"0"0"-940"0,0 0-45 0,0 0 37 15,0 0 46-15,0 0-115 0,-80-20-20 16,53 23-49-16,-4 8-47 0,0 2-16 16,-2 5-9-16,-1 2 22 0,3 5 12 15,0 0-16-15,4 0-4 0,4 3-31 16,7-2 13-16,3-5-6 0,7 0-22 0,6-2-28 16,0-4-2-16,6-1 2 0,9-2 2 0,2 2-2 15,5-4 2-15,3 2-2 0,3-2 3 16,1-1-3-16,1 1 0 0,-4-1 10 15,-1 2 5-15,-5-2-5 0,-4 3-10 16,-4 3 0-16,-6 0 19 0,-3 2-19 16,-3 2 22-16,0 2 3 0,-6-2-24 15,-6 3 0-15,-2-3 11 16,0-3-12-16,0-2-22 0,0-4-46 16,2-3-24-16,3-7-4 0,0 0 9 15,2 0-22-15,1-6-74 0,2-5-40 16,3-3-129-16,1-7-188 0,0 4-471 15,11-14-704-15</inkml:trace>
  <inkml:trace contextRef="#ctx0" brushRef="#br0" timeOffset="87312.1">20295 8864 1623 0,'0'0'681'0,"0"0"-290"0,9 71-162 15,-9-41 97-15,0 4 65 0,0-5-35 0,0-3-127 16,0-6-105-16,2-8-90 0,4-5-32 15,3-5 0-15,4-2 17 0,1-5 15 0,4-9-21 16,2-2-13-16,-1-5-97 0,-2 0-36 16,0-1 36-16,-6-2 5 0,-3 5 17 0,-3 3-3 15,-5 3 18-15,0 7 60 0,-2 1-2 16,-7 5-18-16,-5 0-34 0,-5 5 7 16,-4 5 22-16,1 1-5 0,-4-1 30 15,4 2 16 1,0-1-15-16,3-1 0 0,3-1 0 0,5-3-1 15,-1-2 0-15,7-2 0 0,0-2-81 16,2 0-186-16,0-2-255 0,3-11-627 0</inkml:trace>
  <inkml:trace contextRef="#ctx0" brushRef="#br0" timeOffset="87531.236">20708 8330 1451 0,'0'0'1136'0,"0"0"-814"0,0 0-120 0,0 0 101 16,9 66 33-16,-9-37 1 0,0 6 2 16,0 5-92-16,-3 4-60 0,-3 8 15 15,0 3-13 1,-3 7-64-16,0-1-43 0,-2 3-27 16,4-7-46-16,4-3-9 0,3-12-16 15,0-9-90-15,7-13-70 0,7-7-19 0,-1-8 11 0,6-5-124 16,0-6-250-16,-5-1-626 0,4-13-698 0</inkml:trace>
  <inkml:trace contextRef="#ctx0" brushRef="#br0" timeOffset="87795.348">20905 8803 1152 0,'0'0'446'0,"0"0"639"0,0 0-853 0,0 0 34 15,-13 78 119-15,10-53-44 0,3-1-34 16,0-1-105-16,0 0-50 0,5 1-26 15,1-4-15-15,0-1 2 0,-1-2-30 0,1-4 0 16,1-3-4-16,1-3-18 0,-1-3-16 16,1-3-11-16,-1-1 12 0,4 0 20 15,-2-9 53-15,3-3-7 0,1-4-61 0,0-6-30 16,2 2-21-16,1-4-2 0,1-2 2 31,1 1-24-31,-1 1-15 0,-2 3-67 0,0 0-49 16,-3 4-43-16,-1 3-70 0,0 0-179 15,-3 4-335-15,-3 1-726 0,0 1-681 0</inkml:trace>
  <inkml:trace contextRef="#ctx0" brushRef="#br0" timeOffset="88127.326">21300 8947 916 0,'0'0'1995'0,"0"0"-1720"16,0 0-64-16,0 0 65 0,0 0-34 0,0 0-9 15,0 0-18-15,0 0-57 16,0 0-57-16,92 16-39 0,-70-37-59 0,1-3-3 16,0-3-89-16,-3-1-16 0,-1 3 12 15,-2 1 28 1,-6 5-16-16,-2 3 28 0,-6 5-19 16,-3 5 72-16,0 0 10 0,-9 5 11 0,-4 1-21 15,-5 0-3-15,-2 1 3 16,-1 9 38-16,0 3 21 0,1 4 22 0,1 6-19 15,2 3-3-15,2 5 6 0,1 1 12 16,1 2 49-16,2-1 0 0,0-1-22 16,4-3-27-16,2-3-32 0,5-6-8 0,0-3-37 0,3-7-3 15,5-5-34-15,7-5 10 0,1-2-16 16,4-11-64-16,3-5-77 0,4-6-103 16,1-1-126-16,-5 5-349 0,14-16-718 0</inkml:trace>
  <inkml:trace contextRef="#ctx0" brushRef="#br0" timeOffset="88443.407">21914 8679 1155 0,'0'0'466'0,"0"0"750"16,0 0-1036-16,0 0 37 0,0 0 95 16,0 0 1-16,0 0-8 0,0 0-29 15,-72 74-78-15,57-53-57 0,-1-2-30 16,3 1-16-16,-1-2-10 0,7-4-14 0,2-3-20 0,5-5-51 15,0 0-23-15,9-3 20 0,2 1 0 16,6-3 3-16,3-1 0 0,4 0 2 16,1 4-2-16,1-3-2 0,0 3-16 15,-1 3 2-15,-3 0 14 0,-5 0-1 0,1 0 2 16,-7 2 0-16,0 0 2 0,-5 2-1 16,-3-2 2-16,-3 2 10 0,0-1 4 0,-4 2-13 15,-7 0-3-15,-1 0 0 0,-4 1-2 16,-1 2-56-16,-3-1-46 0,-2-1-43 15,0 0 15-15,-1 2-56 0,-2-1-98 16,0-1-301-16,8-5-737 0,-14 1-954 0</inkml:trace>
  <inkml:trace contextRef="#ctx0" brushRef="#br0" timeOffset="94427.96">24188 8845 1273 0,'0'0'1663'15,"0"0"-1352"-15,0 0-123 0,0 0 47 16,0 0 117-16,0 0 29 0,-15-66-85 15,10 61-105-15,-4-1-66 0,3 4-18 0,1-1 46 16,-3 2-11 0,-1 1 13-16,-3 5-40 0,-3 9-57 15,-3 9-40-15,-2 8-15 0,-2 9 12 16,0 1 6-16,5 1-3 0,2-4-15 16,5-6-2-16,3-6-1 0,4-8-12 15,3-7-21-15,0-6-15 0,9-5 2 0,4-1-11 16,5-11 20-16,4-6-5 0,6-7-55 15,0-4-19-15,1 0 1 0,-3 1 8 0,-1 3 31 16,-8 8 21-16,0 6 9 0,-4 6-6 16,-3 5 9-16,-3 0 9 0,-1 6 34 15,-3 6 3-15,-1 3 46 0,-1 1 6 0,1 1 0 16,1 0 19-16,-1-3-7 0,1 1 6 16,1-3-15-16,-1-4-12 0,0-3-24 15,4-2-22-15,-1-3-24 0,4 0-7 0,3-4-2 16,0-5-28-16,5-3-43 0,0 1-27 15,-3-2-124-15,0 2-229 0,-6 1-114 16,-2 5-181-16,-4 1-639 0</inkml:trace>
  <inkml:trace contextRef="#ctx0" brushRef="#br0" timeOffset="94681.905">23725 8503 2338 0,'0'0'329'15,"0"0"169"-15,0 0-217 0,-31 90 32 0,22-48 108 0,0 7-61 16,3 4-67-16,1 1-94 0,3 0-56 16,2 0-36-16,0-7-31 0,7-5-34 15,2-5-42-15,4-6-35 0,4-6-47 16,5-7-77-16,4-10-21 0,7-8-7 15,10-4-106-15,1-16-197 0,-6 3-514 16,20-21-701-16</inkml:trace>
  <inkml:trace contextRef="#ctx0" brushRef="#br0" timeOffset="94844.682">24834 8646 2500 0,'0'0'352'0,"0"0"-224"0,0 0 39 0,54 85 133 0,-48-52 67 16,-6 3 31-16,0 2-106 15,-6 0-104-15,-2 4-49 0,-7-2-57 16,-2 2-58-16,-5 1-24 0,-1-1-22 16,-3-1-76-16,-3 1-74 0,0 1-75 15,-2-1-109-15,6-10-186 0,-18 15-729 0</inkml:trace>
  <inkml:trace contextRef="#ctx0" brushRef="#br0" timeOffset="108887.76">2831 10441 1284 0,'0'0'2018'15,"0"0"-1700"-15,0 0-195 0,0 0 57 0,0 0 146 16,0 0-50-16,0 0-61 0,0 0-76 16,0 0-63-16,8 60-24 0,-5-29 18 15,0 7-9-15,-1 5 7 0,1 6-5 16,0 3-11-16,-3 5 0 0,0 3-19 16,0 1-32-16,-7 4 11 0,3 2 1 15,-5-4-13-15,0 0-2 0,-1-4 1 0,0-9 1 0,1-6 24 16,-2-7-24-16,2-10-1 15,0-8-39-15,4-6 16 0,-1-9-12 0,2-4-25 16,1 0-15-16,1-6-4 0,1-4-26 16,-2-5-1-16,3-4 15 0,0-5 27 0,0-2 19 15,0 4 0-15,6-1 15 16,4 5-6-16,0 6 31 0,0 2 6 0,0 3 40 0,-1 2 12 16,-2 2-12-16,0 1-27 0,-1 2-11 15,-2 0 10-15,-1 0 6 0,1 3 10 16,1 1 21-16,-1 3 15 0,1 0 22 0,-2 3-37 15,-2 2-3-15,-1 1-3 0,0 0 2 16,0-1 4-16,-3 2-19 0,-1-4 1 16,-2 1-22-1,-3-4-9-15,-1 1-61 0,-1 1-55 16,-4-2 19-16,1 2-29 0,-1-2-40 16,-2-2-18-16,-3-2-39 0,4-3-45 15,-4 0-171-15,-1-7-211 0,6-1-387 0,-13-13-353 0</inkml:trace>
  <inkml:trace contextRef="#ctx0" brushRef="#br0" timeOffset="109188.337">2341 10914 326 0,'0'0'1740'0,"0"0"-1416"0,0 0-186 0,0 0 124 16,0 0 129-1,0 0-22-15,0 0-135 0,0 0-80 16,0 0-50-16,0 0-38 0,0 0-25 16,-56 20-38-16,52-4-1 0,-2 3 26 0,5 5 3 15,-2 1-6-15,3 2 16 0,0 4-29 16,1 0 32-16,5 5-23 0,1 1 10 16,3 3-28-16,-1-1-2 0,3 3-2 15,2-3-15-15,-1-3-37 0,4 0-65 0,1-5-39 0,2-5-41 16,-1-2-7-16,2-6-46 0,0-3-77 15,1-2-123-15,1-6-206 0,3-6-153 16,-3-1-312-16,-3 0 1098 0</inkml:trace>
  <inkml:trace contextRef="#ctx0" brushRef="#br0" timeOffset="109404.767">3392 11015 1170 0,'0'0'287'0,"0"0"470"15,0 0-382-15,94 50-31 0,-70-28 66 16,-4 3-17-16,-4 2-47 0,-6 2-41 16,0 0-66-16,-7 6-43 15,0-3-52-15,-3-2-64 0,0 1-46 16,-3-1-10-16,-4-6-6 0,-4 3-16 16,-1-7-2-16,-5 1-73 0,1 0-95 15,-4-5-38-15,-2-3-66 0,-4-2-77 16,0-5-171-16,5-2-505 0,-14-4-460 0</inkml:trace>
  <inkml:trace contextRef="#ctx0" brushRef="#br0" timeOffset="110043.177">2715 11095 417 0,'0'0'46'15,"0"0"-33"-15,0 0 1202 0,0 0-764 16,0 0-108 0,0 0-23-16,0 0-25 0,0 0-36 15,0 0-53-15,-15-69-26 0,18 62-13 0,3 0-15 0,0 0-28 16,1 1-8-16,4-2-8 0,1 1-6 15,2-1-6-15,1 4-10 0,2-1-6 16,3 0-3-16,2 1-10 0,1 3-5 16,-3 1-7-16,2 0-12 0,-2 0-7 15,-4 3-8-15,1 1-16 0,-2 0-9 16,-3 2-3-16,0-1 1 0,0 5 2 0,-1-2 15 16,-1 4-16-16,-4 1-2 0,1 1 1 15,-1 1 10-15,-3 1 2 0,0 0-10 16,-2 2 18-16,-1 0-6 0,0 0 10 15,0-2-7-15,-4-1-3 0,-4-1 6 0,0 0 1 16,-2-1 8-16,-2 3-6 0,-2-2 1 0,1 0-22 16,-3 1 12-16,-1-1-15 0,-2-2-44 15,-3 1-20-15,2 2-15 0,-3-4 21 16,2-1 1-16,0 0 8 0,3-6 6 16,0-1-18-16,4-1-19 0,-2-2-15 0,5 0 0 15,0 0-50-15,0-2-22 0,4-1-60 31,1-4-106-31,0 0-189 0,3-2-541 0,-1-7-470 0</inkml:trace>
  <inkml:trace contextRef="#ctx0" brushRef="#br0" timeOffset="116140.415">5992 10834 372 0,'0'0'88'16,"0"0"88"-16,0 0 910 0,0 0-842 15,0 0-17-15,0 0 29 0,0 0 31 16,0 0 18-16,0 0-23 0,0 0-44 16,-16-54-30-16,15 52-13 0,-1 2-15 0,1 0-9 0,1 0-7 15,-2 0-28-15,1 0-34 0,1 0-31 16,0 2-22-16,-2 0-19 0,2 0-16 16,0 4-14-16,0 3-16 0,0 6 16 15,0 8 15-15,0 5-3 0,0 8-11 16,-1 3 17-16,-1 8-18 0,-2 2 0 0,0 2 1 15,1 1 1 1,-1 1 1-16,1-5-3 0,1-6 0 16,1-2 0-16,1-12 0 0,0-6-2 0,0-7-22 15,0-6-25-15,0-4-22 0,0-3-9 16,0-2-18-16,0 0-26 0,0-6-43 16,0 2-20-16,0-5-34 0,1-3-15 15,2-1-21-15,2-3-113 0,-2-5-158 16,-2 6-211-16,-1-10-421 0</inkml:trace>
  <inkml:trace contextRef="#ctx0" brushRef="#br0" timeOffset="117021.397">6274 10741 950 0,'0'0'319'15,"0"0"833"-15,0 0-839 0,0 0-165 0,0 0 48 16,0 0 56-16,0 0 15 0,-30-78-27 16,19 68-71-16,0 0-49 0,1 3-26 0,-3-1 8 0,3 4-15 15,-1 0 15-15,-2 2-3 0,0 0-16 0,0 2-12 31,0 0 9-31,-3 4 12 0,0 4-46 16,-1 1-19-16,1 0-5 0,0 4-1 16,2 2-9-16,-2 2-10 0,6 2 0 15,-2 3-2-15,2 2-1 0,2 3-13 0,2 4 13 16,0 2 2-16,-1 4-1 0,3 0 0 0,1 4 0 16,0 0-3-16,1 1 2 0,-2 0-1 15,4-1 2-15,-3 0 0 0,0-1 0 16,2 1 1-16,-2-5-1 0,-1-5 3 15,2-5 0-15,2-2-3 0,0-4-2 16,0-4 0-16,7-1-13 0,2 0 14 16,3-3 1-16,2 1 1 0,0-2 14 0,5 1-15 0,0-3 0 15,2-2 3-15,1-3-3 0,2-1 0 16,0-3-37-16,2-1-36 0,-1-9-28 16,3-3-34-16,-1-5-23 0,0-5-9 15,2-1-63-15,0-1-135 0,-3-3-263 16,-4 9-592-16,5-14-426 0</inkml:trace>
  <inkml:trace contextRef="#ctx0" brushRef="#br0" timeOffset="117406.973">6658 11118 901 0,'0'0'1965'16,"0"0"-1619"-16,0 0-212 0,0 0 66 0,0 0 116 15,0 0 48-15,0 0-82 0,-91 26-72 16,72-14-41-16,-3 0-35 0,2 2-27 0,3 1-27 15,3 3-10-15,1-1-7 0,4 1-5 0,-1-3-12 16,6 2-10-16,2-5-15 16,2 0-19-16,0-3-2 0,0-2-12 15,6-3-6-15,0 1 6 0,5-2-18 0,-1-1-13 16,5-1-12-16,-2-1-2 0,1-1-32 16,2-6 10-1,1-4 0-15,2-4-13 0,0-4-19 0,-2 0-2 16,0 0 11-16,-4-1 19 0,2 3 15 15,-4 4 9-15,-2 1 34 0,-2 3 25 16,0 3 0-16,-2 5 2 0,-2 1 45 16,-2 0 24-16,2 0 18 0,1 7 10 15,-2 3-4-15,3 2 1 0,0 6-14 16,-3-1 4-16,3 2-7 0,-1-1-24 0,-1-5-18 16,3-1-37-16,1-3-28 0,0-5-33 15,2 1-55-15,2-5-49 0,1 0-32 16,4-9-78-16,0-5-267 0,-3 4-506 0,4-16-579 15</inkml:trace>
  <inkml:trace contextRef="#ctx0" brushRef="#br0" timeOffset="117745.25">7123 11003 897 0,'0'0'1029'0,"0"0"206"0,0 0-942 16,0 0-49-1,0 0 96-15,0 0-59 0,0 0-15 16,0 0-44-16,-85 78-53 0,65-60-47 15,4-3-37-15,3 1-42 0,4-4-25 16,1-7-6-16,7-1-11 0,1-2-1 0,0-2-21 16,4 0-16-16,7 0 13 0,2 0 22 15,3 0 1-15,2 0-1 0,0 0-1 16,-2 0-12-16,3 0 15 0,-4 0 0 16,0 3-1-16,-3 3 1 0,-1 0 1 0,-5-1 0 15,0 4 2-15,-5-1-2 0,-1-1 1 16,0 5 10-16,-3 0-9 0,-7-1 21 0,0 3-24 15,-3-3-20-15,-2 1-29 0,0-2-15 16,-1 0-21-16,0-1-19 0,0-1 5 16,3-2-8-16,0-1-35 0,3-3-63 15,0-2-60-15,1 0-91 0,1 0-149 16,4-7-461-16,1 0-309 0,1-11 319 0</inkml:trace>
  <inkml:trace contextRef="#ctx0" brushRef="#br0" timeOffset="118108.599">7408 11082 1603 0,'0'0'1172'0,"0"0"-615"16,0 0-281-16,0 0-14 0,15 74 74 0,-11-52 27 16,-1-3-55-16,3 0-128 0,4-3-113 15,0-5-42-15,6-3-10 0,0-2-15 0,4-4-2 16,0-2-32-16,3 0 1 0,0-6-10 15,0-4-15-15,-1-5-31 0,0-2-6 16,-1-2-6-16,-2-5 5 16,1 1-15-16,-3 0 27 0,-4 2-21 0,-4 3 43 0,-2 6 21 31,-4 1 10-31,-3 6 31 0,0 3 16 16,-8 2 43-16,-4 0 6 0,-7 6-38 0,0 7-26 15,-5 5 17-15,1 6 44 0,-3 6-13 16,1 6-2-16,-2 3 5 0,1 1-9 15,2 2 7-15,2-2 23 0,6-5-8 16,6-3-65-16,3-7-6 0,5-7-46 0,2-1-50 0,6-7-24 16,6-5-35-16,4-3 8 0,5-2-23 15,4 0-129-15,2-7-126 0,3-3-130 16,-9-1-235-16,6-3-549 0</inkml:trace>
  <inkml:trace contextRef="#ctx0" brushRef="#br0" timeOffset="118531.403">5918 11690 1808 0,'0'0'1266'0,"0"0"-1087"0,0 0-112 0,0 0 112 15,0 0 102-15,0 0-11 0,0 0-29 16,0 0-11-16,96 7-12 0,-55-3-55 0,8-2-37 16,9 5-4-16,7-2 21 0,7 2-46 15,3-3-54-15,8-2-4 0,5-2-6 0,3 0-2 16,7-3-16-16,0-4-12 15,3-2 9-15,1 1-12 0,2 0-3 0,-6 1-27 16,0 0-19-16,-3 2-5 0,-4 3 5 16,-2 2-33-1,-1 0-16-15,-3 0 56 0,-7 7 20 16,-6 3 19-16,-6-3-15 0,-10 0-49 16,-3 2-34-16,-6-3 28 0,-8-2-32 0,-1-1-33 15,-7-3 30-15,-6 0-32 0,-5 0-213 0,-4-3-100 16,-5-4-131-16,-2 4-418 0,-6-6-377 0</inkml:trace>
  <inkml:trace contextRef="#ctx0" brushRef="#br0" timeOffset="119109.98">8034 10663 1649 0,'0'0'1047'0,"0"0"-767"0,0 0-85 16,0 0 19-16,0 0 56 0,83 40 16 15,-55-25-3-15,6 1-32 0,1-1-35 16,5-2-50-16,2-6-53 0,3-4-15 15,-2-3-28-15,-1-1-33 0,-2-8-36 16,-5-2-1-16,1 0-1 0,-4-3-36 0,-2 2-33 0,-3-2-21 16,-1 1-38-16,-3 0-40 0,-5 2-13 15,-3 4-63-15,-4 2-160 0,-7 4-200 16,-4 1-467-16,0 0 94 0,-7 0-38 0</inkml:trace>
  <inkml:trace contextRef="#ctx0" brushRef="#br0" timeOffset="119263.216">8581 10736 604 0,'0'0'46'15,"0"0"-10"-15,0 0 1505 0,-23 65-1160 0,19-38-110 16,-2 1-31-16,-1 3-35 16,3-2-24-16,-2 1-4 0,0-1-41 15,-1-4-48-15,0-1-57 0,0-1-31 16,-2-1-59-16,0-1-121 0,-3 1-77 0,0-2-74 16,-4-2-171-16,0 0-295 0,-2-6-669 15,1-2 1299-15,-7 1 17 0</inkml:trace>
  <inkml:trace contextRef="#ctx0" brushRef="#br0" timeOffset="119428.715">8211 11243 1132 0,'0'0'998'0,"0"0"-416"0,0 0-408 0,0 0-97 15,0 0 93-15,0 0 85 0,0 0 31 16,0 0 16-16,0 0-79 0,98 27-34 16,-66-22 9-16,1-1-22 0,3-1-53 15,5-3-59-15,5 0-34 0,1 0-29 0,2 0-2 16,0 0-16-16,-1 0-105 0,-1 0-53 15,-2-1-20-15,2-4-63 0,-5 0-153 0,-10 3-397 16,7 0-1155-16</inkml:trace>
  <inkml:trace contextRef="#ctx0" brushRef="#br0" timeOffset="120913.422">11621 11334 622 0,'0'0'13'15,"0"0"-13"-15,0 0 583 0,0 0 126 16,11-67-190-16,-11 51-100 0,-4 4-51 16,-3-5-78-16,0 4-28 0,-3 1-26 15,-2 0-42-15,-2-1-26 0,-2 0-41 0,0 1-16 16,-4-2-6-16,1 2-19 0,-1 3-21 16,-3-2 5-16,1 6-27 0,-1 3 0 15,-1 2-10-15,-1 5-24 0,2 8-9 0,0 7-3 16,0 12 1-16,3 5 0 0,1 9-10 0,3 8 12 15,5 7 1-15,5 3 45 16,2 7-10-16,4 1 10 0,0 0-15 0,5-4-10 16,4-5-19-16,1-10 13 0,3-12 4 15,3-7-19-15,3-13-24 0,0-6 24 16,4-8-2-16,0-4 1 0,-1-3-1 0,-1-3 0 16,2-7 2-16,-6-1-18 0,1-3-28 0,-4-4-42 15,-4 0-87-15,-1-1-61 0,-3-1-79 16,-2-1-170-16,-3 6-484 0,-1-6-649 0</inkml:trace>
  <inkml:trace contextRef="#ctx0" brushRef="#br0" timeOffset="121066.324">11378 11655 703 0,'0'0'2387'0,"0"0"-1969"0,0 0-222 15,0 0 87-15,0 0 37 0,0 0-51 16,80 42-50-16,-63-42-115 0,2 0-73 15,1-6-31-15,-1-2-95 0,4-7-102 16,-1-2-72-16,-2-1-43 0,-1-1-104 0,-2 2-215 0,-5 3-534 16,-4-3-162-16</inkml:trace>
  <inkml:trace contextRef="#ctx0" brushRef="#br0" timeOffset="121197.897">11654 11596 378 0,'0'0'225'0,"0"0"1724"0,0 0-1527 0,-7 85-188 15,7-54-8-15,0 2-17 0,3 0 47 31,3 1 1-31,1 0-79 0,0-2-33 16,3-4-49-16,4-2-84 0,0-3-12 0,3-6-148 16,2-2-119-16,2-5-85 0,-2-4-181 15,7-6-964-15</inkml:trace>
  <inkml:trace contextRef="#ctx0" brushRef="#br0" timeOffset="121851.572">12572 11006 1547 0,'0'0'1431'15,"0"0"-1101"-15,0 0-92 0,0 0-17 16,0 0 21-16,0 0 62 0,0 0-32 16,28 106-87-16,-20-54-59 0,-1 6-40 15,-2 7-13-15,-5 1 13 0,0 2 14 16,0-2-3-16,-2 0-45 0,-2-7-34 15,2-7-18-15,-2-7-24 0,4-9-43 0,0-9-9 16,0-10 33-16,2-7 16 0,2-6-22 16,-1-4-21-16,0 0-3 0,1-4 11 15,3-5 35-15,1-3 15 0,1-2-4 16,0 1 13-16,0 2-12 0,4 4 13 0,-2 0-1 16,0 7 3-16,1 0 2 0,0 0 22 15,1 7 16-15,-2 1 12 0,1 4-3 0,1 1-3 16,-1 1-12-16,-1-1-13 0,-2-2-20 15,-1-1-1-15,1-3-15 0,-1-3-25 16,1-1-49-16,-2-3-36 0,2 0-38 16,2-3-38-16,1-4-69 0,4-3-132 15,-4 2-271-15,8-5-718 0</inkml:trace>
  <inkml:trace contextRef="#ctx0" brushRef="#br0" timeOffset="122199.794">13402 11601 2716 0,'0'0'427'0,"0"0"-169"0,0 0 59 0,-78 0-22 15,48 7 12-15,-2 4 24 0,2 4-67 16,4 4-80-16,3 0-47 0,3 3-37 16,7-1-30-16,1 1-24 0,4-1-16 15,5-3-12-15,2-2-18 0,1-5-12 16,0-2-9-16,5-5-6 0,8-2 2 15,0-2-2-15,7-3-9 0,3-12-31 0,1-2-37 16,2-9-33-16,2-3-4 0,-3 1-3 0,-1 0 18 16,-3 3 36-16,-1 3 22 0,-3 7 37 15,-3 5 19-15,-2 3 11 0,-1 7 1 16,-2 0 43-16,-3 3 78 0,2 7 23 0,-2 4-15 16,0 6-31-16,-3 2-15 0,-2 2-31 15,1 0-12-15,-2 0-1 0,1-2-11 16,-1-5-28-1,3-3-25-15,2-4-24 0,1-3-67 0,3-4-46 16,1-3-65-16,3-4-145 16,-4-4-348-16,8-11-1073 0</inkml:trace>
  <inkml:trace contextRef="#ctx0" brushRef="#br0" timeOffset="122504.467">13884 11475 199 0,'0'0'2994'16,"0"0"-2023"-16,0 0-735 0,0 0 122 0,0 0-27 16,-68 83-118-16,51-65-58 0,3-1-34 15,3-7-60-15,4 1-49 0,1-3-12 16,6-1-1 0,0 0-35-16,7 0-10 0,4 3 10 15,6-1 5-15,1 1 10 0,3 2 0 16,0-2-25-16,-1-1 7 0,-1 2 18 15,-2-3 20-15,-1 3 1 0,0 2 2 0,-3 2 13 0,-2-1 3 16,-2-2-16-16,-3 0 10 0,-3 0-12 16,-3 0-17-16,0 0-41 0,-1 0-42 15,-7 3 15-15,-3-1 5 0,1 0-2 0,-3-1 5 16,-5-1-24-16,1-1-25 16,-6-1-38-16,0-2-74 0,-3-1-120 0,6-2-269 15,-17-2-950-15</inkml:trace>
  <inkml:trace contextRef="#ctx0" brushRef="#br0" timeOffset="123448.786">15299 11512 192 0,'0'0'1062'16,"0"0"-305"-16,0 0-419 0,0 0-80 16,0 0 16-16,0 0 5 0,0 0-34 15,0 0-29-15,0 0-52 0,0 0-32 16,0 0-31-16,-42-13-9 15,41 13-15-15,-1 0-8 0,1 2-4 16,-2 3 0-16,0-2-18 0,-1 4-19 16,-1 2-6-16,1 3 2 0,-2 2 16 15,1 6 0-15,0 2 4 0,2 3-1 16,0 4-6-16,3 3 12 0,0 6 3 16,3 1 22-16,5-1-34 0,1-2-10 0,2-5-18 15,0-5-12-15,2-7-1 0,0-9-17 0,4-6-13 16,-1-4-30-16,4-6 9 0,2-11 18 15,-2-4-12-15,3-8-37 0,-3-2-19 16,-2-1-3-16,-1-1 21 0,-4 1 35 16,-2 3 11-16,0 1 17 0,-6 5-11 0,0 3 32 15,-4 6 7-15,-1 2 24 0,-1 3 19 16,-8 4 33 0,0 1-30-16,-3 1-19 0,-2 3 0 0,-1 0 19 15,0 3-7-15,-1 5 13 16,3 5-23-16,-1-1-11 0,4 2-25 0,1 0-1 15,3-3-54-15,3-3-106 0,-1-1-90 16,4-1-119-16,0-3-286 0,0-2-931 16</inkml:trace>
  <inkml:trace contextRef="#ctx0" brushRef="#br0" timeOffset="123770.826">15682 11478 1809 0,'0'0'1308'16,"0"0"-1097"-16,0 0-17 0,5 80 119 15,-5-48 29-15,0 6 49 0,-5-2-44 16,-1-3-87-16,1-2-111 0,0-6-76 16,4-6-70-16,-1-6-3 0,2-4-36 15,0-6-34-15,5-3-22 0,3 0 4 16,3-7-16-16,1-7-3 0,4 0-6 16,-1-5-4-16,-1-2 18 0,2 2 10 0,-4 0 36 15,-1 7 6-15,1 2-5 0,-4 6 24 16,-2 4 28-16,1 0 43 15,-3 9 56-15,-1 3 40 0,-1 6 3 16,-1 3-28-16,-1 0-28 0,0 1-13 16,0-3-21-16,0-2 0 0,0 0 9 15,0-6-21-15,0-2-40 0,2-6-10 16,1-3-32-16,0 0-47 0,4-7-33 16,1-5 15-16,2-5-25 0,4-4-75 0,0-8-132 15,0 0-234-15,2-3-390 0,-4 9-73 0,3-12-295 0</inkml:trace>
  <inkml:trace contextRef="#ctx0" brushRef="#br0" timeOffset="123871.329">16032 11624 2462 0,'0'0'332'15,"0"0"-300"-15,0 0-9 0,-15 67-8 0,12-53-15 16,0-4-52 0,1-3-219-16,2-4-451 0,0-3-831 15,0-3 1452-15</inkml:trace>
  <inkml:trace contextRef="#ctx0" brushRef="#br0" timeOffset="124457.616">16057 10939 2593 0,'0'0'377'0,"0"0"-233"16,0 0 51-16,-7 73 125 0,2-38-30 15,-1 8-13-15,2 6-44 0,-3 5-72 16,1 4-17-16,1 8 19 16,-1 0 5-16,-2 5-37 15,-1 3-39-15,-2-1-22 0,0 2-19 0,-1-2-20 16,2-8-31-16,1-9-26 0,4-12-25 15,5-12-19-15,0-9 21 0,8-9-21 16,3-6-64-16,6-8-50 0,0 0-31 16,6-8-73-16,2-9-206 0,-8 2-307 15,10-17-1012-15</inkml:trace>
  <inkml:trace contextRef="#ctx0" brushRef="#br0" timeOffset="124836.54">16378 11664 2141 0,'0'0'1387'0,"0"0"-1197"0,0 0 11 0,-32 67 160 16,18-47-82 0,3-2-18-16,3-4-59 0,1-10-101 15,7 1-95-15,0-5-6 0,10 0-45 0,3-7 20 16,6 0 13-16,5-2-3 0,1 4-13 16,4-1-15-16,1 6 16 0,-1 3 2 15,1 11 25-15,-1 5 15 0,-2 8 3 16,-4 3-17-16,-1 6 20 0,-5 2 13 15,-2 3-7-15,-4 2 13 0,-2 0-6 0,-2-1-11 16,-4 1-22-16,-3-2 10 0,-3 1 14 16,-7 0 14-16,-2 1 4 0,-8 0-16 15,0-1 1-15,-2-4 2 0,-5-4 1 16,0-5-16-16,-4-5 9 0,3-8-13 16,0-8-11-16,2-7-1 0,6-2-20 0,1-16-31 15,6-3 4 1,2-10-1-16,5-5 6 0,5-6-18 15,1-2-55-15,3 2-18 0,8-2 2 0,6 5 21 16,5 1 46-16,2 4 16 0,3 0 12 16,4 0 0-16,1 2-47 0,4 0-93 15,-2 1-160-15,-6 6-262 0,12-8-778 0</inkml:trace>
  <inkml:trace contextRef="#ctx0" brushRef="#br0" timeOffset="125337.335">17615 11671 1266 0,'0'0'2100'0,"0"0"-1720"16,0 0-185-16,0 0 13 0,0 0-58 15,0 0 11-15,-20 68 52 0,20-34-1 0,0 5-75 16,0-4-14-16,0 1-8 0,1-7-29 15,5-9-53-15,2-8-33 0,1-5-18 0,4-5-10 16,1-4-5-16,4-10-16 0,1-7 13 16,2-7 5-16,3-3-8 0,-2-3 5 15,0-2-24 1,-4 2 0-16,-1 2-6 0,-3 3 18 0,-3 4 3 0,-5 1-3 16,-3 3-16-16,-3 1 7 0,0 2 46 15,-9 4 9-15,-1 5 34 16,-4 3 24-16,-1 4 25 0,-2 7-40 15,1 9-13-15,-2 1 13 0,4 4-6 0,-1 3-19 16,3-1-18-16,5-2-30 16,1-6-38-16,2-1-116 0,4-3-65 0,0-5-124 15,0-2-186-15,4-3-525 0,6-1-581 0</inkml:trace>
  <inkml:trace contextRef="#ctx0" brushRef="#br0" timeOffset="125659.984">17994 11596 1129 0,'0'0'2148'0,"0"0"-1830"0,0 0-129 16,0 0 95-16,29 76 18 0,-29-51-5 16,0 0 19-16,-3 0-54 0,-2-3-113 15,1-4-76-15,1-6-40 0,2-5-33 0,1-4-20 0,0-3-25 16,3 0-22-16,5-6-15 0,5-7 36 16,5-2 6-16,2-7-45 0,0-1-28 15,4 0 15 1,-1-1 25-16,0 3 17 0,-1 6 7 15,0 4 15-15,-1 4 10 0,-5 3 22 16,1 4 2-16,-6 3 27 0,0 6 81 16,-5 7 33-16,-2-1-13 0,-2 6-24 15,-2 0-22-15,0 2-27 0,0-2 3 0,0-2 3 16,-3 0-4-16,0-4-36 0,3-4-21 16,-2-1-24-16,2-5-46 0,0-4-54 15,0-1-62-15,6-3-62 0,4-6-41 16,3-4-105-16,-3 1-293 0,10-9-773 0</inkml:trace>
  <inkml:trace contextRef="#ctx0" brushRef="#br0" timeOffset="125976.629">18547 11733 1441 0,'0'0'1323'16,"0"0"-661"-16,0 0-481 0,0 0 28 0,17 74 133 16,-9-63-65-16,0-1-18 0,4-8-93 15,2-2-104 1,3-4-38-16,1-7-6 0,3-4-18 15,1-2 0-15,0-4-52 0,-1-2-15 16,2-1-4-16,-5 4 1 0,-1 1 27 16,-5 2 9-16,-1 2 18 0,-7 5 14 0,-4 1 2 15,0 3 12-15,-7 1-10 0,-9 1 1 16,0 2 0-16,-7 2 0 0,2 0 21 16,-2 6 19-16,2 8 7 0,0 6-47 0,1 6 24 15,2 8 16-15,3 2 10 0,2 1-8 16,0 0-17-16,4-1-4 0,3-1-24 15,5-5-1-15,1-5-35 0,4-3-4 16,10-5-9-16,5-3-9 0,7-4-19 0,7-3-22 16,6-5 28-16,7 0-49 0,5-2-5 15,5 0-30-15,2-3-195 0,-1-2-170 0,1-2-440 16,-16 1-281-16</inkml:trace>
  <inkml:trace contextRef="#ctx0" brushRef="#br0" timeOffset="128297.631">20677 11075 205 0,'0'0'2440'0,"0"0"-2090"0,0 0-151 0,0 0-43 0,0 0 76 16,0 0 87-16,0 0 10 15,0 0-19-15,0 0-94 0,0 0-93 0,0 0-50 16,-62 14-21-16,38 8-6 0,-4 4-15 16,-1 3-16-16,2 2-15 0,3 0-1 0,2-2-2 15,5 1-22-15,2-2 10 0,8 0 12 16,4 1-22-16,3 2 10 0,3-1 0 16,10 3 15-16,2-2 0 0,2-2-2 15,0-1 2-15,2 0 1 0,-2-4-1 0,0-2-2 16,-1-3 0-16,-1-1 2 15,-4-2-10-15,1-2 10 16,-4-1 15-16,-5 0 31 0,-1-1 12 16,-2 0-12-16,-2 1-10 0,-5 0-8 15,-4 0 8-15,-2 0-5 0,-3-2-16 16,-2-1-15-16,1 0-3 0,-2-1-49 16,-1-2-3-16,3-2-15 0,1-1-9 15,3-3-22-15,0-1-10 0,4 0-24 16,4-3-35-16,2-5-96 0,3-4-183 0,0-3-164 0,0 2-568 15,14-14-297-15</inkml:trace>
  <inkml:trace contextRef="#ctx0" brushRef="#br0" timeOffset="128666.924">20821 11601 942 0,'0'0'2122'0,"0"0"-1717"16,0 0-168-16,9 77 40 0,-15-48 40 0,-1-3-5 15,-3-1-5-15,1-3-114 0,1-7-105 16,5-4-58-16,3-5-30 0,0-6-40 15,4 0-2-15,6-3-7 0,7-7 0 16,1-4-27-16,3-3-22 0,2-5 9 0,0 2-1 16,-4-1 32-16,3 5 21 0,-4 1 9 15,1 8 7 1,-1 2 21-16,-2 5 15 0,2 6 62 16,-2 7 6-16,0 6 6 0,-3 3 3 0,0 6-12 15,-3 3-40-15,-3 2-13 0,0 0 4 16,-4 7-7-16,-1-1-9 0,-2 6 31 15,0 2-12-15,-6 4 14 0,-6 3 7 16,-4 1-3-16,-2 1 8 0,-4 0 13 16,-3-5 49-16,-3-2-44 0,0-4-44 0,0-8-1 0,0-6-3 15,2-9-18-15,0-7-11 0,2-5-1 16,4-10-27-16,0 0-27 0,3-11-55 16,0-9 6-16,4-5 2 0,3-7-5 15,3-5-40-15,4-7-56 0,3-4-148 16,0-3-263-16,6 12-454 0,5-17-293 0</inkml:trace>
  <inkml:trace contextRef="#ctx0" brushRef="#br0" timeOffset="129569.469">21587 11147 1231 0,'0'0'264'15,"0"0"502"-15,0 0-507 0,0 0-166 16,0 0 30-16,0 0 108 0,0 0 102 16,0 0 51-16,0 0-66 0,-3 75-70 15,-2-32-25-15,-2 10-56 0,-1 5-16 0,-1 5-7 16,-1 2-16-16,-2 0-9 0,1-2-30 0,-1-4-38 16,1-4-20-16,2-4-31 0,2-8-14 15,0-7-7-15,5-6-37 0,2-10-24 0,0-5-40 16,0-5-31-16,6-6-31 0,5-4-47 15,3-4-27-15,4-8-37 0,4-8-137 16,2-5-211-16,-1-4-524 0,-4 5-190 0</inkml:trace>
  <inkml:trace contextRef="#ctx0" brushRef="#br0" timeOffset="130101.388">21764 11754 450 0,'0'0'300'16,"0"0"1655"-16,0 0-1445 0,6 76-141 15,-4-52-101-15,-2-2-16 0,3-2 28 16,0-8 5-16,2-5-64 0,4-4-93 15,2-3-51-15,3-10-16 0,6-8-16 0,3-6-45 16,2-3-39-16,-2-4-59 0,0-1-24 16,-3 5 27-16,-4 3 18 0,-2 2 13 0,-6 8-4 15,-5 3 68-15,-3 5 0 0,-2 2 49 16,-10 4-12-16,-2 0-3 0,-3 4 21 16,-3 8-3-16,0 2 0 0,1 5 7 15,-1 1-17-15,4 0-23 0,-2-1-19 16,8-2-2-16,0-6-35 0,7-3-49 0,1-4-39 0,2-2-29 15,2-2-35-15,8-2-37 0,3-6 34 16,7-6 32-16,2-4-26 0,4-4-55 16,2-2-14-16,0-1 85 0,-2 4 110 15,0 5 60-15,-2 8 3 0,-4 4 122 16,-3 4 108-16,-3 9 24 0,-1 5 12 16,-4 7 14-1,0 4 0-15,-4 1-57 0,0 6-57 16,0-3-10-16,0 2 52 0,0-3-56 15,1-6-70-15,2-7-27 0,4-7-28 0,1-5-30 16,6-3-2-16,1-7-22 0,5-8-28 16,2-4-11-16,1-5-19 0,0 1-13 15,-3 1 10-15,-1 5 11 0,-3 1 35 16,-3 8 14-16,-2 4 24 0,-5 4 1 0,0 0 12 16,-4 8 68-16,-1 3 30 0,-1 3-25 0,-3 4-27 15,-1-2-22-15,1 0-8 0,1-4-26 16,1-1-2-16,5-6-11 0,3-4-23 15,5-1-5-15,5-4-47 0,7-3-2 16,3-5-13-16,3-1-46 0,1-1-55 0,1 0-74 16,3 1-117-16,-1 1-182 0,-8 1-444 0,11-8-411 15</inkml:trace>
  <inkml:trace contextRef="#ctx0" brushRef="#br0" timeOffset="130764.973">24063 11173 2448 0,'0'0'525'0,"0"0"-221"0,0 0-47 15,0 0-10-15,0 0 52 0,-76 67-87 0,54-39-84 16,-1-2-57-16,4 4-13 0,1-6-5 0,5 0 9 15,6-2-7-15,6-6-6 0,1 0 3 16,2-3-30-16,9-1 2 0,2 5 7 0,3-4 3 31,0 2-13-31,1 0 7 0,1 0-7 16,-2 3-18-16,1 2 15 0,-3 0-15 16,1 2-3-16,-3-3-1 0,-2 3 1 15,1-2 4-15,-5-3-1 0,2 0-2 16,-3 0 2-16,-2-2-3 0,0 1 0 15,0-1-2-15,-3-3 2 0,0 4 2 16,-6-2-1-16,0 1 2 0,-4 1 8 0,-2 1-10 0,-3-1-1 16,-1 1 2-16,-1-3 16 0,-2-3-15 15,2-1-1-15,0-3-2 0,-2-5-33 16,0-2-50-16,0-7-24 0,0-5-37 16,2-10-38-16,3-2-41 0,2-8-65 15,5-5-179-15,3 7-297 0,2-20-647 0</inkml:trace>
  <inkml:trace contextRef="#ctx0" brushRef="#br0" timeOffset="130934.017">24069 11353 114 0,'0'0'2966'16,"0"0"-2555"-16,0 0-215 0,0 0 88 16,0 0 41-16,79 0-95 15,-58 0-67-15,3 0-61 0,1-5-69 16,6 2-33-16,0-1-6 0,2-3-77 15,5 1-108-15,2 0-88 0,3-2-87 16,-5 1-290-16,12-2-1090 0</inkml:trace>
  <inkml:trace contextRef="#ctx0" brushRef="#br0" timeOffset="131150.486">24790 11722 3365 0,'0'0'786'15,"0"0"-608"-15,0 0-175 0,0 0 62 16,0 0 59-16,0 0 61 0,0 0 42 16,0 0-120-16,101 11-58 0,-70-11-48 15,0-5-1-15,2-1-92 0,5-4-92 16,-4-2-53-16,4-2-101 0,-1-1-310 15,-9 3-598-15,9-7-971 0</inkml:trace>
  <inkml:trace contextRef="#ctx0" brushRef="#br0" timeOffset="131573.423">25389 11521 470 0,'0'0'2849'0,"0"0"-2430"0,0 0-246 0,-99 54 94 15,63-24 53-15,-1 6 31 0,1 4-54 16,4 0-109-16,6-3-69 0,8-8-61 0,6-4-40 0,7-7-18 15,4-5-25-15,1-5-23 0,6-5-7 16,7-3 13-16,6 0-13 0,3-8-15 16,2-5-34-16,2-4-24 0,0-2-10 15,1 3 3-15,-3-1 3 0,0 7 24 16,-3 2 21-16,1 6 34 0,-3 2 53 16,-1 7 10-16,-1 9 27 15,-1 4 19-15,-1 8-1 0,-4 1 1 16,0 5-16-16,-3 3 3 0,-2 1-21 15,-3 4-7-15,0 0 16 0,-3 4 18 16,-2 2-3-16,-5 1 9 0,-6 3-6 16,-2 0-9-16,-5 3 0 0,0-1 27 15,-4 0-6-15,-1 0-24 0,-1-5-7 16,2-5-2-16,2-7 2 0,0-7 13 0,2-8-4 0,6-9 4 16,-2-7-22-16,2-6-21 0,-2-8-18 15,1-9-28 1,-3-7 4-16,2-5 14 0,-1-5 7 0,0-4-13 15,-1-5-72-15,-1 0-44 0,6-4-19 16,4 3 12-16,3-2-37 0,6 4-114 16,1-1-212-16,10 1-462 0,-3 11-487 15,7-15 393-15</inkml:trace>
  <inkml:trace contextRef="#ctx0" brushRef="#br0" timeOffset="132291.204">25788 11647 1661 0,'0'0'1175'16,"0"0"-947"-16,0 0-126 0,12 68-35 15,-9-32 64-15,2 7 135 0,-5 10 34 16,0 8-36-16,0 9-68 0,-5 8-42 0,-3 5-12 16,-5 6-16-16,0 4-15 0,-1-2-26 15,0-3-21-15,2-9-18 0,1-10-34 16,3-10-12-16,3-16-11 0,2-13-1 0,3-13-19 16,3-10-33-16,5-7-61 0,3-17-53 15,6-12-20-15,5-15-25 0,0-10-109 16,4-12-164-1,-8 12-564-15,3-30-217 0</inkml:trace>
  <inkml:trace contextRef="#ctx0" brushRef="#br0" timeOffset="132475.779">25878 11639 795 0,'0'0'1566'16,"0"0"-1297"-16,0 0-211 0,0 0 3 15,0 0 74-15,0 0 83 0,0 0 12 0,0 0-61 0,85 7-68 16,-66 7-44-16,-2 2 16 0,-4 1 12 15,-3 2-29-15,-2 2 7 0,-7-1 9 16,-1 3-34-16,-3 1-21 0,-8 2-17 16,-7 1-41-16,-2-2-75 0,-4 3-23 15,1-5-31-15,0-2-40 0,2-2-93 0,0-4-341 16,7-3-785-16</inkml:trace>
  <inkml:trace contextRef="#ctx0" brushRef="#br0" timeOffset="132607.258">26417 12015 706 0,'0'0'2537'0,"0"0"-2017"0,0 0-378 0,0 0 31 15,0 0 86-15,0 0-95 0,0 0-56 16,0 0-108-16,0 0-173 0,0 0-236 16,0 0-366-16,41-29-1654 0</inkml:trace>
  <inkml:trace contextRef="#ctx0" brushRef="#br0" timeOffset="133657.538">26956 11575 202 0,'0'0'189'15,"0"0"1429"-15,0 0-1064 0,0 0-152 16,0 0-59-16,0 0-16 0,0 0-59 16,0 0 21-16,80 19-44 15,-46-12-41-15,7 4-7 0,2-6-69 0,-1-2-30 0,0-1-40 16,-2-2-33-16,-4 0-25 0,1 0 0 16,-1 0-16-16,-2-4-11 0,-4-2-25 15,-3 0-86-15,-2 1-49 0,-7-2-53 16,-5 2-77-16,-4 3-183 0,-5-1-278 0,-4 2-609 15</inkml:trace>
  <inkml:trace contextRef="#ctx0" brushRef="#br0" timeOffset="133826.855">27182 11694 65 0,'0'0'69'16,"0"0"205"-16,0 0 828 0,0 0-741 31,0 0 38-31,0 0-57 0,0 0 57 0,0 0-34 0,0 0-64 16,91 68-21-16,-42-62-63 0,3-5-74 15,1-1-81-15,-2-1-59 0,-1-8-3 16,-2-3-43-16,0-2-53 0,-4-4-143 16,-4-2-123-16,-9 3-310 0,2-11-912 0</inkml:trace>
  <inkml:trace contextRef="#ctx0" brushRef="#br0" timeOffset="134112.159">27587 11307 346 0,'0'0'1186'15,"0"0"-430"-15,0 0-194 16,0 0-101-16,99 24-36 0,-68-12-57 0,2 5-100 16,1 1-61-16,0 4-43 0,-3 1-100 15,-3 1-46-15,-5 4-18 0,-7 0-27 0,-2 1-59 16,-8 1-4-16,-4 2-8 0,-2 0-17 15,-8 4-6-15,-10-2 25 0,-5 3 21 16,-8 3-11-16,-3 1 14 0,-3-1 3 16,-3 2 50-16,1-5-6 0,-1-2-38 15,4-5-38-15,5-6-60 0,5-5-75 0,5-7-186 16,7-3-393-16,-1-9-932 0</inkml:trace>
  <inkml:trace contextRef="#ctx0" brushRef="#br0" timeOffset="135983.655">26600 10874 3 0,'0'0'310'0,"0"0"1271"0,0 0-1021 15,0 0-134-15,0 0-61 0,0 0-31 16,0 0-88-16,3 72-58 0,-3-44-36 16,0 3-15-16,-1 7-4 0,-2 3-15 15,1 7 2-15,-1 7-10 0,-2 4 19 16,-1 5 36-16,-1 8-40 0,-3 7-42 16,-5 4-29-16,-1 2-17 0,-2 1-22 15,-2-1 10-15,2-1-25 16,1-6-30-16,2-7 9 0,0-9-22 15,5-8-12-15,2-12 19 0,5-8 8 16,3-9 1-16,0-7-31 0,0-5-21 16,0-7-13-16,0-2 3 0,0-4-18 15,2 0-60-15,1-5-93 0,3-9-81 0,2-5-132 16,0-6-172-16,-1 3-341 16,1-22-484-16</inkml:trace>
  <inkml:trace contextRef="#ctx0" brushRef="#br0" timeOffset="136246.878">26649 11067 368 0,'0'0'1895'0,"0"0"-922"0,0 0-762 0,0 0-164 0,0 0 67 16,0 0 120-16,0 0 37 0,0 0-69 16,0 0-59-16,88-14-72 0,-68 25-25 15,-1-2-9-15,1 2 0 0,0 4 0 16,-5 0-35-16,-2-1 17 0,-4 2-19 15,-4 2 0-15,-3 0-1 0,-2 3-30 16,-3-1 0-16,-7 3-15 16,-5 2 15-16,-4-1-31 15,-3 2-34-15,-4-2 9 0,-2 2 28 0,0-2-31 16,-4-3 3-16,2-5-43 0,2-3-112 16,1-6-139-16,9 0-263 0,-8-7-551 0</inkml:trace>
  <inkml:trace contextRef="#ctx0" brushRef="#br0" timeOffset="136863.548">29720 11384 1702 0,'0'0'662'0,"0"0"-105"16,0 0-303-16,0 0-92 0,0 0 197 16,0 0 135-16,29 84-110 0,-23-34-119 15,-3 10-85-15,-1 13-33 0,-2 9-25 0,-6 3-22 16,-5 5-15-16,-3 2-12 15,0-1-25-15,-3-4-20 0,0 1-10 0,2-4-17 0,-1-8-1 16,2-6-1-16,2-11 0 0,3-13-17 16,2-10-16-16,4-9-48 0,2-13-82 0,1-5-70 15,0-6-17-15,1-3-32 0,5-9-133 16,4-12-192-16,-3 2-401 0,3-29-301 0</inkml:trace>
  <inkml:trace contextRef="#ctx0" brushRef="#br0" timeOffset="137131.839">29785 11462 1167 0,'0'0'1856'0,"0"0"-1555"16,0 0-196-16,0 0-13 0,82-37 104 16,-48 33 112-16,2 4-76 0,6 2-67 0,1 8-42 15,-1 4-39-15,0 3-29 0,-5 0-24 0,-6 3-30 16,-3 2 11-16,-11 2 10 0,-6 4-10 15,-9 2 0-15,-4 2 34 0,-16 3-3 16,-9 7-43-16,-8-2-3 0,-6 0-46 16,-6 0-34-16,-1-8 19 0,-1-2-4 15,5-8-3-15,1-7-47 0,6-4-22 0,7-4-28 0,4-5-74 16,6-2-169-16,7 0-133 0,3-6-448 16,2 0-475-16</inkml:trace>
  <inkml:trace contextRef="#ctx0" brushRef="#br0" timeOffset="137585.546">30840 11664 2164 0,'0'0'1208'0,"0"0"-1008"15,0 0-41-15,0 0 142 0,0 0 40 0,0 0 48 16,0 0-98-16,0 0-157 15,0 0-79-15,-75 58-37 0,38-36 7 0,-3 3-13 0,-4 1-12 16,2 2-3-16,-4 2-22 0,4 0-5 0,3-1 3 16,4 0-7-16,8 1-2 15,4-4 14-15,9-2-2 0,7-4-1 16,7-2-11-16,0 0 2 0,13-1 3 0,4-2 16 16,6 1 12-16,6-2-11 0,4-2 13 15,3-4 1 1,3-2-3-16,4-2-9 0,-2-2-10 0,-1-1 22 15,-4 0-12-15,1 3 10 16,-3-3-14-16,-4-1 16 0,-3 5 13 0,-5-3-13 16,-2 3 0-16,-3-2 13 0,-2 1 18 15,-3-4 33-15,-3 4 12 0,-3-4-6 16,-1 0-9-16,-2 0 0 0,-3 0 3 16,1-4 3-16,-1-2 3 0,0-3-3 0,0-4-16 15,0-3-14-15,-4-2-10 0,-1-2-15 0,-1-5-9 0,1-3 7 16,-4-8-10-16,5-4-3 0,-1-9-27 15,3-5-40-15,2-7-21 0,0-3-43 16,0 2-45-16,2 3-53 0,4 6-82 16,2 12-107-16,0 10-184 0,-4 12-197 15,-1 4-685-15</inkml:trace>
  <inkml:trace contextRef="#ctx0" brushRef="#br0" timeOffset="138364.901">32264 11523 871 0,'0'0'19'0,"0"0"958"0,0 0-604 0,0 0-173 16,0 0-22-16,0 0 47 0,0 0 70 16,0 0-17-16,0 0-53 0,0 0-61 15,0 0-22-15,-70-61 3 0,59 58 8 0,0 1-32 32,-1 2-16-32,5 0-9 0,0 0-13 15,1 0-21-15,1 4-25 0,-3 3-10 16,2 3 4-16,-2 1-3 0,-1 6-1 15,-1-1-5-15,1 4-4 0,1 0-6 0,-4-1 16 16,2 0 12-16,-3 1-13 0,-3 3-12 16,-2 2-14-16,-1 2-1 0,-3 3 4 0,-1 2 8 0,1 3-12 15,-4 1-1-15,1 7 0 0,-3 2 1 16,2 7 14-16,-1 2 7 0,3 1 7 16,0 1-1-16,6-4 7 0,6-4-4 15,8-6 13-15,4-7 60 0,3-6-18 16,11-6-33-16,8-4-28 0,6-5 1 15,9-5-4-15,4-6 15 0,8-3-15 0,6-8-18 0,-1-8-3 16,0-3-10-16,-3-4-74 0,-8 0-53 16,-5-2-34-16,-8 4-27 0,-7-1-47 15,-5 0-135-15,-9 6-585 0,-9-5-868 0</inkml:trace>
  <inkml:trace contextRef="#ctx0" brushRef="#br0" timeOffset="138523.383">31853 12128 3314 0,'0'0'705'0,"0"0"-504"0,0 0-74 0,0 0 189 15,0 0 88-15,0 0-96 0,107 7-111 16,-70-17-112-16,4-3-49 0,0-4-35 0,0-1-1 16,-5 0-81-16,-3 0-59 0,-4 3-54 0,-3-1-75 15,-3 3-99-15,-6 2-184 0,-4 1-469 0,-7 6-265 16,-5 1-371-16,-1 3 1657 0</inkml:trace>
  <inkml:trace contextRef="#ctx0" brushRef="#br0" timeOffset="138649.66">32237 12094 836 0,'0'0'101'0,"0"0"1314"15,-20 67-973-15,15-43-214 0,1 6-36 16,-1 3 9-16,2 1 24 0,1 0 18 16,1 3-4-16,-1-1-105 0,1-2-134 15,1-1-75-15,0-3-170 0,0 2-136 16,0-10-258-16,0 13-743 0</inkml:trace>
  <inkml:trace contextRef="#ctx0" brushRef="#br0" timeOffset="138803.105">32454 12877 1600 0,'0'0'1448'0,"0"0"-1448"0,0 0-1381 0,0 0-175 0</inkml:trace>
  <inkml:trace contextRef="#ctx0" brushRef="#br0" timeOffset="141639.257">26886 13825 718 0,'0'0'2065'31,"0"0"-1616"-31,0 0-181 0,0 0-63 0,0 0 100 15,0 0-38-15,0 0 9 0,96 57 19 16,-38-48 8-16,8-4-133 0,6-5-48 16,2 0-40-16,-1-5-13 0,-2-3-14 15,-4-3-16-15,-3-3-36 0,-4-1-2 16,-1-1-1-16,-6-3-38 0,-5 1-8 0,-8 3-108 16,-12 2-65-16,-8 4-62 0,-14 3-54 15,-6 6-164-15,-6 0-262 0,-30 7-672 0</inkml:trace>
  <inkml:trace contextRef="#ctx0" brushRef="#br0" timeOffset="141792.988">27111 14050 362 0,'0'0'2234'0,"0"0"-1812"15,0 0-138-15,0 0-36 0,0 0 153 16,27 71-109-16,11-60-10 0,12-4-33 0,10-6-83 16,10-2-68-1,9-16-59-15,2-4-39 0,1-6-9 16,-2-3-98-16,-5 0-15 0,-7-1-60 15,-7 0-136-15,-13 0-268 0,-16 8-600 16,-6-9-866-16</inkml:trace>
  <inkml:trace contextRef="#ctx0" brushRef="#br0" timeOffset="142056.198">27649 13431 1087 0,'0'0'1413'0,"0"0"-1222"0,0 0 41 0,0 0 161 15,100 39 60-15,-55-19-100 0,8 4-123 16,8 3-118-16,5 4 24 0,3 0 48 16,-4 3-101-16,-3-2-58 0,-9 1-13 15,-8 0-12-15,-11 1 0 0,-6 0-34 16,-11 2-45-16,-8 0-78 0,-9 3 12 16,-6-1 30-16,-16 3 0 15,-10 2 56-15,-9 1 31 0,-8 3 15 16,-6 0-8-16,-4-2-20 0,-1 0 0 15,-1-7 15-15,5-4-33 0,5-6-108 16,7-8-213-16,8-7-195 0,5-6-596 16,15-3-393-16,1-9 1466 0</inkml:trace>
  <inkml:trace contextRef="#ctx0" brushRef="#br0" timeOffset="142516.543">29217 13840 2071 0,'0'0'608'0,"0"0"-470"0,11-65-99 16,-11 37 6-16,0 4 128 0,0 4 51 15,-2 4 5-15,-4 6 49 0,-1 7-16 16,-4 3-50-16,0 3-76 0,-6 10-18 16,-2 8-19-16,-4 8 18 0,-2 9 30 15,-3 11 12-15,2 4-37 0,2 7-34 16,-4 2-45-16,4 0-16 0,2-4-8 0,5-2-10 0,5-7-8 15,7-8-2 1,5-7 2-16,5-5 8 0,10-7 6 16,5-6-13-16,5-4-2 0,0-4 0 15,6-7-3-15,0-1-15 0,1-9-19 16,-2-6-97-16,1-4-52 0,-6-1-50 0,-2-2-10 16,-6 0-186-16,-3-1-183 15,-7 4-137-15,-6 0-341 0,-1 7-496 0</inkml:trace>
  <inkml:trace contextRef="#ctx0" brushRef="#br0" timeOffset="142641.549">29065 14140 411 0,'0'0'1618'16,"0"0"-823"-16,0 0-359 0,0 0-197 15,0 0-34-15,0 0 66 0,0 0-86 16,0 0-75-16,0 0-76 0,81 16-34 0,-53-23-16 0,-2-3-171 16,-3-2-77-16,-3 1-90 0,-4-1-100 15,-3 4-203-15,-3 1-128 0,-2 2-462 16</inkml:trace>
  <inkml:trace contextRef="#ctx0" brushRef="#br0" timeOffset="142772.702">29288 14101 113 0,'0'0'538'0,"0"0"670"0,0 0-463 0,-26 83-228 16,23-55-137-16,-1 5-33 0,2-1-64 16,0 0-83-16,2 0-15 0,0-1 7 15,0-1-20-15,5-4-41 0,1-2-48 16,4-6-83-16,2-2-6 0,-1-5-43 16,5-3-71-16,0-3-33 0,3-4-32 0,4-1-34 15,2-8-138-15,-5-1-348 0,11-14-933 0</inkml:trace>
  <inkml:trace contextRef="#ctx0" brushRef="#br0" timeOffset="142941.984">29974 14228 1163 0,'0'0'1949'0,"0"0"-1320"16,-16 66-418-16,6-42-47 0,2 3 131 0,0-3-17 15,2-4-100-15,2-7-178 0,3-4-9 16,1-4-151-16,0-5-55 0,5 0-74 16,0 0-214-16,1-13-711 0</inkml:trace>
  <inkml:trace contextRef="#ctx0" brushRef="#br0" timeOffset="143095.579">29987 13896 1353 0,'0'0'1759'0,"0"0"-1686"0,0 0-73 15,0 0-45-15,77 1-2 0,-52-5-230 16,1-2-278-16,-4 1-769 0</inkml:trace>
  <inkml:trace contextRef="#ctx0" brushRef="#br0" timeOffset="143342.944">30257 14121 2244 0,'0'0'1322'0,"0"0"-1098"0,0 0-73 0,0 0 119 0,-50 70-15 16,48-58-107-16,2-1-77 0,0-1-31 31,8 2-3-31,7-1 0 0,-4 1-16 16,5 1-21-16,-2-1 3 0,0 1 0 15,1 2-3-15,-4-1 0 0,-1-1-3 16,-2 1-15-16,-1-1-7 0,-4-2 7 15,0-1 0-15,-3 0 2 0,0-2-24 0,-1 1-49 0,-9-1-35 16,-5 0-31-16,-1 1-10 0,-4-4-8 16,1 0-15-16,-2-2-138 0,5-2-256 15,-13-1-683-15</inkml:trace>
  <inkml:trace contextRef="#ctx0" brushRef="#br0" timeOffset="143875.072">30785 14127 668 0,'0'0'1428'0,"0"0"-611"0,0 0-385 16,0 0-134-16,0 0 27 0,0 0-21 0,0 0-19 15,77 48-64-15,-73-29-61 0,-1 2-23 16,-3 1-12-16,0 1-42 0,0-2-44 16,-4-3-38-1,-1-3-1-15,3-5-21 0,2-1-9 16,0-6-7-16,0-3 6 0,0 0 1 0,2 0-10 16,4 0-27-16,6-1 31 0,2-1 11 15,3-1 24-15,1 0 0 0,0 3 1 0,1-1 1 16,0 1 11-16,-3 0-12 0,-3 0 0 15,-3 2 13-15,0 3 48 0,-4 1-9 16,-1-2 2-16,-2 5 10 0,-1-2-9 0,-1 3-9 16,-1 1-19-16,0-1-9 0,0-1-5 15,0 0-13-15,-3-2-12 0,3-4-30 16,0 0-68-16,0-1-48 0,0-2-50 16,0 0-60-16,5 0-141 0,5-5-261 15,0-4-419-15,0 2-283 0</inkml:trace>
  <inkml:trace contextRef="#ctx0" brushRef="#br0" timeOffset="144159.954">31243 14241 821 0,'0'0'146'0,"0"0"239"0,0 0 958 16,0 0-794-16,0 0-139 0,0 0-45 15,0 0-34-15,17 77-59 0,-17-59-35 16,0 0-35-16,0-4-46 0,5-4-62 16,1-2-54-16,6-4-40 15,1-3-10-15,5-1 7 0,1-1-12 16,4-9-6-16,5-4-34 0,-3-2-18 15,1-1-49-15,-4-1-22 0,-2 2 6 16,-4 4 31-16,-7 2 8 0,-5 4 12 16,-2-1 13-16,-2 3 12 0,-3 2 13 15,-3 1 49-15,-2 1 65 0,-4 0-2 16,-1 7-45-16,-3 5-18 0,-2 2-11 0,-2 4 11 0,3 0 1 16,1-1 13-16,3-2-14 0,6-5-25 15,4-5-102-15,3-5-214 0,5-2-250 16,9-10-118-16,-3 0-309 0,15-19-525 0</inkml:trace>
  <inkml:trace contextRef="#ctx0" brushRef="#br0" timeOffset="144360.563">31947 13741 1152 0,'0'0'1736'0,"0"0"-1141"0,0 0-481 0,-12 65-41 16,1-32 260-16,-3 8 120 0,-1 6-28 15,2 2-80-15,3 5-132 0,3 0-65 16,1 1-45-16,6-1-39 0,0-2-64 0,0-6-19 0,9-4-87 16,-1-4-88-16,3-6-50 0,4-3 6 15,-2-8 26-15,2-4-68 0,-4-8-213 16,1-5-497-16,-4-5-498 0</inkml:trace>
  <inkml:trace contextRef="#ctx0" brushRef="#br0" timeOffset="144499.553">31730 14172 2073 0,'0'0'1128'0,"0"0"-921"0,0 0-175 15,0 0 73-15,77 5 123 0,-33-8-30 16,6-5-103-16,6 0-92 0,4-4-3 16,0 0-218-1,-19 3-298-15,19-2-829 0</inkml:trace>
  <inkml:trace contextRef="#ctx0" brushRef="#br0" timeOffset="145145.862">29999 14914 91 0,'0'0'2308'0,"0"0"-1863"0,0 0-198 16,0 0 101-16,0 0 38 0,0 0-81 16,0 0-84-16,0 0-69 0,0 0-32 15,0 0-30-15,0 0-69 0,-98 8-19 0,59 15 0 16,1 3 38-16,1 0 3 0,2 1-30 16,5 1 5-16,6-3 0 0,5-5 6 15,7-1-24-15,6-1-18 0,5 0-13 0,1 1 3 16,4 0 28-16,11-1-3 0,1-2 1 0,4-2-13 15,1-2 12-15,0-3-8 0,0-3 11 16,-2 2 13-16,-5-1 5 0,-4 0 19 16,-5 1 0-16,-3 2-10 0,-2 3 16 15,-4 2 15-15,-4 1 40 0,-3 1-49 0,-3 1-19 16,1-3-14-16,0-5-16 0,3-1-22 16,1-6-66-16,3-1-53 0,4-2-30 0,-2-5-33 15,4-5-115-15,0-7-214 0,4 3-164 16,6-15-585-16</inkml:trace>
  <inkml:trace contextRef="#ctx0" brushRef="#br0" timeOffset="145299.603">30089 15120 821 0,'0'0'1943'0,"0"0"-1478"0,0 0-258 16,0 0 176-16,41 87 3 0,-40-60-76 15,-1 3-75-15,0-1-27 0,-5-1-52 16,-3-2-61-16,4-7-44 0,-1-1-51 0,2-9-41 0,3-5-124 15,-1-4-129-15,1 0-120 0,0-3-352 16,-2-14-756-16</inkml:trace>
  <inkml:trace contextRef="#ctx0" brushRef="#br0" timeOffset="145431.218">30199 14954 1816 0,'0'0'1243'16,"0"0"-926"-1,0 0-289-15,0 0 55 0,0 0 6 0,85-40-89 16,-66 33-13-16,-1 0-244 0,0 4-234 16,-4 1-513-16,3 2-622 0</inkml:trace>
  <inkml:trace contextRef="#ctx0" brushRef="#br0" timeOffset="145847.142">30388 15182 1516 0,'0'0'1357'0,"0"0"-642"15,-25 82-446-15,19-53-52 0,-2-1 141 0,5-3-7 16,2-6-109-16,1-4-92 0,3-6-77 15,6-4-30-15,2-3-37 0,3-2-6 16,3-3-10-16,5-8 8 0,4-5-33 16,-3-4-44-16,4-3-37 0,-2-2-3 15,1 3-19-15,-3 5 39 0,-4 4 44 0,-5 8 21 16,-3 4 6-16,-3 1 28 0,-1 3 20 16,-4 6 20-16,-1 1 62 0,-2 2 27 0,2 2-1 15,-2 0-30-15,0 0-7 0,0-3-5 16,0 1-29-16,0-4-8 0,1-1-19 15,2-3-30-15,2-1-32 0,1-3-32 16,3 0-12-16,2-6-6 0,2-2 27 16,2-4-3-1,3 0-9-15,0-2 15 0,0 4 9 16,-1 1 15-16,-1 2 10 0,-3 5 5 16,-1 2 13-16,-1 0 11 0,-2 2 87 15,-4 8 36-15,2 1-3 0,-2 1-18 0,-2 6-25 0,1 0-24 16,0 1 24-16,-1 0 24 0,2-1-27 15,-1-3-46-15,2-5-39 0,-1-4-45 16,1-1-49-16,2-3-33 0,1-2-40 16,4-2-50-16,1-6-91 0,4-8-217 15,-1 2-543-15,11-15-480 0</inkml:trace>
  <inkml:trace contextRef="#ctx0" brushRef="#br0" timeOffset="146063.789">31352 15172 1865 0,'0'0'1812'0,"0"0"-1566"16,-15 68-193-16,5-29 170 0,-1 5 131 0,-3 6-38 16,2 4-22-16,-1 6-69 0,-1 1-46 15,0 3-9-15,2 1-40 0,-1-5-76 0,1-4-39 16,1-6-15-16,0-5-1 0,0-7-68 16,2-9 8-16,3-7-27 0,1-6-14 15,0-5-1-15,1-9-37 0,3-2-21 0,-1 0-50 16,2-9-68-16,0-7-123 0,3-6-134 15,4-6-67-15,0-4-114 0,-1-8-302 16,0-3-65-16,-1-5 724 0</inkml:trace>
  <inkml:trace contextRef="#ctx0" brushRef="#br0" timeOffset="146263.513">31317 15229 646 0,'0'0'221'16,"0"0"200"-16,0 0 881 0,0 0-849 15,0 0-73-15,78-57 54 0,-68 57-64 16,0 3-85-16,1 6 5 0,0 3-36 15,-2 1-80-15,-1 1-55 0,-2 1-44 0,0-1-26 16,-4 2-19-16,0-1-14 16,-2-1-16-16,0 0 0 0,-2-1-13 0,-5 0-32 15,-3-1-31-15,0 0-27 0,-3-5-19 16,3 0-37-16,3-5-16 0,3-2-68 16,2-11-160-16,2-8-258 0,9-10-126 15,8-8-321-15,3-6-223 0</inkml:trace>
  <inkml:trace contextRef="#ctx0" brushRef="#br0" timeOffset="146595.36">31840 14768 1235 0,'0'0'345'0,"0"0"1217"0,0 0-1120 0,0 0-98 15,0 0 22-15,19 73-87 0,-22-38-39 16,-7 5-29-16,-2 10-15 0,-5 4-26 16,1 5-42-16,-1 1-25 0,4 0-76 15,3-1-27-15,4-6 0 0,5-9-33 16,1-8-46-16,6-9-9 15,9-8 12-15,4-8-34 0,6-8 34 16,4-3 9-16,2-5-28 0,5-11-33 16,-2-2-13-16,-3-4 2 0,-2-2-3 15,-4 5-22-15,-8-1-4 0,-7 4 29 16,-6 2 139-16,-4 3 0 0,-1 6 157 16,-11 3 33-16,-6 2 11 0,-4 8 6 15,-4 9 4-15,-4 3-9 0,1 7-38 0,1 1-51 0,3 1-46 16,4-3-46-16,5-2-21 0,7-2-40 15,4-4-57-15,5-5-15 0,5-2-13 16,10-3 0-16,7-1 24 0,9-3 30 16,6 0 50-16,2-4-182 0,5 0-147 15,-3-4-117-15,-10 1-679 0,5-2-1205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15:02.8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3764 1331 795 0,'0'0'1766'0,"0"0"-1076"0,0 0-435 15,0 0-157-15,-62-66 70 0,46 47 134 0,-1-2-37 16,1-1-33-16,-3 1-69 0,1-2-15 16,-1 4 8-16,-1 0-16 0,-2 5-39 15,3 3-25-15,-4 4 9 0,0 4-22 16,0 3-35-16,-3 8-28 0,-3 10 15 0,0 9-14 16,-2 11 1-1,-3 11 13-15,1 11-3 0,1 11 0 16,2 8 3-16,6 9 28 0,2 7 5 0,8 5-24 0,1 1 4 15,7-2-27-15,5-8 17 0,1-11-18 16,4-13-14-16,10-16-10 0,5-13-1 16,9-14-5-16,6-11-27 0,6-10-34 15,7-5-40-15,3-13 0 0,6-9-39 16,1-8-69-16,-1-7-84 0,-3-2-137 16,-4 2-223-16,-7 0-351 0,-12 12-179 15</inkml:trace>
  <inkml:trace contextRef="#ctx0" brushRef="#br0" timeOffset="300.967">3839 1889 912 0,'0'0'641'0,"0"0"903"0,0 0-943 16,0 0-185-16,0 0-133 0,0 0-11 16,-39 80-24-16,24-44-3 0,-2 3-2 0,4-1-46 0,-1-6-42 15,7-7-58-15,2-7-75 0,5-9-22 16,0-4-40-16,0-3-8 0,6-2-9 16,4-3-25-16,3-4-15 0,3-4 3 0,1-3 42 15,-1-3-15-15,0-3-9 0,-2-3 6 16,-1 3 9-16,-4 0 22 0,-2 3 36 15,-1 3-8 1,-2 5 11-16,-1 0 30 0,-1 6 19 16,-1 3-1-16,-1 0-47 0,3 0 25 0,0 6 14 15,3 4 23-15,2 5 25 0,1 3-2 16,0 5-17-16,0 1-2 0,2 0 9 16,-4-3-16-16,4 0-27 0,-2-6-33 15,3-5-36-15,3-3-43 0,0-3-27 16,2-4-30-16,2 0-25 0,4-7-16 0,-3-3-40 0,2-2-103 15,-1-4-215-15,-4 3-468 0,4-7-294 0</inkml:trace>
  <inkml:trace contextRef="#ctx0" brushRef="#br0" timeOffset="617.434">4425 1738 1558 0,'0'0'510'0,"0"0"692"15,0 0-824-15,0 0-113 0,0 0 55 16,-38 79 61-16,17-47-86 0,-3 3-69 16,-1 0-64-16,5-4-47 0,1-5-30 15,5-4-43-15,7-7-42 0,2-4-34 16,5-2-14-16,0-1-13 0,8-1-12 0,6-3 0 0,2 3-12 16,7-2-4-16,3 1 7 0,1 0-1 15,2 0 4-15,1-2 17 0,-4 2 13 16,-1 3 37-16,-2-3-2 0,-6 1 14 15,-2 3 22-15,-5-2 21 0,-3 4 15 0,-4-4 7 16,-3 3 17-16,0-1-2 0,-9 2-31 16,-4 1-23-16,-5 0-26 0,-1 0-49 0,-4-2-6 15,0 0-21-15,2-4-47 0,1-2-27 16,2 0-35-16,1-5-67 0,2 0-197 16,5-3-645-16,-2-12-714 0</inkml:trace>
  <inkml:trace contextRef="#ctx0" brushRef="#br0" timeOffset="971.51">4865 2007 2962 0,'0'0'1449'0,"0"0"-1276"0,0 0-157 0,0 0 79 16,0 0 114-16,0 0 17 0,0 0-113 15,0 0-101-15,0 0 43 0,0 0 12 16,98 23-67-16,-69-40-80 0,-2-4-88 15,-1-1 6-15,-7 2 18 0,-5 2 15 0,-5 3-6 16,-6 5-23-16,-3 2 21 0,-9 5 47 16,-7 3 90-16,-4 0 84 0,-6 0 37 15,-3 3-15-15,-2 8 8 0,-1 3-12 16,0 6-7-16,3 5-31 0,1 1-2 16,3 6 20-1,3 1-12-15,4 1 1 0,2-1-17 16,9-4-26-16,2-3-28 0,5-6-25 15,3-2 10-15,10-4 15 0,6 0 6 16,7-2-6-16,3-1-41 0,5-1-75 0,7-3-25 16,6-1 6-16,6-1-28 0,1-5-197 15,-11 0-896-15,20 0-958 0</inkml:trace>
  <inkml:trace contextRef="#ctx0" brushRef="#br0" timeOffset="1429.313">5905 1138 1099 0,'0'0'387'16,"0"0"898"-16,0 0-756 0,52 72-129 0,-26-46 28 15,2-4-80-15,2-1-15 0,3-4-94 16,5-6-47-16,0-5-64 0,4-6-46 16,4 0-18-16,-1-12-37 0,4-3-9 15,-4-6-18-15,-5-3-12 0,-1-2-46 16,-6 1-57-16,-3 1-62 0,-4 2-24 15,-7 3-81-15,-3 3-213 0,-9 6-493 0,-7 5-417 16</inkml:trace>
  <inkml:trace contextRef="#ctx0" brushRef="#br0" timeOffset="1604.238">6362 1210 706 0,'0'0'1216'16,"0"0"18"-16,0 0-972 0,0 0-91 15,-36 69 66-15,35-41 152 0,1 6-38 0,0 6-77 16,0 5-54-16,10 4 18 0,-3 1-29 15,0 2-78-15,1-2-84 0,-2-3-47 16,0-2-88-16,0-7-51 0,-1-6-28 16,0-8-1-16,4-5-12 0,-2-7-69 15,2-5-91-15,1-7-217 0,-3 0-455 16,3-9-581-16</inkml:trace>
  <inkml:trace contextRef="#ctx0" brushRef="#br0" timeOffset="1807.682">6548 1361 1550 0,'0'0'988'0,"0"0"-252"0,0 0-523 0,-13 81-109 15,10-40 114-15,-1 5 187 0,1 5-57 16,0 1-102-16,2 1-105 0,1-2-74 16,0-2-65-16,0-1-2 0,0-2-76 15,0-4-90-15,1-5-40 0,2-4-8 16,0-7 12-16,0-5-59 15,0-7-86-15,-2-2-163 0,-1-5-257 0,0-2-763 0</inkml:trace>
  <inkml:trace contextRef="#ctx0" brushRef="#br0" timeOffset="2364.081">6303 2067 859 0,'0'0'2851'0,"0"0"-2402"0,0 0-386 0,0 0-60 15,0 0 146-15,0 0 15 0,0 0 21 16,78-35 33-16,-48 26-47 0,6 0-52 0,4 0-22 15,1-1-27-15,1 1-27 0,2-4-33 16,-3 2-10-16,-2-3-24 0,-2 0-25 16,-1 1-76-16,-4 0-67 0,-3 3-83 15,-6 3-55-15,-4 1-252 0,-8 4-574 16,-11 2-758-16</inkml:trace>
  <inkml:trace contextRef="#ctx0" brushRef="#br0" timeOffset="2789.943">4493 2898 1600 0,'0'0'2165'0,"0"0"-1945"0,0 0-220 16,0 0 0-16,0 0 111 0,0 0 70 31,0 0-29-31,0 0-7 0,0 0 3 0,0 0-22 16,88-25-4-16,-49 19 37 0,10 3 9 16,0 0-41-16,7 0 4 0,3-1 17 0,6 2-3 15,7-4-39-15,9 1-36 0,7-4-37 16,10 0 39-16,10-4 70 0,9-3-70 0,10-4-36 0,11-2-34 15,6 2 0-15,3 0 1 16,1 4 18-16,-2 5-21 0,-9 3-31 16,-3 4 28-16,-9 4-11 0,-7 0 13 15,-8 1-10-15,-7 2-16 0,-9 1-6 16,-11 0 0-16,-12 0-12 0,-9 1-1 0,-12 0 7 16,-10 0-24-16,-13 1-37 0,-5 1-18 15,-8-3-2-15,-7 2-29 0,-4 0-36 16,-3 0-86-16,0 1-185 0,-6-1-326 0,-11 5-661 0</inkml:trace>
  <inkml:trace contextRef="#ctx0" brushRef="#br0" timeOffset="3838.387">10518 1326 1413 0,'0'0'1456'16,"0"0"-1190"-1,0 0-157-15,0 0-36 0,-21-75 42 16,8 54 56-16,-2 1 44 0,-3-2 5 0,0-2-66 16,-6 4-52-16,-3-3-40 0,-1 4-21 15,0 2 39-15,-3 3-12 0,1 7-40 16,0 5 12-16,-1 2-18 0,1 11-4 15,-4 12 50-15,-3 13-53 0,-2 11-2 16,-4 15 8-16,2 12 13 0,-1 11 21 0,3 9 10 0,4 7 2 16,5 5 31-16,8 2 30 0,4 0-22 15,7-5-30-15,7-9-24 0,4-10-40 16,7-13 27-16,12-17-8 0,7-15-19 16,10-12 0-16,7-12 33 0,8-10 40 15,7-5 3-15,1-10-34 0,3-8-26 16,-3-6-16-1,-5-6-9-15,-3-1-3 0,-9-1-18 16,-6 0-49-16,-9 3-45 0,-7 2-45 16,-7 3-59-16,-8 2-43 0,-5 2-109 0,-3 2-200 15,-5 6-494-15,-22-2-679 0</inkml:trace>
  <inkml:trace contextRef="#ctx0" brushRef="#br0" timeOffset="4107.435">10034 2007 398 0,'0'0'2922'0,"0"0"-2364"0,0 0-350 0,0 0-68 15,0 0 83-15,0 0 120 0,101 17-4 16,-63-13-101-16,3-2-86 0,3-2-55 16,-1-6-37-16,0-2-45 0,-1-4-15 0,0-1-39 15,-6-1-67-15,-2 0-61 16,-2 1-22-16,-5-3-40 0,-6 5-22 0,-4 2-67 16,-7 2-107-16,-3 2 8 0,-6 5 118 0,-1 0 149 15,-1 4 35-15,-9 6 115 0,3 7 99 0,-2 5 122 16,1 4 8-16,0 5-8 0,4 2-48 15,0 4-82-15,2 1-27 0,2 2-21 16,0 1 26-16,0 0-22 0,3-1-22 16,4-3-25-1,6-1-29-15,3-5-145 0,3-4-217 16,-6-12-635-16,14 1-1515 0</inkml:trace>
  <inkml:trace contextRef="#ctx0" brushRef="#br0" timeOffset="4777.566">12855 988 411 0,'0'0'1709'16,"0"0"-1240"-16,0 0-102 0,0 0 4 15,0 0-22-15,0 0 76 0,0 0-27 16,50 107-75-16,-37-46-44 0,1 8-87 15,-5 9-55-15,-3 4-25 0,-1 0 3 16,-2-3-21-16,-1-2-37 0,-1-6-36 16,-1-6-19-16,0-7-2 0,2-9-10 0,-1-8-26 15,2-9-24-15,0-8 11 0,3-10 1 16,0-9-10-16,2-4-27 0,-1-1 9 0,2-7 19 16,2-7-10-16,0-4 3 0,0-6 21 15,2 0 10-15,0 4-1 0,1 4 0 16,2 2 1-16,3 7 11 0,-1 6 1 15,0 1 21-15,0 8 0 0,0 9 73 16,-1 2 40-16,-5 2-24 0,1 3-26 0,-3 1-11 16,0 0 0-16,-1-3-10 0,1-2-5 0,-3-3-37 15,0-3 0-15,1-4-22 0,1-3-5 16,2-3-46-16,2-4-54 0,4 0-44 16,4-4-25-16,5-5-93 0,5-4-176 15,5-2-327-15,-8 2-462 0,22-15-186 0</inkml:trace>
  <inkml:trace contextRef="#ctx0" brushRef="#br0" timeOffset="5071.419">13900 1721 763 0,'0'0'1325'0,"0"0"-297"0,0 0-636 15,0 0-98-15,0 0-10 0,0 0-4 16,-97-27-82-16,62 33-32 0,-1 7 28 16,-1 7 10-16,0 6-18 0,3 5-13 15,3 3 6-15,7-1-25 0,4-2-48 0,7-5-52 16,5-6-52-16,6-6-2 0,2-5-21 15,6-2 0-15,8-6-9 0,5-1 6 16,6-5 9-16,5-9-16 0,3-6-44 0,6-7-25 16,-3-1-15-16,-3 1 0 0,0-1 5 15,-5 2 16-15,-3 6 18 0,-6 2 15 16,-1 6 30 0,-5 5 13-16,-4 7-3 0,-3 0 21 15,-1 7 68-15,-4 5 54 0,1 7 2 16,-2 4-2-16,0-3-28 0,-2 4-18 15,1-2-19-15,-1-6-48 0,2-1-9 16,0-7-33-16,3 0-94 0,4-5-80 0,8-3-64 16,1-3-195-16,-1-3-318 0,17-20-728 0</inkml:trace>
  <inkml:trace contextRef="#ctx0" brushRef="#br0" timeOffset="5318.3">14382 1592 1790 0,'0'0'1687'0,"0"0"-1238"0,0 0-245 16,0 0 39-16,0 0 143 0,-36 79 0 15,23-56-70-15,2-4-68 0,3-1-78 16,5-4-86-16,3-2-41 0,5-2-32 16,5-1-10-16,7-2 10 0,2 4-9 0,4-4 10 15,3 0-9-15,0 2 0 0,-2-2 0 16,0 2-3-16,-3 2 0 0,-2-2 0 16,-5 1-2-16,-3 1 0 0,-5 2-16 0,-3-1 0 15,-3 3-25-15,-5 0-32 0,-10 2-34 16,-5 2-18-1,-6 2-3-15,-3 0-19 0,-2-1 0 0,-3-1-13 0,-4 2-104 16,-1-3-318-16,7-5-820 0,-23 2-1257 0</inkml:trace>
  <inkml:trace contextRef="#ctx0" brushRef="#br0" timeOffset="5882.032">16570 1038 1800 0,'0'0'1020'15,"0"0"-565"-15,0 0-194 0,0 0-15 16,0 0 94-16,0 0 24 0,-32 87-16 15,32-43-110-15,0 10-43 0,6 11-40 0,-2 11-27 16,3 11-22-16,-7 4 0 0,0 8-28 16,-4 0-20-16,-1-4-37 0,-1-9-20 15,4-12-1-15,2-17-66 0,6-18-64 16,10-16-37-16,4-12 21 0,6-11-9 0,6-11-61 16,1-11-97-16,2-10-213 0,-10 5-544 15,12-30-841-15</inkml:trace>
  <inkml:trace contextRef="#ctx0" brushRef="#br0" timeOffset="6179.741">17305 1032 3025 0,'0'0'640'16,"0"0"-397"-16,-25 88-4 0,4-33 168 16,-2 11-26-16,-3 6-67 0,1 5-83 15,7 3-37-15,6 1 15 0,9 0-67 16,3-1-79-16,7-3-45 0,11-6-7 0,2-11-11 15,6-11-27-15,3-13-3 16,5-11-9-16,2-10 2 0,2-8-5 0,-2-7 0 16,0 0-13-16,-3-12 25 0,-3-8-27 15,-3-2-16-15,-1-7-6 0,-7-5-5 0,-3 4 11 16,-6-1 24-16,-10 3 10 0,0 7 20 16,-16 2 7-16,-8 3 12 0,-8 4 16 15,-6 5-16-15,-6 5-37 0,-1 2 19 16,-4 7 0-16,2 11-16 0,-1 2 7 0,3 8-1 15,-1 0-11-15,7 1-59 0,3 1-138 16,5-2-199-16,9-5-359 0,-2 1-1111 0</inkml:trace>
  <inkml:trace contextRef="#ctx0" brushRef="#br0" timeOffset="7476.71">19321 1219 3191 0,'0'0'1046'16,"0"0"-1046"-16,0 0 10 0,0 0-10 15,0 0 96-15,-76 15 25 0,48-1-19 16,2 4-16-16,2 0-33 0,4 3-20 15,1 1-30-15,4 0 1 0,1 0-1 0,5-1 8 0,4-1-11 16,3-2-15-16,2 0-7 0,5 0 7 16,5-1-7-16,5 1 19 0,3 1 0 15,3-1 3-15,2 0 0 0,-1 0 0 16,1-1 2-16,-3-1-2 0,-4-3 18 16,-1 1-5-16,-5 1 33 0,-1-2 3 15,-4 1-15-15,-4-1-16 0,-1 2 13 0,0 2-13 0,-8 0-6 16,-4-1 4-16,-3 3-13 0,-3 2-3 15,-3-2-11-15,2-3-29 0,0-1-52 16,3-7-40-16,6-4-4 0,4-3-22 16,2-1-38-16,1-4-59 0,0-7-98 15,3-8-407-15,0 1-681 0</inkml:trace>
  <inkml:trace contextRef="#ctx0" brushRef="#br0" timeOffset="7915.169">19908 1319 1056 0,'0'0'1764'0,"0"0"-1386"0,0 0-114 0,-6 85 191 0,-6-48 64 0,-3 2-88 16,0 1-116-16,2-4-75 0,5-5-73 16,3-5-85-16,5-8-49 0,0-4-33 15,5-4-16-15,6-5-5 0,3-1 0 16,6-4 3-16,2-2-7 0,6-10-23 15,2-5-37-15,0-6-9 0,0-3 0 16,-2-2 2 0,-4-1 19-16,-1 3 9 0,-4 1 12 0,-2 5 6 15,-1 3 3-15,-2 5 22 0,-3 5-22 16,-1 4-3-16,0 3-6 0,0 4 52 16,-1 11 37-16,1 6 45 0,-2 9-17 15,-2 4-13-15,0 8 12 0,-5 5 0 16,1 6 6-16,-2 3 6 0,0 2-18 15,-6 7-6-15,-3 0-16 0,1 4 1 0,-4 1-16 16,-2 5-18-16,-2-2-3 0,0-1 15 16,-4-2 0-16,-2-7 1 0,1-4-16 0,-1-7 15 15,-1-8-15-15,4-3 2 0,-1-9 1 16,0-8 12-16,2-6-15 0,1-9 0 16,1-5-37-16,-4-4-33 0,4-13 30 15,-2-8-18-15,-1-12-36 16,0-6-34-16,-1-14-34 0,0-9-83 15,2-9-235-15,4 14-596 0,-5-38-288 0</inkml:trace>
  <inkml:trace contextRef="#ctx0" brushRef="#br0" timeOffset="8184.813">20413 1149 375 0,'0'0'1042'0,"0"0"304"0,0 0-1054 0,0 0 31 0,0 0 92 16,0 0-16-16,0 0-55 0,50 70-73 16,-38-38-54-16,-3 6-43 0,1 9-43 15,-3 5-21-15,-2 6-16 0,-4 7-12 16,-1 3-25-16,0 3-24 0,-1-2-9 16,-5-5-24-16,-1-5-13 0,3-10-41 15,2-13-70-15,2-11-34 0,0-8-28 16,7-13-58-16,8-4-72 0,1-7-202 0,4-9-91 15,-5 0-201-15,9-16-640 0</inkml:trace>
  <inkml:trace contextRef="#ctx0" brushRef="#br0" timeOffset="8447.69">20697 1757 911 0,'0'0'1870'0,"0"0"-1281"0,0 0-275 16,-10 82-77-16,6-52 101 0,-2-3-3 15,3-4-37-15,3-7-84 0,0-5-101 16,3-6-43-16,7-5-22 0,3 0-11 15,6-7 2-15,1-10 1 0,3-7-40 0,3-5-18 0,-1-3-74 16,-5-1-26-16,0 4 8 16,-4 1 31-16,-5 6 36 0,-5 4-3 0,-6 1 3 15,0 5 25-15,-4 2 18 0,-9 1 27 16,-4 3-2-16,-3 3 2 0,-2 3-25 16,-3 2 11-16,-1 10 14 0,1 7 13 15,0 2 12 1,3 3 9-16,1 1 12 0,2 0-15 0,5-6-33 15,3-4-25-15,3-3-33 0,4-6-101 16,2-4-34-16,2-2-41 0,7-5-80 16,11-8-226-16,4-5-281 0,-3 2-420 15,24-20-136-15</inkml:trace>
  <inkml:trace contextRef="#ctx0" brushRef="#br0" timeOffset="8748.258">21033 1592 942 0,'0'0'173'0,"0"0"1439"0,0 0-1044 0,0 0-70 15,0 0-53-15,71 82-110 0,-70-56-27 16,-1-3-15-16,0-1-34 0,0-4-50 15,0-5-85-15,0-2-55 0,3-8-41 16,3-2-28-16,1-1-1 0,2 0 1 16,6-8 1-16,4-6-1 0,1-4-14 15,3-6-55-15,-2-1-7 0,0 3 4 0,-1 0-13 16,-4 8 12-16,2 3 6 0,-4 7 16 16,0 4 17-16,-2 9 12 0,-2 6 22 15,-1 9 33-15,-1 4-5 0,0 7 5 16,0 0-15-16,4 1 40 0,-1-5 21 15,2-6-31-15,0-7-32 0,3-5-13 0,1-9 15 32,3-4-15-32,6-6 21 0,2-13 0 0,2-5-24 15,5-8-3-15,-4-6-27 0,2 0 6 16,1-2 2-16,-1-1-53 0,-1-2-59 16,-2 1-45-16,-3-1-90 0,-8 9-344 0,3-7-959 15</inkml:trace>
  <inkml:trace contextRef="#ctx0" brushRef="#br0" timeOffset="10721.604">23186 1174 2047 0,'0'0'1211'15,"0"0"-995"-15,0 0-80 0,-37 103 26 16,20-54 67-16,-6 5 19 0,1 2-28 15,-1-2-41-15,4-3-80 0,7-6-47 16,4-8-39-16,5-8-13 0,3-4-40 0,3-4-15 16,8-2 21-16,4-3-12 0,5 3 30 15,4 0-14-15,2 1 8 0,3 3 22 16,1 2 1-16,1 2 2 0,-4 1 13 16,-4-1-15-16,-1 0 29 0,-8-1 14 15,-1 0 11-15,-7-2 6 0,-5-2 13 16,-1 1 12-16,-2-3 21 0,-10-2 15 15,-5-4-46-15,-1-2-18 0,-5-1-55 16,0-7-3-16,-3-4-79 0,-1 0-31 0,1-10-9 16,1-3-56-16,2-5-21 0,2-3-46 0,0-3-155 15,4-7-222-15,4 7-635 0,-8-28-759 0</inkml:trace>
  <inkml:trace contextRef="#ctx0" brushRef="#br0" timeOffset="10891.083">23154 1428 3521 0,'0'0'504'0,"0"0"-459"16,0 0 114-16,0 0 123 0,0 0-23 15,77 7-57-15,-53-7-85 0,5-5-65 16,6-4-52-16,5-3-11 0,5-1-96 16,4-1-144-16,1 1-100 0,-11 2-266 15,19-5-1054-15</inkml:trace>
  <inkml:trace contextRef="#ctx0" brushRef="#br0" timeOffset="11112.799">23872 1603 3852 0,'0'0'607'16,"0"0"-589"-16,0 0 13 0,0 0 16 0,0 0 97 16,0 0-2-16,0 0-63 0,84 54-42 15,-61-51-37-15,2-1 0 0,3-2-92 16,3-5-92-16,0-7-60 0,0-2-123 0,-8 2-402 16,2-11-1294-16</inkml:trace>
  <inkml:trace contextRef="#ctx0" brushRef="#br0" timeOffset="11454.919">24627 1388 3732 0,'0'0'950'0,"0"0"-812"15,0 0-137-15,-83 54 70 0,57-33 18 0,2-4 5 16,3-1 13-16,5 1-40 0,5-4-67 15,6 2-9 1,1 1-18-16,4 4 5 0,0-1 10 16,7 4-9-16,2-1 21 0,3 0-3 15,0 0 0-15,2-3 1 0,-2 0-17 16,1-1 19-16,-4-2 0 0,0-2 1 16,-4 2 1-16,0-2 0 0,-4-1 1 0,-1 2 19 15,-4 1 5-15,-9 2 7 0,-1 3-1 16,-9 0-30-16,-2 0 6 0,2-2-9 0,-2-2-51 15,2-5-41-15,6-4-24 0,3-4 18 16,6-4-9-16,5-4-47 0,3-9-130 16,0-8-160-16,6-7-170 0,3 4-151 0,14-21-663 15</inkml:trace>
  <inkml:trace contextRef="#ctx0" brushRef="#br0" timeOffset="11755.287">24790 1599 378 0,'0'0'2744'0,"0"0"-2348"16,0 0-254-16,0 0 129 0,0 0 39 15,0 0 90-15,45 77-7 0,-39-57-119 16,-4 0-104-16,3-3-76 0,1 1-45 16,0-6-49-16,5-4-18 0,0-1-9 15,1-2-12 1,7-5-34-16,1-1-85 0,2-11-52 0,4-4-35 16,-2-2-13-16,0-4-12 0,-2 2 9 15,-2 2 62-15,-4 4 67 0,-4 4 46 16,-5 7 86-16,-4 3 76 0,-2 0 94 15,-1 8 72-15,0 2 13 0,-5 5-35 16,-1 2-32-16,0 1-20 0,-2-2-12 16,2 2-13-16,3-5-21 0,1-2-28 0,2-4-61 0,0-4-33 15,0-3-40-15,3 0-24 0,5-2-24 16,4-10-58-16,4-5-52 0,4-6-69 16,3-7-222-16,-7 6-645 0,9-14-466 0</inkml:trace>
  <inkml:trace contextRef="#ctx0" brushRef="#br0" timeOffset="12124.955">25378 1064 1941 0,'0'0'1358'0,"0"0"-1183"16,0 0-48-16,0 0 72 0,0 0-23 0,0 0 59 16,0 0 82-16,25 72-114 15,-22-37-52-15,0 2-4 0,-1 1 20 0,0 0-45 16,-1-2-49-16,2-2-27 0,-3-3-46 0,2-2-17 15,1-3-10-15,2-3-49 0,1-1-55 16,1-5 18-16,1-2 12 0,0-3-18 0,-2-3 2 16,3-2 3-16,-4 1 31 0,5 4 21 15,-1 0 39-15,0 5 23 0,-1-1 3 16,4 1 18-16,-4 2 20 0,0-2 2 16,2-2 0-1,-5-2 25-15,3-3-28 0,-1-1-37 16,-1-2-2-16,-1-3 1 0,-2-1 10 15,0 0 4-15,-3-2 8 0,0 1 35 0,0-2 42 16,-6 0 21-16,-5 0-47 0,-7 1-75 16,-3 1-45-16,-8 1 23 0,-1 0 4 15,-5-1-4-15,2-2-39 0,-2 0-77 16,2-6-55-16,0-8-55 0,4-5-230 0,9 5-528 16,-1-12-825-16</inkml:trace>
  <inkml:trace contextRef="#ctx0" brushRef="#br0" timeOffset="12541.233">26042 1542 3536 0,'0'0'564'0,"0"0"-445"0,0 0 36 15,0 0-50 1,0 0-64-16,-82 11 70 16,65 6 58-16,3 1-31 0,3 2-71 0,0-2-67 15,7-3-20-15,2-5-5 0,2-1-18 16,0-5 1-16,0-1-8 0,6-3-11 16,5 0 9-16,0-4 9 0,6-4-16 15,3-2-9-15,3-1 3 0,3 4-9 0,-1 1 6 16,-2 6-1-16,-2 3 32 0,1 11 37 15,-5 3 34-15,1 8 47 0,-7 4 15 0,2 2 19 16,-6 2 2-16,1 1-28 0,-3 0-40 16,1-2-30-16,1 1-4 0,-2 0-12 15,-1 2 12-15,-1 3-14 0,-2 0 2 16,-1 3-3-16,0 5 2 0,-11-3-2 16,-5 4-18-16,-5-1-16 15,0-2 33-15,0-6-23 0,0-7-84 16,8-9-117-16,5-10-55 0,3-11-66 15,5-8-173-15,0-5-248 0,19-31-852 0</inkml:trace>
  <inkml:trace contextRef="#ctx0" brushRef="#br0" timeOffset="12773.07">26613 1673 3094 0,'0'0'496'15,"0"0"-401"-15,0 0 28 0,19 98 116 16,-18-48 132-16,2 12 55 0,-3 13-53 15,0 13-124-15,0 10-43 0,0 4-76 16,-6 1-36-16,-3-3-40 0,3-5-54 16,1-10 0-16,4-12-66 0,1-12-4 0,1-13 13 0,7-13-10 15,2-10-8-15,-2-11-4 0,-2-8-34 16,1-6-69-16,0-14-25 0,1-11-14 16,0-11-108-16,0-6-76 0,-1-11-144 0,-3-4-209 15,-3-6-261-15,-1 13 270 0</inkml:trace>
  <inkml:trace contextRef="#ctx0" brushRef="#br0" timeOffset="12957.776">26684 1716 1759 0,'0'0'701'0,"0"0"-344"0,0 0-90 0,0 0 62 15,0 0 22-15,0 0-33 0,84-31-78 16,-61 42-60-16,-2 2-41 0,-1 1-31 16,-2 1-10-16,-2-1-18 0,-4 3-16 0,-1-3-27 31,-6 5-7-31,-2-2-18 0,-3 2-12 0,-5 3 0 0,-12 0-1 0,-8 3-41 15,-12 6-47-15,-8 0-40 0,-7-1 0 16,-5-1 33-16,-5 1-43 0,-4-6-69 16,-1-4-200-16,17-6-554 0,-26-9-1079 0</inkml:trace>
  <inkml:trace contextRef="#ctx0" brushRef="#br0" timeOffset="13095.77">27036 1938 4219 0,'0'0'608'0,"0"0"-608"15,0 0-9-15,0 0-228 0,-88-56-225 16,63 45-344-16,-18-7-1025 0</inkml:trace>
  <inkml:trace contextRef="#ctx0" brushRef="#br0" timeOffset="24791.095">9662 4634 1706 0,'0'0'1578'16,"0"0"-1384"-16,0 0-152 0,2-89-7 15,-2 57 148-15,0-4 112 0,-2 0-32 0,-7-3-89 16,1 1-60-16,-3 2-18 0,-2 3-25 16,-2 1 24-16,-2 5 21 0,-2 2-12 15,-2 3-46-15,-2 4 28 0,1 4-59 0,-1 3 25 16,-2 4-28-1,1 2 19-15,-3 0-16 0,-2 5-27 16,-4 0 0-16,-3 6 0 0,-5 7 0 16,-3 8 1-16,-3 6-1 0,-3 9 0 15,1 10 0-15,-3 5 0 0,0 12 2 16,4 6 16-16,4 9-3 0,5 7 1 16,7 5-14-16,8 3 25 0,9 0 0 0,8-4-15 15,7-6 13-15,7-9 8 0,8-9-6 0,9-5 4 16,5-6 5-16,6-6-15 0,4-7-3 15,5-4-3-15,7-7 16 0,4-6-7 16,2-6 6-16,2-6-12 0,2-6 9 16,-2-6-2-16,0 0-7 0,-3-9 6 15,-2-3-23-15,-4-1 1 0,-5-1 0 0,-7-1-2 16,-4 0-2 0,-7-1-31-16,-10 3-46 0,-2 1-24 15,-8 0-30-15,-3-1-13 0,-4 0 7 16,0-3 1-16,-10 0-57 0,-7-2-134 15,-2 1-240-15,3 4-579 0,-14-6-619 0</inkml:trace>
  <inkml:trace contextRef="#ctx0" brushRef="#br0" timeOffset="25107.793">9340 5119 1391 0,'0'0'1369'16,"0"0"-1016"-16,0 0-111 0,0 0 98 15,0 0 88-15,0 0-18 0,88 51-68 16,-64-43-92-16,3-5-85 0,2-3-56 15,4 0-54-15,-2-5-42 0,0-6-13 16,0-3-33-16,-3-2-74 0,0 1-36 0,-3-2-31 0,-1-2 6 16,0 2-26-16,-4 3 92 0,-6 3-114 15,-4 5-91-15,-5 6-49 0,-5 0 122 16,0 9 199-16,-4 7 35 0,-3 4 124 0,0 9 37 16,-4 4 35-16,2 5-17 0,-2 3-19 15,3 1 7-15,-1 3-33 0,2 0-20 16,1 0-10-16,2 3-11 15,1 0-11-15,1-4-14 0,2-2 5 16,0-6-6-16,0-6 19 0,8-6-50 16,2-7-36-16,1-5 0 0,1-1-30 15,0-6-44-15,2-3-94 0,0-2-62 16,3 0-38-16,2-7-181 0,-6-1-592 16,7-9-914-16</inkml:trace>
  <inkml:trace contextRef="#ctx0" brushRef="#br0" timeOffset="25947.213">10919 4928 2329 0,'0'0'507'0,"0"0"-148"16,0 0-18-16,0 0 18 0,0 0-20 16,0 0-69-16,0 0-54 0,0 0-41 15,0 0-28-15,0 0-13 0,-7 7-15 16,9-7-16-16,-1 0-27 16,6 0-12-16,-1 0-13 15,4 0-8-15,6 0 17 0,4 0-5 0,3-1-13 16,7 1 3-16,3 0 1 0,5-2-10 15,4 1 3-15,1-2-15 0,7-2 4 16,1-1-1-16,7-1-12 0,2-3-13 16,2-2 10-16,6 1-9 0,1-2 12 15,0 0-14-15,5 1-1 0,0 0 15 0,-3-1-13 0,1 2-2 16,-4 0 0-16,-3 4-2 0,-6 1 1 16,-3 2 1-16,-3 1-2 0,-2-3 0 15,-8 1-1-15,-4 4-9 0,-3-3-27 0,-7 1-7 16,-6-1-26-16,-3 2-7 0,-3-3-17 0,-4-1-37 15,-4 2-31-15,-3-2-12 0,-5 0-23 32,-1-1-88-32,0 1-158 0,-3-2-293 15,-2 1-632-15,-10-3-795 0</inkml:trace>
  <inkml:trace contextRef="#ctx0" brushRef="#br0" timeOffset="26263.717">12262 4538 108 0,'0'0'1907'0,"0"0"-841"16,0 0-874-16,0 0-46 0,0 0 234 15,0 0-25-15,0 0-56 0,0 0-83 0,82 12-69 16,-56-8-21-16,3 2 2 16,1 1 31-16,2 0-4 0,0 4-49 0,-1 1-24 15,3-2-24-15,-3 2 26 0,0 1 25 0,-4-3-48 16,-4 2-32-16,-1-2-29 0,-4 2 0 0,-4-2 0 15,-2 2 0-15,-4 1 0 0,-6-1-1 16,-2 7 0-16,-2 0 0 0,-13 6-20 16,-8 4 6-16,-3 2-3 0,-6 1-40 15,1-1 7-15,-1-4-4 0,0-4-14 16,6-3-7 0,0-4 3-16,6-4-27 0,4-6-83 0,1-1-73 15,2-3-156-15,-2-2-212 0,7 0-453 16,-4-2-615-16</inkml:trace>
  <inkml:trace contextRef="#ctx0" brushRef="#br0" timeOffset="27116.865">14346 4098 1539 0,'0'0'1566'0,"0"0"-1301"0,0 0-103 16,0 0 82-16,-43-78 111 0,27 68-10 15,-4 5-55-15,-4 2-115 0,0 3-62 16,-6 0-28-16,1 3-5 0,-1 6-16 16,-2 5 6-16,1 6-16 0,0 3-14 15,0 5-1-15,0 7 4 0,4-2-10 0,1 7 15 0,5 1-2 16,5-3 24-16,4 4 2 0,5-4-21 16,3-2-8-16,4-2-22 0,0-2-18 15,8-2 9 1,7-1 12-16,5-3 0 0,7-1 10 15,5 0 2-15,8-2 12 0,2-1-6 16,4 2 12-16,0-1 34 0,0 2 2 0,-1 2-12 16,-3-1-47-16,-1 2-1 0,-3-2-18 15,-5 0-2-15,-4-2-10 0,-3-3-12 16,-6 0 11-16,0 0 0 0,-4-1 1 16,-1 1 1-16,-5-1 2 0,-2-3 0 15,-3 1 15-15,-4 0-6 0,-1-2-11 0,-1-2 14 16,-11-1-14-16,-4 0 2 0,-8 0 0 15,-6 2 0-15,-7-2-2 0,0-1 1 0,-5-5-2 16,-1 0-30-16,1-5-58 0,-2-2-29 16,-1 0-6-16,2-5-16 0,2-4-9 15,7-3 6-15,3-3-30 0,7-1-141 16,2 0-274-16,9 6-535 0,2-5-783 0</inkml:trace>
  <inkml:trace contextRef="#ctx0" brushRef="#br0" timeOffset="27651.685">14900 4892 1482 0,'0'0'1383'0,"0"0"-875"0,0 0-200 15,0 0-97-15,0 0 53 0,0 0 66 0,0 0-50 16,20 94-44-16,-15-55-65 0,-2 4-46 0,0 6-19 16,0 3-15-16,-1 1-18 0,-1 1-6 15,-1-2-31-15,0-1-21 0,2-7-15 16,-2-3-18-16,2-9-15 0,4-6-61 16,1-10-40-16,3-6-24 0,2-10-9 0,5 0-11 15,2-16-49 1,6-7-231-16,-7 2-579 0,8-21-968 15</inkml:trace>
  <inkml:trace contextRef="#ctx0" brushRef="#br0" timeOffset="27968.084">15466 4898 1805 0,'0'0'1616'15,"0"0"-1340"-15,-7 65-62 0,-3-27 162 16,-5 6 45-16,-1 7-57 0,1-2-53 0,4-1-87 15,3-5-39-15,4-1-37 0,4-6-84 16,0-2-46-16,12-4-16 0,2-5 13 16,6-1-15-16,3-6 12 0,3-4-11 15,3-4-1-15,-1-4 0 0,3-3-3 0,-4-3-15 0,3-3 6 0,-2-6-13 16,-1-4-23-16,-3-2-6 0,-3-1-4 16,-4 0 22-1,-5 2 6-15,-4 1 18 0,-7 2 0 0,-1 4-12 16,-8-2 11-16,-8 2-20 0,-5 1-15 15,-5 1-10-15,-5 2 25 0,-3 3-7 16,-4 1-36-16,-2 7-12 0,-5 6-18 16,0 2-4-16,-3 2-61 0,0 4-108 15,0 0-177-15,1 0-284 0,12-2-736 16</inkml:trace>
  <inkml:trace contextRef="#ctx0" brushRef="#br0" timeOffset="30540.938">20250 4732 2928 0,'0'0'444'15,"0"0"-256"-15,0 0 5 0,0 0 153 16,0 0-38-16,0 0-36 0,0 0-45 16,-82-21-71-16,72 33-55 0,2 7-28 0,1 11-3 0,-1 2-9 15,2 9 18-15,2 0 0 0,4 4-28 16,0-3-49-16,7-4-2 0,2-7-14 16,4-6-10-16,6-6-73 0,2-6-52 15,5-6-28-15,2-4-43 0,2-3-72 0,2-6-281 16,-8-5-628-16,7-6-536 0</inkml:trace>
  <inkml:trace contextRef="#ctx0" brushRef="#br0" timeOffset="30804.084">20560 4973 711 0,'0'0'1469'0,"0"0"-691"0,0 0-474 0,0 0-97 16,3 71 156-16,-3-54 55 0,0-5-37 15,0-5-175-15,6-3-145 0,4-4-33 16,6 0-4-16,-1-9-3 0,3-5-21 15,0-3-42-15,0-4-93 0,1-1-47 0,-3-3-3 16,-1 2-17-16,-3-2 17 0,0 6 44 16,-4-1 30-16,-3 5 45 0,-4 4 66 15,-1 1 44-15,-1 2 44 0,-9 1 16 16,0 1 10-16,-2 1 14 0,-1 4-10 16,1 1-34-16,1 0 15 0,-2 8-16 0,1 4-9 15,0 3-3-15,3 0 0 0,0-2-28 16,5-2-43-16,2-5-32 0,2-1-78 0,0 0-147 15,0-4-91-15,3-1-341 0,7 0-988 0</inkml:trace>
  <inkml:trace contextRef="#ctx0" brushRef="#br0" timeOffset="31258.031">20959 4822 290 0,'0'0'2182'0,"0"0"-1686"16,0 0-83-16,0 0 62 0,-5 73-21 15,1-58-61-15,1-3-133 0,1-5-153 16,2-1-107-16,0-5-13 0,2-1-14 16,5 0-1-16,6-5 28 0,1-4 12 0,4-3-12 15,-2-5-52-15,2 2-6 0,-2-2 9 16,0 1 9-16,-2 3 19 0,1 0 2 0,-4 3 1 16,2 4 15-16,-3 1-19 0,1 5 22 15,1 0 49-15,-2 5 1 0,1 3 32 16,1 4-8-16,2 3 27 0,0 0-62 31,-3 1 13-31,2 1-9 0,-3-2 12 0,1 0 5 16,1-3 10-16,-3 0-24 0,1-4-46 15,2 3-19-15,-4-6-6 0,0-2-57 16,-4 1-27-16,-2-3-19 0,-2 0-25 16,0-1 6-16,0 0-4 0,0 0 15 15,0 0 18-15,0 0 7 0,1-1 2 0,0-4-1 0,3 2 9 16,1-2 19-16,-1-1 82 0,1 0 16 15,0-2 0-15,-2 1 12 0,0 3 22 16,0-2-6-16,0 1 23 0,-2 2 8 16,1-1-4-16,-1 1-2 0,1 0-7 15,-2-1-28-15,1 2-34 0,0-4-11 16,-1 0-11-16,2 2-15 0,-2-2-35 16,0-1-65-16,0 1-67 0,-2-1-96 0,0 1-232 0,-7-1-183 15,3 2-441-15,-4-4-62 0</inkml:trace>
  <inkml:trace contextRef="#ctx0" brushRef="#br0" timeOffset="31707.134">21507 4877 1884 0,'0'0'1150'15,"0"0"-786"-15,0 0-79 16,31 68-8-16,-19-35 62 0,-3 7 29 16,0 3 18-16,-1 6-151 0,0-2-99 15,-3 1-50-15,-2 0-5 0,-1 0 1 16,-2-1-21-16,-2 1-22 0,-6-2-12 16,-5 3-3-16,-2-4-9 0,-5 0 1 15,1-3-14-15,-1-4 10 0,0-4-9 16,1-4-1-16,1-7 10 0,2-5-10 0,1-6-2 15,1-6-14-15,0-6-74 0,-1-5-75 0,-1-10-10 16,0-10-16-16,1-10-49 0,4-8-145 16,0-9-302-16,2 6-831 0,-2-33-913 0</inkml:trace>
  <inkml:trace contextRef="#ctx0" brushRef="#br0" timeOffset="31843.89">21426 4584 3209 0,'0'0'543'0,"0"0"-386"0,0 0-25 0,0 0 40 16,81-65 24-16,-56 49-87 0,2 4-109 15,1-1-13-15,2 2-108 0,-1 4-165 16,-6 3-263-16,4 1-822 0</inkml:trace>
  <inkml:trace contextRef="#ctx0" brushRef="#br0" timeOffset="32708.445">22389 4836 959 0,'0'0'120'15,"0"0"551"-15,0 0-230 0,0 0-121 16,0 0-1-16,0 0-30 0,-26-73 1 16,23 66-36-16,-4 4-55 0,-2 1-58 0,-2 2 7 0,-1 2-36 15,-3 6-25-15,-1 9-3 0,-3 6 6 16,5 4 2-16,-1 6-9 0,5 1-12 16,4-1-16-16,3-1-39 0,3-3-16 15,0-7-1-15,9-3-24 0,1-7 4 0,5-3-13 16,1-6 9-16,4-3-52 0,3 0-37 15,1-10-25 1,2-3-16-16,-1-1 8 0,-4-2 15 16,-2 0-3-16,-2 1 9 0,-5 2 18 15,-1 4 48-15,-3 2 22 0,-3 6 3 16,1 1 35-16,3 2 3 0,-2 9 149 0,0 2-32 16,1 3-22-16,0 3 2 0,-2 0 7 15,-2 0 3-15,0-2-7 0,1-5-19 16,-1-1-13-16,2-5-40 0,2-3-31 0,4-3-16 15,2 0 16-15,4-9 0 0,2-5-113 0,0-6-111 16,0-2-154-16,-5 3-374 0,6-13-941 16</inkml:trace>
  <inkml:trace contextRef="#ctx0" brushRef="#br0" timeOffset="32913.788">22935 4376 2493 0,'0'0'1010'0,"0"0"-817"0,0 0 30 16,0 0 116-16,0 66-17 0,0-31-42 15,2 1-59-15,2 4-72 0,4 0-49 16,0 2-21-16,2 1-27 0,-1 0-40 0,-2 2-12 0,-1-2-11 16,-1-4-65-16,-2-3-52 15,0-9 16-15,-1-3 11 0,-2-5-25 0,0-3-76 0,-2-5-125 16,-7-1-300-16,0-3-603 0,-12-2-602 0</inkml:trace>
  <inkml:trace contextRef="#ctx0" brushRef="#br0" timeOffset="33079.163">22690 4881 909 0,'0'0'94'0,"0"0"1310"0,0 0-940 15,0 0-70-15,0 0 60 0,0 0-101 0,104-62-122 16,-65 50-39-16,6-3-69 0,0 2-52 15,1-3-46-15,-2 1-25 0,2-1-28 16,-2-2-114-16,-1 3-84 0,0-2-81 0,1 3-112 16,-13 3-709-16,9-5-1172 0</inkml:trace>
  <inkml:trace contextRef="#ctx0" brushRef="#br0" timeOffset="33225.964">23470 4690 1565 0,'0'0'640'16,"0"0"-184"-16,0 0-189 0,-7 83 98 0,2-53 101 15,1-4-45-15,-1 1-21 0,0-1-160 16,2-4-129-16,0-4-108 0,2-6-3 0,0-5-40 16,1-1-31-16,0-5-48 0,0-1-88 15,0 0-91-15,-2-1-221 16,1-4-492-16,-4-8-925 0</inkml:trace>
  <inkml:trace contextRef="#ctx0" brushRef="#br0" timeOffset="33363.451">23428 4597 1410 0,'0'0'546'0,"0"0"195"0,0 0-355 0,0 0-86 16,47-78 11-16,-30 63-110 0,-1 4-119 15,2 2-82-15,2-2-31 0,2 4-149 16,1 1-162-16,3 2-176 0,-8 1-481 0,8 3-388 16</inkml:trace>
  <inkml:trace contextRef="#ctx0" brushRef="#br0" timeOffset="33641.993">23722 4720 711 0,'0'0'1726'16,"0"0"-1271"-16,0 0-145 0,0 0 50 0,-1 72-10 16,5-63-58-16,5-7-118 0,0-1-62 15,4-1-41-15,2-1-16 0,3-10 1 16,0-1-56-16,2-3-3 0,-2-2-81 16,1 1 1-16,-5-2 3 0,2 5-10 15,-5 0 15-15,-3 3 53 0,-4 2 22 16,-4 1 1-16,0 1 46 0,-7 2-13 15,-3 4 19-15,-1 0-22 0,-4 4 3 16,-1 5 3-16,-3 3-21 0,1 4 15 0,3-1 24 0,2-1-24 16,2-2-31-16,3-5-25 0,5-1-18 15,2-3-25-15,1-3-47 0,0 0-37 16,3-2-77-16,6-5-73 0,3-5-25 16,6-1-108-16,2-2-211 0,1-1-172 15,3 1-193-15</inkml:trace>
  <inkml:trace contextRef="#ctx0" brushRef="#br0" timeOffset="33848.424">23982 4640 78 0,'0'0'529'0,"0"0"57"0,0 0 133 15,0 0-171-15,0 0-84 0,0 0-112 16,79 67-72-16,-76-51-9 0,-1 0-6 16,1-2-59-16,0-6-64 0,0-1-40 0,2-2-52 15,1-5-35-15,2 0 0 16,2 0 13-16,3 0-3 0,4-8 18 16,1-4-27-16,3-3-16 15,1 0-21-15,0 1 19 0,2 0-14 16,-1 4-8-16,0 3-1 0,1 4 13 15,-3 3-1-15,-1 0 13 0,-2 3 13 0,0 4-13 16,-3 2-2-16,-1 4 1 0,-2-2 1 16,-1 3-16-16,-4 1-5 0,2-1-81 15,-2 0-84-15,0 2-99 0,-2-4-274 16,0 4-985-16</inkml:trace>
  <inkml:trace contextRef="#ctx0" brushRef="#br0" timeOffset="34648.449">25772 4460 134 0,'0'0'2541'0,"0"0"-2063"0,0 0-226 0,0 0-52 16,0 0 159-16,0 0 1 0,23 81-47 15,-19-43-80-15,0 11-70 0,-1 5-23 16,0 8-9-16,-3 5 3 0,0 4-34 16,0 6-37-16,-1-1-29 0,-5 4-1 15,-4-2-3-15,1 0-12 0,1-10-18 0,2-8-21 16,4-12-9-16,2-11-9 16,0-11-40-16,2-11-36 0,6-8-50 0,0-7-30 15,3-3-40-15,1-9-147 16,-4-2-578-16,7-19-674 0</inkml:trace>
  <inkml:trace contextRef="#ctx0" brushRef="#br0" timeOffset="34885.498">25811 4621 2194 0,'0'0'1153'16,"0"0"-937"-16,0 0-52 15,0 0 101-15,0 0 38 0,79-64-89 16,-54 62-62-16,3 0-57 0,0 2-25 15,-1 2-23-15,-5 4-17 0,-5 3-28 16,-6 5-2-16,-5 0-2 16,-6 9 2-16,-6 1 26 0,-14 6-26 15,-6 4-77-15,-5 4-55 0,-4-1-41 16,0-2-37-16,5-6-61 0,4-7-98 0,9-8-117 0,4-10-92 16,7-4-390-16,5-7-682 0,1-18 1635 0</inkml:trace>
  <inkml:trace contextRef="#ctx0" brushRef="#br0" timeOffset="35195.82">26223 4542 362 0,'0'0'2380'0,"0"0"-1860"0,0 0-164 16,27 67 12-16,-20-47-51 0,-2 2 11 16,0-7-70-16,3 1-120 0,3-8-86 15,1-3-49-15,4-5 21 0,4 0-12 16,3-6-12-16,3-7 0 0,2-4-50 15,3-6-93-15,-4 0-26 0,1-2 9 16,-4 1-16-16,-5 2 2 0,-5 3 18 0,-6 3-55 0,-6 0 56 16,-2 2 16-16,-7 2 123 0,-9 0 16 15,-4 0 89-15,-3 3-20 0,-2 5-37 16,-3 4 50-16,2 2 3 0,-2 14 2 16,2 5 24-16,4 8-5 0,-2 6 12 0,3 1 19 15,2 0 45-15,3 1-4 0,0-2-28 16,6-3-22-16,1-3-45 0,3-4-68 0,6-6-15 15,0-4-58-15,3-7-55 0,6-7-25 16,6-1 9-16,3-5-61 0,7-9-176 16,-8 2-374-16,18-17-913 0</inkml:trace>
  <inkml:trace contextRef="#ctx0" brushRef="#br0" timeOffset="35443.075">26874 4453 688 0,'0'0'2346'16,"0"0"-1995"-16,-7 70-119 0,-2-39 219 16,-1 3 9-16,-3 1-79 0,2-1-63 15,0-5-99-15,0-2-101 0,2 1-54 16,1-8-61-16,3 0-3 0,1-5 0 0,1-7-25 0,3-2-5 16,0-5-6-16,2-1-4 0,3-2-14 15,6-6-4-15,0-7 46 0,5-3-15 16,1-5-25-16,6-4-36 0,0-3-25 15,2-5-25-15,0-2-40 0,3-3-214 0,0 2-221 16,-5 10-610-16,8-4-756 0</inkml:trace>
  <inkml:trace contextRef="#ctx0" brushRef="#br0" timeOffset="36313.515">27275 4429 1603 0,'0'0'1119'16,"0"0"-641"-16,0 0-182 0,0 0-36 0,0 0 39 16,0 0-18-16,0 0-80 0,0 0 12 15,-17 67-11-15,8-27-52 0,-5 6-31 16,-1 0-25-16,-1-3-15 0,3-7-24 16,4-7-25-16,3-5-30 0,4-9-21 0,2-5-25 15,3-3-17-15,8-7-47 0,2 0-6 16,7-4-18-16,3-11-32 0,2-2-37 15,1-5-72-15,1-1-47 0,-1-2 49 16,-1 2 86-16,-1 0 108 0,-3 2 50 0,-1 2 29 16,-6 5 35-16,-1 4 60 0,-6 3 98 15,-2 5 2-15,-4 2-19 0,-1 3-20 16,0 6-17-16,-6 3-9 0,-5 6 21 16,-2 1-3-16,-2 1-38 0,3-1 0 15,1-4 12-15,3-6-40 0,5-2-82 0,1-4 0 16,2-3-24-1,2 0 8-15,6-4 4 0,8-5-9 16,4-4-28-16,6-5-42 0,3-3-29 16,0 1-11-16,-2 2 45 0,1-1-4 0,-5 7 10 15,-2 4 25-15,-1 4 24 0,-5 3 30 16,-2 1 1-16,-4 3 58 0,-4 7 53 16,0 2 22-16,-2 1-38 15,-2 4-10-15,1 2 29 0,-1-2-17 0,-1 1-8 0,0-5-1 0,0-1-28 16,0-6-53-16,0-1-7 15,0-3-49-15,0-2-64 0,4 0-45 0,0-2-44 16,5-6-50-16,3-1-206 0,4-5-486 16,-5 3-301-16,11-7-415 0</inkml:trace>
  <inkml:trace contextRef="#ctx0" brushRef="#br0" timeOffset="36629.93">27913 4511 1000 0,'0'0'1334'15,"0"0"-554"-15,0 0-391 0,0 0-98 0,0 0 20 16,0 0 69-16,0 0-54 0,-28 73-60 15,20-52-13-15,2 2-25 0,2-7-61 16,4-1-71-16,0-6-90 0,3-1-6 16,6-2-18-16,5-6-6 0,3 0-18 15,8 0-64-15,4-11-37 0,2-3-51 16,4-3-56-16,-3 0-87 0,-1-1-50 16,-5 4-60-16,-3 0-28 0,-7 4 79 15,-1 0 91-15,-7 6 266 0,-5 1 39 16,-1 3 306-16,-2 0 84 0,0 7 3 15,-6 3-111-15,-4 8-6 0,-5 4-1 16,1 5-41-16,-5-1 33 0,3 2 10 0,1-3-13 0,1-4-56 16,8-6-66-16,1-4-84 0,5-6-58 15,3-5-52-15,10-4-8 0,4-6-12 16,9-9-28-16,7-6-30 0,3-6-128 16,2-4-203-16,1 1-465 0,-11 6-266 15,14-15-792-15</inkml:trace>
  <inkml:trace contextRef="#ctx0" brushRef="#br0" timeOffset="36814.983">28670 4034 316 0,'0'0'2935'0,"0"0"-2509"15,0 0-325-15,0 0 150 0,0 0 99 16,-30 65 21-16,18-30-4 0,1 4-60 16,3 5-61-16,2 3-34 0,1 3-61 15,-1 2-64-15,0-1-51 0,3-2-34 0,-1-2-2 0,3-9-18 16,1-4-36-16,0-10-9 0,5-5-25 15,1-8-39-15,3-3-39 0,-4-4-19 16,1-4-49-16,-1-3-197 0,-2-6-333 16,0 1-602-16,-3-9-617 0</inkml:trace>
  <inkml:trace contextRef="#ctx0" brushRef="#br0" timeOffset="36952.857">28434 4389 1315 0,'0'0'2109'0,"0"0"-1697"16,0 0-157-16,0 0 130 0,0 0-40 15,0 0-87-15,0 0-106 0,0 0-94 16,0 0-19-16,0 0-39 0,110-41-39 16,-68 25-223-16,1-2-144 0,-10 6-345 15,18-11-1096-15</inkml:trace>
  <inkml:trace contextRef="#ctx0" brushRef="#br0" timeOffset="37184.922">29017 4361 1489 0,'0'0'1649'15,"0"0"-991"-15,0 0-448 0,0 0 82 16,-66 65 119-16,54-53-74 0,5-2-130 0,7 1-94 0,0-3-52 0,9 3-10 16,4 2 1-16,4-1-16 0,0 1-18 15,2 2 0-15,-1-1-16 0,-1 1 11 16,-3-1-11-16,0 0-1 0,0 1-1 0,-5-2 0 31,-1-1 0-31,-2-4-3 0,-4 1-19 16,-2-2-5-16,0 0-43 0,-7-2-33 15,-5 2-31-15,-5 0-39 0,-6 1-60 0,-2 0-44 16,-6 0-51-16,-3 1-250 0,9-3-595 16,-23 3-735-16</inkml:trace>
  <inkml:trace contextRef="#ctx0" brushRef="#br0" timeOffset="38804.877">30251 4057 450 0,'0'0'2199'0,"0"0"-1612"0,0 0-367 16,0 0-194-16,0 0 173 0,16 77 214 15,-16-35-86-15,0 6-80 0,0 6-66 16,-3 3-65-16,-9 2-6 0,1 0-15 16,-2-5 24-16,-2-6-22 0,1-5-73 15,2-9-24-15,7-7-11 0,2-8-25 0,3-6-98 0,0-5-31 16,7-6-61-16,7-2-150 0,-4-2-300 15,16-15-784-15</inkml:trace>
  <inkml:trace contextRef="#ctx0" brushRef="#br0" timeOffset="39141.647">30708 4004 2334 0,'0'0'1217'16,"0"0"-929"-16,0 0-185 0,0 0 11 15,0 0 111-15,-54 88 106 0,38-46-66 16,-1 8-39-16,6 2-55 0,-1 2-71 16,-1 0-6-16,4 1-39 0,1-1-22 15,2-6-33-15,6-6-1 0,0-7-26 0,11-10-13 16,4-6-2-16,5-6-7 0,3-6 10 16,0-1-28-16,3-6-3 0,-3 0 0 15,0-9-4-15,-2-2 19 0,-3-4 7 0,-2 0 11 16,-1-1 37-16,-7 1-1 15,-5 1 2-15,-3-1 22 0,0 4-1 0,-9-1 5 16,-4 0-27 0,-7 1-1-16,-3-1-17 0,-3 4-1 15,2 1-8-15,-4 3-13 0,2 2 3 16,1 2-12-16,2 0-40 0,4 0-43 16,-1 5-141-16,2-2-237 0,7 2-592 0,-4 0-864 0</inkml:trace>
  <inkml:trace contextRef="#ctx0" brushRef="#br0" timeOffset="39738.75">31296 4339 127 0,'0'0'2493'0,"0"0"-1998"15,0 0-192-15,0 0 108 0,0 0-15 0,0 0-74 0,0 0-124 16,0 0-100-16,0 0-43 0,0 0 15 16,0 0-15-16,6 55-27 0,11-46-4 15,1-1-24-15,1-5 0 0,1 0-52 0,5-3-76 16,-3 0-53-16,3-1-109 0,-6-4-229 16,8-5-821-16</inkml:trace>
  <inkml:trace contextRef="#ctx0" brushRef="#br0" timeOffset="40059.845">31775 4274 2546 0,'0'0'1381'0,"0"0"-1198"0,0 0-143 0,0 0 106 15,-92 60 161 1,69-43-30-16,3 0-130 0,6-1-105 0,3-1-40 15,3-1 15-15,5-2-17 0,3 1-34 16,0 2 0-16,5-3 10 0,4 3 24 16,2 2 2-16,2-1-2 0,2 2-6 15,1-3 4-15,2 0 2 0,-1 1 0 0,-1-1 1 0,-1 0-1 16,-4-1-2-16,-3 0 1 0,-5-1 1 0,-3-1-2 16,0 0 1-16,0-2 0 0,-9 0 2 15,-2-1 16-15,-3-1-17 0,-5-6-79 16,-1 1-72-16,0-3-71 0,1 0-91 15,1-3-192-15,8-2-285 0,4-9-809 0</inkml:trace>
  <inkml:trace contextRef="#ctx0" brushRef="#br0" timeOffset="40460.55">32017 4429 1952 0,'0'0'1358'15,"0"0"-1041"-15,0 0-149 0,-15 78 125 0,2-54 200 16,-1 2-35-16,2-4-102 0,2 1-186 16,-2-8-129-16,8 2-41 0,1-9-3 0,3 2-21 15,0-5-33-15,6-3-13 0,3-2-40 16,5 0 10-16,0 0-37 0,4-5 6 0,-2-2-20 16,-1-1-8-16,0 0 10 0,-2 0 7 31,-2 2 40-31,-2 0 64 0,-1 4 23 15,-2 2 15-15,-1 0 21 0,-2 4 39 0,-1 6 42 16,0 3 25-16,-2 8-19 0,0 4-28 16,0 4 34-16,0 8-35 0,0 0-2 0,-2 6 11 15,-3 3-11-15,0 1 5 16,-4-1 12-16,-5 1-3 0,3-1 4 0,-5-7-23 16,1-4-17-16,3-5-1 0,-2-6-36 15,4-5-16-15,-2-3 1 0,1-7 0 0,3-5-3 16,-2-2-19-16,1-2-62 0,0-6-7 15,-1-6-58-15,3-4-9 0,1-4-19 0,0-5-62 16,3-6-130-16,3-5-159 0,0-4-175 16,6 6-473-16,9-31-582 0</inkml:trace>
  <inkml:trace contextRef="#ctx0" brushRef="#br0" timeOffset="40760.848">32394 4434 1030 0,'0'0'2030'16,"0"0"-1710"-16,0 0-44 0,-17 76 237 0,8-52 23 15,2-5-111-15,1-3-212 0,2-3-152 16,4-4-61-16,0-2-2 0,4-2-1 16,4-4-18-16,3-1 0 0,6 0-46 0,0-6-37 15,5-1-36-15,-1-5 5 0,0 2-12 16,-3-2-7-16,-3 3 15 0,-2-1 21 15,-5 4-9-15,-2 0-1 0,-4 2 64 0,-1 2 64 16,-1 2 77-16,0 0 19 0,-3 6-24 16,-5 4 5-16,-1 2 7 0,-2 4 9 15,0 1 3-15,0-1 5 0,2-4-27 0,6-5-46 16,0-2-17-16,3-4-11 0,0-1-25 16,0 0-88-16,6-5-57 0,3-3-56 15,2-3-131 1,0 3-362-16,4-9-670 0</inkml:trace>
  <inkml:trace contextRef="#ctx0" brushRef="#br0" timeOffset="41624.822">32529 4037 20 0,'0'0'0'0,"0"0"-20"0,0 0 20 0,0 0 0 15</inkml:trace>
  <inkml:trace contextRef="#ctx0" brushRef="#br0" timeOffset="43097.223">32451 4067 339 0,'0'0'326'0,"0"0"-326"0,0 0 0 16,0 0 1180-16,0 0-736 0,0 0-124 0,0 0-62 15,0 0-11-15,0 0 40 0,0 0 30 16,0 0-37-16,24-54-60 0,-24 54-74 0,0 3-35 16,0 6-40-16,0 4-3 15,0 8 89-15,0 8 33 0,0 6-89 16,-6 1-18-16,-3 3 20 0,-3-1-5 15,0 4-7-15,-1-3-15 16,-5 1-19-16,4-5-54 0,-2 2-3 0,4-7-1 0,0-5-23 0,4-2-25 16,6-6-72-16,-1-5-28 0,3-2-10 15,3-3-36-15,5-3-73 0,5-1-122 16,-1-2-161-16,3-1-118 0,1 0-72 16,0-6-280-16,-1-1 353 0,-1 1 101 15,-4 0 567-15,-3 2 0 0,-4 3 453 16,-3 1-133-16,0 0 846 15,0 0-660-15,0 3-71 0,0 1-77 0,0 0-49 16,0-1 1-16,0-2-40 0,0 1-67 16,3-2-58-16,6 0-49 0,-2 0-34 15,5-3-16-15,5-3-46 0,0-2 0 16,5-4-102-16,-1 0-9 0,1 0 15 16,-5 1 28-16,0-1-16 0,-4 1 34 0,-4 6 25 0,-3 0 25 31,-3 1 51-31,-3-1 27 0,-6 4-29 0,-4-4-21 15,-5 5-25-15,-3 0 66 0,-4 2 8 16,-3 7-12-16,1 4-7 0,0 0 1 0,2 3-22 16,5-2 27-16,5-2-42 0,5-3-22 15,6-2-31-15,1-4-9 0,2-3 0 16,11 2-27-16,3-2 8 0,4 0-6 16,8-5-22-16,0-4-46 0,4 0-23 15,0-3 11-15,0 2-3 0,-4 3-47 16,0 0 30-16,-2 2 44 0,-5 5 67 15,0 0 54-15,-7 1 46 0,-4 6 49 16,-3 5-3-16,-7 3-38 0,0 2 6 16,0 2-19-16,-8 5-19 0,1 0 16 0,-1 1-9 0,5-1-29 15,2-1-165-15,1-8-434 0,0 6-1219 0</inkml:trace>
  <inkml:trace contextRef="#ctx0" brushRef="#br0" timeOffset="43904.016">31198 5632 947 0,'0'0'1971'0,"0"0"-1285"0,0 0-424 15,0 0-174 1,0 0 98-16,0 0 223 0,0 0-40 16,0 0-91-16,0 0-156 0,0 0-82 15,0 0-19-15,-85-22-3 0,60 37 13 16,0 0 2-16,3 1-12 0,6-4-21 16,6 0-20-16,7-6-1 0,3 0-22 15,1-1-2-15,9 0 2 0,8 0 4 16,2 1-1-16,3 3 6 0,4-1-2 0,-2 4-25 0,-1 2 27 15,-3 2 13-15,-3 0 6 0,-2 3 15 16,-5 1 28-16,-3-1-28 0,-5 2 22 16,-3-2 5-16,0 0 40 0,-8-1-30 15,0 0 20-15,-5-2-17 0,0-3-16 0,-1-1-8 16,0-2-13-16,3-3-1 16,1-2-2-16,3-5-64 0,4 0-55 0,3-6-28 0,3-8-61 15,11-6-134 1,6-4-185-16,8-7-103 0,-7 7-489 15,15-22-570-15</inkml:trace>
  <inkml:trace contextRef="#ctx0" brushRef="#br0" timeOffset="44194.193">31510 5636 1562 0,'0'0'1269'0,"0"0"-547"0,0 0-412 16,0 0-128-16,8 87 121 0,-16-57 59 0,-2 2-31 16,-3 0-60-16,3-3-52 0,1-3-71 15,4-7-60-15,5-4-46 0,0-5-42 16,0-5-20-16,8-4-16 0,7-1-4 15,4-5-41-15,6-9-28 0,4-4-64 16,3-7-68-16,1 1-87 0,0-2-107 16,-2 1-94-16,-3 4-55 0,-2-1 42 0,-5 2 83 0,-3 2 238 15,-6 3 221-15,-4 6 176 0,-5 4 183 16,-3 5 37-16,-1 5 42 0,-10 9 24 16,-4 3-120-16,-4 6-62 0,0 0-64 15,1-1-35-15,1-1-6 0,4-4-44 16,4-3-101-16,4-7-30 0,5-3-54 15,0-4-111-15,12-4-53 16,7-7-121-16,-5 1-385 0,16-16-1102 0</inkml:trace>
  <inkml:trace contextRef="#ctx0" brushRef="#br0" timeOffset="44468.62">32113 5513 840 0,'0'0'1800'0,"0"0"-700"0,0 0-999 0,-40 65-29 0,26-41 220 15,1 0 157-15,3-1-96 0,5-1-158 16,2-1-109-16,3-3-86 0,3 0-10 16,5-4 9-16,7 4 1 0,-1-3-25 15,5-2 1-15,-2 2-46 0,3-3 0 16,-3 1-22-16,0 1 34 0,-3 0 6 16,-1 3 50-1,-4 0-38-15,-1 2 28 0,-4 0-17 16,-4-2 29-16,0 1 12 0,-3 0-6 15,-6 0-6-15,-5 0-1 0,-3-3-39 0,0 0 0 16,-6-5 25-16,-2-2-46 0,0-1-60 16,-2-7-15-16,1 0 15 0,3 0 3 15,2-5-115-15,6-1-298 0,3-9-730 0</inkml:trace>
  <inkml:trace contextRef="#ctx0" brushRef="#br0" timeOffset="45100.671">32469 5897 408 0,'0'0'172'16,"0"0"27"-16,0 0 375 0,0 0-161 0,0 0 67 15,0 0 108-15,0 0-41 0,0 0-176 16,0 0-126-16,0 0-54 0,0 0 5 0,-58-42 9 15,41 48-24-15,0 0-27 0,2 1-26 16,2-2-46-16,5 1-48 0,0-5-10 16,4-1-8-16,2 0 2 0,2 0-18 15,0 0-11 1,0 0-11-16,0 0-5 0,0 4-19 0,0-2-24 16,0 3 18-16,3 3 51 0,-1 1 0 15,1 0 0-15,0 0-11 0,-2-2-1 16,3-1-29-16,2-1 2 0,1 1 0 0,2-3 0 15,3 1-6-15,0 1 0 0,1 0-9 16,5 0-13-16,-2 5 6 0,-1 1 16 16,1 3 31-16,0 8 15 0,-3 3 31 0,-3 6 22 15,-3 2 24-15,-2 3-10 0,-5 1 47 16,0 1-22-16,0 3-6 0,-6-3-19 16,-2 4-24-16,-1-1 15 0,-2 3-28 15,-3 1-8-15,-2 0-4 0,-1 0 18 16,0-4-17-16,-1-2-16 0,4-4-1 15,1-7-2-15,3-5 3 0,3-5-5 16,1-8 2-16,3-3-15 0,3-6-25 0,-3-1-39 16,3-8-28-16,0-9-25 0,0-4-30 0,0-12-63 15,0-5-117-15,6-5-272 0,3 7-197 16,10-29-1159-16</inkml:trace>
  <inkml:trace contextRef="#ctx0" brushRef="#br0" timeOffset="45316.608">32839 5921 1714 0,'0'0'1447'0,"0"0"-878"0,0 86-406 0,-3-45-94 15,-4 8 207-15,-3 5 145 0,-4 1-10 16,0-1-100-16,-1 0-114 0,0-2-64 16,0-4-60-16,-3-6-7 0,2-4-20 15,2-7-28-15,3-6-18 0,2-9-11 16,4-6-16-16,2-7-40 0,3-3-36 0,0-6-12 0,2-8-70 15,7-9-134-15,3-8-200 0,-1 7-474 16,13-23-526-16</inkml:trace>
  <inkml:trace contextRef="#ctx0" brushRef="#br0" timeOffset="45463.826">33058 5952 1125 0,'0'0'1054'16,"0"0"440"-1,0 0-1170-15,0 0-157 0,0 0 38 16,0 0 73-16,0 0-23 0,0 0-93 15,0 0-85-15,0 0-56 0,0 0-3 0,-45 52-18 16,24-40-3-16,-1-2-73 0,-2 2-22 16,-5-1-64-16,-4 1-38 0,-5-1-131 15,-9 1-287-15,11-5-709 0,-38-2-948 0</inkml:trace>
  <inkml:trace contextRef="#ctx0" brushRef="#br0" timeOffset="46919.832">10278 7264 2056 0,'0'0'1035'16,"0"0"-827"-16,0 0 40 0,-90-61 65 0,57 44-30 15,-1 6-56-15,-2 3-48 0,3 8-40 16,1 0-25-16,5 11-28 0,3 8-16 16,1 10-3-1,6 6 4-15,1 7-1 0,6 2 3 16,3-2-15-16,6-4-31 0,1-6-27 16,4-8-16-16,4-7-11 0,3-7-13 15,2-4-6-15,2-6-18 0,4-2 9 16,0-8-6-16,1-4 0 0,0-4 15 0,-1-3-3 15,-3 1 12-15,-5-4 13 0,1 3-1 16,-1 1-9-16,-2 3 32 0,1 4-1 0,0 6-24 16,0 7-6-16,1 0 33 0,4 7 64 15,1 10 25-15,1 2-24 0,3 5-7 0,-1 5-6 16,-2 3 9-16,0 4 3 0,-3 6-6 16,-6 3 3-16,-2 4-9 0,-6 4 6 15,0 3-7-15,-10 3 34 0,-4-3-9 16,-4-2-9-16,0 0 27 0,-3-7 11 0,1-4-41 15,0-3-34-15,1-7-28 0,1-7 10 0,3-4-10 16,1-6 0-16,2-7 13 0,1-3-12 16,1-5-3-16,0-1 0 0,-2-7-33 15,-2-2-30-15,-3-5-1 0,-1-5-14 0,-3-3-22 16,-1-5-6-16,0-4 8 16,1-1-11-16,1-4-28 15,4 1-19-15,4 4 10 0,9 1-66 16,3 2-70-16,5 4-130 0,9 1-214 15,1 8-568-15,13-13-740 0</inkml:trace>
  <inkml:trace contextRef="#ctx0" brushRef="#br0" timeOffset="47204.577">10934 7024 1797 0,'0'0'736'0,"0"0"-385"0,0 0-8 16,0 0 48-16,28 67 18 0,-19-38-59 16,4 7 33-16,-1 5-147 0,3 2-62 15,-2 5 57-15,2 0-49 0,-1 5-61 0,1-3-42 16,0 2-44-16,-3-5-35 0,2-3-12 0,-4-2-3 15,1-10-24-15,0-6-19 0,-1-5-33 16,-1-6-48-16,1-5-80 0,-4-6-46 0,-2 0-113 16,-3-4-283-16,1 0-704 15,-2-9-964-15</inkml:trace>
  <inkml:trace contextRef="#ctx0" brushRef="#br0" timeOffset="47451.553">11056 7474 2561 0,'0'0'431'16,"0"0"-242"-16,0 0 130 0,0 0-3 16,0 0 26-16,0 0-28 0,79-7-52 15,-43 3-74-15,8-2-17 0,6 2 9 16,5-3-19-16,7 0-16 0,5 0-30 0,3 0-33 16,3-2-22-16,1 0-8 15,-1-1-13-15,0 1 3 0,-2-2-30 16,-3-1-12-16,0 0-2 0,-5 1-19 15,-4-1-9-15,-7 0-52 0,-6 1-38 16,-6-1-35-16,-6 2-18 0,-10 0 0 16,-5-2-56-16,-5 5-142 0,-4-4-243 15,-2 4-580-15,-7-9-702 0</inkml:trace>
  <inkml:trace contextRef="#ctx0" brushRef="#br0" timeOffset="47721.478">12223 7136 2436 0,'0'0'663'16,"0"0"-430"-16,0 0-106 0,0 0 127 0,0 0 86 16,0 0-22-16,0 0-58 15,91 42-76-15,-65-34-61 0,3 3-34 16,0-1 8-16,-2 0 19 0,2 1 3 16,-3 2-56-16,-2 2-23 0,-2-3-13 0,-6 5-27 15,0-3-12-15,-8 4 0 0,-2-1-3 16,-3 2 0-16,-3 0-28 0,-3 2-18 15,-7-1 4-15,-6 3 2 0,-3 2-15 16,-5-1 6-16,-2-2-19 0,-3 0-24 0,-2 1-13 16,-3-1-18-16,-2-2-75 0,-1-3-158 15,9-2-309-15,-15 2-664 0</inkml:trace>
  <inkml:trace contextRef="#ctx0" brushRef="#br0" timeOffset="56513.946">14284 6798 108 0,'0'0'440'16,"0"0"1328"-16,0 0-1435 0,0 0-76 0,0 0-3 16,-80-7 45-16,59 14-42 0,-2 5-49 15,-3 2-13-15,-1 5-39 0,0 5-23 16,-1 6-6-16,0 7-13 0,0 5-12 0,3 7-13 15,2 8-16-15,2 3-27 0,3 8-9 0,4 7-13 16,4 3 10-16,6 1-9 0,4 3-25 16,0 0 0-16,8-4-22 0,6-5 20 15,3-6-10-15,1-8 10 0,3-7-44 16,3-13-58-16,2-7-59 0,4-10-25 16,3-7-53-1,2-7-63-15,1-8-198 0,0-1-256 16,-8-7-626-16,8-12 33 0</inkml:trace>
  <inkml:trace contextRef="#ctx0" brushRef="#br0" timeOffset="56814.434">14789 7257 143 0,'0'0'2613'0,"0"0"-2224"16,0 0-102-16,0 0 80 0,0 0-24 15,4 84-39-15,-1-45 51 16,1 8-141-16,2 4-79 0,-2 4-17 0,-1 6 4 16,0 6 0-16,-3 6-44 15,0 4-26-15,0 2-25 0,-1 3-25 16,-4 1-1-16,1-3 0 0,-2-2-1 16,5-4-3-16,-3-5-18 0,4-7-28 15,0-8-26-15,0-12-10 0,0-7 6 16,4-12 6-16,-3-7 9 0,2-7-34 15,-2-7-36-15,-1-2-28 0,0-6-23 16,0-9-62-16,0-9-166 0,2-11-155 0,1-10-474 0,-2 8-327 16</inkml:trace>
  <inkml:trace contextRef="#ctx0" brushRef="#br0" timeOffset="57092.945">14911 7241 372 0,'0'0'2665'15,"0"0"-2272"-15,0 0-171 0,0 0 1 16,0 0 95-16,85-32-42 0,-62 32-109 16,0 4-59-16,6 5-26 0,-1 2 7 15,0 5-34-15,0-2 25 0,-2 3-7 16,-3 0-30-16,-6 2-25 0,-3 0 4 16,-8 6-10-16,-3 4 0 15,-3 2 0-15,-6 4-9 0,-8 1-3 16,-5 1-15-16,-2-2 3 0,-5 1-4 15,0-6-29-15,-3-3-10 0,4-3-28 0,-1-5 10 16,-1-5-22-16,0-5-40 0,-1 0-59 16,2-8-51-16,1-1-97 15,1 0-243-15,1-8-583 0,5-3-601 16,-4-11 1456-16</inkml:trace>
  <inkml:trace contextRef="#ctx0" brushRef="#br0" timeOffset="57615.675">15789 7302 950 0,'0'0'1866'0,"0"0"-1388"0,0 0-78 0,0 0-61 15,0 0-44-15,0 0-42 16,1 68-3-16,2-31-36 0,1 7-65 0,-1 4-39 15,2 2-28-15,-4 0-9 0,2-2-28 16,-3-4-20-16,2-3-24 0,-1-5-1 0,3-5-34 16,-3-6-17-16,2-6-40 0,0-5-59 15,0-7-26-15,0-3-45 0,-1-3-127 16,1-1-290-16,-3 0-588 0,0-5-441 0</inkml:trace>
  <inkml:trace contextRef="#ctx0" brushRef="#br0" timeOffset="57800.534">15831 7672 1237 0,'0'0'55'0,"0"0"1234"0,0 0-906 16,0 0-47-1,0 0 80-15,0 0-60 0,0 0-54 16,105-11-51-16,-62 7-27 0,9-3-25 16,7-2-37-16,9-7-47 0,1-2-60 15,-3-1-43-15,-2-1-12 0,-4-1-21 16,-5 2-46-16,-3 0-70 0,-6 1-74 15,-4 1-65-15,-5 4-179 0,-14 3-339 0,-3 3-910 16</inkml:trace>
  <inkml:trace contextRef="#ctx0" brushRef="#br0" timeOffset="58047.881">16489 7382 26 0,'0'0'2482'0,"0"0"-2144"0,0 0-122 0,0 0 81 31,0 0 7-31,0 0-55 0,98-10 12 16,-69 17-9-16,0 3-85 0,1 2-26 0,1 2-12 16,-3 0-19-16,-2 0-30 0,-1 3-1 15,-4-3-27-15,-3 2-27 0,-1-2-13 16,-6 1 15-16,-1-1-15 0,-4 3-12 16,-3-1-1-16,-3 1-11 0,-3 6-3 0,-8 0-19 15,-5 2-57-15,-6 3-37 0,-1 0-35 0,0 0 0 16,-3-3 6-16,2-2-42 0,-1 0-79 15,1-4-167-15,6-9-228 0,-8-1-638 0</inkml:trace>
  <inkml:trace contextRef="#ctx0" brushRef="#br0" timeOffset="59605.895">17423 7135 293 0,'0'0'353'16,"0"0"902"-16,0 0-681 0,0 0-207 15,0 0-21-15,0 0-33 0,0 0-51 16,-81-51-20-16,68 60-69 0,-4 9-39 15,3 7-10-15,-4 11-3 0,5 2-20 16,-1 5-11-16,4-2-4 0,1-1-25 0,4-8-13 0,3-5-47 16,2-7 10-16,0-6-11 0,6-7-40 15,2-5-6-15,6-2 22 0,1-4-41 16,3-9-18-16,3-3-12 0,-1-5 8 16,-1-1 26-16,-2-2-5 0,-2 1 42 0,-1 4 21 15,-1 1 2-15,-1 5-12 16,-1 6 1-16,0 1-19 15,1 6 31-15,1 3 47 0,0 8 9 16,0 7 12-16,2 7 10 0,-1 4-11 16,1 5-20-16,0-1-10 0,0 3-4 15,1 3 7-15,0-1 3 0,-1 2 0 16,-4 3-18-16,-3 0 5 0,-7 4-8 0,-1 0 8 16,0-1 7-16,-11 0-9 0,1-2-4 15,-3-3 7-15,1-5-16 0,-1-6 22 0,-2-6-13 16,1-3 9-16,0-6-11 0,3-4-4 15,-4-10-18-15,2-1 0 0,0 0-91 0,-1-8-28 16,-1-7-16-16,0-3-40 0,0-7-41 16,2-4-38-16,0-8-69 0,0-4-186 15,5-9-454-15,0 13-459 0</inkml:trace>
  <inkml:trace contextRef="#ctx0" brushRef="#br0" timeOffset="59874.656">18024 7039 624 0,'0'0'94'0,"0"0"1644"16,0 0-1274-16,17 67 13 0,-11-34-22 16,-2 7 0-16,2 5-124 0,1 5-64 0,-1 1-31 15,1 4-42-15,-4 3-51 0,0 3-61 16,-3 1-27-16,0 3-25 0,0 0-30 15,-3-5-2-15,-3-1 0 0,2-6-35 16,3-5-26 0,-1-3-34-16,2-5-31 0,0-4-12 15,0-10 15-15,0-5 24 0,2-9-3 0,3-10-16 16,1-6-123-16,3-11-112 0,2-15-149 16,0-7-92-16,-3 5-546 0,5-27-466 0</inkml:trace>
  <inkml:trace contextRef="#ctx0" brushRef="#br0" timeOffset="60106.346">18086 7072 1425 0,'0'0'30'0,"0"0"962"0,0 0-660 0,14-75 18 0,2 60 13 15,4 7-44-15,3 1-48 0,5 3-68 16,-1 2-32-16,4 2-48 0,0 3-24 16,0 7-13-16,-4-2-52 0,0 4 12 15,-5 3-31-15,-6-2-13 0,-3 6 9 16,-8 0-11-16,-5 3 0 0,0 3-3 15,-13 4 1-15,-7 2 1 0,-6-1-48 16,-2 1-28-16,-3-1-49 0,-2-3-22 16,0-2-44-16,4-5-50 0,3-3-119 15,4-4-222-15,2-3-513 0,9-5-526 16,-2-3 1468-16</inkml:trace>
  <inkml:trace contextRef="#ctx0" brushRef="#br0" timeOffset="60569.33">18763 7329 1668 0,'0'0'572'0,"0"0"412"0,0 0-609 16,0 0-41-16,0 0-2 0,-90-37-56 15,72 37-42-15,1 0-44 0,2 0-58 0,1 11-47 32,1 2-27-32,4 0-21 0,0 0-22 15,3 1-15-15,4-4-15 0,2-4-19 0,0 0-2 16,3-6-4-16,7 0 16 0,3 0 8 16,3-3-2-16,6-5-6 0,-1 2 2 15,4-1-11-15,-4 6 2 0,5 1 0 16,-3 7-14-16,2 8 44 0,-3 6 1 15,-1 3 30-15,1 7-18 0,-5 3 25 0,0 2 43 16,-4 0-47-16,-1 2-30 0,-4 2 12 0,-2 2 1 16,0 0-16-16,-3 0 24 0,-1 0 16 15,-2-5-7-15,0-1-2 0,-5-5 11 16,-2-4 4-16,-2-4-4 0,-2-2-8 16,-1-7-4-16,0-5-6 0,-2-7 13 15,-3-2-4-15,-2-4-33 0,-1-9-57 0,-2-1-28 0,-1-8-6 16,0-3-82-16,0-7-56 0,0-4-100 15,1-7-171-15,2-4-220 0,1-5-549 16,7 11-356-16</inkml:trace>
  <inkml:trace contextRef="#ctx0" brushRef="#br0" timeOffset="60738.706">19065 7007 825 0,'0'0'655'16,"0"0"810"-16,0 0-932 0,0 0 16 0,107 15-53 16,-75-15-164-16,6-5-142 15,-1-3-105-15,2-9-85 0,-3 3 0 0,0-4-119 0,-3 0-95 16,-7-1-116-16,-7 5-248 0,-5-5-978 0</inkml:trace>
  <inkml:trace contextRef="#ctx0" brushRef="#br0" timeOffset="60923.686">19411 6767 2009 0,'0'0'1178'16,"0"0"-723"-16,0 0-168 0,-12 69 157 0,9-38-70 16,0 4-25-16,2-3 1 0,1 1-129 15,0-1-118-15,0-3-65 0,4 0-38 0,3-2-36 16,1 0-143-16,1-2-63 0,-1-4-54 15,0-3-204-15,0-5-672 0,3-2-989 0</inkml:trace>
  <inkml:trace contextRef="#ctx0" brushRef="#br0" timeOffset="61224.663">19960 6940 1876 0,'0'0'1459'16,"0"0"-1018"-16,0 0-111 0,0 0 145 0,0 0-133 0,64 66-34 16,-45-44 5-1,-1 3-107-15,3 3-85 0,-1 0-28 16,1 5-23-16,-1 0-19 0,-2 5-27 16,0-1 3-16,-3-1-12 0,-6 2-15 0,-3-1 0 15,-5 1-1-15,-1-1-29 0,-11 5-30 0,-8 2-16 16,-5 0-17-16,-7 1-31 0,-5 1 9 15,-3 0 9-15,-3-5-3 0,-4 1-10 0,-1-4-6 16,-1 1-73 0,-3-5-130-16,0 0-146 0,-4-4-200 0,-2 0-683 15,13-11-538-15,-29 7 1696 0</inkml:trace>
  <inkml:trace contextRef="#ctx0" brushRef="#br0" timeOffset="69441.423">7145 4386 2977 0,'0'0'463'0,"0"0"-339"16,0 0 15-16,0 0 60 0,0 0 58 15,-90-10-14-15,66 16-82 0,1 4 5 16,-3 2 15-16,0 9-107 0,3 7-22 0,0 7-6 0,3 9-1 31,0 6 16-31,1 9-21 0,7 7-19 16,1 7 16-16,2 6-25 0,6 4 0 15,3 1-10-15,0-6 10 0,12-8 19 0,1-15-29 0,5-13 16 0,3-16-15 32,2-12 9-32,4-8 3 0,3-6 7 15,2-6-10-15,4-11 15 0,3-10-27 0,3-5-6 0,-2-7-46 16,-2-4-15-16,-1-4 4 0,-4-2-4 15,-3 1 12-15,-2-2-21 0,-5 2 20 16,-2 1 11-16,-3 2 23 0,-10 1-11 16,-3 4 13-16,-5 0 20 0,-8 4 22 15,-6 5-19-15,-5 3 9 0,-2 6-10 0,1 7 16 16,4 7 43-16,0 7 19 0,1 1-34 0,1 13-31 16,-2 5-14-16,-1 10 20 0,-1 7 1 15,0 9 8-15,-1 8 4 0,3 7 20 16,-4 5-26-16,1 9 5 0,-1 5-9 0,-3 7 1 15,0 7-25-15,0 4 1 0,-1 1-1 16,-1-1 0-16,2-6-1 0,3-3-27 16,0-6 26-1,4-4-13-15,0-5-15 0,4-4 18 16,1-5-7-16,4-6 16 0,4-9-12 0,1-8 0 16,2-10-9-16,0-8 8 15,3-7-14-15,0-7-25 0,0-3-18 0,2-5-16 16,0 0 0-16,1-11-12 0,3-4-37 15,5-9-94-15,0-12-100 0,5-6-321 16,-6 7-543-16,6-27-722 0</inkml:trace>
  <inkml:trace contextRef="#ctx0" brushRef="#br0" timeOffset="69626.405">7593 5104 1987 0,'0'0'1178'0,"0"0"-875"0,0 0-50 0,0 0 94 16,0 0 91-16,0 0-87 0,0 0-112 15,82-1-84-15,-72 1-57 0,-1 0-80 16,0 0-18-16,-1 0-46 0,1 3-94 16,-2 5-52-16,2 1-130 0,-6 4-237 15,-3 1-697-15,-5 8-1287 0</inkml:trace>
  <inkml:trace contextRef="#ctx0" brushRef="#br0" timeOffset="69773.663">7613 5446 1884 0,'0'0'1703'0,"0"0"-1318"0,0 0-225 0,0 0 108 16,0 0 118-16,0 0-102 0,0 0-101 0,0 0-85 16,0 0-65-16,0 0-33 0,70 13-61 15,-49-13-164-15,-1 2-127 0,-4 1-212 16,6 5-806-16</inkml:trace>
  <inkml:trace contextRef="#ctx0" brushRef="#br0" timeOffset="70913.416">6138 8980 411 0,'0'0'2324'15,"0"0"-1865"-15,0 0-227 0,0 0-6 16,0 0 51-1,-87 14 24-15,67-1-62 0,-3 4 11 16,1 3-51-16,3 5-73 0,2 6-10 16,5 7-16-16,4 6-14 0,2 11 2 15,6 5 9-15,0 6-6 0,7 6-22 0,6 0-32 16,6-5-19-16,3-7-18 0,4-12 0 16,4-8-3-16,3-15 2 0,2-7 1 15,5-7 11-15,0-9 4 0,1-2-15 0,2-13-3 16,0-6-36-16,2-6-4 0,-2-8-17 15,-1-4-1-15,1-3-3 0,-4-3-15 16,-3-6-21-16,-1 1 9 0,-5-1-1 0,-1 1 10 16,-6 0-1-16,-7 7 31 0,-5 2 25 15,-8 4 27-15,-3 5-15 0,-6 6 15 16,-8 3 15-16,-5 7 43 16,-1 6-12-16,-3 6 24 15,2 2 16-15,0 7-38 0,-1 9-20 0,2 6-1 16,-1 9 13-16,-2 11-4 0,0 7 19 15,1 10 6-15,-1 6-4 0,0 4 10 0,0 6-21 16,2 2 2-16,0 5-15 0,1 3-31 16,-1 4-2-16,0 1 0 0,1 0 0 15,2-1-12-15,1-6-36 0,1-3-7 0,2-6-2 16,4-9-16-16,1-9 6 0,6-12 0 16,1-7-21-16,2-9 3 0,0-6-25 15,4-7-16-15,1-6-24 0,4-3-118 0,0-6-175 16,4-5-226-16,-5-2-574 0,4-17-782 0</inkml:trace>
  <inkml:trace contextRef="#ctx0" brushRef="#br0" timeOffset="71446.343">7828 9747 3131 0,'0'0'601'0,"0"0"-381"0,0 0-75 16,21 74 61-16,-15-36 119 0,-1 6-55 16,-2 0-29-16,-2-2-97 0,1-3-74 15,-1-5-29-15,3-6-41 0,-1-5-3 16,-2-4-21-16,1-6-55 0,-2-4-37 15,1-6-52-15,-1-3-49 0,0 0-42 16,0-12-164 0,0 1-326-16,-3-19-782 0</inkml:trace>
  <inkml:trace contextRef="#ctx0" brushRef="#br0" timeOffset="71588.255">7724 9507 973 0,'0'0'2303'0,"0"0"-2033"0,0 0-172 0,0 0 57 16,0 0-44-16,0 0-111 0,92 0-28 16,-71-1-79-16,3-2-165 0,-4 1-226 15,10-4-660-15</inkml:trace>
  <inkml:trace contextRef="#ctx0" brushRef="#br0" timeOffset="71863.106">8330 9665 836 0,'0'0'2238'0,"0"0"-1896"0,0 0-123 0,-41 71 180 16,28-48-5-16,0-3-58 0,3 1-106 16,4-6-93-16,5 0-70 0,1-2-30 15,6-2-25-15,5 1-12 0,6 0-1 16,6-3 1 0,1 3 0-16,3-2 1 0,3-1 13 15,-1-2-13-15,0 0 15 0,-3 0-16 16,-3 0 2-16,-3-2 10 0,-1 3 6 15,-5 2-16-15,-1-3-2 0,-3 4 0 16,-2 2 0-16,-5-1 1 0,-1 4-1 16,-2-1 0-16,-8 4-46 0,-4-3-27 15,-4 1-33-15,-3-2-7 0,1 1 2 0,-3-2-36 0,0 0-44 16,-2 0-104-16,-3-3-154 0,7-3-295 16,-13 5-907-16</inkml:trace>
  <inkml:trace contextRef="#ctx0" brushRef="#br0" timeOffset="72595.444">10151 9712 1876 0,'0'0'1236'0,"0"0"-1003"16,0 0-68-16,0 0 154 0,0 0-29 0,0 0-13 16,79 82-39-16,-71-50-63 0,-1 5-43 15,-3 1-50-15,-3 1-23 0,-1-4-14 16,3-4-22-16,-1-8-23 0,1-6-22 15,3-8-17-15,-1-4-16 0,4-5-31 16,-2-3 3 0,2-7 10-16,1-6-10 0,0-8 40 15,0-2 3-15,1-4 39 0,0-1 1 0,-3 1 0 16,2 2 10-16,0 3-10 0,1 6-28 16,1 2 28-16,1 6 37 0,1 4 31 15,0 6 2-15,-1 1-5 0,0 8 12 16,-2 6-25-16,-2 6-7 0,-2 1 1 15,0 6 0-15,-4 0-3 0,-1 3-7 0,-2 0-2 16,1 0-31-16,-1-1-3 0,2-3-3 0,-1-2-22 16,2-5-118-16,5-5-96 0,-2-5 2 15,3-4-41-15,1-5-186 0,-2 0-532 16,7-8-881-16</inkml:trace>
  <inkml:trace contextRef="#ctx0" brushRef="#br0" timeOffset="72864.421">10805 9940 2752 0,'0'0'1027'0,"0"0"-923"16,0 0 82-16,2 72 147 0,-2-52 10 16,1-2-25-16,1-6-89 0,1-6-123 15,2-3-82-15,4-3-8 0,1-3-1 16,2-6 6 0,3-7-18-16,0-3-3 0,-1-4-64 0,-1-2-18 15,-4 2 0-15,2 4 3 0,-6 3 12 16,-4 2 0-16,-1 9 12 0,-1-1 39 15,-8 3 15-15,-7 3-45 0,-1 0 19 16,-8 3-19-16,-2 4-6 0,-2 2 49 0,2 2-16 16,2-2 19-16,9 2-15 15,1 0 15-15,6-4-16 0,3 3-42 0,5-7-31 0,1 2-109 16,0-3-165-16,0 1-182 0,1-3-417 16,6 0-436-16</inkml:trace>
  <inkml:trace contextRef="#ctx0" brushRef="#br0" timeOffset="73180.825">11030 9815 1429 0,'0'0'1492'0,"0"0"-1216"15,0 0-2-15,0 0 90 0,49 72-31 16,-45-48-4-16,-2-1-18 0,-2 0-54 16,0-1-74-16,0-1-89 0,0-3-45 15,0-4-48-15,0-3-1 0,0-4-18 16,0-2-46-16,1-5-52 0,5 0-24 15,3-6-10-15,4-6 30 0,1-3 56 0,3-3 2 0,1-4-2 16,2 2-4-16,0-2 12 0,0 4 25 16,3 3 31-16,-3 4 3 0,-2 2 31 15,0 3 37-15,-3 5 34 0,-1 1-12 16,-2 1 14-16,-1 8-9 0,-2 1-37 0,-2 3 13 16,1 3-1-16,-2-1-12 0,0-1-19 0,-3 2-25 31,0-3-17-31,0-3-28 0,0-1-18 15,-3-2-54-15,1 2-35 0,-1-3-52 16,0 2-44-16,0-1-147 0,0-1-354 16,0 1-949-16</inkml:trace>
  <inkml:trace contextRef="#ctx0" brushRef="#br0" timeOffset="73851.766">11809 9879 395 0,'0'0'2199'15,"0"0"-1713"-15,0 0-135 0,0 0 9 16,0 0 8-16,0 0-66 0,0 0-89 0,0 0-23 15,0 0-3-15,92 33-44 0,-57-27-66 16,2-2-38-16,-3-1-36 0,-4-2-3 16,-1-1-24-16,-3-1-80 0,-4-6-33 15,4-4-47-15,-2-3-74 0,-1 0-92 0,-1-6-193 16,-5 6-437-16,3-13-629 0</inkml:trace>
  <inkml:trace contextRef="#ctx0" brushRef="#br0" timeOffset="74114.89">12690 9270 1433 0,'0'0'1496'0,"0"0"-1259"16,0 0-11-16,-11 76 120 0,6-43 26 16,-2 5 10-16,4 2-34 0,2 10-100 15,1 4-78-15,0 6 10 0,0 8-8 16,3 2-93-16,3-3-45 0,4 0-4 0,1-9-30 15,8-8-15-15,1-8-16 0,6-16-23 0,3-9-4 16,6-8 37-16,-1-9-46 0,0-2-8 16,1-13-35-16,-5-6-33 0,-2-4-31 15,-5-3-34-15,-4-2-119 0,-8-2-219 16,-2 10-613-16,-9-9-613 0</inkml:trace>
  <inkml:trace contextRef="#ctx0" brushRef="#br0" timeOffset="74302.974">12484 9592 1979 0,'0'0'1402'0,"0"0"-1139"0,0 0-74 15,0 0 142-15,0 0-24 0,0 0-51 0,0 0-63 16,0 0-76-16,0 0-4 0,0 0-1 16,71 15 86-16,-34-12-92 0,2-2-67 0,-1-1-20 15,-1 0-19-15,-2 0-18 0,-2-3 3 0,-3-1-45 16,-1 1-59-16,-2 1-94 0,-2 2-49 15,2 0-110-15,1 0-258 0,-7 0-108 16,4 0-1498-16</inkml:trace>
  <inkml:trace contextRef="#ctx0" brushRef="#br0" timeOffset="74584.097">13191 9575 1907 0,'0'0'1164'0,"0"0"-1023"0,0 0 44 0,0 0 148 16,0 0 4-16,0 0-41 0,66 78-9 15,-58-57-50-15,0 2-75 0,-3 4-37 16,1 0-6-16,-4 1-16 16,-1 5-30-16,-1-1-24 0,0-1-1 0,-1 0-21 15,-1-5 10-15,1-2 8 0,1-8 1 16,0-6-7-16,0-3-6 0,0-3-12 16,3-4-18-16,2-3 12 0,2-5 0 15,5-5 130-15,4-6-51 0,1-7-70 16,3-2-24-16,3-5-26 0,-1 1-22 15,3 1-10-15,-1 0-32 0,3 0-49 0,-1 2-22 0,2 1-51 16,-4 2-178-16,2 0-266 0,-6 8-609 16,8-8-803-16</inkml:trace>
  <inkml:trace contextRef="#ctx0" brushRef="#br0" timeOffset="74737.776">13855 9678 1152 0,'0'0'2314'0,"0"0"-2020"0,0 0-71 0,0 82 143 16,0-56-35-16,-5-3-33 0,2-1-60 16,-2-4-120-16,4-6-112 0,1-4-6 15,0 1-97-15,0-6-64 0,0 0-63 16,-2-3-68-16,2 0-234 0,-1-2-735 0,-2-12-1177 16</inkml:trace>
  <inkml:trace contextRef="#ctx0" brushRef="#br0" timeOffset="74890.124">13861 9457 329 0,'0'0'2835'0,"0"0"-2229"0,0 0-392 16,0 0-13-16,0 0-48 0,0 0-100 16,0 0-53-16,0 0-38 0,0 0-176 15,0 0-117-15,82-35-138 0,-69 26-698 0</inkml:trace>
  <inkml:trace contextRef="#ctx0" brushRef="#br0" timeOffset="75119.35">14100 9696 2835 0,'0'0'525'16,"0"0"-107"-16,0 0 71 0,-8 76-86 15,2-53-54-15,1-3-50 0,4-3-62 16,1-3-74-16,0-3-57 0,4 0-21 0,4-5-22 15,4-5-11-15,1-1 11 0,4-4-9 0,5-10-30 16,-2-6-22-16,5-5-2 0,-2-4-36 16,1 0-42-16,-3-1-34 0,0 0-15 15,-2 4-9-15,-3 1-27 0,-1 3-71 16,-3 4-166-16,1 2-240 0,-3 7-414 0,-1-4-738 0</inkml:trace>
  <inkml:trace contextRef="#ctx0" brushRef="#br0" timeOffset="75301.254">14561 9657 1611 0,'0'0'1944'0,"0"0"-1506"0,0 0-194 16,-13 72 14-16,9-47-12 0,-1-1-64 0,1-1-48 15,0 0-56-15,2-2-78 0,2 0-18 16,0-3-25-16,0-3-103 0,0-5-72 15,0-4-69-15,0-6-154 0,0 0-551 16,0-11-959-16</inkml:trace>
  <inkml:trace contextRef="#ctx0" brushRef="#br0" timeOffset="75472.218">14480 9507 1888 0,'0'0'1951'0,"0"0"-1584"16,0 0-202-16,0 0 14 0,0 0-89 16,0 0-56-16,0 0-6 0,0 0-28 0,0 0-56 0,94 11-95 15,-75-8-66-15,-2 2-150 0,-3-1-582 16,4 3-1098-16</inkml:trace>
  <inkml:trace contextRef="#ctx0" brushRef="#br0" timeOffset="75855.178">15042 9724 3022 0,'0'0'710'0,"0"0"-503"0,-85 38 35 0,59-21 32 16,-3 7-37-16,7-2 61 0,5-2-14 31,5-2-105-31,6-2-76 0,6-3-52 0,0-6-26 15,4-2-22-15,4-1 8 0,6-4-11 16,2 0-24-16,4-7-13 0,3-4-8 0,1-7-13 16,3-3-9-16,-2 2-21 0,0 0-9 15,-4 3 33-15,-2 7 27 0,-2 4 1 0,-3 5 8 16,-2 2 11-16,-2 9 17 0,-1 5 61 16,0 4 24-16,-5 5-2 15,-1-1-7-15,-2 2-13 0,2-1-11 16,-3-4-3-16,3-2-4 0,2-3-9 15,0-4-36-15,2-6-1 0,2-5-29 0,3-1-46 16,2-3-18-16,1-8-49 0,3-8-37 16,2-4-15-16,1-4-48 0,2-3-88 15,-2-2-105-15,1-1-175 16,-5 7-430-16,3-20-637 0</inkml:trace>
  <inkml:trace contextRef="#ctx0" brushRef="#br0" timeOffset="75939.852">15490 9194 267 0,'0'0'0'0,"0"0"-212"0</inkml:trace>
  <inkml:trace contextRef="#ctx0" brushRef="#br0" timeOffset="76456.841">15787 9149 1368 0,'0'0'2305'0,"0"0"-1969"16,0 0-169-16,0 0 44 0,0 0 68 16,0 0-25-16,0 0-12 0,-41 72-47 0,29-25-50 15,-1 16-29-15,3 6 26 0,1 9-9 16,3 6-52-16,2-2-44 0,0-2-37 15,4-1-2-15,0-8-23 0,4-7-71 16,3-12-49-16,4-9-25 0,0-11-27 16,6-10-74-16,-5-6-294 0,-1-7-704 0,-6-3-1327 0</inkml:trace>
  <inkml:trace contextRef="#ctx0" brushRef="#br0" timeOffset="77706.308">5371 10946 711 0,'0'0'147'0,"0"0"961"0,0 0-742 0,0 0-188 16,0 0 51-16,0 0 15 0,0 0-26 31,0 0-39-31,0 0 37 0,0 0 52 16,0 0-38-16,103 22-68 0,-62-15-25 0,5 0-38 15,6 0-13-15,7-3-21 0,7 3-6 16,8-1-23-16,4 0-8 0,5 1-14 16,5 2-14-16,7 0 0 0,5 1 0 15,6 0 0-15,5 0-3 0,3-1 3 16,6-2-15-16,1 1-13 0,1 0 1 0,2 0 14 0,3 3-11 16,3-3 24-16,5-2 18 0,3 1-15 15,5-2-3-15,0-4-40 0,7-1-65 16,1 0 25-16,6-1 52 0,5-1 27 15,2-3 1-15,2 3-28 0,-1-1-3 16,5 2-9-16,-2 0 15 0,4 1 25 16,4 0 30-16,2 0-29 0,3 3 9 0,-1 4-10 0,2 0-28 15,-2 2 13-15,3 0-19 0,1-1-7 16,2 0-12-16,2-2 13 0,1 0-7 16,2-2-1-16,1-4 29 0,1 0-1 15,2-3 18-15,2-2-18 0,-3-2 20 16,1 1 13-16,-3-2-13 0,1 1 0 0,-1 0 0 15,-1 0 25 1,0 2 7-16,-4 0-7 0,0 3-21 16,-5-1 30-16,-3 2-32 0,-2 0 0 15,-2-1 0-15,-4 0 14 0,0-1-16 16,-4-2 0-16,-4-1-2 0,1-3-11 0,-7-1 13 16,-1 0 1-16,-5 0 0 0,-8 1 0 15,-5 0 0-15,-8 1-1 0,-9 0 0 16,-7 0 2-16,-9 1-2 0,-9-2 1 0,-12 4-1 15,-7 0 3-15,-12 1-3 0,-13 3-16 16,-11 1-22-16,-12 0-69 0,-11 3-82 0,-15 3-216 16,-3 2-387-16,-22 4-781 0</inkml:trace>
  <inkml:trace contextRef="#ctx0" brushRef="#br0" timeOffset="103178.987">1900 9013 1700 0,'0'0'260'15,"0"0"213"-15,0 0-157 0,0 0-110 16,0 0 85-16,0 0 30 0,0 0-34 0,0 0-75 0,0 0-47 15,-17-8-50-15,14 16-28 0,-1 7-7 16,-2 8 7-16,-4 12-16 0,0 8-19 16,-3 11-6-16,-3 12-9 0,-1 6-22 15,-2 12-2-15,-1 7-12 0,0 6-1 16,-2 3 0-16,4-3-16 0,3-6-5 16,2-9-10-16,3-16-33 0,6-16 2 0,-1-14 19 15,4-14-37-15,-1-14-41 0,2-4-72 0,0-4-55 16,0-11-7-16,2-6-78 0,4-11-192 15,-2 3-276-15,5-31-680 0</inkml:trace>
  <inkml:trace contextRef="#ctx0" brushRef="#br0" timeOffset="103479.634">1791 9176 202 0,'0'0'1937'0,"0"0"-1474"0,0 0-196 16,0 0 47-16,0 0 36 0,0 0-62 15,0 0-97-15,0 0-58 0,0 0-52 0,0 0 34 16,0 0-19-16,86 55-6 0,-66-10-28 16,-2 11-19-16,2 9-25 0,-4 6-5 0,0 4-13 15,-3-2 0-15,-2-2-25 0,-2-8-9 16,-3-10 9-16,0-12 25 0,-2-11 0 16,0-14 2-16,-1-7 11 0,-2-7 2 0,2-2 25 15,0-2 22-15,0-8-22 0,3-7 76 16,4-10 44-16,-3-9-60 0,2-8-30 15,-2-9-70 1,-1-2-10-16,2-1 8 0,-2 2-48 16,1 2-23-16,5 4-19 0,-2 10-36 15,3 4-13-15,1 9-23 0,-2 7-96 16,2 5-170-16,-5 7-316 0,0 4-790 0</inkml:trace>
  <inkml:trace contextRef="#ctx0" brushRef="#br0" timeOffset="103818.106">2341 9793 3176 0,'0'0'407'0,"0"0"-375"0,0 0-1 16,0 0 200-16,5 69 173 0,-4-52-156 16,4-3-131-16,-2-3-83 0,2 0-33 0,1-5-1 15,1-3-15 1,0-3-19-16,3 0 21 0,0-3 10 15,2-7 2-15,-1-2-42 0,1-5-19 16,0-2-6-16,-1 0-3 0,-2-1 24 16,-3 2-24-16,-2 3 18 0,0 3 19 15,-4 7 6-15,0-1 27 0,-1 3-15 16,-8 0-22-16,-3 0-13 0,-3 1 51 0,2 2 10 0,-3 0 35 16,1 0 5-16,1 3 6 0,3 8 18 15,-1 1-2-15,1 4 9 0,2 0-10 16,3 2-34-16,2 0-37 0,1-1-56 15,3-4-65-15,0-2-103 0,0-6-75 16,4-5-52-16,5 0-3 0,1-10-182 16,0 1-96-16,6-18-142 0</inkml:trace>
  <inkml:trace contextRef="#ctx0" brushRef="#br0" timeOffset="104065.131">2807 9185 1805 0,'0'0'1468'0,"0"0"-1195"0,0 0-168 0,0 0 100 0,-30 85 127 16,18-45-40-16,-1 5-60 0,5 4-82 15,0 1-49-15,5 2-24 0,3 2-28 16,0-1-21-16,0 3-28 0,6-1-30 16,-1-8-35-16,-1-9-35 0,2-9 32 15,1-6 10-15,-2-9-13 16,1-5-46-16,0-6-25 0,0 0-35 15,-1-3-70-15,-2-3-159 0,0-4-264 16,-3-5-85-16,0 3-375 0,-4-8 319 0</inkml:trace>
  <inkml:trace contextRef="#ctx0" brushRef="#br0" timeOffset="104218.512">2556 9647 293 0,'0'0'1934'15,"0"0"-1385"-15,0 0-129 0,0 0-13 0,0 0-7 16,0 0-53-16,0 0-90 0,0 0-72 15,0 0-32-15,0 0 18 0,0 0-3 16,64 2-65-16,-37 0-60 0,2-2-37 16,-2 4-6-16,2-4-76 0,-3 0-55 15,-1 0-46-15,-1 0-34 0,-1 0-100 16,0 0-197-16,-7 0-573 0,7 0-647 0</inkml:trace>
  <inkml:trace contextRef="#ctx0" brushRef="#br0" timeOffset="104566.491">2947 9700 114 0,'0'0'2466'0,"0"0"-2006"16,0 0-239-16,0 0 119 0,0 0 142 0,4 79-96 15,2-63-170-15,0-4-133 0,1-5-49 16,4 0-17-16,1-4-17 0,2-3-2 16,1-2 1-16,2-7-26 0,-1-4-16 0,2-4-10 15,-2-2-51-15,2-2-42 0,-4 2-37 16,-1 0 24-16,-3 2 64 0,-4 4 7 15,-3 1 19 1,-3 6 16-16,0 4-10 0,-4 2 49 0,-10 0 14 16,-3 0 63-16,0 2-24 0,-3 4-39 15,0 5 0-15,1 3 36 0,0 5 42 16,3 6 16-16,-1 3 26 0,5 2 14 16,0 1-4-16,3-1-9 0,3 0-22 0,3-2-35 15,3-3-27-15,0-2-37 0,3-5-1 16,4-4-29-16,3-2-26 0,3-1 4 0,3-5 24 15,3-2 3-15,4-2-68 0,4-2-55 16,5 0-74-16,2-7-93 0,-5 0-295 16,16-7-902-16</inkml:trace>
  <inkml:trace contextRef="#ctx0" brushRef="#br0" timeOffset="104835.587">3467 9670 3651 0,'0'0'509'16,"0"0"-477"-16,0 0 2 0,0 0 193 0,81 30 72 15,-54-24-57-15,2-5-80 16,4-1-98-16,5-1-26 0,3-8-38 0,1-2-39 16,0-6-59-16,1-2-61 0,-4-3-83 0,-3-3-175 0,-10 7-252 15,0-13-897-15</inkml:trace>
  <inkml:trace contextRef="#ctx0" brushRef="#br0" timeOffset="105035.312">3737 9332 2387 0,'0'0'1430'0,"0"0"-1094"0,-21 94-155 0,14-46 26 15,3 9 184-15,-2 4-46 0,3-2-39 16,2 0-148-16,1-4-104 0,0-5-54 16,0-4-24-16,5-11-52 0,4-10-54 15,5-12-31-15,4-8-55 0,5-5 9 16,6-15-42-16,1-9-202 0,2-8-275 0,-8 6-506 15,8-26-533-15</inkml:trace>
  <inkml:trace contextRef="#ctx0" brushRef="#br0" timeOffset="105420.641">4089 9109 2659 0,'0'0'791'16,"0"0"-503"-1,0 0-102-15,-7 72 43 0,-3-25 150 16,0 7-50-16,-4 7-29 0,4 2-60 15,-1 2-49-15,2-3-60 0,0-2-56 0,3-3-69 16,2-7-6-16,1-7-27 0,3-8-27 16,0-7-34-16,1-9 0 0,5-7-43 15,6-6-45-15,2-6 2 0,3-1 9 16,2-11-25-16,4-6-82 0,-4-4-33 0,4-1 35 16,-3-1-43-16,-4 5 24 0,-2 5 142 0,-2 5 60 15,-3 8 87-15,-2 1 20 0,-3 0 98 16,-1 7 64-16,-2 5 62 0,1 2 9 15,-2 4-1-15,0 3-28 0,0 1-16 16,0-1-17-16,-3 1-10 0,0-3-22 0,3-3-58 16,0-3-62-16,0-2-39 0,0-4-15 0,0-2-18 15,7-2-7-15,1 1 7 0,-1-1-1 16,4-1-12-16,1-1 3 0,-1-1-6 16,4 0-3-16,0 0 15 0,3-5-9 0,2-7-15 15,0-2-32-15,5-8-33 0,-1-4-42 16,1-9-65-16,-1 0-148 0,-1-8-259 15,-4 11-646 1,1-19-462-16</inkml:trace>
  <inkml:trace contextRef="#ctx0" brushRef="#br0" timeOffset="105598.624">4555 9344 1311 0,'0'0'1847'16,"0"0"-1497"-16,0 0-195 0,-10 82 22 15,3-43 153-15,0 3 2 0,-1 1-85 0,4-1-88 16,-2-5-58-16,6-4-15 0,0-6-59 0,0-3-27 15,3-4-70-15,6-6-31 0,1-4-25 16,3 0 13-16,0-1-41 0,1-2-69 16,1 4 45-16,-2-2-4 0,-2-3-390 15,-5-1-489-15,-2-4-35 0,1 2-52 0</inkml:trace>
  <inkml:trace contextRef="#ctx0" brushRef="#br0" timeOffset="105920.828">4112 9678 2835 0,'0'0'356'0,"0"0"-232"0,0 0 200 0,0 0 25 16,104 9-51-16,-75-8-44 0,3-1-66 15,0 0-99-15,-1-6-80 0,-2 3-9 0,0-2-178 0,-3 1-63 16,-4 4-61-16,-4 0-161 0,-6 0-578 15,-5 6-855-15</inkml:trace>
  <inkml:trace contextRef="#ctx0" brushRef="#br0" timeOffset="106368.975">1153 10612 3029 0,'0'0'450'0,"0"0"-418"0,0 0-10 16,0 0 102-16,0 0 153 15,0 0-35-15,0 0-34 16,82-23-62-16,-32 16 57 0,15 3 0 0,7-2-84 15,13 0-18-15,6 1-1 0,7 1-30 16,10-2 3-16,10 2-30 0,13-1 2 0,12-2-8 16,11 0 2-16,7-2-3 0,1 5-36 15,1 0 1-15,-2 2-1 0,0 2 19 16,-2 0-17-16,-3 0 1 0,-5 0 0 0,-4 0-3 16,-6 3 0-16,-12 0-12 0,-11 0-13 0,-10 0 23 15,-13 1 1-15,-11-1-2 0,-13 0-12 16,-12 3-3-16,-11-1-6 0,-13-1-16 15,-6-1 10-15,-8 1 9 0,-6-3 18 16,-4 2 0-16,-5-2-16 0,-2 0-14 16,-2-1-19-1,-1 0-18-15,-1 0 9 0,0 0-6 16,0-3-9-16,0-2-43 0,0-2-68 16,-3 0-69-16,-6-5-99 0,4 3-250 15,-17-7-831-15</inkml:trace>
  <inkml:trace contextRef="#ctx0" brushRef="#br0" timeOffset="107323.599">2343 11950 1937 0,'0'0'434'15,"0"0"201"-15,0 0-293 0,0 0-50 16,0 0 70-16,0 0-21 0,0 0-97 0,0 0-96 16,0 0-31-16,0 0 76 0,101 21 5 0,-51-16-85 15,2 0-44-15,-1-2-35 0,-4-1-34 16,-5-2 0-16,-3 0-2 0,-3-2-22 15,-6-1-34-15,-1 0-85 0,-7-1-58 16,-2 2-54-16,-6-1-143 0,-5 2-329 16,-4 1-854-16</inkml:trace>
  <inkml:trace contextRef="#ctx0" brushRef="#br0" timeOffset="107502.092">2608 12190 1838 0,'0'0'784'0,"0"0"-279"16,-3 85-28-16,3-45-13 0,-4 9-78 0,1 1-149 16,-3 0-135-16,-1 0-85 0,-2-3-17 15,-2-3-58-15,1-8-90 0,-2-1-47 0,1-5-79 16,-1-3-68-16,-1-4-92 0,2-4-201 16,2-4-453-16,-8-1-19 0</inkml:trace>
  <inkml:trace contextRef="#ctx0" brushRef="#br0" timeOffset="107671.56">2340 12832 1223 0,'0'0'784'0,"0"0"-246"0,0 0-62 16,0 0-55-16,0 0-25 0,0 0-82 16,0 0-74-16,0 0-52 0,0 0-28 31,0 0-31-31,-53-11-34 0,64 11-30 0,8 0 17 0,7 0 19 0,4 0 17 16,5 0-17-16,-2 0-98 15,2 0-3-15,-4-1-42 0,1-5-86 16,-3-4-54-16,3-1-5 0,-1-4-68 15,0-2-279-15,-9 3-670 0,9-10-981 0</inkml:trace>
  <inkml:trace contextRef="#ctx0" brushRef="#br0" timeOffset="107856.387">3065 12579 1281 0,'0'0'1693'16,"0"0"-1329"-16,0 0 1 0,0 0 135 15,91 3-91-15,-67-8-166 0,1-3-102 16,1-3-65-16,-1-6-30 0,3 1-46 16,-2-6-12-16,1-1-126 15,1-3 1-15,-2-2-100 0,-2-3-148 0,-4 1-257 16,-4 6-582-16,-3-5-932 0</inkml:trace>
  <inkml:trace contextRef="#ctx0" brushRef="#br0" timeOffset="108141.53">3228 12083 2410 0,'0'0'724'0,"0"0"-450"0,0 0-61 16,0 0 162-16,0 0 50 0,-62 81-154 15,59-51-108-15,3 7-50 0,0 1 1 16,7 5 17-16,3 3 15 0,3 3-40 16,0 3-24-16,3 4-40 0,-2 3-5 15,2 1-7-15,-3 1-12 0,-1 0-15 16,-1-6 12-16,-2-1-15 15,-2-3 0-15,-2-3-2 0,-4-3 2 16,-1-2 1-16,0-6 1 0,-6-4 1 16,-3-4 0-16,1-6 0 0,-2-7 8 15,-2-1-11-15,-2-4-51 0,-4-3-19 16,-2-2-11-16,0-2-20 0,-4-4-29 16,-4 0-4-16,-2-7-83 0,-2-6-115 15,-2-7-134-15,6 4-225 0,-15-21-766 0</inkml:trace>
  <inkml:trace contextRef="#ctx0" brushRef="#br0" timeOffset="109006.525">4700 12228 2561 0,'0'0'661'0,"0"0"-342"0,0 0-32 0,0 0 31 0,0 0-38 15,0 0-73-15,0 0-41 0,0 0 9 32,45 90-14-32,-25-27-57 0,-2 9-22 15,2 3-12-15,-4 2-9 0,0-7-16 16,-2-10-20-16,3-11-25 0,-4-12-19 15,3-11-14-15,-1-11-13 0,-1-8-45 16,2-7-27-16,3-4 17 0,1-10 31 16,-1-5 36-16,1-9-6 0,-4-1-8 0,-2-5 11 15,-2-1 6-15,-1 0 10 0,-1 0-4 0,-1 2 7 16,-1 2 5-16,-2 7-8 0,1 8 9 16,-1 5-41-16,0 9-21 0,2 2 74 15,3 12 10-15,2 4 94 0,5 7-24 0,1 4-9 16,-2 3 8-16,2-4 4 0,-3 2 5 0,0-7-14 15,-5-5-1-15,2-7-40 0,-1-5-9 16,-2-4 10-16,6-3 17 0,-3-9-2 0,2-5-13 16,0-10-11-16,2-4-25 15,-2-7-30-15,-1-3-27 0,-2 0-19 0,-2 0-34 16,0 1-39-16,-3 2-13 16,0 4-80-16,-1 2-185 0,-3 11-334 0,4-1-896 0</inkml:trace>
  <inkml:trace contextRef="#ctx0" brushRef="#br0" timeOffset="109344.15">5640 12672 2531 0,'0'0'1638'0,"0"0"-1417"16,0 0-206-16,0 0 103 0,0 0 147 15,0 0-48-15,0 0-67 0,0 0-59 0,95-76-45 0,-73 36-46 16,1-2-3-16,-4 0-73 0,-4 4-1 15,-1 3 7-15,-7 8 12 0,1 8-18 16,-8 6 8-16,0 6 22 0,-8 7 44 16,-4 0 2-16,-8 6 25 0,-2 2-7 15,-6 9-2-15,-1 2 17 0,1 6 16 16,4 7 6 0,1 6-3-16,7 4-3 0,3 4 9 0,3 4 9 15,7 2 6-15,2-2-3 0,1-2-33 16,4-6-37-16,9-10-36 0,4-7 0 15,6-8-10-15,6-10-3 0,7-7-36 16,6-6-4-16,5-9-11 0,4-7-78 16,-2-8-96-16,4 0-196 0,-12 6-264 0,18-17-782 15</inkml:trace>
  <inkml:trace contextRef="#ctx0" brushRef="#br0" timeOffset="109808.166">7315 12459 3101 0,'0'0'287'0,"0"0"-172"0,0 0 15 0,0 0 68 16,-75-75 54-16,55 66 4 0,-2 3 10 16,0 6-88-16,0 2-39 0,-4 8-14 15,1 5-37-15,-1 5-21 0,3 4-9 0,3 2-21 16,5-1-13-16,7 0-24 0,6-4-10 0,2-6-17 15,9 1-10-15,7-2 22 0,8-2 15 16,5 3 30-16,1-2 4 0,2 1-33 16,-2-2-1-16,-2 0-12 15,-2 0 10-15,-5 3 2 0,-5 1 3 0,-3 0 30 0,-3 4-12 32,-4-2 7-32,-5 0-10 0,-1-2 3 0,0-1-9 15,-5-5-9-15,-7 2-3 0,1-6-50 16,-4-1-63-16,-2-5-36 0,2 0-19 15,-2-5-41-15,3-7-99 0,2-2-142 16,2-11-221-16,3 6-444 0,0-29-218 0</inkml:trace>
  <inkml:trace contextRef="#ctx0" brushRef="#br0" timeOffset="110193.999">7456 11889 2880 0,'0'0'508'0,"0"0"-248"0,0 0 169 16,0 0-37-16,0 0-74 0,0 0 0 15,65 67-41-15,-62-27-77 0,-3 10-76 32,0 10-30-32,0 6-27 0,-6 8-34 15,-1 2-15-15,-1 4-16 0,3-2-2 16,2-5-24-16,2-7-31 0,1-10-47 16,4-13-38-16,4-14 46 0,4-10 37 15,2-12-4-15,2-7-12 0,6-7-21 16,-2-12 2-16,3-5 13 0,0-5 2 0,-1-1 7 15,-3 0 9-15,-1 7 30 0,-2 5 13 0,0 7 18 16,-3 6 18-16,1 5 47 0,-2 2 17 16,-1 9 10-16,-2 4 48 0,-2 4 3 0,-2 3-12 15,-2 3-31-15,1-1-9 0,0 2-15 16,-1-3-13-16,1-1-2 16,-2-7-25-16,2-2-36 0,-1-5-18 0,3-4-25 15,0-2-26-15,1-2-40 0,1 0-43 0,3-9-24 0,1-3-6 16,-1-4-69-16,3-5-196 15,-3-3-169-15,3-3-342 0,-6 5-194 0,7-12-208 0</inkml:trace>
  <inkml:trace contextRef="#ctx0" brushRef="#br0" timeOffset="110711.226">8060 12591 2126 0,'0'0'1120'16,"0"0"-745"-16,0 0-85 16,29 75-23-16,-21-47-6 0,0-6 45 15,-1-2-21-15,1-9-105 0,0-4-71 16,0-7-30-16,5-4-79 0,0-10-2 15,4-8-10-15,-2-8-24 0,3-6-53 16,-1-1-29-16,-2 0-26 0,-3 3 31 16,-3 5 39-16,-2 4 28 0,-6 5 6 15,-1 6 9-15,-5 1 31 0,-7 2 10 0,-1 5 11 0,-3 0 22 16,0 6 55-16,-1 2-18 0,4 10-13 16,-3 5-21-16,3 4 9 0,0 8-6 15,3 1-3-15,0 1-4 0,0-2-11 16,4-5-31-16,3-4-10 0,0-5-33 0,3-4-73 15,0-8-52-15,5-3-22 16,2 0-14 0,9-10 40-16,-2-7-3 0,6-6-50 0,2-5-50 15,0-2-69-15,1 0 39 0,3 5 82 16,-2 6 141-16,2 7 74 0,-4 7 151 16,-1 5 80-16,-1 5 17 0,-2 15 44 0,-4 9 61 15,-2 6-2-15,-2 6-49 0,0 4-78 16,-3 2 18-16,0-3-33 0,-1-6-66 15,0-9-34-15,-2-8-30 0,3-8-58 0,2-9-21 16,4-4-58-16,1-7-11 0,5-10-10 0,0-7 9 16,1-7 3-16,3-3-36 0,-4-2-3 15,1 5 14-15,0 0 16 0,-5 6 15 16,-1 6 9-16,-3 7 18 0,0 5 3 16,-3 7 31-16,-1 4 34 0,-2 8 110 15,-1 3-16-15,0 2-52 0,1-1-39 0,-1 2-16 16,2-5 25-16,-1-2 2 0,3-9-9 15,-1-2-39-15,4 0-22 0,1-8-14 16,5-9-22-16,2-2-48 0,3-5-41 0,2 0-15 16,-2-2-117-16,2 3-202 0,-5 6-270 15,5-6-995-15</inkml:trace>
  <inkml:trace contextRef="#ctx0" brushRef="#br0" timeOffset="111249.561">9576 12714 375 0,'0'0'1978'16,"0"0"-1356"-16,0 0-175 0,0 0-54 15,0 0-79-15,0 0-56 0,0 0 42 16,128 4-82-16,-67-4-62 0,4-4-61 16,0-7-37-16,-6-2-30 0,-5-5-28 15,-5-1-3-15,-5-6-46 0,-2-5-85 0,-1-4-83 16,-3-6-23 0,-4-4-113-16,-4 0-153 0,-8 10-676 15,-4-15-1148-15</inkml:trace>
  <inkml:trace contextRef="#ctx0" brushRef="#br0" timeOffset="111449.982">9972 12262 2470 0,'0'0'705'0,"-3"67"-406"0,3-24-5 16,6 11 84-16,0 9 10 0,1 3-74 15,0-3-72-15,-1-3-142 0,3-5-100 16,0-10-21-16,3-9-101 0,0-15-37 15,4-12 5-15,3-9 13 0,4-10 39 16,1-13-100-16,3-10-105 16,2-9-201-16,-8 9-247 0,7-27-1022 0</inkml:trace>
  <inkml:trace contextRef="#ctx0" brushRef="#br0" timeOffset="112198.844">10445 11872 1087 0,'0'0'1995'15,"0"0"-1616"-15,0 0-160 0,0 0 93 0,0 0-21 16,-13 102-49-16,5-48 10 0,0 12-22 0,1 4-22 16,1 3-2-16,2 2-21 0,-2 0-69 15,0-1-62-15,4-4-51 0,-1-8-3 16,3-8-39-16,0-10-76 0,0-12 0 16,7-12 26-16,4-13-23 0,4-7-4 15,3 0 22 1,0-13-56-16,5-5-19 0,-2-5 12 15,2-1 12-15,1-2-3 0,0 2 17 16,2 5 50-16,0 5 65 0,-2 3 16 0,-2 7 29 16,0 4 74-16,-2 0 49 0,-4 8 9 15,2 3 0-15,-6 4 1 0,2-1-33 0,-1 0-31 16,-2-2-37-16,1-3-61 0,0-2-3 16,2-7-34-16,1 0 34 0,-1 0 3 0,2-6 0 15,0-5-3-15,-2 0-49 0,2-3 6 16,-4 3 28-16,-2 1 16 0,-2 3-13 15,-2 6-22-15,-3 1 22 0,1 1 15 0,-4 11 107 16,2 6 57-16,-2 6-14 0,0 5-35 16,0 2-48-16,0-2-7 0,0-2-5 15,0-7-32-15,1-7-23 0,5-4-30 0,4-7-13 16,0-2-11-16,2-6-71 0,5-11 7 16,0-9 14-16,8-8-42 0,1-8-84 15,3-8-99 1,2-4-133-16,0-5-96 0,0-4-72 0,0-3-103 15,-3-3-2-15,-2-1 149 0,-5 3 214 16,-1 7 372-16,-3 12 483 0,-6 15 197 16,0 15 57-16,-3 11-140 0,-1 7-146 15,-4 12 52-15,0 10 13 0,-1 8-148 16,-1 8-163-16,1 6-55 0,-2 6-7 16,1 5 61-16,-1 4-7 0,3 2-19 0,0 5-24 15,2-2-48-15,-2-2-58 16,3-5-31-16,1-10-17 0,-2-8-48 0,3-11 0 15,-5-6 6-15,1-6-7 0,-1-3-29 0,-1-6-52 16,-2-2-9-16,0-5 33 0,-9 0-7 0,-4-2-63 16,-3-8-41-16,-4 0 33 0,-3-6 46 15,1-3 61-15,-5-5 6 0,3-4 3 16,-1-3 43-16,5 0 25 0,6 1 47 16,3 6-4-16,11 3 22 0,0 9-44 15,11 0-20 1,7 0 58-16,7 2 67 0,7-2-22 0,6-3-3 15,3 3-27-15,2-5-1 0,6-1-3 16,3-1-29-16,1-1-41 0,1-1-39 16,-1 0-120-16,0 2-113 0,-15 5-313 15,18-1-957-15</inkml:trace>
  <inkml:trace contextRef="#ctx0" brushRef="#br0" timeOffset="112920.761">13453 12305 2172 0,'0'0'284'0,"0"0"-135"0,0 0 67 0,0 0 37 0,0 0 105 0,-85-23 25 16,72 32-72-16,-2 10-40 0,7 11-58 16,2 10 12-16,4 13-2 0,2 8-9 15,5 6-14-15,6 0-39 0,5-4-58 16,2-10-43-16,3-12-60 0,5-12-10 16,3-12-8-16,2-13-9 0,6-5-13 15,3-17 7 1,3-8-12-16,0-8-16 0,-1-8-12 0,1-1 0 15,-7-4 13-15,-4 4-10 0,-2-2-9 16,-4 0-1-16,-3 6 13 0,-4 1 30 16,-5 4-8-16,-6 2 14 0,-5 8 22 15,-3 6 9-15,-6 5 49 0,-7 6-3 16,1 3 33-16,-5 4-15 0,0 0 3 16,0 9 3-16,-2 8-36 0,-1 4 2 0,0 8 3 15,1 7 10-15,-3 6 0 0,1 7 8 16,0 5 7-16,1 4-4 0,2 5-5 0,0 5-13 15,2 3-21-15,0 4-21 0,-2 1-11 16,0 1-1-16,-2-1 0 0,2-2 0 16,0-5 9-16,2-1 1 0,0-7-13 0,2-5 3 31,1-4-22-31,4-6-23 0,2-7-25 0,2-9 3 16,2-6 15-16,1-10-2 0,2-9-26 15,0-5-17-15,5-2-26 0,6-15-27 0,6-7-34 16,5-9-132-16,4-11-252 0,-7 8-553 15,11-33-1207-15</inkml:trace>
  <inkml:trace contextRef="#ctx0" brushRef="#br0" timeOffset="113184.738">14523 12728 1220 0,'0'0'2949'16,"0"0"-2497"-16,0 0-350 16,-4 78-19-16,0-45 3 0,-2-1 24 0,2 5 134 15,-4-4-61-15,4-2-89 0,-1-3-43 16,3-5-24-16,1-3-27 0,1-5-9 15,0-7-72-15,0-2-26 0,0-5-69 16,0-1-38-16,0-7-46 0,0-5-142 16,0 1-316-16,0-20-614 0</inkml:trace>
  <inkml:trace contextRef="#ctx0" brushRef="#br0" timeOffset="113353.621">14418 12381 3387 0,'0'0'544'0,"0"0"-408"0,0 0-8 16,0 0-22-16,0 0-29 0,82-40-24 16,-56 32-53-16,3-3-90 0,4 3-197 15,0 2-135 1,-7 1-537-16,13 0-1077 0</inkml:trace>
  <inkml:trace contextRef="#ctx0" brushRef="#br0" timeOffset="113616.801">14970 12582 1178 0,'0'0'2251'0,"0"0"-1950"16,0 0-66-16,-42 66 184 0,25-45-73 0,3-3 10 0,1-2-49 15,4-5-128-15,5 0-91 0,2-1-31 16,2 0-20-16,2 2-27 0,8 2-10 16,3-1-18-16,4-1-6 0,6-4-10 15,2 2-17-15,2-4-1 0,-1-1-17 16,2 2 14-16,-3-2 31 0,-2 1-4 15,-3 2-23-15,-5-1 2 0,-3 0 3 0,-3 2 4 0,-3 0-10 16,-3 4 12-16,-3 2 16 0,-3 2-10 16,-8 1 1-16,-4 0-22 0,-1-3-6 15,-1 0 8-15,-3-1-5 0,-2-1-46 16,-2-1-103-16,-5 0-181 0,-3 0-221 16,8-3-579-16,-21 3-839 0</inkml:trace>
  <inkml:trace contextRef="#ctx0" brushRef="#br0" timeOffset="114486.362">16346 12637 2168 0,'0'0'653'15,"0"0"-125"-15,0 0-182 0,0 0 13 16,96 9-44-16,-76 6-74 0,-4 7-22 16,-1 7-11-16,-7 3-71 0,-3 4-61 0,-2 0-33 0,-3 4-4 15,0-5-20-15,-4 1-4 0,0-5-13 16,-1-6-2-16,2-5-19 0,-1-9-24 15,0-4-39-15,4-5 3 0,0-2 11 16,0 0 1-16,0-8 3 0,4-1-22 16,2-7 37-16,1-5 15 0,2-2-6 15,0-4 37-15,0-1-9 16,2 2 10-16,-1 1 2 0,1 5 3 16,-1 2 9-16,1 5 7 0,-2 4 36 15,-1 4 13-15,-2 5-1 0,-1 0-6 16,2 6 16-16,-2 6 11 0,-1 4-9 15,-1 6-12-15,-2 0-21 0,-1 7-7 16,0-3 1-16,-2 0-4 0,-1-4-25 0,0-6-11 16,3-1-30-16,0-7-25 0,0-3-106 0,3-5-43 15,4 0-1-15,2-5-45 0,3-7-94 16,0-6-199-16,1 3-448 0,1-13-477 0</inkml:trace>
  <inkml:trace contextRef="#ctx0" brushRef="#br0" timeOffset="114770.726">16909 12787 2541 0,'0'0'512'0,"0"0"-282"0,0 0-45 0,1 78 125 16,-1-54 73-16,-1-5-13 15,1-5-81-15,0-7-151 0,0-4-138 0,5-3-4 16,7-3 4-16,1-7 25 0,1-6-24 16,6-4-1-16,1-5-89 0,-1 0-6 15,0-4 12 1,0 3 15-16,-2 2 25 0,-1 1 0 15,-6 4-16-15,-1 2-6 0,-7 5 15 0,-3 5 33 16,-1 2 17-16,-11 3 28 16,-4 1 6-16,-2 1 15 0,-4 0-27 0,3 0-21 15,-1 4 21-15,3 5 9 0,1 0-28 16,4 3-3-16,1 0-22 0,4-1-3 16,2-1-15-16,2 0-28 0,3-2-75 0,0-2-83 15,0 1-176-15,3-2-319 0,5-1-791 0</inkml:trace>
  <inkml:trace contextRef="#ctx0" brushRef="#br0" timeOffset="115236.024">17260 12636 1790 0,'0'0'590'15,"0"0"-345"-15,0 0-125 0,0 0 60 16,0 0 31-16,0 0 76 0,0 0-8 16,0 0-140-16,0 0-23 0,0 0 39 15,0 0 4-15,18 78-7 0,-18-49-7 0,0 1-9 16,0 1 5-16,-3-1-6 0,1-6-44 16,-1 0-45-16,2-8-46 0,-1-3 0 15,2-4-12-15,0-2 0 0,0-3-7 16,0-3-11-16,0-1-16 0,0 0-30 0,0 0-4 15,0 0 3 1,0-3 6-16,0-1 13 0,2-1 12 16,-1 1-4-16,1 0 4 0,-2 0-4 0,1 1-2 0,1-1 2 15,-2 3 16-15,0-1 12 0,0 1 7 0,0 1 2 16,0 0-15-16,0-3-12 16,0 3-38-1,-2-3 17-15,-1 1 27 0,0 2 15 16,2-2 3-16,-1 1 16 0,-2-2 0 0,3 3 22 0,0-1 9 15,-1 0 5-15,2-1 5 0,-1 2-7 16,1-1-6-16,0 1-14 0,0-1-14 16,-2 1-18-16,2 0-63 0,0 0-46 15,-1 0-33-15,1 0-112 0,-2 0-97 16,2 0-110-16,0 0-255 0,-1 0-535 0,8 2 590 16</inkml:trace>
  <inkml:trace contextRef="#ctx0" brushRef="#br0" timeOffset="115657.197">17355 12189 2805 0,'0'0'391'0,"0"0"-222"0,0 0-7 0,0 0 69 0,0 0 68 15,0 0 38-15,0 0-93 0,0 0-143 16,0 0-42-16,0 0 5 16,-2 70 1-16,6-39-1 0,-1 1 6 0,-2 5-6 15,-1 0-12-15,0 4-9 0,0 5-13 16,-1 2-2-16,-4 0-25 0,-2 4-1 16,-2-4 1-16,1 1-3 0,-1-4-1 15,-1-3-2-15,4-7 2 0,-1-4-15 16,3-7 16-16,-2-4-2 0,3-4 0 15,3-2 2 1,-1-3-1-16,1-1-1 0,0-3-1 16,0-1-18-16,0-4-10 0,3 2-5 0,0-2 2 15,4-2 1-15,-2 2 5 0,1-2-5 16,2 0 2-16,1-4 13 0,2-2-31 16,-1-6-31-16,3-1-12 0,-3-4-3 15,0-1-19-15,0-1-69 0,-3-2-91 16,0 0-164-16,-2-1-163 0,-2 4-386 0,-3-7-467 0</inkml:trace>
  <inkml:trace contextRef="#ctx0" brushRef="#br0" timeOffset="115872.991">17154 12606 1896 0,'0'0'505'0,"0"0"-124"16,0 0-37-16,0 0-10 0,0 0-27 0,0 0-7 15,0 0-57-15,0 0-110 0,0 0 19 16,0 0 63-16,0 0-7 0,104 5-61 15,-73-4-50-15,-1-1-24 0,2 0-21 16,1 0-25-16,3-6-18 0,0 0-9 16,2-3-18-16,1-1-30 0,2-3-83 0,1 0-80 31,-1-1-61-31,-1 4-127 0,-3-1-250 0,-8 5-681 16,4-4-1035-16</inkml:trace>
  <inkml:trace contextRef="#ctx0" brushRef="#br0" timeOffset="117343.242">18301 12606 2413 0,'0'0'436'0,"0"0"-234"15,0 0 9-15,0 0 123 0,0 0-38 16,0 0 15-16,0 0-44 0,0 0-88 15,0 0-59 1,0 0-28-16,10 6 3 0,-9 3-3 16,1 1-10-16,0 0-27 0,0 2-18 0,-1-5-16 15,1-1-18-15,-1-1-3 0,-1-4-12 16,0-1-3-16,0 3 13 0,0-3 2 16,0 2 0-16,0 4 21 0,0 5 3 0,-3 4-2 15,-1 4-20-15,-3 6 0 0,1 0 0 16,0 1-1-16,2-2-1 0,1 0 0 0,0-5-2 15,2-1-13-15,1-4 12 0,0-2-13 16,0-5 1-16,0-1-6 0,1-3-4 16,1-1-5-16,-1-2-1 0,1 0-2 0,-1 0-10 15,-1 0-24-15,0 0-10 16,2 0 19-16,-2-1 6 0,1-2-10 0,2-1 4 16,0 1 12-16,1-3-4 0,-1 0-17 0,3-1-11 31,-4 1-30-31,0 0-35 0,-1-2-40 0,1 2-5 15,-2-2 24-15,0 0 28 16,0 0 15-16,0 2 6 0,0 2 7 0,0 1 15 16,0 2 67-16,0 1 26 0,0 0 39 15,0 0 15-15,0 0 4 0,0 0-4 16,0 0 13-16,0 0 16 0,0 0-1 0,0 0-6 16,0-4-19-16,1 2-38 0,2-3-3 15,-1-1-3-15,1-1-13 0,0 0-11 0,-1-2-1 0,1 3-17 16,1-3-31-16,-1 0 22 0,0 0 26 15,-1 1 11-15,-2 0 2 0,0-1-1 16,1 1 16-16,-1-4-15 0,0 0 28 16,0-1-12-16,0 0-17 0,0-5 0 15,0-1 0-15,0 0 8 0,-1-2-7 16,-2 1 14-16,1 2 13 0,-5 1-26 16,3 5 49-16,-3 1 28 0,-1 3 9 0,1 4 0 15,-3 2 16-15,-1 2 3 0,0 0-20 16,-3 0 3-16,1 5-15 0,0 1-16 0,-1 3-16 31,0 1-21-31,0 4-7 0,-1 0 13 16,3 5 0-16,3 4-28 0,-2 4 15 15,5 4 1-15,0 5-16 0,3 1 12 16,3 2 16-16,0-1-10 0,0-2 16 0,0-3-3 16,3-5 9-16,3-4-1 0,1-6-14 15,5-7-13-15,-1 0-10 0,2-11-2 0,3 0 0 16,4-5 15-16,1-9-15 0,2-7-19 15,1-3-18-15,0-6-39 0,-3 0-14 16,0-1 20-16,-3 2-1 0,-2 1 24 16,-1 2 1-16,-5 2-4 0,-1 3-15 15,0 2 40-15,-7 3 24 0,1 3-2 16,-3 2 3-16,0 3 40 0,0-1 16 16,-4 6-16-16,3 0 1 0,-3 3 27 0,2 0-28 0,1 9 0 0,-1 4-6 15,-1 6-6-15,0 5 30 0,0 5-3 16,1 2 16-16,-1-2-13 0,0 0-24 31,1-2-22-31,-1-3-12 0,-1-5-33 16,4-1-41-16,0-7-52 0,0-5-28 0,4-2-50 15,4-4-58-15,0 0-119 0,-2 0-239 16,7-13-752-16</inkml:trace>
  <inkml:trace contextRef="#ctx0" brushRef="#br0" timeOffset="117644.12">18657 12600 2662 0,'0'0'510'0,"0"0"-235"16,0 0 0-16,0 0 46 0,3 72-9 0,-5-45 53 15,-1-1-92-15,0-1-81 0,2-2-61 16,1-3-28-16,0-4-50 0,0-3-53 16,3-3-49-16,4-3-84 0,3-6-13 15,1-1 42-15,6 0 12 0,1-8-3 0,3-5 15 16,2-3-6-16,-1-1 25 0,0-1 24 15,-3 0-1 1,0 4 17-16,-2 1 9 0,0 4 10 16,-1 2-1-16,-2 3 3 0,-3 4 78 0,1 0 11 15,-4 0 3-15,0 8-24 16,0-1-28-16,0 3-10 0,-1 3 10 0,-1 0 0 16,-1 1-10-16,-1 1-17 0,1-1-13 15,1 1-21-15,-3 1-98 0,3-1-75 16,1 0-108-16,-2-5-328 0,6 4-914 0</inkml:trace>
  <inkml:trace contextRef="#ctx0" brushRef="#br0" timeOffset="118060.818">19515 12709 2831 0,'0'0'452'15,"0"0"-137"-15,0 0 0 0,0 0-10 16,76 75-14-16,-61-48-13 0,-6-1-33 16,-2 1-87-16,-4-2-69 0,-1-3-53 0,-1-2-12 15,-1-5-24-15,0-6-18 0,0-3-58 16,0-2-70-16,0-4-50 0,0-4-40 15,0-4-129 1,0-4-301-16,0-11-859 0</inkml:trace>
  <inkml:trace contextRef="#ctx0" brushRef="#br0" timeOffset="118223.295">19605 12491 2921 0,'0'0'537'0,"0"0"-337"0,0 0 80 15,0 0 6-15,0 0-122 0,0 0-70 16,0 0-94-16,76-18-47 0,-59 13-170 16,-2 3-160-16,-1-2-337 0,2-1-1106 0</inkml:trace>
  <inkml:trace contextRef="#ctx0" brushRef="#br0" timeOffset="118541.352">19837 12811 3044 0,'0'0'529'0,"0"0"-131"0,0 0 123 16,-15 78-75-16,9-61-74 0,3-3-75 15,1-3-145-15,2-6-122 0,0-4-30 16,0-1-57-16,5 0-7 0,4-5 6 0,5-5 4 0,1-4 9 16,3-3-31-16,0 0-9 0,1-4-10 15,1 3 22-15,-3-1 27 0,-1 7-11 16,2 1 23-16,-4 4-9 0,2 2 12 15,-4 4 16-15,-1 1 13 0,2 0 2 16,-3 6 55-16,4 1 52 0,-3 4 15 16,-1 1-52-16,0 0-30 15,-5 6 5-15,1 0 4 0,-1 1-1 16,-1 3-11-16,-2 0-1 0,0 3-3 16,-2-3 1-16,0 1-13 0,0-1-21 15,0-1-70-15,0-3-66 0,0-3-47 16,0-1-24-16,4-1-78 0,-1-4-300 15,-1-4-579-15,5-5-574 0</inkml:trace>
  <inkml:trace contextRef="#ctx0" brushRef="#br0" timeOffset="118863.72">20439 12725 1505 0,'0'0'795'0,"0"0"-433"0,0 0-44 0,0 0 21 15,0 0-40-15,0 0 29 0,0 0-24 16,0 0-78-16,54 83-50 0,-46-59-7 16,-2 2-12-16,-2 7-26 0,1 7-27 15,-4 5-13-15,-1 4-24 0,0 6-25 16,-6 4-14-16,-2 3-10 0,-4 2-3 16,-4 4-12-16,1 3-2 15,-3-1-1-15,-2 0-3 0,3-3 1 16,-2-4-22-16,2-6 3 0,2-8 21 15,1-8 3-15,2-6-2 0,2-9-1 16,0-6-49-16,3-7 13 0,1-6-7 16,0-7-18-16,-2 0-24 0,-1-10-37 15,-2-5-25-15,-2-8 12 0,0-8-35 16,0-6-55-16,1-10-101 0,2-5-222 0,4 9-269 16,-5-38-603-16</inkml:trace>
  <inkml:trace contextRef="#ctx0" brushRef="#br0" timeOffset="119048.443">20504 12512 2865 0,'0'0'1002'0,"0"0"-816"16,0 0-20-16,78-40 63 0,-50 29-43 15,0 0-63-15,-2 4-3 0,2 0-26 16,-3 1-90-16,3-1-4 0,-3 2-34 0,-2 1-132 15,-2 1-74-15,-5 3-61 0,-2 0-179 16,-8 0-612-16,-3 3-1157 0</inkml:trace>
  <inkml:trace contextRef="#ctx0" brushRef="#br0" timeOffset="119727.932">20877 12869 1808 0,'0'0'716'0,"0"0"-217"0,0 0-87 0,0 0 12 16,12 84-51-16,-4-66-72 0,1-6-159 15,2-5-99-15,4-7-31 0,4 0 22 16,6-13 0-16,3-6-34 0,1-6-49 15,3-5-50-15,-3-2-43 0,-2 0 31 16,-7 4-4-16,-1 3 12 0,-5 5 16 16,-5 1 7-16,-5 7 21 0,-4 0 6 15,0 3 40-15,-3 3 13 0,-7 2 49 16,-3 3 30-16,-3 1 12 0,-1 0 12 16,-3 11-25-16,3 3 12 0,-2 7 9 15,2 5 16-15,0 3-1 0,0 6-7 16,0 3-6-16,4 1 25 15,0 0 26-15,5 0-45 0,3-6-46 16,4-6-46-16,1-8-15 0,4-5-55 16,6-5-36-16,8-8-37 0,1-1-1 15,6-4 4-15,4-11-41 0,3-2-69 16,1-5-144-16,-6 2-304 0,15-12-863 0</inkml:trace>
  <inkml:trace contextRef="#ctx0" brushRef="#br0" timeOffset="119913.528">21507 12781 2704 0,'0'0'778'0,"0"0"-409"0,0 0-148 16,0 0 84-16,0 0-14 16,-28 78 31-16,16-50-35 0,0-1-81 0,1 0-63 15,4-4-34-15,5-4-40 0,2-5-69 16,2-2-30-16,9-6-46 0,4-6-51 0,5 0-6 16,2-6 35-16,6-9-8 0,3-8-59 15,0-5-83 1,2-4-149-16,1-2-236 0,-11 8-694 15,11-16-726-15</inkml:trace>
  <inkml:trace contextRef="#ctx0" brushRef="#br0" timeOffset="120095.184">22003 12300 688 0,'0'0'2585'0,"0"0"-2135"16,0 0-258-16,0 0 57 0,-25 99 40 15,16-55 31-15,4 3-7 0,2 3-79 16,3 1-61-16,0-1-39 0,5-4-19 15,4-3-73-15,0-7-42 0,-1-3-43 16,0-5-88-16,1-8-50 0,-3-3-8 0,-2-6 28 16,-3-3-32-16,-1-2-139 0,0-6-320 15,-5 2-647-15,-14-2-855 0</inkml:trace>
  <inkml:trace contextRef="#ctx0" brushRef="#br0" timeOffset="120250.953">21680 12758 2327 0,'0'0'587'0,"0"0"-267"16,0 0-119-16,0 0 37 0,0 0 108 16,0 0 7-16,81-11-103 0,-47 7-83 15,5-3-39-15,5-3-21 0,0-2-27 16,1-5-80-16,3-1-18 0,-4-1-111 16,1-2-67-16,-5 0-128 0,-11 6-245 0,6-4-809 15</inkml:trace>
  <inkml:trace contextRef="#ctx0" brushRef="#br0" timeOffset="120398.124">22445 12756 2636 0,'0'0'527'0,"0"0"-247"0,0 0 144 0,3 83 15 16,-3-64-74-16,0-2-92 0,0-3-190 0,0-9-83 16,0-1-98-16,0-2-43 0,5-2-60 15,1-3-80-15,-2-3-256 0,3-10-931 0</inkml:trace>
  <inkml:trace contextRef="#ctx0" brushRef="#br0" timeOffset="120799.946">22412 12540 1975 0,'0'0'1811'0,"0"0"-1499"15,0 0-144-15,0 0 56 0,0 0-39 0,0 0-35 16,84-67-76-16,-64 58-74 0,2-1-70 15,-2 3-78-15,2 0-56 0,-1 3-38 16,-2 3-87-16,0 1-139 0,-4 5-107 0,-2 5-178 16,-4 8-253-16,0 5 322 0,-7 6 446 15,-2 3 238-15,0 5 714 0,0 2 77 16,0-1-45-16,-2 2-189 0,2-5-116 16,0-3-36-16,0-6-19 0,2-4-42 0,7-9-150 15,4-7-84-15,6-3-61 0,2-5-21 16,4-7-28-1,7-8-18-15,-1-5-84 0,0-2-48 0,-2 0 11 16,-2-2 22-16,-2 3 27 0,-7 4-13 16,-5 2 31-16,-2 4 57 0,-8 3 15 15,-3 4 87-15,0 2 34 0,-11 1 80 16,1 0-22-16,-2 1-22 0,0 2-29 16,-2 0-18-16,0 3-9 0,1 8 11 15,0-1 1-15,0 5-7 0,1-2-27 0,3-1-31 0,1-4-48 16,4-3-33-16,3-2-85 0,-1-2-46 15,2-1-43-15,0 0-44 0,6-4-217 16,0-1-503-16,9-8-531 0</inkml:trace>
  <inkml:trace contextRef="#ctx0" brushRef="#br0" timeOffset="121053.437">23107 12707 2999 0,'0'0'593'0,"0"0"-406"0,0 0 64 0,0 0 133 16,0 0-14-16,0 0 1 0,0 0-107 15,0 0-142-15,0 0-62 0,0 0-5 16,0 0-19-16,40 30-8 0,-18-46-19 16,3-3-9-16,2-2-40 0,0 0-8 15,0 2 14-15,2 2-14 0,-1 5-10 0,-4 3 7 16,1 4 14-16,-4 4 13 0,-1 1 24 0,-2 6 0 16,-2 6 27-16,-5 2 4 0,0 4 33 15,-2 1-13-15,-1 4-48 0,-3-1-3 16,1 0-14-16,-1-1-56 0,2 2-39 15,-5-3-68-15,4 3-110 0,-1-8-289 16,3 9-921-16</inkml:trace>
  <inkml:trace contextRef="#ctx0" brushRef="#br0" timeOffset="122571.266">4593 14449 2865 0,'0'0'400'0,"0"0"-54"0,0 0-228 16,0 0 26-16,0 0 192 0,125-2 21 16,-66 2-105-16,6-1-95 0,3-4-38 15,-2-1-58-15,-4-2-37 0,-4-3-24 16,-5-1-18-16,-3-1 6 0,-8-1-37 0,-6-2-52 15,-4-2-24-15,-5-1-51 16,-2 0-108-16,-7-2-159 0,-6 6-308 0,-5-6-904 0</inkml:trace>
  <inkml:trace contextRef="#ctx0" brushRef="#br0" timeOffset="122771.096">5149 14049 1975 0,'0'0'696'0,"0"0"-375"0,0 0 59 0,0 0 20 0,0 0-11 16,0 0-115-16,0 0-76 16,-84 60-44-16,79-23 14 0,0 6 0 0,-1 5-15 15,2-1-53-15,1 4-61 0,2-5-39 16,1 0-9-16,0-9-48 0,0-8-96 16,4-8-5-16,5-10-1 0,1-6 17 15,4-5-24-15,4-3-116 0,2-9-72 0,1-7-177 0,-5 0-488 16,7-15-783-16</inkml:trace>
  <inkml:trace contextRef="#ctx0" brushRef="#br0" timeOffset="123155.929">5486 13728 2696 0,'0'0'491'15,"0"0"-398"-15,0 0 139 0,0 0 191 0,0 0-56 16,0 0-113-16,-27 93-63 0,15-53-50 15,3 5-4-15,-1 4 31 0,3 3-40 16,1 0-55-16,-1 3-30 0,6 1-41 16,-2 2-2-16,3 1-19 0,0-1 1 15,0-4-58-15,4-9-64 0,3-12 43 0,-1-9-26 16,3-13 13-16,4-5-10 0,-3-6-21 16,3-2-29-16,3-8 27 0,-5-5 40 0,2 1 16 15,-3-4 29-15,-2 2 27 0,0 0 12 16,1 5 0-16,-2 3 19 0,0 3 12 0,2 5 44 15,-2 0 45-15,0 6 43 0,-2 8-5 32,3 4-43-32,-1 7-15 0,4 2-7 0,-1 4 42 15,1-3 13-15,-1-1-52 0,-1-9-54 16,2-5-23-16,-2-7-43 0,1-3 7 16,2-3-7-16,-1-3-31 0,5-8-92 15,-2-5-78-15,5-5-115 0,-3-6-285 0,-2 8-568 16,1-9-375-16</inkml:trace>
  <inkml:trace contextRef="#ctx0" brushRef="#br0" timeOffset="123402.746">5915 14472 2719 0,'0'0'510'15,"0"0"-351"-15,0 0 73 0,0 0 108 16,0 0-70-16,0 0-6 0,0 0-48 16,0 0-118-16,0 0-55 0,77-67-43 15,-70 47-12-15,-4 0-37 0,0 2-4 0,-3 7-5 16,0 2 9-16,-5 6 30 0,-2 3 4 15,-6 0-16-15,0 2 31 0,-4 7-1 16,1 3 1-16,-3 7 15 0,5 8 32 16,1 3-1-16,3 5-6 0,3 1 6 0,4 2 6 15,0-2 10-15,3 0-29 0,4-4-5 16,5-2-28 0,1-7-129-16,3-7-37 0,0-5-1 15,4-7-87-15,1-4-92 0,0-8-166 16,1-8-200-16,-6 1-430 0,7-14-37 0</inkml:trace>
  <inkml:trace contextRef="#ctx0" brushRef="#br0" timeOffset="123602.554">6178 14453 897 0,'0'0'1339'15,"0"0"-960"-15,0 0-26 0,0 0-109 0,50 65 17 16,-40-37-64-16,-4 2 23 0,0-1 100 16,-3 2-19-16,-2-1 1 0,-1 0-78 0,0-6-111 15,0-5-77-15,0-11-36 16,0-1 1-16,2-3 9 0,-1-4 18 0,1 0-7 15,2-7-21-15,3-4 2 0,0-6-2 16,3-2 12 0,6-6-12-16,2 0-19 0,3-3-60 15,5 4-13-15,3-1-45 0,5 1-23 0,4 1-99 16,1 3-129-16,-7 4-313 0,14-3-896 16</inkml:trace>
  <inkml:trace contextRef="#ctx0" brushRef="#br0" timeOffset="124057.025">8410 14404 2531 0,'0'0'351'16,"0"0"-229"-16,0 0-58 0,0 0 10 0,0 0-33 15,0 0-30-15,0 0-11 0,0 0-74 16,0 0-163-16,0 0-69 0,0 0-30 15,9-15-102-15,-9 16-122 0,1 3-160 0</inkml:trace>
  <inkml:trace contextRef="#ctx0" brushRef="#br0" timeOffset="124458.205">8295 14139 855 0,'0'0'2037'0,"0"0"-1711"0,0 0-160 0,0 0 75 0,0 0 172 16,0 0-11-16,0 0-60 15,0 0-139-15,0 0-102 0,0 0-22 0,0 0 18 16,-6-5 10-16,9 11-34 0,4 5-16 16,5 7-2-16,-1 7 24 0,2 9 18 15,0 6-16-15,-1 6-23 0,-2 6-10 16,-3 4-18 0,-3 5-9-16,-1 3-18 0,-3 4 12 0,0 4-12 15,0 0-3-15,-7-1-1 0,3-4-14 16,-2-7-9-16,3-12-42 0,1-7-43 15,2-12 3-15,0-10-30 0,3-5-46 16,5-10-44-16,3-4-117 0,3-4-185 0,0-6-437 16,9-16-393-16</inkml:trace>
  <inkml:trace contextRef="#ctx0" brushRef="#br0" timeOffset="124721.335">8750 14536 1964 0,'0'0'796'16,"0"0"-488"-16,0 0-116 0,0 0 27 15,0 0 82-15,-98-26-59 0,65 38-10 16,0 7-18-16,-2 5-84 16,2 2-41-16,4 7-27 0,3 1 14 15,2 1-2-15,5 1 9 0,6-3-19 16,4 1-9-16,5-5 6 0,4-3-6 16,0-3 6-16,6-4 12 0,6-2 45 15,3-3-21-15,4-1-36 0,3-1-13 0,2-2-9 16,3-1 1-16,4-3-16 0,-3-1-21 15,3-4 17-15,-5-1-20 0,0 0-15 0,1-4-9 16,-2-6-55-16,1-1-84 0,-1-4-50 16,3-3-64-16,0 0-79 0,-7 4-332 15,6-10-785-15</inkml:trace>
  <inkml:trace contextRef="#ctx0" brushRef="#br0" timeOffset="125022.322">8891 14830 3362 0,'0'0'591'16,"0"0"-437"-16,0 0-20 0,0 0 109 0,-4 74 163 16,7-65-98-16,3-6-149 0,1-1-80 15,5-2-37-15,2-2-5 0,-1-7-10 16,6-5-27-16,-1-3-64 0,1-5-48 16,-2-3-62-16,-1 0-24 0,0 0-10 0,-3 2-30 0,-4 3 3 15,1 4-21-15,-7 1 36 0,-3 7 34 0,0 1 100 16,-9 4 86-16,-7 2 54 0,-1 1 91 15,-3 0 0-15,-2 4-26 0,5 3 29 16,-2 7 17-16,7 4-7 0,1 5-25 16,2 4-29-16,3 5 4 0,2 3 17 0,1-2 43 15,1 1-21-15,2-4-35 0,0-2-45 16,4-4-67-16,3-4-30 0,5-6-128 16,2-6-74-16,0-5 14 0,5-3-18 15,3-10-155-15,-5-2-340 0,13-19-957 0</inkml:trace>
  <inkml:trace contextRef="#ctx0" brushRef="#br0" timeOffset="125253.625">9346 14655 3052 0,'0'0'466'0,"0"0"-349"16,0 0-10-16,35 75 138 0,-29-46 146 15,0 2-11-15,-2 1-92 0,-2 0-93 0,-1-3-58 0,-1 1-61 16,0-2-49-16,0-5-27 0,0-1 0 15,-3-6-3-15,2-6 1 0,-1-2-10 16,2-6-3-16,0-2-16 0,0 0-57 16,3-6 24-16,2-5-6 0,3-1 16 0,2-5 50 15,3-5-23-15,6-3-40 0,1-4-37 16,3-3-28-16,6-4-49 0,3-2-92 16,3-2-243-16,-8 11-720 0,13-16-1311 0</inkml:trace>
  <inkml:trace contextRef="#ctx0" brushRef="#br0" timeOffset="125913.631">10232 14416 3004 0,'0'0'399'16,"0"0"-170"-16,0 0 86 0,0 0-42 15,0 0-28-15,0 0-29 0,0 0-35 0,-41 81-46 32,41-39-13-32,0 5 31 0,3 4 35 0,3-1-49 15,5-4-60-15,1-9-64 0,3-9-15 16,5-8-33-16,4-8-19 0,5-6 22 16,3-6 12-16,2-7-12 0,2-8 2 15,2-6-26-15,2-6-10 0,-4-4-9 16,-3-4-6-16,-1-1-3 0,-5 1-1 15,-2-1-18-15,-5 3-6 0,-1 2 6 0,-8 3-7 0,-2 2 13 16,-6 3 44-16,-3 3 51 0,-2 0 12 16,-9 5 38-16,1 3 5 0,-4 4 41 15,-1 3 2-15,3 5 10 0,0 0-4 16,1 6 2-16,-3 9-48 0,1 3-24 16,1 6 2-16,-2 7 16 0,1 5 9 15,0 3-13-15,0 4 4 16,0 6 9-16,-1 2-7 0,1 4-11 15,-2 3-7-15,4 3-9 0,-2 2-9 16,3 1-2-16,1 3-15 0,1 2 1 16,2 1 1-16,0 1 0 0,5 0-1 15,-1-3-2-15,2-3-1 0,0-4-27 16,2-5-8-16,3-4 6 0,1-6 0 0,3-3-34 16,1-7 12-16,0-5-20 0,3-8-23 0,-3-6-23 15,3-5-4-15,0-5-10 0,-1-5-18 0,-1-2-62 16,-1-4-176-16,2-11-260 0,-3 4-622 15,0-17-1015-15</inkml:trace>
  <inkml:trace contextRef="#ctx0" brushRef="#br0" timeOffset="126758.362">12474 14484 2865 0,'0'0'445'0,"0"0"-229"0,0 0-45 0,0 0 81 16,0 0-4-16,0 0 53 0,0 0-18 0,-76-4-120 15,45 18-102-15,-6 3-12 0,-2 5 0 0,-4 3-16 16,-3 1 10-16,-2 4-9 0,1 1-4 15,-1 3-9-15,-1-1 13 0,3 2-7 16,3 2 4-16,2-3-10 0,5-4-9 16,4-1-12-16,7-4 0 0,2-3 0 15,6-3-2 1,6-1-13-16,4-7-6 0,6 0-10 16,1-4 4-16,0 0 21 0,7 1-6 15,2-1 9-15,3 2-16 0,0-3-2 16,5 0 20-16,-1-2 1 0,4 2 2 15,3 2 25-15,1-1 7 0,4 1-1 16,1 1-14-16,3 0-4 0,1 0-5 0,6 0-10 16,0 0 0-16,4 0 1 0,2 0 1 0,-1-2-1 15,2-2-1-15,-4-5 9 0,-1 0-9 0,-3 0 18 16,-5-4-3-16,-2-1 4 16,-6-2-18-16,-4 0 1 0,-4-2 19 0,-8 2 0 15,0 1 0-15,-6 0 10 16,-2 0 20-16,-1-1 31 0,0-2 0 0,0-1-31 15,-4-2-12-15,-1-4-2 0,-2-2-7 0,0-1 3 16,-5-6-33-16,4-3 0 0,-1-4-24 0,-1-5-3 16,4-5-22-16,-1-3-35 0,3-5-55 15,1-1-28-15,1 1-34 0,2 3-61 16,0 7-57-16,0 8-177 0,0 9-497 16,2 2-864-16</inkml:trace>
  <inkml:trace contextRef="#ctx0" brushRef="#br0" timeOffset="127281.381">11840 15443 2699 0,'0'0'635'15,"0"0"-283"-15,0 0-137 0,0 0 77 16,0 0-53-16,0 0-41 0,0 0-17 15,0 0-46-15,0 0-40 16,0 0-4-16,0 0 37 0,92 68 30 16,-53-58-60-16,3-2-56 0,5 1-3 15,1 1-11-15,5-1-16 0,2 0-10 16,0 4-1-16,3-4 17 0,-4 2-18 16,-3-4-21-16,-6-1-55 0,-4 0-45 15,-5-1 5-15,-3-2-54 0,-4 2-66 0,-4 0-170 16,-9-1-548-16,-5 8-857 0</inkml:trace>
  <inkml:trace contextRef="#ctx0" brushRef="#br0" timeOffset="128463.355">12187 15227 878 0,'0'0'1657'16,"0"0"-1293"-16,0 0-79 0,0 0 62 16,0 0 26-16,0 0 6 15,32 73 11-15,-22-43-135 0,0 2-112 16,2 3-54-16,-1 4-10 0,-2 0-12 15,2 2-21-15,-2 0-19 0,0-3-25 16,2-2-2-16,-2 1-24 0,1-3-40 16,0-3-92-16,0-4-33 0,0-4-56 15,2-5-114-15,-5-7-237 0,6-2-721 0</inkml:trace>
  <inkml:trace contextRef="#ctx0" brushRef="#br0" timeOffset="129170.689">14190 14315 2565 0,'0'0'444'15,"0"0"-191"-15,0 0 24 0,0 0 1 16,0 0 8-16,0 0 32 0,-95-43-44 16,68 43-86-16,1 2-38 0,-3 7-59 0,-2 7 4 15,0 4 57-15,-3 8-46 0,1 9-36 16,-1 9-37-16,-2 10 10 0,2 7 14 15,6 9-5-15,2 4-4 0,2 4 0 16,8-2-5-16,6-3-19 0,10-8-24 0,0-9-3 16,16-5-24-16,6-12 24 0,5-7 3 0,5-8-1 15,2-8 1-15,5-8-22 0,-1-6-17 16,1-4 0-16,0-3 15 0,2-6-22 31,-2-9 4-31,-1 0-25 0,-7-3-39 0,-2-3-28 16,-6 0-39-16,-7-1-74 0,-6 1-169 15,-9 3-300-15,-1 6-566 0,-11-2-721 0</inkml:trace>
  <inkml:trace contextRef="#ctx0" brushRef="#br0" timeOffset="129449.471">13819 14976 3306 0,'0'0'739'16,"0"0"-364"-16,0 0-104 0,0 0-102 15,0 0-22-15,0 0 100 0,99 4-25 16,-60-15-119-16,3-4-88 0,1-6-15 0,-1-3-24 0,1-2-55 15,-2-1-57-15,-4 1-23 0,-4 1-30 16,-2 2-50-16,-6 3-69 0,-6 5-65 16,-7 7-40-16,-7 1 22 0,-5 7 139 15,0 0 252 1,-8 7 22-16,-5 8 48 0,-3 2 90 16,0 8 95-16,-1 3 35 0,2 6 34 15,2 1-10-15,3 5-55 0,0 3-50 0,5 1-44 16,-1 1-58-16,1 2-53 0,2 0-20 15,-1-2-10-15,3-1-24 0,-1-2-9 16,1-5-67-16,1-5-107 0,0-5-90 16,0-4-140-16,0-7-261 0,0 0-986 0</inkml:trace>
  <inkml:trace contextRef="#ctx0" brushRef="#br0" timeOffset="130450.031">8089 14825 2433 0,'0'0'509'16,"0"0"-311"-16,0 0-19 15,0 0 123-15,0 0 38 0,0 0-89 16,-84 29-67-16,60-11-42 0,-5 3-65 16,0 5-9-16,-1 2-22 0,-2 2 13 15,0 0-16-15,1 0-13 0,-2 1 10 16,-1 2-15-16,1-1 11 0,3 0-11 15,0-4-22-15,4-2 37 0,1-2-19 16,6-5 0-16,2 0-5 0,4-3-1 0,3-4-15 0,4-2 2 16,4 0 1-16,2-2-3 0,0 1-1 15,2-1-23-15,8 1 11 0,2 1 10 16,4-1 3-16,4-1 12 0,2 0 12 0,2-2 3 16,5-1 7-16,-1-2-7 0,2-2 4 15,0-1 2-15,0 0-11 0,1 0 2 16,-3-4 6-16,1-1 1 0,-2 0-7 0,-1 0 0 15,0 0-21-15,-3 0 16 0,-1-2-17 16,-3 3 1-16,-3-3-2 0,-2 4 11 16,-1-2 0-16,-3 1 3 0,-3-1 9 0,-2 2 4 15,-1-3 5-15,-3 1 64 0,2-3-9 16,-3 0-31-16,0-2-21 0,0-2-5 16,0-4-10-1,-4-3-21-15,0-2 0 0,-2-4-11 0,-3-3-13 16,1-1-28-16,0-3-36 0,-2 2-30 15,6 1 6-15,-2 4-6 0,5 4-25 16,1 3-49-16,0 2-93 0,1 5-194 16,5 2-296-16,1-1-673 0</inkml:trace>
  <inkml:trace contextRef="#ctx0" brushRef="#br0" timeOffset="130819.777">7518 15731 2130 0,'0'0'579'15,"0"0"-219"-15,0 0 105 0,0 0-29 16,0 0-89-16,81 16-111 0,-54-14-70 16,2-2-19-16,1 0-24 0,3 0-1 0,2-2-12 15,-2-5-86-15,0-2-10 0,-1-1-14 16,3-3-21-16,-2-1-46 0,0-1-12 0,-1-2-77 15,-5 2-53-15,-3 2-31 0,-4 2-93 16,-5 4-199-16,-3 3-487 0,-4 3-599 0</inkml:trace>
  <inkml:trace contextRef="#ctx0" brushRef="#br0" timeOffset="131073.902">7910 15514 2202 0,'0'0'1041'0,"0"0"-831"16,0 0-124-16,0 0 110 0,0 0 197 0,0 0-88 15,-13 66-129-15,13-38-93 0,4 4-40 16,-1 2 3-16,0 5-24 0,-3 0-22 15,1 0-2-15,1-1-44 0,-2-2-93 16,0-1-28-16,0-5-62 0,0-4-69 16,1-5-205-1,2-6-508-15,-3-6-582 0</inkml:trace>
  <inkml:trace contextRef="#ctx0" brushRef="#br0" timeOffset="131838.666">6528 15558 2380 0,'0'0'971'16,"0"0"-546"-16,0 0-120 0,0 0-55 0,0 0-21 16,0 0-41-16,56-67-32 0,-33 30-58 15,3-9-58-15,-1-8-28 0,1 0-12 16,-2-1-15-16,-1 1 12 0,-1 4-31 15,2 2-24-15,-2 6-22 0,-5 6 0 16,-1 6 1-16,-3 7 14 0,-5 10 37 0,-2 4 13 16,-3 6-22-16,0 3-22 0,-1 4 59 15,1 7 6-15,-1 9 59 0,4 5 15 16,-3 8 6-16,3 3-33 0,-3 7 8 0,-1 4-15 16,0 4-12-16,1 1 24 0,-2 4-18 15,-1 2 15-15,0 2 6 0,0 1-25 16,-7 2-35-1,1-6 0-15,-2-3-1 0,-1-6-33 16,3-8-10-16,-1-5-55 0,2-8-9 0,-1-4-52 16,0-5-79-16,-2-1-88 0,1-2-215 15,0-4-584-15,-7 10-702 0</inkml:trace>
  <inkml:trace contextRef="#ctx0" brushRef="#br0" timeOffset="132023.927">6552 16162 95 0,'0'0'2191'0,"0"0"-1646"15,0 0-160-15,0 0 41 0,0 0 22 16,0 0-87-16,0 0-102 0,0 0-90 16,0 0-56-16,0 0 46 0,0 0 51 0,97-19-52 15,-59 13-71-15,1 2-32 0,-1 0-32 16,-2-1-23-16,0-1-15 0,2 1-27 0,5-2-116 16,2 2-36-16,5-2-41 0,-1 2-146 15,-13 2-720-15,13 3-1420 0</inkml:trace>
  <inkml:trace contextRef="#ctx0" brushRef="#br0" timeOffset="134631.6">17654 15416 1380 0,'0'0'1012'0,"0"0"-870"0,0 0 466 0,0 0-217 15,0 0-87-15,0 0-40 0,0 0-74 16,0 0-16-16,0 0 30 0,74-34 38 16,-27 29-83-16,5-1-79 0,2 1-32 15,1-2-35-15,-3 0-12 0,-2-2-1 0,-3-1-22 0,-4-2-33 16,-4 0-82-16,-5 2-22 0,-2-1-78 16,-8 6-122-16,-7 1-239 0,-11 4-793 0</inkml:trace>
  <inkml:trace contextRef="#ctx0" brushRef="#br0" timeOffset="134816.613">17739 15621 1327 0,'0'0'783'0,"0"0"-356"0,0 0-156 0,0 0 50 15,0 0 52-15,96-17-19 0,-50 6 66 0,6-3-175 16,3-6-147-16,1 1-61 0,2-5-36 15,-2 1-1-15,-2-2-6 0,0 0-34 16,-2-2-124-16,-4 0-115 0,-2 0-139 16,-15 8-289-16,3-9-822 0</inkml:trace>
  <inkml:trace contextRef="#ctx0" brushRef="#br0" timeOffset="135121.71">18233 14847 840 0,'0'0'980'0,"0"0"-435"0,0 0 80 0,104-10-89 16,-54 10-101-16,9 0-106 0,2 1-158 16,2 8-20-16,1 4-46 0,1 6-56 0,-3 2-21 15,-3 5-27-15,-8 2-1 0,-12 4-34 16,-8 4 19-16,-13 5-8 0,-11 4 23 15,-7 5 2-15,-8 3-2 0,-12 7 0 16,-8-1-12-16,-6-2 12 0,-7 0-16 16,-5-3-5-16,-1-6-16 0,-4-6-34 15,2-3-19-15,3-8-27 0,3-5-54 0,4-6-81 0,4-4-110 16,2-3-228-16,7-6-568 0,-8 5-636 0</inkml:trace>
  <inkml:trace contextRef="#ctx0" brushRef="#br0" timeOffset="135649.839">21342 15089 2334 0,'0'0'404'15,"0"0"-201"-15,0 0-1 0,0 0 75 16,0 0-1-16,0 0-43 0,-59-66-63 16,31 65-45-16,-4 1-23 0,-1 5 4 0,-3 9 11 15,2 7-52-15,-1 7-25 0,2 9-21 0,2 7 9 16,3 6 11-16,3 8 8 0,2 4 23 15,2 5-2-15,3 4-13 0,6-2-3 16,4 1-10-16,5-2-17 0,3-5-4 16,11-6-3-16,9-11-15 0,8-11 48 15,6-10-2 1,3-7 15-16,3-10-28 0,2-3-23 16,0-5-11-16,0-10-2 0,-3-6-1 15,-3-3-72-15,-2-6-49 0,-2-3-52 16,-5-3-65-16,-7-2-151 0,-6 3-262 0,-5 8-700 15,-9-6-999-15</inkml:trace>
  <inkml:trace contextRef="#ctx0" brushRef="#br0" timeOffset="135819.105">21097 15572 2910 0,'0'0'559'0,"0"0"-296"0,0 0-81 0,0 0 107 15,0 0-3-15,0 0-49 0,90 18-108 16,-62-24-86-16,0-5-43 0,3-4-109 0,-1-2-42 15,-3-1-69-15,-5 3-72 0,-2-2-73 0,-7 6-146 16,-1 3-141-16,-8 1-437 0,-4 5 35 0</inkml:trace>
  <inkml:trace contextRef="#ctx0" brushRef="#br0" timeOffset="135934.883">21370 15512 749 0,'0'0'700'0,"0"0"-76"16,0 0-167-16,-5 79-93 0,7-47-95 16,4-1-74-16,0 5-56 0,3 3-28 31,-1 2 104-31,1 0-2 0,-2 0-90 0,2-3-95 15,-2-2-28-15,2-3-68 0,2-5-146 16,5-3-114-16,-4-7-208 0,8-1-799 0</inkml:trace>
  <inkml:trace contextRef="#ctx0" brushRef="#br0" timeOffset="136319.961">23023 15681 1334 0,'0'0'1415'0,"0"0"-985"0,0 0-134 15,0 0 27-15,33 73 38 0,-24-40-72 16,1 4-63-16,-1 1-69 0,-3 0-75 15,-2-5-51-15,-1-4-30 0,-2-7-1 0,2-7-46 0,-3-6-67 16,2-6-69-16,-2-3-66 0,0-6-96 16,0-1-281-16,-2-18-1326 0</inkml:trace>
  <inkml:trace contextRef="#ctx0" brushRef="#br0" timeOffset="136489.233">22901 15354 3097 0,'0'0'740'16,"0"0"-536"-16,0 0-122 0,0 0 43 15,0 0-97-15,96-68-28 0,-62 47-103 16,0-1-177-16,4 0-169 0,-8 5-566 16,14-7-805-16</inkml:trace>
  <inkml:trace contextRef="#ctx0" brushRef="#br0" timeOffset="136752.261">23549 15430 1235 0,'0'0'1844'16,"0"0"-1487"-16,0 0-88 0,-38 68 138 15,27-48-13-15,3-4-98 16,3 2-91-16,2-2-92 0,3-1-61 16,0-2-12-16,9-1-22 0,4-1-6 15,7-1-12-15,3-3 0 0,2-2 0 0,2 0 2 16,-1-3-1-16,0 0 0 0,0 2 11 15,-4-2 7-15,-2 3-7 0,-1 0-10 16,-6 2-1-16,-1 1-1 0,-6 4-1 16,-4 1-1-16,-2 2-1 0,-5 3-49 0,-7 3-27 15,-4 0-7-15,-6-1-45 0,-1-3-47 0,0-2-81 16,-2-2-79-16,-3-1-179 0,8-5-441 16,-17 4-648-16</inkml:trace>
  <inkml:trace contextRef="#ctx0" brushRef="#br0" timeOffset="137353.398">24810 15496 2726 0,'0'0'450'0,"0"0"-358"0,0 0 48 0,0 0 139 0,0 0 14 31,0 0-29-31,71 70-38 0,-67-37-78 0,-2 4-74 15,-2 1-46-15,-2 0-16 0,-1-4-11 16,-2-6-1-16,2-6-17 0,3-9-23 16,0-7-25-16,1-6-31 0,9-5 32 0,1-11-5 0,6-8 44 15,1-6-24-15,1-4-20 0,1-4-5 16,-2 1 46-16,0 2 28 0,2 3 0 16,-2 5 0-16,2 5 2 0,-2 6 41 15,-1 7 13-15,-3 5 10 0,0 4 2 16,-3 1 3-16,-2 8 28 0,0 4-9 15,-4 4 14-15,0 3-11 16,-2 0-11-16,0 2 1 0,-3-1-16 16,0-3-24-16,0-2-19 0,0-3-24 15,0-1-24-15,0-3-71 0,0-2-89 16,0-2-83-16,2-1-149 0,-1-1-326 16,-1-2-943-16</inkml:trace>
  <inkml:trace contextRef="#ctx0" brushRef="#br0" timeOffset="137639.028">25367 15602 668 0,'0'0'2369'0,"0"0"-1938"0,0 0-285 0,8 69 100 16,-5-50 143-16,-1-3 1 0,1-4-80 0,4-5-154 31,3-5-95-31,3-2-46 0,5-11 6 16,3-7-21-16,3-7-9 0,4-5-30 0,-1-5-41 0,-1 0-11 15,-3 3 23-15,-6 3 13 0,-1 7-6 0,-7 2 2 16,-5 5 7-16,-4 3 31 0,0 6 19 15,-6 2-1-15,-8 4 3 0,0 4 29 16,-6 8 30-16,0 7-32 0,0 4-24 16,4 4 22-16,-1 5 0 0,4-1-10 15,3 0-13 1,5-6-2-16,2-4-25 0,3-8-54 0,0-7-174 16,10-6-136-16,5-4-217 0,-4-7-139 15,13-21-606-15</inkml:trace>
  <inkml:trace contextRef="#ctx0" brushRef="#br0" timeOffset="137828.539">25995 14940 3067 0,'0'0'668'0,"0"0"-470"0,0 0-25 0,0 0 83 16,25 93 40-16,-21-54-10 0,-1 5-33 15,0 3-85-15,0 4-26 0,1 0-23 16,1 0-44-16,-2-1-56 0,3-5-19 0,2-5-119 15,-1-5-63 1,3-9-27-16,1-4 29 0,1-6 27 16,1-4-29-16,-3-6-195 0,-3-3-263 0,-1-3-416 0,-6 0-428 0</inkml:trace>
  <inkml:trace contextRef="#ctx0" brushRef="#br0" timeOffset="137991.588">25803 15397 3209 0,'0'0'558'0,"0"0"-278"0,0 0-17 16,0 0-83-16,0 0-48 0,0 0 44 16,0 0 72-16,77-18-120 0,-36 5-73 15,7-2-27-15,7-6-28 0,2-1-36 0,4-3-86 16,1 3-86-16,1-1-124 0,-2 4-229 16,-16 7-754-16,18-2-1268 0</inkml:trace>
  <inkml:trace contextRef="#ctx0" brushRef="#br0" timeOffset="138507.992">27404 15243 1994 0,'0'0'567'15,"0"0"-361"-15,0 0-96 0,-11-75 11 16,5 62 110-16,0 1 68 0,-2 6 17 15,-1 1-55 1,-2 3-58-16,0 2-23 0,-1 0-20 16,-1 11-40-16,-3 3-46 0,1 10-25 0,-2 4-3 15,4 6-3-15,1 4-7 0,6-1-8 16,1-2-13-16,5-4-15 0,5-5-10 16,6-2-2-16,3-2 6 0,5-2 6 15,2-3 0-15,3-2 0 0,0-2-2 16,4-3 2-16,0-1 0 0,-2 1 14 0,2-3 4 0,-6 0-6 15,-1 0 7-15,-4 0 5 0,-5-1 13 16,-3 2 5-16,-7-2-5 0,1 2 3 16,-3 0-1-16,0-1-9 0,-5 0-30 15,-3-2-30-15,-1-1-70 0,-2-3-41 16,0-1-82-16,2-5-88 0,0-7-52 16,4-5-182-16,3 3-632 0,2-14-819 0</inkml:trace>
  <inkml:trace contextRef="#ctx0" brushRef="#br0" timeOffset="138655.458">27840 15269 2327 0,'0'0'1198'0,"0"0"-955"15,0 0-60 1,43 85 171-16,-37-55 48 16,-6-1-44-16,0-1-56 0,0-1-166 0,-7-4-96 15,2-6-40-15,-1-4-28 0,4-5-133 16,-1-3-89-16,-2-5-115 0,4 0-579 15,-8-7-1103-15</inkml:trace>
  <inkml:trace contextRef="#ctx0" brushRef="#br0" timeOffset="138808.534">27930 15012 3216 0,'0'0'451'0,"0"0"-346"0,0 0 36 0,0 0-6 16,96-43-113-16,-76 35-22 0,-1-1-136 15,1 4-147 1,0 1-188-16,-7 1-609 0,-1 3-903 0</inkml:trace>
  <inkml:trace contextRef="#ctx0" brushRef="#br0" timeOffset="139176.479">28112 15368 2880 0,'0'0'461'15,"0"0"-299"-15,-3 69 69 0,5-52 128 0,0-1 33 16,6-4-87-16,1-7-155 0,3-1-132 15,3-4 1-15,3-4 20 0,1-6-30 16,4-6-9-16,3-6-76 0,-1-2-56 16,1-5-52-16,-4 2 5 0,-1 3 24 0,-2 4 89 15,-6 5 23-15,-1 8-7 0,-4 4 15 16,-2 3 35-16,-2 3 63 0,-3 6 89 0,2 5 16 31,-3 0-48-31,0 3-24 0,0-2-26 16,0 0-11-16,2-2-19 0,-1-2-4 15,1-4 16-15,2-2-12 0,-1-2-21 0,0-3-19 16,-1 0-30-16,4-3-1 16,3-4 16-16,1-1-13 0,0 0 7 0,0 2-4 15,3 1 10-15,-3 3-9 0,3 2-19 16,-1 0 43-16,-1 5 3 0,-2 3 55 0,1 4 25 0,-3 1 12 16,1 1-16-16,-3 0-15 0,2-2-15 0,-2-2-25 15,1-1-24-15,-1-1-55 16,0-3-73-16,2-1-86 0,-2-2-109 0,3-2-125 15,-2 0-311-15,-2 0-1008 0</inkml:trace>
  <inkml:trace contextRef="#ctx0" brushRef="#br0" timeOffset="139495.23">28921 15277 157 0,'0'0'2650'0,"0"0"-2256"16,0 0-253-16,0 0 141 16,20 85 68-16,-14-54-12 0,-1 5-29 0,-2 3-115 15,0 4-71-15,-3 4-25 0,0 3-10 16,-1 1-18-16,-5 1-30 0,-1-2-20 0,-1-5-20 15,1 1-24-15,2-7-25 0,2-1-30 16,-2-5-7-16,2-2-42 0,3-3-16 0,-3-2-44 16,3-5-11-16,-1-3-3 0,1-3-15 15,0-4-19-15,0-5-55 0,0-2-57 16,0-4-25-16,3-10-47 0,3-9 44 16,2-6-73-1,-2 3-134-15,6-25-170 0</inkml:trace>
  <inkml:trace contextRef="#ctx0" brushRef="#br0" timeOffset="139711.186">29096 15257 1615 0,'0'0'504'0,"0"0"-100"15,0 0 15-15,0 0-38 0,0 0-61 16,0 0-36-16,0 0-11 0,81-41-46 0,-69 54-54 0,-1 6-47 16,2 4-46-16,-4 4-28 0,-2 4-12 15,-3 1-15-15,-4 3-10 0,0 1 0 16,-4 0 0-16,-8 2-15 0,-2-3 25 15,-3 1-25-15,0-4-30 0,0-6-34 16,0-7-34-16,6-8-44 0,2-10-58 16,6-6-64-16,3-18-142 0,0 4-354 0,18-28-761 0</inkml:trace>
  <inkml:trace contextRef="#ctx0" brushRef="#br0" timeOffset="140111.848">29509 14818 3067 0,'0'0'677'0,"0"0"-504"0,0 0 35 16,-9 89 134-16,0-50 65 0,-1 6-26 15,2 1-74-15,0 2-125 0,2-1-58 16,2-2-64-16,2-6-60 0,2-3-3 16,0-8-21-16,6-6-34 0,6-8-17 15,1-4-40-15,4-3-18 0,3-6 29 0,-1 0 7 0,3-1-15 16,-5 1 2-16,3 3 18 0,-4 5 3 15,-3 3 19-15,0 4 30 0,2 5 40 16,-4 2 18-16,3 0 74 0,3-2 19 16,0-4-63-16,2-3 29 0,5-6-13 0,3-6 3 15,7-2-40-15,0-8 13 0,6-8-37 16,1-8-3-16,-1-2-22 0,0-2 20 16,-7 1-59-1,-2-1 25-15,-9 5-7 0,-7 4 43 16,-4 2 3-16,-9 6 49 0,-2 4 15 15,-8 6 24-15,-9 1 19 0,-5 12 17 16,-6 7-45-16,-1 6-28 0,-2 6-18 16,3-2-6-16,3 2-8 0,6-1-20 15,4-5-2-15,7-4 0 0,3-1-34 0,5-5-56 16,5-3-80-16,9 1-67 0,6-7 64 0,3-4-148 16,-4 0-633-16,6-2-829 0</inkml:trace>
  <inkml:trace contextRef="#ctx0" brushRef="#br0" timeOffset="140243.054">30564 15548 4219 0,'0'0'1005'0,"0"0"-838"0,0 0-15 0,0 0-86 0,0 0-66 15,0 0-51-15,-89-46-225 0,64 30-201 16,5 2-662-16,-17-7-1518 0</inkml:trace>
  <inkml:trace contextRef="#ctx0" brushRef="#br0" timeOffset="146056.469">1686 17198 2632 0,'0'0'779'0,"0"0"-545"0,0 0-186 0,0 0 112 16,0 0 177-16,0 0-70 0,-25 76-82 16,25-44-53-16,0 7-12 0,6 9-25 15,4 10-10-15,3 8-21 0,0 6-27 16,1 3-25-16,1 3 13 0,1 0-24 16,-3-3-1-16,1-2-2 0,-1-5-23 0,-1-9-2 31,-1-11-43-31,-1-8-31 0,-2-9-43 15,-3-10-44-15,-1-8-37 0,-1-7-105 0,-1-2-253 16,-2-6-635-16</inkml:trace>
  <inkml:trace contextRef="#ctx0" brushRef="#br0" timeOffset="146325.831">1762 17361 3071 0,'0'0'348'0,"0"0"-319"0,0 0 196 0,0 0 99 16,72-66-58-16,-55 58-80 0,2 4-77 16,1 0-66-16,2 4-9 0,-2 0-13 15,-1 2-2-15,-2 7 5 0,-4 7-8 0,-2 7-1 16,-3 4 28-16,-5 9-3 0,-3 3-40 16,0 4-18-16,-9 0-10 0,-4-2-6 15,-1-4-12-15,-5-5-34 0,0-4-34 16,-2-7-41-16,1-5 18 0,1-4 15 0,-1-6-20 15,0-4-84-15,2-2-53 0,-2-3-226 16,-2-8-121 0,8 0-150-16,-9-13-471 0</inkml:trace>
  <inkml:trace contextRef="#ctx0" brushRef="#br0" timeOffset="146625.066">2027 17304 2771 0,'0'0'449'0,"0"0"-311"0,0 0 109 0,0 0 141 16,0 0-50-16,84 7-32 0,-77-2-54 16,2 4-81-16,-2 5-73 0,0 3-43 0,-1 8-19 15,-2 5-9-15,-1 2-27 0,-3 4-40 16,0-4-36-16,0-4 9 0,0-3 27 16,0-8 39-16,-3-6 1 0,2-4 18 15,-1-5 16 1,1-2 12-16,1 0-10 0,-2-4-8 15,2-3-28-15,-1-3 0 0,1-4-22 0,0-4-45 16,0-4 43-16,3-3-10 0,3 0-15 16,2-1-6-16,4 1-24 0,-4 2-41 15,3 2-37-15,-3 1-63 0,4 2-91 16,-5 2-121-16,0 4-118 0,-1 3-130 16,-2 4-304-16,2 2 172 0</inkml:trace>
  <inkml:trace contextRef="#ctx0" brushRef="#br0" timeOffset="146909.427">2304 17380 1419 0,'0'0'578'0,"0"0"-260"0,0 0-4 16,0 0 91-16,85 82 57 0,-63-63-199 16,-1-1-62-16,1-5-62 0,-3-5-42 15,-1-4-1-15,-3-4-31 0,0 0-21 0,0-6-4 0,-1-7 19 16,-2-5 37-16,-1-5-53 0,-2-5-43 16,0-6-40-16,-5-1-37 0,1-2 2 15,-4 2-5-15,-1 6 21 0,0 5 16 16,0 6 43-16,-1 6 3 0,-8 5 44 15,-3 3 18-15,-5 4-21 0,-1 0 52 16,-3 4-66 0,-2 5 11-16,0 4-14 0,4 5-25 0,-1 4 45 15,7 3-10-15,0 1 6 0,4 3-16 16,4-1-24-16,0-1-3 0,2-2-24 16,2-2-32-16,1-3-64 0,0-1-106 15,0-3-112-15,6-3-144 0,-2-5-240 0,6-8-643 0</inkml:trace>
  <inkml:trace contextRef="#ctx0" brushRef="#br0" timeOffset="147425.742">2565 17299 2115 0,'0'0'440'15,"0"0"-137"-15,0 0 72 0,0 0-63 0,0 0-34 16,0 0 43-16,89 44-54 0,-73-29-41 16,-3 2 50-16,3-1-86 0,-5-2-59 31,1-2-40-31,-1-2-45 0,-2-4-44 0,-2-1 1 15,2-2 9-15,-3-3-12 0,-2 0-1 16,2-1-2-16,0-6 3 0,-2-2 35 0,3-1 23 16,0-3-58-16,-1-2-33 0,0-1-37 15,0-2-43-15,-1 0-30 0,-2 0-19 16,1-1-25-16,1 1-78 0,-1 0-120 16,1 0-91-16,-1 4-46 0,3 2-95 0,0 3-96 15,2 3 192-15,4 6 476 0,-2 0 45 0,2 10 371 0,5 2 132 16,-2 6-92-16,1 2-66 15,0 1-21-15,-1 0-9 0,0-1-36 0,-3-4-12 16,-3-1-57-16,3-7-58 0,-6-4-44 16,3-3-6-16,-1-1-22 0,-1-1-34 15,3-10 0-15,1-5 65 0,-1-4-22 16,-1-8-89-16,1-2-16 0,-1-1-17 16,-1 2-1-16,-3 3-12 0,2 2-15 15,-5 8 27-15,-1 4 32 0,-2 5 2 16,-2 4 49-16,-9 3 14 0,-5 0-63 15,-4 3-1-15,-6 4-35 0,2 5 36 0,0 2 29 16,3 5-10 0,2 4-18-16,3 1 26 0,4 3-11 15,1 4 23-15,5 1 7 0,3 2 12 16,2-1-15-16,1-1-43 0,0-4-9 0,6-3-34 16,1-4-33-16,4-7 5 0,1-2-18 15,5-3-21-15,1-3-23 0,4-3-15 16,7-3-60-16,0-3-34 0,6-8-240 15,-8 0-315-15,15-13-653 0</inkml:trace>
  <inkml:trace contextRef="#ctx0" brushRef="#br0" timeOffset="147973.855">3663 16788 3101 0,'0'0'532'16,"0"0"-441"-16,0 0-3 0,0 85 54 0,0-44 9 15,-3 6-4-15,2 0-7 0,-4 1-38 0,1 1-25 16,-3-6 16-16,4-4-17 0,0-6-34 16,2-4-42-16,1-8-27 0,0-6-4 15,0-5 3-15,0-4-5 0,1-3-14 0,5-3-24 16,4 0 28-16,1 0 21 15,6 0 21-15,4 0 1 0,2 0 1 0,0-2 1 16,-1 2-2 0,-1 0-2-16,-1 0 2 0,-5 2 0 15,1 3 25-15,-3 4 34 0,-2 0 3 0,-1 4 8 16,-1 1 4-16,0 2 6 0,-2 1 9 16,-2 2 27-16,1-1-40 0,-4-1-27 15,-2 0-9-15,0-2-19 0,0-1-19 0,-2-2 13 0,-2-5-15 16,1-1-9-16,0-6-55 0,0 0-42 15,-1 0-23-15,-2-4 19 0,2-5-25 16,-2-2-50-16,3-1-113 0,3-4-110 16,0 1-135-16,6-1-56 0,4 2-178 15,10-3-253-15</inkml:trace>
  <inkml:trace contextRef="#ctx0" brushRef="#br0" timeOffset="148243.713">4136 17289 1527 0,'0'0'702'15,"0"0"-240"1,0 0-13-16,92-10-34 0,-66 14-87 15,-2 7-20-15,-1 3-44 0,-2 7-64 0,-3 5-61 16,-3 6-14-16,-1 5 1 0,-4 7 11 16,-1 2-15-16,-2 4-25 0,-1-1-15 15,-2 1-15-15,-2-2-13 0,-2-1-5 16,0-3-16-16,-2 0 10 0,-7-4-19 0,-2-3-12 16,-2-6-9-16,1-5-3 0,-5-7 0 0,3-5-12 15,-2-5-12-15,3-8-10 0,-1-1-26 16,-1-6-22-16,2-9 24 15,0-4-18-15,2-6-15 0,5-7 0 0,3-6 39 16,3-2 10-16,0-4-4 0,9 0 18 0,2 1 13 16,2-1 0-16,3 0 13 0,3-2-10 15,1-2-34 1,3 0-61-16,3-1-96 0,0 0-109 16,1 0-139-16,-5 13-313 0,11-13-1075 15</inkml:trace>
  <inkml:trace contextRef="#ctx0" brushRef="#br0" timeOffset="148791.113">5571 16945 2850 0,'0'0'355'15,"0"0"-192"-15,0 0-20 0,0 0 139 16,-62 81 76-16,46-42-69 0,6 6-94 16,4 7-69-16,3 2-22 0,3 1-12 0,5-2 9 15,5-6-18-15,1-4-26 16,1-9-57-16,3-10 0 0,-1-8-42 16,-1-6-16-16,0-9-49 0,0-1-43 15,2-12-4-15,0-6-40 0,4-6-114 16,-5-4-132-16,-1-5-179 0,0 1-405 15,-7 7 274-15,7-4-81 0</inkml:trace>
  <inkml:trace contextRef="#ctx0" brushRef="#br0" timeOffset="149029.751">5751 17237 737 0,'0'0'1022'0,"0"0"-328"0,0 0-124 0,0 0-155 15,62 65-95-15,-49-42-8 0,0 1-35 16,-1-2-17-16,-2-1-26 0,0-7-35 16,-3-3-31-16,2-5-68 0,-3-5-57 15,2-1-40-15,2-7 12 0,-1-9-15 0,4-5-34 16,-3-5-11-16,-1-5-47 0,-1-5-17 15,-2 3-4-15,-3 3 15 0,0 6-1 0,-2 5 1 16,-1 6-4-16,0 7 53 0,-3 2 49 16,-6 4 3-16,-3 0 37 0,-3 0 9 15,-4 6 16-15,1 2-22 0,0 3-27 16,3 4 2-16,2 1-16 0,1 4 0 16,5 0-2-16,1-3-28 0,5-2 1 0,1-3-25 15,0-4-106 1,4-3-106-16,6-5-175 0,-3 0-263 0,9-3-632 15</inkml:trace>
  <inkml:trace contextRef="#ctx0" brushRef="#br0" timeOffset="149314.519">6064 17137 2138 0,'0'0'730'16,"0"0"-422"-16,0 0-34 0,0 0 162 16,0 0-72-16,83 77-122 0,-72-51-45 0,-3 1-19 0,0-2-40 31,-2-4-61-31,2-1-62 0,-2-8-15 0,-2-3-49 15,2-7-21-15,1-2-38 0,0-1-27 16,-1-11 12-16,3-4 24 0,-1-5-31 16,1-2 0-16,-2-5 15 0,-1 4 30 15,2 1 28-15,-3 3 43 0,-1 5 14 16,0 6 41-16,1 5 41 0,-4 4 34 16,2 0 17-16,0 2 19 0,0 8-10 0,1 1-7 15,0 2-42-15,2 2-41 16,0 0-25-16,0 1-12 0,4-3 10 0,-3 0 12 15,0-2-37-15,2-4-3 16,1-1-59-16,0-3-75 0,-1-1-103 0,1-2-67 16,-3-5-113-16,0-6-304 0,-1 1-545 0</inkml:trace>
  <inkml:trace contextRef="#ctx0" brushRef="#br0" timeOffset="149514.844">6493 16736 2138 0,'0'0'1468'0,"0"0"-1300"0,15 65-143 0,-8-30 120 0,0 8 162 16,2 2 21-16,0 4-42 0,2-2-32 16,2 0-25-16,0-5-47 0,-3-3-73 15,0-6-85-15,0-2-24 0,-3-5-42 16,1-3-55-16,-3-7-25 0,1-3-39 0,-3-5-37 16,0-4-69-16,-3-2-196 0,0-2-492 15,-13 0-781-15</inkml:trace>
  <inkml:trace contextRef="#ctx0" brushRef="#br0" timeOffset="149677.73">6290 17119 2782 0,'0'0'484'0,"0"0"-293"0,0 0 239 16,0 0 21-16,84-49-130 0,-54 35-96 0,5-2-54 15,1-1 3-15,1-2-80 0,-1-4-91 16,-1 0-3-16,-4 0-51 0,-3 0-117 15,-1 1-132-15,-2 2-107 0,-8 8-286 0,4 3-787 16</inkml:trace>
  <inkml:trace contextRef="#ctx0" brushRef="#br0" timeOffset="149915.913">6757 17021 1850 0,'0'0'1225'0,"0"0"-1039"0,0 0-71 16,0 0 132-16,0 0 156 0,0 0-72 15,55 66-86-15,-44-57-94 0,-2-1-28 16,0-1 8-16,0 2-24 0,-4 1-46 16,1 2-34-16,-3 1-11 0,-2 1-15 0,-1 3-1 15,0 2-28-15,0 0-42 0,0-1-6 0,-3-2 18 16,0-3 0-16,2-4-13 0,-2-5 1 16,3-2-20-16,0-2-11 0,0 0 5 15,0-5-12-15,0-3-38 0,4 0-35 0,5-7-43 16,1-1-105-16,2 1-290 0,4-11-1163 15</inkml:trace>
  <inkml:trace contextRef="#ctx0" brushRef="#br0" timeOffset="150248.171">7260 17008 78 0,'0'0'3153'0,"0"0"-2598"0,0 0-388 16,-32 91 47-16,18-59 133 0,-1 2-23 0,1-1-21 0,3-5-84 15,0-5-83-15,2-5-60 0,3-5-18 16,1-6-10-16,2-2-12 0,2-2-14 16,1-3-22-16,0 0-26 0,0 0-22 15,0-3-7-15,4 0-20 0,4-2-35 0,4-3 68 16,-1-1-25-16,3-3-21 16,-1-1-1-16,2 0 44 0,-1-4 14 0,-4 5 13 0,2-1 6 15,0 3 9-15,-1 3-13 0,1 5 16 16,-3 2 22-16,4 0 69 0,0 9 22 0,0 6 0 31,1 2-28-31,-1 5-19 0,3 3-17 0,0 3-4 16,3-3 19-16,-2-1-13 0,-1-5-39 0,-3-4-12 15,0-6-22-15,-3-2-23 16,0-3-67-16,1-4-70 0,1 0-44 0,1-4-24 16,0-6-157-16,-4 2-369 0,8-6-773 15</inkml:trace>
  <inkml:trace contextRef="#ctx0" brushRef="#br0" timeOffset="150865.854">7968 17068 1228 0,'0'0'1046'16,"0"0"-778"-16,0 0-32 0,0 0 50 0,0 0-12 16,-90-34-29-16,72 34 1 0,-1 2-6 15,0 6-19-15,2 6-7 0,1 4-26 16,4 4-65-16,1 7-12 0,5 4-23 16,3 5 4-16,3 2 57 0,0 2 15 0,8-5-51 0,0-5-59 0,4-8-54 15,-1-10-12-15,5-9-21 0,-2-5-34 16,5-13-18-16,2-15 15 0,0-12-15 15,2-12-64-15,-4-6-87 0,1-3-84 16,-3 0-62-16,-2 0-5 0,0 2 10 16,-3 4-77-16,0-6-39 0,-1 2-81 15,-4 0 119-15,-4 4 224 16,-3 4 231-16,0 11 342 0,0 9 272 16,-1 10 9-16,-1 9 5 0,-1 7-141 15,2 5-129-15,1 2-70 0,-3 8-20 16,3 5-44-16,-2 10-96 0,1 8-21 15,1 8-28-15,0 8 9 0,0 3 58 16,3 7 8-16,0 1-42 0,3 2-21 16,-2-3-40-16,1-3-51 0,0-5-13 0,-1-6-44 0,2-5-73 15,0-4-52-15,1-7-39 0,3-9-78 16,3-8-291-16,4-11-606 0,-5-1-287 0,7-18-247 16</inkml:trace>
  <inkml:trace contextRef="#ctx0" brushRef="#br0" timeOffset="150996.904">8319 17140 3056 0,'0'0'687'0,"0"0"-473"0,0 0-44 0,35 87 60 16,-27-53 86-16,-2 0-34 0,0 0-65 15,-3-3-62-15,1-5-70 0,-1-6-85 16,-1-9 0-16,-2-5-109 0,0-6-101 16,0-6-66-16,-5-10-221 0,-1 2-798 15,-4-18-1329-15</inkml:trace>
  <inkml:trace contextRef="#ctx0" brushRef="#br0" timeOffset="151150.234">8253 16879 3461 0,'0'0'626'0,"0"0"-586"0,0 0 85 16,0 0 86-16,0 0 39 0,0 0-75 16,0 0-111-16,85-28-64 15,-70 15-98-15,0-3-111 0,1-4-122 16,0-3-202-16,-4 6-558 0,3-8-963 0</inkml:trace>
  <inkml:trace contextRef="#ctx0" brushRef="#br0" timeOffset="151366.27">8643 16440 3176 0,'0'0'688'0,"0"0"-452"15,3 74 1-15,-3-29 63 0,0 11 50 16,0 8-12-16,0 5-77 0,3 5-40 15,5 2-27-15,3-1-47 0,2 0-44 0,3-8-40 16,1-5-51-16,-1-9-12 0,3-10-30 16,-2-10-21-16,-2-9-43 0,0-10-38 0,-2-9-7 15,-1-5-15-15,1-4-22 0,-6-8-37 16,-1-6-119-16,-6-5-299 0,0 4-568 16,-12-11-650-16</inkml:trace>
  <inkml:trace contextRef="#ctx0" brushRef="#br0" timeOffset="151551.415">8409 17027 3045 0,'0'0'488'0,"0"0"-310"0,0 0 39 15,0 0 106-15,0 0 52 0,0 0-38 16,98 7-144-16,-58-7-84 0,2-3-20 16,0-4-29-16,-1-4-35 0,-5 0-25 15,-4-2 0-15,-2-1-131 0,-4-2-67 16,-2 0-19-16,-3 3-44 0,2 0-111 0,0 1-241 15,-4 2-168-15,-2 1-344 0,3 0-570 0</inkml:trace>
  <inkml:trace contextRef="#ctx0" brushRef="#br0" timeOffset="151683.347">9054 16900 1026 0,'0'0'1188'0,"0"0"-626"15,0 0-37-15,56 86-27 0,-41-54-96 16,-1 1-107-16,-2 0-36 0,-2 1-32 16,-3-1-17-1,0 0-33-15,-5-3-59 0,-1-2-78 16,-1-4-40-16,0-6-33 0,0-4-55 0,-6-6-18 15,2-3-10-15,-4-5-33 0,0 0-99 16,1-9-209-16,-2-7-237 0,2 3-438 16,2-13-331-16</inkml:trace>
  <inkml:trace contextRef="#ctx0" brushRef="#br0" timeOffset="151828.734">9086 16954 2504 0,'0'0'1466'15,"0"0"-1116"-15,0 0-151 0,0 0-2 0,0 0-50 16,0 0-12-16,0 0 21 0,0 0-34 15,86-68-95-15,-74 61-27 0,-1 1-101 16,1 1-91-16,0 2-31 0,2 3-64 16,-1 0-221-16,-2 0-541 0,4 11-626 0</inkml:trace>
  <inkml:trace contextRef="#ctx0" brushRef="#br0" timeOffset="152084.584">9498 17229 3287 0,'0'0'637'0,"0"0"-420"0,0 0-27 16,0 0 73-16,81 52-30 0,-60-52 12 15,-3-4-135-15,2-11-85 16,0-5-1-16,-2-5-24 0,-3-4-39 16,-2-3-70-16,-2-1 2 0,-3 2-4 15,-4 2-5-15,-4 6 2 0,0 6 40 16,-4 5 46-16,-9 3 28 0,-1 5 15 16,-8 4 29-16,-5 1 33 0,-2 8 3 0,-1 6 3 15,1 1-53-15,4 5 47 16,5 0 5-16,6 3-14 0,4 0-35 0,2-1-8 0,1-1 11 15,4-3-21-15,2-4-15 0,-2-4-45 0,3-3-56 16,0-5-37-16,0-3-77 0,0-1-106 16,5-9-220-16,0 2-267 0,4-15-690 0</inkml:trace>
  <inkml:trace contextRef="#ctx0" brushRef="#br0" timeOffset="152353.331">9730 17055 3406 0,'0'0'973'0,"0"0"-793"0,0 0-26 0,41 65 61 0,-30-43 126 15,-2 1-19-15,-2-2-37 0,0-3-143 16,-1-4-73-16,0-5-63 0,-2-5-6 16,5 0-42-16,-2-4-9 0,4-4 14 15,0-7-20-15,3-3-7 0,-1-2-5 16,0-5-31-16,1 0-6 0,1-1 33 16,-1 0 16-16,-1 4-1 0,0 4 9 15,-3 4 25-15,0 8 24 0,-1 2 75 16,-2 7 89-16,2 6-1 0,-2 5-54 15,4 4-48-15,-3 1-7 0,0 1-15 16,2-4-19-16,-4-1-20 0,3-1-27 16,-3-2-88-1,-2-2-127-15,4-1-58 0,-5 0-216 0,0-4-683 16,-3 6-1065-16</inkml:trace>
  <inkml:trace contextRef="#ctx0" brushRef="#br0" timeOffset="160754.891">11496 16705 1694 0,'0'0'500'16,"0"0"-251"-16,0 0-145 0,0 0 41 0,0 0 394 16,0 0-199-16,0 0-52 0,0 0-71 15,0 0-70-15,-5-4-63 0,5 7-28 16,0-1-13-16,0 5-3 0,0 4 25 16,0 7 22-16,5 8-22 0,1 5-22 15,2 11-13-15,-2 5 1 0,0 5-9 16,-2 3-10-16,3 4-10 0,-3-2-1 15,1 4 14-15,-1-2-15 0,0 4-27 16,1-2 24-16,-1-4-13 0,3-7 14 16,-3-6-22-16,2-11-19 0,0-5-44 15,0-9-42-15,0-4-29 0,1-7-4 16,0-4-46-16,0-4-107 0,5-5-181 16,-4-2-244-16,3-13-599 0</inkml:trace>
  <inkml:trace contextRef="#ctx0" brushRef="#br0" timeOffset="161139.477">12147 16868 2360 0,'0'0'517'0,"0"0"-309"16,0 0-128-16,0 0 22 0,0 0 86 15,0 0 56-15,0 0-11 0,0 0-69 16,-85-39-55-16,71 41-25 0,-1 7-31 16,-2 3-22-16,1 6-9 0,-1 4-4 15,1 3 4-15,1 3 0 0,5 4 9 0,-1 3 6 16,5 4-22-16,2 2 10 0,2 4-4 16,2 2 16-16,0 3-34 0,6-1 34 15,4-3-4-15,2-4 10 0,1-4-3 0,2-7 6 16,2-6-6-16,1-6-15 0,2-3 5 15,-2-7-14-15,2-4 2 0,-3-5-17 0,3 0 18 16,0-9 17-16,-4-4-24 0,1-5 4 16,-2-2-16-16,-1-4-28 0,-5 0-51 0,1-2-50 15,-1 1-22-15,-5 0-46 0,0 1-74 16,-1 4-115-16,-3 2-259 0,0 5-544 31,-9 0-308-31</inkml:trace>
  <inkml:trace contextRef="#ctx0" brushRef="#br0" timeOffset="161402.486">12052 17196 2267 0,'0'0'542'16,"0"0"-231"-16,0 0-106 0,0 0 8 15,0 0 71-15,0 0-1 0,0 0-71 16,0 0-106-16,86 42-78 0,-68-42-28 16,-4-1-26-16,3-5-77 0,-4-2-71 0,0 1-59 0,0-3-31 15,-2 3-60-15,-2 0-51 0,-3 1-53 16,-1 3-32-16,-4 1 146 0,0 2 200 15,-1 3 114-15,0 6 103 0,2 3 173 0,-1 6 41 16,2 4-39-16,0 6 28 0,4 3 123 16,0 2-134-16,2 3-112 0,0-3-13 15,1-1-13 1,0 0-17-16,-1-2-22 0,2-1-13 0,-2-7-40 16,0-4-40-16,0-4-25 0,-1-10-43 15,0-4-16-15,0 0-87 0,1-14-43 16,2-5-69-16,-2-13-130 0,-4 5-682 15,4-25-1359-15</inkml:trace>
  <inkml:trace contextRef="#ctx0" brushRef="#br0" timeOffset="161640.981">12594 16798 3007 0,'0'0'558'0,"0"0"-406"16,0 0-29-16,0 72 84 0,0-38 124 15,0 4-10-15,0 1-35 16,0 1-91-16,4 0-49 0,2 3-42 16,2 1-19-16,0 1-46 0,-1 2-29 15,-1 0-10-15,0-1-18 0,-1-4-52 16,2-3-60-16,-2-3-32 0,1-5-6 16,-2-3-12-16,2-6-51 0,1-8-160 0,-3-5-260 15,-1-5-569-15,-3-4-727 0</inkml:trace>
  <inkml:trace contextRef="#ctx0" brushRef="#br0" timeOffset="161819.397">12898 17224 3153 0,'0'0'512'0,"0"0"-300"16,0 0-30-16,0 0 99 0,0 0 7 0,81 11-36 15,-69-11-87-15,2 0-128 0,-2-5-37 0,0-2-34 16,-2-4-116-16,-1 1-53 0,-4 0-75 15,-2-1-200-15,0 7-695 0,-3 1-1158 0</inkml:trace>
  <inkml:trace contextRef="#ctx0" brushRef="#br0" timeOffset="161972.723">12924 17389 2974 0,'0'0'552'0,"0"0"-435"16,0 0 19-16,0 0 131 0,0 0 92 15,0 0-47-15,0 0-76 0,0 0-110 16,81-2-50-16,-61-9-31 0,1 0-13 16,1-3-32-16,1-2-73 0,1-1-89 0,1 1-74 15,-3 1-110-15,-5 4-254 0,6 0-754 0</inkml:trace>
  <inkml:trace contextRef="#ctx0" brushRef="#br0" timeOffset="162658.793">13548 16901 2561 0,'0'0'700'0,"0"0"-357"0,0 0-112 15,0 0 49-15,0 0-44 0,99-8-13 16,-73 8 26-16,-1 0-77 0,-1 0-53 0,-1 5-46 16,-3-2-27-16,-1 1-25 0,-4 2-19 15,-4 0-2-15,-1 1-3 0,-4 5 0 16,-3 2 3-16,-2 6-1 0,-1 4-11 0,-3 5-43 16,-7 3-9-16,-4 0 12 15,-1 3 37-15,-5 1 0 0,0-1-1 0,0 1-8 16,-2 0 21-16,-1-2-9 0,4-2 12 15,2-2 18 1,3-5-6-16,2-2-1 0,7-5-11 16,2-4-2-16,3-3-7 0,3-1 9 0,8-2 25 15,6-1 5-15,8-3 4 0,4 2 30 16,2-6 9-16,4 0-30 0,0-4 11 16,-1-3-27-16,-2-4-27 0,-2 1-2 15,-2-2-41-15,-3-1-60 0,-2 0-62 16,-1 2-46-16,0 3-85 0,-7 1-262 0,7 3-817 0</inkml:trace>
  <inkml:trace contextRef="#ctx0" brushRef="#br0" timeOffset="164679.422">14235 16248 46 0,'0'0'1305'0,"0"0"-1035"15,0 0-147-15,0 0 33 0,0 0 87 16,0 0 16-16,0 0-10 0,0 0-52 0,0 0-47 0,0 0-28 15,0 0-4-15,10-34-15 0,-8 32-11 16,-1 2-3-16,-1-2-7 0,2 2-9 16,-2-1-7-16,0 1-9 0,0 0-7 15,0 0 1-15,0 0 2 0,0 0 6 0,0 0 5 16,0 0-4-16,0 0-4 0,0 0-3 16,0 0-10-1,0 0-9-15,1 0-3 0,-1-1-6 16,0 1-9-16,0 0-14 0,0 0 0 0,0 0 0 15,0 0-1-15,0 0-1 0,0 0-1 16,0 0 0-16,0 0 0 0,0 0 0 16,0 0 0-16,0 0-1 0,0 0 1 15,0 1-1-15,0 0 0 0,0-1 0 16,0 0 1-16,0 0 0 0,0 0-1 0,0 0 2 0,0 0 0 16,0 0 2-16,0 0 11 0,0 0-10 15,0 0 12-15,0 0-2 0,0 0-10 0,0 0 22 16,0 0-7-16,0 0-5 0,0 0 2 15,0 0-12-15,0 2 16 0,0-2-17 0,0 0 10 16,0 0-11-16,0 0 0 0,0 2 1 16,0-2 11-16,0 0-10 0,0 0 0 15,0 0 12-15,0 0-12 0,0 0 13 16,0 0-14-16,0 0 10 0,0 1-9 16,0-1 13-16,0 2-15 0,0-1-1 15,0 0-13-15,0 2 13 0,-1 1 23 16,1 1 5-16,-2 2-16 0,1 3-11 15,-1 0-1 1,0 0 0-16,-1 2 0 0,1-2 0 0,-1 2 1 16,0-2 0-16,2 1 0 0,-2-3 1 15,2 1 0-15,-2 2-1 0,1-3-1 0,1 3-3 16,-1 0-9-16,-1 2 9 0,-1 3-13 16,0 0 14-16,1 2-38 0,-1 2-9 15,-1-4 9-15,2 0 15 0,-1-2 13 16,1-2 10-16,0-3 0 0,1 0 0 0,-1 0 2 15,1-3 2-15,1 1 0 0,-1-1 1 16,-2-1 12-16,3 1-12 0,-2 0-2 16,1 1-1-16,-1 0 0 0,0 0 1 15,2-1 2-15,-1 0 0 0,-2-1 10 0,3-4-11 16,1 2-1-16,-2-1 0 0,2-2 1 16,0 0 10-1,0 0-9-15,0 0 16 0,0 0-16 16,0 0 9-16,0 0-9 0,0 0 16 15,0 0-7-15,0 0-9 0,0 0 10 0,0 0-1 16,0 0-10-16,0 0 10 0,0-2-10 16,0 2-2-16,0 0 0 0,0 0 1 15,0-1 2-15,0 1 12 0,0 0 0 16,0 0-12-16,0 0 10 0,0 0-10 0,0 0 9 16,0 0-10-16,0 0 0 0,0 0-2 15,0 0-1-15,0 0 0 0,0 0 0 16,0 0-2-16,0 0 1 0,0 0 0 15,0 0 2-15,0 0 0 0,0 0 0 16,0 0 1-16,0 0 0 0,0 0-1 0,0 0 0 16,0 0 1-1,0 0 1-15,0 0-1 0,0 0-1 16,0 0-1-16,0 0 0 0,0 0 0 16,0 0 0-16,0 0-1 0,0 0 0 0,0 0-1 15,0 0 0-15,0-2-13 16,0 2 4-16,2 0-3 0,-2 0-7 0,5-1-3 15,-2 1 10-15,3 0 15 0,1 0 25 16,4-2-10-16,1 0-3 0,0 2-10 0,4 0-1 0,0 0 2 16,2 0 18-16,1 0-5 0,4 0-1 15,-3-1-13-15,2 1-2 0,-3-1 0 16,-1 1 0-16,-2-1 0 0,2 0 1 16,-5-2-1-16,-2 3-2 0,-1-1-17 15,-1-1 7-15,-1-1-6 0,-3 2-44 16,-1 0-52-16,-1-4-47 0,1 1-23 0,-1 1-36 0,0-3-76 15,-3 0-153-15,0 0-300 0,0 0-775 0</inkml:trace>
  <inkml:trace contextRef="#ctx0" brushRef="#br0" timeOffset="164931.668">14372 16459 2375 0,'0'0'410'0,"0"0"-243"16,0 0-41-16,0 0 69 0,0 0 122 15,0 0-23-15,0 0-102 0,0 0-98 16,0 0-32-16,-13 81-3 0,15-55-6 0,2 1 6 16,2 3-25-16,-4-1-6 0,3 0-28 15,-2 1-2 1,-2 0-1-16,1-3-37 0,-1 0-50 15,-1-5-7-15,2-2-18 0,1-3-84 16,-1-2-87-16,3-3-166 0,0-3-560 16,-3 0-711-16</inkml:trace>
  <inkml:trace contextRef="#ctx0" brushRef="#br0" timeOffset="165796.937">14916 16850 2100 0,'0'0'460'15,"0"0"-96"-15,0 0-54 0,0 0 27 16,0 0-30-16,0 0-43 0,0 0-34 15,0 0-60-15,0 0-65 0,0 0-6 0,15 8 45 16,-21 15-52-16,-5 10-43 0,1 7-47 0,-3 4-1 16,0 1 13-16,3-2-13 0,0-3-2 15,3-4 0-15,4-3-27 0,1-2 10 16,2-3 16-16,0-5-16 0,6-1 5 16,1-4-11-16,3-2 21 0,2-2 3 15,1 0 0-15,1-1 9 0,3 0-9 0,-2-2-15 16,1 1 12-1,-2-2 3-15,0-1 1 0,-3 0 42 16,-1-1-22-16,-3 1 16 0,0 1 9 0,-4-1-1 16,1 0-5-16,-1 1-16 0,-3-1 4 15,0 1-1-15,0 1-6 16,0-3-2-16,-3 3-1 0,-2-5 0 0,-5 1-18 16,0 0-28-16,-2-2-33 0,-4-1-12 15,0-1-16-15,-1-3-27 0,2 0-40 0,-2 0-32 0,0-6-19 16,0-3-23-16,-2-3-75 15,3-5-246-15,2 2-416 0,-7-13-414 0</inkml:trace>
  <inkml:trace contextRef="#ctx0" brushRef="#br0" timeOffset="165965.969">14917 17131 1876 0,'0'0'538'31,"0"0"-218"-31,0 0 36 0,0 0 46 0,0 0-67 15,82-13 2-15,-62 7-73 0,1 0-103 0,2-2-84 16,-1-3-52-16,3 0-25 0,-3-4-21 16,1-2-81-16,0-1-109 0,0-2-84 15,-1 0-157-15,-5 7-570 0,4-6-1068 0</inkml:trace>
  <inkml:trace contextRef="#ctx0" brushRef="#br0" timeOffset="166351.363">15577 16384 3052 0,'0'0'535'0,"0"0"-323"0,0 0 17 0,0 0 19 15,0 0-47-15,0 0-15 0,-26 74-20 16,22-48-81-1,2 5-33-15,2 4 6 0,0 2-2 16,0 3-5-16,0 0-27 0,5-2-24 0,0-6-16 16,3-4-2-16,1-9-6 0,2-5-13 15,0-4 22-15,4-6 13 0,-1-4 1 16,3 0-14-16,-1-7 15 0,0-5-3 16,0-2-36-16,-2-3 5 0,-2-1-3 15,-2 1 16-15,-3 2 0 0,-3 1 5 0,-1 3-8 0,-3 1 22 16,0 6-11-16,-4-1 1 0,-5 5-31 15,-6 0-22-15,-5 0-27 0,-4 5 9 16,-2 3-19-16,-5 4 27 0,-1 3-65 16,-3 3-61-16,1 4-47 0,-2 2-78 15,1 3-106-15,6-4-241 0,-12 17-682 0</inkml:trace>
  <inkml:trace contextRef="#ctx0" brushRef="#br0" timeOffset="170191.426">17795 16848 2334 0,'0'0'317'0,"0"0"373"0,0 0-370 0,0 0-77 16,0 0-14 0,0 0 26-16,0 0-41 0,-26 66-60 15,23-31-68-15,0 8-34 0,2 2-3 16,1 8 3-16,0 0 12 0,0 3-15 16,0-1-46-16,3-1 15 0,-1-1-16 0,3-2-2 15,-1-1-18-15,1 0-9 0,0-6-28 16,2-5-65-16,-1-9-42 0,2-10-17 15,0-9-44-15,4-11-77 0,1 0-188 0,-2-8-254 16,6-17-687-16</inkml:trace>
  <inkml:trace contextRef="#ctx0" brushRef="#br0" timeOffset="170761.035">18381 16962 2707 0,'0'0'533'0,"0"0"-314"16,0 0-32-16,0 0 81 0,0 0 15 16,0 0-38-16,-65 90-90 0,51-61-78 15,3 5-40-15,-4 2 6 0,5 3 3 16,1 2 6-16,2 2 6 0,2 1 3 16,3 0 10-16,2-4 2 0,0-2-18 0,2-9 6 0,7-3 3 15,3-7-12-15,2-6-10 0,2-4-27 16,6-3-14-16,2-6-1 0,1-6-33 15,4-7 21-15,0-6 12 0,0-6-1 16,-2-4-33-16,-3-3-2 0,-1 1-37 16,-5 2-28-16,-3 4-24 0,-6 1-50 15,-3 7-86-15,-3 2-53 0,-3 6-49 0,0 3-48 16,-9 2-46-16,0 2-81 16,-5 2-61-16,-2 0 157 0,-2 0 126 15,0 0 221-15,-2 0 95 0,2 3 183 16,1 0 142-16,3 3 150 0,3 0 23 15,3 4-43-15,1-2-72 0,4-1-94 16,3 0-68-16,0-5-58 0,0-1-80 16,2-1-83-16,6 0-15 0,2-3-17 0,2-6-43 15,2-3-60-15,0 0-108 0,-2-3-104 16,-2 2-95-16,-1 4-78 0,-2 4 17 0,-1 3 129 16,-2 2 117-16,-1 0 257 0,2 2 36 15,-2 7 341-15,-2 0 94 0,2 0-30 16,-2 0-25-16,2 0-83 0,-3-1-31 15,4-3-36-15,-2 1-43 0,1-2-57 0,0 3-47 16,0-1-20-16,2 2-22 0,-2 2-21 16,0 2-22-16,-1 1-16 0,-1 2-18 15,2 2-3-15,-2 5-40 0,2 0-56 0,0 6-22 16,1 0 6-16,1 0-67 0,-1 0-85 16,3-3-66-16,2-6-268 0,-3-5-631 15,4-7-217-15</inkml:trace>
  <inkml:trace contextRef="#ctx0" brushRef="#br0" timeOffset="171240.624">18915 16790 2722 0,'0'0'548'0,"0"0"-303"0,-5 68-93 0,5-33 25 15,0 7 106-15,0 4-28 0,0 6-66 16,0-1-90-16,3 1-47 0,-1-4-18 15,1-1-34-15,-2-2-11 0,1-3-11 16,-1-2-24-16,-1-2-77 0,0-5-26 16,2-7-34-16,1-5-43 0,0-9-86 15,2-7-187-15,-1-3-221 0,3-10-641 0</inkml:trace>
  <inkml:trace contextRef="#ctx0" brushRef="#br0" timeOffset="171594.939">19315 16467 1327 0,'0'0'2239'0,"0"0"-1848"16,0 0-274-16,0 0-5 0,0 0 38 15,0 0 150-15,0 0-33 16,0 76-93-16,0-43-91 0,0 6-25 16,5 4 9-16,-1 7-22 0,2 9-5 15,-1 5-1-15,3 5 4 0,-1 6-10 16,1 5-8-16,-3 3-10 0,1 8-15 15,-2 4-11-15,0 5-17 0,-1 5-54 16,0 0 3-16,0-2-3 0,0-3-34 16,0-6-18-16,-1-5 5 0,0-9-3 0,-1-10-31 0,2-7-60 15,0-11-57-15,-1-10-20 0,-1-7-99 16,-1-13-238-16,0-1-707 0</inkml:trace>
  <inkml:trace contextRef="#ctx0" brushRef="#br0" timeOffset="173698.761">20148 17018 825 0,'0'0'772'15,"0"0"-356"-15,0 0-274 0,0 0-35 0,0 0 458 16,0 0-164-16,0 0-146 0,3-70-110 16,-6 64-9-16,0 0 22 0,-2 1 43 0,-1 1-23 0,-3 1-8 15,1 3-46-15,-3 0-16 0,-3 0-32 0,-2 7-8 16,-4 4-28-16,0 2-13 0,-3 5 13 15,0 2-15-15,0 3-24 0,2 0 14 16,1 1-3-16,3 0 0 0,1-1 1 16,2-2-10-16,2 0 0 0,4 0-2 15,2-2-1-15,3 0-1 16,3-4 1-16,0 1 1 0,3 0 2 16,7 0-1-16,2 2 13 0,3-4-15 15,4 1 15-15,1-1-2 0,3-2-10 16,3-1 27-16,0-1-12 0,-3-2-18 15,0 0 19-15,-1-1-1 0,-5 0 13 16,0-1 2-16,-6-1 7 0,0 1-1 16,-4 1-5-16,-2 0 5 0,-4 0 1 0,1 0 51 15,-2 2-16-15,0 1-20 0,0 2-22 0,-5-2-6 16,-1 1-11-16,-2-1-1 0,-2-3-15 16,0-1-18-16,-5-1-34 0,2-1-5 15,-2-1-25-15,-2-2-18 0,0-1-22 16,1 0-6-16,-1 0-18 0,4 0-4 15,0 0-47 1,2-2-59-16,3-3-74 0,5 1-70 0,0 1-178 16,2-2-244-16,1-2-448 0</inkml:trace>
  <inkml:trace contextRef="#ctx0" brushRef="#br0" timeOffset="174146.959">20307 17326 2115 0,'0'0'440'16,"0"0"-265"-16,0 0 5 0,0 0 102 0,0 0 65 15,0 0-72-15,0 0-71 0,-12 86-53 16,9-56-11-16,0 2-7 0,1 3-21 16,0-1-23-16,-1 2 3 0,3-3-33 0,0-3-4 15,-1-2-43-15,1-5-12 0,0-3 0 0,0-4-73 16,0-4-35-16,0-5-25 0,3-4-40 16,2-3-95-16,1-2-75 0,2-6-88 15,1-6-188-15,-3 0-527 0,4-12-405 0</inkml:trace>
  <inkml:trace contextRef="#ctx0" brushRef="#br0" timeOffset="174500.65">20546 17304 2134 0,'0'0'607'15,"0"0"-343"-15,0 0-5 0,0 0 53 16,0 0 16-16,-12 77-77 0,9-57-70 0,1-1-76 0,-2 1-31 15,2 0-3-15,2 1-12 0,0 3-10 16,0 0-3-16,0 1-12 0,4-3-9 16,0 1 12-16,4-4-22 0,-2-3-15 15,2-3-28-15,2-5 13 0,0-4-3 16,1-2 5-16,1-2-2 0,0-5-7 16,2-4 22-16,-1-7-15 15,-1-2-34-15,-1-3-16 0,-2 0-18 16,-2 1 21-16,0 2 47 0,-5 5 15 15,-2 5 10-15,0 1 27 0,-2 4 0 16,-9 3-12-16,-4 0-25 0,-2 6-1 16,-6 3 1-16,-1 3 18 0,-4 1-5 15,-1 3-13-15,-2-1-1 0,-2 1-21 0,-1-1-37 16,3-1-37-16,-4-2-40 0,4-3-33 0,-1-4-57 16,0-5-169-16,9 0-383 0,-19-5-971 0</inkml:trace>
  <inkml:trace contextRef="#ctx0" brushRef="#br0" timeOffset="174917.368">19816 16838 2149 0,'0'0'398'0,"0"0"-234"15,0 0-38-15,0 0 86 0,0 0 72 16,0 0-96-16,0 0-77 0,0 0-61 0,-27 67 10 15,20-43 19-15,0 2 9 0,3 5 0 16,2 6 22-16,2 1 3 0,0 6-26 0,0 2-25 16,2 4-13-16,2 3-30 0,3 5 34 15,0 0-27-15,1 1-26 0,0-5-1 16,1-1-1-16,2-5-13 0,-3-5-28 16,2-8-47-16,-2-6-69 15,2-9-20-15,-1-7-38 16,2-8-42-16,3-5-56 0,0 0-146 0,-4-7-506 15,5-14-462-15</inkml:trace>
  <inkml:trace contextRef="#ctx0" brushRef="#br0" timeOffset="175153.182">20681 16893 3034 0,'0'0'605'0,"0"0"-397"0,0 0-73 16,0 0 51-16,36 74 137 0,-22-46-64 0,0 4-94 15,0 3-91-15,-2 2-44 0,2 2-8 16,-4 2-20-16,0 0-2 0,-2 5-15 31,-3 0-19-31,-2 2-95 0,-3-2-58 0,0 3-60 16,0-4-45-16,0 0-133 0,0-11-269 0,-4 10-881 15</inkml:trace>
  <inkml:trace contextRef="#ctx0" brushRef="#br0" timeOffset="182237.499">21363 17083 1267 0,'0'0'32'16,"0"0"1532"-16,0 0-1107 0,0 0-73 16,0 0-79-16,0 0-23 0,0 0-49 15,0 0-39-15,0 0-53 0,0 0-49 16,43 13 12-16,-15-10 15 0,6 0 33 15,8-3-64-15,1 0-45 0,2-4-16 0,-2-7-27 16,-2-1 0-16,-4-1-2 0,-1-1-16 16,-4 2-28-16,-3-1-11 0,-8 1-50 0,-4 3-48 15,-8 4-59-15,-4 2-97 0,-5 3-205 16,-5 0-275-16,-4 0-563 0,-16 10-559 0</inkml:trace>
  <inkml:trace contextRef="#ctx0" brushRef="#br0" timeOffset="182422.082">21339 17167 1315 0,'0'0'403'0,"0"0"722"0,0 0-731 15,0 0-75-15,0 0-13 0,0 0-33 16,0 0-64-16,0 0-51 0,92 62-34 16,-60-60-17-16,1-2-36 0,3-2-31 15,0-8-18-15,-1-3-22 0,-1-1-27 16,-4-2-81-16,-4-2-86 0,0 0-38 0,-6 0-31 15,-4-2-124-15,-6 8-273 0,-8-10-903 0</inkml:trace>
  <inkml:trace contextRef="#ctx0" brushRef="#br0" timeOffset="182691.479">21576 16786 893 0,'0'0'652'15,"0"0"362"1,0 0-699-16,0 0-33 0,0 0 50 15,0 0-29-15,0 0-54 0,77 31-67 16,-50-19-42-16,6 2-35 0,1 1-6 16,0 0-25-16,1 2 6 0,-3 1-28 0,-4 1-24 15,-2 3-13-15,-4 2 1 0,-6 0-16 16,-3 2-1-16,-6 2-14 0,-6 0 14 16,-1 2-1-16,-6-1-44 0,-9 2 18 15,-3 1-2-15,-5 1 17 0,-1-2-2 0,-2-2 0 16,0 1-1-16,-2-3-33 0,1-2-38 15,1-3-36-15,0-2-45 0,5-4-80 16,2-4-118-16,2-4-172 0,7-6-463 16,-5-2-492-16</inkml:trace>
  <inkml:trace contextRef="#ctx0" brushRef="#br0" timeOffset="183826.276">22693 16861 826 0,'0'0'29'16,"0"0"37"-16,0 0 1155 0,0 0-803 16,0 0-80-16,0 0-8 0,0 0-25 15,0 0-39-15,0 0-53 0,0 0-74 16,0 0-70-16,-43 75-26 0,27-46-24 0,-4 1-19 16,3 2 0-16,-2 1-1 0,5-1-1 15,-1-1 1-15,8-3-1 0,3 1 2 0,4-1 1 16,0 0 21-16,5-2 12 0,7 1-22 15,4-1 22-15,-2-2-6 0,2-1-15 16,0-2 5-16,1-2 10 0,-4-3-3 16,2 0-13-16,-2-2 13 0,-2-4 0 0,-4 1-4 15,-1-1 22-15,-3 2 19 0,-3 1 24 16,0 0 12-16,-1 1-30 0,-8 3-29 16,-5-3-11-16,1 3-13 0,-6-4-13 0,0-1-1 15,-3-2-1-15,0-3-55 0,-3-3-43 16,2-3 0-16,-2-1 6 0,2-3-13 15,-1-6-53 1,1-3-69-16,0-7-147 0,-2-5-280 0,9 3-698 16,-5-17-389-16</inkml:trace>
  <inkml:trace contextRef="#ctx0" brushRef="#br0" timeOffset="183973.473">22504 17165 1456 0,'0'0'0'0,"0"0"996"0,0 0-635 0,0 0-18 15,0 0 43-15,94 2-64 0,-69 1-27 16,-1-1-102-16,5-1-106 0,3-1-72 16,0 0-15-16,-1-4-66 0,4-3-136 15,-4-3-96-15,0 0-141 0,-10 1-375 16,5-5-1062-16</inkml:trace>
  <inkml:trace contextRef="#ctx0" brushRef="#br0" timeOffset="184342.07">23211 16581 153 0,'0'0'418'0,"0"0"1505"0,0 0-1501 16,0 0-121-16,0 0 11 0,0 0 83 15,-3 68-85-15,-4-30-77 0,0 4-82 16,1 2-21-16,1 0-41 0,-1-5-43 15,2-2-32-15,4-6-14 0,0-5-3 16,0-6-15-16,4-6-13 0,2-8-15 0,5-3 6 16,0-3 21-1,3-3-17-15,1-7-38 0,-2-3-7 16,-2 0 4-16,1-2 31 0,-5-1 33 0,-1 1 12 16,-5 2 0-16,-1 3-1 15,0 1-23-15,-6 2 25 0,-4 2 1 16,-5 2-1-16,-3 0-24 0,-1 1-20 0,-3 2 1 15,-1 0 30-15,2 2-52 0,-2 5 27 16,2 5-27-16,3 1 7 0,1 2-36 0,5 1-75 16,1 0-170-16,5-1-211 0,3-5-473 0,3 1-448 0</inkml:trace>
  <inkml:trace contextRef="#ctx0" brushRef="#br0" timeOffset="184628.084">23701 16643 1023 0,'0'0'71'15,"0"0"1426"-15,0 0-1040 0,0 0-84 0,-15 75 98 16,11-50-48-16,0 4-104 0,-1 3-73 15,2 5-69-15,-1 5-40 0,4 4 34 16,-3 1-38-16,3 3-54 0,-1 3-52 16,0-3-25-16,-2 5-2 0,0 4-18 15,-2 4-24-15,-1 5-10 0,-2 1-90 16,2 2-29-16,-1-1-6 0,1-5-50 0,2-5-109 0,2-9-198 16,2-7-262-16,0-15-341 0,0 0-679 0</inkml:trace>
  <inkml:trace contextRef="#ctx0" brushRef="#br0" timeOffset="185392.636">24255 17002 447 0,'0'0'221'0,"0"0"903"15,0 0-473-15,0 0-164 0,0 0-113 16,0 0-12-16,0 0-50 0,0 0-89 15,0 0-40-15,0 0-16 0,18 10-34 16,-14 15 27-16,-1 8-25 0,0 8-19 0,1 7-46 0,1 5-9 16,-5 6-40-16,0 1-4 0,0 1-17 15,0-1-12-15,0-4 11 0,2-5-32 16,1-6-59-16,2-9-70 0,1-8-43 0,3-9-5 16,5-5-47-16,1-10-160 0,4-4-255 15,-2-7-483-15,7-16-383 0</inkml:trace>
  <inkml:trace contextRef="#ctx0" brushRef="#br0" timeOffset="185846.589">24890 17012 1023 0,'0'0'153'0,"0"0"1297"0,0 0-1137 0,0 0-124 16,0 0 120-16,0 0 14 0,0 0-75 15,0 0-78-15,-87 51-73 0,74-28-29 16,2 2-18-16,-5 2 9 0,1 4-22 16,-2 0-13-16,3 3 20 0,-1-2-7 15,1 1-19-15,3-1-2 0,0 0-1 16,3-2 19-16,2 0-9 0,3-5-25 0,2-3 16 0,1-3-16 16,0-3-12-16,4-6-4 0,4-2 13 15,-2-1 1-15,3-4-1 0,2 0 3 16,0-2 0-16,2-1 2 0,2 1 23 15,1-1-7-15,2 0-18 0,-4 1 1 16,3 2 8-16,-2-3-9 0,-1 5-6 16,-2-2-3-1,0 1 9-15,-3 1 1 0,1 2-1 16,-1 0 0-16,0 3 3 0,-1-1 17 0,0 3-18 16,-2 1-2-16,0-1 21 15,-1 1-6-15,-4-1-13 0,-1 0 22 0,0-1 1 16,-1 3 21-16,-7 0 6 0,-1-2-9 15,-3 0-4-15,-1-2 1 0,-1-1 9 16,-2-3-6-16,-2-2-28 0,1-2-15 0,-2-2-38 0,1 0-72 16,-1 0-37-16,2-5-25 0,3-4-3 15,0-3-73-15,6-2-170 0,0-2-257 16,5 3-711-16</inkml:trace>
  <inkml:trace contextRef="#ctx0" brushRef="#br0" timeOffset="186348.419">25251 17518 1254 0,'0'0'65'15,"0"0"1402"-15,0 0-1059 0,0 0-169 0,0 0 112 16,0 0-39-16,0 0-91 0,0 0-81 16,0 0-20-16,-50 86-15 0,44-59-34 15,2 3 21-15,-1 1-6 0,0 2-13 16,-1 2-30-16,3 1 9 0,0-1-37 15,0 2-15-15,3-1-2 0,0-6-22 16,0-3-10-16,0-8-88 0,6-6-50 0,1-8-31 0,3-4-5 16,4-1-38-16,1-9-37 0,3-5-84 15,-1-6-180-15,-5 6-607 0,5-14-598 0</inkml:trace>
  <inkml:trace contextRef="#ctx0" brushRef="#br0" timeOffset="186733.574">25528 17506 95 0,'0'0'2808'0,"0"0"-2315"16,0 0-303-16,0 0 50 0,-29 78 115 0,23-50-44 15,-1 3-105-15,0 2-83 0,1 1-40 0,2-1-3 16,1 1-10-16,0-1-27 0,3-1-13 15,0-6-30-15,0-2 0 0,2-5-15 16,4-7 3-16,1-5-16 0,3-3 13 0,0-4 14 16,2 0 1-16,2-4 18 0,0-5-18 15,3-6-9-15,0 1-37 0,-2-5 16 16,0-2-7-16,-1 3 22 0,-4 2-7 0,-3 2 11 16,0 3 11-16,-4 4 3 0,-1 2 25 0,-2 0-1 15,0 2 13-15,0 0-15 0,-5 2-1 16,-2 1-9-16,0 0-15 0,-2 0-21 15,-2 4 19-15,-1 2-10 0,-1 4-10 16,-4 3-5-16,3 3 5 0,-4-1-8 16,2 1 2-1,-1-3-45-15,4 1-60 0,0-4-18 0,0-1-47 16,3-2-149-16,5-4-339 0,-1-3-998 0</inkml:trace>
  <inkml:trace contextRef="#ctx0" brushRef="#br0" timeOffset="187132.561">26098 16977 1053 0,'0'0'296'0,"0"0"1093"0,0 0-777 15,0 0-137-15,0 0-33 0,0 0-116 0,0 0-43 16,0 0 10-16,0 0-56 0,8 84-55 15,-8-52-27-15,-2 4-28 0,-2 2-31 16,-1 3-56-16,0 5-28 0,-1 1-12 0,-1 1-1 16,-3 5-21-16,2 1-2 0,-1 1-27 15,0-2-55-15,-1 1-45 0,3-5-22 16,0-3 3 0,2-4-70-16,2-6-177 0,-1-5-268 0,3-10-600 0,-1 4-758 0</inkml:trace>
  <inkml:trace contextRef="#ctx0" brushRef="#br1" timeOffset="200347.9">21866 6555 1034 0,'0'0'1590'0,"0"0"-1371"0,0 0-154 0,0 0-21 16,0 0 82-16,0 0 65 0,0 0 42 15,0 0 4-15,0 0-64 0,7 23-12 16,-1-10 11-16,0 7-17 0,-3 5-37 16,-2 6-29-16,-1 8-27 0,0 6-22 0,0 4 9 15,-6 6-9-15,-1 4-38 0,-3 6-2 16,1 3 27-16,-3 5-23 0,0 9 11 15,0 2-3-15,0 8-6 0,1 4-6 16,-1-1 0-16,4 4-46 0,-2 1 12 16,3-4-2-16,1 0-1 0,2-3 28 0,0 1 5 15,1-3-17-15,0 3-25 0,1-2 2 16,-1-2 20 0,2 2 21-16,-1 1-37 0,2-2-1 15,0 0 10-15,0-1 17 0,2-1 13 0,2 1-14 16,2 0-47-16,0 2-15 15,-2 2 33-15,0-1-6 0,-1-2-12 16,-1-1 31-16,-2-5 29 0,0-4 1 0,0-5 1 16,-2-5 2-16,-3-1 26 0,0-7-9 15,3-3 9-15,-3-7-7 0,4-4 42 0,1-6-13 16,0-7-32-16,0-4 7 0,0-6-23 16,6-3 17-16,1-6 5 0,3-3-20 0,0-6 39 15,3 0-15-15,1-5-27 0,5-3 1 16,1-3 26-16,5-6-27 0,2-5 2 15,2-3-1-15,2-2 11 0,3-4-13 16,3 3-3-16,2 0-9 0,3 3 11 0,1 5-27 16,5 3 22-16,-4 1 6 0,4 4 1 15,-3-2 1-15,1 1 0 0,-2 4-2 16,4 1 0-16,-2 0 16 0,1 1-16 0,0 5 1 31,2 5-2-31,-2 0 2 0,5 3 20 16,1-2-21-16,1 3 0 0,-2-1 0 15,4 0-13-15,-1 2 11 0,-1 1 4 0,1 1 21 0,1 1-21 16,-2 0-4-16,0 2 2 0,-2 1 0 16,0 1 0-16,-2 1 2 0,0 0-2 15,-1 0 0-15,-5-1 0 0,2 1-12 16,-5-3-9-16,-4 1-20 0,1-1 17 16,-7 1-17-16,-1 0 38 0,-5-1-28 15,-2 1 16-15,-3 2 2 0,-4-1 13 0,-1 0 5 0,-4 2-5 16,2 0-18-16,-4 2 18 0,-2 1 0 15,-1 3-18-15,-2 2-1 0,0 0 19 16,-2 3 9-16,-2 3-6 0,0 0 16 16,0 5-17-16,-6 3 10 0,2 0 4 15,-2 5-14-15,-1-1 10 0,1 7 0 16,-2-3 4-16,2 4-16 16,-2 2 9-16,0 1-21 0,-4 6 12 15,1 3-31-15,-2 5 28 0,-5 2-15 16,-2 5 18-16,1 1 16 0,-2 2-14 15,-1 0 10-15,3-1 10 0,-2-1-19 16,2-1 12-16,0-3 4 0,1-4 3 16,0 1-20-16,0-5-1 0,2-4 2 15,1-5 47-15,5-7-23 0,-1-6 4 0,4-8-6 0,2-6 3 16,1-6-26-16,2-4 0 0,2-7-2 16,0-6-25-16,0-5-9 0,0-4-3 15,6-4-25-15,5 0 35 0,0-4 27 0,3-4 25 16,3-1-6-16,3-1 9 0,0-2-28 0,-3 0-53 15,3-1 9-15,-1-1 7 0,0 3 6 32,1 1 30-32,0 1-27 0,0 1 0 15,-1 1 27-15,1 2 1 0,0 0-20 16,0 3 19-16,3 1 1 0,5 1-1 0,3 0 1 16,2 1 28-16,6 2 75 15,3 1-93-15,3 1-10 0,1 0 0 0,7-1 0 16,4 3 3-16,2 1 0 0,3-1-3 15,2 0 4-15,6 2 2 0,3-2-6 0,4 0 1 0,-1 0 11 16,5-1 1-16,2 0-1 0,4 2-10 16,-1 0-2-16,4 1 12 0,3 1 13 15,1 0-22-15,1 1 16 0,4-1-19 16,2 0-24-16,2-1 24 0,5 3 0 16,4-3-11-16,4 1 11 0,5 2 0 15,2-1 1-15,6 1 0 0,5 1 8 0,0-2-9 0,4 1-2 16,6 0-13-16,3-3 12 0,4 2 3 15,7-1 8-15,2 0-7 0,1-2 11 16,8 2-12-16,-1 0-15 0,4 0 15 16,6 1 15-16,5-1 13 0,3 0 21 15,5 1-18-15,2-1-3 0,3 0-28 16,3 1 2 0,4-3 38-16,-1 3-37 0,4-2 22 0,-2-1-2 15,2 0-23-15,0-1-2 0,-2-2 2 16,0-1 0-16,1-1 19 0,-5-2-7 15,-2-1-24-15,-7 0 12 0,-5 0-68 16,-7 0 40-16,-10 0-15 0,-9 0-22 16,-9-1-62-16,-10-1-6 0,-10 1-35 15,-10-1-28-15,-15-2-15 0,-13 2-113 0,-16-5-185 0,-26 3-260 16,-7-6-571-16</inkml:trace>
  <inkml:trace contextRef="#ctx0" brushRef="#br1" timeOffset="201628.363">21935 6269 1213 0,'0'0'280'0,"0"0"509"16,0 0-479-16,0 0 118 0,0 0-93 0,85 6-24 0,-53-5-65 15,7-1-29-15,6 2-67 0,4-2-51 16,4 3-18-16,5-2 11 0,1-1-42 15,4 4-16-15,3-2 0 0,4 1-33 16,4 0 11-16,4 1 50 0,4-2-39 16,3 1-23-16,3 0-34 0,4-3 18 15,4 0 16-15,6 0 1 0,6 0 11 0,9-6-12 0,8 0 0 16,12-2 15-16,9 0 0 0,5-1 13 16,9 1-28-16,3 1-25 0,3 1 0 15,5 3-21-15,2-1 16 0,4 3 2 16,4 1 12-16,2 0-5 0,0 0-7 15,2 1-3-15,4 5 31 0,5-1 0 16,4 2 18 0,1 3 3-16,4 1-21 0,-2 1-11 15,3 2 1-15,4-2 10 0,1 4 12 16,1-1 6-16,2 3-18 0,-1 1 0 0,-3 2-1 16,0 1 1-16,-3 0 0 0,1 1 19 15,-3 0-19-15,-3-3-20 0,-1 2 20 16,-4-2 0-16,-2-4 19 0,-4-1-16 15,-3-1-3-15,-6-1 0 0,-2-4-31 0,-5-1 30 0,-6-4 0 16,-5-4 1-16,-9 0-28 0,-6 0 16 16,-15-6-13-16,-6 0-30 0,-13-2 5 15,-10-1-34-15,-15 2-31 0,-12-1-45 16,-16 2-22-16,-15-1-74 0,-14 2-196 0,-14 0-333 16,-13 1-546-16</inkml:trace>
  <inkml:trace contextRef="#ctx0" brushRef="#br1" timeOffset="202513.972">23554 6772 1570 0,'0'0'1449'0,"0"0"-1193"0,0 0-104 16,0 0-6-16,0 0 95 0,0 0 45 0,0 0-37 15,0 0-112-15,0 0-54 16,0 0 16-16,7 60-1 16,-4-16-43-16,-2 6 28 0,2 9-22 15,-3 5 4-15,0 4-35 0,0 5-11 16,0 0 13-16,-3 0-31 0,2-2-2 16,-1-8 1-16,2-9-61 0,3-12-71 0,6-9-64 15,5-14 5-15,6-11-88 0,4-8-138 16,-6-2-681-16,13-30-1165 0</inkml:trace>
  <inkml:trace contextRef="#ctx0" brushRef="#br1" timeOffset="202900.32">24311 6828 2760 0,'0'0'1202'0,"0"0"-1000"0,0 0-41 0,-83 58 59 0,51-33-59 15,1 2-42-15,-3 1-11 0,3-2-13 16,3 0-22-16,4 0-43 0,3-1-30 16,7-3-11-16,3-2-19 0,5-3 11 15,6-3-20-15,0-1-10 0,6-1 33 16,8-1 16-16,2 2 21 0,3 3-21 16,2-2-6-16,1 0 6 0,1 1 0 0,0-2 0 15,-4 2-1-15,1-1-2 0,-3 1 3 16,-5 0-16-16,-3 2 16 0,-5-2 16 15,0 5 2-15,-4-1 9 0,-4 1 29 16,-5 3-26-16,-4-3-9 0,-5-1-2 16,-4-1 5-16,0-1-21 0,-4-3-3 0,1-3-39 15,-3-1 0 1,2-5-19-16,3-2-40 0,1-3 15 16,2-1-37-16,4-6-46 0,1-5-88 15,5 0-56-15,2-4-134 0,7 1-213 16,1-1-465-16,0 3-364 0,11-5 1485 0</inkml:trace>
  <inkml:trace contextRef="#ctx0" brushRef="#br1" timeOffset="203128.66">24336 7331 1558 0,'0'0'1688'0,"0"0"-1383"0,0 0-191 0,0 0 63 0,-10 69 30 15,7-42 53-15,0 3-25 0,-1 4-53 16,-1 3-74-16,0-4-44 0,2 1-21 16,0 0-14-16,0-3-29 0,3-3-12 15,0-3-43-15,0-4-77 0,0-4-80 16,8-7-104-16,0-4-92 0,5-6-268 0,-3-6-715 31,5-17-286-31</inkml:trace>
  <inkml:trace contextRef="#ctx0" brushRef="#br1" timeOffset="203454.518">24672 7252 1254 0,'0'0'2345'16,"0"0"-2058"-16,-30 101-79 0,20-55 153 16,-2 5-19-16,4-2-57 0,3-4-90 0,5-7-107 0,0-4-88 15,10-8-1-15,3-5 1 0,2-5-18 16,2-4 2-16,0-9-32 0,6-3-1 15,0-5 12-15,2-10 1 0,-2-3-28 16,2-4-13-16,-4-1-36 0,1-3 9 16,-6 0 3-16,1 2 5 0,-6 3 16 15,0 2 18-15,-5 5 31 16,-6 7 31-16,0 0 53 0,-3 7 39 16,-8 0 13-16,-3 2 0 0,-6 8-23 15,-5 2 13-15,-4 6-3 0,-1 2-10 16,-1 4-33-16,0-2 9 0,0-3-21 15,3-2-19-15,3-3-18 0,2-5-1 16,5-2-90-16,2-6-83 0,2-1-56 16,0-4-115-16,6-6-293 0,1 0-802 0</inkml:trace>
  <inkml:trace contextRef="#ctx0" brushRef="#br1" timeOffset="203686.261">25211 6840 1638 0,'0'0'1876'0,"0"0"-1531"0,0 0-75 0,0 0 23 0,1 86-19 15,-1-53-40-15,0 5-42 0,0 1-67 16,0 6-58-16,0 2-18 0,0 4-25 16,0 6-22-16,0 6-2 0,0 1-22 15,0 4 7 1,0-2-19-16,0-4-127 0,0-3-50 0,0-9 12 15,0-7-23-15,0-5-70 16,2-8-185-16,-1-8-513 0,-1-6-596 0,2-11 801 16</inkml:trace>
  <inkml:trace contextRef="#ctx0" brushRef="#br1" timeOffset="203891.933">25541 7256 1778 0,'0'0'2042'0,"0"0"-1696"0,0 0-110 0,0 0 134 15,0 0-57 1,84 36-94-16,-66-31-104 0,1-3-78 16,3-2-37-16,-2 0-34 0,-3 0-81 15,0-7-101-15,-3 3-75 0,-6 4-110 0,-1-2-339 0,-7 2-992 0</inkml:trace>
  <inkml:trace contextRef="#ctx0" brushRef="#br1" timeOffset="204055.573">25510 7564 2327 0,'0'0'1446'0,"0"0"-1220"0,0 0-87 0,0 0 134 0,0 0-16 16,0 0 16-16,0 0-32 0,96-5-116 15,-71-2-79-15,-2-1-46 0,-1 2-122 16,4 4-138-16,5 2-105 0,5 2-63 15,-8 4-313-15,20 3-2433 0</inkml:trace>
  <inkml:trace contextRef="#ctx0" brushRef="#br1" timeOffset="204718.477">26432 6888 1167 0,'0'0'205'15,"0"0"878"-15,0 0-731 0,0 0-70 0,0 0 34 0,0 0 20 0,0 0-21 32,0 0-84-32,0 0-54 0,-21 76-13 15,15-41 17-15,0 8-25 0,1 6-15 16,-1 3-31-16,1 5-22 0,-4 1-18 16,2 0-6-16,-2-2-13 0,2-1-20 15,-1-4-31-15,3-8-13 0,2-7-14 0,2-5-31 16,1-6-48-16,0-4 6 0,0-8-41 15,3-4 4-15,3-5-29 0,0-3-34 16,3-1-51-16,3 0-7 0,1-7-108 16,1-4-187-16,0-3-252 0,2-5-595 0,-5 3 686 15,7-15 554-15</inkml:trace>
  <inkml:trace contextRef="#ctx0" brushRef="#br1" timeOffset="205124.544">26842 7011 2254 0,'0'0'397'0,"0"0"-207"15,0 0 64-15,0 0 49 0,0 0 14 0,-54 94-44 16,42-57-53-16,2 7-43 0,1 5-40 15,4 2-2-15,-4 5-5 0,6-1-48 16,-1-2-20-16,2-6-32 0,2-4-30 16,0-9-47-16,3-9 45 0,5-8 1 0,1-8-20 15,3-5-10-15,2-4-6 0,-1-3 13 16,1-5 21-16,1-10-16 0,-2-1-14 16,0-3-1-16,-3-2-25 0,-1 0 4 15,-1 4-10-15,-3 3 28 0,-4 0 37 16,-1 7 22-16,-3 2 6 0,-9 5-6 15,-1 1-4-15,-5 2-17 16,-1 0 33-16,-1 2 13 0,0 5-17 16,1 1 1-16,-1 2-12 0,3 3-16 15,0-2-3-15,2-1-22 0,2-1 1 16,3-2-10-16,3-1-105 0,1-2-106 16,3-3-115-16,3-1-224 0,0 0-610 15,0 0-665-15,0-6 1768 0</inkml:trace>
  <inkml:trace contextRef="#ctx0" brushRef="#br1" timeOffset="205303.811">27292 7015 271 0,'0'0'2584'0,"0"0"-2155"16,0 0-124-16,0 0 102 0,5 74-48 0,-10-39-40 15,-1 0-107-15,-2 1-81 0,2 1-49 0,-1-1-82 16,2 0-49-16,0 2-86 0,0-1-73 15,-1 1-79-15,0 1-170 0,-2-9-622 16,-2 12-934-16</inkml:trace>
  <inkml:trace contextRef="#ctx0" brushRef="#br1" timeOffset="205473.036">27165 7788 1007 0,'0'0'1870'0,"0"0"-1426"16,0 0-250-16,0 0 41 0,0 0 63 15,0 0 15-15,0 0-44 0,0 0-94 16,0 0-117-16,0 0-55 0,20 55-3 16,-14-51-67-16,3-1-65 0,1 1-94 0,-1 1-100 0,1 0-270 15,-3-2-879-15</inkml:trace>
  <inkml:trace contextRef="#ctx0" brushRef="#br1" timeOffset="205704.928">27916 7427 1281 0,'0'0'3368'0,"0"0"-2847"0,0 0-494 0,0 0-27 0,0 0 0 15,0 0 3-15,0 0 28 0,78 23-31 16,-61-23-37-16,1 0-97 0,2 0-56 16,-4-1-108-16,-4-1-306 0,-3 1-739 0,-9 1-982 15</inkml:trace>
  <inkml:trace contextRef="#ctx0" brushRef="#br1" timeOffset="205858.156">27838 7684 2289 0,'0'0'1660'0,"0"0"-1356"15,0 0-292-15,0 0 7 0,0 0 93 16,0 0 12-16,0 0 70 0,84 43-16 16,-53-46-178-16,1-6-43 0,3 1-163 15,-3-2-181 1,-8 4-693-16,2-3-1587 0</inkml:trace>
  <inkml:trace contextRef="#ctx0" brushRef="#br1" timeOffset="206706.74">28887 7213 2001 0,'0'0'376'0,"0"0"-189"0,0 0 16 15,0 0 19-15,0 0 107 0,-48 78-14 16,37-44-41-16,3 7-57 0,-4 6-67 16,4 7-42-16,-4 1-30 0,-2 4-19 15,1 3-22-15,-5 1-13 0,4-4-2 16,4-5-22-16,0-7-3 0,5-7-16 0,4-8-79 15,1-7-79-15,0-4-26 0,6-8-39 0,7-9-77 16,0-4-217-16,8-19-274 0,-5 2-738 16,12-30 1225-16</inkml:trace>
  <inkml:trace contextRef="#ctx0" brushRef="#br1" timeOffset="207038.25">29305 7238 2126 0,'0'0'1439'0,"-33"66"-1145"0,16-23-150 16,-5 9 7-16,-3 9 135 0,1 5 69 15,3 0-89-15,2-4-80 0,7-3-95 0,8-4-67 16,4-9-24-16,2-7-28 0,11-7-26 16,5-10 2-16,5-5-3 0,5-11-18 0,-1-6 21 15,4-1 0-15,-3-10 3 0,1-5 15 0,-4-4 19 16,-3-1-9-16,-2-2-26 0,-3 1 7 15,-6-3 16-15,-1 3 27 0,-6 3 25 16,-4 1 3-16,0 6-27 0,-8 3 14 16,-6 1-13-16,-6 4 14 0,-2 1-16 0,-6 3 0 15,1 0 0-15,0 0 14 0,1 5-3 16,3 2-11-16,4 3-18 0,2-1-19 16,5-2-24-16,3 2-59 0,6-2-53 15,-1-1-119-15,4 1-183 0,0-1-287 16,2-1-716-16,5-4 168 0</inkml:trace>
  <inkml:trace contextRef="#ctx0" brushRef="#br1" timeOffset="207207.795">29617 7684 2024 0,'0'0'1686'0,"0"0"-1315"0,0 0-196 0,0 0-4 16,0 0 33-16,0 0-23 0,0 0-74 15,0 0-107-15,0 0-82 0,0 0-149 16,0 0-85-16,19 0-201 0,-11-4-759 16,-2 2-1198-16</inkml:trace>
  <inkml:trace contextRef="#ctx0" brushRef="#br1" timeOffset="207524.805">30066 7294 352 0,'0'0'2490'0,"0"0"-1838"15,-4 78-443-15,0-42-114 0,-4 12 78 16,-1 5 156-16,-3 1-51 0,-3 1-59 16,0 1-106-16,1-2-58 15,0-3-55-15,6-2-6 0,-3-6-34 16,4-3-42-16,5-4-63 0,2-8-71 16,0-6-88-16,5-8-158 0,7-7-242 15,-2-7-530-15,-1-7-283 0,3-18 1491 0</inkml:trace>
  <inkml:trace contextRef="#ctx0" brushRef="#br1" timeOffset="207846.921">30458 7386 355 0,'0'0'2987'0,"0"0"-2604"0,-8 69-235 0,-1-39-13 0,0 2 57 15,1 0 22-15,0-3-96 0,2-1-69 16,0-6-49-16,4-3-21 0,2-5-41 0,0-1-40 16,8-3-38-16,4-5 3 0,4-2 39 15,7-3 32-15,0 0 22 0,5 0 22 16,-3 0-9-16,2 4 5 0,-3 1 23 16,-1 4 0-1,-3 3 3-15,-4 0 57 0,-2 5 59 16,-3 1 16-16,-7-1-10 0,-3 4-1 0,-1 1-6 15,-1 1-26-15,-9 0-2 0,-4-1-1 16,-5-1-13-16,-1-1-23 0,-3-4-8 16,-3-2-42-16,2-3-3 0,1-9-76 15,0-2-100-15,0-6-80 0,4-9-116 16,-1-7-158-16,4-7-708 0,4 6-870 0</inkml:trace>
  <inkml:trace contextRef="#ctx0" brushRef="#br1" timeOffset="208009.606">30593 7432 1797 0,'0'0'2126'0,"0"0"-1884"31,0 0-186-31,0 0 149 0,0 0-11 16,0 0 0-16,0 0-44 0,84-1-150 0,-64-5 0 16,2 1-193-16,4-2-109 0,-1 2-175 15,-7 3-658-15,6-3-1259 0</inkml:trace>
  <inkml:trace contextRef="#ctx0" brushRef="#br1" timeOffset="208548.61">31381 7765 2387 0,'0'0'1179'0,"0"0"-939"0,0 0-218 0,0 0-20 16,0 0 93-16,0 0-8 0,0 0-87 15,0 0-31-15,0 0-94 0,0 0-65 16,23 14-108-16,-16-8-214 0,8-3-879 0</inkml:trace>
  <inkml:trace contextRef="#ctx0" brushRef="#br1" timeOffset="208917.525">32039 7613 1353 0,'0'0'1897'0,"0"0"-1664"0,0 0-233 0,0 0-115 31,0 0 48-31,0 0 29 0,0 0-103 15,0 0-321-15,0 0-916 0,0 0 96 0,0 0 1282 16</inkml:trace>
  <inkml:trace contextRef="#ctx0" brushRef="#br1" timeOffset="209065.527">32349 7629 205 0,'0'0'2312'15,"0"0"-1939"-15,0 0-212 0,0 0 56 16,0 0 126-16,79 6-18 0,-63-6-105 15,4 0-73-15,-1 0-97 16,-1 0-50-16,2 0-112 0,0 0-148 0,-6 0-121 0,-2 0-331 16,-4 1-1450-16</inkml:trace>
  <inkml:trace contextRef="#ctx0" brushRef="#br1" timeOffset="209840.563">27455 8807 1646 0,'0'0'684'0,"0"0"-36"0,0 0-325 0,0 0-62 15,0 0 48-15,0 0-45 0,0 0-98 32,0 0-89-32,87 9-77 0,-72-8-86 15,1 1-119-15,1 0-101 0,1-2-173 0,-4 0-538 16,8 0-714-16</inkml:trace>
  <inkml:trace contextRef="#ctx0" brushRef="#br1" timeOffset="210101.745">28360 8856 847 0,'0'0'1886'0,"0"0"-1620"0,0 0-118 15,0 0 107-15,0 0 68 0,0 0 5 16,0 0-69-16,0 0-119 0,0 0-97 16,0 0-43-16,0 0-9 0,0 0-103 0,78 65-103 15,-67-65-105-15,-3 0-216 0,0 0-764 0</inkml:trace>
  <inkml:trace contextRef="#ctx0" brushRef="#br1" timeOffset="210629.971">28919 8592 680 0,'0'0'1918'0,"0"0"-1538"0,0 0-31 0,0 0-57 16,7 74 48-16,-7-39 5 0,-2 7-45 15,-6 1-72-15,2 3-69 0,1-2-28 16,-2 2-27-16,2-5 2 0,2-1-39 0,0-2-19 16,1-5-48-16,2-4-3 0,0-6-28 0,2-5-84 15,4-5-34-15,6-6-47 0,2-3-62 16,5-4-131-16,0-4-283 0,4-7-592 16,-6-2-572-16,3-8 1302 0</inkml:trace>
  <inkml:trace contextRef="#ctx0" brushRef="#br1" timeOffset="210887.763">29292 9044 1524 0,'0'0'1823'15,"0"0"-1579"-15,0 0-130 0,0 0 100 16,6 78 153-16,-1-68-54 0,2-4-119 16,3-6-114-16,5 0 5 0,4-9 25 15,6-6-40-15,4-8-70 0,2-8-75 0,4-4-23 16,-2-1-30-16,-3 0-1 0,1 2 49 0,-5 3 15 15,-2 5-3-15,-6 2 9 0,-4 4 16 16,-6 6 43-16,-6 3 12 0,-2 4 81 16,-10 2-22-16,-7 2-9 0,-6 1-62 15,-4 2-6-15,-4 2-41 0,-5 6 10 16,1 5 12-16,-1 2-18 0,-3 4-50 0,2 2-62 16,-3 1-140-16,1 1-214 15,8-6-600-15,-14 8-880 0</inkml:trace>
  <inkml:trace contextRef="#ctx0" brushRef="#br1" timeOffset="212031.384">29911 9280 635 0,'0'0'1681'16,"0"0"-1174"-16,0 0-231 0,0 0-78 16,0 0 60-16,0 0 73 0,0 0-79 15,0 0-100-15,0 0-130 0,0 0-22 16,0 0-44-16,-25 40-114 0,20-28-123 0,0-1-238 15,1-3-645-15,-4 4-861 0</inkml:trace>
  <inkml:trace contextRef="#ctx0" brushRef="#br1" timeOffset="212885.579">30269 9057 1471 0,'0'0'494'0,"0"0"195"0,0 0-393 15,0 0-187-15,0 0 54 0,0 0 80 16,0 0-41 0,0 0-79-16,0 0-72 0,0 0-51 15,42-7-63-15,-29 0-181 0,-1 1-195 16,-3 1-341-16,3-3-856 0</inkml:trace>
  <inkml:trace contextRef="#ctx0" brushRef="#br1" timeOffset="213030.776">30626 9016 1273 0,'0'0'729'16,"0"0"-214"-16,0 0-460 0,0 0-55 15,0 0-46-15,0 0-51 0,0 0-178 0,0 0-241 16,0 0-598-16,0 0 856 15,0 0 95-15</inkml:trace>
  <inkml:trace contextRef="#ctx0" brushRef="#br1" timeOffset="213170.278">30880 8951 902 0,'0'0'235'16,"0"0"805"-16,0 0-807 0,0 0-81 0,0 0 106 16,0 0 82-16,0 0-44 0,0 0-27 15,0 0-89-15,81 14-99 0,-68-14-81 16,0 0-22-16,1 0-128 0,0 0-75 15,1 0-124-15,-4 0-332 0,-1-5-1245 0</inkml:trace>
  <inkml:trace contextRef="#ctx0" brushRef="#br1" timeOffset="213733.803">31427 8649 871 0,'0'0'2043'0,"0"0"-1691"16,0 0-202-16,0 0 12 0,0 0 144 15,0 0 11-15,0 0-115 0,0 0-106 16,-49 86-81-16,35-61 19 0,3 2 3 0,1 0-15 0,2-3-22 16,5 0-9-16,1-4 6 0,2 1-10 15,0-3 1-15,9 0-7 0,-1-3 1 16,3 2 8-16,1 1 8 0,-1-1 2 16,0-2 0-16,1 2 0 0,-1 1 15 15,-3 0 13-15,1 1 34 0,-6-2-13 16,0-1-15-16,-3 1 12 15,0-3 6-15,-3 0 25 0,-4-2-10 16,-3 0-30-16,1-1-11 0,-5-5-26 16,0 0-85-16,-3-2-56 0,0-4-50 15,-1 0-88-15,0-1-56 0,-3-7-214 16,5 2-633-16,-7-7-670 0</inkml:trace>
  <inkml:trace contextRef="#ctx0" brushRef="#br1" timeOffset="213887.422">31401 8926 1971 0,'0'0'1613'0,"0"0"-1269"0,0 0-275 15,0 0 29-15,0 0 45 0,0 0-37 16,0 0-81 0,86-26-25-16,-65 21-159 0,1 1-129 15,-5 0-190-15,11-3-789 0</inkml:trace>
  <inkml:trace contextRef="#ctx0" brushRef="#br1" timeOffset="214056.506">31853 9238 1911 0,'0'0'1655'15,"0"0"-1317"-15,0 0-338 0,0 0-66 0,-59 68 66 16,48-54 50-16,-1-2-50 0,2 0-77 15,1 0-229-15,2-1-247 0,1-4-889 16</inkml:trace>
  <inkml:trace contextRef="#ctx0" brushRef="#br1" timeOffset="214652.238">32475 9001 1565 0,'0'0'1551'0,"0"0"-1359"16,0 0-192-16,0 0-77 0,0 0 74 15,0 0-10-15,0 0-89 0,0 0-155 16,0 0-282-16,0 0-914 0</inkml:trace>
  <inkml:trace contextRef="#ctx0" brushRef="#br1" timeOffset="-214644.479">32698 8982 408 0,'0'0'1068'15,"0"0"-343"-15,0 0-495 0,0 0-140 0,0 0-9 0,0 0-10 0,0 0-52 16,0 0-18-16,0 0-1 0,82 2 0 15,-68 2-2-15,2-3-30 0,2 2-20 16,-2-2-6-16,4-1-75 0,-2 0-103 16,0-4-111-16,2-1-271 0,-3-5-394 15,-3 2 882-15,0-5 57 0</inkml:trace>
  <inkml:trace contextRef="#ctx0" brushRef="#br1" timeOffset="-214522.023">33132 8921 1501 0,'0'0'1835'16,"0"0"-1517"-16,0 0-217 0,0 0 78 16,0 0 132-16,0 0-29 0,0 0-254 15,0 0-28-15,0 0-217 0,0 0-7 0,0 0-101 16,39-26-377-16,-28 19-1001 0</inkml:trace>
  <inkml:trace contextRef="#ctx0" brushRef="#br1" timeOffset="-214259.247">33362 8671 2811 0,'0'0'455'0,"0"0"-248"0,0 0 46 0,0 0 119 16,-10 79-14-16,10-48-115 0,0 4-101 15,0 5-41-15,2-1 12 0,2 7 18 16,-1-2-39-16,-2 3-59 0,-1 2-33 16,0 2-6-16,-3 0-85 0,-2 1-95 15,-3-2-53-15,2-3-107 0,0-4-238 16,0-4-671-16,3-12-861 0,-5 4 1953 0</inkml:trace>
  <inkml:trace contextRef="#ctx0" brushRef="#br1" timeOffset="-210082.607">25554 10138 545 0,'0'0'211'15,"0"0"1218"-15,0 0-1109 0,0 0-36 16,0 0 17-16,0 0-10 0,0 0-31 16,-81 6 11-16,74-5-13 0,3 0-50 15,2 2-53-15,2-3-59 0,0 2-47 0,11 1-9 16,2 0 21-16,8 4 38 0,4-2 20 16,2 0-85-1,0-4-10-15,3-1-21 0,-1-1 0 0,0-9-3 16,0 2-95-16,-3-3-64 15,2-1-66-15,-6 5-59 0,-2 0-231 0,-6 3-576 0,-10 4-788 0</inkml:trace>
  <inkml:trace contextRef="#ctx0" brushRef="#br1" timeOffset="-209895.565">25574 10403 684 0,'0'0'2237'15,"0"0"-1894"-15,0 0-340 0,0 0 80 0,0 0 92 16,0 0 62-16,0 0-26 0,85-4-126 16,-60-2-41-16,4-4-28 0,1 1-16 0,2-3-148 15,1 0-72-15,1 1-119 0,-8 4-308 16,7-5-1079-16</inkml:trace>
  <inkml:trace contextRef="#ctx0" brushRef="#br1" timeOffset="-207344.641">26680 9807 49 0,'0'0'1414'15,"0"0"-913"-15,0 0-274 0,0 0-17 0,0 0 7 16,0 0 21-16,0 0 3 0,0 0-37 0,0 0-38 15,0 0-36-15,0 0-20 0,4-43-18 16,-4 43-1-16,0 0-6 0,0 0-3 16,0 0-13-16,0 1-13 0,0 3-18 15,0 1-10-15,0 0-3 0,0 4-10 0,0 3-12 16,-3 2 10-16,0 4-1 0,-3 1-11 16,1 5 2-1,-1-2-3-15,-3 2-3 0,1-1-15 0,0 2 5 16,1 0-21-16,-1-1 3 0,3-2 6 15,1-2-10-15,2-4 14 0,2 1-11 16,0-3 30-16,3 0 1 0,5-1 0 16,4-1 1-16,-1-1-22 0,4 0 21 15,-2-4 1-15,-1 3 0 0,2-1 2 16,-1 1 2-16,-1-1-3 0,-4 2 1 0,1 0 29 0,1 1 34 16,-3 2-49-16,-2 0 25 0,-2 0 5 15,0 3-9-15,-3 1-18 0,0-4 15 16,0 2-32-16,0-2 32 0,-5-3 0 15,1 1 1-15,-1-2-5 0,-3-1 14 16,-1 0 17-16,1-2-21 0,0 0-21 16,-4-2-4-1,1 1 7-15,3-4-22 0,-7 1-9 0,4-2-53 16,-4-1-24-16,-1 0 2 0,2 0-12 16,0-4-3-16,-1-2-54 0,2-2-20 15,5-5-63-15,-2-2-56 0,5-5-152 16,-1-2-242-16,5 3-547 0,0-16 210 0</inkml:trace>
  <inkml:trace contextRef="#ctx0" brushRef="#br1" timeOffset="-207144.175">26683 9984 1467 0,'0'0'1139'15,"0"0"-923"-15,0 0-91 0,0 0 10 0,0 0 127 16,0 0 87-1,0 0-63-15,0 0-57 0,0 0-80 16,0 0-62-16,0 0-31 0,93-37-19 16,-76 37-37-16,3 0 0 0,-3 0-24 15,3 0-16-15,-3 0-93 0,2 0-101 0,1 0-36 16,0 0-78-16,-4 0-269 16,3-3-641-16</inkml:trace>
  <inkml:trace contextRef="#ctx0" brushRef="#br1" timeOffset="-206442.711">27109 9592 881 0,'0'0'1419'0,"0"0"-1264"0,0 0-55 16,0 0 36-16,0 0 34 0,0 0 62 15,79-8 10-15,-66 8-48 0,-1 0-74 16,-1 0-56-1,-2 0-15-15,-1 1-49 0,0 4-19 16,-5-1 17-16,0 3 1 0,-3 0-24 16,0 4 25-16,0 1 24 0,-8 1 7 15,0 0 1-15,-2 4-19 0,0-5-10 16,-2-2 19-16,3 0 0 0,2-4-22 16,1 1 0-16,3-2-2 0,3 0-27 15,0 2 29-15,0 0 21 0,3-3 17 0,3 4-10 0,1-1-6 16,2 0 25-16,3 0-28 0,-4-4 9 15,3 3-15-15,-2-1 13 0,-1-1 18 16,0-2-10-16,1 3-6 0,-3 0-9 16,-2 0 3-16,-1-1-7 0,-2 5-14 15,-1-2-1-15,0 0 0 0,0 4 0 16,-3-3 18-16,-2 3 10 0,-4 1 0 0,0 0-13 0,-2-3-11 16,-2 1-4-16,0-1-23 0,-3-3-11 15,2 0-38-15,-3 1-22 0,0-2-54 16,-3 2-53-16,-1-1-55 0,-2 0-124 0,-3 2-289 15,4 0-586-15,-12 2 58 0</inkml:trace>
  <inkml:trace contextRef="#ctx0" brushRef="#br1" timeOffset="-205371.308">27560 10253 114 0,'0'0'2838'0,"0"0"-2339"0,0 0-258 0,0 0-106 16,0 0 57-16,0 0 133 0,0 0-19 16,0 0-100-16,0 0-105 0,0 0-58 15,0 0-24-15,2-2-19 0,-2 2-21 16,0 0-46-16,0 0-93 0,0 0-86 16,0 0-61-16,2 0-133 0,0 0-317 15,-2 2-909-15,-6-2 311 0</inkml:trace>
  <inkml:trace contextRef="#ctx0" brushRef="#br1" timeOffset="-203481.605">28139 10104 851 0,'0'0'46'0,"0"0"738"0,0 0-436 0,0 0-128 16,0 0 7-16,0 0 47 0,0 0-14 16,0 0-10-16,0 0-62 0,-9-71-68 15,13 62-41 1,0 0 0-16,0 0 3 0,4 0-9 15,-3 0-36-15,3 3-11 0,-1 0-26 0,0 5-21 16,0 1 14-16,3 0 7 0,2 3 44 16,-1 6-25-16,4 3-17 0,-5 1 20 15,-1 6-20-15,0 0 29 0,-3 3-14 16,-3-1 8-16,2 0-25 0,-4 2-35 0,0-3-66 16,-1 2-34-16,0-2-10 0,0 3-61 15,0-1-97-15,-2-7-285 0,-6 11-734 0</inkml:trace>
  <inkml:trace contextRef="#ctx0" brushRef="#br1" timeOffset="-203334.397">28242 10444 460 0,'0'0'1352'0,"0"0"-373"0,0 0-787 16,0 0-92-16,0 0 63 0,0 0 57 15,0 0-5-15,0 0-139 0,0 0-76 16,0 0-108-16,1 24-79 0,7-21-122 0,-5 2-224 15,3 0-751-15</inkml:trace>
  <inkml:trace contextRef="#ctx0" brushRef="#br1" timeOffset="-202933.612">28281 10851 111 0,'0'0'2262'0,"0"0"-1858"16,0 0-269-16,0 0-90 0,0 0 51 16,0 0 128-16,0 0 8 0,21 89-93 0,-18-59-63 0,2 0-16 15,1 1-9-15,-3-3 8 0,0-4-18 16,2 0-41-16,-1-8-3 0,1-4-54 15,0-4 7-15,4-4-19 0,-1-4-80 16,1 0-102-16,1-8-103 0,-3 0-242 0,1-12-788 16</inkml:trace>
  <inkml:trace contextRef="#ctx0" brushRef="#br1" timeOffset="-202763.978">28347 10851 117 0,'0'0'1480'0,"0"0"-376"0,0 0-931 0,-87 52-9 15,59-31 66-15,-3-1 25 0,4 0-59 16,3-3-57 0,2-5-119-16,7-2-20 0,4-4-123 0,4-5-92 15,4-1-24-15,3 0-84 0,0-9-273 16,6-3-606-16,5-7 167 0,-2 5 986 16,9-10-47-16</inkml:trace>
  <inkml:trace contextRef="#ctx0" brushRef="#br1" timeOffset="-202648.184">28271 10847 745 0,'0'0'136'15,"0"0"901"-15,0 0-625 0,0 0-63 0,0 0-2 0,0 0-24 16,85 23-75-16,-71-17-30 0,2 0-68 16,-2 1-84-16,5-3-66 0,-1 0-14 15,3-1-112-15,0 0-101 0,1 1-87 0,1 1-169 16,-6-1-234-16,-3 8-920 0</inkml:trace>
  <inkml:trace contextRef="#ctx0" brushRef="#br1" timeOffset="-202263.212">28096 11576 378 0,'0'0'2162'0,"0"0"-1814"0,0 0-178 0,0 0 3 0,0 0 44 15,0 0-2-15,-42 71-16 0,37-46-49 16,0 3-64-16,1-3-55 0,4-4-31 16,0-1-10-16,0-3-9 0,3-5-12 15,3-1 2-15,2-2-40 0,1-6-66 16,5-1-58-16,-1-2-73 0,5-6-179 16,1-8-378-16,-7 1-665 0</inkml:trace>
  <inkml:trace contextRef="#ctx0" brushRef="#br1" timeOffset="-201994.201">28360 11622 1444 0,'0'0'627'0,"0"0"-61"0,0 0-347 16,30 75-36-16,-21-46 82 0,-2-4 107 15,2-1-104-15,-2-7-86 0,0-6-82 0,6-6-56 16,-1-4-13-16,2-1-28 0,5-9-3 16,-1-4-11-16,1-6-35 0,1-4-7 15,-4 0-31 1,-3-2 30-16,-3 2-25 0,-2 4 35 15,-1 1 19-15,-4 6 23 0,-3 4 2 16,0 1 11-16,-7 5 21 0,-4 2-32 0,-5 0-13 16,-4 0-15-16,-3 11-13 0,0 2 16 15,1 5 6-15,1 4-6 0,2-1 22 16,3 0-19-16,2-2-10 0,5-5-44 16,4 1-120-16,0-4-129 0,2-1-231 0,3-1-526 0,-1-1-413 15</inkml:trace>
  <inkml:trace contextRef="#ctx0" brushRef="#br1" timeOffset="-201431.101">28748 11639 362 0,'0'0'1618'0,"0"0"-1100"0,0 0-186 0,0 0-129 16,0 0-15-16,0 0 128 0,0 0-23 15,21 83-59-15,-13-41-85 0,1 8-43 16,-3 5-41-16,2 2 25 0,-1 1 15 16,1 1-12-16,-2-3-19 0,1-2-22 0,-1-2-34 15,3-6 0-15,-5-4-18 0,0-7-13 16,1-6-33-16,-1-8-21 0,1-4-23 15,-3-4-45-15,0-5-36 0,-1-5-69 16,2-3-100-16,-3-1-277 0,0-11-376 16,0-1-199-16</inkml:trace>
  <inkml:trace contextRef="#ctx0" brushRef="#br1" timeOffset="-201193.943">28792 11710 1024 0,'0'0'146'0,"0"0"982"0,0 0-789 15,20-69-43-15,-9 56 31 0,-3 3-31 16,4 2-56-16,-1-1-36 0,0 6-19 16,0-2-38-16,0 1-45 0,0 2-25 0,1 2-15 15,-3 0 3-15,-2 2-22 0,2 5-15 16,-5 3-1-16,-1 3 13 0,-3 5-40 16,0 4-45-16,-1 3-47 0,-8 5-47 0,-1 0-38 15,-2-1-38-15,0-1-27 16,0-3-80-16,0-4-76 0,1-4-90 15,2-9-1-15,3-4-14 0,1-4-67 0,1-2-426 0,1-18 996 0</inkml:trace>
  <inkml:trace contextRef="#ctx0" brushRef="#br1" timeOffset="-200946.557">29194 11596 1653 0,'0'0'1048'15,"0"0"-650"-15,0 0-194 16,0 0 32-16,0 0 102 0,0 0 0 15,29 69-67-15,-29-55-80 0,2 2-108 16,-1-3-55-16,1 0-28 0,1-1-14 16,-3 1-20-16,2-1-9 0,-2 1-34 15,2-1-21-15,-1-5-14 0,1-3 16 16,-1-1 18-16,1-3 28 0,3-3 38 16,1-7 12-16,1-5 22 0,4-3 18 0,1-2-15 0,0-2-25 15,1 2-34-15,0 0-56 0,-1 4-62 16,0 4-99-16,-2 2-193 0,-1 1-182 15,0-1-528-15</inkml:trace>
  <inkml:trace contextRef="#ctx0" brushRef="#br1" timeOffset="-200730.644">29264 11408 39 0,'0'0'1366'15,"0"0"-98"-15,0 0-1088 0,0 0-61 16,0 0 137-16,0 0-27 0,0 0-96 16,0 0-66-16,0 0-58 0,0 0-9 0,85-62-88 15,-77 55-202-15,1 2-177 0,-5 2-534 16,-2 3-577-16</inkml:trace>
  <inkml:trace contextRef="#ctx0" brushRef="#br1" timeOffset="-200160.922">29504 11542 349 0,'0'0'153'0,"0"0"1083"0,0 0-707 0,0 0-222 16,0 0-4-16,0 0 14 0,25 75-50 16,-22-67-99-16,0-1-95 0,-1-2-54 15,3 1-19-15,-1-6-1 0,2 0-27 16,-1 0-26-16,4 0-82 0,2 0 34 16,0-6 38-16,2 0 29 0,1-1-5 15,-1 1 40-15,0 0 1 0,-1 2 15 16,-1 4 6-16,-1 0 80 0,-3 0 16 0,1 0 2 15,-2 4 9-15,-1 1 16 0,1 0 0 16,-2 2-60-16,1-2-51 0,0 0-18 16,1-1-16-16,4-1-1 0,0-1-21 15,4 0 19 1,3-1 1-16,-1 1 2 0,5-2 49 0,1 0-46 16,1 0-2-16,1-3 0 0,1-4-1 15,-1 1-47-15,-1-2 19 0,-2-1 26 16,-4 1-73-16,-3-3-39 0,-2 3 17 0,-4-1 15 15,0 1 38-15,-2 2 42 0,-2 1 2 16,-4 2 28-16,0 0 25 0,0 3 32 16,0 0 16-16,-4 3 53 0,-4 5-36 0,-1 4-115 15,-5 4-2-15,3 5 39 0,-3 3 0 16,2 2-6-16,4-1 16 0,3-5-13 16,0-3-37-16,5-5 0 0,0-5-34 15,8-1 0-15,5-4 15 0,5-1 1 16,5-1-13-16,5 0-6 0,3-5 37 15,4-3-22-15,0-1-16 0,1-2-121 0,-2 0 86 0,-2-1-191 16,-2 2 11-16,-2-4-296 0,-8 4-499 16,4-8-553-16</inkml:trace>
  <inkml:trace contextRef="#ctx0" brushRef="#br1" timeOffset="-199928.725">30390 10956 1516 0,'0'0'1540'16,"0"0"-1201"-16,0 0-282 0,0 0-3 15,0 0 212-15,9 81 139 0,-4-35-73 0,1 8-94 16,5 6-48-16,0 0 5 0,5 1-15 16,2-7-49-16,-1 0-61 0,0-8-49 0,3-6-21 15,-3-5 0-15,1-7-28 0,-1-6-69 16,-2-5-27-16,0-7-26 0,-3-3 10 0,-3-6 2 15,-2-1-46-15,-7 0-85 0,0-7-84 16,-3 0-97-16,-7-3-191 0,1-1-517 16,-15-4-230-16</inkml:trace>
  <inkml:trace contextRef="#ctx0" brushRef="#br1" timeOffset="-199775.116">30329 11445 921 0,'0'0'211'0,"0"0"1309"0,0 0-1028 16,0 0-110-16,0 0 31 0,76 2-46 15,-46 1-89-15,4-3-65 0,-1 0-78 16,2 0-56-16,-1-1-21 0,-3-5-58 16,0-4-12-16,-3-2-122 0,-4-1-87 0,-1 0-67 0,-3 0-83 15,-6 3-337-15,6-5-1031 0</inkml:trace>
  <inkml:trace contextRef="#ctx0" brushRef="#br1" timeOffset="-199505.903">31020 11433 1072 0,'0'0'1789'16,"0"0"-1067"-16,3 76-432 0,-4-50-50 0,-2-2 92 16,2-2-48-16,-1-9-45 0,1-2-52 15,1-8-105-15,3-3-64 0,5 0-18 16,7-8-3-16,5-9-18 0,4-4-10 16,5-11-20-16,-1-2-26 0,0-3-36 15,-5 3-9-15,-4 3 17 0,-5 6 53 16,-5 6 18-16,-4 6 34 0,-5 5 3 0,-5 4 50 0,-6 4-10 15,-8 4-10-15,-5 10-11 0,-3 3-22 16,0 6-9-16,-2 3 9 0,2 2 15 16,4-1 0-16,5-4-15 0,3-2-55 0,4-7-120 15,7-2-79-15,0-4-219 0,3-3-549 16,1-5-847-16</inkml:trace>
  <inkml:trace contextRef="#ctx0" brushRef="#br1" timeOffset="-199174.081">31722 10928 2353 0,'0'0'1682'16,"0"0"-1456"-16,0 0-224 0,-26 66-2 16,7-34 137-16,-1 6 70 0,0-6 103 15,4 2-99-15,4-7-131 0,7-2-65 16,5-3-15-16,0-1-2 0,7 0 2 15,8 1 17-15,-1-1 4 0,6-1-5 16,3 0-16-16,2-1 1 0,-2 2-1 0,3-1 2 16,0-1 1-16,-2-1-3 0,-1 2-14 0,-2 2 14 15,-4-3 1-15,-4-2 12 0,-4 1-13 16,-3 0 0-16,-4 0 0 0,-2-2 14 0,-2 0 10 16,-10 2-21-16,-1-4 9 0,-5 1-9 15,-2-1-3-15,-4-1-23 0,-4-5-4 16,-1-2-59-16,1-5-32 0,-3-1-45 15,6-7-104 1,-3-7-64-16,6-10-98 0,7 4-233 16,-8-29-940-16</inkml:trace>
  <inkml:trace contextRef="#ctx0" brushRef="#br1" timeOffset="-199073.745">31859 11126 2466 0,'0'0'1709'0,"0"0"-1306"0,0 0-187 0,102-19 53 16,-68 8-110-16,-3 2-62 0,-2-3-85 15,-3-1-12-15,-3-1-271 0,-4 7-254 16,-1-8-1422-16</inkml:trace>
  <inkml:trace contextRef="#ctx0" brushRef="#br1" timeOffset="-192760.896">27064 17087 1433 0,'0'0'1090'0,"0"0"-768"0,0 0-148 0,0 0-17 15,0 0 110-15,0 0 56 0,0 0-20 16,0 0-66-16,0 0-98 0,-90 25-30 15,67-11-45-15,-5 2 26 0,-3 6-4 16,-6 6-10-16,0 3-48 0,-2 0 12 16,-1-1-40-16,1-1-2 0,1 0-14 15,1-4-32-15,1-3-29 0,4-2-22 0,6-7-58 16,4-6-32-16,8-7-29 0,6-4-156 16,2-4-239-16,6-16-884 0</inkml:trace>
  <inkml:trace contextRef="#ctx0" brushRef="#br1" timeOffset="-192491.79">26736 16973 886 0,'0'0'1950'0,"0"0"-1690"0,0 0-225 0,0 0-19 16,0 0 188-16,0 0 104 0,-89 81-113 16,68-56-107-16,0 4-25 0,1 0-50 15,1 2 22-15,0 0 12 16,0 1-3-16,6 3-25 0,-2 0-7 15,4-1-12-15,6 1-3 0,2 0-25 16,3-3 15-16,1-2-15 0,9-4 6 0,5-2-44 0,4-4 28 0,2-2 10 16,3-4-7-16,4 0 20 0,2-5-20 15,0 0 10-15,3-4-35 0,4-2-19 16,-1-3-85-16,3 0-59 0,2-5-94 16,-8-2-314-16,12-9-784 0</inkml:trace>
  <inkml:trace contextRef="#ctx0" brushRef="#br1" timeOffset="-192128.855">27649 17173 23 0,'0'0'2346'15,"0"0"-1814"-15,0 0-215 0,0 0-84 0,0 0 68 16,0 0 86-16,0 0-80 0,0 0-112 16,88 46-87-16,-55-45-50 0,5-1-40 0,0-8-18 15,-1-8-21-15,0-4-59 0,-1-6-68 16,-4-6-90-16,-2-3-5 0,-8-3-100 16,-5 9-386-16,-6-12-1130 0</inkml:trace>
  <inkml:trace contextRef="#ctx0" brushRef="#br1" timeOffset="-191912.49">27779 16767 1725 0,'0'0'1540'0,"0"0"-1298"16,-11 100-119-16,9-48 130 0,-3 12 104 15,2 5-28-15,1 2-64 0,-1-2-85 0,3 0-67 0,0-6-55 16,0-7-58-16,0-9-29 0,5-12-103 15,3-10-57-15,2-13-17 0,3-11 11 16,6-6-7-16,2-18-46 0,0-12-101 16,3-11-202-16,-2-8-216 0,-8 11-279 15,6-22 300-15</inkml:trace>
  <inkml:trace contextRef="#ctx0" brushRef="#br1" timeOffset="-191589.534">28060 16623 767 0,'0'0'134'0,"0"0"1628"0,0 0-1380 0,0 0-116 15,0 0 58-15,0 0 25 0,41 83-82 16,-40-30-81-16,2 6-16 0,-3 6-25 16,0 2 11-16,0-1-18 0,-3-3-62 15,2-5-51-15,-1-7-25 0,2-8-43 0,0-6-55 16,0-10-33-16,3-7 5 0,6-10-1 0,-1-6-2 16,3-4-1-16,1-14 18 0,1-7 21 15,2-6 1-15,-1-4 7 0,0-1 14 16,1 2 41-16,1 7 9 0,-2 6 19 15,0 7 14-15,-2 5 14 0,-2 5 47 16,2 0 17 0,-2 10 33-16,0 3 12 0,1 7-19 15,-2 5-13-15,0 4-16 0,-2 2-15 0,-1-1-6 16,-1-1-4-16,-2-2-18 0,0-5-46 16,0-6-11-16,0-4-41 0,-1-4-102 15,1-3-65-15,-2-3-17 0,0-2-46 0,1-2-179 16,0-3-349-16,0-16-663 0</inkml:trace>
  <inkml:trace contextRef="#ctx0" brushRef="#br1" timeOffset="-191473.283">28560 17198 1516 0,'0'0'1015'0,"0"0"-462"16,0 0-377-16,31 78-81 0,-26-50 96 0,-3-1 106 16,-2-2-11-16,0-2-114 0,0-6-163 15,-4-4-9-15,-1-5-100 0,-2-3-173 0,1-4-210 16,-11-6-955-16</inkml:trace>
  <inkml:trace contextRef="#ctx0" brushRef="#br1" timeOffset="-191326.404">28452 16880 2481 0,'0'0'1202'0,"0"0"-1117"15,0 0-72-15,0 0 110 0,0 0 66 16,0 0-79-16,0 0-110 0,0 0-242 15,89 10-133-15,-72-14-263 0,8-1-923 0</inkml:trace>
  <inkml:trace contextRef="#ctx0" brushRef="#br1" timeOffset="-191072.979">28874 17036 836 0,'0'0'2792'15,"0"0"-2366"-15,0 0-316 0,-51 69 58 16,32-47 82-16,4-4-37 0,1-1-109 15,7-5-104-15,4-2-43 0,3-2-9 16,0 0-22-16,7-2-30 16,5 2 60-16,1 1 20 0,4-1-1 15,-1-1-6-15,2 3 9 0,-1 0 10 16,0 3 11-16,-3 0 1 0,3 2-1 16,-4 3 1-16,-1 0-19 0,-3 3 16 15,-5-1-62-15,-3 2-3 0,-1-3-4 16,-3 4 10-16,-5-2 6 0,-7 2-17 0,-1-2-15 15,-4 0-66-15,-3-2-172 0,4-6-422 0,-19 3-1313 0</inkml:trace>
  <inkml:trace contextRef="#ctx0" brushRef="#br1" timeOffset="-190471.73">29424 16921 450 0,'0'0'2481'0,"0"0"-2094"0,0 0-352 0,0 0 58 16,0 0 251-16,26 64 80 0,-23-28-135 15,-2 6-119-15,0 4-84 0,-1-3-25 0,0-2-2 16,0-4-25-16,0-9-34 0,0-6-27 16,4-8-65-16,-1-7-68 0,2-6-53 15,1-1-36 1,-1-12-84-16,-2 1-244 0,0-18-785 0</inkml:trace>
  <inkml:trace contextRef="#ctx0" brushRef="#br1" timeOffset="-190335.954">29557 16720 2334 0,'0'0'1032'0,"0"0"-876"0,0 0-154 15,0 0-2-15,0 0 111 0,0 0-57 0,0 0-54 0,0 0-190 16,0 0-280-16,0 0-630 0</inkml:trace>
  <inkml:trace contextRef="#ctx0" brushRef="#br1" timeOffset="-189908.676">29731 16899 1676 0,'0'0'1369'0,"0"0"-1043"0,0 0-249 0,1 76 100 15,-1-49 192-15,0 1 52 0,0-2-97 16,0-3-155-16,0-6-89 0,2-3-80 15,4-5 0-15,2-2-28 0,1-4-5 16,-1-2-50 0,5-1-3-16,0-1 0 0,3-9 40 15,-2-3-13-15,4-3-15 0,-4-2 24 16,0 1 20-16,-2 1 29 0,-1 4 1 0,-3 6-2 16,-3 3-25-16,1 3 27 0,-1 0 50 15,2 7 30-15,-2 4-2 0,1 1-4 16,-1 2-34-16,1 0-16 0,2-3-24 15,-1-4-21-15,2-3-32 0,1-4-15 0,3-4-9 16,0-7 44-16,1-4 32 0,2-8-19 0,0-1-39 16,-1-2-3-16,0 2 31 0,-2 5 29 15,-2 3-17-15,0 7 17 0,-4 5-14 16,-1 2 15-16,-2 2 1 0,2 2 78 16,0 5 43-16,-2 6-7 0,0 0-12 15,2 6-10-15,0-1-24 16,-1 2 5-16,1 0-24 0,-1-2-27 15,1 1-16-15,-4-2-6 0,4-2-49 16,-3 2-86-16,3 0-93 0,-2-2-44 16,-1 1-54-16,0-3-201 0,-2-3-605 15,-1-2-826-15</inkml:trace>
  <inkml:trace contextRef="#ctx0" brushRef="#br1" timeOffset="-189670.291">30506 16846 140 0,'0'0'2616'0,"0"0"-1924"16,3 96-477-16,-3-53-22 0,0 9 221 15,-6 7-28-15,5 1-70 0,-1 7-84 0,2 2-95 16,0 6-55-16,0 6-21 0,0 2-33 16,0-2-28-16,0-4-1 0,3-8-27 0,3-10-81 15,-2-14-46-15,0-10-22 0,2-14 36 16,-1-9 18-16,-2-9-37 0,-1-5-93 15,-2-13-104-15,0-11 62 0,0-9-60 16,0-8-125 0,0 7-231-16,-1-28-591 0</inkml:trace>
  <inkml:trace contextRef="#ctx0" brushRef="#br1" timeOffset="-189485.228">30531 17004 466 0,'0'0'264'0,"0"0"1530"0,0 0-1311 0,0 0-227 16,0 0-27-16,0 0 12 15,0 0-30-15,0 0-54 0,79-52-73 0,-71 52-34 16,-2 0-3-16,3 0-19 0,-4 4-28 16,-2 2-1-16,0 3-30 0,-3 3-50 15,0 3-13-15,-6 3-16 0,-1 3-41 16,-3-2-23-16,2 4-32 0,-1-9-116 0,4-5-169 16,5-6-254-16,0-3 56 0,0-12 135 15,8-2-107 1,3-7 661-16</inkml:trace>
  <inkml:trace contextRef="#ctx0" brushRef="#br1" timeOffset="-189252.647">30650 17025 42 0,'19'-13'10'15,"-2"7"531"-15,0 6-329 0,-4 0 482 16,2 10 72-16,-5 5-294 0,-1 6-106 16,-1 2 30-16,-2 0-46 0,-2-1-67 15,1-4-74-15,0-5-82 0,2-6-56 16,1-5-71-16,0-2-9 0,7-8-34 0,1-8-13 16,2-10-46-16,1-5 8 0,1-6-24 0,-1-1 7 15,-5 4 14-15,-3 6 40 0,-3 5 38 16,-7 8 19-16,-1 4 10 0,-1 4 15 15,-12 2 13-15,0 4 6 0,-5 1 34 16,-1 0-11-16,-1 0 26 0,-1 3-5 0,2 4-26 16,2 3-40-16,4 2-22 0,1-1-13 15,1 2-12 1,2-1-21-16,7-4-38 0,-2-1-124 16,4-3-53-16,0-3-103 0,0-1-335 15,12-2-653-15</inkml:trace>
  <inkml:trace contextRef="#ctx0" brushRef="#br1" timeOffset="-188967.684">31150 16727 1035 0,'0'0'140'0,"0"0"1235"0,0 0-989 0,0 0-110 15,0 0 61-15,0 0-8 0,0 0-28 16,-3 79-31-16,-13-54-53 0,1 0-101 16,-1-1-45-16,1-3-62 0,2-3-9 15,4-3-30-15,3-4-23 0,3-2-27 16,3-5-15-16,0-1-13 0,4-1 9 0,7 0 6 15,5-2 37-15,1 0 25 0,3 0 31 0,1 0 1 16,-1 2-1-16,-2 2 1 0,0 4 15 0,-2 0 12 16,-2 4 44-16,-5 1 15 0,-1 2 5 15,-5 3-8-15,-3 2-41 0,0-1-9 16,-4 1-6-16,-6-1-25 0,0-4-3 16,0-3-34-16,0-3-96 0,3-6-62 15,2-3-29-15,5-4-56 16,0-11-118-16,0-6-222 0,8-8-508 15,-1 4-335-15</inkml:trace>
  <inkml:trace contextRef="#ctx0" brushRef="#br1" timeOffset="-188689.123">31435 16838 564 0,'0'0'251'0,"0"0"1259"0,0 0-991 16,0 0-256-16,0 0 47 0,0 0 51 16,0 0 10-16,0 0-85 0,0 0-119 0,0 0-65 0,-9 85-10 15,-8-65-3-15,3-4-10 0,1-2-60 16,4-3-19-16,2-8-68 0,5-1-88 15,2-2-69-15,0 0-23 0,6-3 27 16,3-3 60-16,4-3 19 0,2-1-60 16,1-1-84-16,1 3 52 0,-3 2 135 15,3 5 99-15,-1 1 25 16,3 5 43-16,0 7 34 0,0 3 74 16,-2 3 183-16,-1 1-57 0,-3 2-227 15,-3 2 63-15,-1-3 68 0,-3 4-61 16,-1-4-62-16,-4-1-83 0,-1-2-88 15,0-3-54-15,-3-3-33 0,-4-4-66 16,3-7-122-16,0 0-412 0,-4-10-1327 0</inkml:trace>
  <inkml:trace contextRef="#ctx0" brushRef="#br1" timeOffset="-187933.823">31522 16793 1618 0,'0'0'1296'0,"0"0"-1001"0,0 0-222 16,0 0 61-16,0 0 75 0,0 0 66 15,0 0-36-15,0 0-43 0,63 71-29 16,-60-49-34-16,-1 4-35 0,-2-1-9 16,0 3-18-16,-3-3-19 0,-3 0-46 0,0-3-6 15,-2-1-12-15,0 0-7 16,-3-4-23-16,2-2-29 0,0-2-21 0,2-3-25 0,0-2-1 15,1-2-21-15,4-3-20 0,0-3-61 16,2-8-110-16,0-2-324 0,3-27-750 0</inkml:trace>
  <inkml:trace contextRef="#ctx0" brushRef="#br1" timeOffset="-187780.51">31598 16299 1585 0,'0'0'1311'0,"0"0"-985"15,0 0-297-15,0 0-10 0,0 0 58 16,0 0 53-16,-26 67-130 0,29-65-159 16,9-2-279-16,-5 0-305 0,6-9-806 0</inkml:trace>
  <inkml:trace contextRef="#ctx0" brushRef="#br1" timeOffset="-187332.641">31825 16396 1327 0,'0'0'328'0,"0"0"768"0,0 0-871 16,0 0-103-16,0 0 92 0,0 0 157 31,0 0-19-31,12 66-82 0,-12-38-93 0,0 6-48 15,0 10 7-15,-3 9-26 16,-3 9-39-16,-2 6-7 0,0 5-15 0,0 2-6 16,0-4-4-16,4-5-36 0,1-9-1 15,3-9-2-15,0-9-39 0,0-13-22 16,3-8 2-16,6-11-45 0,2-7-6 16,0-4-44-16,6-15 40 0,2-8-23 15,1-8-6-15,2-3 15 0,-5-3-7 16,2 3 2-16,-3 6 55 0,-3 8 46 0,-2 6 32 0,-1 10 44 15,-2 4 29-15,-4 4 12 0,0 4 40 16,-1 5 7-16,-1 8-13 0,-2 2-20 16,0 4-34-16,0 1-3 0,-2 2 12 0,-4-4-3 15,-1 0-22-15,0-2-2 0,-2-6-32 16,1-1-3-16,0-2-10 0,0-5 11 16,-1-2-13-16,0-2-4 0,4-2-72 0,0-6-48 15,2-8-52-15,3-7-23 0,0-9-42 0,8-13-59 16,6-11-234-16,6-12-481 0,-7 14-359 15,13-43 662-15</inkml:trace>
  <inkml:trace contextRef="#ctx0" brushRef="#br1" timeOffset="-187000.292">32245 16298 395 0,'0'0'2489'0,"0"0"-1958"16,0 0-316-16,3 67 0 0,-3-27 84 15,-6 7 21-15,-2 7-49 0,-4 6-68 16,4 0-14-16,0 1-18 0,5-5-50 0,3-4-80 15,0-7-41-15,6-5-52 0,7-6-57 16,5-5 8-16,3-6 31 0,5-6 23 16,5-8 46-16,2-6-54 0,4-3-9 0,-1 0 63 15,2-8-48-15,-2-2 13 0,-2-1-17 0,-2-1-8 16,-2-3-7-16,-2 2 7 0,-7 1 2 16,-5 3-15-16,-5 3-10 0,-5 2 7 15,-3 2 57-15,-3 2 20 0,0 2 47 16,-4 7 9-16,-6 1 12 0,-6 7 12 0,-2 6 13 31,-5 4 8-31,0 4 0 0,2 0-15 0,1-1-40 16,4-5-46-16,6-5-15 0,5-7-25 15,5-6-21-15,0-4-16 0,11-3-21 16,7-1-41-16,9-8-22 0,7-3 43 16,5-5 99-16,3-1-21 0,1 2-441 0,-13 2-697 15,9-3-877-15</inkml:trace>
  <inkml:trace contextRef="#ctx0" brushRef="#br1" timeOffset="-186862.031">33119 16986 3461 0,'0'0'1855'15,"0"0"-1564"-15,0 0-160 0,0 0-62 16,0 0-30-16,0 0-39 0,0 0-45 16,0 0-158-16,0 0-21 15,0 0-23-15,-52-13-336 0,16 10-1487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20:26.2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3693 4493 1752 0,'0'0'13'0,"0"0"156"0,0 0 333 0,0 0-270 16,0 0 6-16,0 0 28 0,0 0 37 15,0 0-53-15,0 0-86 0,0 0-82 32,0-52-38-32,0 53-10 0,5 5 36 15,0 3 14-15,4 2 13 0,-2 5-29 0,-1 1-28 16,3 5 16-16,-5 3-10 0,3 1 7 0,-3 5-16 16,-2 5-6-16,-2 5-13 0,0 3-15 15,0 5 13-15,-6 5-13 0,-2 5-3 0,0 3-1 16,-2 1-20-16,3 3 21 15,-3 0 19-15,3-6-17 0,-1-4 1 0,2-8-1 16,1-9 0-16,4-11-1 0,-1-6 0 16,2-9-1-16,0-2 0 0,0-4-1 15,0-2 1-15,0-1 0 0,0-1 2 16,2-2 1-16,1 2 12 0,-2-2-11 16,6 1-1-16,-1 1 21 0,2-1 4 15,5 2 6-15,-1 0 6 0,4-1-10 0,1 0 10 0,0 0 0 16,1-1-3-16,0-1-22 0,-2-1 3 15,4 0-2-15,2 0 5 0,-2 0 0 16,3-1-8-16,-1-2-11 0,-3 0 0 16,-1 1-2-16,-3-2-16 0,1 1-17 0,-3 0-62 15,1 2 3-15,-4-4-65 0,3 3-65 16,-3-5-17 0,-1 2-106-16,0-2-250 0,2-10-574 0</inkml:trace>
  <inkml:trace contextRef="#ctx0" brushRef="#br0" timeOffset="362.833">4258 5229 1380 0,'0'0'1729'16,"0"0"-1477"-16,0 0-205 0,0 0 84 0,0 0 77 15,0 0 47-15,0 0-113 0,0 0-114 16,0 0-27-16,0 0-1 0,85 44-16 15,-59-58-68-15,4-4-42 0,-4-6-41 16,0 0 28-16,-4-2-19 16,-2 1 27-16,-2 3-9 0,-4 5-36 15,-7 0 25-15,-3 7 74 0,-4 2 77 0,-3 3 9 16,-7 3 53-16,-8 1-5 0,-3 0 69 16,0 1-78-16,-1 1-4 0,-1 5-2 15,4 7 41-15,1 5 63 0,2 5 4 16,0 3 5-16,4 6 15 0,4 3 37 15,1 0-29-15,4 3-4 0,3-3-41 0,0-4-93 16,4-5-40-16,7-7-36 0,4-5-54 0,5-8-21 16,6-6-32-16,6-6-35 0,4-9-46 15,6-11-126-15,2-8-203 0,-9 7-540 16,14-23-450-16</inkml:trace>
  <inkml:trace contextRef="#ctx0" brushRef="#br0" timeOffset="553.633">4963 4644 2790 0,'0'0'735'16,"0"0"-596"-16,0 0-66 0,-19 67 175 15,6-25 174-15,0 3-58 0,2 10-97 0,1 2-96 16,1 4-59-16,3 0-15 0,2 3-12 16,3-4-30-16,1-2-37 0,1-5-18 0,9-10-15 15,-1-9-18-15,2-10-25 0,2-7-12 0,-1-10 9 16,2-7-42-16,-1 0-65 0,0-7-46 15,0-5-20-15,-1-9-97 0,-7-3-275 0,1 3-536 16,-6-15-393-16</inkml:trace>
  <inkml:trace contextRef="#ctx0" brushRef="#br0" timeOffset="737.614">4624 4955 385 0,'0'0'2354'15,"0"0"-2039"-15,0 0-181 0,0 0 163 0,0 0 101 16,0 0-66-16,0 0-120 0,0 0-107 15,0 0 98-15,0 0-34 0,94 18-71 16,-58-18-28 0,7-2-44-16,0-6-26 0,6-2-15 15,-1-3-96-15,1 1-118 0,4-2-83 16,-1 1-122-16,-12 5-329 0,17 0-854 0</inkml:trace>
  <inkml:trace contextRef="#ctx0" brushRef="#br0" timeOffset="1539.62">7793 4713 1573 0,'0'0'1074'0,"0"0"-904"0,0 0-31 0,-45-68 24 15,28 51 99-15,-3-1 52 0,0 6-37 16,-3 4-26-16,1 3-102 0,0 5-25 16,0 0-13-16,-3 7 3 0,1 10-6 15,-5 5-23 1,2 7-20-16,-1 10-7 0,-1 7-25 15,5 10 7-15,1 7-3 0,4 8 5 0,4 5 10 16,5 5-18-16,2 0 11 16,5-6-24-16,3-5 4 0,3-12-25 0,11-11 15 15,2-10 6-15,9-9-3 0,2-9 19 16,6-6-13-16,2-6-24 0,5-7 3 16,0-2-2-16,-1-10-1 0,0-6-15 0,-3-4-24 15,-7-5-83-15,-4-1-36 0,-7 2-47 0,-8 1-47 0,-4 2-175 16,-4 7-519-16,-8-8-710 0</inkml:trace>
  <inkml:trace contextRef="#ctx0" brushRef="#br0" timeOffset="1686.628">7508 5285 3291 0,'0'0'403'16,"0"0"-402"-16,0 0 125 0,0 0 154 15,0 0 65-15,0 0-95 0,94-3-90 16,-69-9-99-16,4-5-61 0,0-2-6 15,-3-2-132-15,0 0-77 0,-1-1-39 16,-4 3-100-16,-5 3-231 0,-6 4-495 16,-4 0-483-16</inkml:trace>
  <inkml:trace contextRef="#ctx0" brushRef="#br0" timeOffset="1833.674">7756 5198 2013 0,'0'0'795'0,"0"0"-548"0,0 0-90 0,0 91 63 31,1-60 188-31,2 0-38 0,-1-2-87 0,2-3-95 15,-1-4-50-15,5-3-71 0,0-2-67 0,0-3-40 0,3-3-80 16,1-2-56-16,0-3-28 0,4-4-70 16,1-2-164-16,-1-1-290 0,7-13-768 0</inkml:trace>
  <inkml:trace contextRef="#ctx0" brushRef="#br0" timeOffset="2181.766">8674 4616 2782 0,'0'0'449'0,"0"0"-360"0,0 0 67 16,0 0 116-16,0 0 50 0,0 0-63 15,0 0-21-15,0 0-35 0,53 66-53 16,-54-37-36-16,-11 9-44 0,-5 9-15 0,-3 7 18 16,-8 6-6-16,-3 11-6 0,-4 5-16 15,-4 5-20 1,-4 4-13-16,1 1-12 0,-2 1-1 16,2-5-27-16,1-5 4 0,4-6 0 0,8-8-4 15,7-5-17-15,5-9-19 16,5-6-28-16,7-7-11 0,-1-7 5 0,6-10-25 15,0-8-31-15,0-11-71 0,10-2-184 16,2-14-238-16,-4 2-498 0,14-22-898 0</inkml:trace>
  <inkml:trace contextRef="#ctx0" brushRef="#br0" timeOffset="2589.383">8805 5134 3525 0,'0'0'580'16,"0"0"-529"-16,0 0-49 0,0 0 143 16,0 0 96-16,95-36 6 0,-62 29-112 15,2 0-22 1,9-1-19-16,0 4-20 0,-1-1-41 16,0 5-33-16,-2 0-1 0,-4 0-17 15,-5 6-7-15,-5 5 4 0,-4-3-31 0,-6 6-9 16,-9 2-21-16,-5 1 11 0,-3 7 13 15,-6-1-16-15,-11 5 31 0,-4 1 6 16,-5 4 10-16,-4 0 5 0,0 0 1 16,-3 0 21-16,1 1 3 0,0-2 40 15,5-1-28-15,1-2 16 0,3-3 15 16,8-2 6-16,1-3 4 0,7-3 5 0,4-5 12 16,3-2-3-16,0-3-9 0,9-1 16 0,1 2-10 15,6-3 3-15,1-1-7 0,0-1-8 0,5-1 3 16,-2-2-13-16,0-1-15 0,0 0-27 15,-4 0-3-15,1-4 0 0,-1 0-24 16,0-3-73-16,0 0-79 0,3 0-49 16,-1 2-2-16,1 2 6 0,1 0 54 0,-4 0-282 31,-3 2-899-31,5-3-813 0</inkml:trace>
  <inkml:trace contextRef="#ctx0" brushRef="#br0" timeOffset="2952.488">9863 5057 2009 0,'0'0'1335'0,"0"0"-1119"0,0 0-172 15,0 0 86-15,0 0 198 0,0 0-91 0,0 0-51 16,-86 46-66-16,65-15-6 0,1 8 12 16,0 5 39-16,0 10 12 0,1 3-28 0,1 3-6 15,4 0 3-15,4-2-16 0,6-4-27 16,2-7-46-16,2-9-18 0,9-8-24 16,4-7-3-16,9-5-11 0,2-5-1 15,6-8 0-15,3-3-1 16,5-2-20-16,0-7-33 15,2-7-76-15,-3-6-18 0,-4-2-7 0,-2-4-30 16,-7-1-38-16,-4-3-129 0,-4 1-112 16,-6 4-178-16,-5 3-388 0,-5-8-330 15</inkml:trace>
  <inkml:trace contextRef="#ctx0" brushRef="#br0" timeOffset="3238.286">9797 5397 2689 0,'0'0'596'16,"0"0"-344"-16,0 0-66 0,0 0 155 15,0 0 51-15,0 0-47 0,0 0-115 16,96 62-81-16,-60-71-54 0,4-7-47 16,-1-3-48-16,0-4-18 0,-3-2-116 15,0-2-58-15,-4 3-5 16,-6-1-24-16,-1 1-58 0,-5 5-103 16,-6 3-121-16,-4 6-48 0,-6 2 64 15,-4 5 17-15,0 3 158 0,-8 5 312 16,-4 6 299-16,-1 4 3 0,-2 7 51 15,-2 4-57-15,2 4 6 0,0 2 13 16,3 4 11-16,0 3-39 0,2-1-12 16,-2 2-28-16,4-3-68 0,0-1-81 0,0-5-70 0,4-2-28 15,1-8-40-15,1-4-89 0,2-5-87 16,0-5-51-16,3-4-100 0,5-3-254 0,0 0-602 16,-1-9-798-16</inkml:trace>
  <inkml:trace contextRef="#ctx0" brushRef="#br0" timeOffset="3591.58">9526 5085 1413 0,'0'0'1118'16,"-18"71"-674"-16,8-29-32 0,-3 13-19 16,-1 10-25-16,-5 3-98 0,-2 0-87 0,0 2-94 0,0-4-43 15,2-4-15 1,3-7 6-16,5-8-17 0,6-6-20 15,5-9-3-15,5-8-12 0,10-8-3 16,4-2-29-16,7-9-2 0,6-5-96 16,6 0-50-16,3-13-63 0,1-7-142 15,-7 1-291-15,16-24-619 0</inkml:trace>
  <inkml:trace contextRef="#ctx0" brushRef="#br0" timeOffset="3823.245">10419 5059 2206 0,'0'0'1227'0,"0"0"-926"0,0 0-31 0,32 75 130 15,-24-45 32-15,0 4-75 0,-1 3-74 16,0 2-104-16,0 4-82 0,0 1-28 16,-2 6-23-16,-5 2-13 0,0 0-22 0,-2 5-11 15,-5-1-18-15,-6 8-9 0,2-2-19 16,-7 3-29-16,2-2-58 0,-4-6-31 0,0-4-6 31,0-7-19-31,-3-4-124 0,1-3-209 16,6-14-454-16,-11 8-314 0</inkml:trace>
  <inkml:trace contextRef="#ctx0" brushRef="#br0" timeOffset="9350.415">11295 5236 1550 0,'0'0'1789'0,"0"0"-1550"15,0 0-220-15,0 0 28 0,0 0 171 16,0 0 105-16,0 0-62 0,80 0-97 15,-59-7-53-15,4-3-34 0,-1-3-31 16,1 2-35-16,-1 0-11 0,-4 1-15 16,-1 1-13-16,-5 4-55 0,0 2-83 0,-3 2-63 0,-4 1-59 15,-4 0-194-15,-1 4-501 0,-4 9-589 0</inkml:trace>
  <inkml:trace contextRef="#ctx0" brushRef="#br0" timeOffset="9535.093">11320 5442 1231 0,'0'0'803'0,"0"0"-95"15,0 0-284-15,0 0-86 0,0 0-13 16,0 0-76-16,0 0-62 0,0 0-7 16,0 0-38-16,96-25-71 0,-67 17-54 0,3-3-17 15,-2 2-37-15,0-1-53 0,2-1-123 0,0 3-163 16,-10 0-352-16,9-2-1048 0</inkml:trace>
  <inkml:trace contextRef="#ctx0" brushRef="#br0" timeOffset="10414.996">12752 4864 189 0,'0'0'2096'15,"0"0"-1393"-15,0 0-441 0,0 0-122 16,0 0 95-16,0 0 137 0,0 0-50 15,0 0-80-15,0 0-104 0,0 0-61 16,0 0-18-16,-10 5-1 0,-11 17-12 16,-5 4-9-16,-3 2-19 0,0 3-17 0,-1 2-1 15,-3 0-2-15,1 4 0 0,0-1-20 16,1 0 7-16,3-1-19 0,2-4 7 0,6-1 12 16,3-10-4-16,5 2 16 0,5-8-9 0,1-1 11 15,3-3-2-15,3 2-16 0,0-2 19 16,7 1 20-16,4 0 20 0,3 3 21 15,6 0 0-15,5 3 9 0,2-2-15 16,2 3 18-16,1-1 28 0,0 2 8 16,0-3-30-16,1-2-42 0,-5 0-19 0,0-3 3 0,-2 0 0 15,-1-1-11-15,-4-3-10 0,-2 0 0 16,-2 0-2-16,1-2-10 0,-2 0-3 16,-2 1-21-16,-1-5-61 0,-2 3-61 15,2-3-50-15,-3 0-40 0,0 0-115 16,-1-1-335-16,3 0-751 0</inkml:trace>
  <inkml:trace contextRef="#ctx0" brushRef="#br0" timeOffset="10885.057">13613 5250 2017 0,'0'0'1106'0,"0"0"-774"0,0 0-265 16,-15-83 2-16,5 55 184 0,-4 0 155 16,-2 5-89-16,-2 3-119 0,1 5-74 15,-3 4-16-15,4 4-33 0,-2 4-19 16,2 3 2-16,0 6-5 0,0 9-18 0,-1 7-10 16,-1 6-2-1,3 7 17-15,0 4 13 0,2 1 18 16,3-1 24-16,3-1-34 0,2-6-40 15,5-5-23-15,0-7-15 0,0-7 3 16,8-2-9-16,0-5-15 0,7-6-7 0,1 0-8 16,4-2 20-16,2-7-48 0,2-7-33 15,0 0 8-15,2-5 10 0,0 0 2 16,-2-2 31-16,0 0 9 0,0-1 12 0,-2 5 13 16,-6 0 2-16,0 4 24 0,-6 4 1 15,-3 4-1-15,0 4-18 0,0 3 19 0,1 0 34 16,-3 10 46-16,5 4 45 0,-2 5-5 0,0 6-14 15,-2 4 1-15,4 2-10 0,-3 1 6 16,2 0-3-16,3-4-21 0,-1-2-19 31,4-7-60-31,2-5-9 0,0-3-21 16,3-8-16-16,3-3-44 0,-1 0-65 16,1-8-73-16,2-5-50 0,-1-3-257 15,-8 2-813-15,3-10-1537 0</inkml:trace>
  <inkml:trace contextRef="#ctx0" brushRef="#br0" timeOffset="11217.138">14106 4906 2363 0,'0'0'1393'0,"0"0"-1022"0,0 0-47 0,0 0 98 16,0 0-29-16,0 0-92 0,0 0-95 0,0 0-49 15,83 49-24-15,-60-33-19 0,3 2-20 16,5-1-1-16,2-2-12 0,4 0-35 16,0 0-4-16,2-5-21 0,2 2 3 15,0-4-12-15,-3-1-12 0,1-3-1 16,1 0 1-16,-4-3 0 0,-1 0-15 0,-5 0 12 16,-3 1-12-1,-8 0-3-15,-3-1-6 0,-4 4-3 16,-6-3-4-16,-5 4 10 0,-1 4 6 15,-6 1 12-15,-8 4-12 0,-12 8 14 16,-7 2-26-16,-8 8-30 0,-9 0-42 16,-5 7-58-16,-7 1-42 0,-4 3-77 15,-5 5-195-15,16-12-585 0,-35 21-812 0</inkml:trace>
  <inkml:trace contextRef="#ctx0" brushRef="#br0" timeOffset="21681.426">23561 3281 1565 0,'0'0'627'0,"0"0"-20"0,0 0-404 0,0 0-101 16,-97-11 125-16,66 20 8 0,-4 8 37 15,-4 4-103-15,-1 7-52 0,-1 9-23 16,2 2 14-16,-1 10 23 0,4 4-5 0,0 5-15 15,4 1 6-15,4 5 0 0,2 2-4 16,4-1-25-16,8-2-11 0,3-2-23 16,5-7 1-16,6-8-9 0,6-7-10 0,11-8-21 15,3-7-14-15,8-6 9 0,3-5-10 16,3-4-1-16,5-4 0 0,0-3-14 16,0-2 15-16,-2-7-18 0,0-4-28 15,-7-2-81-15,-3-3-47 0,-4 0-37 16,-5-1-36-16,-6-2-134 0,-4-2-315 0,-5 5-790 0,-5-7-534 0</inkml:trace>
  <inkml:trace contextRef="#ctx0" brushRef="#br0" timeOffset="21966.65">23209 3863 1903 0,'0'0'745'0,"0"0"-238"31,0 0-223-31,0 0 93 0,0 0 53 0,0 0-34 0,0 0-110 16,0 0-106-16,92 56-89 0,-73-56-74 15,4 0-17-15,0-2-83 0,-1-3-85 16,4-4-22-16,-2-1-7 0,-1 1-47 16,-4-1-79-16,-3 1-99 0,-6 1-36 0,-4 4-92 15,-2-1-36-15,-4 3 73 0,0 2 513 16,-1 0 133-16,-5 7 238 0,0 1 27 16,1 7 12-16,-1 2 29 0,0 4-42 0,0 6-53 15,1 3-53-15,2 1-18 16,-2 2-73-16,1 2-34 0,-1-1-7 0,1 0-43 15,0-3-64-15,3-4-46 0,1 0-6 16,0-2-34-16,4-6-72 0,1 4-50 16,4-4-68-16,2-2-14 15,1 1-97-15,-3-6-378 0,7-2-1052 0</inkml:trace>
  <inkml:trace contextRef="#ctx0" brushRef="#br0" timeOffset="22509.98">24128 3942 2103 0,'0'0'1410'0,"0"0"-974"15,0 0-101-15,0 0-41 0,0 0-48 16,0 0-62-16,0 0-28 0,115-13 39 15,-66 12-65-15,5 1-33 0,4 0-27 0,7 0-16 16,0 3-2-16,2 2-22 0,3 0 12 31,3-3-17-31,2 0-22 0,0-2 8 0,1 0-11 0,-3-5-1 16,-6-6-54-16,-8-1-75 0,-8-5-52 16,-6 1-45-16,-8-3-66 0,-6 2-128 15,-12 3-528-15,-4-5-663 16</inkml:trace>
  <inkml:trace contextRef="#ctx0" brushRef="#br0" timeOffset="22799.693">25096 3617 1884 0,'0'0'1041'0,"0"0"-590"0,0 0-169 0,0 0 39 15,0 0 42-15,0 0-60 0,79 35-82 16,-53-21-58-16,4-1-41 0,-1 4-13 15,1 0-23-15,1 0-23 0,-3 1-29 16,3 0-13-16,-5 0 40 0,-2 1-60 16,-5-1 0-16,-5 3-1 0,-4 2-12 15,-4 1 12-15,-6 4-25 0,0 3-8 0,-8-1 6 16,-10 5-10-16,-4 1-15 0,-5 0-5 16,-2 0-4-16,-4-4-18 0,1-1 21 15,-1-4-7-15,2-2 7 0,-3-4-21 0,3-4-44 16,0-1-65-16,3-3-106 0,3-7-284 15,10-1-593-15,-2-5-1331 0</inkml:trace>
  <inkml:trace contextRef="#ctx0" brushRef="#br0" timeOffset="23486.476">26462 3482 1800 0,'0'0'659'0,"0"0"61"0,0 0-319 15,0 0-127-15,0 0 22 0,0 0-16 16,0 0-52-16,0 0-74 0,0 0-89 16,0 0-35-16,-99-45 13 0,73 61-6 0,0 4 3 15,-2 10-1-15,4 6-2 0,-2 9 12 16,1 3-10 0,1 9 16-16,1 3 27 0,3 6 0 15,0 0-24-15,6-2-25 0,3-5-5 16,7-6 8-16,4-11 16 0,6-6-4 0,8-8-3 15,7-7-11-15,3-7-4 0,6-3-3 16,3-7 0-16,4-4-15 16,2-2-12-16,0-11 0 0,-1-1-33 0,-4-6-61 15,-1 2-48-15,-8-3-31 0,-6 3-58 0,-8 0-75 0,-4 2-218 16,-5 4-617-16,-6-4-932 0</inkml:trace>
  <inkml:trace contextRef="#ctx0" brushRef="#br0" timeOffset="23654.743">26230 3966 1850 0,'0'0'415'0,"0"0"866"0,0 0-871 0,0 0-25 16,0 0-39-16,0 0-94 0,96 1-90 15,-64-9-68-15,1-1-54 0,1-3-40 16,0 1-6-16,-2-3-82 0,-3 1-123 16,-2 1-47-16,-3 1-54 0,-6 3-183 15,-2 2-257-15,-8 2-458 0,-2 2-177 0</inkml:trace>
  <inkml:trace contextRef="#ctx0" brushRef="#br0" timeOffset="23770.661">26564 3941 1132 0,'0'0'723'16,"0"0"-150"-16,0 0-189 0,-41 79-18 15,30-54 25-15,3 1 22 0,-1-1-124 16,3 0-97-16,2-1-59 0,3-4-80 16,1 0-53-16,0-2-77 0,7-6-130 15,9-3-48-15,5-5-86 0,1-3-220 0,22-10-776 0</inkml:trace>
  <inkml:trace contextRef="#ctx0" brushRef="#br0" timeOffset="24055.698">27686 3371 688 0,'0'0'2023'0,"0"0"-1216"0,0 0-526 16,0 0-83-16,0 0 96 15,0 0-61-15,0 0-27 0,-82 67-74 16,48-34-52-16,-2 5-4 0,-4 5 1 16,-8 6-1-16,-2 5-12 0,-9 9-9 0,-6 8-4 15,-9 9-23-15,-6 6-10 0,-10 7-15 0,-1 1 18 16,-4 2-18-16,3 0-3 0,3-7-27 0,10-8 0 16,9-7-13-16,14-12-18 15,13-10 10-15,13-8-1 0,10-7-3 16,12-11-40-16,8-8-42 0,3-8-23 0,12-9-59 15,6-3-81-15,4-14-250 0,-4 3-487 16,17-18-777-16</inkml:trace>
  <inkml:trace contextRef="#ctx0" brushRef="#br0" timeOffset="24652.625">27426 4123 1997 0,'0'0'1491'0,"0"0"-1046"0,0 0-206 0,0 0 13 16,0 0-30-16,0 0-4 0,99 6-22 15,-61-6-62-15,3-1-54 0,1-4-41 16,-2 2-15-16,-1-1-10 0,-6 3-14 16,-4 1-2-16,-7 0-17 0,-4 2-14 15,-10 4-7-15,-3 5-8 0,-5 1-4 16,-8 2 9-16,-7 5-18 0,-8 3-9 16,-3 4 18-16,-10 2 15 0,-2 2 22 15,-4-1 2-15,-1 5-8 0,-3 0 2 0,-1 1 19 0,3 1 1 16,2-3 39-16,5 0 46 0,9-4 18 31,4-1-25-31,7-6 1 0,7-3-16 0,7-1 15 0,3-5-22 0,6-2-8 31,7-3 24-31,8-3 33 0,7-1-46 16,3-4-20-16,8 0-13 0,1-1-13 0,2-7-14 16,2-2-21-16,0 0-43 0,0-3-36 15,-1 0-27-15,-2-1-58 0,0-2-81 16,0 1-105-16,-9 3-273 0,15-9-858 0</inkml:trace>
  <inkml:trace contextRef="#ctx0" brushRef="#br0" timeOffset="24919.536">28395 4003 2221 0,'0'0'1606'16,"0"0"-1294"-16,0 0-157 0,0 0 75 0,0 0 44 15,-79 10 14-15,57 11-87 0,-3 6-71 16,1 4-39-16,-1 6-18 0,5 3 21 16,0 2 36-16,1 2-24 0,5 4-40 15,1 1-11-15,-2 1 2 0,7-1-9 16,-1-5-3-16,6-7-14 0,3-5-31 16,0-5 0-16,6-8-15 0,5-1-16 15,7-5-11-15,3-2-21 0,8-6-31 16,4-5-20-16,5-3-38 0,3-11-48 15,3-5-58-15,0-9-72 0,-3-1-265 16,-9 6-524-16,7-15-498 0</inkml:trace>
  <inkml:trace contextRef="#ctx0" brushRef="#br0" timeOffset="25204.487">28713 4053 939 0,'0'0'2062'0,"0"0"-1615"15,0 0-305-15,0 0 13 0,0 0 100 16,0 0 77-16,0 0-100 0,0 0-109 15,0 0-67-15,0 0 14 0,0 0 71 16,-34 60 24-16,17-31-28 16,-3 5-30-16,-5 1 8 0,-1 2 46 15,-5 5-43-15,1 2-25 0,0-2-29 16,4-1-19-16,1-2-22 0,7-4-23 16,6-6-3-16,6-3-12 0,6-8 0 0,2-4-15 15,9-4-15-15,6-5-1 0,2 0 10 16,4-5 15-16,0 0-6 0,2-6-19 15,0-1 4-15,0-2-7 0,1 0-14 0,-3-3-25 16,1 0-21-16,-1 0-19 0,-3 0-31 16,0 0-58-16,-6-3-140 0,-4 7-309 0,-3-10-786 15</inkml:trace>
  <inkml:trace contextRef="#ctx0" brushRef="#br0" timeOffset="25373.737">28596 4411 307 0,'0'0'2343'0,"0"0"-1152"0,0 0-984 15,0 0 0-15,0 0 192 0,0 0-76 16,0 0-76-16,0 0-37 0,86-10-80 16,-61-2-94-16,1-1-36 0,2-2-50 15,-3 0-111-15,-1 1-76 0,-3 3-54 16,-1-1-125 0,-4 1-307-16,-4 5-550 0,-4 4-388 0</inkml:trace>
  <inkml:trace contextRef="#ctx0" brushRef="#br0" timeOffset="25505.299">28854 4382 434 0,'0'0'2056'0,"0"0"-1435"0,0 0-252 16,-29 75 70-16,22-52 37 0,1 0-63 16,-2-4-61-16,4-3-94 0,1-1-121 15,3-5-73-15,0-3-64 0,6 0-22 0,1-3-32 16,4-3-49-16,2-1-40 0,4-3-144 0,2-6-87 16,-2 0-355-16,12-10-1182 0</inkml:trace>
  <inkml:trace contextRef="#ctx0" brushRef="#br0" timeOffset="25705.941">29305 4257 2775 0,'0'0'732'0,"0"0"-643"0,0 0 116 0,0 0 200 16,0 0 7-16,0 0-59 0,18 75-124 16,-14-53-98-16,1 4-40 0,-2 0-21 15,-3 3-30-15,0 2-39 0,-6 1-1 16,-6 2-21-16,-8 1-22 0,-7 1-48 15,-5-3-37-15,-6 2 0 0,-4-2-25 16,-2-2-15-16,-1-5-63 0,-4 1-166 16,15-9-379-16,-26 2-1088 0</inkml:trace>
  <inkml:trace contextRef="#ctx0" brushRef="#br0" timeOffset="26513.584">23849 5155 1266 0,'0'0'1148'16,"0"0"-574"-16,0 0-216 0,0 0-85 0,-84-39-14 16,62 34-58-16,-4 3-42 0,1 2-31 15,3 1 8 1,2 12-3-16,2 5-19 0,2 7-19 15,1 5-6-15,4 5 2 0,2 1-5 16,2-1 2-16,6-3-33 0,1-5-36 0,0-7-17 16,4-4-2-16,1-4-13 0,4-6-5 15,1-4-3-15,6-2-22 0,2-1-6 16,3-8-12-16,2-6-33 0,0-4-11 16,-1-2-8-16,-1-3 30 0,-2 0 9 0,-3 2 24 0,-2 1 4 15,-1 7 9-15,-4 2 12 16,-1 3 7-16,-2 5-26 0,-1 4-5 0,-1 0 49 15,2 4 65-15,2 6 40 0,0 6-28 16,0 3 0-16,-2 4 0 0,3 0-15 16,-4 2-4-16,1 0 13 0,0 0 2 15,1-2-46-15,3-3-27 0,3-1-15 0,4-3-34 16,5-2-49-16,6-3-52 0,3-3-48 16,6-4-62-16,-7-1-302 0,17-3-796 0</inkml:trace>
  <inkml:trace contextRef="#ctx0" brushRef="#br0" timeOffset="28058.321">24660 5123 1944 0,'0'0'696'0,"0"0"-102"0,0 0-301 16,0 0-154-16,0 0 28 0,0 0 79 15,0 0 87-15,0 0-64 16,45 70-72-16,-36-31-75 0,-2 7-42 16,-6 2-4-16,-1 4-37 0,0-2 4 15,-3-1-19-15,-3-4-24 0,0-6-13 16,1-3-20-16,2-7-40 0,3-8-99 15,0-7-64-15,0-5-29 0,5-6-120 16,2-3-269-16,1-2-687 0,0-13-749 0</inkml:trace>
  <inkml:trace contextRef="#ctx0" brushRef="#br0" timeOffset="28265.579">24893 5427 1823 0,'0'0'1620'16,"0"0"-1322"-16,0 0-200 0,0 0 144 15,0 0 147-15,0 0-62 0,86 2-18 0,-56-1-87 0,6 3-49 16,6-4-60-16,4 2-32 0,6-2-14 16,4 0 2-16,6 0-2 0,2-2-34 15,-2-5-33-15,-5-3-13 0,-2-1-17 16,-4 1-64-16,-8-1-9 0,-3-1-51 0,-7 0-74 16,-4 3-98-16,-7-3-191 15,-6 4-642-15,-8-3-901 0</inkml:trace>
  <inkml:trace contextRef="#ctx0" brushRef="#br0" timeOffset="28496.789">25702 5235 2812 0,'0'0'551'16,"0"0"-434"-16,0 0 51 0,0 0 119 0,0 0 42 0,0 0-19 15,89 5-67-15,-68-2-102 0,1 2-37 16,-3 6-46-16,-1-3 0 0,-1 3-30 15,-4 3-25-15,-5 3-3 0,-5 2-13 16,-3 2-14-16,-3 8-31 0,-10 3-43 16,-6 3-12-16,-1 1-7 0,-3 0 16 15,-2-3 8 1,4-1 1-16,2-5-11 0,2-2-56 16,3-6-183-16,3-6-452 0,2-3-1160 0</inkml:trace>
  <inkml:trace contextRef="#ctx0" brushRef="#br0" timeOffset="29044.861">27038 5572 977 0,'0'0'1584'0,"0"0"-887"0,0 0-424 0,0 0-64 0,0 0 119 15,-87-43-29-15,72 43-21 0,-1 0-44 16,3 10-39-16,-2 7-51 0,1 9-32 16,-3 5-2-16,3 6 26 0,-1-1-21 15,5 0-45-15,3-5-39 0,4-5-31 16,3-7-21-16,1-7-9 0,10-7-4 16,3-5-17-16,5-2-1 0,2-11-66 15,5-8 0-15,1-4-16 0,-2-1 36 16,1-4 25-16,-1 0 30 0,1 4 1 15,-3 4-4-15,-4 4 3 0,1 6 6 16,-4 4 12-16,-1 5 7 0,-2 3 18 16,-1 5 80-16,1 6 21 0,0 3 9 0,3 3 6 15,2 4-25 1,0 0 55-16,3 2-70 0,1-3-28 16,-3-2-2-16,1-1-16 0,-3-6-30 15,0-3-13-15,-3-6-45 0,0-2-96 16,-3 0-26-16,1-8-39 0,-5-4-100 15,-3-4-368-15,-1 3-770 0,-3-5-948 0</inkml:trace>
  <inkml:trace contextRef="#ctx0" brushRef="#br0" timeOffset="29244.711">26931 5229 2330 0,'0'0'1002'16,"0"0"-555"-16,0 0-51 0,0 0 1 0,0 0-105 15,100 0-84-15,-70 0-101 0,4-6-70 16,3 0-37-16,4-4-28 0,3-1-112 16,2 1-124-16,3-2-109 0,-10 4-706 15,17-3-1904-15</inkml:trace>
  <inkml:trace contextRef="#ctx0" brushRef="#br0" timeOffset="30669.891">13261 4657 2047 0,'0'0'392'0,"0"0"284"0,0 0-341 15,0 0 0-15,0 0-32 0,0 0-26 16,0 0-42-16,0 0-26 0,0 0-40 16,0 0-38-16,-8-16-37 0,9 15-54 15,7-3-25-15,4 2 4 0,7-3 35 16,1-1 4-16,6 0-15 16,0-2-25-16,0 2-15 0,-2 0-1 15,2-5-1-15,0 4-1 0,0-3-1 16,0 2-23-16,0-2-58 0,-2 2-71 15,1 1-63-15,0 2-67 0,-3 1-122 16,-3 3-573-16,-4 1-1142 0</inkml:trace>
  <inkml:trace contextRef="#ctx0" brushRef="#br0" timeOffset="33406.078">6871 6666 1239 0,'0'0'36'15,"0"0"1130"-15,0 0-830 0,0 0-47 16,0 0 17-16,0 0 5 0,0 0-24 16,0 0-55-16,0 0-55 0,7-55-34 15,2 67-51-15,-1 9 59 0,4 10-4 16,1 10-27-16,-3 6-23 0,-3 6-17 15,2-2-26-15,-5-2-14 0,2-4-37 16,0-7-3-16,1-3-10 0,1-10 7 0,1-7-18 0,0-6-13 16,1-5-6-16,3-6-11 0,0-1-23 15,3-8-17-15,0-4-10 0,-1-6 9 16,0-6 18-16,1 0 12 0,-5-1 22 16,1 3 25-16,-5 5 12 0,2 5-19 15,-3 5-9-15,-1 7-17 0,4 8 48 0,-2 9 108 16,0 9 9-16,3 5-65 0,-3 5-27 0,2 2 9 15,-1-3 18-15,1-4 6 0,0-3 0 16,1-6 21-16,2-6 7 0,-2-8-10 16,0-7-46-16,4-2 4 0,2-13 39 0,0-6-18 15,0-9-10-15,1-5-24 0,-2-5-21 16,-1-5-1-16,-2-1-20 0,0-2-46 16,-1 2-76-1,-3-1-52-15,4 2-22 0,-4 2-143 16,1 1-331-16,-3 10-750 0,2-15-806 0</inkml:trace>
  <inkml:trace contextRef="#ctx0" brushRef="#br0" timeOffset="34239.1">7621 6354 2217 0,'0'0'1286'0,"0"0"-923"0,0 0-136 16,0 0 25-16,0 0 8 0,0 0-5 31,0 0-25-31,0 0-72 0,2 90-54 0,-2-53-25 15,0 5-10-15,3 6 4 0,0 2-12 16,-2 2-19-16,2 3-27 0,0-4-15 16,0-1-11-16,1-3-13 0,2-9-25 15,1-5-17-15,-1-11 14 0,0-5 13 16,-2-4-16-16,2-8-9 0,1 0-3 16,0-5-15-16,2 0-9 0,-2 0 45 0,5-6 28 15,-1 2 2-15,-2-1-5 16,4 3 6-16,-3 2 14 0,0 0 1 0,2 2 13 15,-1 7 57-15,-1 1 16 0,2 4 20 16,-2 0-8-16,-1-2-23 0,-1 1-23 0,-1-1-3 0,1-4-13 16,-1 0-33-16,3-2-3 15,-1-3 0-15,-1-1-1 0,2-2-1 0,0 0-13 16,-1 0-18-16,4-6-101 0,-1-5-43 16,2-2-6-16,-1-3-25 0,0-2-94 0,1-1-142 15,-2-4-96-15,-1-2-25 0,1 0-116 31,-3-2-72-31,3 2 154 0,-1 6 319 0,0 7 280 16,-1 5 485-16,2 3 137 0,-2 4 26 16,1 8-45-16,-1 5-83 0,2 1-113 15,1 2-106-15,-1-1-34 0,0-2-67 0,0-3-52 16,4-4-44-16,-2-6 0 0,3 0 12 16,2-6-34-16,-2-8-42 0,1-5-25 15,1-2-15-15,-5-2-42 0,2-2-76 16,-3 2-1-16,-2 2 24 0,-4 4 9 0,-1-1 9 15,-4 8 13-15,-2 3 24 0,-3 2 40 16,-9 3 24-16,-3 2 1 0,-3 3 39 16,-3 8-18-16,-1 1 22 0,2 5-4 0,0 6 19 15,1 4-4 1,3 2 0-16,2 7 7 0,2-2-1 0,3-1-15 0,1 2-16 16,4-7-11-16,2-4-40 0,2-5-3 15,0-7-40-15,3-6-66 0,8-3-55 0,-1-3-40 16,6-7 45-16,0-5-32 0,4-7-71 15,1-7-105-15,2-2-94 0,1-5-74 16,2-1-118-16,1 2 141 0,-2-1 217 16,4 7 292-16,-2 2 127 15,1 5 197-15,-3 7 7 0,1 8 24 16,-3 3-5-16,-2 1 13 0,0 7-43 16,-2 9-59-16,-5 0-77 0,0 6-90 0,-2 2-20 15,-4 2 0-15,-4 1 25 0,2 1 34 16,-2-1-4-16,-3-2-53 0,-1-2-21 15,0-4-12-15,2-3-9 0,-1-6-31 16,1-2-3-16,1-5-10 0,1-3-18 0,2 0-27 0,5-6 6 16,1-6-12-16,2-2-28 15,6-4-50-15,0-1-49 0,-2-2-54 0,3 1-101 16,1 2-109-16,-9 6-243 0,9-5-675 16</inkml:trace>
  <inkml:trace contextRef="#ctx0" brushRef="#br0" timeOffset="34529.111">8998 6961 303 0,'0'0'1267'16,"0"0"316"-16,0 0-1131 0,0 0-180 16,0 0-43-16,0 0 39 0,0 0 7 15,0 0-115-15,87 0-77 0,-69-25-25 16,3-2-55-16,-1-4-3 0,-3 1-67 16,0 5-16-16,-5 5 15 0,-1 3-2 15,-8 8-23-15,-3 4 65 0,0 5 28 0,-10 0 31 0,-6 6 12 16,-1 4 10-16,-2 6 27 0,-2 2 24 15,-1 4-6-15,3 6-6 0,-2 3-7 16,3 2 10-16,0 0 27 0,2 2-13 16,6-3-48-16,1-2-42 0,5-3-19 15,4-5-24-15,0-5-1 0,8-6-26 0,7 0-34 16,12-6-62-16,10-1 19 0,10-1 83 0,6-3 2 16,7 0 15-16,4-6-285 0,1-3-71 15,-15 2-219 1,31-1-626-16</inkml:trace>
  <inkml:trace contextRef="#ctx0" brushRef="#br0" timeOffset="35156.966">11187 6999 1213 0,'0'0'1653'0,"0"0"-1342"0,0 0-59 15,0 0 93-15,0 0-24 0,0 0-13 16,-84-5-64-16,64 18-32 0,2 7-4 16,0 6-34-16,4 9-31 0,5 5-9 0,2 4-19 15,4-2-18-15,3-2-31 0,0-8-24 16,0-8-42 0,6-10-10-16,3-8-20 0,1-6-9 15,6 0 9-15,4-8 28 0,-1-10-23 16,5-3-59-16,-1-4-41 0,-1-4-8 15,-4 2 14-15,0-1 37 0,-5 5 33 16,-3 4 9-16,3 6 10 0,-5 7-4 16,1 3-9-16,1 3 22 0,0 7 21 15,0 7 67-15,2 4 40 0,-4 0-19 0,1 5-5 0,0-4-10 16,-1 0-28-16,-3-5-11 0,1 0-22 16,-2-7-12-16,0-2-15 0,2-2-28 15,-5-3-30-15,1 0-85 0,-1-4-56 16,-1-6-149-16,0 0-420 0,0-9-922 0</inkml:trace>
  <inkml:trace contextRef="#ctx0" brushRef="#br0" timeOffset="35357.811">11066 6792 1835 0,'0'0'1911'0,"0"0"-1489"0,0 0-167 16,0 0 99-1,0 0-26-15,0 0-97 0,0 0-118 16,0 0-25-16,0 0-6 0,84-3-13 0,-45-4-23 16,4-1-10-16,2-3-36 0,2 3-6 15,1-1-43-15,2 2-99 0,3 2-77 16,4-2-21-16,0 2-42 0,-11 0-418 16,16 4-1088-16</inkml:trace>
  <inkml:trace contextRef="#ctx0" brushRef="#br0" timeOffset="35945.017">13076 7124 1079 0,'0'0'2044'0,"0"0"-1642"0,0 0-118 0,0 0-38 16,0 0 22-16,0 0 29 0,0 0-48 15,0 0-74-15,31 86-68 0,-27-58-37 0,2-2-28 16,-2-2-41-16,-1-5-1 0,0-4-30 15,0-7-49-15,0-2-71 0,1-3-40 0,-1-3-28 16,0 0-101-16,-2-5-253 0,1-12-765 16</inkml:trace>
  <inkml:trace contextRef="#ctx0" brushRef="#br0" timeOffset="36128.079">12980 6916 3313 0,'0'0'586'0,"0"0"-354"0,0 0-45 0,0 0-44 0,0 0-57 15,0 0-64-15,0 0-22 0,84-28-111 16,-57 19-110-16,0 2-111 0,1 2-209 0,-9 2-592 16,7 0-978-16</inkml:trace>
  <inkml:trace contextRef="#ctx0" brushRef="#br0" timeOffset="36412.93">13472 6972 2906 0,'0'0'582'0,"0"0"-203"15,0 0 38-15,0 0-46 0,0 0-36 16,-58 81-112-16,49-65-83 0,3-1-40 16,5-5-21-16,1 2-34 0,3-3-45 15,7 0-2-15,6-2 2 0,4-2 0 16,3-3 1-16,3 2 2 15,1-4-1-15,1 1 8 0,-4 0-9 16,-1 2-2-16,-5-1 1 0,-1 2-2 16,-6-1-13-16,-2 4-3 0,-2 1-9 0,-3-1-16 15,-4 6-36-15,0-1-39 0,-11 3-13 16,-1 0 24-16,-2 1 6 0,0-2 15 16,-3-1-6-16,0-1-34 0,0-1-68 0,0-2-86 15,-2 0-63-15,0-2-234 0,5-2-630 16,-6-3-616-16</inkml:trace>
  <inkml:trace contextRef="#ctx0" brushRef="#br0" timeOffset="36844.814">14430 6980 3086 0,'0'0'380'15,"0"0"-108"-15,0 0-24 0,76 44 94 16,-38-32-58-16,5 1-41 0,3-8-68 15,3-5-69-15,-1 0-54 0,2-8-30 0,-2-8-22 16,-1-4-1-16,-2-5-54 0,-2-4-83 16,-4-2-70-16,-3-4-38 0,-6 4-83 0,-7 0-208 15,-6 8-662-15,-9-7-1214 0</inkml:trace>
  <inkml:trace contextRef="#ctx0" brushRef="#br0" timeOffset="37045.637">14901 6614 2191 0,'0'0'806'0,"0"0"-289"16,-24 90-216-16,18-43 10 0,-2 7 31 0,2 2-40 15,1 1-23-15,2-4-108 0,3-6-95 16,0-5-76 0,5-9-38-16,4-9-129 0,2-9 8 15,3-9 8-15,3-6 35 0,5-10-23 16,0-9-35-16,1-6-125 0,1-6-177 15,-2 0-281-15,-8 6-543 0,8-16-213 0</inkml:trace>
  <inkml:trace contextRef="#ctx0" brushRef="#br0" timeOffset="37521.587">15237 6384 2383 0,'0'0'522'16,"0"0"-201"-16,0 0-60 0,0 0 58 15,0 0-4-15,0 0 27 0,0 0-15 16,7 69-113-16,-8-30-49 0,-4 5 5 15,-1 8 28-15,-2 2-44 0,1 1-51 0,-1 3-52 16,0-2-30 0,1-1-21-16,1-3-3 0,2-3-28 15,2-6-26-15,2-6-43 0,0-9-24 0,7-9-37 16,6-10-6-16,3-7 36 16,4-6 54-16,1-9 1 0,3-5-25 0,-1-3-34 15,1 1 36-15,-5 2 16 0,0 7 42 16,-2 3-8-16,-2 4 49 0,0 4 6 15,0 0 93-15,-2 4 3 0,1 4 15 0,-3 2 18 16,1-2 3-16,-3 2-29 0,3-4-35 0,0-4-29 16,0-2-14-16,2 0-16 0,1-2-3 15,2-10-9-15,-1-1 25 0,4-5-19 16,-1-5-9-16,0 0-3 0,-1 3 0 16,-5 1-10-16,-1 1 11 0,-2 6 0 15,-6 2 2-15,-4 3 22 0,0 1 8 0,-3 1-12 16,-9 5-6-16,0 0-12 0,-4 0 19 0,0 8-4 15,-1 3-3-15,1 6 21 0,-1 2-5 16,1 4 11-16,0 3-6 0,2 2-2 16,2 2-1-16,4-1-15 0,3-3-14 15,5-2-1-15,0-2-27 0,6-4 3 16,8-4 2-16,2-1-5 16,7-3-15-16,3-5-1 0,7-4-18 15,2-1-63-15,5-5-25 0,6-6-35 0,2-3-98 16,-9 3-348-16,23-11-884 0</inkml:trace>
  <inkml:trace contextRef="#ctx0" brushRef="#br0" timeOffset="38163.194">17060 6980 2553 0,'0'0'287'0,"0"0"-200"0,0 0 51 16,0 0 38-16,0 0 24 0,-92-33-6 15,70 35-18-15,2 10 35 0,0 3-41 0,1 8 1 16,3 8-10-16,0 5-29 0,3 4-21 15,4-2-25-15,0-3-31 0,6-7-33 16,3-11-22-16,0-9-55 0,9-4-31 0,3-4 9 16,3-4 64-16,3-10 12 0,5-5 1 15,-2-6-33-15,0 0-29 0,-1 0 3 16,-4 4 22 0,2 9-9-16,-2 6-25 0,-1 6 5 15,1 9 20-15,0 10 46 0,-3 10 17 16,1 7 21-16,-3 7 21 0,-3 3 0 15,2 0 2-15,-3 1-33 0,-1 0 12 0,-3 1-12 16,-3 1 6-16,0 4 52 0,-7 3 55 16,-6 1-6-16,-6 0 15 0,-1-6-7 15,-2-3-34-15,1-8-39 0,1-6-15 0,4-8-34 16,1-9-18-16,2-7 12 0,2-9-15 0,2-2-109 16,-1-14-49-16,3-5-3 0,1-13-1 15,3-5-38-15,3-10-61 0,0-7-175 16,0-3-211-16,5 14-447 0,2-31-481 0</inkml:trace>
  <inkml:trace contextRef="#ctx0" brushRef="#br0" timeOffset="38480.086">17214 7039 1190 0,'0'0'1548'16,"0"0"-1214"-16,0 0-21 0,0 0 80 15,0 0-59-15,78 28-2 0,-64-23-60 0,-1 0-128 16,3-5-95-16,-1 0-33 0,3-5 5 15,2-4-6-15,-1-7-15 0,4-3 0 0,2-3-79 16,-5-2-59-16,0 3-7 0,-4 0 9 16,-6 6 34-16,-4 3 40 0,-5 3 6 15,-1 5 35-15,-8 2 20 0,-7 2 2 16,-4 0 33-16,-5 5 53 0,0 5 12 16,-2 3 25-16,4 5-7 0,0 6-19 15,2 7 16-15,6 2-19 16,1 4-3-16,1 1 8 0,5 4 40 15,0-5-27-15,1-1-34 0,5-5-25 16,1-5-54-16,0-6-27 0,7-8-19 16,4-6-42-16,2-6 9 0,6 0-55 0,5-10-18 15,-2-5-69-15,4-9-136 0,-6 5-303 16,6-13-845-16</inkml:trace>
  <inkml:trace contextRef="#ctx0" brushRef="#br0" timeOffset="38786.075">17664 6947 2161 0,'0'0'1227'0,"0"0"-998"0,0 0 36 16,0 0 142-16,0 0-35 0,5 69 14 16,-5-44-69-16,-3-3-99 0,1 1-57 15,-2-3-71-15,1-2-46 0,1-4-44 0,1-3-18 16,1-4-22-16,0-2-8 0,0 0-49 16,0-5-27-16,0 0-13 0,4 0-21 15,4-6 6-15,3-4 76 0,3-4 2 16,3-2-33-16,-2-1-10 0,4 0 22 15,-2 3 36-15,0 1 25 0,0 5 34 16,-3 3 24-16,-2 3 44 16,-2 2 39-16,-1 2 22 0,-1 6 3 15,-2 4-22-15,0 3 3 0,-3-2-13 16,-1 4-3-16,1-3-15 0,-3 2-15 16,1-3-15-16,-1-4-34 0,0-1-18 15,1-5-34-15,2-3-32 0,0 0-68 16,0 0-54-16,6 0-29 0,-1-8-4 15,4-4-177-15,-1 1-548 0,5-8-670 0</inkml:trace>
  <inkml:trace contextRef="#ctx0" brushRef="#br0" timeOffset="39086.994">18056 7078 3089 0,'0'0'554'16,"0"0"-346"-16,0 0 85 0,0 0 11 15,21 66-66-15,-15-56-63 0,2-7-113 16,3-1-61-16,0-2 11 0,7-8 5 15,-1-5-17-15,3-6-52 0,0-1-68 16,-2-5-21-16,-1 4 2 0,-3-2 34 16,-5 4 15-16,-1 7 34 0,-2-2 13 15,-6 3 43-15,0 0 44 0,0 4 18 0,-8-2 25 16,-4 0 27-16,-1 2 16 0,-1 2-41 16,-1 4-12-16,1 1 9 0,1 6 6 0,1 10-22 15,-2 5-3-15,1 7 6 0,-1 4 13 16,1 3 66-16,0 1 11 0,3-3-23 0,2-2-59 15,3-3-72-15,5-9-9 0,0-4-66 16,0-8-89-16,8-6-2 0,4-1-26 16,5-5 1-16,2-9-36 0,1-3-210 15,-3-1-643-15,4-12-1063 0</inkml:trace>
  <inkml:trace contextRef="#ctx0" brushRef="#br0" timeOffset="39334.713">18428 6902 2981 0,'0'0'463'0,"0"0"-298"0,0 0 85 16,0 0 42 0,0 0 93-16,15 72-10 0,-13-52-124 15,-1 4-90-15,-1 2-30 0,0 2 8 16,0 0-27-16,-3 3-69 0,0 1-40 16,-1-3 0-16,-1-2-1 0,2-6-1 15,0-4 0-15,1-7-1 0,2-5-1 0,0-5-20 16,3 0-19-16,7-9 10 0,3-5 30 15,4-7-1-15,2-3-10 0,3-5-41 0,1-3-42 0,-1 2-33 16,-1-2-37-16,2 0-114 0,0 1-246 16,-5 12-555-16,12-9-1022 0</inkml:trace>
  <inkml:trace contextRef="#ctx0" brushRef="#br0" timeOffset="39704.261">19047 6930 3536 0,'0'0'491'0,"0"0"-315"0,0 0 23 16,-78 17 27-16,51 3-45 0,0 4 85 0,1 2 6 0,5 3-72 15,4-3-43-15,7-4-54 0,6-3-57 0,2-8-46 16,2 0 0-16,3-8-13 0,7-3-14 15,4 0 3-15,6-6-15 0,4-7-10 0,2-5-29 16,1-2-1-16,-2-2 0 0,2-3 21 16,-1 6 7-16,-3 3 5 0,-3 3-3 31,-2 7 22-31,-3 6 27 0,-3 2 6 16,-2 12 82-16,-1 5 28 0,-4 2-25 15,0 6-3-15,-4 1-25 0,1 0-20 16,-1-4-7-16,-1 0-9 0,0-7-13 15,3-4-14-15,2-7-30 0,4-5-18 16,0-1-71-16,4-7-44 0,6-12 29 16,2-10-18-16,3-7-114 0,3-5-249 0,-1 1-513 0,-6 7-420 15,7-16-395-15</inkml:trace>
  <inkml:trace contextRef="#ctx0" brushRef="#br0" timeOffset="39904.692">19596 6300 2786 0,'0'0'1067'0,"0"0"-941"15,0 0 32-15,0 0 118 0,0 0 24 0,-8 103 77 16,-1-55-15-16,-1 7-89 0,1 6-47 16,2 2-30-16,1 1-60 0,-1-1-85 15,4-4-48-15,2-6-3 0,1-4-33 16,0-6-54-16,4-8-46 0,5-9 0 16,-1-4 12-16,3-7 0 0,-2-7-27 15,2-3-40 1,-3-3-101-16,-1-2-175 0,-1-2-218 0,-1-5-383 15,-3-5-348-15</inkml:trace>
  <inkml:trace contextRef="#ctx0" brushRef="#br0" timeOffset="40107.545">19428 6817 2624 0,'0'0'975'0,"0"0"-663"0,0 0-23 0,0 0 24 0,0 0-78 15,0 0-5-15,0 0 14 0,0 0-53 16,0 0-21-16,93 8-30 0,-64-9-59 15,1-6-57-15,2-1-24 0,-2-3-9 16,1-1-78-16,-1 1-98 0,-3-1-15 16,-2 2-32-16,-1 3-117 0,-4 3-254 15,-3 1-424-15,-3 3-193 16,-4 0 74-16,0 7 630 0</inkml:trace>
  <inkml:trace contextRef="#ctx0" brushRef="#br0" timeOffset="40336.637">19831 6871 473 0,'0'0'1932'0,"0"0"-1125"0,-27 79-170 16,20-49-151-16,1 1-143 0,3 0-27 15,3-7-57-15,0-4-76 0,10-5-59 16,5-6-33-16,6-6-37 0,5-3-14 16,1-4-40-16,4-9-41 0,0-5-37 0,2-6-28 15,-1-1-40-15,-2-1-6 0,-1-1 2 16,-8 1 1-16,-6 4 7 0,-4 3 38 16,-7 1 11-16,-4 5 87 0,-3-1 6 0,-9 4 62 15,-5 3 55-15,-5 2-47 0,-2 5-17 16,-3 2-1-16,1 10-3 0,1 5 15 15,2 4-18-15,0 2 2 0,2 0 13 0,4 0-6 16,0-2-55-16,6-5-3 0,2-5-119 16,3 0-70-16,5-5-44 0,1-5-182 15,0 0-602-15,4-3-531 0</inkml:trace>
  <inkml:trace contextRef="#ctx0" brushRef="#br0" timeOffset="40552.912">20326 6854 3138 0,'0'0'648'0,"0"0"-478"0,0 0 34 0,13 81 48 16,-18-48-14-16,-5 2 94 0,0-3-70 15,-3-2-128-15,4-2-79 0,2-8-55 16,3-1-22-16,1-7-29 0,3-2-10 16,0-7-27-16,3-3-34 0,5-1 12 0,6-8 42 0,1-4 29 15,4-8-8-15,3 0-8 16,1-5-22-16,0 1-24 0,1-3-100 0,2 1-64 15,-1 2-122-15,1 2-83 0,-9 7-664 16,11-4-861-16</inkml:trace>
  <inkml:trace contextRef="#ctx0" brushRef="#br0" timeOffset="41107.881">21396 7070 2508 0,'0'0'736'15,"0"0"-339"-15,0 0-157 0,-49 81 8 0,38-50-8 16,3 0-11-16,3-6 20 0,5-5-87 16,1-4-116-16,12-9-45 0,5-6-1 15,5-1 31-15,4-10-4 0,3-9 13 16,6-6-40-16,-1-6-12 0,0-6-46 16,0 1-31-16,-3-2 3 0,-3 3 37 0,-7 6-21 0,-4 4 17 15,-9 7 29-15,-6 7 24 0,-3 4-1 16,-10 7-12-16,-7 0-14 0,-4 0 27 15,-2 11 12-15,-1 3 53 0,-1 4-10 16,4 3-21-16,0 0-13 0,7-2-21 16,0-2-18-16,5-5-47 0,2 0-101 15,0-1-78 1,4-4-150-16,1-3-280 0,2-1-661 16,0-3-527-16</inkml:trace>
  <inkml:trace contextRef="#ctx0" brushRef="#br0" timeOffset="41239.506">21742 7105 2651 0,'0'0'648'0,"0"0"-251"16,104-2 3-16,-61-9-55 0,3-3-166 16,2-4-92-16,-3-4-38 0,-2-5-40 0,-1-3-9 0,-2-2-55 15,-1-3-106-15,-5 0-99 16,-2 3-125-16,-9 1-134 0,-5 8-241 0,-8-4-686 16</inkml:trace>
  <inkml:trace contextRef="#ctx0" brushRef="#br0" timeOffset="41471.274">22136 6661 985 0,'0'0'1515'16,"0"0"-1121"-16,0 0-151 0,0 0-61 16,0 0-13-16,-37 73-17 0,37-46 25 15,0 5 5-15,0 4 6 0,6 7 52 16,-1 4-46-16,1 8-46 0,-1 10-22 0,-2 9-13 16,0 5-9-16,-3 7-9 0,0 1-44 15,-1-3-48-15,-7-5 0 0,0-7-3 16,-1-6-18-16,-1-10-12 0,1-8-31 0,1-8-19 15,-1-3-14-15,-1-9 2 0,-2-4 0 16,-2-5 9-16,0-6-3 0,-4-3-16 16,4-7-75-16,-3-2-6 0,-2-1-3 15,-1-2-21-15,-5-6-75 0,-1-3-78 16,4 1-274-16,-19-9-582 0</inkml:trace>
  <inkml:trace contextRef="#ctx0" brushRef="#br0" timeOffset="42241.346">23160 6922 2654 0,'0'0'466'0,"0"0"-223"0,0 0-56 16,0 0 13-16,0 0 95 0,0 0-7 16,0 0-65-16,0 0-66 0,0 0-28 15,0 0-1-15,0 0-11 0,-62-11-26 16,51 45-21-16,-4 9-9 0,5 10 3 16,-1 2 12-16,4 2 12 15,2-6 9-15,5-5-34 0,0-8-32 16,8-7-1-16,3-8-29 0,1-5-1 15,2-8-18-15,0-3-10 0,0-5-11 16,1-2-3-16,1 0-46 0,-2-4-37 16,-2-4 1-16,-1 1-10 0,0 0-25 0,-6-4-49 0,1 5-63 0,-6 1-55 0,0 1-76 15,0-1-112 1,-6-1-95-16,-4 1-113 0,1-2 127 16,-3 2 188-16,1-2 371 0,0 0 36 15,5 0 277-15,1 0 117 0,5 3 164 0,0 1-69 16,0 3-78-16,8 0-34 15,2 0 34-15,5 0-43 0,0 3-89 0,1-2-69 16,2 2-65-16,-2-3-32 0,-1 0-34 16,1 0-34-16,1-7-45 0,1 0-15 0,1-5-83 15,-1-1-61-15,-2 0-60 0,1 1-66 16,-4-3-135-16,-4 7-325 0,0-2-707 0</inkml:trace>
  <inkml:trace contextRef="#ctx0" brushRef="#br0" timeOffset="42389.947">23304 7231 2183 0,'0'0'804'0,"0"0"-462"0,0 0-142 16,0 0 66-16,-23 87 61 0,23-63-7 15,0-3-27-15,0 0-63 0,0-2-74 0,3-5-77 16,3 0-79-16,1-4-32 0,3-4-72 16,3-3-101-16,3-3-10 0,2 0-23 15,6-11-121-15,-5 4-310 0,12-15-880 0</inkml:trace>
  <inkml:trace contextRef="#ctx0" brushRef="#br0" timeOffset="42610.971">24111 6897 2516 0,'0'0'614'0,"0"0"-375"0,0 0-4 0,-90 88 71 16,54-49 2-16,-3 6-41 0,-2 3-45 0,1 2-81 15,-1 7-49-15,-1 0 0 0,0 3-22 16,-3 2-40-16,0 1-11 0,-1-1-19 16,4-4-2-16,0-3-26 0,4-7-91 0,3-5-74 15,8-6-53-15,4-7-39 16,5-7-69-16,7-7-190 0,5-7-604 0,3-9-907 0</inkml:trace>
  <inkml:trace contextRef="#ctx0" brushRef="#br0" timeOffset="43012.001">23889 7474 3871 0,'0'0'597'15,"0"0"-581"-15,0 0 61 16,0 0 86-16,104-5 3 0,-69 3 78 16,0 2-79-16,-1 0-98 0,0 2-66 15,-3 3-1-15,-8 2-1 0,-6 0-24 16,-7 4 1-16,-5 1-28 0,-5 5 1 16,-7 2 14-16,-11 6 10 0,-6 3-4 15,-4 3 10-15,-3 4 21 0,-3-1 15 0,1 0-13 16,-2 0 10-16,1 1-10 0,4-3 17 0,4-3-18 15,3 0 1-15,4-4-2 0,8-7 3 0,3 0 39 16,5-2-14-16,3-4-7 0,0-1-19 16,9-3 0-16,4-2-2 0,4-5 12 15,2-1 1-15,7 0-13 0,2-7 0 16,3-8-36-16,0 1-22 0,2-9-61 16,0-1-67-16,2-1-122 15,-10 5-294-15,12-13-815 0</inkml:trace>
  <inkml:trace contextRef="#ctx0" brushRef="#br0" timeOffset="43274.713">24674 7366 3587 0,'0'0'592'15,"0"0"-402"-15,0 0-29 0,-84 45 52 16,56-20-5-16,-6 6 39 0,4 4-3 15,1 3-114-15,1 5-48 0,4 5-9 16,1 3 5-16,3-1 67 0,5-1-39 0,4-2-49 16,4-8-43-16,5-3-14 0,2-4-2 0,3-6-10 15,8-1-12-15,1-4-6 0,5-6-21 16,2-3-49-16,6-7-3 0,2-5-12 16,5 0-30-16,2-7-7 0,3-10-40 15,-3-1-174-15,0-5-271 0,-9 3-680 16,5-9-1112-16</inkml:trace>
  <inkml:trace contextRef="#ctx0" brushRef="#br0" timeOffset="43676.226">24943 7472 2999 0,'0'0'622'0,"0"0"-307"0,0 0-17 15,0 0-43-15,0 0-49 0,0 0 22 16,-68 85-27-16,50-54-70 0,0 5-36 0,-1 0-4 15,-1 5 3-15,4 1 39 0,-1 0-18 16,3-1-33-16,2-3-40 0,4-3-39 16,3-8-2-16,4-4-1 0,1-6-3 15,0-4-18-15,7-6-28 0,3-2-32 0,5-4 2 16,-1-1 3-16,3-4-8 0,-1-5-4 16,4-2-7-1,-3 0 1-15,-2 1-10 0,-2-2-12 16,-3 3-43-16,-3 1-4 0,-5 3 0 0,-2-1-1 15,0-1-63-15,-5 1-154 0,-5-2-107 0,-1 0-109 16,-1-4-134-16,1 0 84 0,-1 1 243 16,5 1 404-16,3 1 153 0,1 7 397 15,3 2 132-15,0 0-50 0,3 0 16 16,5 6-93-16,7-2-114 0,-2-1-112 0,7-3-91 16,2 0-34-16,4-2-21 0,2-7-80 15,1-4-64-15,0-1-39 0,0-4-36 16,-1 0-110-16,1-2-64 0,-6-1-95 15,-5 4-243-15,-4 3-546 0,-7 0-673 0</inkml:trace>
  <inkml:trace contextRef="#ctx0" brushRef="#br0" timeOffset="43831.629">25120 7768 2478 0,'0'0'800'15,"0"0"-517"-15,0 0 48 0,-17 77 101 16,11-55-51-16,2-1-32 0,1-5-117 0,1-2-151 15,2-7-81-15,0-1-31 0,0-2-75 16,3-3-56-16,2-1-52 0,1 0-91 0,-1-5-271 16,1-1-724-16,7-12-1223 0</inkml:trace>
  <inkml:trace contextRef="#ctx0" brushRef="#br0" timeOffset="44023.747">25590 7547 3253 0,'0'0'769'0,"0"0"-574"15,0 0-12-15,0 0 86 0,0 0 65 16,16 77 35-16,-12-52-99 0,-2-2-122 16,-1 2-63-16,-1 2-43 0,0 0-24 15,-10 1-18-15,-3 2-1 0,-8 1-38 16,-7 1-79 0,-3 3-45-16,-8 1-38 0,-2 1-12 15,-5 1-55-15,-2-1-197 0,-5 1-296 0,11-13-648 16,-33 14-888-16</inkml:trace>
  <inkml:trace contextRef="#ctx0" brushRef="#br0" timeOffset="50941.592">4345 9097 2327 0,'0'0'307'15,"0"0"207"-15,0 0-262 0,0 0 5 16,0 0 17-16,0 0-29 16,0 0-80-16,0 0-91 0,0 0 4 15,0 0 42-15,73 2 80 0,-27 3-77 16,3-2-47-16,3 2-15 0,0-1 16 16,-2-3-13-16,-2 0-10 0,2-1-35 15,-3 0-16-15,-3 0 0 0,-2-5 20 16,-3-3-23-16,-3 2-27 0,-3-2-74 15,-7-1-21-15,-3 1-21 0,-3 2-45 0,-7 1-68 0,-3 4-117 16,-7 1-236-16,-3 0-589 0,-8 1-601 0</inkml:trace>
  <inkml:trace contextRef="#ctx0" brushRef="#br0" timeOffset="51173.134">4334 9369 1375 0,'0'0'1449'16,"0"0"-1020"-16,0 0-174 0,0 0-87 0,0 0 18 16,0 0 100-16,0 0-6 0,107 3 16 15,-59-5-109-15,1 0-22 0,3-3-30 16,-1 4-26-16,0-4-27 0,-2-1-57 16,-3 5-10-16,0-5-15 0,-1 2-30 0,-2-2 3 15,0-2-58-15,2-3-25 0,-3-1-39 16,-2-3-56-16,0-2-38 0,-8 0-142 15,-2 1-225-15,-11 3-361 0,-3-9-482 0</inkml:trace>
  <inkml:trace contextRef="#ctx0" brushRef="#br0" timeOffset="51511.086">4921 8510 3089 0,'0'0'466'0,"0"0"-464"16,0 0 61-16,0 0 126 16,0 0 53-16,98 6-26 15,-72 3 14-15,7 4-48 0,2-1-38 0,1 6-52 16,5 2-15-16,1 3-37 0,0 0-16 16,3 1 7-16,-2 0-4 0,-1 1-12 15,-2 0-14-15,-7-1-1 0,-5 1 0 16,-6 3 0-16,-7 3-27 0,-9 5 6 0,-6 6-19 15,-3 5-15-15,-13 6-6 0,-8 3-7 0,-8 2 34 16,-3 2 32-16,-6-2 1 0,-4 0-29 16,-4 1 29-16,-4-4-1 0,2-3 1 15,-2-7-17-15,5-4-56 0,1-8-34 16,3-5-40-16,4-6-41 0,6-3-56 16,2-6-92-16,6-1-143 0,9-6-285 15,-3-2-748-15</inkml:trace>
  <inkml:trace contextRef="#ctx0" brushRef="#br0" timeOffset="55247.973">7185 8689 1357 0,'0'0'1504'0,"0"0"-1349"16,0 0-111-16,0 0 126 0,0 0-36 15,0 0-23-15,0 0 38 16,0 0-7-16,22 65 9 0,-9-23-22 15,4 8-6-15,2 10-33 0,0 5-31 16,1 7-37-16,1 7-11 0,0 3-10 16,1 2 0-16,0-5 21 0,0-10-22 15,-1-12 16-15,1-15-16 0,-3-14 15 16,-2-10-12-16,-2-7 19 0,-1-6 3 16,-1-5 3-16,0-1 18 0,-2-13 40 0,3-3-3 0,1-11-21 15,2-5-37-15,-1-7 2 0,3-7-25 16,0-7 16-16,1-3-18 0,4-6 0 15,-2-4-25-15,0-2 12 0,-1-1 13 16,-3 1 0-16,-1 1-11 0,-4 9 11 0,-2 8-18 16,-3 8-19-16,-4 11-6 0,-4 11-43 15,0 8-10 1,-3 6-18-16,-6 7-89 0,-8 0-126 16,-2 10-229-16,4 0-258 0,-14 14-510 0</inkml:trace>
  <inkml:trace contextRef="#ctx0" brushRef="#br0" timeOffset="55432.595">7357 9074 1653 0,'0'0'1288'0,"0"0"-991"16,0 0-86-16,0 0 23 0,0 0-23 0,0 0-43 16,0 0-16-16,0 0 16 0,0 0-13 15,83-8-53-15,-57 5-72 0,0 0-30 16,3 0-24-16,4 2 23 0,3-1-10 15,1-1-17 1,4 1-157-16,2 0-95 0,2 1-180 16,-12-1-599-16,17 1-1114 0</inkml:trace>
  <inkml:trace contextRef="#ctx0" brushRef="#br0" timeOffset="57984.409">9487 9288 726 0,'0'0'72'15,"0"0"6"-15,0 0 700 0,0 0-365 16,0 0-174-16,0 0-22 0,4-70 35 16,-4 58 43-16,-1-1-78 0,-4 1-42 15,-1 2-45-15,0 1 0 0,0 0-26 16,-2 2-31-16,1 1 17 0,-2 4-7 16,-1-1-30-16,2 3 3 0,-4 0-9 0,2 5-25 15,0 5-22-15,0 4 0 0,0 9 0 0,1 2 15 16,2 6 10-16,0 5-3 0,0 0-20 15,2 0-2-15,5-5-15 0,0-4 14 16,0-8-12-16,0-6 12 0,6-7-11 0,4-2-16 16,0-4-13-16,3-2 19 15,4-7 7-15,1-5-17 16,-2 0-27-16,-1-2 20 0,-3 1 27 0,-2 1 0 16,0 2 11-16,-4 3-10 15,-2 2-5-15,-1 5-3 0,0 1-12 0,-3 1-10 16,1 0 7-16,1 3 34 0,1 4 25 15,0 3 13-15,-1 2 18 0,0 1-12 16,1 5 1-16,-2 1-8 0,1 4 19 16,-1 4-24-16,-1 4 11 0,2 1-41 15,-2 5 14-15,0-1 18 0,0 3-34 0,0 0-1 16,-2 1 1-16,-1-3 0 0,-1-1-9 0,-2-2 8 16,0-4 1-16,1-2 31 0,0-2-31 0,-4-2-2 15,1-3 2-15,-1-1 2 0,2-2 0 16,-2-2 17-16,0-4-4 0,0-2 4 15,-1-1 12-15,0-6 12 0,-2 0 4 0,-1-3-14 16,0 0-14-16,0-6 0 0,0-3-16 16,-1-1-2-16,-2-7-1 0,3 0-16 31,-1-1 15-31,2-1-27 0,5 1 4 16,2 3 21-16,5-2-7 0,0 1-14 15,0 1 20-15,8 0-12 0,3 2 16 16,2-1 34-16,0-2 12 0,4-1-2 15,1 2-1-15,0-2-15 0,1 1 6 0,0 2-1 16,0 1-17-16,-3 1-16 0,-2 2 0 0,-1 3-16 16,-4 1-2-16,-1 1-19 0,-1 2-49 15,-1 0-82-15,-1 2-49 0,-3 1-79 16,1 0-178-16,0 0-312 0,-3-1-987 0</inkml:trace>
  <inkml:trace contextRef="#ctx0" brushRef="#br0" timeOffset="58839.287">10268 9032 1167 0,'0'0'1016'0,"0"0"-434"0,0 0-402 0,0 0-16 16,0 0 88-16,0 0-2 0,-35-69-10 15,18 68-6-15,-5 1-85 16,-1 7-52-16,1 6-45 0,-2 6 4 0,1 8-12 0,4 4 33 16,6 5-12-16,2 5-7 0,2 5 13 15,6 3-4-15,2 2-27 0,1-1-6 0,0-3-19 16,7-8-15-16,3-7 13 0,0-7-4 15,0-7-9-15,5-5-14 0,-2-6 14 16,1-2 26-16,-1-5-26 0,3 0-21 16,-3-7-93-1,1-4-95-15,-2-1-101 0,-3-5-198 0,-5 5-500 16,-4-6-601-16</inkml:trace>
  <inkml:trace contextRef="#ctx0" brushRef="#br0" timeOffset="59002.352">10093 9292 2463 0,'0'0'515'0,"0"0"-176"0,0 0 48 0,0 0-88 0,0 0-4 16,0 0-42-16,0 0-49 0,78 16-26 15,-47-11-83-15,3-5-74 0,6 0-21 16,4-9-22-16,3-3-125 0,7-6-105 16,3-2-161-16,-12 3-349 0,21-16-1032 0</inkml:trace>
  <inkml:trace contextRef="#ctx0" brushRef="#br0" timeOffset="59287.428">11222 8779 2024 0,'0'0'1382'0,"0"0"-1118"0,0 0-63 16,-84 42 126-16,49-17-41 0,0 5-18 16,0 7 1-16,2 1-76 15,6 3-62-15,1 3-16 0,5 1-18 16,4 6-18-16,4 4-4 0,3 1-29 15,7-2-4-15,3 0-27 0,2-6-3 0,9-4-12 16,4-7 0-16,3-6-1 0,4-7-17 0,1-6 15 16,3-5 1-16,1-7-37 0,-1-3 36 0,0-3-52 15,1-6-75-15,-6-5 18 16,-3-3-19-16,-3-4-18 0,-4-1-22 16,-5 2-31-16,-4 1-128 0,-2-1-232 15,-5 3-154-15,-8-1-303 0,-3 0-20 0,-7 1 319 16,-1-4 299-16</inkml:trace>
  <inkml:trace contextRef="#ctx0" brushRef="#br0" timeOffset="59421.459">11021 9332 163 0,'0'0'496'0,"0"0"507"16,0 0-234-16,0 0-174 0,0 0-135 16,0 0-125-1,0 0-86-15,0 0 19 0,0 0 44 0,0 0-75 16,-4 6-72-16,23 0-31 0,5-1-52 16,1-4-42-16,-1-1-37 0,-2 0-3 15,0-4-30-15,-1-3-95 0,-2 2-71 16,0 2-65-16,-4-3-106 0,-1 2-213 15,-4-1-595-15,-2 4-553 0</inkml:trace>
  <inkml:trace contextRef="#ctx0" brushRef="#br0" timeOffset="59541.42">11277 9344 1129 0,'0'0'459'0,"0"0"952"0,0 0-1059 0,0 0-82 16,0 0 51-16,4 75-7 0,-4-57-35 0,1 2-45 16,1-2-74-16,-2 0-41 0,5 0-78 15,-2-3-41-15,0 3-61 0,2-1-117 31,2-3-108-31,0 3-174 0,0-6-624 16,8 2-927-16</inkml:trace>
  <inkml:trace contextRef="#ctx0" brushRef="#br0" timeOffset="59672.933">11691 9696 280 0,'0'0'2764'15,"0"0"-2425"-15,0 0-158 0,-30 83 15 0,10-50-7 16,-1-1 12-16,-3 2-123 0,-3-1-78 15,3 2-97-15,-2-2-145 0,6-7-245 0,-8 12-846 16</inkml:trace>
  <inkml:trace contextRef="#ctx0" brushRef="#br0" timeOffset="84809.042">13578 9222 1865 0,'0'0'1258'15,"0"0"-1002"-15,0 0 13 0,0 0 81 16,0 0-90-16,-78 8-40 0,78-8-31 0,2 0-88 15,12 0-52-15,9 0 19 0,12 0 11 16,8-4 19-16,9 0 46 0,2 0-41 0,2-1-24 16,-2-1-36-1,-2 0-19-15,0-1-24 0,-4 0-13 16,-1-4 13-16,-4-1 0 0,1-1-2 16,-3 0-15-16,-2 1 15 0,-6-1-11 15,-4 4-20-15,-6 4-55 0,-5 5 18 16,-6 0 6-16,-3 8 15 0,-4 9-21 15,-4 9 30-15,-1 7 12 0,-6 14 13 16,-3 10 0-16,-5 7 15 0,3 7 11 0,0 2-11 0,0 1-3 0,2-1 1 16,2-5 1-16,-1-6-11 15,0-8 10-15,1-6 1 0,4-11 1 0,0-9 0 16,2-9-2-16,1-7-20 0,0-4-18 16,0-4-15-16,0-4 3 0,0 0-4 15,0 0-2-15,-2 0-10 0,1 0 3 16,-5 0-15-1,1-1-69-15,-4-5-158 0,-3 1-278 0,-1 0-562 16,-11-4-718-16</inkml:trace>
  <inkml:trace contextRef="#ctx0" brushRef="#br0" timeOffset="84972.783">13790 9722 3186 0,'0'0'385'16,"0"0"-343"-16,0 0 144 0,0 0 65 0,0 0-72 15,91-10-24-15,-63 3-40 0,1-4-90 16,-1 3-25-16,1-3-1 0,-2 5-49 0,-3-1-136 16,-2 5-80-16,-3 2-20 0,-6 3-107 15,-6 4-635-15,-8 16-778 0</inkml:trace>
  <inkml:trace contextRef="#ctx0" brushRef="#br0" timeOffset="85156.686">13634 10095 2055 0,'0'0'427'0,"0"0"-82"0,0 0 142 16,0 0-46-16,0 0-202 0,0 0-73 15,0 0 46-15,0 0 29 0,88-5 33 0,-39-6-75 16,7-1-53-16,2-2-67 0,1-5-69 16,2-2-10-16,1 2-39 0,-2-4-77 15,2 2-95-15,-1-3-25 0,-4 1 2 0,-2-2-203 16,-15 4-618-16,5-11-900 0</inkml:trace>
  <inkml:trace contextRef="#ctx0" brushRef="#br0" timeOffset="85657.727">14839 8951 2944 0,'0'0'711'16,"0"0"-585"-1,0 0-79-15,0 0 113 0,19 98-18 16,-18-51-11-16,-1 10 83 0,-1 8-16 16,-8 4-88-16,-2 7-45 0,-4 4-31 0,-1 3-34 15,-2-1-3-15,2-2-13 0,0-8-42 16,3-10-31-16,0-15 21 0,6-12 54 16,1-13 13-16,3-13-1 0,3-9-48 15,0-1-58-15,2-15-16 0,6-6 40 0,4-8 19 0,2-5 28 16,5-2-38-16,3-2 30 0,2 3 17 15,3 4 12-15,2 2-6 0,3 7 5 16,0 4 17-16,-2 5 35 0,-4 9 28 16,-6 5-34-16,-3 0 8 0,-6 5 22 15,-5 7-31-15,-1 1-9 0,-5 3-17 16,0 0-2-16,-6 2-19 16,-7 2-90-16,0-1-39 0,-5-1-56 15,-1-2-69-15,-2-3-7 0,0-1 75 0,1-3 135 16,2-2 70-16,1-3 11 0,4-2 25 15,-1-2 21-15,7 1 75 0,2-1 50 16,4 0-11-16,1 3-63 0,1 0-13 0,8 3 37 16,5 0 41-16,1 4-31 0,3-3-43 15,5 3 1-15,-1-3 36 0,4-2 28 16,2 0-5-16,0-2-45 0,-2 1-47 16,0-2-15-16,0 2-33 0,-3-1-19 15,0-2-58-15,2 2-82 0,1-2-103 16,-2 0-64-16,1 3-93 0,-7-2-406 15,1 7-1226-15</inkml:trace>
  <inkml:trace contextRef="#ctx0" brushRef="#br0" timeOffset="86358.604">17019 9506 2546 0,'0'0'293'0,"0"0"-152"0,0 0 51 0,0 0 60 16,0 0 5-16,0 0 4 0,0 0-65 15,0 0-84-15,0 0-69 0,0 0-21 16,-90 24 3-16,64 0-23 0,1 3-2 15,2 0 3-15,4-3 9 0,5-6-10 16,7-5-2-16,5-2 0 0,2-3 0 0,3 3 0 0,9 0 46 16,5 2-24-16,5-1 21 0,1 2-18 15,4-2-10-15,-4 4 1 0,0 0-1 16,-4 3 16-16,-2 0-6 0,-5 0-4 16,-1 3-20-16,-5-1 0 0,-4-2 12 15,-2 3 11-15,-3-3-5 0,-5 2-1 16,-6-2-2-1,0-1-16-15,-2-4 0 0,1-4-1 0,0-2-18 16,2-4-42-16,0-2-23 0,3-2 10 16,-1-5-22-16,3-2-62 0,2-7-50 15,3-7-84-15,3-5-152 0,0-4-169 16,0 6-469-16,8-14-301 0</inkml:trace>
  <inkml:trace contextRef="#ctx0" brushRef="#br0" timeOffset="86697.066">17288 9616 2270 0,'0'0'388'16,"0"0"-182"-16,10 72 31 0,-10-38 120 0,-2 4-37 15,-6-1 17-15,-2 1-54 0,1-5-110 16,3-5-80-16,3-9-78 0,3-6-15 16,3-7-25-16,6-6-2 0,5-2 2 15,6-10-6-15,3-9-28 0,1-3-71 0,3-7-28 16,0-4-21-16,-1 1-6 0,-1-1 21 15,-1 1 18-15,-5 3 26 0,1 0 11 16,-4 3 62-16,-3 5 47 0,-6 5 24 0,0 5 27 16,-4 7 32-16,1 4 63 0,-4 2-17 15,2 6-6-15,-1 6 3 0,1 6 13 16,-1 7 11-16,1 4-48 0,-1 2 4 16,1 4 30-16,-2-2 45 0,1 0 49 0,-1-2-108 15,4-6-82-15,-1-1-40 0,3-8-26 16,2-3-65-16,1-2-50 0,2-6-31 15,3-2-47-15,0-3-26 0,3 0-162 16,-3-5-294-16,7-10-766 0</inkml:trace>
  <inkml:trace contextRef="#ctx0" brushRef="#br0" timeOffset="86897.825">17945 9599 2794 0,'0'0'334'16,"0"0"-149"-16,0 0 177 15,0 0-7-15,-101 30-67 0,79-3-19 16,-1 5-29-16,3 5-86 0,6 2-50 16,6 0-1-16,4-5-24 0,4-3-12 15,7-5-29-15,9-5-38 0,6-6-15 0,4-6-37 16,2-8-61-16,4-3 16 0,3-14-38 16,-1-6-61-16,0-6-7 0,0-7-33 15,-2-3-108-15,-8 8-390 0,7-20-886 0</inkml:trace>
  <inkml:trace contextRef="#ctx0" brushRef="#br0" timeOffset="87245.798">18212 8960 2802 0,'0'0'430'16,"0"0"-182"-16,0 0 31 0,0 0-115 15,0 0 28-15,-14 96 66 0,14-48-26 16,0 7-32-16,0 10-35 0,2 4-30 15,-1 5-53-15,2 0-54 0,0-2-7 0,-1-3-21 16,2-5-30-16,1-10-62 0,1-11-52 16,0-14 53-16,3-11 17 0,2-9 34 15,2-9-6-15,3-4-46 0,1-13 2 0,3-10-24 16,1-5-7-16,0-5 5 0,-1 5 1 0,-5 1 61 16,1 8 38-16,-5 7 16 15,-2 10 0-15,1 4 28 0,-3 4 61 0,-2 9 29 16,-2 8 34-16,0 5-37 0,-2 4-16 15,-1 2-34-15,0-1-4 0,0 1 10 16,0 0-4 0,0-2-8-16,0-2-10 0,-1-4-14 15,1-2-35-15,0-6-24 0,0-3-19 16,2-6-67-16,5-3-26 0,1-2-27 16,3 0-38-16,3-9-103 0,-3 2-334 15,10-12-660-15</inkml:trace>
  <inkml:trace contextRef="#ctx0" brushRef="#br0" timeOffset="87649.995">19248 9807 3194 0,'0'0'416'0,"0"0"-166"0,0 0-42 0,0 0 72 16,0 0-57-16,0 0-69 15,90 64-49-15,-51-64-50 0,4-9-15 0,1-7-16 16,1-5-24-16,2-8-15 0,0-2-96 16,-2-5-51-16,3 0-42 0,-4-4-32 15,-5 3-280-15,-11 8-459 0,-2-8-790 0</inkml:trace>
  <inkml:trace contextRef="#ctx0" brushRef="#br0" timeOffset="87847.119">19583 9292 3034 0,'0'0'307'0,"0"0"-209"0,-23 93 96 0,16-42 30 15,-2 14 59-15,2 2 55 0,3 3-48 16,4-3-81-16,0-5-96 0,4-7-98 15,6-6-15-15,2-9-28 0,2-9-94 0,1-11-40 16,5-11-29-16,6-9 9 0,1-9 20 0,10-18-45 16,0-9-215-16,-9 5-260 15,11-30-715-15</inkml:trace>
  <inkml:trace contextRef="#ctx0" brushRef="#br0" timeOffset="88479.982">20084 8939 2752 0,'0'0'494'16,"0"0"-303"-16,0 0-23 0,0 0 50 0,2 81-8 16,-7-32 16-16,-4 11 13 0,-2 10 14 15,0 2-26-15,-2 6-41 0,0-3-31 16,3 1-76-16,1-5-37 0,3-8-42 16,3-4-19-16,3-14-17 0,0-7-31 0,6-8-30 0,8-11-25 15,2-11-19-15,2-6-30 0,5-4 14 16,0-12 33-16,-1-8-21 0,1-1-5 15,-1-4-69-15,-2 2 24 0,0 3 107 16,-1 4 69-16,-5 10 18 0,-2 1 1 16,-1 5 54-16,-3 2 97 0,-1 10 48 15,-3 6-6-15,0 5-25 0,-4 3-66 0,0 2-31 16,0 0-4-16,0-1 1 0,0-3 6 16,0-4-31-16,2-3-43 0,3-5-19 0,4-7-24 15,1-3-9-15,5-2-16 0,-1-9-9 16,6-7-12-16,0 0-35 0,-1-2-31 15,3 2-46-15,-4 2-41 0,0 5 21 0,-2 4 24 16,-3 2 9 0,1 3 19-16,-4-1 34 0,0 0 87 15,0 3 48-15,-1-1 67 0,-3 0 106 16,0-1 26-16,-3 2-37 0,-1 0-38 16,-2 0-4-16,0 3 15 0,0 5 26 0,0 2 46 15,-5 5-55-15,-3 7-80 0,-3 3-32 16,-1 0 19-16,1 3 12 0,-1-4-10 15,4-2-21-15,3-5-23 0,2-5-17 0,3-4-37 16,0-7-16-16,6-1-30 0,4-5 18 16,6-9-22-16,3-8 1 0,3-1-58 15,3-7-13-15,1-1 16 0,5 5 34 16,-4-1-17-16,-1 7-15 0,0 4 59 0,-6 7 64 16,-1 4 16-16,-6 3 39 0,-1 2 107 15,-4 0 62 1,-4 7-19-16,1 0-41 0,-3 3 8 15,-2-2-51-15,0 1-24 0,2-5-13 16,-1 0-43-16,2-4-25 0,1 0-59 16,2-3-31-16,3-5-53 0,4-8-3 15,6-3-15-15,4-5-53 0,2-3-83 16,0-3-141-16,0-4-112 0,-5 9-213 0,6-22-411 0</inkml:trace>
  <inkml:trace contextRef="#ctx0" brushRef="#br0" timeOffset="88786.373">21114 9103 767 0,'0'0'1382'0,"0"0"-991"15,0 0 2-15,6 68-28 0,-6-27-107 16,0 8-28-16,-2 1 3 0,-1 2 2 16,3 6 1-16,0-3 32 0,5 4-66 15,6-2 97-15,6-2-113 0,2-5-186 0,1-7-22 16,3-7-35-16,-2-5-7 0,0-5-9 16,-4-5-22-16,-3-7-63 0,-6-3 17 15,-5-6-28-15,-3-5-72 0,-9 0-55 16,-7-8-249-16,-10-2-173 0,-5-6 33 15,-5-2 195-15,-3-2 204 0,-1-7 6 16,-2-5-258-16,-1-3 59 16,2-1 479-16,2 5 176 0,7 2 567 15,5 10 58-15,11 5-124 0,9 5-178 16,7 7-183-16,7 0-198 0,12 1 98 16,8 1 92-16,11-1-19 0,8-1-103 15,7-2-53-15,4-1-22 0,3-1-16 16,1-1-37-16,-1 2-58 0,1 2-111 15,-1-2-105-15,-1 5-141 0,-15 0-378 0,15 0-1395 0</inkml:trace>
  <inkml:trace contextRef="#ctx0" brushRef="#br0" timeOffset="91741.862">23438 9699 1532 0,'0'0'808'16,"0"0"-443"-16,0 0-243 0,0 0 58 16,0 0 63-16,-53-70 37 0,40 61-27 15,-3 1-61-15,2 6-22 0,-2 0-70 0,0 2-23 16,1 11-8-16,-2 7-7 0,3 8 6 16,0 11 12-16,2 4-15 15,1 3-1-15,5 0-21 16,1-5-9-16,5-4-33 0,0-6-1 15,0-10-3-15,8-4-34 0,3-6-30 0,2-6 20 16,3-3-5-16,1-2-47 16,3-6 43-16,-4-7 7 0,2-1 18 0,-2-3 28 15,-1 0-10-15,-4-2 11 0,0 0 0 16,0 4-1-16,-2 2-16 0,-1 2-2 16,1 4 8-16,-1 2-8 0,0 6-11 0,-2 1 32 15,5 4 60 1,-2 8 20-16,2 3-2 0,-2 9-20 15,0 5-14-15,0 5-4 0,1 4 18 0,-2 5-8 16,-2 6 11-16,0 1 31 0,-4 3-24 16,-2 5-38-16,0 0-15 0,-5 1 10 15,-4 1-4-15,-3-1-5 0,-4-2-14 16,-1-3 31-16,-1-2-5 0,-2-2-7 0,2-6-9 16,-2-5-11-16,0-4 2 0,4-5 13 15,-4-6-4-15,4-6-9 0,-1-5 21 16,-1-7 1-16,1-6-13 0,-3 0 0 15,1-8-9-15,-4-9-3 0,-2-2 0 16,-1-10-1-16,-2-3-14 0,3-7-34 16,-3-4-18-16,2-1-28 0,1-5-21 0,3-3-108 0,2 3 45 15,5 0-23-15,3 3-102 0,2-2-191 16,5 3-189-16,-1 10-502 0,3-23-426 16</inkml:trace>
  <inkml:trace contextRef="#ctx0" brushRef="#br0" timeOffset="92004.545">23107 9230 2164 0,'0'0'585'0,"0"0"-139"0,0 0-64 15,0 0-10-15,0 0-53 0,0 0-77 16,0 0-69-16,76-12-4 0,-48 12-65 16,2 0-64-16,2 0-16 0,2 0-24 0,4-2-1 15,-1 0-29-15,1 0-90 0,0 1-58 16,2-3-62-16,-1 3-124 0,1-4-236 16,-9 4-591-16,11 0-681 0</inkml:trace>
  <inkml:trace contextRef="#ctx0" brushRef="#br0" timeOffset="92191.308">23866 9728 3443 0,'0'0'311'0,"0"0"-211"0,0 0 86 16,0 0 55-16,97 3-49 0,-70-3-25 15,-1 0-66-15,2-3-74 0,0-1-27 16,3 4-43-16,-3-2-108 0,-6 2-124 16,-2 0-117-16,-6 0-267 0,-11 11-851 0</inkml:trace>
  <inkml:trace contextRef="#ctx0" brushRef="#br0" timeOffset="92369.975">23937 9986 2398 0,'0'0'798'15,"0"0"-362"-15,0 0-74 16,0 0-12-16,0 0-59 0,0 0-21 16,0 0-4-16,0 0-47 0,0 0-76 15,95 20-83-15,-58-20-39 0,3 0-21 16,1 0-19-16,1 0-59 0,-2-1-86 16,2 1-74-16,1 0-59 0,-12 2-268 15,11 9-901-15</inkml:trace>
  <inkml:trace contextRef="#ctx0" brushRef="#br0" timeOffset="93040.093">25321 9712 2252 0,'0'0'469'0,"0"0"-225"0,0 0 25 15,0 0 18-15,0 0 22 0,0 0-44 16,0 0-72-16,0 0-53 0,0 0-10 15,0 0-13-15,-70-23-46 16,52 51 2-16,-1 8-8 16,0 6-1-16,-1 3-9 0,6 0 0 0,2-4-3 15,4-5-18-15,3-9-31 0,5-6-3 16,0-7 0-16,8-7-22 0,4-6-8 16,1-1 2-16,7-4 16 0,3-11-3 15,2-4-7-15,4-5-54 0,-2-4-22 16,1-2 18-16,-2-1 19 0,-6 1 14 0,-1 4 20 0,-4 1 2 15,-2 3 6-15,-5 3 7 0,-1 3 12 16,-3 8 0-16,-3 2 31 0,-1 6-19 16,0 0-12-16,0 4 13 0,2 8 42 15,-1 5 43-15,2 6-36 0,2 5-10 16,0 1 0-16,5-2-15 0,1 3 6 16,2-7-30-16,4-1-13 0,4-4-46 0,4-6 21 0,2-4-39 15,1-4-59-15,1-4-15 0,1 0-29 16,-1-5-118-16,-6-2-272 0,5-9-960 0</inkml:trace>
  <inkml:trace contextRef="#ctx0" brushRef="#br0" timeOffset="93578.769">25035 9410 2088 0,'0'0'679'0,"0"0"-227"0,0 0-76 16,0 0-20-1,0 0-61-15,0 0-63 16,0 0-28-16,0 0 29 0,104-41-61 0,-65 35-75 0,-2 3-58 15,-1-1-39-15,2-1-15 0,0 4 13 16,-1-3-117-16,0 1-68 0,1-1-68 16,-1 2-101-16,-8-3-329 0,18-1-1063 0</inkml:trace>
  <inkml:trace contextRef="#ctx0" brushRef="#br0" timeOffset="94251.358">26194 8793 2970 0,'0'0'530'0,"0"0"-375"0,0 0-54 0,0 0 103 16,0 0 181-16,-17 75-54 0,9-36-89 15,-1 7-89-15,0 4-37 0,0 3-37 16,-4 4-18-16,0 4-21 0,-3 3-19 0,-3 4-18 15,2-2-1-15,1-5-2 0,2-6-17 0,8-13-35 16,3-10-15-16,3-9-12 0,0-7-31 16,0-6-27-16,3-2 2 0,2-6 12 15,2-2-1-15,1 0 4 0,3-8 2 16,3-4 3-16,3-5 40 0,0-6 28 16,2-5 31-1,1-2 5-15,-1-6 11 0,0-2 17 16,0-3-2-16,-3 2 20 0,1 0 5 0,-3 3 23 15,0 8 70-15,-2 4-21 0,1 8 8 16,-3 4-49-16,0 6-9 0,-1 1-7 16,-3 5-6-16,-2 0-30 0,-3 5-1 15,1 6 7-15,-2 1-4 0,-2 3 13 16,-5 3-31-16,-6 3 9 0,0 1-12 0,-2-1-11 16,-2 2-35-16,0-3-31 15,1-3 10-15,1-4 30 0,3-1 9 16,2-5 28-16,1-1 0 0,5 1-15 0,3 1-13 15,-1 0-1-15,2 4 29 0,0 4 53 16,6-1 5-16,4 1 10 0,4 3 2 16,6-5 7-16,5 0-4 0,5-2-12 15,5-2-13-15,4 1-48 0,3-1-18 0,4-1-101 16,0 3-111-16,0-1-116 0,-12-3-327 0,11 5-1095 16</inkml:trace>
  <inkml:trace contextRef="#ctx0" brushRef="#br0" timeOffset="96331.934">27461 9592 2485 0,'0'0'695'0,"0"0"-402"0,0 0-93 0,0 0-14 0,0 0 131 16,0 0 34-16,0 0-80 16,0 0-97-16,0 0-70 0,0 0 37 0,52-11 8 15,-6 10 15-15,4-1-34 0,2-2-66 16,-5 2-40-16,-5 1-3 0,-8-1-21 15,-4 2-2-15,-4 0-16 0,-5 0-64 16,-3 0-72-16,-4 0-50 0,-5 0-21 0,-5 3-79 16,-4 0-209-16,0 2-428 0,-4-1-208 15,-16 5-582-15</inkml:trace>
  <inkml:trace contextRef="#ctx0" brushRef="#br0" timeOffset="96480.6">27612 9751 1140 0,'0'0'527'0,"0"0"197"0,0 0-289 0,0 0-105 16,0 0-36-16,0 0-25 0,0 0 39 16,0 0-113-16,0 0-49 0,99 73-59 15,-61-71-35-15,5 3-52 0,3-4-40 16,5-1-115-16,1 0-127 0,2 0-127 16,-12 0-583-16,20 0-900 0</inkml:trace>
  <inkml:trace contextRef="#ctx0" brushRef="#br0" timeOffset="96916.664">28886 9566 2209 0,'0'0'1160'0,"0"0"-890"0,0 0-65 0,0 0 72 16,-81-42 28-16,60 42-12 15,-5 2-26-15,1 14-99 0,-1 5-59 0,3 10-23 16,6 7-20-16,1 0-14 0,7 4-9 16,5-5-5-1,4-4-38-15,3-8-30 0,9-3-4 16,6-8-5-16,1-7 14 0,1-3-14 0,3-4-13 16,0-4 4-16,2-6-25 0,-2-4-16 15,0-5 16-15,-2 0-10 0,0-4 16 16,-3 3 3-16,0-1 18 0,-7 3 21 0,2 1 25 15,-3 4 0-15,-2 5 12 0,-3 2 13 16,-2 1-4-16,-1 5 44 0,-1 0 2 16,1 5-6-16,-2 7 3 0,1 3 37 0,-1 8-25 15,0 8 6-15,0 2 0 0,0 4-3 16,0-1 0-16,0 0-24 0,8-3-54 16,1-4-1-16,4-6-25 0,4-5-93 15,5-6-6-15,0-6-16 0,2-5-31 16,1-1-28-16,-1-8-130 15,-6-3-352-15,0-14-846 0</inkml:trace>
  <inkml:trace contextRef="#ctx0" brushRef="#br0" timeOffset="97364.423">29321 9247 3317 0,'0'0'494'0,"0"0"-396"0,0 0 63 16,0 0 122-16,0 0 85 0,-18 79-101 16,13-49-133-16,-1 2-73 0,-1 2-33 15,1-1-16-15,-3 0-12 0,-2 1 0 0,3-3-22 16,-2-5-60-16,2-6-22 0,6-7 25 0,2-5 11 16,0-4-14-16,0-3-1 0,0-1 6 15,7-3 18-15,4-4 59 0,2-4 3 16,3-1-1-16,1 0-1 0,1 1 1 15,-2 3-1-15,-2 1 0 0,-3 2 49 0,1 5-10 16,-5-2-13-16,-3 2 1 0,-1 0 3 16,-3 0-1-1,0 3 13-15,-1 4 0 0,-6 4 0 16,-3-1-6-16,-3 2-22 0,-3 1-15 16,0 0-18-16,-3-1-3 0,5-2-10 0,0-2-6 15,3 1 6-15,4-2 13 0,3-2-7 16,1 2 4-16,3-2 3 0,0 2 18 15,3 0 29-15,8 0 23 0,2 0-5 16,5 1-14-16,5-1-18 0,-1-4-13 0,3 1-2 0,0-2-56 16,1 0-76-16,-2-2-3 0,0 0-13 15,0 0-135-15,-3 0-176 0,-8-4-226 16,0-1-620-16</inkml:trace>
  <inkml:trace contextRef="#ctx0" brushRef="#br0" timeOffset="97680.399">28282 8885 1721 0,'0'0'1380'0,"0"0"-1105"0,0 0-3 0,0 0 229 15,95-22-85-15,-54 12-170 0,6-3-65 16,7-1-65-16,8-3-46 0,5-1-30 16,9 1-19-16,5 2-18 0,10-1-1 0,3 5-2 15,3 0-15-15,-1 5-92 0,-7 3-82 0,-1 3-51 16,-9 0-143-16,-21 0-324 15,11 1-962-15</inkml:trace>
  <inkml:trace contextRef="#ctx0" brushRef="#br0" timeOffset="101301.828">13196 11915 1876 0,'0'0'1582'16,"0"0"-1411"-16,0 0-110 0,0 0 140 16,0 0 29-16,0 0 78 0,114 9-73 15,-68-13-69-15,8-4-38 0,3-3-39 0,5-1-34 16,0-2-43-16,2 0-12 0,-1 0-1 16,-4 6-11-16,-1-3-16 0,-5 4-79 15,-7 1-40-15,-3 2-43 0,-7 2-36 0,-7 2-146 16,-9 0-256-16,-8 3-629 0,-12 13-479 0</inkml:trace>
  <inkml:trace contextRef="#ctx0" brushRef="#br0" timeOffset="101471.171">13555 12158 1782 0,'0'0'535'0,"0"0"-38"0,0 0-13 0,0 0-122 16,0 0-104-16,0 0-106 0,0 0 35 0,0 0 43 15,103-14 7-15,-55 5-102 0,1-1-77 0,-1-3-33 16,2 0-25-16,-5 1-14 16,0 0-41-16,-3-1-71 0,-2 1-53 0,0-1-7 15,-5 1-100-15,-4 1-225 0,-12 0-640 16,0-3-761-16</inkml:trace>
  <inkml:trace contextRef="#ctx0" brushRef="#br0" timeOffset="101760.616">13917 11523 1406 0,'0'0'744'16,"0"0"-156"-16,0 0-30 0,92-1-114 0,-52 7-129 15,3 5-96-15,2 3-61 0,3 7-37 16,-4 3-54-16,1 9-17 0,-5 4-16 15,-5 5-32-15,-5 5-2 0,-10 2 0 16,-7 3-90-16,-7 2 25 0,-6 3 1 16,-11 2 20-16,-11 2-18 0,-4-1 0 0,-7 0 28 15,-3 0 25-15,0-2 9 0,-2-5 2 0,-2-3-2 16,4-7-41-16,2-4-58 0,5-8-68 16,4-8-60-1,6-6-83-15,7-7-288 0,0-5-851 0</inkml:trace>
  <inkml:trace contextRef="#ctx0" brushRef="#br0" timeOffset="102643.084">15783 12003 1083 0,'0'0'479'0,"0"0"-349"15,0 0 664-15,0 0-359 0,0 0-92 16,-84-47-60-16,63 44-52 0,2 1-55 16,2 2-9-16,0 5-27 0,2 11-13 0,-1 7-12 15,3 8-10-15,-1 9-19 0,2 6 0 0,2 0-21 16,4 2-19-16,2-6-12 0,4-4-34 16,0-9-14-16,4-8-10 0,4-7-16 0,3-6-9 15,2-6 6-15,5-2 9 0,3-7 16 16,3-9-26-16,1-5 4 0,1-5 10 15,-1-4 8-15,-2 1-9 0,-2-1 16 16,-3 1 12 0,0 4-10-16,-3 6 11 0,0 2-10 15,-3 5 10-15,-2 6-29 0,0 4-3 16,0 2 34-16,-1 9 49 0,2 5 16 16,0 5-12-16,0 4-13 0,1 6 18 15,-1 4-9-15,-1 4 1 0,2 4-1 16,-4 4-16-16,1 4 23 0,-2 4-14 0,-2 5-20 15,-3 2-7-15,1 1-3 0,-3 1 37 0,0-2-27 16,-3-5-4-16,-4-1 15 0,-3-2-11 16,-1-4-19-16,-5-5 12 0,4-3 0 15,-2-7 1-15,-2-2-15 0,1-6 2 16,0-6 21-16,0-5 0 0,1-7-11 0,1-3-1 16,-3-4-9-16,0-1 30 0,-2-9-33 15,0-5-3 1,-5-5-24-16,0-4 25 0,0-6 0 15,1-2-26-15,-1-5-14 0,5 1-16 16,5 0 15-16,5 2 22 0,8 6-25 0,0 3 22 16,9 4-4-16,6 0 13 15,5 2 2-15,0-2 13 0,2 1 11 0,2-1-11 16,-1-1 0-16,3 2-2 0,-3-3-1 16,0 1-13-16,0 1-8 0,0 2-10 0,-2 0-98 0,0 2-59 15,-1 1-106-15,-4-1-120 0,-2 6-220 16,-2-3-763-16</inkml:trace>
  <inkml:trace contextRef="#ctx0" brushRef="#br0" timeOffset="102888.418">16478 12137 3399 0,'0'0'578'0,"0"0"-355"16,0 0 143-16,0 0-16 16,0 0-105-16,0 0-20 0,89 0-49 15,-65-2-103-15,-2 0-58 0,1-1-15 16,0-1-2-16,0 1-80 0,-2 1-106 16,-3 0-46-16,-3 2-35 0,-4 2-157 15,-7 2-607-15,-4 11-576 0</inkml:trace>
  <inkml:trace contextRef="#ctx0" brushRef="#br0" timeOffset="103059.672">16505 12365 2179 0,'0'0'675'0,"0"0"-153"16,0 0-16-16,0 0-124 16,0 0-75-16,0 0-42 0,0 0-36 0,0 0-9 15,0 0-62 1,92 8-64-16,-61-9-65 0,5-6-29 15,1 0-73-15,3-1-82 0,2-1-39 0,2 1-48 16,-1-1-170-16,-12 4-576 0,11-2-760 16</inkml:trace>
  <inkml:trace contextRef="#ctx0" brushRef="#br0" timeOffset="103866.464">17475 12189 1850 0,'0'0'1166'0,"0"0"-917"0,0 0 34 16,0 0 99-16,-46-73-47 0,29 56-65 16,-1 1 22-16,-2 4-77 0,1 0-60 15,-2 5-54-15,-1 0-1 0,2 6 3 16,3 1 16-16,-2 2-38 0,3 10-38 0,0 6-19 16,2 8-9-16,0 7-12 0,5 5 21 0,3 7 0 15,3-1-2-15,3-3-11 0,0 0-11 16,3-9-22-16,4-6 4 0,7-6-9 15,-2-7-9-15,7-7-6 0,0-3 8 16,5-3-20-16,3-9-16 0,1-7-33 16,1-1-6-16,-5-5 26 0,2-2 13 0,-4 1 19 15,-1-2 23 1,-2 3-5-16,0 1-1 0,-5 4 3 16,1 2 16-16,-4 3 12 0,-2 5 2 0,-2 1-11 15,-1 6-13-15,0 0 25 0,-1 4 10 16,2 8 72-16,-1 3 16 0,-1 4-25 15,0 4-9-15,-2 1 3 0,0 0 0 0,0 0-13 16,3-2-23-16,-1-4-31 16,3-5-30-16,2-5-43 0,4-6-12 15,1-2-64-15,6-2-19 0,-1-9 0 0,2-5-85 0,1-6-439 16,-6 4-663-16,4-14-754 0</inkml:trace>
  <inkml:trace contextRef="#ctx0" brushRef="#br0" timeOffset="104363.455">17902 11421 3395 0,'0'0'493'0,"0"0"-285"16,0 0 88-16,0 0-34 0,0 0 12 15,0 0 13-15,0 0-71 16,18 76-119-16,-16-45-49 0,-2 3-8 15,0 2-16-15,-3 3-24 0,-2 0-2 16,-3 0-35-16,2 0-44 0,0-6-62 16,3-4-43-16,-1-6 40 0,4-9 20 15,0-6 28-15,0-3-25 0,0-5-12 16,4 0-29-16,-1 0-4 0,3-5 9 0,0-3 70 16,2-1 55-16,1 0 34 0,-2 0 1 0,3 1 2 15,-1 4 22-15,-2-2 41 0,1 4 19 16,-3-1-4-16,2 0-28 0,-4 3-9 15,0 0-19-15,-3 0-22 0,0 0-2 0,0 3-1 16,0 1 2-16,-4 3-2 0,-6 1 0 16,0 1-62-16,-3 1-10 0,-2 2 0 15,-1-1-29 1,2-3-2-16,2-2-14 0,1 1 4 16,5-3 60-16,1-3 53 0,2 2 45 0,3-2 27 15,0 1-25-15,0 2 7 0,4-1 59 16,3 2-12-16,3 1-10 0,0 0 30 15,6-1-31-15,-1 1 6 0,3-1-18 16,1-2-29-16,1 1-31 0,0 1-18 16,2 0-27-16,1-2 5 0,0 3-92 0,1 0-66 15,0-2-71-15,-1 2-54 0,-6-1-430 16,0-2-1076-16</inkml:trace>
  <inkml:trace contextRef="#ctx0" brushRef="#br0" timeOffset="105112.462">18817 12130 2146 0,'0'0'1186'0,"0"0"-894"15,0 0-115-15,0 0 65 0,0 0 55 16,0 0 34-16,76-5-89 0,-48 3-76 0,3-2-63 16,1 1-36-16,0-1 9 0,-2 1-30 15,-3 0-16-15,-4 1-6 0,-4 2-21 16,-5 0-3-16,-3 0-3 0,-4 7 1 15,-5 0-16-15,-2 8 0 16,-4 4 3-16,-9 6 0 16,-6 4-46-16,-6 4-3 0,-3 2 0 15,-1 1 18-15,-2 0-3 0,3 1 22 0,0-4-4 16,5-2 30-16,4-1 1 0,4-7 3 16,5-2 13-16,7-3 5 0,3-2 28 15,0-2-6-15,3-1 5 0,7-2-11 16,6-1-1-16,3-4 13 0,5 0 0 0,2-2-13 15,3-1 10-15,1-3-28 0,2 0-18 0,-2-7-3 16,1-2 3-16,-3-1-18 0,-3-2-13 16,-3 0-63-16,-2-2-61 0,-3-1-68 15,-5 0-106-15,-4-1-247 0,-3 5-572 16,-5-1-634-16</inkml:trace>
  <inkml:trace contextRef="#ctx0" brushRef="#br0" timeOffset="105297.446">18865 12389 1896 0,'0'0'996'0,"0"0"-676"0,0 0-107 15,0 0 76-15,0 0-19 16,0 0 75-16,0 0 25 0,76-6-152 16,-48 10-95-16,0-2-26 0,1-1-42 15,2-1-41-15,0 0-14 0,0 0-22 16,4 0-66-16,0-3-129 0,1-3-122 15,1 2-143-15,-8-1-584 0,10 1-718 0</inkml:trace>
  <inkml:trace contextRef="#ctx0" brushRef="#br0" timeOffset="106221.146">21042 12336 2209 0,'0'0'533'0,"0"0"-189"0,0 0-79 16,0 0 59-16,0 0 3 0,0 0-8 15,44 66-46-15,-8-49-49 16,6-2-61-16,4-6-72 0,2-8-34 0,2-1-56 16,-2-9-2-16,2-8-20 0,-1-7-86 15,-4-6-52-15,3-5-93 0,-5-4-102 16,-11 7-259-16,7-18-715 0</inkml:trace>
  <inkml:trace contextRef="#ctx0" brushRef="#br0" timeOffset="106505.364">21550 11890 1922 0,'0'0'547'0,"0"0"-227"0,-37 96-3 0,24-49 28 0,3 9 47 15,0 4-3-15,6 3-116 0,4 2-57 16,0 3-53-16,0 3-47 0,0 2-21 16,-2 0-10-16,-1-1-24 0,0-4-9 15,1-4-19-15,0-7-8 0,1-3-24 16,-1-7 14-16,2-5-14 0,0-5 2 15,-1-7-2 1,-1-5-1-16,-1-5 1 0,0-4 11 0,-4-5-11 16,3-1 11-16,-2-5-9 0,-1-3-3 15,-4-1-31-15,0-1-36 16,-5-2-21-16,-1-8-10 0,0-5-3 0,3-8-33 16,0-5-17-16,5-9-92 0,3-7-59 15,4-6-141-15,2-3-186 0,3 11-641 0</inkml:trace>
  <inkml:trace contextRef="#ctx0" brushRef="#br0" timeOffset="106800.153">21830 12456 2786 0,'0'0'475'16,"0"0"-192"-16,0 0 67 0,30 72 51 16,-25-49-51-16,-1-4-55 0,0-2-109 15,2-8-94-15,3-4-62 0,1-3-18 16,2-2-12-16,5-5-10 0,3-7-42 15,3-8-30-15,1-3-28 0,1-4-28 16,-4 0-40-16,-3 0-28 0,-5 6 4 0,-5 2 43 16,-5 4 48-16,-3 3 30 0,0 0 12 15,-11 4 66-15,-8-1 3 0,-2 5 26 16,-4-1 43-16,0 1 19 0,-1 4 41 0,2 5-14 16,1 6-16-16,3 3-21 0,1 5-16 15,2 0-7-15,1-3 1 0,4 0-31 16,2-4-25-16,6-5-105 0,3-2-171 15,1-5-179-15,0 0-771 0,2-4-790 0</inkml:trace>
  <inkml:trace contextRef="#ctx0" brushRef="#br0" timeOffset="107022.597">22141 12221 355 0,'0'0'2016'0,"0"0"-1680"16,0 0-44-16,82 39 9 0,-63-17-56 15,-3 2 55-15,-6 4 120 0,-2 2-113 16,-5 1-98-16,-3 2-58 0,0 0-47 15,-6-3-34 1,-2-1-40-16,2-3-27 0,1-7 12 0,1-5-15 16,2-4-2-16,2-6-26 0,0-4 4 15,4 0 6-15,5-3 1 0,1-6 17 16,7-6 9-16,2-3-9 0,4-3-42 16,0-3-13-16,5-1-25 0,-3 3-37 15,0-1-61-15,1 2-82 0,1 2-106 16,-1-1-222-16,-10 6-639 0,10-4-847 0</inkml:trace>
  <inkml:trace contextRef="#ctx0" brushRef="#br0" timeOffset="107701.51">23757 12183 1049 0,'0'0'1805'0,"0"0"-1424"0,0 0-72 0,0 0-9 16,0 0 99-16,0 0-9 0,0 0-101 15,0 0-112-15,0 0-77 0,-76 32-23 0,58-14-26 16,-1 5-29-16,2 0-19 0,4 0-3 15,3-3-3-15,5-3-19 0,3-3-5 16,2-2 18-16,7 0 6 0,10 0 3 0,3-1-19 16,2 3 19-16,4-2 0 0,-3-1-3 15,0 2 1-15,-5 1 2 0,-1 0 22 16,-5-1 17-16,-1 4-11 0,-5 0-1 16,-3-2-9-1,-1 3-17-15,-2-4 14 0,0 0-2 16,-4-2 2-16,-3 0-15 0,-4 0 0 15,0-3-70-15,-3-4-30 0,2 0-13 0,1-5-18 16,2 0-13-16,2 0-41 0,4-4-96 16,2-5-137-16,1-4-274 15,0 1-427-15,4-13-369 0</inkml:trace>
  <inkml:trace contextRef="#ctx0" brushRef="#br0" timeOffset="107986.804">23990 12447 1330 0,'0'0'1359'0,"0"0"-890"0,0 0-27 0,0 0 12 0,42 73-34 15,-35-60-65-15,-2-6-120 0,0-1-119 16,1-5-73-16,0-1-34 0,4-1-9 16,0-6-3-1,3-7-52-15,3-3-33 0,2-5-47 16,-1 1-15-16,0-3-1 0,0 1 15 16,-3 4 9-16,-5 3 0 0,-1 2 12 15,-6 4 80-15,-2 3 35 0,-1-1 56 16,-8 1 0-16,-1-1 40 0,-3 3-31 15,-1 2-21-15,-1 3 39 0,2 0-2 16,-2 5-41-16,2 5-6 0,-2 4-7 0,1 0 16 0,3-1-6 16,3-1-37-16,5-6-31 0,2-1-79 15,1-1-125-15,1-2-23 0,10-2-89 16,1-2-83-16,4-7-118 0,4-3-143 16,-6 1-34-16,10-8-271 0</inkml:trace>
  <inkml:trace contextRef="#ctx0" brushRef="#br0" timeOffset="108356.9">24267 12286 228 0,'0'0'646'0,"0"0"-242"0,0 0 172 0,0 0-61 0,0 0-15 15,0 0-45-15,79 36-72 0,-73-22-74 16,-2 3-52-16,-1-1-22 0,-3 2-22 16,0-3-41-16,0-3-44 0,0-1-39 15,0-3-46-15,2-4-43 0,-1-1-31 0,4-3-11 16,1 0 20-16,3 0-18 16,4-7 19-16,3-4-7 15,3-3-30-15,4-3 9 0,1 1 19 16,2 0 8-16,-4 2-27 0,3 3 9 0,-4 4 22 15,-3 4 2-15,-3 3-7 0,-4 2 23 16,-6 6 73-16,1 4 35 0,-5 1-10 16,-1 0-19-16,0 2-2 0,0-6-16 15,2 1-19-15,1-4-15 0,2-2-27 16,1-2-12-16,2-2 9 0,4 0 0 0,2-7 0 0,6-7-43 16,4 0-40-16,2-4-5 0,0 5 26 15,1 0 23-15,2 2 11 0,-3 5 16 16,1 2 2-16,-4 4 13 0,-2 3 0 15,-3 5 83-15,-4 4 55 0,-2 4-1 16,-4-1-36-16,0 2-38 0,-1-2-29 16,-2 0-19-16,0 1-15 15,0-4-58-15,-1 0-109 0,1-1-56 16,2-1-32-16,-2-1-131 0,-2-2-347 16,5-1-1115-16</inkml:trace>
  <inkml:trace contextRef="#ctx0" brushRef="#br0" timeOffset="109158.648">25943 12149 2996 0,'0'0'552'0,"0"0"-359"0,0 0 68 0,97-12 92 16,-58 6-74-16,3 3-70 0,-2 3-53 15,2 0-55-15,-3 0-22 0,-6 0-30 16,-4 7-48-16,-9 4 0 0,-7 2 0 16,-7 6-1-16,-6 3-15 0,-5 5-28 0,-12 4-36 15,-6 2 18-15,-5 4 12 0,0-1-6 16,-3 0 6-1,1-1 6-15,3-4 12 0,5 0 31 16,3 0 6-16,6-3 43 0,6-2 19 16,4-3-4-16,3-3-3 0,8-4 12 15,6 1-9-15,3-4 0 0,8-6-9 16,1-1-25-16,2-6 4 0,3 0-31 16,0-3 20-16,0-6-23 0,-4-3-15 15,-3-2-64-15,-2-1-58 0,-3-4-28 0,-5 4-68 0,-5-3-125 16,-5 3-211-16,-4 2-686 0,-4 1-1033 0</inkml:trace>
  <inkml:trace contextRef="#ctx0" brushRef="#br0" timeOffset="109344.169">26073 12447 2455 0,'0'0'561'16,"0"0"-318"-16,0 0 75 0,0 0 76 15,0 0-37-15,0 0-14 0,0 0-85 16,96 2-84-16,-60-2-40 0,3 0-24 15,4-6-25-15,-1-1-83 0,0-3-2 16,0 0-40-16,-2 2-127 0,-1-1-56 16,0 0-16-16,1 2-106 15,-1 1-140-15,-10 1-606 0,9 2-869 0</inkml:trace>
  <inkml:trace contextRef="#ctx0" brushRef="#br0" timeOffset="109844.729">27181 12087 2383 0,'0'0'474'0,"0"0"-208"16,0 0-1-16,0 0 74 0,0 0-65 15,0 0-54-15,0 0-49 0,-96 83-41 0,77-48-19 16,0 6-10 0,6 3-5-16,2 0 11 0,5 0 18 15,4-3-12-15,2-3-37 0,6-6-21 0,7-5-3 16,3-6-1-16,4-6-17 0,5-5-22 15,-1-4-12-15,1-6-34 0,1 0 13 16,0-10-40-16,-1-2-12 0,-2-3-42 16,1-4-81-16,-3-2-77 0,-4 1-154 0,-3-1-208 15,-9 8-573-15,-5-5-567 0</inkml:trace>
  <inkml:trace contextRef="#ctx0" brushRef="#br0" timeOffset="110007.593">27080 12339 2368 0,'0'0'638'0,"0"0"-232"0,0 0-55 16,0 0 39-16,0 0-57 0,0 0-130 0,0 0-65 16,0 0 0-16,96-6-12 0,-62 1-65 15,3-1-61-15,-1 0-6 0,3-1-55 16,0 0-95-16,2-2-75 0,-2 3-68 0,0 1-148 16,-11 2-361-16,10-1-1122 0</inkml:trace>
  <inkml:trace contextRef="#ctx0" brushRef="#br0" timeOffset="110561.808">28052 11861 2085 0,'0'0'1143'16,"0"0"-933"-16,0 0-42 0,82 0 88 16,-41 4 114-16,6-3-115 0,5 2-15 15,2-3-65-15,2 1-86 0,-3-1 0 0,-2 0-47 0,-7 2-11 16,-6 2-31-16,-5 3-21 0,-11 0 3 16,-5 4 3-16,-8 3-25 0,-9 4-36 15,-6 5-28-15,-14 5-16 0,-7 4-31 16,-9 4 3-16,-5 1 27 0,-1 2 12 0,-3-1 25 15,-2 2 6-15,-2 0 36 0,2 0 26 16,-1-2 16-16,6 0 25 0,2-3 45 0,9 1 52 16,6-5-1-16,5-2-15 0,9-1-17 15,5-2 10-15,6-1 30 0,6-4 0 16,12-3-7-16,6-2 25 0,7-3 14 0,8-5-45 16,7-3-28-16,1 0-13 0,8-5 1 31,1-1-27-31,3-8-31 0,-1 0-18 0,-2-6-15 15,-2 1-52-15,-3-2-75 0,-4 1-37 16,-4-2-83-16,-7 1-161 0,-12 3-543 16,3-9-1057-16</inkml:trace>
  <inkml:trace contextRef="#ctx0" brushRef="#br0" timeOffset="110993.313">29439 11841 1903 0,'0'0'1707'0,"0"0"-1404"0,0 0-184 16,0 0 7-16,-99 25 61 0,62-1 45 15,1 7-26-15,0 10-67 0,1 5-48 16,3 5 28-16,3 6 79 0,6 2 3 15,6 0 11-15,3-2-34 0,8-3-66 16,4-5-64-16,2-6-24 0,5-7-24 0,7-5-12 0,6-4-6 16,6-8-12-16,5-7 3 0,7-5-61 15,5-7-42-15,5-4-51 0,3-13-32 16,3-7-79-16,-2-7-303 0,-12 6-672 16,13-18-861-16</inkml:trace>
  <inkml:trace contextRef="#ctx0" brushRef="#br0" timeOffset="111214.884">29870 11847 3074 0,'0'0'766'15,"0"0"-514"-15,0 0-81 0,0 0 50 16,0 0 10-16,0 0-1 0,-95 86 5 16,71-45-74-16,2 4-42 0,5 2 26 15,3 3 13-15,3-1-49 0,5-2-34 0,4-3-48 0,2-4-27 16,0-5-3-16,2-7-24 0,9-4-24 15,4-8-49-15,3-3 6 0,3-7 0 16,4-2-24-16,2-4-18 0,-1-3-32 16,2-4-15-16,-1-6-93 0,-3-3-191 15,-6 5-304-15,-1-9-708 16</inkml:trace>
  <inkml:trace contextRef="#ctx0" brushRef="#br0" timeOffset="111388.477">29794 12239 2899 0,'0'0'797'0,"0"0"-425"0,0 0-132 0,0 0 100 16,0 0 56-16,0 0-70 0,0 0-171 15,0 0-67-15,89 14-28 0,-57-24-60 0,4-5-12 16,-2-1-103-16,0-5-61 0,-3 1-59 0,-3 1-132 16,-6 0-318-16,-5 5-692 0,-6 2-882 15</inkml:trace>
  <inkml:trace contextRef="#ctx0" brushRef="#br0" timeOffset="111522.965">30095 12215 1952 0,'0'0'1588'0,"0"0"-1272"0,0 0-147 0,-19 88 178 15,12-62 97-15,4 1-25 0,3-5-36 16,0-4-135-16,6-3-248 0,6-7-19 16,1-2-62-16,5-5-46 0,1-1-46 0,4-1-31 15,3-10-150-15,-6 0-366 0,10-14-834 0</inkml:trace>
  <inkml:trace contextRef="#ctx0" brushRef="#br0" timeOffset="111732.832">30702 11944 2711 0,'0'0'1356'0,"0"0"-1166"16,0 0-103-16,0 0 151 0,0 0 128 15,0 0-18-15,24 71-93 0,-19-45-137 0,3 4-42 0,-2 3-4 16,3 4-11-16,-7 4-16 0,1 4-42 15,-3 0 10-15,-5 5-13 0,-10 3-15 16,-6 0-79-16,-5 2-90 0,-10-2-16 16,-3 0-19-16,-5-3-47 0,-4-3-155 15,-2-3-253-15,12-13-468 0,-20 5-292 0</inkml:trace>
  <inkml:trace contextRef="#ctx0" brushRef="#br0" timeOffset="113768.647">8067 13378 2699 0,'0'0'626'0,"0"0"-467"0,0 0-42 15,0 0 47-15,-40 87-10 0,37-44 51 16,3 9 10-16,3 10-51 0,8 10-44 0,5 11-30 16,3 8-10-16,5 7-22 15,-1 9-9-15,1 2-37 0,-1-1-12 0,0-5-1 16,1-9 1-16,-2-15 1 0,2-14 21 16,-1-15 24-16,2-16 3 0,-3-14 18 15,2-12 46-15,3-8-28 0,2-16-18 16,0-12 3-16,6-13 2 15,1-10-20-15,4-15-28 0,0-7-3 16,2-5-18-16,0-4 10 0,-5-2-12 16,-5 0 2-16,-5 6-3 0,-8 2 0 15,-6 4-19-15,-3 7-26 0,-7 7-34 16,-3 7-45-16,0 8-22 0,-3 10-4 16,-4 5-12-16,-3 8-50 0,-3 9-94 15,-2 8-295-15,1 3-486 0,-12 8-591 0</inkml:trace>
  <inkml:trace contextRef="#ctx0" brushRef="#br0" timeOffset="113955.689">8142 14197 2694 0,'0'0'453'0,"0"0"-277"0,0 0 71 0,0 0 85 16,0 0-56-16,0 0-49 0,0 0-17 15,0 0-19-15,99 36-19 0,-58-47-68 16,2-3-43-16,5-3-61 0,-2 1 0 15,3 2-16-15,0 5-78 0,1 4-139 0,1 5-35 16,-1 0-148-16,-11 6-586 0,10 11-807 0</inkml:trace>
  <inkml:trace contextRef="#ctx0" brushRef="#br0" timeOffset="115032.689">9588 13683 2549 0,'0'0'367'0,"0"0"-203"0,0 0 31 0,0 0 135 0,0 0-14 16,0 0 81-16,0 0-78 0,0 0-132 15,0 0-104-15,0 0-25 0,-18 14 10 16,21 38 23-16,3 13 59 0,-2 12-11 15,1 9-45-15,-4 5-42 0,-1 3-40 16,0 1-9-16,0-7-3 0,0-3-3 16,0-10-9-16,3-14-9 0,2-13-10 0,1-13 7 15,0-15-12-15,0-9-19 0,1-8-18 16,2-3 12 0,-2-7 19-16,2-8 17 0,2-6 10 15,-1-5-6-15,2-5-7 0,1-4 10 0,0-2-9 16,1 3 14-16,1 1-5 0,0 5-6 15,1 9 11-15,-3 7-11 0,3 7-7 16,0 5 31-16,-2 3 74 0,2 11-19 16,0 4-13-16,0 6 4 0,-2 3-19 15,-3 4-2-15,-2 0-7 0,-4 0 13 0,1-1-1 16,-2-5-19-16,3-2-11 0,2-3-30 0,1-6-59 16,2-4-60-16,3-4-41 0,1-4-28 15,4-2-135-15,3-12-265 0,-5 1-499 16,11-22-631-16</inkml:trace>
  <inkml:trace contextRef="#ctx0" brushRef="#br0" timeOffset="115254.666">10661 13952 2779 0,'0'0'509'0,"0"0"-340"16,0 0 113-16,0 0 36 0,0 0-25 15,-56 95 32-15,37-56-58 0,-1 3-75 16,0 1-45-16,4-2-35 15,4 0-30-15,3-3-18 0,3-2-25 16,6-4-18-16,0-5-21 0,4-2-17 16,5-4 2-16,4-6 3 0,0-1-21 15,4-5-10-15,0-4-42 0,2-3-40 16,2-2-12-16,-3-6-9 0,3-6-10 16,-2 0-75-16,-4-3-210 0,-4-2-306 0,-4 4-624 15,-7-4-407-15</inkml:trace>
  <inkml:trace contextRef="#ctx0" brushRef="#br0" timeOffset="115402.477">10426 14266 1289 0,'0'0'1704'0,"0"0"-1320"15,0 0-118-15,0 0-10 0,0 0 54 16,0 0 38-16,0 0-68 0,0 0-112 16,57 73-73-16,-30-67-34 0,5-4-35 15,4-2-26-15,2-4-33 0,4-8-80 16,3-3-74-16,1 1-44 0,4-5-106 15,-12 8-269-15,21-9-672 0</inkml:trace>
  <inkml:trace contextRef="#ctx0" brushRef="#br0" timeOffset="115849.82">11680 13761 3273 0,'0'0'466'0,"0"0"-337"16,0 0 114-16,-88 36 21 0,54-6 48 15,1 7 41-15,-1 7-52 0,6 1-82 16,5 6-46-16,5 3-7 0,2 0-18 16,8 2-40-16,2-3-23 0,4-3-10 15,2-6-24-15,6-2-21 0,7-5-30 0,3-4-1 16,7-2-23-16,-1-3 6 16,2-4-3-1,-1-2-27-15,0-5-33 0,-2 0-10 0,0-4-5 16,-4-1-13-16,-1-4-15 0,-3-3 6 15,-4-5-9-15,-2 0 18 0,-1-4-1 0,2-9 13 16,-2-3 14-16,0-8 7 0,-2-1-28 16,-1-8-89-16,0-1-23 0,-3-5-41 15,2 1 20-15,-1 3 17 0,2 3 160 16,2 5 60-16,1 12 104 0,2 5 18 16,-3 4 20-16,4 5 38 0,-2 1 3 0,0 0 12 0,4 0-23 15,1-2-29-15,1-2-24 0,5-1-39 16,-2 0-62-16,1-3-18 0,0-1-14 15,0-1-2-15,2-2-54 0,-1 2-52 16,-3 0-65-16,0 1-49 0,-5 2-96 16,-2 4-186-16,-5 0-577 0,-3 3-561 0</inkml:trace>
  <inkml:trace contextRef="#ctx0" brushRef="#br0" timeOffset="116018.789">11826 14278 2737 0,'0'0'577'0,"0"0"-342"0,0 0-1 0,0 0 72 15,0 0 33-15,-16 75-43 0,16-51-139 0,0 1-107 16,0 0-50-16,0 1-25 0,4 1-36 16,0 1-71-16,1-3-56 0,1 3-76 15,-2 0-68-15,6-2-193 0,-4-5-215 16,2 5-733-16</inkml:trace>
  <inkml:trace contextRef="#ctx0" brushRef="#br0" timeOffset="116673.586">13666 14243 2947 0,'0'0'304'0,"0"0"-205"0,0 0 44 16,0 0 38-16,0 0 17 0,0 0-31 16,39 75 37-16,-39-56-68 0,-9 5-58 15,-4 1-38-15,0 4-24 0,-5 0-16 16,0 1-15-16,3-3 13 0,1-3-17 15,2-6-77-15,4-5-93 0,2-4-103 0,5-5-106 0,1-2-280 16,0-2-941-16</inkml:trace>
  <inkml:trace contextRef="#ctx0" brushRef="#br0" timeOffset="117759.522">14486 14151 3268 0,'0'0'454'16,"0"0"-293"-16,0 0-92 0,0 0 60 0,0 0 96 15,79 13-8-15,-46-13-82 16,5-4-52-16,6-7-43 0,4-4-3 0,5-3-6 16,1-1-29-16,-1 4-2 0,-1 1-2 15,-2 5-13-15,-8 5-13 0,-6 4-12 0,-8 6 38 16,-7 10-34-16,-5 4 36 0,-3 7 0 15,-6 5 3-15,-4 5 22 0,-1 4-13 0,-2 3 3 16,-3 4 1-16,-3-1-13 0,-1 2-2 16,-2 0 17-16,-1 0-18 0,1-1 2 15,-2-2-2-15,1-3-1 0,2-7 1 16,4-7-3-16,1-8 0 0,2-6-21 16,-2-7-47-16,3-2-89 0,-1-1-107 0,-1-3-137 15,1-1-265-15,-6-1-690 0</inkml:trace>
  <inkml:trace contextRef="#ctx0" brushRef="#br0" timeOffset="117938.346">14793 14626 3109 0,'0'0'468'16,"0"0"-358"-16,0 0 4 0,0 0 90 15,0 0 91-15,0 0-51 0,0 0-117 16,89-7-121-16,-66 4-6 0,0 1-28 15,-1 2-77-15,-5 0-105 0,-3 0-106 16,-5 8-198-16,-6 0-530 0,-7 14-731 0</inkml:trace>
  <inkml:trace contextRef="#ctx0" brushRef="#br0" timeOffset="118107.356">14656 14981 1854 0,'0'0'764'15,"0"0"-378"-15,0 0-124 0,0 0 15 16,0 0-56-16,0 0 53 0,0 0-21 0,81 6-67 15,-41-6-59-15,5 0-10 0,5-6-65 16,3-4-49 0,3-2-3-16,-2-4-24 0,2 0-53 15,-3-2-127-15,0-1-66 0,-2 0-107 16,-16 4-267-16,12-3-659 0</inkml:trace>
  <inkml:trace contextRef="#ctx0" brushRef="#br0" timeOffset="119311.57">15790 14135 2827 0,'0'0'452'0,"0"0"-264"0,0 0-52 0,0 0 38 16,0 0 71-16,0 0 86 0,0 0-80 15,26 81-85-15,-22-39-49 0,-1 5-32 16,-3 2-11-16,0 1-16 0,0 1-6 16,-6-1-19-16,-3 0-11 0,-2-1-19 15,-3 4-3-15,-2-2 0 16,-2 0-3-16,-1 0-25 0,-1-5-45 16,2-5-19-16,2-7 7 0,5-10-4 15,2-7 21-15,5-8 1 0,3-6-4 16,1-3-28-16,0-7-18 0,5-6 20 15,7-5 54-15,-1-6 15 0,5-7 27 16,-1-1-33-16,0-2 9 0,1 0 9 16,-2 2 16-16,1 3 3 0,2 7 13 0,-2 1 12 0,0 6 43 15,-1 5-2-15,-1 2-4 0,-2 1 0 16,1 3-25-16,-4 1-24 0,2 0-16 16,-5 3-18-16,-1 0-19 0,-1 0 0 15,-2 0-4-15,-1 0 20 0,0 3 21 16,-2 2 10-16,-6 4-10 0,-1 3-9 0,-5 1-56 15,1 1-4-15,-4 5 23 0,4-1 11 0,-3-1 4 16,5 4 6-16,-1-2 13 0,6 0 12 16,2-1 18-16,4-1 14 0,0 0 11 15,7-3 20-15,5-2 20 0,1 0-14 0,4-1-7 16,2-2-16-16,2-1-3 0,4-1-3 16,-2-4-27-16,0 1-10 0,0-1-3 15,-1-1 0 1,-3 0-2-16,-2 0-35 0,-4 1-71 15,-2-1 2-15,-4 3-65 0,-1-1-52 0,-3-1-145 16,-1 1-177-16,-2-1-209 0,0 2-535 0</inkml:trace>
  <inkml:trace contextRef="#ctx0" brushRef="#br0" timeOffset="119796.344">16287 14073 1626 0,'0'0'1523'16,"0"0"-1255"-16,0 0-224 0,0 0 33 16,0 0 103-16,0 0 97 0,0 0-42 0,-34 88-132 0,22-60-74 15,4 2-29 1,0-1-16-16,3 0-12 0,-2-4-68 15,4 3-102-15,-2-4-104 0,4-6-174 16,-6 7-618-16</inkml:trace>
  <inkml:trace contextRef="#ctx0" brushRef="#br0" timeOffset="120581.813">17399 14756 267 0,'0'0'2529'0,"0"0"-2077"0,0 0-258 0,0 0 22 0,0 0 1 16,0 0-116-16,0 0-22 15,0 0-33-15,0 0-46 0,-67 74-25 16,52-52-23-16,3 2-27 0,-1-3-95 0,3-2-45 16,3-1-55-16,1 0-146 0,3-8-314 15,-3 2-815-15</inkml:trace>
  <inkml:trace contextRef="#ctx0" brushRef="#br0" timeOffset="121863.566">18873 13983 437 0,'0'0'2173'0,"0"0"-1755"0,0 0-79 16,0 0 16-16,0 0 1 0,0 0-54 16,0 0-70-16,0 0-90 0,0 0-87 15,0 0-15-15,0 40 37 0,10 5 33 0,0 14 0 16,2 5-22-16,-4 6-24 0,-3 2-31 16,-4 3-8-16,-1-3-23 0,-3 1 7 15,-3 0-9-15,-1-8-2 0,1-7-10 0,2-9 9 16,1-11-10-16,2-10 1 0,1-9-6 15,0-7-18 1,0-7-19-16,1-3-18 0,6-2-1 16,1-6 19-16,2-7 25 15,4-5 5-15,-1-6 22 0,0-3-18 0,3-4 21 16,-3-1 0-16,0-3-19 0,-2 5 7 0,-1 2 12 16,-2 6-2-16,-3 5-15 0,1 6 16 15,-3 5-44-15,0 4-17 0,4 2 44 16,-1 0 18-16,1 8 40 0,3 2-16 0,2 5 1 15,-1 2 30-15,0 2-30 0,0 1-7 16,-2-1-7-16,-1 0-11 0,1-3-12 16,-1-1 0-16,1-5-25 0,0-1-80 15,1-2-52-15,1-2-35 0,1-5-38 16,-1 0-114-16,1-9-199 0,-1 1-519 0,-2-10-996 0</inkml:trace>
  <inkml:trace contextRef="#ctx0" brushRef="#br0" timeOffset="122048.357">19433 14487 3071 0,'0'0'462'0,"0"0"-269"16,0 0 56-16,0 0 74 0,0 0-73 15,94 4-52-15,-64-6-109 0,5-7-80 16,3-3-9-16,2 0-65 0,0-3-73 15,1 1-97-15,-3 2-133 0,-14 1-292 16,0 4-912-16</inkml:trace>
  <inkml:trace contextRef="#ctx0" brushRef="#br0" timeOffset="122217.716">19566 14650 2187 0,'0'0'1074'16,"0"0"-794"-16,0 0-59 0,0 0 65 15,0 0-23-15,0 0-40 0,0 0-35 16,0 0-65-16,0 0-43 0,95 8-68 16,-60-12-12-16,-1-5-37 0,2 0-172 15,3 2-84-15,-3-1-126 0,-7 3-373 16,7 3-1137-16</inkml:trace>
  <inkml:trace contextRef="#ctx0" brushRef="#br0" timeOffset="122919.387">20814 14294 2232 0,'0'0'336'0,"0"0"-84"16,0 0 37-16,0 0 42 0,0 0-39 15,0 0 0 1,-88-60-104-16,74 60-51 0,-4 9 12 16,3 9-1-16,0 10-34 0,0 6-50 0,4 11 16 15,3 3-6-15,0 6-29 16,4-4-23-16,4-6 5 0,0-9-27 16,6-10-1-16,3-8-35 0,1-6-16 15,5-6 0-15,1-5 21 0,4-2 28 0,3-10-46 16,3-4-31-16,-1-6-21 0,2-4-17 0,-4-1 23 0,-1-3-2 15,-5 1 17-15,-2 4-1 0,-4 4 3 16,-2 6 25-16,1 4-8 0,-3 6 23 16,-1 4-5-16,0 1 43 0,1 6 9 15,-1 8 133-15,2 4-20 0,-2 4-23 16,2 4-15-16,1 0-28 0,0-1-6 0,0 0-1 16,2-5-12-1,1-3-37-15,3-5-26 0,2-5-48 16,1-4-65-16,3-3-23 0,2-5-14 15,-2-8-88-15,-6 2-324 0,5-15-890 0</inkml:trace>
  <inkml:trace contextRef="#ctx0" brushRef="#br0" timeOffset="123449.84">21246 13695 2621 0,'0'0'1004'0,"0"0"-862"16,0 0 0-16,0 0 50 0,9 74 54 0,-9-46-35 16,0 2-70-16,-4 1-85 0,-2 2-38 15,-3 2-5-15,-1 1-13 0,-3 1-22 16,-2 1-58-16,0-1-93 0,-1-2-65 15,3-5-51-15,3-8 31 0,2-6 94 16,3-7 37-16,4-6-55 0,1-3-48 0,0 0 76 0,0-3 96 16,0-6 55-16,6-3-33 0,3-2 36 15,2-2 39-15,2 0 54 0,2 0 0 16,-1 2 16-16,0 2-19 0,-3 3 31 16,2 3 6-16,-3 3-31 0,-4 2-39 15,0 1-19-15,0 0-7 0,-2 0-18 16,-3 4-13-16,-1 0 16 0,0 4 19 0,0 2-8 0,-3-1-27 15,-5 1-25-15,-1 2-4 0,-1 0 4 16,-1-2 3-16,-1 0 0 0,2 1 22 16,0-3 21-16,3 1-18 0,1 0 22 15,2-2 42-15,2 1 8 0,2 1-2 16,0-2-1-16,0 0 3 0,5 0-12 16,3 0-10-16,0-2 10 15,4 2-1-15,0-3-15 0,0 1-23 16,3-4-24-16,2-1-14 0,-2 0-33 15,2-3-99-15,-1-4-40 0,1 2-84 0,-4-2-108 16,-1 0-218-16,2-4-656 0</inkml:trace>
  <inkml:trace contextRef="#ctx0" brushRef="#br0" timeOffset="123637.392">21530 13777 2760 0,'0'0'503'0,"0"0"-302"0,0 0-27 0,0 0 66 15,0 0 77-15,0 0-50 0,0 0-110 0,-11 81-113 16,6-59-44-16,1 0-1 0,1 0-15 16,1-1-52-16,0 0-80 0,1 2-57 15,1-1-78-15,-2 1-111 0,1-4-289 16,-2 8-841-16</inkml:trace>
  <inkml:trace contextRef="#ctx0" brushRef="#br0" timeOffset="124492.141">22107 14283 722 0,'0'0'1884'0,"0"0"-1392"16,0 0-253-16,0 0 66 0,0 0 19 16,0 0-76-16,0 0-61 0,99-38-26 0,-74 36-62 15,1 2-16-15,-4 0-28 0,-2 2-36 16,-5 1-19-1,-5 4-24-15,-2-1 22 0,-7 5 2 16,-1 1-1-16,-3 6-35 0,-10 3-35 16,-4 5-28-16,-4 3-15 0,-3 2-4 0,-2 3 3 15,-3 0-12-15,2 0 35 0,1-2 32 16,3 1 32-16,4-5 27 0,2-2 1 16,5-2 0-16,5-4 25 0,3-1 47 15,4-1 35-15,0-2-29 0,7-4-18 0,3-2 2 0,1-1 9 16,6-2 7-16,0-2 5 0,5-3 16 15,1-2-10-15,1 0 3 0,-1-1-19 16,0-5-43-16,0-1-29 0,-3-4-2 16,-2 0-11-16,0 0 10 0,-4-3-60 15,-2 0-95-15,-1 0-84 0,-3-1-91 16,-3 1-144-16,-1 3-286 0,-4-2-723 0</inkml:trace>
  <inkml:trace contextRef="#ctx0" brushRef="#br0" timeOffset="124655.48">22127 14482 2108 0,'0'0'527'15,"0"0"-119"-15,0 0-142 0,0 0-56 0,0 0 39 16,0 0 28-16,0 0-70 0,0 0-64 16,90 19-69-16,-62-19-49 0,1 0-22 15,4-5-3-15,0-5-56 0,2-5-146 16,-1 0-121-16,-3-6-106 0,-9 7-301 15,6-14-1000-15</inkml:trace>
  <inkml:trace contextRef="#ctx0" brushRef="#br0" timeOffset="124823.967">22708 14033 2767 0,'0'0'439'16,"0"0"-304"-16,0 0 93 0,0 0-7 15,0 0 9-15,0 0-76 0,0 0-154 16,0 82-37-16,0-58-165 0,0-1-31 0,-3 4-78 16,0-7-203-16,-6 16-737 0</inkml:trace>
  <inkml:trace contextRef="#ctx0" brushRef="#br0" timeOffset="126960.022">25336 12197 2055 0,'0'0'576'0,"0"0"-232"0,0 0-18 0,0 0-40 15,0 0-21-15,-77 12-13 0,75 0-71 16,2 6-35-16,0 1-1 0,8 4-9 16,3-1-32-16,2-1-39 0,4-4-32 0,1-1 1 15,2-5-16-15,3-4-18 0,-1-5 0 16,2-2-3-16,0 0-32 0,4-8 34 15,0-3-57-15,-2-6-58 0,2 2-17 0,-5-3-46 16,-3 0-4-16,-5 0-36 0,-6 4 15 0,-6 0 33 16,-3 4 64-16,-3 1 40 0,-11 0 19 15,-2 2 48-15,-5 1-41 0,-2 3 40 16,-3 0 1-16,1 3-3 0,-1 5-10 16,3 5-3-16,0 5-19 0,3 2 35 15,1 7 68-15,1 1 31 0,5 4-33 0,2 1-28 0,4-1 0 16,6-2-22-16,1 2-16 0,5-1-2 15,9-2-24-15,3-1 14 0,6-1-58 16,6-2-120-16,5-2-95 0,-8-6-197 16,20 2-744-16</inkml:trace>
  <inkml:trace contextRef="#ctx0" brushRef="#br0" timeOffset="127415.441">26287 14008 3205 0,'0'0'537'0,"0"0"-446"15,0 0-53-15,0 0 28 0,0 0 129 0,84 1 48 16,-50-1-23-16,1 0-103 16,1 0-83-16,-3 2 6 0,-5 1-40 0,-8 6-2 15,-6 2-19-15,-6 2 3 0,-8 5 16 16,-5 3 2-16,-12 7-13 0,-5 1-11 15,-6 5-29-15,-3 0 32 0,0 2 2 0,-4 1 17 16,-1 5-16-16,2 0 17 0,3 1 1 16,5-1 12-16,5 1 3 0,6-5 4 15,10-1-7-15,5-4-12 0,1-6 0 16,13-3-15-16,5-5 14 0,6-3 1 16,5-4 34-16,3-6-32 0,2-6 1 0,-1 0-3 15,1-6-34-15,-5-7-83 0,-2-3-91 0,-6 0-136 16,-8 2-317-16,-6-8-833 0</inkml:trace>
  <inkml:trace contextRef="#ctx0" brushRef="#br0" timeOffset="127577.225">26084 14374 650 0,'0'0'2619'0,"0"0"-2168"0,0 0-309 0,0 0-32 16,0 0 7-16,0 0 57 0,82 0 68 15,-41 0-69-15,5 0-121 0,5-1-52 16,0-4-15-16,-1-2-142 0,1-4-85 16,0 0-65-16,-15 2-223 0,13-7-643 0</inkml:trace>
  <inkml:trace contextRef="#ctx0" brushRef="#br0" timeOffset="127754.308">26909 13853 1471 0,'0'0'2073'15,"0"0"-1855"-15,0 0-111 0,0 0 89 0,-42 88 6 16,35-58-31-16,0-2-90 0,2 0-81 16,1 0-143-16,2 0-43 0,1-2-66 15,-2 2-180-15,2-7-555 0,-6 8-739 0</inkml:trace>
  <inkml:trace contextRef="#ctx0" brushRef="#br0" timeOffset="128300.821">27593 14253 2262 0,'0'0'690'0,"0"0"-398"16,0 0-162-16,0 0 83 0,0 0 187 15,0 0 13-15,0 0-110 0,0 0-159 16,0 0-52 0,-59 87-7-16,41-56 13 0,0 1-16 15,1 4-24-15,2-5-12 0,4 0-16 16,5-2-14-16,5-3-16 0,1-5-1 16,6-3-42-16,9-4 19 0,1-4-37 0,7-3 24 15,5-4-33-15,2-3-18 0,2-3-7 16,1-5-22-16,-1-2-9 0,-4-2-50 0,-3 0-128 15,-4 0-316-15,-8 1-762 0,-1-2-828 0</inkml:trace>
  <inkml:trace contextRef="#ctx0" brushRef="#br0" timeOffset="128462.126">27625 14443 2714 0,'0'0'692'0,"0"0"-454"0,0 0-115 0,0 0 126 15,0 0 23-15,0 0-52 0,97 50-112 16,-58-47-108-16,7-3-3 0,0-2-111 16,4-5-91-16,2-5-108 0,-3-2-224 0,-10 2-270 15,10-5-1138-15</inkml:trace>
  <inkml:trace contextRef="#ctx0" brushRef="#br0" timeOffset="128786.386">28415 14197 284 0,'0'0'2965'16,"0"0"-2495"-16,0 0-306 0,0 0 109 16,98-50 13-16,-61 38-97 0,4 1-45 15,5 2-73-15,-1 0-34 0,-3 4-37 16,-1 1-13-16,-6 4-5 0,-4 0-10 16,-8 7-30-16,-7 5 27 0,-7 6 7 15,-9 6-25-15,-5 7 18 0,-15 4-3 16,-7 6-9-16,-6 3 12 0,-5 2 12 0,-3 2 1 15,0 0 2-15,-1 0 1 0,1 1 15 16,2 0-2 0,3 0-2-16,2-2 1 0,6 0-9 15,3-4 12-15,9-6 19 0,5-5 24 16,7-5 31-16,4-4-22 0,7-7-30 0,8-3 0 16,4-4 5-16,7-4-5 0,3-5 6 15,1 0-28-15,6-8-2 0,2-7-133 16,-1 1-47-16,4-6-86 0,-11 6-207 15,10-8-863-15</inkml:trace>
  <inkml:trace contextRef="#ctx0" brushRef="#br0" timeOffset="129851.439">29690 14108 1797 0,'0'0'1181'0,"0"0"-1040"0,0 0-61 16,0 0 118-16,0 0 144 0,-79-42-34 15,63 42-36-15,0 0-95 0,0 11-78 16,-1 5-4-16,1 7 10 0,-1 8-13 16,2 8 6-16,1 4 0 0,3 4-7 0,2 3-24 15,0-2-30-15,4 3-13 0,2-5 0 0,3 1-4 16,0-6-20-16,4-4-13 0,10-4-17 15,4-8-25-15,5-5-12 0,4-5-43 16,5-8-30-16,2-7 11 0,5-3-50 16,2-9-90-16,-1-7-206 0,-10 2-569 15,9-18-841-15</inkml:trace>
  <inkml:trace contextRef="#ctx0" brushRef="#br0" timeOffset="130070.482">30106 14044 3171 0,'0'0'462'16,"0"0"-289"-16,0 0 56 0,0 0 124 16,0 0 15-16,0 0-126 15,0 0-117-15,-79 68-64 0,59-29 9 0,1 3 22 0,-1 5 17 16,6-3-30-16,1 3-13 0,4-4-29 16,5-2-35-16,1-4-2 0,1-3-17 15,2-6-20-15,0-5-35 0,6-5-26 0,3-4-44 16,1-4-20-16,2-5 15 0,-4-2 0 15,3-3-59-15,-3-1-162 0,-4-6-258 16,-1-1-386-16,-3-5-234 0</inkml:trace>
  <inkml:trace contextRef="#ctx0" brushRef="#br0" timeOffset="130351.87">29901 14472 2485 0,'0'0'676'0,"0"0"-335"15,0 0-76-15,0 0 47 0,0 0-13 16,0 0-39-16,0 0-48 0,93 25-80 15,-57-25-28-15,3-8-74 0,3-2-30 16,-2-4-23-16,2-4-72 0,-3 1-58 16,-4-1-53-16,-4 2-35 0,-3-2-92 0,-8 4-122 15,-4 2-121-15,-8 3-13 0,-3 1 54 0,-5 4 262 16,0 0 273-16,-7 4 159 0,-4 0 234 16,-1 0-47-16,-2 6-14 0,2 4-5 15,-1 5-18-15,2 4-15 0,-1 1-26 16,4 5-44-16,0 0-31 0,2 5-36 15,0-2-16-15,3-1-36 0,3-1-26 0,0-5-79 16,3 0-9-16,9-6-77 0,-1-3-95 0,5-4-60 16,1-6-13-16,5-2-89 0,-5-1-304 15,9-17-765-15</inkml:trace>
  <inkml:trace contextRef="#ctx0" brushRef="#br0" timeOffset="130541.924">30844 14247 2947 0,'0'0'444'16,"0"0"-335"-16,0 0 93 0,0 0 135 0,0 0 75 15,38 71-67-15,-34-52-125 0,-1 3-82 16,-1 0-23-16,-2 5-5 0,0 0-22 16,0 2-52-16,-5-2-23 0,-6 2-13 0,-6-1-40 15,-4 1-72 1,0-2-56-16,-5 2-61 0,-2-3-65 15,-3 1-127-15,6-5-300 0,-17 6-715 0</inkml:trace>
  <inkml:trace contextRef="#ctx0" brushRef="#br0" timeOffset="134027.978">9059 16198 1867 0,'0'0'431'0,"0"0"-247"16,0 0-3-16,0 0-36 0,0 0 316 0,0 0-19 15,0 0-206-15,0 0-139 0,0 0-15 16,-6-69 15-16,1 60 43 0,3 1 18 16,-1 2-44-16,-3 2-37 0,3 0-19 0,0 0-6 15,2 3-12-15,-2 1-9 0,3 0-10 16,-3 0 4 0,2 0-1-16,-1 0 10 0,-1 0-7 15,0 0-8-15,0 0-7 0,-2 1-10 16,2 1-2-16,-1-2 2 0,-1 2 1 0,-1-2 12 15,1 0-11-15,-1 0 14 0,0 0 12 16,-1 0 1-16,3 0-19 0,-1 0-11 16,-1 0 23-16,1 0-2 0,2 0-4 15,2-4-6-15,-2 3-9 0,0 0 9 16,0 0-10-16,0-1 11 0,0 2-11 0,0-2 9 16,-1 2-11-16,0 0-3 0,-1 0-9 0,1 0 12 0,1 0 0 15,0 0 0-15,-1 0-2 0,-1 6-17 16,-3 5-11-16,1 3 5 0,-1 8 13 15,3 7 9-15,-3 7 1 0,4 4 2 16,-2 3 3-16,5 4 9 0,-2-3-11 0,3-5-1 16,0-5-12-16,7-7-9 0,3-13-22 15,3-5-18-15,0-5 31 0,5-4 16 16,-1-4 14-16,0-7 25 0,0-3-23 31,-2-5-2-31,1-5 3 0,-3 0 24 0,-3-2-23 16,0 1-3-16,-3 2 0 0,-1 2-1 15,-2 3 0-15,-1 2-2 0,1 8-2 0,-1-1 3 16,-1 7-11-16,-1 2-40 0,2 0-15 16,3 0-3-16,1 6 33 0,6 7 37 15,0 5 40-15,4 6 9 0,-1 7-34 16,0 2-12-16,-2 9 21 0,1 1-5 16,-4 6 8-16,-3 4-2 0,-4 4 36 15,-3 5-34-15,-1 1-8 0,-1 0 5 16,-8-1 3-16,-1 0 1 0,-1-6 24 0,-1-6 2 0,0-5-11 15,0-8 21-15,1-3 27 0,0-7-52 16,-2-3-24-16,0-5 3 0,-1-4-15 16,0-4 8-16,0-6-9 0,1-3-3 0,-1-2 1 15,-1-1-46-15,-2-7-18 0,-2-4 16 16,-1-4-34-16,-1-4 6 0,-1-5-34 16,-1-5-39-1,-2-3-56-15,5-3-20 0,0 1-50 16,4 1-19-16,8 1-65 0,6 2-175 15,2 8-443-15,2-8-618 0</inkml:trace>
  <inkml:trace contextRef="#ctx0" brushRef="#br0" timeOffset="134566.254">9615 15763 3011 0,'0'0'514'0,"0"0"-327"0,0 0 11 16,0 0 169-16,0 0-24 0,0 0-90 15,0 0-119 1,0 0-48-16,0 0 20 0,7 97 44 0,-3-52-44 16,-1 5-39-16,2 6-7 0,-1 1 7 15,0 0-34-15,-1 4-18 0,-1 1-14 16,-1-1 0-16,2-2-1 0,-1-4-2 16,-1-10-16-16,4-7-3 0,1-10 0 0,2-10 3 15,0-8-13-15,2-5-14 16,2-5-16-16,0-5-24 0,0-9 40 0,1-7 24 0,3-5 20 15,-1-2-13-15,0-3-1 0,0 0 0 16,1 3-19-16,-3 1 19 0,2 6 0 16,-1 2-4-16,1 7-5 0,-2 1 3 15,3 8 20-15,-4 1-11 0,1 2 9 0,-2 5 2 16,1 4 1-16,-2 2 18 0,3 3-15 16,-3 2 9-1,1 0-12-15,-1 2 0 0,1 1 0 16,1-2-12-16,-1 0-58 0,0 1-74 0,2-2-71 15,0-1-186-15,1-2-214 0,-6-1-436 16,0 1-668-16</inkml:trace>
  <inkml:trace contextRef="#ctx0" brushRef="#br0" timeOffset="134845.278">10383 16356 3518 0,'0'0'599'0,"0"0"-363"16,0 0-140-16,0 0 62 0,0 0 91 15,0 0-7-15,86 23-117 0,-60-22-92 16,2-1-17-16,-1 0-16 0,-1-4-10 0,2-2-32 0,-2-3-56 16,-1-1-55-16,1-2-80 0,-7 2-143 15,-3 2-242-15,-7 2-862 0</inkml:trace>
  <inkml:trace contextRef="#ctx0" brushRef="#br0" timeOffset="134999.12">10500 16623 2899 0,'0'0'1111'16,"0"0"-913"-16,0 0-142 0,0 0 84 15,0 0 83-15,0 0-48 0,0 0-147 16,0 0-28-16,104 4-169 0,-77-15-85 16,3-1-124-16,-8 1-323 15,1-1-1130-15</inkml:trace>
  <inkml:trace contextRef="#ctx0" brushRef="#br0" timeOffset="136997.578">11464 16384 855 0,'0'0'1257'16,"0"0"-1020"-1,0 0-79-15,0 0-29 0,0 0 90 0,0 0 293 16,-80-33-236-16,65 33-134 16,-1 0-44-16,-1 8 15 0,2 6 32 0,-1 5 10 15,5 7-18-15,1 4-26 0,3 8-12 16,4 0-13-16,1 4-18 0,2-3 9 15,0-1-32-15,2-5-29 0,4-7-16 0,3-7-26 16,0-6-14-16,4-5 19 0,0-8 21 0,5 0 12 16,2-11-12-16,1-5-34 0,1-7-33 15,2-4-7-15,-2-4 3 0,-6-2 3 0,0 3 16 16,-5 2 33-16,-5 3 17 16,0 5 2-16,-4 2 22 0,1 9-4 0,-3 2-16 15,0 4 14-15,0 3-16 0,0 0-8 16,3 6 8-1,2 6 40-15,1 5 28 0,5 6-13 16,-1 3-24-16,2 2 21 0,-1-2-49 16,2 1 28-16,1-2-31 0,-2-3 0 15,1-3-25-15,3-6-33 0,-3-5-78 16,4-3-34-16,-2-5 9 0,0-1-46 16,-3-10-126-16,1 3-329 0,-2-11-958 0</inkml:trace>
  <inkml:trace contextRef="#ctx0" brushRef="#br0" timeOffset="137505.155">11824 15858 3071 0,'0'0'466'0,"0"0"-327"0,0 0 3 0,0 0 68 15,0 0 69-15,0 0-38 0,0 0-102 16,0 0-65-16,0 0 9 0,26 75-34 16,-26-46-22-16,0 2-23 0,-3 3-2 15,-4 5-2-15,-3 1-39 0,0 3-59 0,-1-2-41 0,0-5-37 16,4-8 24-16,3-9 37 0,1-8 50 16,3-9 21-16,0-2-26 15,0-5-14-15,6-7-33 0,2-3 48 0,1-4 41 16,4-2 28-16,-2 2 3 0,4 3-1 15,-1-1 20-15,-1 7 25 0,2 1 13 16,-4 3 15-16,2 3-15 0,-3 0-38 0,-1 3 13 0,-1 0 3 16,-3 0-1-16,-2 3-34 0,-2 0 10 15,-1 5 12-15,0-1-10 0,0 3-3 16,-4 4-12-16,-5-2-69 0,-1 2-19 16,0 2-6-16,-3-3-4 0,0 2 26 15,1-2 21-15,0-1 50 0,3-2 1 16,2-3 19-16,1-2 10 15,3 1 49-15,3-1-2 0,0-3-26 16,0 4-3-16,7 2 14 0,0-1-18 16,2 1 1-16,4 0-4 0,-3 0 10 15,3-3-22-15,0 2-25 0,-3-2 10 16,3 0-13-16,-3-2-3 0,-1 1-25 16,1-3-31-16,1 1-88 0,1-2-45 15,1 0-80-15,-4 0-298 0,5-3-735 0</inkml:trace>
  <inkml:trace contextRef="#ctx0" brushRef="#br0" timeOffset="137868.622">12376 16226 3007 0,'0'0'488'16,"0"0"-313"-16,0 0 17 0,0 0 100 0,0 0 22 15,0 0-79-15,84-4-106 0,-67 1-65 16,2 1-52-16,-3 0-12 0,-2 2 0 16,-4 0-24-16,-4 4-4 0,0 6 4 15,-5 3 6-15,-1 4 18 0,-3 5 40 0,-7 3-40 16,-2 5 0-16,-2 2-1 0,0 4-11 16,-2 1 10-16,4 2 2 0,-2 3 15 0,5-2-14 0,4-2 11 15,2-3-11-15,3-4 18 0,0-5-4 16,8-5-15-16,5-5-1 0,2-4-23 15,3-5 24-15,1-3 14 0,1-2-11 16,3-2 11-16,-2-3-14 0,-1-6-27 16,0-3-41-16,-3-1-49 0,-3-5-46 15,-2 2-82-15,-3-2-71 0,-3 1-218 16,-4 4-655-16,-2-5-952 0</inkml:trace>
  <inkml:trace contextRef="#ctx0" brushRef="#br0" timeOffset="138037.897">12386 16472 3138 0,'0'0'465'15,"0"0"-310"-15,0 0-64 0,0 0 72 0,0 0 82 16,0 0 59-16,0 0-76 0,81 1-87 16,-52-2-83-16,1-4 0 15,2-3-55-15,2-2-2 0,-1 1-1 0,2-2-135 0,0 2-98 16,-2 0-42-16,-1 3-77 0,-9 2-235 15,10 0-726-15</inkml:trace>
  <inkml:trace contextRef="#ctx0" brushRef="#br0" timeOffset="138973.746">13859 16092 1740 0,'0'0'532'0,"0"0"-180"0,0 0-94 16,0 0 24-16,-3-75 56 0,-3 62-19 0,-2 2-80 15,1 4-48-15,-1 4-2 0,1 3-7 0,-1 1-34 16,-1 8-53-16,0 4-33 0,-1 10-1 16,-1 4-18-16,-1 9 2 0,3 2-17 15,-2 3 5-15,4-4-2 0,-1-2 5 0,4-5-21 16,0-5-15-16,4-6-16 15,0-7 4-15,0-5-27 0,0-4-7 0,8-3 3 16,3-3 16 0,4-9 27-16,4-4-13 0,1-7 7 0,-1-4-49 15,1-2 0-15,-3-2 3 0,-2 1 24 16,-1 3 13-16,-1 4-19 0,-1 3 19 16,-1 6 13-16,0 7-20 0,-3 3-24 15,4 4 31-15,-4 2 15 0,3 9 15 16,0 4 53-16,-1 4-34 0,0 2 18 15,0-1-49-15,0 0-1 0,-2 1-1 0,1-5 2 16,-1-3 0-16,-1 1-3 0,0-5-34 0,2-1-48 16,-2-3-82-16,2-3-46 0,-2-2-64 15,1 0-151-15,-2-3-277 0,2-13-846 0</inkml:trace>
  <inkml:trace contextRef="#ctx0" brushRef="#br0" timeOffset="139456.71">14258 15582 1676 0,'0'0'1507'16,"0"0"-1207"-16,0 0-148 0,0 0 53 0,0 0 140 15,11 89-25-15,-11-58-101 0,0 1-114 16,-5 2-26-16,-1 0 7 0,-1 1-37 15,-3-1-34-15,0 0-14 0,-2-2-1 16,0 0 0-16,1-4-49 0,3-5-36 16,-1-6-4-16,5-8 12 0,2-6 34 0,2-3-12 15,0-5-41-15,5-8 19 0,3-3 33 0,2-6 42 16,2-4-11-16,1 1 13 0,1 0 1 16,1 1 1-16,-2 4 1 0,2 2 13 15,0 3-14-15,-2 4 29 0,-2 3 24 16,-3 2-2-16,-4 5-29 0,0 1-21 15,0 0 10-15,-4 0 5 0,0 1-2 16,0 2 2-16,0 2 4 16,0 1-4-16,0 1 10 0,-4 2-7 15,-3 1-8-15,1 0-1 0,-4 4-11 16,2-3-1-16,0 1-1 0,3-2-2 16,2 1 1-16,1-3 0 0,2 1 2 15,0-1 14-15,3 0-12 0,4-2 29 16,2 1 9-16,4-2-13 0,0 0-26 15,3-4-1-15,0-1 0 0,2 0-12 0,2-3-49 0,-1-6-56 16,1 0-31-16,-1-2-75 0,1-4-71 16,-1-1-121-16,-7 3-660 0,3-8-650 0</inkml:trace>
  <inkml:trace contextRef="#ctx0" brushRef="#br0" timeOffset="139641.652">14649 15533 2549 0,'0'0'748'0,"0"0"-440"16,0 0-137-16,0 0 55 0,0 0 62 0,0 0 56 15,0 0-49-15,0 0-136 0,16 71-80 16,-15-45-36-16,1 2-31 0,-2 0-12 16,1 1-46-16,1-3-88 0,1 1-53 0,2 1-34 15,-1-1-76-15,-1 0-195 0,-1-8-635 0,-2 10-1129 16</inkml:trace>
  <inkml:trace contextRef="#ctx0" brushRef="#br0" timeOffset="140026.963">14954 16141 3937 0,'0'0'692'0,"0"0"-522"0,0 0-170 16,0 0 0-16,0 0 65 0,0 0 82 15,0 0 30-15,0 0-94 0,104-31-41 0,-71 22-39 16,-2 2-3-16,-3 4-33 16,-3 3-16-16,-5 0-30 0,-3 5-10 0,-8 5 16 15,-6 7 15-15,-3 5 6 0,0 2 18 16,-9 5 24-16,-5 2 10 0,-3 1 27 15,-1 0 10-15,2-2-12 0,1 1 8 0,3-5 10 0,3 0-9 16,3-2-10-16,2-3 1 0,4-1-24 16,6-4 0-16,4-3-1 0,5-3-1 15,3 1-12-15,4-3 13 0,0-3 1 0,1 1-1 16,1-5 0-16,-2-1-21 16,-2-1 3-16,-1-6-62 0,-3-3-42 0,-1-1-69 15,-3-3-112 1,-4 2-277-16,-5-6-911 0</inkml:trace>
  <inkml:trace contextRef="#ctx0" brushRef="#br0" timeOffset="140212.05">14975 16348 2752 0,'0'0'523'0,"0"0"-288"15,0 0-29-15,0 0 11 0,0 0-6 16,0 0 50-16,77-12 2 0,-38 0-91 15,5 1-86-15,3-2-64 0,-5 0-22 16,0 3-34-16,-6 1-2 0,-6 3-109 0,-4 2-83 16,-4 2-110-16,-7 1-254 0,1 1-938 15</inkml:trace>
  <inkml:trace contextRef="#ctx0" brushRef="#br0" timeOffset="140744.217">16509 16218 2448 0,'0'0'608'16,"0"0"-199"-16,0 0-109 0,0 0 15 0,0 0-56 15,0 0 19-15,0 0-10 0,90 1-66 16,-56-1-102-16,4 0-18 0,1-5-18 16,-3-1-36-16,-2-2-28 0,-1-1-22 15,-1-1-51-15,-2-3-88 0,-2 1 5 0,-5 1 0 0,-6 3-162 32,-8 4-285-32,-1 2-662 0,-11 7-771 0</inkml:trace>
  <inkml:trace contextRef="#ctx0" brushRef="#br0" timeOffset="140906.799">16613 16452 2872 0,'0'0'592'0,"0"0"-428"0,0 0 60 16,0 0 35-16,0 0-85 0,105 0-59 16,-64-11-78-16,5-5-37 0,0-1-31 15,1-1-112-15,-2 2-136 0,0 3-200 16,-14 4-652-16,7 1-1139 0</inkml:trace>
  <inkml:trace contextRef="#ctx0" brushRef="#br0" timeOffset="142970.736">15532 15830 2455 0,'0'0'612'0,"0"0"-242"0,0 0-82 0,-22 79 11 15,16-48-27 1,0 2-85-16,1-2-107 0,-2 2-80 16,3 0-43-16,-1-1-143 0,0 2-152 15,-1 1-154-15,2-10-530 0,-9 17-734 0</inkml:trace>
  <inkml:trace contextRef="#ctx0" brushRef="#br0" timeOffset="146287.473">17867 16336 1136 0,'0'0'315'15,"0"0"-67"-15,0 0-18 0,0 0 69 0,0 0 34 16,-6-69-88-16,3 56-37 0,0 2-44 15,-3-1-14-15,0 5 9 0,-2 0-7 16,-2 0-35-16,-1 2 28 0,-1 0 44 0,0 3-43 0,-2-1-37 16,0 1-31-16,-3 2-29 15,2 0 22-15,-2 0-9 0,-1 2-13 0,0 5 4 16,-2 1-16-16,-1 8-4 0,-2 3-11 16,0 9-10-16,0 3 25 0,1 8-34 15,2 5 15-15,4 2-2 0,2 2 8 0,7 1-21 0,2-6 25 16,5-7-28-16,3-6-3 0,8-10-55 15,4-6 58-15,4-6-3 0,3-4 3 16,4-4-16-16,2-5 16 0,3-10 3 16,0-6 0-16,3-5-3 0,-4-4-3 15,-3-2-40-15,-5-1 13 0,-2 0 29 16,-3 1-16-16,-4 3 15 0,-4 1 1 16,-1 3-10-16,-3 5 11 15,-4 4 1-15,2 5 20 0,-3 2 1 16,0 4 15-16,0 2-13 0,0 3-24 15,0 0-37-15,0 6-18 0,0 9 55 16,0 6 6-16,0 8 50 0,2 6-4 16,-1 6 12-16,1 1-12 0,2 0-21 15,0-4-1-15,5-2-28 0,2-6-2 16,6-7-27-16,3-6-4 0,5-6 1 0,3-5 8 0,3-5-27 16,6-1-46-16,0-7-59 0,2-4-40 15,0-1-64-15,0-2-128 0,-5 1-191 16,-8 2-483-16,5-2-500 0</inkml:trace>
  <inkml:trace contextRef="#ctx0" brushRef="#br0" timeOffset="148329.972">12577 16927 13 0,'0'0'665'0,"0"0"-287"0,0 0-140 0,0 0-56 15,0 0-19-15,0 0 22 0,0 0-32 16,0 0-59-16,0 0-23 0,0 0-25 16,0 0 6-16,28-6-1 0,-25 4 17 15,-1 1 13-15,0 0 13 0,0 0 22 0,-1-1 19 16,1 0-6-16,-1 2-20 0,-1 0-16 15,2-1-20-15,-1-1-21 0,1 2-14 16,-1-1-9-16,-1 1-10 0,3 0-3 16,-2 0 0-16,-1 0 3 0,2 0 3 15,-1 3 22-15,2 0 39 0,0 2 18 0,3 0-18 16,-1 2-30 0,1-1-15-16,3 2-13 0,-2 1 4 15,5-1-14-15,-1 3 1 0,1-1 18 0,-1 0-33 0,2 1 31 16,0 3-31-16,0-1 28 0,0 4-29 15,2-4-16-15,0 5 13 0,1-4 3 16,3 2-14-16,0-1 14 0,2 1 0 16,2-1 0-16,-1 2 8 0,0-1-8 15,-1 1-6-15,2-2-7 0,-2 0 6 16,2-2 5-16,1 0-2 0,3-3 4 0,-1-1 6 16,2-2-6-16,1 0-16 0,1-2 15 15,0 0 1-15,-1-1 7 0,1-1-4 16,2 1 0-16,0-2-3 0,1-1 41 15,0-1-39-15,4 0-1 0,-1-2 0 16,2-5-1-16,-2 0 0 0,4-3-2 0,-1 1 0 0,2-4 2 16,-1-1 0-16,2 1-4 0,-3 1 4 15,0-1 10-15,-2 3-10 0,-1 0-3 16,-3 0-19-16,-1 2 19 0,-3-2-46 16,-1 2 48-16,0 0-23 0,-3-1 24 15,0-2 0-15,-2 3 22 0,2-4-9 16,-5 2-10-16,3-3 10 15,-1 1 9-15,1-4-11 0,-3 2-11 16,0 1-10-16,0-2 10 0,-2 2 0 16,-1 0 28-16,-3 1-28 0,1-1 1 15,-2 1-2-15,-2 1 2 0,1-2-1 16,-1 0 3-16,1-2 13 0,-2 1-7 16,-1-2-9-16,2-1-3 0,-2 1 0 15,-1 0 2-15,0 1-15 0,0 1 14 0,-1 2 2 0,-2 1 0 16,-1-1 13-16,-1 3-11 0,1-2-2 15,2-1-3-15,-3 4-19 0,1-3 3 16,-1 3 16-16,0-3 1 0,1 1-42 0,1-2 0 16,-1-1 15-16,2 2 10 0,-5-1 4 15,3 3-4-15,-4 2 19 0,2 4 13 16,-2-1 13 0,0 4 5-16,0 0 10 0,0 0 0 15,0 0-4-15,0 0-8 0,0 0-11 16,0 0-5-16,0 0-13 0,-2 0-24 15,1 0-20-15,-2 0-22 0,-2 0-22 0,2 0-32 16,-2 0-22-16,1 0-52 0,-2 0-81 16,3 0-178-16,0 0-334 0,0-1-566 0,41 2 874 15</inkml:trace>
  <inkml:trace contextRef="#ctx0" brushRef="#br0" timeOffset="148604.369">14564 16538 1996 0,'0'0'464'0,"0"0"-210"15,0 0-6-15,0 0 72 0,0 0-78 16,0 0-62-16,0 0-38 0,-92 48-35 0,67-30 10 0,2-1-52 16,1-2-52-16,-1 0-13 0,5-4 0 15,2 0-2-15,3-4-20 0,1-2-37 16,6-1-2-16,1-3-14 0,3-1-26 16,2 0-28-16,0-5-61 0,3-4-10 15,6-1 11 1,1-2 77-16,4 1 61 0,2-1 20 15,1 4 31-15,2 0 3 0,1 4 19 16,0 1 68-16,2 3 32 0,1 0 22 16,0 4 8-16,0 2-38 0,1 3-50 15,0-1-26-15,0 1-38 0,-1 1 0 16,-1-3-14-16,1-1-144 0,-1 2-206 16,-8-3-621-16,1 2-1169 0</inkml:trace>
  <inkml:trace contextRef="#ctx0" brushRef="#br0" timeOffset="151427.301">14704 16717 261 0,'0'0'297'0,"0"0"-69"15,0 0 0-15,0 0-3 0,0 0-27 0,0 0-51 16,0 0-24-16,0 0-12 0,0 0 22 16,0 0-23-16,0 0 43 0,-22-30 12 15,20 28-52-15,1 1-16 0,-1 1 22 16,1 0 10-16,1 0-20 0,0 0-29 15,0 0-19-15,0 0-13 0,0 1-19 16,0 4-4 0,4 4 4-16,2 3 26 0,0 1-27 0,1 2-27 15,3 1 12-15,-1 2 3 0,3 1-16 16,-1 1 0-16,-1 4 39 0,2 2-38 16,1 0 2-16,-2 2 13 0,2-1-16 15,0-2-2-15,2 1-26 0,0-2 28 16,1-3 9-16,3 0-9 0,0-5-1 15,-2-1-24-15,3-5 21 0,0-2-8 0,-1-2 9 0,1-1 0 16,2 1 3-16,-2-2 13 0,2 0 0 16,-1 0-11-16,0-1-2 0,2-2 10 15,-1 0-10-15,4-1 15 0,-2 0 5 16,3 0-1-16,0-5-10 0,-1-3 4 16,0 1 19-16,-1-2-29 0,-2-1 29 0,-3-2-29 15,1-1 10-15,-3 1 6 0,1-1-18 0,-3-2 18 16,-1 2-19-16,0-1 0 0,-1 0-2 15,-1 0 2-15,1 0 6 0,0-2 3 16,0 1-6-16,-1-1 10 0,-1-2-13 16,0-1 13-16,-1 1 6 0,-3-1-7 15,1-1 4-15,-3 1 6 0,-2-1 1 0,0-2-11 32,-2 2 10-32,-1-2 0 0,1 2-18 0,1 1 21 15,-2 0-13-15,4 3-9 0,-2 0 4 16,2 1 9-16,-2 0-13 0,0 2 9 0,1 4-12 15,-1-2 1-15,-2 2 1 0,2 1 11 16,1 0 0-16,-2-2 6 0,-1 2-17 16,-1 0 13-16,0 1 4 0,0 1 19 15,0 1-10-15,-3 1 13 0,-2 0-10 0,-2 1 5 0,1 1 4 16,-2 2-40-16,0-1 0 0,2 1-25 16,0 0 6-16,1 0-41 0,0 0-56 15,1 0-26-15,-2 0 6 0,3 1-22 16,0 0-65-16,2-1-94 0,0 0-128 15,1 0-57-15,0 0-102 0,0-4-427 0</inkml:trace>
  <inkml:trace contextRef="#ctx0" brushRef="#br0" timeOffset="151654.868">15640 16437 627 0,'0'0'691'0,"0"0"-239"0,0 0-150 15,0 0 80-15,0 0-34 0,0 0-59 16,0 0-110-16,0 0-70 0,0 0-49 15,0 0-12-15,0 0 6 0,-11-57-16 0,5 57-10 16,-1 0-25-16,-5 3-3 0,-2 6-25 0,-1 4 24 16,-3 4-24-16,0 1 9 0,-2 1 6 15,3-1 8-15,4-2 2 0,4-3-19 16,2-4-16-16,4-3 0 0,3-5-105 16,0-1-51-16,5 0-11 0,3-3-33 15,2-4-108-15,2-3-107 0,-1 3-302 0,4-8-370 0</inkml:trace>
  <inkml:trace contextRef="#ctx0" brushRef="#br0" timeOffset="151755.239">15640 16437 427 0,'3'-25'678'16,"5"23"-206"-16,4 0-82 0,1 0 25 0,6 1-8 15,1 0-54-15,3 1-76 0,3-3-106 16,5 0-69-16,3-1 14 0,2 2-84 16,2 0-32-16,0 2-227 0,-4 2-47 15,-7 4-206-15,3 11-812 0</inkml:trace>
  <inkml:trace contextRef="#ctx0" brushRef="#br0" timeOffset="154521.759">18121 15565 813 0,'0'0'1075'0,"0"0"-660"16,0 0-101-16,0 0-12 0,0 0-7 16,0 0-2-16,0 0-40 0,0 0-67 15,0 0-54 1,0 0-51-16,10-51-46 0,-3 66 74 15,0 4 36-15,-1 10-49 0,4 6-19 0,-6 5 7 16,-1 4-66-16,-3 1 0 0,0 5-1 16,0 0-17-16,-4 0-1 0,-2-1-48 15,-2-3-31-15,2-5-1 0,0-10 17 16,1-5 17-16,3-8 1 0,2-7-16 0,0-4-16 16,0-4-22-16,0-2 3 0,0-1 18 0,2-1 38 15,4-7 40-15,3-5 1 0,2-3 0 16,-2-5 1-16,4-2-1 0,0-2-1 15,-1 1-2-15,2 4 2 0,-2 1 1 16,-1 5-1-16,-1 1-14 0,0 4-1 16,-4 3-9-16,-3 3-3 0,-1 2 6 15,-2 1 6-15,0 0-3 16,0 0-9-16,0 4-70 0,-5 7-22 16,1-3 53-16,-4 8-19 0,1-2-25 15,0-1 15-15,-2 0 6 0,4-2 10 0,0-3 44 16,-1 1 36-16,2-3 29 0,3 0 41 0,1 0-12 15,0-2-17-15,0 3 39 0,5 0 13 16,1 0-30-16,3 0-2 16,1-2 9-16,1 0 47 0,3-1-35 0,0 0-19 15,-1 0 28-15,0-2-15 16,1 1-14-16,-2-1-1 0,-1 0-61 16,0 0-19-16,-3-1-4 0,2 2 22 15,0-1-93-15,-1-1-70 0,2-1-47 0,-3 1-40 0,2-1-101 16,-4 0-361-16,3 0-614 0</inkml:trace>
  <inkml:trace contextRef="#ctx0" brushRef="#br0" timeOffset="155434.874">18592 15514 1725 0,'0'0'412'0,"0"0"-75"16,0 0-128-16,0 0 49 0,0 0 68 15,0 0-40-15,0 0-83 0,0 0-80 0,0 0 27 0,0 0 39 16,0 0-34-16,34 41-13 0,-34-13-49 31,0 5-13-31,0 6-31 0,0 3-12 0,-4 2-24 16,-3 2-2-16,1 1-10 0,0 0 1 16,1-5-2-16,2-4-36 0,3-10 5 0,0-6 5 15,1-6 25-15,3-6-26 0,5-5 2 16,-3-1-15-16,4-3-9 0,0-1-19 15,0 0 6-15,2-3 3 0,-1-2 3 16,-2-3 7-16,1 0 33 0,-4-2 14 16,0 1 0-16,-4-2-17 0,1 3 19 15,-1 0 15-15,-2-2-3 0,0 2 26 0,0-1-4 16,0 2-17-16,-2-5-16 16,-2 4-1-16,3-3 13 0,-1 1 2 0,2 1 1 0,0 0-15 15,0 2 20-15,0-1-17 0,0 1-3 16,0 3 0-16,0-2 0 0,2 2 2 15,-1 1 12-15,-1-1 7 0,1 1-7 0,1 1 10 16,-2 0-3-16,0-1-1 0,0 2 7 16,0 0 0-16,0-1 0 0,0-1-16 15,0 1 0 1,-2-2-10-16,1 0-2 0,-2 0-3 16,0 0 1-16,0 0 0 0,0 1 2 0,0 2 3 15,0-1-3-15,-2-1-15 0,2 1-62 16,0 2-16-16,-1 0 0 0,2 0 3 15,-1 0-22-15,2 0-36 0,1 0-53 16,0 0-77-16,0 2-136 0,0-1-200 16,0 1-443-16</inkml:trace>
  <inkml:trace contextRef="#ctx0" brushRef="#br0" timeOffset="155904.55">18521 15794 264 0,'0'0'672'0,"0"0"-226"0,0 0-95 0,0 0-23 15,0 0 29-15,0 0-19 0,0 0-52 16,0 0-62-16,0 0-42 0,0 0-14 15,-5-3 9-15,5 3-8 0,1 0-27 0,3-4-51 32,6 3-10-32,3-5 43 0,6 1-13 15,1-2-40-15,3 0 6 0,2 1-30 16,-1-2-17-16,-2 0-23 0,1 0-4 0,0 1-4 16,-3-2 1-16,-2 0-28 0,-1 1-55 15,-4-1-65-15,-3 1-63 0,1 1-81 16,-5 1-124-16,-3 3-174 0,-3-1-515 15,0-2-533-15</inkml:trace>
  <inkml:trace contextRef="#ctx0" brushRef="#br0" timeOffset="156220.901">18626 15415 1967 0,'0'0'321'0,"0"0"-82"0,0 0-58 0,0 0 38 16,0 0 79-16,0 0-21 0,0 0-113 15,0 0-123-15,0 0-39 0,0 0 39 16,0 0 47-16,-14 65-10 0,14-40-18 16,0 0 15-16,3 4-5 0,1 0-14 0,0 4-3 15,-1 0-28-15,0-1 0 0,0 3-24 16,-3 0 2-16,0 0-3 0,0-1 0 15,0-3-2-15,0-1-20 0,-1-5-40 0,-1-5-35 16,2 1 12-16,0-6-22 0,0-3-25 16,0-2-29-16,0-3-30 0,3-4-32 15,0 0-71-15,0-3-142 0,1 0-111 16,-2 0-107-16,3-5-369 0</inkml:trace>
  <inkml:trace contextRef="#ctx0" brushRef="#br0" timeOffset="156875.924">19062 15299 2463 0,'0'0'438'0,"0"0"-261"0,0 0-69 0,0 0 131 16,0 0 166-16,0 0-115 0,0 0-103 16,27 80-103-16,-24-51-1 0,-3 6-27 31,0 1 3-31,0 0-16 0,-4 3-19 15,-4 2-24-15,-2 2 1 0,2 3-3 0,-3-1 2 16,0-3-27-16,2-7-41 0,2-3 28 16,-1-10 3-16,3-6 9 0,4-8 15 0,-1-2-2 15,2-5-13-15,0-1-16 0,0-1-15 16,3-6 13-16,2-3 40 0,3-4 6 16,2-4 3-16,1-2-3 0,1 0-1 15,1 0 1-15,0 4-3 0,0 2-1 16,0 2-14-16,2 2 18 0,-2 4 19 0,1-1-15 0,-2 6-3 15,-3-1-1-15,0 2-11 0,-3 0 11 16,-2 3 13-16,-2 4-1 0,-1 1-11 16,-1 2 24-16,0 5-25 0,-7-1-34 15,0 3-50-15,-1-2 9 0,-4 1 11 16,1-3 27-16,0 1 18 0,0-3 19 16,0-3 2-1,0 0 13-15,4-3-12 0,-1-1 25 16,4-1-13-16,0 0-12 0,2 0 41 0,2 0 13 15,0 0-4-15,2 1 9 0,4 0-6 16,2 1-13-16,1-2-2 0,4 2-10 16,-2-3-3-16,4 2-6 0,-1-4-22 15,3 0 0-15,-1 0 0 0,0 0 0 16,0 0-9-16,1 0-93 0,-2 0-35 0,-1 0-10 0,-1 0-45 16,3 0-57-16,-4 1-212 0,-2 1-506 15,2 1-490-15</inkml:trace>
  <inkml:trace contextRef="#ctx0" brushRef="#br0" timeOffset="158127.174">19619 15221 1967 0,'0'0'402'0,"0"0"-53"0,0 0-76 0,0 0 44 16,0 0 98-16,0 0-40 0,0 0-86 15,0 0-84-15,0 0-51 0,0 0-22 16,-8-14-25-16,5 23-40 0,-2 8-33 16,-2 5-7-16,3 4-27 0,-2 2-18 15,0-1 3-15,3-1-28 0,3-3-43 0,0 0-49 16,0-2-68-16,0-1-47 0,3 3-75 16,0-2-129-16,-3-5-190 0,0 8-538 0</inkml:trace>
  <inkml:trace contextRef="#ctx0" brushRef="#br0" timeOffset="167606.16">19743 16273 1800 0,'0'0'1972'16,"0"0"-1727"-16,0 0-245 0,0 0 1 0,0 0 11 15,0 0 96-15,0 0 75 0,0 0-12 16,101 4-88-16,-69-8-37 0,0-1 16 16,-5 4-13-16,-5 1-48 0,-8 0 12 15,-3 4-13 1,-5 4-13-16,-4 1 13 0,-2 5 34 0,0 2-3 15,-8 1-4-15,-6 4 7 0,-2-1-12 16,-2 2-22-16,-4 2 0 0,-1-3-37 16,-2 0-28-16,0-1 4 0,2-2 36 15,2 1-12-15,1-3 7 0,4 2-4 0,0 0 9 16,3 2-3-16,3-1 0 16,2 3 28-16,3-1 1 0,2 0 21 0,3-1 0 0,0-1-4 15,0-3 4 1,8-1 12-16,3-5 0 0,2 1 12 15,3-4-19-15,1-2 23 0,2-1-35 16,-3-3 2-16,0-1-17 0,-5 0-37 16,-1 0-2-16,-4-5-69 0,0-3-28 0,-5-2-47 15,-1 1-79-15,0-2-154 0,-1-3-202 16,-8 2-517-16,1-2-271 0</inkml:trace>
  <inkml:trace contextRef="#ctx0" brushRef="#br0" timeOffset="167758.441">19642 16556 1055 0,'0'0'39'0,"0"0"1037"0,0 0-645 16,0 0-148-16,0 0 12 0,0 0 46 0,76 25-22 15,-54-20-42-15,4-1-109 0,2-4-50 16,0 0-53-16,1-3-28 0,-1-5-37 0,-1-4-62 16,2-4-124-16,1-2-115 0,2-5-153 0,-7 5-327 15,12-14-836-15</inkml:trace>
  <inkml:trace contextRef="#ctx0" brushRef="#br0" timeOffset="167938.29">20336 16129 1661 0,'0'0'1055'0,"0"0"-574"0,0 0-280 15,0 0-30-15,3 75 139 0,-3-48 54 16,0 0-107-16,0 1-118 0,0-1-87 0,0 0-36 0,-3-1-16 15,-2 0-111-15,0-1-106 0,-1 0-88 16,1 0-159-16,-2-8-548 0,0 11-1081 0</inkml:trace>
  <inkml:trace contextRef="#ctx0" brushRef="#br0" timeOffset="168492.339">20808 16184 745 0,'0'0'2441'16,"0"0"-2014"-16,0 0-219 0,95 0-35 15,-64 8 40 1,-6 4-26-16,-3 1-36 0,-6 1-46 0,-6 5-65 16,-2-1-18-16,-7 2 5 0,-1 3-8 15,-4 1-4-15,-8 2 31 0,-7 5-30 16,-3 1-16-16,-5 4-1 0,-3 4 0 16,-3 0 0-16,-3 1-27 0,1 1 10 15,2-3-1-15,3-2-2 0,7-6 21 16,7-5-1-16,9-2 1 0,7-6-28 0,0 1 28 0,13-5 18 0,5 4 13 15,7-5 0-15,1 1-16 0,3-4-5 16,1-3-8-16,0-2 13 0,-1-5-15 16,-1 0-1-16,0-5-1 0,-3-7-20 15,1-1-58-15,-6-5-61 0,0-3-51 16,-7-3-147-16,-4-1-246 0,-7 7-772 16,-2-7-665-16</inkml:trace>
  <inkml:trace contextRef="#ctx0" brushRef="#br0" timeOffset="168693.001">20658 16627 310 0,'0'0'2358'0,"0"0"-1946"0,0 0-173 16,0 0 66-16,0 0 29 0,93 71 26 15,-65-61-50-15,4-1-117 16,4-6-101-16,3-3-12 0,0 0-68 15,4-8-12-15,1-3-24 0,0-3-93 16,2 0-82-16,3-4-33 0,1 0 46 16,-12 4-288-16,14-5-892 0</inkml:trace>
  <inkml:trace contextRef="#ctx0" brushRef="#br0" timeOffset="168886.383">21724 16479 134 0,'0'0'2507'0,"0"0"-1731"0,0 0-418 0,0 0 0 16,0 0 52-16,89 19-62 0,-68-19 3 15,2 0-129-15,3-6-143 0,1-5-79 16,1-2-73-16,0-4-79 0,0-1-43 16,-2 0-43-16,-6 1-113 0,-4 5-339 15,-7 2-701-15,-9 8-905 0</inkml:trace>
  <inkml:trace contextRef="#ctx0" brushRef="#br0" timeOffset="169024.584">21759 16675 365 0,'0'0'2498'0,"0"0"-2140"15,0 0-284-15,0 0 40 16,0 0 90-16,0 0 108 0,0 0-58 0,0 0-83 16,93 46-72-16,-66-56-40 0,5-4-59 0,1-2-44 15,-2-2-158-15,0-1-102 0,-8 5-157 16,9-8-704-16</inkml:trace>
  <inkml:trace contextRef="#ctx0" brushRef="#br0" timeOffset="171630.129">22833 16344 1144 0,'0'0'1617'15,"0"0"-1322"-15,0 0-103 0,0 0 12 16,0 0 90-16,0 0-36 0,0 0-44 16,-79-28-62-16,66 28-84 0,1 0-18 15,-1 7-10-15,-1 5-15 0,2 5 2 16,-2 4 1-16,4 5-3 0,0 6 9 0,1 4 6 0,1 2 0 15,3 2 3-15,-1-1-16 0,3-2-25 16,3-6-2-16,0-6-2 0,2-8-10 16,5-6-13-16,5-8 1 0,2-3 12 0,2-2 8 15,4-7-48-15,-1-5-25 0,-2-3-25 16,0-2 3-16,0-4-6 0,-5 3 24 31,-2 0 0-31,1 0 6 0,-2 2 20 0,-3 3 30 16,-1 3 13-16,-1 3 12 0,-1 5 0 0,0 4-19 15,0 0 19-15,2 6 6 0,3 6 76 16,0 5-6-16,1 4 5 0,2 3-50 16,0 2 41-16,-1 1-29 0,1-1-12 15,-1-2-9-15,1-4 12 0,1 0-34 16,1-6-17-16,2-3-88 0,1-6-85 0,-1-5-15 16,3-3-97-16,-5-2-288 0,3-13-742 0</inkml:trace>
  <inkml:trace contextRef="#ctx0" brushRef="#br0" timeOffset="172501.194">23173 15555 676 0,'0'0'1276'0,"0"0"-529"0,0 0-403 15,0 0-158-15,0 0 50 0,0 0 74 16,0 0 2-16,0 0-73 0,0 0-90 0,36 99-7 15,-33-63-37-15,-3 7-28 0,0-1-13 16,-1 4-42-16,-8-2-20 0,2 2 0 16,-2-2-2-1,0 0-22-15,1-6-61 0,2-4-36 16,0-7 11-16,3-10 52 0,2-7 38 16,0-6 5-16,1-3-18 0,0-1-25 0,0-1 28 15,2-8 28-15,7-5 11 0,0-3-11 16,2-4-25-16,2 1 0 0,0-1 24 15,0 3-1-15,-1 5-1 0,1 1-9 16,-2 2 12-16,-1 4 1 0,-3 4 14 0,-1 1 10 16,0 1-13-16,-3 1-9 0,-1 6 28 0,-2 0-12 15,0 3 12-15,0 4-6 0,-5-2 1 16,-2 3-26-16,-3 1-44 0,-2-2-27 16,2-1 0-16,1-1 15 0,0-2 56 15,1-4 20-15,4-2 11 0,1 1-18 16,2-3-10-16,1 0-3 15,0 1-2-15,0 1 2 0,8-1 50 16,0 5 24-16,4-1-15 0,1-1 6 16,5 0-19-16,-2-4-6 0,4-2-18 15,-3 0-22-15,3 0 0 0,0-6-2 16,-1-2-79-16,-2-3-83 0,-3 0-59 16,0-3-120-16,-6 3-224 0,1-5-658 0</inkml:trace>
  <inkml:trace contextRef="#ctx0" brushRef="#br0" timeOffset="172717.439">23542 15559 1380 0,'0'0'1336'0,"0"0"-807"0,0 0-224 0,0 0-39 0,0 0 55 15,0 0-48-15,0 0-100 16,0 0-99-16,0 0-74 0,4 84-3 0,-4-62-28 15,0 2-86-15,-4 2-59 0,0 3-61 16,-3 4-113-16,1-9-346 0,-8 12-909 0</inkml:trace>
  <inkml:trace contextRef="#ctx0" brushRef="#br0" timeOffset="174706.976">23735 16394 2635 0,'0'0'498'0,"0"0"-211"0,0 0-46 15,0 0 8-15,0 0-26 0,0 0-48 16,0 0-45-16,98-47-56 0,-66 42-15 16,0 2-31-16,-1 0-4 0,0 3 10 15,-5 0 0-15,-4 0-24 0,-4 0-10 0,-4 0-13 0,-4 1 10 16,-5 5-9-16,-4 3-4 0,-1 4-18 15,-3 5 23-15,-5 5 10 0,-7 4-10 16,2 4-39-16,-5 1-8 0,0 1 5 0,-2 0 4 16,0 0-7-16,3 1 22 0,-2-1 15 15,4-3 4-15,1-2 15 16,4-4 2-16,4-5 17 16,3-2 0-16,3-4 9 0,0-2 3 15,8-3 18-15,3-2 1 0,3-2 9 0,0-3-13 16,1-1-15-16,1 0-6 15,1-6-1-15,-3-3 4 0,1-4-28 0,-2-2-10 16,1 0-98-16,-5-2-87 0,-1-1-107 16,-3 0-188-16,-3 5-473 0,-2-7-799 0</inkml:trace>
  <inkml:trace contextRef="#ctx0" brushRef="#br0" timeOffset="174869.51">23735 16552 1456 0,'0'0'776'16,"0"0"-365"-16,0 0-234 16,0 0 153-16,0 0 93 0,89 0-88 15,-55 0-102-15,3 0-65 0,-1-3-81 0,3-8-75 16,0-3-12-16,-1-4-104 0,1-4-133 16,0-4-138-16,-8 5-259 0,9-19-940 0</inkml:trace>
  <inkml:trace contextRef="#ctx0" brushRef="#br0" timeOffset="175054.6">24562 16068 267 0,'0'0'2130'0,"0"0"-1441"0,0 0-449 0,0 0-43 16,-5 69 122-16,4-50-20 15,-2-1-100-15,1-1-156 0,2-2-43 0,0 1-21 0,0-1-29 16,0 2-149-16,0-2-148 0,0 2-164 15,0 1-654-15,0-6-837 0,-1 6 1940 0</inkml:trace>
  <inkml:trace contextRef="#ctx0" brushRef="#br0" timeOffset="176658.439">25865 16431 653 0,'0'0'0'0,"0"0"1685"15,0 0-1394-15,0 0-82 0,0 0 83 16,0 0-11-16,0 0-75 0,-47-66-20 15,35 59-32-15,2 0-40 0,-3 2-11 0,0 2-10 0,0 3 10 16,0 1 5-16,2 11-12 0,-5 7-40 16,1 10 2-16,-2 8 22 0,0 6-3 15,3 4 18-15,0 2-19 0,5-5-15 16,3-3-39-16,4-9-19 0,2-6-3 16,0-10-23-16,9-6 7 0,2-7-2 15,4-3 3-15,3-8 2 16,0-7 1-16,2-6-58 0,-1-3-34 15,-3-4 14-15,-1 1 32 0,-2-1 3 16,-2 6 18-16,0-1 9 0,-2 7 9 0,1 2-2 16,0 3 2-16,-1 5-6 0,-1 3-9 15,0 3 0-15,1 4 31 0,2 8 3 16,-3 0 34-16,2 4 7 0,0 1 14 16,-2-3-43-16,1 3-8 0,0-6 24 0,2-1-28 0,-3-2-37 15,4-5-52-15,-2-3-57 0,2 0 21 16,-1-11-227-16,-5 3-362 0,-1-11-863 0</inkml:trace>
  <inkml:trace contextRef="#ctx0" brushRef="#br0" timeOffset="177113.151">26169 15768 1406 0,'0'0'2078'0,"0"0"-1784"0,0 0-174 16,0 0 103 0,0 0 110-16,0 0-102 0,11 75-136 15,-11-54-70-15,0 3-4 0,-2 2-10 0,-4 3-11 16,-3 1-37-16,1 1-71 0,1-4-30 16,0-3 14-16,4-8 59 0,0-4 40 15,3-8-12-15,0-4-26 0,6 0 23 16,4-6 21-16,2-4 19 0,3-3 11 15,1 1-11-15,0-3-11 0,-1 1 10 0,-1 2 0 16,-3 3 0-16,-1-1-14 0,-4 5 2 16,-2 3 11-16,-4 2-1 0,0 0-13 0,-3 0 15 15,-4 6-33-15,-6 2-20 0,0 4 7 16,-4 3 40-16,3-1 7 0,-4 0 0 16,2 0 19-16,4-1 39 0,1-1 35 15,6-1-34 1,2 0 1-16,3-2 5 0,0 2 0 15,8-3 6-15,3 3 16 0,4-1-4 16,1-1-24-16,1-2-1 0,1-2-18 0,1 0 3 16,1-2-19-16,-1-2-20 0,-1-1-4 15,2 0-4-15,-1-5-26 0,1-1-72 16,-1 0-55-16,0-3-149 0,-1 2-143 16,-7 1-554-16,0-1-826 0</inkml:trace>
  <inkml:trace contextRef="#ctx0" brushRef="#br0" timeOffset="177429.794">26509 16215 2414 0,'0'0'804'0,"0"0"-527"0,0 0 55 0,0 0 89 16,76-17-87-16,-53 6-94 0,2 0-71 15,-2 0-56-15,-1 2-28 0,-2 5-45 16,-4 4-40-16,-1 0-1 0,-7 3-24 15,-2 7 1-15,0 6-3 0,-6 5-16 0,0 4 31 0,-7 7 12 16,-2 5-2-16,-3 1-13 16,0 3-10-16,1 2 7 0,0-2 15 15,2-2-10-15,3-6 12 0,2-2 1 0,4-5 2 16,0-5-2-16,4-6-1 0,4-3-2 16,3-1 1-16,1-6 0 0,-1-2 0 15,4-2-1-15,-2-1 3 0,1-2-1 0,-2-5-78 16,0-4-66-16,-3-2-67 0,-3 1-101 15,-3-2-274-15,-2 3-835 0</inkml:trace>
  <inkml:trace contextRef="#ctx0" brushRef="#br0" timeOffset="177592.441">26528 16443 1676 0,'0'0'769'0,"0"0"-257"0,0 0-320 0,0 0 85 15,0 0 176-15,100 18-74 0,-66-19-140 16,5-8-100-16,2-2-84 0,2-3-55 16,-1 1 0-16,0 1-61 0,-2 0-146 15,-4 3-120-15,-9 3-203 0,3 0-750 0</inkml:trace>
  <inkml:trace contextRef="#ctx0" brushRef="#br0" timeOffset="177782.35">27413 16404 1167 0,'0'0'3089'15,"0"0"-2736"1,0 0-230-16,0 0 52 0,82-10 48 0,-54-1-25 16,0-4-91-16,3-4-107 0,0 0-31 15,-4 1-124-15,0 3-104 0,-6 3-60 16,-3 6-205-16,-10 1-675 0,-8 7-438 0</inkml:trace>
  <inkml:trace contextRef="#ctx0" brushRef="#br0" timeOffset="177931.093">27463 16558 1846 0,'0'0'1560'0,"0"0"-1388"16,0 0-96-16,0 0 195 0,0 0 30 15,0 0-74-15,0 0-76 0,0 0-77 16,94 4-31-16,-69-15-43 0,-1 0 0 15,2 0-154-15,-1 0-150 0,-7 3-204 0,6 2-927 0</inkml:trace>
  <inkml:trace contextRef="#ctx0" brushRef="#br0" timeOffset="178710.881">28479 15734 274 0,'0'0'1618'0,"0"0"-1034"0,0 0-210 0,0 0-57 16,0 0-11-16,0 0-31 0,0 0 18 15,0 0-43-15,26 95-76 0,-21-51-13 16,-4 9 23-16,1 6-28 0,-2 5-52 16,0 5 6-16,-5 1-37 0,1 0-42 15,-1-5-31-15,0-7 0 16,5-9-12-16,0-11-10 0,2-11-20 0,7-10 26 15,2-7-8-15,0-8-13 0,6-2-8 16,-1-5-17-16,2-8-20 0,0-3-4 16,-2-6 6-16,1-2 31 0,-4 2 34 15,-1-1 13-15,-2 5 2 0,-3 5 0 16,-4 4 1-16,0 4-1 0,-1 5-16 0,1 0-17 16,-1 7 33-16,1 6 24 0,3 3 41 0,0 6 18 15,2 3-10-15,1 5-27 0,4-4 9 16,1 0 58-16,4-4-55 0,2-4-58 15,0-4 0-15,3-3-43 0,4-3-100 16,1-2-62-16,3-5-79 0,3-1-177 16,-9 0-602-16,12-9-895 0</inkml:trace>
  <inkml:trace contextRef="#ctx0" brushRef="#br0" timeOffset="179118.036">29332 16274 1292 0,'0'0'2028'0,"0"0"-1496"15,0 0-372-15,0 0 4 16,-93 80 187-16,63-36-34 0,-2 6-39 0,1 0-46 16,6-2-56-16,6-9-67 0,9-9-85 0,5-11-24 15,5-6-51-15,3-8-16 0,8-3 0 16,5-2 6-16,4-8-2 0,3-7-10 16,1-4-4-16,0-1 10 0,1-5 3 0,1 1 19 15,-1 0 5-15,-2 3-6 0,-1 3 6 16,-2 6 3-16,-2 4 13 0,0 6 8 15,-3 2 16 1,1 3 12-16,-1 10 6 0,-4 5 1 16,1 5-7-16,-1 3 9 0,-3 4-2 0,-3 3 14 15,0 2-11-15,-4 5 33 0,-1 2 9 16,0 5-3-16,-4 3-15 0,-6 2-13 16,-5 1-2-16,-1 0-7 0,-4-3-6 15,-2-4 3-15,-1-6-2 0,-2-4-16 16,2-7 18-16,-2-6-18 0,3-5 9 0,-4-6-12 15,1-8 0-15,-3-4-82 0,2-5 0 0,4-12 18 16,2-7 24-16,6-5-18 0,3-4-30 16,0-3-20-16,5 0-73 0,3 0-97 15,3 5-216-15,0 3-180 0,2 8-62 16,8-3-567-16</inkml:trace>
  <inkml:trace contextRef="#ctx0" brushRef="#br0" timeOffset="189069.406">6898 17687 1790 0,'0'0'1004'0,"0"0"-741"16,0 0-39-16,0 0-87 15,0 0 31-15,0 0 75 0,0 0-3 16,0 0-81-16,0 0-50 0,0 0 21 16,64 18-28-16,-31-14-16 0,3-2-12 15,0-1-28-15,1-1-9 0,-1 0-34 16,-1-6 21-16,0-1-24 0,-5 0-3 15,-1-4-34-15,-3 0-83 0,-3-1-47 16,-6 1-50-16,-1 1-105 0,-9 0-240 0,-1 4-424 0,-6 1-462 16</inkml:trace>
  <inkml:trace contextRef="#ctx0" brushRef="#br0" timeOffset="189249.998">7002 17815 1327 0,'0'0'1369'0,"0"0"-1015"0,0 0-213 15,0 0-17-15,0 0 108 0,0 0 100 16,88 49-109-16,-59-44-86 0,1-4-53 16,0-1 0-16,2-4-28 0,-3-6-37 0,0-3-19 15,-2-1-28-15,-3-3-127 0,-3-2-61 16,-4-1-102-16,-4 6-288 0,-6-9-876 0</inkml:trace>
  <inkml:trace contextRef="#ctx0" brushRef="#br0" timeOffset="189504.274">7233 17399 2181 0,'0'0'314'0,"0"0"-82"16,0 0 77-16,86 24 23 0,-54-14-37 15,1 2-52-15,2-1-48 0,2 1-51 16,1-1-5-16,-1-1-61 0,-4 1-53 15,-7 1-25-15,-3 0-22 0,-6 2-3 0,-6 3-6 16,-6 4-34-16,-2 4 3 0,-3 3 15 16,-8 4-3-1,-7 2-6-15,-4 4 9 0,-1-4 9 16,0 0 16-16,-3-4-6 0,0-3-16 16,0-5-60-16,3-4-41 0,0-4-83 0,1-6-135 15,0-5-310-15,7-3-825 0</inkml:trace>
  <inkml:trace contextRef="#ctx0" brushRef="#br0" timeOffset="190029.553">8736 17472 202 0,'0'0'2209'0,"0"0"-1806"0,0 0-216 16,0 0-30-16,0 0 104 0,0 0 90 0,0 0-61 16,0 0-84-16,0 0-103 0,0 0-60 15,0 0 16-15,-96 40 3 0,78-14-3 16,-2 9-25-16,5 3-16 0,1 7 1 0,5 3-7 15,2-1-10-15,6 1 35 0,1-5-10 16,2-6-5-16,10-7 12 0,4-5-33 31,-2-5 14-31,5-8-15 0,-3-4 0 0,3-5 24 16,-2-3-9-16,0 0 3 0,-1-7 1 0,-1-4 5 16,-4-3-24-16,2-2-91 15,-4-2-62-15,-5 0-42 0,-1 2-72 0,-3 1-198 16,0 2-292-16,-7 2-576 0,-1 4-48 15</inkml:trace>
  <inkml:trace contextRef="#ctx0" brushRef="#br0" timeOffset="190314.852">8599 17809 1375 0,'0'0'453'0,"0"0"334"0,0 0-347 16,0 0-140-16,79 9 62 0,-53-8-41 16,0-1-80-16,0 0-92 0,1-5-69 15,-1-3-80-15,0 0-86 0,-4-3-123 16,-2 0-86-1,-1 2-39-15,-5 1-70 0,-2 1-71 16,-4 4-81-16,-5 3 10 0,-3 0 45 0,0 2-86 16,-1 5 212-16,-7 2 375 0,1 1 56 15,0 2 289-15,0 1 138 0,1 2 301 16,3-1-236-16,2 3-193 0,-1 1-81 16,2 1-25-16,0 0-74 0,0 1-35 0,5 3-35 15,-1-2 15-15,0 0 15 0,2 1-3 16,1-3-56-16,0-1-73 0,4-1-3 15,0-2-117-15,7 0-141 0,0-5-100 16,4-3-343-16,-5-1-1293 0,9-5 1417 0</inkml:trace>
  <inkml:trace contextRef="#ctx0" brushRef="#br0" timeOffset="190753.097">9969 17834 2214 0,'0'0'777'0,"0"0"-464"0,0 0-173 0,0 0 221 0,0 0-18 16,0 0-82-16,59 83-78 0,-51-56-63 16,-1 0-40-16,-3-3-47 0,-1-2-14 15,-1-3-19-15,-1-7-12 0,-1-4-71 16,0-4-115-16,0-3-59 0,0-1-103 16,-3-6-257-16,-4-8-854 15,0 2-375-15</inkml:trace>
  <inkml:trace contextRef="#ctx0" brushRef="#br0" timeOffset="190899.916">9926 17640 2043 0,'0'0'817'0,"0"0"-554"0,0 0-132 0,0 0-32 0,0 0-83 16,78-3-16-16,-54-7-204 0,1-4-162 15,4-7-325-15,-6 5-958 0,15-9 1528 0</inkml:trace>
  <inkml:trace contextRef="#ctx0" brushRef="#br0" timeOffset="191146.925">10387 17702 1319 0,'0'0'1602'0,"0"0"-1278"0,0 0-69 16,-20 68 143-16,19-54-60 0,1-3-89 15,0-4-107-15,5 0-81 0,7-1-18 16,4-1 25-16,3 2 24 0,5 0-19 15,1 1-21-15,3-2-9 0,-3 1-29 16,-2 0-14-16,-1 1-1 0,-4 1 1 0,-2-1 2 0,-3 2 14 16,-4-2-16-16,-3 3-2 0,-3 0-11 15,-3 2 12-15,0-1-1 0,-3 0-68 16,-3 1-80-16,-3-3-22 0,1 1-4 16,0-3-50-16,-2-2-198 0,4-1-357 15,-8 1-872-15</inkml:trace>
  <inkml:trace contextRef="#ctx0" brushRef="#br0" timeOffset="191648.355">11873 17895 866 0,'0'0'1740'0,"0"0"-1392"0,0 0-131 0,0 0 26 16,-78-36 23-16,61 36-5 0,0 0-50 16,-5 9-43-16,2 7-53 0,-2 5-16 15,-1 8 24-15,3 4 16 0,3 2 2 0,3 0-43 16,6-4-40-16,8-1-22 0,0-6-17 0,9-7-19 16,8-4-13-16,5-7 1 15,1-6-3-15,7-4 0 0,1-11-34 0,0-4 0 16,0-5-6-16,-3-2 33 15,0 2 21-15,-4 4-1 0,-1 5 0 0,-4 5 0 16,-2 4 2-16,-1 6 28 0,0 0-13 0,-4 3-12 0,-1 5 12 16,-2 4 1-16,-2 1 14 0,-3 0 1 15,-2 2-7-15,0-7-24 0,0 2 0 16,-2-8-113-16,0-1-52 0,0-1-23 16,0 0-7-16,0-4-72 0,0-5-253 15,0-4-476-15,0 1-413 0,0-17 827 0</inkml:trace>
  <inkml:trace contextRef="#ctx0" brushRef="#br0" timeOffset="191972.157">12176 17406 1592 0,'0'0'812'0,"0"0"-252"0,0 0-313 0,0 0 17 0,14 89 119 15,-14-57-4-15,0 2-56 0,-6 3-99 0,-2-1-101 16,2 0-55-16,0-2-29 0,3-2-39 15,-1-4-10-15,4-5-24 0,0-2-54 16,0-5-17-16,4-3 19 0,7-2 34 16,1-4 21-16,3-1 9 0,2-1 22 15,1-2 0-15,0 4 3 0,0-2 24 16,0 6 29 0,-1 1 15-16,-2 1 33 0,2 1-46 15,-5 0-18-15,-3 0 27 0,-4 1-18 0,-1 0-12 16,-4 1-16-16,0 2-18 0,-1-4 7 15,-9 4-10-15,0-3-91 0,-4-2-22 16,-1-1-35-16,-2-6 13 16,5-1-16-16,2-3-85 0,0-2-172 0,4-3-299 15,1-6-468-15,0-6-184 0,2 4 961 0,2-17 187 0</inkml:trace>
  <inkml:trace contextRef="#ctx0" brushRef="#br0" timeOffset="192257.26">12379 17920 385 0,'0'0'326'0,"0"0"987"0,0 0-562 0,0 0-134 15,62 67-107-15,-49-56-94 0,-2-1-91 0,1-1-88 16,-2-6-66-16,3-3-52 0,-1 0-49 16,3-7-15-16,0-5-17 0,1-6-38 15,-2-4-33-15,2-3-19 0,-6 2-15 16,0 2-12-16,-4 6 12 0,-5 4 6 16,-1 4-7-16,0 3 7 0,-7 3-19 15,-3-1-3-15,-3 2 18 0,-1 0 47 16,-1 7 15-16,0 4-26 15,1 6 29-15,3 5 25 0,2 4-1 16,2 3-22-16,4 2 0 0,2 0 26 16,1-1 3-16,1-5 37 0,9-2-65 15,3-7-3-15,2-5-34 0,3-6-43 16,1-5-6-16,4-2 9 0,0-10-35 16,3-10-25-16,0-8-110 0,0-7-217 15,2-9-222-15,-7 11-750 0,9-25 22 0</inkml:trace>
  <inkml:trace contextRef="#ctx0" brushRef="#br0" timeOffset="192457.691">13002 17418 706 0,'0'0'2911'0,"0"0"-2502"0,0 0-252 16,-28 80 142 0,18-43 116-16,1 4-91 0,1 4-75 15,4 0-76-15,2 0-40 0,2-2-27 0,0-5-43 16,5-3-51-16,1-4-12 0,3-3-51 15,-1-3-58-15,0-2-33 0,2-3-28 16,-3-3-27-16,1-1-59 0,-1-5-168 16,4-3-343-16,-3-4-669 0,-3-3-423 15</inkml:trace>
  <inkml:trace contextRef="#ctx0" brushRef="#br0" timeOffset="192604.674">13154 17839 368 0,'0'0'1517'16,"0"0"-401"-16,0 0-625 0,0 0-68 15,0 0-90-15,0 0-94 0,8 82-36 16,-8-56 0-16,-5 1-13 0,0-2-65 16,0-1-58-16,1-6-67 0,2-4-3 15,2-7-95-15,0-2-140 0,0-5-69 16,0 0-46-16,0 0-206 0,-1-2-413 0,-1-3-481 16,-3-12 168-16</inkml:trace>
  <inkml:trace contextRef="#ctx0" brushRef="#br0" timeOffset="192758.351">13120 17748 843 0,'0'0'1713'0,"0"0"-1124"16,0 0-286-16,0 0 7 0,0 0 52 15,0 0-73-15,0 0-60 0,0 0-66 16,0 0-74-16,0 0-89 0,86-11-6 16,-68-1-206-16,2-1-110 0,0 0-144 15,-6 6-555-15,6 1-788 0</inkml:trace>
  <inkml:trace contextRef="#ctx0" brushRef="#br0" timeOffset="193375.949">13575 17846 143 0,'0'0'2534'15,"0"0"-2059"-15,0 0-274 0,0 0 75 16,0 0-1-16,0 0 17 0,0 0-6 15,-85-1-74-15,72 18-15 0,-3 6-4 16,0 6 5-16,2 4-10 0,2-1-58 16,4-5-69-16,4-3-43 0,2-8-18 0,2-3-18 15,0-7-12-15,10-3 2 0,2-3-2 0,6 0-12 16,1-9-10-16,3-8 19 0,-1-3 2 16,-2-5 19-16,1 2-6 0,-4 3 0 0,0 2 6 15,-3 6 12-15,-2 6 2 0,0 5 34 16,-4 1 7-16,0 6 33 0,2 4 5 15,-4 2-20-15,3 4-1 0,-4-1 7 16,3 1-7 0,-3-2-23-16,-1-3-37 0,0-3-1 0,2-2-27 0,-2-1-14 0,1-4-45 15,-3-1-47-15,4 0-54 16,-1-7-83-16,2-3-151 0,-1-4-108 0,4-5-237 16,2-1-37-16,1-3-207 0,1 2 324 15,-1 2 224-15,1 2 463 0,-2 7 503 16,1 3 24-16,-4 6-7 0,0 1 34 15,0 0 21-15,-2 5-34 0,-2 5-72 16,2 1-90-16,-3 0-95 0,0 3-88 16,1-1-13-16,-3-1 21 0,1-1-74 15,-1-4-75-15,2-2-55 0,-3-3-24 16,2-2-7-16,1 0 7 0,0 0 0 16,1-7-3-16,3-2 11 0,2-1 16 0,-1-1 25 15,4-2-24 1,-1-1-1-16,1 5-12 0,1 0-10 15,0 6-2-15,-1 2 12 0,0 1 10 16,-1 8 2-16,-3 5 22 0,-1 6 5 16,-1 5 43-16,-2 2-24 0,-2-1-19 15,-1-1-14-15,-1-4-13 0,2-3-88 16,-2-1-88-16,1-4-52 0,-1 1-45 16,0 0-94-16,0-4-378 0,0 4-967 0</inkml:trace>
  <inkml:trace contextRef="#ctx0" brushRef="#br0" timeOffset="193676.458">14976 18209 1494 0,'0'0'2318'0,"0"0"-1738"0,0 0-284 0,0 0-148 16,-104 78-133-16,70-48-15 0,-4 1-89 15,-1 1-120-15,-4 3-204 0,8-8-831 16,-27 18-1588-16</inkml:trace>
  <inkml:trace contextRef="#ctx0" brushRef="#br0" timeOffset="194840.107">15926 17784 1790 0,'0'0'1345'0,"0"0"-1007"0,0 0-151 16,0 0 37-16,0 0 12 0,0 0-71 16,74 66 9-16,-46-62 45 0,8-2-65 0,4-2-66 15,7 0-23-15,3-2-47 0,3-6 22 16,3-4-7-1,-5-2-17-15,2-1-16 0,-2-4-43 16,-5 0-67-16,-2-2-47 0,-5 0-27 16,-3 2-36-16,-7 4-91 0,-7 3-194 0,-8 6-466 15,-9 4-537-15</inkml:trace>
  <inkml:trace contextRef="#ctx0" brushRef="#br0" timeOffset="195024.777">16006 18087 1524 0,'0'0'1214'16,"0"0"-829"-16,0 0-247 0,0 0-49 15,0 0 251-15,75 25-4 0,-32-25-67 16,5 0-55-16,2 0-87 0,-2-8-66 0,0 0-59 0,-6-2-2 16,-6-2-26-16,-1-1-85 0,-8 0-25 15,-3-1-44-15,-4-2-109 0,-5 2-203 16,-4 0-594-16,-8-3-811 0</inkml:trace>
  <inkml:trace contextRef="#ctx0" brushRef="#br0" timeOffset="195278.628">16221 17629 749 0,'0'0'1914'0,"0"0"-1512"0,0 0-143 0,0 0 102 0,0 0-18 16,108-21-42-16,-72 21-60 0,4 3-75 15,1 4-70-15,-2 5-41 16,1 0-37-16,-1 2-18 0,-3 1 0 0,-1 1-12 16,-5 3-9-16,-3 4-35 0,-7 3-48 15,-6 2 8-15,-6 8-46 0,-8 7 0 16,-5 7-11 0,-12 6-39-16,-7 9-75 0,-6 2-133 15,-3 3-61-15,-5 2-52 0,-3-2-171 0,-3 1-548 16,11-20 802-16</inkml:trace>
  <inkml:trace contextRef="#ctx0" brushRef="#br0" timeOffset="197082.297">19057 17470 326 0,'0'0'1876'16,"0"0"-1321"-16,0 0-214 0,0 0-22 15,0 0 58-15,0 0-66 0,-88-71-77 0,70 65-76 0,-3 4-59 16,-2 0-44-16,-1 2 10 0,0 5-19 16,-4 7 15-16,2 6-18 0,-3 6 3 15,0 9 6-15,2 5 19 0,1 10-13 16,3 5 24-16,7 3-15 0,3 4 0 15,6-1-3-15,7-4-9 0,2-5-16 16,12-6-12-16,3-8 19 0,6-8-22 0,2-7-6 31,1-7-3-31,0-3 1 0,1-7-14 0,1-4-2 16,-3-2 16-16,0-6-16 0,-5-6-18 16,0-2-19-16,-4 0-39 0,-4 1-30 15,-5-2-31-15,-3 1-3 0,-1 2-16 0,-3 1-37 16,0 3-87-16,-3 1-131 0,-3 1-135 15,-4 1-92-15,-2 4-154 0,-2-1-232 0,-3-1 145 16,0 3 827-16,-2-4 104 0,3 1-7 0,0-1 344 16,5 3-184-16,3 2 881 0,3-1-584 15,4 1-105-15,1 1-25 0,0 0-25 16,0 0-44-16,1 0-60 0,6 0-50 16,2 0-32-16,4 0 12 0,5 0-7 15,2 0-80-15,5-5-49 0,0-3-37 0,-1-4-42 16,0-1-68-16,-1-2-54 0,-4 4-40 15,-4 1-38-15,-5 3-41 0,-4 2-71 16,-3 3-19-16,-2 2 42 0,-1 0 103 16,0 0 166-16,-1 2 62 0,-4 5 120 0,-1 1-24 15,1 6 97-15,-1 2 28 0,0 3-29 16,0 3 5 0,2 0 12-16,0 1-30 0,1 0-21 15,0 1-14-15,0-3-29 0,1 0-22 16,2-2-22-16,0-3-71 0,0-3-6 15,5-1-62-15,2-2-84 0,3-2-74 0,2-3-29 16,1-1-86-16,1-4-164 0,1 0-543 16,-4-4-583-16</inkml:trace>
  <inkml:trace contextRef="#ctx0" brushRef="#br0" timeOffset="197329.866">19766 17422 653 0,'0'0'2556'0,"0"0"-2054"16,0 0-257-16,0 0 34 0,0 0 34 15,0 0-42-15,-82 89-84 0,54-58-86 16,-3 4-67-16,-2 5-31 0,-3 4 0 16,-2 1-3-16,-2 4-12 0,-2 1-6 15,0 3-43-15,1 0-43 0,0 0-9 16,2 0 30-16,2-5-6 0,1-3-10 15,8-4-18-15,1-4-17 0,4-4-53 0,6-6-112 0,5-7-201 16,4-3-180-16,1-7-504 0,5-3-132 16,2-7 1316-16</inkml:trace>
  <inkml:trace contextRef="#ctx0" brushRef="#br0" timeOffset="197699.061">19536 17997 859 0,'0'0'1615'0,"0"0"-1075"0,0 0-80 16,0 0 73-16,0 0-80 0,0 0-148 15,99 9-103-15,-73-9-82 0,5-4-38 16,0-4-30 0,1 0-31-16,-2-3-20 0,-1 2-1 15,-6 1-21-15,-4 4-7 0,-11 2-66 0,-5 2-31 0,-3 4-19 16,-6 11 11-16,-11 6 35 0,-5 5-10 15,-5 5 15-15,-5 3 80 0,1 0 13 16,-3-1 13-16,3-2-13 0,1 0 2 16,2-4 13-16,5-2 16 0,3-2 47 15,4-4-13-15,5 0-38 0,4-1 4 16,2-1 12-16,5-2 19 0,0-1-13 16,9-1-6-16,4 0 15 0,4-2 6 0,3-4-6 15,3-1-2-15,3-1-23 0,0-3-31 16,3-2 15-16,1 0-17 0,-1-4-39 15,4-2-47-15,-4-3-73 0,3-1-90 16,-2-2-70 0,-8 5-309-16,9-7-862 0</inkml:trace>
  <inkml:trace contextRef="#ctx0" brushRef="#br0" timeOffset="198015.254">20450 17964 1243 0,'0'0'2160'0,"0"0"-1529"0,0 0-433 0,0 0 1 15,0 0 116-15,0 0-76 0,0 0-65 16,0 0-58-16,-88 44-65 0,70-27-32 16,0 6 8-16,-4 3 9 0,3 5-2 15,1 2 11-15,1 3-8 0,2 1-4 0,5-3 12 16,4-2 13-16,3 0 63 0,3-2-21 0,7-2-46 15,6-3-24-15,4-2-12 0,2-4-17 16,4-3 10-16,2-4-11 0,1-5-18 16,-2-3-33-16,4-4-6 0,-2 0-22 0,0-9-21 15,-2-5-12-15,-4-5-36 0,0-2-81 16,-3-3-168 0,-5 0-312-16,-4 1-551 0,-4 7-379 15,-4-2 443-15</inkml:trace>
  <inkml:trace contextRef="#ctx0" brushRef="#br0" timeOffset="198363.195">20658 17908 1030 0,'0'0'189'16,"0"0"1404"-16,0 0-1214 0,0 0-188 16,-48 85 107-16,36-55 73 0,1 2-65 15,3 1-77-15,2 2-59 0,6 0-63 0,0 2-15 16,0-2-22-16,6-3 28 0,2-4-25 15,1-5-24-15,2-5-47 0,-1-4 0 0,1-4-2 16,2-7-12-16,-1-1-31 0,1-2-2 16,-2-5-13-16,4-8-43 0,-4-3-43 15,3-4-53-15,-6 1-112 0,-1-2-265 0,-3 2-573 16,-4 5-307-16,0-1 547 0</inkml:trace>
  <inkml:trace contextRef="#ctx0" brushRef="#br0" timeOffset="198501.129">20647 18179 274 0,'0'0'2186'0,"0"0"-1607"0,0 0-266 0,0 0 11 0,0 0 6 16,0 0-79-16,0 0-99 0,0 0-47 15,0 0-105-15,84 48-46 0,-67-58-78 16,-3-2-66-16,-1-3-61 0,-3-2-166 16,-2 0-293-16,-3 4-755 0,-5-3 545 15</inkml:trace>
  <inkml:trace contextRef="#ctx0" brushRef="#br0" timeOffset="198647.976">20779 18158 316 0,'0'0'1596'0,"0"0"-829"16,0 0-439-16,-5 71-130 0,2-46 83 15,3-4 26-15,-1 1-18 0,1-6-61 0,0-2-104 0,0-2-96 16,5-3-28-16,2-5-68 0,2 0-63 16,1-2-6-16,5 0-102 0,-4-2-51 15,2-2-175-15,-1-7-975 0,-5 2-252 16</inkml:trace>
  <inkml:trace contextRef="#ctx0" brushRef="#br0" timeOffset="198864.248">21148 18054 1061 0,'0'0'1872'15,"0"0"-1526"-15,0 0-257 0,0 0 29 16,0 0 166-16,0 0 72 0,0 0-110 15,50 77-128-15,-38-62-57 0,-3 3 1 0,-2 3-9 0,-1 0-7 16,-6 3 0-16,0 2-35 0,-3 3-11 16,-5 0-15-16,-3 2-68 0,-4 1-44 15,0-3-31-15,-4-1 9 0,2 0-35 0,-3-3-93 16,-2-1-164-16,-1-5-271 0,7-7-868 16,-7-4 824-16</inkml:trace>
  <inkml:trace contextRef="#ctx0" brushRef="#br0" timeOffset="199248.143">21879 17961 985 0,'0'0'2574'0,"0"0"-2227"16,0 0-253 0,0 0 41-16,82 33-50 0,-54-33-14 15,5-2 29-15,1-10-23 0,1-5-31 16,4-4-5-16,-5 0-41 0,-2-1 0 0,-5 2-177 16,-8 2-106-16,-4 5-218 0,-15 4-798 0</inkml:trace>
  <inkml:trace contextRef="#ctx0" brushRef="#br0" timeOffset="199417.142">21848 18167 1132 0,'0'0'2188'0,"0"0"-1782"0,0 0-280 0,0 0 47 0,0 0-53 31,0 0-48-31,96-6-60 0,-62-7-12 16,3-2-72-16,4-1-76 0,-1-1-176 15,-12 5-277-15,12 1-916 0</inkml:trace>
  <inkml:trace contextRef="#ctx0" brushRef="#br0" timeOffset="201509.88">22957 17968 189 0,'0'0'1820'15,"0"0"-1137"-15,0 0-432 0,0 0-197 16,0 0 97-16,42-75 95 0,-30 49-50 15,0-3-79-15,1-1-117 0,2-2 0 0,-1 1 0 0,-2-1-1 16,-1 6 1-16,-1 2-2 0,-2 6-1 16,-2 4 0-16,-1 6 1 0,-4 3-11 15,1 5 11-15,-2 0 2 0,0 0 26 16,0 3 37-16,1 5-12 0,1 3 59 16,2 5 16-16,1 7-57 0,0 3-22 15,1 2-16 1,-2 3 6-16,1 3-15 0,-1 2 6 0,-3 3-12 15,2 1-16-15,-3 1 0 0,0-2-9 16,0-3 7-16,0-5 0 0,0-5-19 16,-1-3 19-16,-1-3-39 0,-1-1-34 15,1-3-9-15,-3-1-33 0,0-2-81 16,-1 1-87-16,-1-1-123 0,-1 1-136 16,-1-2-221-16,-2-1-265 0,-2 0 313 0</inkml:trace>
  <inkml:trace contextRef="#ctx0" brushRef="#br0" timeOffset="201652.234">23011 18312 411 0,'0'0'244'0,"0"0"1010"16,0 0-726-16,0 0-148 0,0 0-30 16,0 0-9-16,0 0-41 0,0 0-74 15,0 0-72-15,0 0-1 0,0 0 45 0,59-11-13 16,-29 4-71-16,2 0-41 0,1 1-30 16,4 0-43-16,6-2 0 0,4 2-52 15,4-1-31-15,3 2-160 0,-1 1-70 16,2-1-258-16,-16 2-500 0,13 2-649 0</inkml:trace>
  <inkml:trace contextRef="#ctx0" brushRef="#br0" timeOffset="201853.24">24447 18333 1873 0,'0'0'2335'15,"0"0"-1987"-15,0 0-228 0,0 0 9 0,0 0 110 16,0 0 75-16,0 0-129 0,0 0-173 16,0 0-12-16,0 0-146 0,2 0-6 15,-7-4-21-15,2 0-85 0,-4 0-403 16,-3 0-1328-16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24:38.2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8268 2967 1611 0,'0'0'484'16,"0"0"56"-16,0 0-385 0,0 0-17 0,0 0 41 16,-24-71 55-16,14 62-12 0,2-1-26 15,-3-1-51-15,2 1-29 0,-2 2-15 16,3 1-23-16,-4 0 3 0,4 0-25 16,-4 1 9-16,1 1 0 0,-2 2 12 0,-1 0-15 0,0 0-28 15,-2 3 3-15,-1 0-16 0,1 0-8 16,-1 1 14-16,-3 4 10 0,-1 5 3 15,-3 1-6-15,-3 3-13 0,-1 5 1 16,-3 6-10-16,0 2-11 0,-2 0 33 0,3 4-19 16,0 1-13-16,-1 4-2 0,3 1-1 15,0 1 0-15,2 3-1 0,4 1-19 16,2 3 20-16,3 2-15 16,7 0 14-16,3 1-10 15,5 0 0-15,2-2 12 0,5-3-3 0,5-3 3 16,3-3 10-16,1-7 14 0,3-5 16 15,1-2 9-15,2-7 0 0,0-1-6 16,3-7 21-16,0 1 15 0,2-4-21 16,-1-2-12-16,-2-3-13 0,1 0 0 15,0-3-2-15,1-5-1 16,-3-2-6-16,0-5-21 0,2 1-3 0,-1-7-1 16,-2 2-29-16,0-1-70 0,-4-1-37 0,0 2-25 15,-4 1-33-15,-4 5-27 0,-2-2-50 16,-5 3-134-16,-1 2-172 0,-1 1-221 15,-5 5-412-15,-10-2-59 0</inkml:trace>
  <inkml:trace contextRef="#ctx0" brushRef="#br0" timeOffset="319.633">7863 3510 1550 0,'0'0'481'16,"0"0"-121"-16,0 0 46 0,0 0 43 16,0 0-39-16,0 0-120 0,0 0-86 15,0 0-42-15,0 0-16 0,0 0-1 16,0 0-3-16,43-9-32 0,-24 4-55 15,2-2-49-15,1 0-6 0,-2-2-49 16,3 1-92-16,1-1-53 0,-1 1-20 0,-1 2-45 0,-2-1-78 16,0 4-62-16,-7 1-69 0,-1 2-64 15,-2 0-104-15,-4 2 99 0,-3 5 217 16,-3 2 278-16,0 3 42 0,0 1 215 16,-5 5 156-16,-2 1 68 0,-3 1-104 15,1 2-54-15,1 3-58 0,-5 2-26 0,3 0-11 16,-2 1-4-1,-1 3-32-15,2-1-45 0,-1 1-19 0,4-3-52 16,0-4-34-16,1-4-34 16,4-1 8-16,3-2-37 0,0-3-42 0,0-1-16 15,3-3-26-15,4-2-39 0,4-3-94 16,-2-1-212-16,6-3-532 0</inkml:trace>
  <inkml:trace contextRef="#ctx0" brushRef="#br0" timeOffset="1172.973">9175 2921 2350 0,'0'0'352'0,"0"0"-269"0,0 0-34 16,0 0 111-16,0 0 93 0,0 0 21 15,0 0-9-15,0 0-51 0,0 0-69 0,0 0-55 16,-82 62-3-16,60-33 6 0,-3 4 6 16,-4 4-12-16,-4 6 5 0,-1 3-30 0,-4 4-10 15,-3 5-9-15,-1 3-6 0,-5 3-13 16,-2 7-11-16,-4 3-13 0,-5 5 0 15,0 4-4-15,-1 3 2 0,-3 7-12 16,0-5 14-16,2 4 0 0,-1-6-12 0,4-3 12 0,2-6 2 16,1-3-2-16,4-5 2 15,5 0 0-15,2-9-1 0,6-6 0 0,5-7-1 16,5-3 0-16,4-8 0 0,5-4-2 16,3-7 0-16,4-3-1 0,3-3-9 15,2-4 9-15,2-6-13 0,2 0-5 16,2-5-22-1,0-1-12-15,0 0-16 0,0 0-16 16,0-3-8-16,7-2-11 0,2-4 7 0,3-4-7 16,3-4-54-16,4-3-48 0,3-6-98 15,2-3-275-15,-4 5-491 0,5-16-577 0</inkml:trace>
  <inkml:trace contextRef="#ctx0" brushRef="#br0" timeOffset="2414.124">8455 4184 1668 0,'0'0'1824'0,"0"0"-1492"16,0 0-187-16,0 0-16 0,0 0 126 0,0 0-4 15,0 0-20-15,0 0-69 16,0 0-55-16,0 0 0 0,0 0-10 0,112 2-51 15,-69-3-19-15,1 0 6 0,-1-1-8 0,0-3-7 16,-1 1-18-16,-2-2-2 16,-1 3 0-16,-4-1 0 0,-5 1-13 15,-3 0-7-15,-5 2 7 0,-5 1-15 16,-6 0-7-16,-3 1-8 0,-7 6-34 16,-1 2 2-16,0 5 38 0,-12 2-1 15,-3 4-6-15,-5 3 0 0,-4 3 28 0,-2 1 16 0,-2 3-16 0,-1 0 16 0,-4 0-13 16,-1 2 15-16,-2 3 0 0,0-2 2 15,-2 1-2-15,3 1 12 0,2-4 4 16,3-1 5-16,7-4 13 0,3-1 12 16,8-4 6-16,5-6-10 0,3-1-5 15,4-3-4-15,0-3-2 0,8 3-1 16,4-2 7 0,8 1 5-16,6-1 1 0,4 0-10 15,2-4-14-15,1 2 17 0,2-4-24 16,-1 1 0-16,0-3-12 0,-1-1-1 0,0 0-2 15,0-1-18-15,0-6-34 0,0-3-60 16,3-1-50-16,-1-3-45 0,-1 1-36 16,0-3-51-16,-1 1-241 0,-10 4-604 15,7-7-775-15</inkml:trace>
  <inkml:trace contextRef="#ctx0" brushRef="#br0" timeOffset="2730.637">9534 4116 3194 0,'0'0'477'16,"0"0"-386"-16,0 0 41 0,0 0 98 16,0 0 62-16,0 0-63 0,-82-10-48 15,62 19-67-15,2 4-44 0,1 5-18 0,-3 6-6 16,4 7 12-16,-1 6 3 0,3 4 12 15,3 4 15-15,0 4-18 0,5 1-15 0,2 4-1 16,2 0 7-16,2-3-7 0,0-1 1 16,8-4-16-16,3-6-3 0,2-5-21 15,5-4-15-15,2-8-15 0,3-4 3 16,5-9-30-16,3-3-49 0,3-4-54 16,5-3-71-16,2-8-80 0,0-7-75 0,1-7-270 15,-13 5-558 1,12-19-618-16</inkml:trace>
  <inkml:trace contextRef="#ctx0" brushRef="#br0" timeOffset="2962.141">9910 4217 2395 0,'0'0'1245'16,"0"0"-964"-16,0 0-127 0,0 0 71 16,0 0 72-16,0 0-8 0,-89 86-8 0,72-50-56 0,4 5-43 15,1 2-36-15,4 2-38 0,3 0-14 16,4-1-6-16,1-4-25 0,0-3-21 15,6-7-39-15,2-4-3 0,4-3-12 16,-2-6-9-16,4-5-18 0,1-3-52 16,2-4-24-16,0-5-12 0,2 0 0 15,-2-3 6-15,2-6-13 0,0 0-33 0,-5-3-65 0,0 0-60 16,-6-1-92-16,-2 1-134 0,-5-1-124 16,-1 0-83-16,-1 5-320 0,-13-13-165 0</inkml:trace>
  <inkml:trace contextRef="#ctx0" brushRef="#br0" timeOffset="3093.413">9804 4564 1056 0,'0'0'1873'16,"0"0"-1295"-16,0 0-268 16,0 0-8-16,0 0 52 0,11 75-27 15,1-69-85-15,2-6-71 0,5 0-56 16,4-4-51-16,4-9-34 0,2-4-30 16,-2-2-31-16,0-3-136 0,-1 0-71 15,-3 0-32-15,-2-1-110 0,-3 0-247 16,-6 8-515-16,-3-3-476 0</inkml:trace>
  <inkml:trace contextRef="#ctx0" brushRef="#br0" timeOffset="3247.059">10042 4466 1797 0,'0'0'1144'0,"0"0"-856"15,0 0-75-15,0 0 123 0,-2 82 54 16,4-60-2-16,0 0-62 0,3-1-85 16,-1-3-79-16,2-2-68 0,-1-4-64 15,3-1-30-15,-2-3-54 16,1-1-83-16,3-2-56 0,0 0-61 15,3-3-76-15,-6 0-232 0,8-4-741 0</inkml:trace>
  <inkml:trace contextRef="#ctx0" brushRef="#br0" timeOffset="3479.488">10478 4217 3019 0,'0'0'504'15,"0"0"-355"-15,0 0 109 0,0 0 87 16,0 0-20-16,53 68-64 0,-41-48-89 16,-2 4-84-16,0 6-30 0,-3 3-18 15,-1 7-13-15,-4 5-15 0,-2 2-12 0,-6 2 0 0,-4 0-24 0,-7-1-16 32,-1-2-33-32,-3-2-18 0,-1-3-23 15,2-4-14-15,-2-5-20 0,1-4-9 0,0-3-48 16,0-6-181-16,4-4-334 0,-14-6-878 0</inkml:trace>
  <inkml:trace contextRef="#ctx0" brushRef="#br0" timeOffset="4518.09">10821 3666 1782 0,'0'0'231'0,"0"0"196"0,0 0-130 15,0 0-14 1,0 0 5-16,0 0 86 16,0 0-62-16,82 0-121 0,-50 0-78 0,6 0-36 15,3 0-15-15,1-7-31 0,1 0-9 0,3-3-3 16,-4 0-19-16,-2-3-12 0,-2 1-16 15,-3-2-130-15,-4 3-76 0,-3-2-40 16,-5 3-169-16,-7 2-350 0,-6 2-1049 0</inkml:trace>
  <inkml:trace contextRef="#ctx0" brushRef="#br0" timeOffset="4711.819">10988 3966 1922 0,'0'0'712'16,"0"0"-368"-16,0 0 37 0,0 0 119 16,0 0-114-16,97-6-144 0,-64-1-91 15,5-5-77-15,2 0-43 0,2-4-30 16,1-1-1-16,4 2-59 0,1-1-179 16,4 4-72-16,3 0-169 0,-13 5-487 15,21 0-940-15</inkml:trace>
  <inkml:trace contextRef="#ctx0" brushRef="#br0" timeOffset="5173.892">11748 3357 3123 0,'0'0'370'0,"0"0"-202"15,86-12 28-15,-38 8 80 0,5 2 38 16,2-2-113-16,-2 3-62 0,-1-4-23 15,-3 0-33-15,0 0-50 0,-4-4-15 0,2-1-18 0,-6-2-16 16,-1 0-36-16,-4-1-101 0,-3 0-34 16,-3 2-30-16,-8 3-60 0,-8 3-198 15,-5 0-547 1,-9 5-538-16</inkml:trace>
  <inkml:trace contextRef="#ctx0" brushRef="#br0" timeOffset="5350.522">12223 3395 1395 0,'0'0'754'0,"0"0"-350"0,0 0-27 16,-8 89 29-16,8-53 16 0,0 1-32 15,1 4-104-15,5-1-42 0,0 0-5 16,1 0-49-16,1-4-111 0,-5-2-57 0,0-4-22 16,-3-2 0-16,0 2-25 0,0-8-66 0,0 3-59 15,-3-3-71-15,-4 0-63 0,-1 1-178 16,2-6-501-16,-13 8-478 0</inkml:trace>
  <inkml:trace contextRef="#ctx0" brushRef="#br0" timeOffset="5519.9">11919 4104 1922 0,'0'0'557'0,"0"0"-173"0,0 0 96 15,0 0-15-15,0 0-88 0,88 24-54 16,-53-22-85-16,2-2-112 0,6 0-41 15,-1-7-57-15,3-5-28 0,0-3-39 16,-2 1-74-16,3-4-75 0,-3 3-56 16,3-2-92-16,-13 6-430 0,6-6-1077 0</inkml:trace>
  <inkml:trace contextRef="#ctx0" brushRef="#br0" timeOffset="5851.931">12538 3842 1144 0,'0'0'2262'0,"0"0"-1901"0,0 0-235 0,0 0 101 16,-18 81 140-16,13-59-50 0,2-1-106 15,1-3-131-15,-1-4-79 0,3-3-1 16,0-3-22-16,0-4-11 0,3 1-38 16,3-5-76-1,2 0 58-15,3-1 3 0,0-7-9 0,4-2 11 16,-2-2 35-16,1-2 2 0,-1 0 22 0,0 6-3 15,1 3 7-15,-2 2 8 0,2 3 13 16,-1 0 44-16,2 8 27 0,-2 0 13 16,-1 3-7-16,2 3 6 0,-3 3 25 15,1-3-38-15,-2 1-33 0,-1-1-15 0,0-3-22 16,0-1-43-16,1-1-59 0,0-3-76 16,2-2-39-16,0-2-67 0,-1-1-300 0,6-1-758 0</inkml:trace>
  <inkml:trace contextRef="#ctx0" brushRef="#br0" timeOffset="10931.057">13085 3888 1585 0,'0'0'497'16,"0"0"120"-16,0 0-253 0,0 0-77 15,0 0 75-15,0 0-45 0,0 0-57 16,0 0-67-16,0 0-58 0,-36 5-39 0,36-3-22 0,0 3-19 16,0 2-21-16,0 5-4 0,-1 7 4 15,-2 5-7-15,-3 4-2 0,3 2-13 16,0-2-10-16,0-3-2 0,2-4-1 16,1-2-2-16,0-3-12 0,0-3-1 15,3-2-14-15,1-5-22 0,-1-2-6 16,0-3 2-16,1-1-17 15,2 0 5-15,0-4 9 0,0-5 7 16,1-5-1-16,1-2-3 0,1-4 10 16,1-1 27-16,2 0 17 0,-1 0-13 15,-1 1 13-15,3 4-11 0,0 0 1 16,0 1 12-16,0 3 0 0,0-1 12 16,-1 3 10-16,-1 1 9 0,1 5 12 15,-1 0-18-15,-2 4 3 0,2 0-12 0,-2 7-1 0,1 3 16 16,-1 4 6-16,-1 3-25 0,-2 2 7 15,-3 4-7-15,0-3 0 0,-1 2-1 16,-2 0-11-16,0-3-74 0,0-2-69 16,0-3-37-16,0-3-30 0,0-3-108 15,0-1-238-15,0-3-641 0,0-4-623 0</inkml:trace>
  <inkml:trace contextRef="#ctx0" brushRef="#br0" timeOffset="11193.673">13797 3171 2674 0,'0'0'966'16,"0"0"-767"-16,0 0-36 0,0 0 107 0,-80 50 33 15,55-21-32-15,0 7-63 0,-1 6-83 16,5 7-43-16,5 6-9 0,0 4-9 15,6 3-3-15,6 6-16 0,2 3-29 16,2 0-16-16,0 0-3 0,5-5 0 0,5-11-40 16,4-8-60-16,5-17-46 0,8-10-16 0,4-13 3 15,8-7 5-15,5-10-108 0,2-13-284 16,-11 1-727-16,15-23-916 0</inkml:trace>
  <inkml:trace contextRef="#ctx0" brushRef="#br0" timeOffset="11409.955">14294 3291 2621 0,'0'0'1254'0,"0"0"-1061"0,0 0-59 16,-85 68 121-16,52-33 84 0,0 3-58 0,3 7-43 16,3 5-83-16,8 2-43 0,4 3-18 15,5 0-27-15,7 0-25 0,2 0-6 0,1-3-9 16,3-8-27-16,7-8-11 0,4-8-13 15,4-9-21-15,2-9 6 0,3-7 20 0,0-3-41 16,1-1-73-16,-1-8-41 0,0-5-20 16,-4-3-26-16,-5-1-180 0,-3 3-378 15,-5-9-790-15</inkml:trace>
  <inkml:trace contextRef="#ctx0" brushRef="#br0" timeOffset="11579.117">14117 3726 2009 0,'0'0'1590'0,"0"0"-1243"0,0 0-230 0,0 0 110 16,0 0 117-16,0 0-22 0,0 0-59 16,78 41-102-16,-57-41-82 0,1-3-55 15,4-5-10-15,0-4-14 0,3-4-60 16,-3 1-123-16,-2-4-58 0,-2 2-28 16,-5 3-111-16,-4 1-266 0,-3 5-533 15,-7 2-455-15</inkml:trace>
  <inkml:trace contextRef="#ctx0" brushRef="#br0" timeOffset="11716.024">14379 3696 427 0,'0'0'1875'0,"0"0"-1185"0,0 0-380 0,-17 83-87 0,16-52 36 16,-1 1 59-16,2 2-13 0,0-5-42 15,0-2-42-15,0-5-71 0,5-3-77 16,0-2-70-16,2-5-3 0,-1-4-122 16,3-5-71-1,4-3-60-15,1-4-82 0,-1-4-316 0,6-19-929 0</inkml:trace>
  <inkml:trace contextRef="#ctx0" brushRef="#br0" timeOffset="11948.529">14920 3295 962 0,'0'0'2415'15,"0"0"-2105"-15,0 0-83 0,0 0 90 0,40 75 77 0,-33-54-20 16,-1 2-102-16,2 3-111 0,1 1-49 31,-3 2-27-31,0 2-40 0,-2 1-18 0,-1 2-24 0,-3 4-3 16,-1 2-30-16,-9 3-79 0,-4 4-55 15,-6 1-55-15,-4 3-40 0,-2 2-46 16,-3 1-154-16,-5 2-234 16,-1-3-564-16,6-14-250 0,-13 7 1087 0</inkml:trace>
  <inkml:trace contextRef="#ctx0" brushRef="#br0" timeOffset="19582.11">15757 3684 16 0,'0'0'2776'0,"0"0"-2238"16,0 0-224-16,0 0-40 0,0 0-7 15,0 0-52-15,0 0-39 0,0 0-22 16,0 0-31-16,0 0-22 0,36 0 0 0,-18 0-9 16,2 0-22-16,3 0-28 0,2 0 1 15,2 0 3-15,3 0-7 0,3 2-18 16,4 2 7-16,2 0-1 0,6-3 3 0,4 2 13 15,6 0-7-15,2-3-3 0,5 0 7 0,5 0-10 16,3 0 3-16,5-6-30 0,5 0 19 16,2-4-20-16,-1 2 0 0,-1 4 0 15,-2 1 13-15,-5 2-3 0,0 1 6 0,-5 0 0 16,-6 1-6-16,-4 2-11 16,-4 1-1-1,-3-1 3-15,-3 0 24 0,-2-2-2 0,-4 0-10 16,-3 2-13-16,-5-3 10 0,-5 0-9 15,-3 0-1-15,-1 0-1 0,-2-3 1 16,-5 0 0-16,-3 1-2 0,-3-1 0 16,-3 3-18-16,0 0 3 0,-2-4-9 15,-1 4-28-15,1-1-33 0,-4-1-36 0,-1 1-24 16,-2 0-16-16,0-2-16 0,-5-1-61 16,-5 1-206-16,-3-3-565 0,4 0-506 0</inkml:trace>
  <inkml:trace contextRef="#ctx0" brushRef="#br0" timeOffset="19883.23">17469 3430 65 0,'0'0'2542'0,"0"0"-2127"16,0 0-220-16,0 0 101 0,0 0 49 15,0 0-53-15,88 5-65 0,-59 4-54 0,0 3-28 0,2 0-22 16,1 4-15-16,0-4 11 0,-2 5-34 15,-1-3-30-15,-3 1 0 0,-3 0-24 16,-3-2-10-16,0 3-18 0,-4 0 9 16,-3 1-12-16,-3 2-1 0,-4-2-2 15,-6 4-18-15,0-1-4 0,-6 4-8 16,-8 1-31-16,-5 3-19 0,-4-3-5 0,-3 2 8 16,-3-1 40-16,-4-1-12 0,-1-1-34 15,-4 0-43-15,-2 0-38 0,-3-1-44 16,1 1-94-16,3-5-194 0,5-1-289 0,12-6-921 15,3-11 1050-15</inkml:trace>
  <inkml:trace contextRef="#ctx0" brushRef="#br0" timeOffset="20769.423">19291 3125 104 0,'0'0'2602'0,"0"0"-2095"16,0 0-157-16,0 0 22 0,0 0 19 15,0 0-72-15,0 0-91 0,0 0-69 16,0 0-53-16,-72 79-32 0,47-35-4 16,-2 12 6-1,-2 10-28-15,-4 6 4 0,-2 7-10 16,-1 5 1-16,-4 6-4 0,-5 3-24 0,1 3-14 16,-4 4-1-16,0-4 0 0,4-5-42 15,3-11-16-15,10-14-18 0,9-17 10 16,8-16 17-16,8-14-24 0,4-9-82 0,2-10-57 15,2-5-6-15,7-12-107 0,4-9-192 16,-1 3-453-16,7-25-550 0</inkml:trace>
  <inkml:trace contextRef="#ctx0" brushRef="#br0" timeOffset="21053.885">19158 3246 2377 0,'0'0'416'15,"0"0"-118"-15,0 0 145 0,0 0-29 0,0 0-70 16,68 88-68-16,-48-52-82 16,2 8-59-16,-2 7 9 0,2 4 11 0,-1 4-45 15,-2 4-46-15,-2 4-43 0,-2 3-9 16,0-3-12-16,-3-1 0 0,-1-9 12 16,2-5-11-16,-4-9 0 15,3-6 1-15,-5-9-2 0,-1-8-14 16,-2-5 12-16,0-3 0 0,-4-7-28 15,0-2-58-15,0-3-19 0,0 0-33 16,-2-3 11-16,-7-2-27 0,-3-5-109 16,-4 0-127-16,-1-4-135 0,-5 0-5 0,-1-4-109 15,-5-1-379-15,5 1-212 16,-16-10 1099-16</inkml:trace>
  <inkml:trace contextRef="#ctx0" brushRef="#br0" timeOffset="21185.169">19060 3881 460 0,'0'0'222'16,"0"0"1307"-16,0 0-1079 0,0 0-138 15,0 0-50-15,0 0 6 0,0 0-6 16,0 0 75-16,0 0-69 0,0 0-67 16,95 19-47-16,-66-18-49 0,3-1-59 15,-2-1-40-15,2-6-6 0,-2-4-117 0,0-2-105 16,1-3-82-16,-3 1-182 0,-6 2-666 16,4-6-961-16</inkml:trace>
  <inkml:trace contextRef="#ctx0" brushRef="#br0" timeOffset="21533.25">19709 3796 795 0,'0'0'1717'0,"0"0"-1263"0,0 0-143 15,-8 75 158-15,5-45 15 0,1 0-78 16,-1-1-102-16,2-1-81 0,1-6-80 16,0-4-70-16,0-2-38 0,4-7-35 15,0-3-24-15,0-2-3 0,2-4-31 16,3 0-55-1,2-4-39-15,2-6 23 0,3-5-6 16,-1-2-12-16,0-2 2 0,1-1-14 16,-4 2 60-16,1 3 27 0,-2 5 19 0,-2 4 34 15,-3 3 7-15,-2 3 12 0,-1 0 62 16,-2 6 51-16,2 5 29 0,0 5 4 16,0-1-23-16,0 6-6 0,2 1 6 15,-5-1 9-15,3 0 8 0,-3-4-12 0,2-1-19 16,-1-7-42-16,4-4-67 0,1-5-15 0,2 0-34 15,4-11-72-15,2-5-16 0,6-9-25 16,-1-6-117-16,4-6-298 0,-4 8-809 16,8-21-1075-16</inkml:trace>
  <inkml:trace contextRef="#ctx0" brushRef="#br0" timeOffset="21753.847">20359 3345 1596 0,'0'0'1381'16,"0"0"-873"-16,0 0-375 0,-5 68 100 15,-1-36 212-15,-3 10 22 0,1 3-84 0,4 0-110 16,1 6-48-16,3-2-7 0,0 0-61 16,0 0-46-1,4-1-20-15,2-6-46 0,0-6-15 16,5-6-30-16,-2-8-1 0,5-8-29 16,-2-3-24-16,1-8-34 0,1 0-20 15,-3-3-19-15,0-2-15 0,-5-6-19 0,-2-2-18 0,-2-3-116 16,-2 0-199-16,-3-4-263 0,-3 5-494 15,-14-8-393-15</inkml:trace>
  <inkml:trace contextRef="#ctx0" brushRef="#br0" timeOffset="21902.202">20120 3746 2121 0,'0'0'1243'16,"0"0"-989"-16,0 0-81 0,0 0 164 15,0 0 51-15,0 0 6 0,79 50-85 16,-51-50-78-16,7-4-86 0,3-6-63 15,-1-5-58-15,5-3-24 0,-3-1-63 16,0-2-71-16,2-3-51 0,-2 2-74 16,2 0-96-16,-11 7-709 0,15-7-1101 0</inkml:trace>
  <inkml:trace contextRef="#ctx0" brushRef="#br0" timeOffset="22202.727">21232 3284 1956 0,'0'0'1628'0,"0"0"-1505"0,0 0-12 16,0 0 256-16,0 0 52 0,0 0-69 15,-78 80-112-15,60-38-67 0,2 5-13 16,-3 9 14-16,1 5-27 0,1 5-18 15,3 0-18-15,2 0-34 0,4-5-33 16,5-8-28-16,3-7-14 0,3-10-28 16,11-9-20-16,9-9-51 15,5-7-49-15,6-11-22 0,7-3-39 16,5-13-110-16,4-12-260 0,-11 3-866 16,19-23-1177-16</inkml:trace>
  <inkml:trace contextRef="#ctx0" brushRef="#br0" timeOffset="22455.762">21806 3345 3695 0,'0'0'754'0,"0"0"-568"16,0 0 4-16,0 0 144 0,0 0 28 15,-78 62-45-15,55-31-129 0,-2 6-71 16,2 5-35-16,4 4-25 0,-1 1 6 16,5 3-15-16,3 3-18 0,2-3-15 15,4 2 2-15,3-8-17 0,3-3-2 16,4-7 1-16,5-8 0 15,4-2 1-15,1-6-1 0,0-6-1 16,1-3-10-16,0-4-42 0,0-1-15 0,3-4-21 16,1-4-22-16,2-7-21 0,0-4-27 15,-1-6-45-15,-4-1-75 0,-1-1-239 16,-7-1-487-16,-3 5-318 0,-5-9-481 0</inkml:trace>
  <inkml:trace contextRef="#ctx0" brushRef="#br0" timeOffset="22618.203">21617 3689 1418 0,'0'0'1795'0,"0"0"-1054"0,0 0-440 16,0 0-90-16,0 0 125 0,0 0 37 0,0 0-32 16,0 0-117-16,32 67-88 0,-10-66-34 15,3-1-32-15,4-6-70 0,1-5-15 16,-2-4-85-16,0-3-39 0,-2-3-42 0,0-1-47 16,-4 0-92-16,-3 3-189 0,-1 1-467 15,-5 4-161-15,-1 4-170 0</inkml:trace>
  <inkml:trace contextRef="#ctx0" brushRef="#br0" timeOffset="22724.374">21961 3592 665 0,'0'0'271'16,"0"0"1696"-16,-11 70-1300 0,5-41-219 16,0 1-89-16,2 0-31 0,0-1-13 15,2-3-74-15,1-2-61 0,1-3-56 16,0-3-63-16,0-5-61 0,3-4-6 16,2-4-122-16,5-5-66 0,0 0-44 15,7-3-25-15,3-9-250 0,-3 0-693 16,8-15-498-16</inkml:trace>
  <inkml:trace contextRef="#ctx0" brushRef="#br0" timeOffset="22940.444">22515 3376 450 0,'0'0'2698'32,"0"0"-1994"-32,0 0-534 0,0 0 18 0,0 0 126 15,0 0 113-15,26 85-76 0,-19-62-132 16,2 3-104-16,0 2-24 0,0 4-16 15,-1 3-17-15,-4 1-13 0,-3 5-31 16,-1-2-14-16,-5 7-12 0,-12 0 0 0,-6 1-61 16,-7 2-45-16,-4-1-24 0,-5-1-43 15,-4-2-34-15,-2-2-44 0,-3-5-112 0,-1-2-265 0,-3-6-660 16,15-9-1005-16,-27 1 2201 0</inkml:trace>
  <inkml:trace contextRef="#ctx0" brushRef="#br0" timeOffset="24651.578">20543 4936 238 0,'0'0'1801'15,"0"0"-1068"-15,0 0-201 0,10 90-110 0,-7-44-25 16,3 5-18 0,-3 12-105-16,0 3-62 0,-2 2-72 15,-1 0-33-15,3-3-40 0,0-5-55 16,3-9-12-16,2-10-1 0,2-10-32 15,3-10-19-15,0-8-70 0,0-7-25 16,2-3-34-16,-1-3-50 0,0-11-188 16,-2 0-623-16,0-18-824 0</inkml:trace>
  <inkml:trace contextRef="#ctx0" brushRef="#br0" timeOffset="24803.411">20481 5139 2134 0,'0'0'530'0,"-76"35"-215"16,28-11-84-16,-5-2-78 0,5-1-77 16,8-7-76-16,9-3-48 0,7-10-232 15,7-1-173-15,5-6-367 0,5-1-720 16,3-18 1484-16</inkml:trace>
  <inkml:trace contextRef="#ctx0" brushRef="#br0" timeOffset="24936.725">20383 5003 1018 0,'0'0'972'15,"0"0"-377"-15,84 23-109 0,-53-13-11 16,2 2-99-16,1 0-66 0,0-4-52 16,1 3-21-16,0-4-89 0,1 1-109 0,2 1-39 15,-2-3-40-15,2 1-151 16,0 3-90-16,-10-2-166 0,13 4-730 0</inkml:trace>
  <inkml:trace contextRef="#ctx0" brushRef="#br0" timeOffset="25253.944">20145 6367 3194 0,'0'0'666'0,"0"0"-383"0,0 0-25 16,20 94 72-16,-14-62-72 0,3 3-29 16,-2-4-74-16,2-5-113 0,0-4-33 15,-1-4-9-15,2-5-15 0,-1-6-27 16,-3-2-86-16,0-3-76 0,-4-2-69 0,-2-2-57 15,0-6-305-15,0 0-674 16</inkml:trace>
  <inkml:trace contextRef="#ctx0" brushRef="#br0" timeOffset="25410.109">20019 5999 2564 0,'0'0'738'15,"0"0"-493"-15,0 0-118 0,0 0-51 0,0 0-64 0,0 0-12 16,95-10-60-16,-64 9-276 0,-6 1-250 16,12 0-969-16</inkml:trace>
  <inkml:trace contextRef="#ctx0" brushRef="#br0" timeOffset="25676.086">20573 6197 1383 0,'0'0'1546'0,"0"0"-1130"16,0 0-93-16,0 0 87 15,-25 72-33-15,17-55-63 0,-1 0-56 0,3-1-85 16,3 0-63-16,1-2-31 0,2 0-27 16,0 1-16-16,2-2-9 0,7-1-2 15,2 1-4-15,3-1-6 0,3-1 0 16,3 0 6 0,2-5 1-16,1 1-20 0,0-1 10 15,-3-2-12-15,-1 0 1 0,-3 0 1 16,-4 0 9-16,-4-1-11 0,1 2-3 15,-6 2 0-15,-2-1-9 0,-1 4 11 16,-1-2-21-16,-11 3-41 0,1 1-13 0,-6-4-9 16,-2 3-18-16,-3-4-25 15,-1 1-37-15,0-1 6 0,-5-1-26 0,0 0-112 0,-3-3-333 0,-2 1-624 16,9-4-970-16</inkml:trace>
  <inkml:trace contextRef="#ctx0" brushRef="#br0" timeOffset="26208.826">21562 6386 2426 0,'0'0'506'16,"0"0"-93"0,0 0-33-16,0 0-17 0,0 0-37 15,0 0-82-15,0 0-41 0,0 0-68 16,0 0-56-16,0 0-2 0,-37 71-10 0,34-30-15 15,1 6 8-15,2-2-11 0,0-1-22 16,3-6-27-16,4-7-3 0,1-9-42 16,4-5-25-16,-1-8-25 0,4-4-11 15,3-5-23-15,3-6-46 0,-2-9-34 0,3-4-110 0,-2-5-202 16,-3 0-215-16,-1-2-346 16,-3 1-69-16,1-1 532 0</inkml:trace>
  <inkml:trace contextRef="#ctx0" brushRef="#br0" timeOffset="26578.191">21830 6422 760 0,'0'0'101'0,"0"0"974"0,0 0-470 16,0 0-228-16,0 0-9 16,-1 70-15-16,-4-33-60 0,-2 7-11 15,1 2 13-15,-1 1-36 0,4-7-38 16,0-7-68-16,3-9-96 0,0-5-57 16,8-9-18-16,0-6-21 0,5-4 5 15,0 0-27-15,1-7-12 0,1-4 14 16,2-4 17-16,-4-1 2 0,2-2 27 15,-5-1 11-15,-1 1 2 0,-1 1-15 0,1 3-4 16,-1 7-8-16,-2 2-19 0,0 5-28 16,4 0 49-16,-1 11 25 0,4 2 31 0,2 6 3 15,2 6 21-15,0 5 4 0,0 2-29 16,-3 2 1-16,3 6 18 0,-6 1 18 16,-3 0 7-16,-2 4 2 0,-6-1-3 15,0 2 16-15,-8-3 17 0,-4 0 22 0,-4-4-25 0,2-6-46 16,-1-5-24-16,2-9-14 0,-2-6-1 15,1-2 3-15,0-11-21 0,-2 0-24 16,4-5-64-16,-2-8-36 0,1-5 14 16,0-4-29-16,0-6-26 0,2-6-49 15,1-2-100-15,2 0-145 0,8 1-83 16,0 1-28-16,6 0-201 16,3 10-546-16,14-18 499 0</inkml:trace>
  <inkml:trace contextRef="#ctx0" brushRef="#br0" timeOffset="26794.568">22434 6493 372 0,'0'0'3008'0,"0"0"-2455"0,0 0-233 15,0 0 36-15,0 0-125 0,0 0-38 0,0 0-4 16,-56 82-52-16,47-50-43 0,2 3 6 16,3 1 27-16,4-3 6 0,0-2-42 15,5-6-49-15,1-6-32 0,6-4-10 16,-4-5-18-16,5-4 3 0,0-4-3 0,5-2-40 15,0-2-17-15,4-10-7 0,-2-4-6 16,3-4-27 0,0-3-58-16,2-6-34 0,-4 0-136 15,5-3-229-15,-3-2-476 0,-4 9-187 16,3-19-578-16</inkml:trace>
  <inkml:trace contextRef="#ctx0" brushRef="#br0" timeOffset="26979.209">22718 6056 1125 0,'0'0'368'0,"0"0"977"0,0 0-929 0,0 0-22 0,0 0 9 0,0 0-78 16,0 0-53-16,0 0-66 0,0 0-99 16,0 0-30-16,1 23 57 0,8 5 40 15,0 6-38-15,1 4-30 0,-3 4-30 16,-1 1-25-16,-3 2-29 0,-2 0-22 16,-1 4-22-16,0-5-35 0,-3 2-76 15,-1 0-68-15,-1-7-79 16,2-4-125-16,3-8-547 0,-1-10-597 15,1-7-413-15</inkml:trace>
  <inkml:trace contextRef="#ctx0" brushRef="#br0" timeOffset="27157.713">22980 6536 440 0,'0'0'2034'0,"0"0"-987"0,0 0-876 0,0 0 46 0,11 81 112 15,-11-56-28-15,2-4 4 0,-1 2-54 16,1-3-102-16,-1-4-85 0,2-4-64 15,2-3-6-15,-2-5-52 0,0-1-73 16,-3-3-28-16,2-4-49 0,0-4-67 16,-1-3-278-16,-1-1-793 0,0-7-908 0</inkml:trace>
  <inkml:trace contextRef="#ctx0" brushRef="#br0" timeOffset="27311.174">22982 6392 1914 0,'0'0'1688'0,"0"0"-1316"0,0 0-180 0,0 0 112 0,0 0 7 16,0 0-69-16,0 0 12 16,93 12-145-16,-67-12-109 0,5 0-52 15,-3-1-94-15,6-6-64 0,-3 2-39 16,2-2-131-16,-10 2-604 0,11-1-683 0</inkml:trace>
  <inkml:trace contextRef="#ctx0" brushRef="#br0" timeOffset="27496.275">23520 6370 202 0,'0'0'2773'0,"0"0"-2215"0,0 0-220 0,0 0 73 16,0 0-101-16,0 0-37 0,-53 71 15 16,40-47-78-16,0 3-77 0,0 4-11 15,3-1 29-15,2 1-27 0,3-4-58 16,2 0-42-16,3-5-21 0,0-4 10 16,6-4-13-16,4-3-25 0,3-5 7 15,5-4-15 1,2-2-43-16,4 0-26 0,5-8-62 15,3-3-66-15,5-2-78 0,-7 2-137 0,22-3-856 16</inkml:trace>
  <inkml:trace contextRef="#ctx0" brushRef="#br0" timeOffset="27665.749">24454 6680 134 0,'0'0'4010'0,"0"0"-3085"0,0 0-666 16,0 0 220-16,0 0-180 0,0 0-130 15,0 0-34-15,0 0-111 0,0 0-24 16,0 0-99-16,0 0-52 0,-50-20-42 0,43 20-48 16,-5 0-199-16,2 0-701 0,-14 9-1170 15</inkml:trace>
  <inkml:trace contextRef="#ctx0" brushRef="#br0" timeOffset="34180.785">13539 4503 1843 0,'0'0'1295'0,"0"0"-1074"0,0 0-145 16,-13 97 92-16,13-55 88 0,0 7 80 16,2 2-128-16,1 6-29 0,-3 3-58 15,0 3-51-15,0 4-21 0,-3 1-12 0,-5 2-35 0,0-4 0 16,-2-5-1-16,1-8-1 0,3-9-18 0,0-10 16 0,3-8 0 15,2-8-17-15,1-6-8 0,0-6-59 16,0-5-47-16,1-1-49 0,5-6-48 16,0-8-91-16,4-8-100 0,-3 2-245 15,4-21-748-15</inkml:trace>
  <inkml:trace contextRef="#ctx0" brushRef="#br0" timeOffset="34343.531">13528 4711 1539 0,'0'0'1629'16,"0"0"-1396"-16,0 0-122 0,-95 56 38 0,61-32 25 15,0 1-27-15,4-2-55 0,2-1-61 16,7-6-31-16,8-5-113 0,4-2-111 16,4-8-79-16,5-1-39 0,0-3-178 15,3-10-529-15,2 0-441 0,5-17 1426 0</inkml:trace>
  <inkml:trace contextRef="#ctx0" brushRef="#br0" timeOffset="34465.15">13489 4614 1441 0,'0'0'1162'0,"0"0"-888"0,0 0-88 0,0 0 69 0,85 9 41 15,-65-4-57-15,0 2 1 0,3-1-38 16,0 1-6-16,2 0-113 0,1 1-83 16,0 1-21-16,-2 1-147 0,-1 3-99 15,-4 5-130 1,-5-2-354-16,-8 14-969 0</inkml:trace>
  <inkml:trace contextRef="#ctx0" brushRef="#br0" timeOffset="34997.937">12408 6264 2070 0,'0'0'1150'0,"0"0"-911"0,0 0-131 0,0 0-54 16,0 0 116-16,0 0 108 0,0 0-7 15,0 0 14-15,0 0-104 0,53 68-71 16,-44-35-58-16,-2 3-36 0,-1-1 17 16,-2-1-17-16,0-4-16 0,-2-6-1 15,-1-6-18-15,1-5-33 0,-2-7-104 0,1-3-78 16,1-3-88-1,-2-5-291-15,0-2-527 0,0-17-806 0</inkml:trace>
  <inkml:trace contextRef="#ctx0" brushRef="#br0" timeOffset="35129.462">12425 6044 741 0,'0'0'2412'0,"0"0"-1960"0,0 0-354 16,0 0-98-16,0 0 0 0,0 0-19 15,0 0 7-15,0 0-169 0,0 0-182 0,85 40-355 16,-63-32-1084-16</inkml:trace>
  <inkml:trace contextRef="#ctx0" brushRef="#br0" timeOffset="35398.52">12915 6205 1623 0,'0'0'1198'16,"0"0"-737"-16,0 0-140 0,0 0-6 15,0 0 37-15,-36 81-52 0,29-65-72 16,0-2-72-16,1-1-55 0,3-3-46 16,2-1-21-16,1-1-7 0,1-3-3 15,6 2-8-15,5 0 2 0,1 2 6 0,6-2-5 0,2-1-7 16,2 1 6-16,0 4-17 0,0-4 0 16,-3 5-1-16,-1-3 0 0,0 1-1 15,-4 0 1-15,-3 1-2 0,-3 0-13 16,-3 1 0-16,-3 1-7 0,-3 1-8 15,0 1-86-15,-8-1-25 0,-2-3-37 0,-2-2-19 16,-2-1-78-16,3-4-223 0,-1 0-297 0,-1-4-768 0</inkml:trace>
  <inkml:trace contextRef="#ctx0" brushRef="#br0" timeOffset="35702.887">13895 6330 1937 0,'0'0'1254'0,"0"0"-936"0,0 0-185 0,0 0 126 16,0 0 83-16,-92-11-97 0,74 11-57 15,1 7-7-15,1 2-28 0,2 4-58 16,4 5-43-16,-1 5-13 0,2 3 7 15,2 5 15-15,-1 1-3 0,5-1 9 0,-1-4-7 16,4 0-29-16,0-8-31 0,4-4 0 16,5-5-28-16,4-6-48 0,4-4-88 15,2 0-3-15,4-9 1 0,-1-8-48 16,2-4-139 0,-8 4-356-16,7-14-789 0</inkml:trace>
  <inkml:trace contextRef="#ctx0" brushRef="#br0" timeOffset="36084.86">14006 6323 1907 0,'0'0'1825'0,"0"0"-1485"0,0 0-203 0,-23 90 130 16,14-57 115-1,-2 0-3-15,4-5-69 0,4-7-77 16,3-7-85-16,0-6-94 0,7-5-54 16,9-3-12-16,1-6-27 0,6-5-15 15,2-4-31-15,1-8-27 0,-2-3-18 0,-2-2-16 16,-2 0 3-16,-4 3 21 0,0 2 19 15,-3 4 23-15,-1 4 7 0,-1 3 21 16,-4 4 27-16,3 5 11 0,-3 3 14 0,-1 0 76 0,1 8 32 16,0 7 11-16,-1 1-31 0,3 7-33 15,-2 7-21-15,4 3 2 0,-2 9 31 16,1 4 48-16,2 5-9 0,-5 2-18 16,-1 3 0-16,-2-1 6 0,-2 0-19 0,-1 1-14 15,-1-4-10-15,0-6-18 16,0-6-12-16,-3-6-6 15,0-12-15-15,0-7 0 0,0-8 0 16,-3-6-1-16,-2-1-68 0,-5-8-76 16,-4-7 24-16,-5-2 18 0,-5-6 3 15,-2-2-15-15,-4-5-49 0,-3-5-37 16,-2-1-87-16,5-6-97 0,7 4-219 0,7 9-392 16,5-17-323-16</inkml:trace>
  <inkml:trace contextRef="#ctx0" brushRef="#br0" timeOffset="36316.939">14679 6298 1261 0,'0'0'2757'0,"0"0"-2398"16,0 0-155 0,0 0 128-16,-50 82-48 0,31-52-28 15,3 1-44-15,3 1-43 0,3-1-54 16,4-6-63-16,5-1-34 0,1-5-18 15,1-3-2-15,7-4 1 0,4-3 1 16,0-2-15-16,3-4-25 0,3-3-20 0,2 0-13 16,4-10-2-16,1-4-7 0,1-5-51 15,2-4-71-15,-4-6-107 0,3-1-196 0,-8 6-561 16,6-12-636-16</inkml:trace>
  <inkml:trace contextRef="#ctx0" brushRef="#br0" timeOffset="36502.127">14855 5817 1967 0,'0'0'1316'15,"0"0"-919"-15,0 0-189 0,0 0 25 16,-3 80 81-16,6-49 47 0,0 7-37 16,5 2-86-16,-3 2-77 0,1 2-55 15,-1 0-55-15,-2 1-38 0,0 0-13 0,-3-3-60 0,0-3-62 16,0-4-96-16,0 0-90 0,4-8-113 15,2-4-351-15,1-9-782 0,8-14-589 16</inkml:trace>
  <inkml:trace contextRef="#ctx0" brushRef="#br0" timeOffset="36649.251">15240 6361 1406 0,'0'0'2289'0,"0"0"-1914"15,0 0-70-15,-17 89 90 0,6-60-6 0,3 1-64 16,-2-4-76-16,5-4-92 0,1-7-103 15,1-3-54-15,3-7-103 0,0-3-60 16,0-2-28-16,0 0-52 0,0-3-163 16,-1-3-331-16,-5-9-933 0</inkml:trace>
  <inkml:trace contextRef="#ctx0" brushRef="#br0" timeOffset="36802.725">15150 6213 1683 0,'0'0'1820'0,"0"0"-1243"0,0 0-324 0,0 0-52 16,0 0 9-16,0 0-8 0,0 0-58 16,0 0-144-16,0 0-9 0,84 15-184 15,-65-15-105-15,4 0-127 0,4 0-326 0,-4 0-658 16,16-4-498-16</inkml:trace>
  <inkml:trace contextRef="#ctx0" brushRef="#br0" timeOffset="36981.055">15671 6209 1269 0,'0'0'1435'0,"0"0"-422"15,0 0-626-15,-48 79 17 0,22-48-13 16,0 6-64 0,-1 1-35-16,4 0-32 0,4-3-85 15,6-2-75-15,10-5-61 0,3-2-21 16,2-2-18-16,9-5-14 0,6 0-28 0,2-4-25 16,4 1-35-16,5-3-22 0,0-4-9 15,4 3-34-15,4-1-49 0,0 0-19 16,-10-3-334-16,12 4-897 0</inkml:trace>
  <inkml:trace contextRef="#ctx0" brushRef="#br0" timeOffset="38136.174">6416 8394 881 0,'0'0'2466'0,"0"0"-2038"16,0 0-265-16,0 0-21 0,0 0 49 0,0 0 44 0,0 0-7 15,31 73-56-15,-19-33-34 0,-5 10-19 0,0 11-70 16,-2 8-10-16,-1 1-16 0,-1 1-23 15,-2 0-25-15,-1-9-75 0,0-5-71 16,0-9-13-16,0-11 18 0,0-11-7 16,0-8-35-16,0-8-78 0,0-10-83 15,0-3 7-15,0-13-148 0,6-13-199 16,0-10 92-16,4-10 70 0,3-7 162 16,3-9-77-16,2-4 462 0,-3-6 123 0,5 1 297 15,1 0 151-15,3 4 54 0,2 8-28 16,4 10-52-16,0 7-97 0,2 10-42 15,-2 11-63-15,-1 8-84 0,-3 11-89 0,-5 5-68 32,-3 9-31-32,-4 12 18 0,-7 8 12 0,-2 9-9 15,-5 9-27-15,-3 3-7 16,-7 4-28-16,-6-1-9 0,3-2-20 0,-3-8 1 16,3-5 14-16,0-8-4 0,3-7-12 15,3-4-2-15,4-4-13 0,3-3-7 16,0-3-20-16,10 2 11 0,10 0 28 0,2 1 0 15,7-1 3-15,1 3 11 0,0-2-2 0,-2 1-8 16,-5 4-1-16,-3 0 16 0,-9 5 17 16,-2 4 1-16,-6 4-10 0,-3 2-23 15,0 3 0-15,-12 2 17 0,-2-1-16 16,-5 4 1-16,-4-5-3 0,-1-2-35 0,-1-7-29 16,2-4-22-16,3-10-8 0,5-5 29 15,3-7-21 1,4 0-24-16,2-7-26 0,5-6-72 15,1-10-133-15,0-6-177 0,7-6-125 16,5-5-418-16,-2 8-349 0</inkml:trace>
  <inkml:trace contextRef="#ctx0" brushRef="#br0" timeOffset="38505.407">7126 8974 821 0,'0'0'156'0,"0"0"1232"0,0 0-869 0,82 39-125 0,-63-11 47 16,-5 5 34-16,-1 3-134 0,-3 4-55 15,-4 3-53-15,-3-2-29 0,0-3-82 16,0-7-67-16,1-8-34 0,2-6-19 15,0-10-2-15,1-6-18 0,7-1-4 16,2-2 1-16,4-13 19 0,5-4-43 0,-2-6-4 16,4-2-6-16,1 1 9 0,0 2 1 15,4 6-7-15,0 5-12 0,1 7 3 0,0 6 9 0,-1 0-4 16,0 16-26-16,-5 4-8 16,0 8 7-16,-4 8 18 0,-4 6 28 15,-5 7 37-15,-2 2 0 0,-5 7 31 16,-3 6 80-16,-4 3-9 0,-5 2-4 0,-8 4 3 15,-7-3 3-15,-4-2-3 0,-3-4-10 0,-2-5-51 32,-1-7-22-32,0-10-18 0,1-9 1 0,3-13 11 15,3-8-9-15,4-12-2 0,1-1 2 16,3-18-1-16,2-8-2 0,3-8-9 16,7-9-27-16,3-5-1 0,9-5-5 15,11 1 8-15,7-4 31 0,6-1-27 0,8-2-4 0,4-1-15 16,4 3-141-16,4 0-191 0,-14 14-763 15,15-19-1706-15</inkml:trace>
  <inkml:trace contextRef="#ctx0" brushRef="#br0" timeOffset="40386.9">9841 8861 3 0,'0'0'2449'16,"0"0"-1882"-16,0 0-248 0,0 0-8 16,0 0-36-16,-88 42-40 0,74-16-35 15,2 3-30-15,1 6-7 16,5 1 0-16,0 2 24 0,5-4-56 0,1-3-33 16,0-6-50-16,1-8-24 0,5-9-22 0,4-3-1 0,0-5-1 15,3-7-34-15,7-10-2 0,2-8 8 16,1-7-24-16,3-2-21 0,-1-4-9 15,-4 3 24-15,-2 2 36 0,1 8 1 16,-1 2-10-16,-3 11 4 0,-1 5 2 16,0 5 4-16,-1 2 8 0,-2 9 13 15,-2 6 32-15,3 2 32 16,-3 3-21-16,-1 1-3 0,1 1 15 16,-3-2-3-16,0 2 12 0,-1-2 15 15,1-4-64-15,-3-4-15 0,2-4-27 16,0-3-19-16,1-4-54 0,2-1-59 15,-1 0-38-15,3-8-31 0,1-7-172 16,-4 3-349-16,3-15-722 0</inkml:trace>
  <inkml:trace contextRef="#ctx0" brushRef="#br0" timeOffset="40593.837">9603 8572 457 0,'0'0'1587'15,"0"0"-395"-15,-89 71-693 0,63-33-124 0,2 6-15 16,6 5-55-16,7 5-57 0,7 0-80 16,4 3-64-16,0-2-40 0,9-2-62 15,6-4-2-15,2-7-70 0,2-5-104 16,4-9-12-16,4-9-35 0,4-11-1 0,2-8-14 16,3-11-125-16,0-9-221 0,-7-3-211 15,8-21-419-15</inkml:trace>
  <inkml:trace contextRef="#ctx0" brushRef="#br0" timeOffset="40772.129">10262 8566 127 0,'0'0'411'15,"0"0"1463"-15,88-9-1349 0,-61 20-160 16,5 12 76-16,3 4-79 0,-4 6-26 16,1 7-83-16,0 5-53 0,-2 2-50 0,-1 2-52 0,-3 1-62 0,-5 2-34 15,-5 1-2-15,-5-1-1 0,-6 2-42 16,-5 0-48-16,-7 0-65 15,-5-1-13-15,-8-6 24 0,0-5 37 0,-6-10-22 16,2-7-94-16,-4-10-214 0,-2-8-273 16,7-5-682-16</inkml:trace>
  <inkml:trace contextRef="#ctx0" brushRef="#br0" timeOffset="41710.356">12866 9121 1210 0,'0'0'13'0,"0"0"1229"0,0 0-965 0,0 0 19 15,0 0 90-15,0 0 13 0,0 0-47 16,0 0-75-16,0 0-74 0,0 0-21 0,7-18 63 15,35 18-5-15,7 1-64 0,4-1-18 16,1 0-40-16,4-1-39 0,-1-6-19 16,2-3-27-16,-1-2-12 0,-2-2-3 15,-4-2-15-15,-2 0-3 0,-4 0-13 16,-5-2-44-16,-5 2-34 0,-6 1-45 16,-4 3-39-16,-6 2-65 0,-5 4-127 0,-7 3-262 0,-3 3-645 15,-7 3-446-15</inkml:trace>
  <inkml:trace contextRef="#ctx0" brushRef="#br0" timeOffset="41910.904">13041 9307 1007 0,'0'0'355'0,"0"0"1120"16,0 0-918-16,0 0-177 0,0 0-90 15,0 0-10-15,0 0-14 0,43 74-29 16,0-68 20-16,7-2-96 0,2-4-45 0,3-5-58 15,1-7-16-15,-1-7-42 16,-2-4 0-16,-5-1-24 0,-5-2-85 0,-4 0-71 16,-3-1-74-16,-3-2-109 0,-10 9-317 0,-3-14-929 0</inkml:trace>
  <inkml:trace contextRef="#ctx0" brushRef="#br0" timeOffset="42195.531">13366 8569 1155 0,'0'0'1217'0,"0"0"-621"0,78-13-167 0,-35 7-46 16,9 5 38-16,3 1-98 0,4 0-111 16,2 7-46-16,-1 5 48 0,-1 7-65 15,-7 5-85-15,-4 6-64 0,-7 5-14 16,-9 4 2-16,-5 5-25 0,-8 1 16 0,-7 7-9 0,-8 0-16 15,-4 5 3-15,-4 2 16 0,-15 2-19 16,-2 1-18-16,-4 4-13 0,-8 1-5 16,1 0-1-16,-2-4-7 0,0-8 26 15,1-6 11-15,2-7-18 0,5-13-25 16,4-8-44-16,3-8-123 0,2-8-166 16,5-3-252-16,-2-6-709 0</inkml:trace>
  <inkml:trace contextRef="#ctx0" brushRef="#br0" timeOffset="43074.165">16563 8424 873 0,'0'0'218'0,"0"0"949"0,23-73-786 0,-18 48-40 0,-2-2-2 15,-1 4 14-15,-2 4-86 0,-2 4-28 16,-9-1-15-16,-1 8-17 0,-2 1-16 16,-6 3-38-16,-3 4-52 0,-7 0-40 15,-4 9-18-15,-2 7-4 0,-6 8-5 16,-1 8-1-16,1 8-17 0,-2 8-1 16,2 9 15-16,7 7 7 0,5 7 14 15,4 8 16-15,6 6 39 0,7 4-42 16,4 1-25-16,3-4-8 0,6-5-4 15,0-9-9-15,12-15-15 16,4-8 21-16,7-15-6 0,6-11 9 16,4-10-5-16,5-8-22 0,2-5 0 15,-1-15-37-15,1-5-14 0,-4-6-25 16,-3-1-39-16,-3-2-82 0,-6 3-71 16,-4 1-127-16,-6 2-304 0,-2 5-514 15,-8-1-441-15</inkml:trace>
  <inkml:trace contextRef="#ctx0" brushRef="#br0" timeOffset="43358.852">16378 8982 271 0,'0'0'2298'0,"0"0"-1652"16,0 0-135-16,0 0-105 0,0 0-67 15,0 0 9-15,0 0-42 0,0 0-77 16,81 0-81-16,-58 0-60 0,0-6-42 0,-1-2-46 16,-3-2-52-16,1-1-72 0,-3-1-68 0,0 1-30 15,0 0-26-15,-1 2-184 0,-1 0-287 16,-4 2-363-16,-2 4 76 0,-3-1 280 15,-1 4-5-15,-5 0 629 0,0 7 102 0,0 4 1117 16,0 6-304-16,0 4-133 16,-4 3-114-16,1 7-140 0,-1 2-57 0,1 4-37 15,2 0-48 1,-1-1-44-16,1 0-37 0,1 0-48 16,0-1-45-16,4-5-40 0,3 1-52 15,2-6-18-15,2-3-43 0,3-4-115 0,3-4-101 16,1 1-70-16,1-3-134 0,-2-4-571 15,5-3-779-15</inkml:trace>
  <inkml:trace contextRef="#ctx0" brushRef="#br0" timeOffset="43797.563">18097 8932 2342 0,'0'0'622'0,"0"0"-263"0,0 0 56 16,0 0 22-16,51 86-74 0,-40-54-31 15,-5 4-72-15,0-1-92 0,-2 0-74 16,-1-3-39-16,0-7-28 0,0-1-27 16,3-10-42-16,-1-4-71 0,-2-5-97 15,2-5-62-15,-2 0-67 16,0-4-248-16,-3-12-760 0</inkml:trace>
  <inkml:trace contextRef="#ctx0" brushRef="#br0" timeOffset="43960.365">18094 8741 1884 0,'0'0'1396'0,"0"0"-1078"15,0 0 3-15,0 0 34 0,0 0-160 16,77-12-129-16,-50 7-66 0,4-1-99 16,5-4-165-16,1 3-142 0,-6-1-316 15,17-3-898-15</inkml:trace>
  <inkml:trace contextRef="#ctx0" brushRef="#br0" timeOffset="44229.706">18752 8922 684 0,'0'0'2911'0,"0"0"-2552"0,0 0-152 0,-81 85 169 16,52-60-31-16,1 0-40 0,6 0-31 16,3-3-80-16,7-4-82 0,7-4-46 15,5 0-20-15,0-1-43 0,8-2-1 16,7-2 10-16,6 1-12 0,2-3-3 0,3-1 0 0,1-2 3 15,0-2 2-15,-1 4 0 0,-2-2-2 16,1 3-2-16,-3 1 2 0,-4-1-1 16,-2 5-1-16,-7 2-13 0,-4 0 0 15,-5 3-25-15,0 2-20 0,-11 1 2 16,-6 2-23-16,-6-2-22 0,-1-2-31 0,-2-1-39 31,-2-3-35-31,-1-2-77 0,0-1-229 16,6-2-526-16,-12-3-525 0</inkml:trace>
  <inkml:trace contextRef="#ctx0" brushRef="#br0" timeOffset="45031.526">20328 9051 293 0,'0'0'164'0,"0"0"1933"0,0 0-1550 16,0 0-155-16,0 0-32 15,0 0-64-15,0 0-63 0,0 0-22 0,-82-20-5 16,59 32-80-16,-6 8-19 0,0 10-1 0,-1 5-2 16,1 6 12-16,1 3 69 0,5 1-46 0,4-6-54 15,5-10-28-15,8-6-35 0,4-12-22 16,2-8-30-16,6-3-33 0,11-5-13 15,7-10 19-15,7-8-13 0,2-7-45 16,0-6-25-16,-4 0-25 0,-1 5 31 16,-5 1 45-16,-3 8 28 0,-3 5 18 0,-3 6 9 0,-2 7 19 15,1 4 15-15,-3 4 6 0,2 10 83 16,-1 5 33-16,-1 4 31 0,-2 2-19 16,-3 5-33-16,-1-4-16 0,-1 1-9 15,-1-4-34-15,1-4-24 0,-2-7-18 16,2-5-30-16,1-3-9 0,2-4-50 15,0 0-53-15,2-10-20 16,1-3-49-16,1-8-81 0,3-6-260 16,-3 5-455-16,8-21-264 0</inkml:trace>
  <inkml:trace contextRef="#ctx0" brushRef="#br0" timeOffset="45379.052">20729 8433 1182 0,'0'0'365'0,"0"0"1092"15,0 0-1083-15,0 0 9 0,0 0 94 16,0 0-120-16,-9 98-47 0,2-57-35 16,-1 8-59-16,-1 1-76 0,-1 4-52 15,-2 2-22-15,2 1-26 0,1-3-37 16,-3-3-3-16,3-3-24 0,0-3-42 0,2-7-46 16,3-8-1-1,1-8 16-15,2-8 33 0,1-7-30 16,0-4-37-16,8-3 5 0,2 0 56 0,3 0 53 15,6-3 17-15,2 3 3 0,1 0 10 16,4 3 2-16,1 4 28 0,-1 5 33 16,-3 0 22-16,-2 2 3 0,-3 1-19 15,-5 0-27-15,-4 0-9 0,-6 2 11 16,-3 0-11-16,0 1-7 0,-7-2-14 0,-6 2-7 16,-4-1-16-16,-4-3-2 0,0-2-37 0,-2-3-48 15,2-5-57-15,1 0-32 16,3-4-25-16,2 0-28 0,5-5-123 0,0-7-245 15,3-6-498-15,3 6-297 0</inkml:trace>
  <inkml:trace contextRef="#ctx0" brushRef="#br0" timeOffset="45701.745">20857 9249 752 0,'0'0'2143'15,"0"0"-1590"-15,0 0-54 0,0 0-24 0,46 66-68 0,-32-57-83 16,0-2-105-16,3-6-89 0,6-1-45 15,5-7-21-15,0-8-22 0,5-6-42 16,-2-3-27-16,0-4-61 0,0-2 3 16,-5 4 15-16,-4 2-30 0,-7 5 9 15,-6 5-4-15,-5 6 7 0,-4 1 39 16,-6 3 12-16,-5 3-18 0,-8 1 52 0,-2 0 0 16,0 1 3-16,-5 11 2 0,3 3 10 15,0 6 19-15,2 4 39 0,-1 4-2 16,2 7 14-16,3 1 0 0,2 2 6 0,2-2 0 0,7 0-15 15,3-8-39-15,3-4-34 0,9-5-13 16,7-6-27-16,7-7-30 0,6-5 16 0,3-2-32 16,2-8-20-16,5-9-38 0,-1-5-36 15,1-6-88-15,0-5-220 0,-11 7-261 16,12-17-611-16</inkml:trace>
  <inkml:trace contextRef="#ctx0" brushRef="#br0" timeOffset="45917.597">21582 8588 2103 0,'0'0'1599'0,"0"0"-1284"0,0 0-171 0,0 0 68 0,0 0 32 16,0 0 12-16,-4 94 34 0,-3-52-68 16,1 8-58-16,-1 2-43 0,2 3 27 15,-2 3-6-15,0-1-54 0,1-2-40 16,3 1-39-16,0-1-9 0,-1-1-39 15,1-4-43-15,0-3-29 0,0-9-28 16,3-3-52-16,0-12-76 0,2-8-164 16,8-13-234-16,-1-2-533 15,9-13-426-15</inkml:trace>
  <inkml:trace contextRef="#ctx0" brushRef="#br0" timeOffset="46049.148">21814 9231 1656 0,'0'0'1946'0,"0"0"-1700"0,-13 70-51 0,4-39 77 16,-5 6 13-16,3-2 16 0,3-6-53 0,0-5-164 16,5-3-84-16,2-5-104 0,1-3-88 15,0-6-57-15,0-2-60 0,0-3-210 0,0-2-484 16,0-9-483-16</inkml:trace>
  <inkml:trace contextRef="#ctx0" brushRef="#br0" timeOffset="46203.063">21742 9075 1884 0,'0'0'2034'0,"0"0"-1742"16,0 0-102-16,0 0 2 0,0 0-78 15,0 0 24-15,0 0 39 0,0 0-128 16,95 10-49-16,-69-9-159 0,-1 3-117 16,2-1-99-1,-7 3-361-15,9 0-867 0</inkml:trace>
  <inkml:trace contextRef="#ctx0" brushRef="#br0" timeOffset="46535.024">22225 9249 1691 0,'0'0'1956'0,"0"0"-1483"0,0 0-224 16,-84 90 131-16,57-55-46 0,1-4-45 16,7-1 11-16,4-8-100 0,7-3-122 0,5-5-61 15,3-4-17-15,3-4-18 0,6-5-12 16,4-1-30-16,4 0-19 0,3-8 6 15,2-8-8-15,1-2-22 0,2-1-19 16,-2-3 1-16,-4-3-10 0,1 1 15 0,-2 0 24 31,0 5 43-31,-3 2 31 0,-2 5 18 0,-5 5 52 16,-3 3 79-16,-2 4 22 0,-1 0 5 16,-1 7-19-16,-1 2-29 0,0 4 20 15,0 5 0-15,0 3-28 0,-3 1-2 16,0 1-4-16,1-2-44 0,2-4-21 15,0-5-31-15,0-4-51 0,5-6-58 0,2-2-54 16,4 0-30-16,1-6-44 0,1-6-167 0,5-6-334 16,-5 4-796-16,5-10-598 0</inkml:trace>
  <inkml:trace contextRef="#ctx0" brushRef="#br0" timeOffset="46798.05">22548 9265 359 0,'0'0'2978'15,"0"0"-2308"-15,0 0-279 0,0 0 62 16,-16 73-83-16,5-53-60 0,0 1 4 0,3-3-72 0,-1-3-100 15,6-5-46-15,3-4-33 0,0-5-24 16,3-1-39-16,7-1-15 0,2-6-18 16,6-5 6-16,1-3 0 0,3-3-21 15,2-1-6-15,1 0-7 0,-1 0-11 16,2 1 12-16,2 1 2 0,-1 3 19 0,-3 4 18 16,-2 1 7-1,-2 7 14-15,-3 0 12 0,-3 2 27 16,-2 2 0-16,-1 3-2 0,-3 7-7 15,0 0-12-15,-2 0 3 0,0 4-21 16,-1-1-22-16,-1 1-50 0,0-2-61 0,2 4-46 16,4 0-103-16,2 1-267 0,-3-3-569 15,6 8-710-15</inkml:trace>
  <inkml:trace contextRef="#ctx0" brushRef="#br0" timeOffset="46935.714">23731 9580 4233 0,'0'0'1090'0,"0"0"-892"0,0 0 156 0,0 0-104 16,0 0-138-1,0 0-64-15,0 0-48 16,-81-8-154-16,66 4-130 0,-1 4-155 0,1 0-830 16,-18 0-2453-16</inkml:trace>
  <inkml:trace contextRef="#ctx0" brushRef="#br0" timeOffset="121271.958">7449 12436 2161 0,'0'0'74'16,"0"0"527"-16,0 0-402 0,0 0-71 0,0 0 57 16,0 0 91-16,0 0-20 0,0 0-100 15,0 0-58-15,-10 0-35 0,10 0-13 16,0 0 3-16,0 0-7 0,-3 0 1 15,3 0-10-15,0 0 3 0,0 0 3 16,0 0-6-16,0 0-3 0,0 0-15 0,0 0-7 0,0 0-9 0,0 0 0 16,0 0-3-16,0 0-2 0,0 0-25 15,0 0-1-15,0 0 25 0,0 0 1 16,0-1 0-16,3 1 2 0,-2-1 12 16,2 0 16-16,1-1 52 0,-2 1 9 15,1-1-9-15,-2 2-22 0,1 0-6 16,-2 0-9-16,0 0-3 15,0 0-4-15,0 2-8 0,0 5-13 16,-5 6 37-16,-5 10 15 0,-3 12-18 16,-6 9-19-16,-8 13-15 0,-3 6-3 15,-5 9 1-15,-5 4-10 0,-2 4-1 16,-4 3-2-16,1 2-2 0,-4 3 1 16,5-3-1-16,2 1-20 0,3-5 4 15,9-6 6-15,4-11 0 0,10-13-3 0,6-10-46 0,3-15-19 16,7-8-17-16,0-12-16 0,4-6-50 15,6 0-13-15,5-12-15 0,3-4-92 16,4-8-139-16,1-8-244 0,-6 6-366 16,6-21-282-16</inkml:trace>
  <inkml:trace contextRef="#ctx0" brushRef="#br0" timeOffset="121578.575">7228 12704 1940 0,'0'0'489'0,"0"0"-205"0,0 0 28 0,0 0 49 16,0 0-41-16,0 0-80 0,0 0-101 15,0 0-24-15,0 0 65 0,47 74 52 0,-27-32-63 16,1 7-58-16,1 9-41 0,1 6-12 16,-3 9-58-16,-1-3 0 0,0-1-1 0,-2-3-1 15,0-7 2 1,-4-7 1-16,0-10 2 0,-3-10-3 15,-2-8-9-15,-3-5 7 0,-2-5-10 16,1-4-9-16,-4-1-47 0,0-3-48 0,0-3-38 0,0-3 0 0,0 0-1 16,0 0-17-16,-1 0-51 0,-6-6-136 31,-3 0-49-31,-2-3-15 0,-2-1-33 16,-4-1 15-16,-2-1 61 0,4 4-190 0,-11-5-167 0</inkml:trace>
  <inkml:trace contextRef="#ctx0" brushRef="#br0" timeOffset="121693.221">7250 13405 1054 0,'0'0'528'15,"0"0"-142"-15,0 0-65 0,0 0-30 0,0 0-11 16,0 0 9-16,0 0-78 0,0 0 1 0,0 0-19 16,0 0-7-16,39-10-13 0,-25 10-30 15,2 0-46-15,2 0-61 0,-1-1-36 16,0 0-19-16,2-2-33 0,1 0-179 16,-1-1-106-16,-2-1-244 0,7-4-794 0</inkml:trace>
  <inkml:trace contextRef="#ctx0" brushRef="#br0" timeOffset="122027.962">7717 13262 2103 0,'0'0'586'0,"0"0"-335"16,0 0 18-16,0 0 128 0,0 85 3 16,0-64-93-16,0-4-109 0,1-3-124 15,4-6-74-15,-1-3-3 0,3-2-28 16,1-3-9-16,3 0 0 0,1-4 9 15,0-7-40-15,1-2-63 0,2-1-28 16,-1-2-21-16,-1-2-28 0,0 1 2 16,-3 2 21-16,-1 2 12 0,1 3 32 15,-4 6 54-15,0 4 61 0,-2 3 29 0,-1 5 186 0,0 10 38 16,-2 0-10-16,2 5-30 0,-3 0 5 16,0 3-20-16,0 0-11 0,1 0-3 15,1-5 28-15,-1-3-22 0,1-5-104 16,0-5-57-16,3-5-40 0,-1-3-28 15,4 0-15-15,3-6-50 0,2-6-35 16,3-7-64-16,3-4-133 16,2-4-103-16,2-7-223 0,-5 7-495 15,10-20-31-15</inkml:trace>
  <inkml:trace contextRef="#ctx0" brushRef="#br0" timeOffset="122242.967">8283 12808 1725 0,'0'0'567'0,"0"0"-214"0,0 0 26 15,0 0 49-15,0 0-52 0,0 69-46 0,-1-32-72 16,-1 4-4-16,2 7 10 0,0 2 1 0,0 2-46 0,3 1-94 31,0-1-46-31,3-3-77 0,1-6-2 0,0-5-25 16,1-9-17-16,0-4 3 0,0-5 5 16,0-7-33-16,1-1-42 0,-2-5-22 15,1-4-28-15,0-1-34 0,-4-2-10 0,2-2-22 0,-2-6-138 0,-2-2-211 16,-1 1-542-16,-1-10-740 0</inkml:trace>
  <inkml:trace contextRef="#ctx0" brushRef="#br0" timeOffset="122411.71">8112 13027 2455 0,'0'0'512'0,"0"0"-239"15,0 0-47-15,0 0 93 0,0 0-19 16,0 0-8-16,0 0-23 0,0 0-115 0,79 19-62 15,-50-16-34-15,3-3-57 0,4 0-1 16,3-5-21-16,7-6-37 0,3 0-84 16,3-3-145-16,1-3-153 0,-13 5-578 15,18-3-774-15</inkml:trace>
  <inkml:trace contextRef="#ctx0" brushRef="#br0" timeOffset="122659.233">9040 12622 3466 0,'0'0'451'0,"0"0"-385"0,-36 90 95 0,26-45 153 0,-2 9 12 16,2 0-25-16,6 3-122 15,2-2-93-15,2 1-11 0,2 0-14 0,8-1-33 16,0-3-28-16,2-5-13 0,5-4-17 15,2-3-49-15,4-8-36 0,0-3 26 0,1-8-60 16,3-7-93-16,-3-9-32 0,0-5-124 16,-4 0-373-16,5-20-775 0</inkml:trace>
  <inkml:trace contextRef="#ctx0" brushRef="#br0" timeOffset="123060.475">9432 12703 2406 0,'0'0'1842'0,"0"0"-1647"0,0 0-83 0,0 0 100 15,0 0 49-15,97-28-14 0,-64 17-1 16,5 0-131-16,0-1-43 0,2 2-23 0,2 1-16 16,0 5-33-16,-3 1-1 0,-3 2-11 15,-3 1 10-15,-5 7-25 0,-7 3 6 16,-4 7-25-16,-7 7 4 0,-7 4 2 0,-3 5-2 15,-3 2 9-15,-12 5 5 0,-3 2 26 16,-5-1 2-16,-3 2 2 0,-4 0 1 16,1 1-2-16,-4-1 15 0,1-4-15 15,4-1 17-15,0-1-15 0,6-7-1 0,5-4 0 0,7-4 10 16,6-6-10-16,4-4 1 0,0-1 18 16,11-3 6-16,1-1 37 0,10 1 9 15,2-1-7-15,5-4-8 0,5 2 11 16,4-2 70-16,6 0-43 0,0-2-2 15,0 2 95-15,-6-3-116 0,-1 0-73 16,-5-10-21-16,3-2-12 16,-2-6-67-16,-1 1-44 0,-4-4-40 15,-2-1-37-15,-4-1-54 0,-5-3-117 16,-3 0-339-16,-3 4-763 0,-4-12-804 0</inkml:trace>
  <inkml:trace contextRef="#ctx0" brushRef="#br0" timeOffset="123244.807">10204 12791 684 0,'0'0'2477'16,"0"0"-2041"-16,0 0-200 0,0 0 107 15,-50 83 11-15,33-52 24 0,-2 1-66 16,-3 2-109-16,1 1-99 0,-2 0-44 16,1 2-32-16,-4 0-28 0,0-1-11 0,0 0-25 31,0-3-85-31,3 2-92 0,0-4-31 0,3-3-48 15,5-5-243-15,3-8-522 0,3-1-489 0</inkml:trace>
  <inkml:trace contextRef="#ctx0" brushRef="#br0" timeOffset="123514.383">10327 13232 1425 0,'0'0'715'16,"0"0"457"-16,13 66-738 0,-12-31 28 0,1 8-6 16,-2 6-67-16,1 3-112 0,1 7-88 15,0 3-59-15,4 6-51 0,-1 3-49 0,-2 1-27 0,1-2 14 16,-4-5-17-16,0-9-30 0,1-7-16 16,-1-9-11-16,1-13-43 0,1-9-22 31,-2-8 13-31,3-7 9 0,-2-3-25 0,2-12-22 15,2-8-89-15,-1-9-86 0,2-7-213 16,-1-6-144-16,-2 8-446 0,0-28-482 0</inkml:trace>
  <inkml:trace contextRef="#ctx0" brushRef="#br0" timeOffset="123724.578">10402 13218 776 0,'0'0'1812'0,"0"0"-1346"0,0 0-182 0,0 0 46 16,0 0-49-16,0 0-24 0,0 0 1 15,89-10-57-15,-73 16-88 0,3 4-45 0,-3 2-13 0,-1 2 0 16,-3 4-12-16,-1 3-6 0,-5 2-10 16,-3 4-11-16,-3 2-4 0,-1 2-9 15,-11 1-3-15,-1-1-1 0,-4-3-39 16,-2 0-27-16,-4-5-28 0,0-5-31 0,1-3-19 31,-1-6-83-31,5-5-65 0,2-4-196 16,3-7-594-16,1-20-695 0</inkml:trace>
  <inkml:trace contextRef="#ctx0" brushRef="#br0" timeOffset="123977.861">10866 12660 817 0,'0'0'95'16,"0"0"1267"-16,0 0-630 0,95 23-158 15,-68-3-85-15,1 4-66 0,-1 6-94 16,-4 3-90-16,2 4-53 0,-2 1-67 16,-2 5-37-16,-3 1-31 0,-3 1-11 15,-7 3-16-15,-4 3-12 0,-4 0-12 0,-6 0-2 0,-9 1-37 16,-4-2-43-16,-4-1-46 0,-3-3-33 16,-2-5 14-16,-2-5 0 0,-3-2-68 15,1-6-144-15,-1-4-228 0,3-5-531 16,8-9-496-16</inkml:trace>
  <inkml:trace contextRef="#ctx0" brushRef="#br0" timeOffset="124733.282">11945 13052 238 0,'0'0'2937'15,"0"0"-2315"-15,0 0-292 0,0 0 0 0,0 0 6 16,0 0-39-16,104 3-45 0,-71-3-66 16,6-3-77-16,-3-3-34 0,3-1-38 15,-3-2-16-15,-3 0-21 0,-1-3-2 0,-2 3-28 16,-1-1-64-16,-2-1-67 0,-1 3-79 16,-3-2-22-16,-5 7-215 0,-6 0-741 15,-6 3-1005-15</inkml:trace>
  <inkml:trace contextRef="#ctx0" brushRef="#br0" timeOffset="124895.674">12012 13339 395 0,'0'0'1352'0,"0"0"129"0,0 0-1068 0,0 0-117 0,0 0 58 15,82-23-50-15,-45 9-83 0,5-2-77 16,2-1-80-16,1 1-64 0,0 0 0 15,0-1-39-15,1 5-136 0,0 0-124 16,-13 5-215-16,16 1-936 0</inkml:trace>
  <inkml:trace contextRef="#ctx0" brushRef="#br0" timeOffset="125935.004">12804 12598 1600 0,'0'0'1161'0,"0"0"-578"0,0 0-171 0,0 0-85 15,0 0 0-15,78 48 22 0,-39-41-95 16,7 0-80-16,7-3-58 0,3-4-43 0,-2-4-28 16,4-3-8-16,-2-1-13 0,-5-1-6 15,-1-2-17-15,-6 2 12 0,-5 2-13 16,-6 1-3-16,-5 1-1 0,-7 3-17 31,-8 2 3-31,-4 0-25 0,-3 7-35 0,-6 9 5 16,0 6 24-16,-10 9 18 0,-6 4 7 0,-7 5-13 15,-5 4 4-15,-5 4 30 0,-4 2-12 16,-5 1 15-16,-3 0 14 0,-5 3-14 16,2 0 12-16,1-2 0 0,3-5 0 15,5-2 7-15,5-5 8 0,9-5 16 0,5-4-10 16,10-5-5-16,6-4-10 0,4-3 6 16,7-4 10-16,9 0-7 0,7-3 19 0,4-4-7 15,8-3 22-15,3-4 5 0,5-1 83 16,-3-2-31-16,3-10-34 0,0 0-35 15,-2-6-22-15,-5 1-24 0,0-3-2 16,-2 0-1-16,-6-2-55 0,-1 0-78 16,-1-2-51-16,-3 0-53 0,0 0-49 15,-2-2-321-15,-6 7-782 16,4-12-1160-16</inkml:trace>
  <inkml:trace contextRef="#ctx0" brushRef="#br0" timeOffset="126135.218">13734 12731 2032 0,'0'0'1493'0,"0"0"-1171"0,0 0-184 0,0 0 38 15,-59 85 104-15,37-53 38 0,-1 2-6 16,-2 0-141-16,-1 3-98 0,1-1-33 0,-1 1-38 16,0 1-2-16,0 1-12 0,0-1-52 15,1 4-83-15,-1-3-51 0,3 0-32 16,3-2-92-16,3 1-238 0,2-6-500 15,3-9-594-15,1 4 544 0</inkml:trace>
  <inkml:trace contextRef="#ctx0" brushRef="#br0" timeOffset="126350.716">13748 13314 1987 0,'0'0'1594'15,"0"0"-1194"-15,10 93-193 0,-7-46 23 16,-3 14 58-16,1 6-22 0,-1 1-21 16,0-2-111-16,-1-4-89 0,-3-6-45 15,-1-7 0-15,3-8-61 0,0-10-88 16,2-10-13-16,0-10-9 0,0-9-19 16,6-7-39-16,0-13-107 0,2-11-263 0,0-10-645 0,-3 7-627 15,4-25 1646-15</inkml:trace>
  <inkml:trace contextRef="#ctx0" brushRef="#br0" timeOffset="126535.715">13807 13287 1205 0,'0'0'716'0,"0"0"538"15,0 0-1025 1,0 0-19-16,0 0 89 0,0 0-75 16,81-1-4-16,-65 6-6 0,1 6-88 0,-1-3-49 15,-2 4-15-15,-6 0-32 0,-3 4-5 16,-3 0-10-16,-2 5 1 0,-3 1-16 15,-6 2-15-15,-5-3-28 0,-3 2 0 16,-5-3-3-16,2-3-6 0,-2-7-71 0,2-4-41 16,3-6-57-16,-2-3-199 0,7-12-331 0,1 1-800 15</inkml:trace>
  <inkml:trace contextRef="#ctx0" brushRef="#br0" timeOffset="126751.866">14145 12364 1725 0,'0'0'967'0,"0"0"-8"0,0 0-528 16,0 0 69-16,63 97-39 0,-44-62-26 16,-3 0-153-16,-1-2-122 0,-2-3-91 15,2-2-69-15,-7-4 0 0,1-6-60 16,1-4-106-16,-3-3-76 0,2-7-38 0,4-4-59 15,-2-9-269-15,0 1-683 0,4-18-1182 0</inkml:trace>
  <inkml:trace contextRef="#ctx0" brushRef="#br0" timeOffset="126914.187">14410 12314 795 0,'0'0'2833'0,"0"0"-2414"15,0 0-218-15,-97 92 4 0,58-51 41 16,-1 5 0-16,-4 2-38 0,-1 4-132 15,0 0-76-15,-3-1-31 0,1 3-103 0,-1 0-49 16,3 1-85-16,-1 0-200 0,4-1-813 16,12-15-1266-16,-16 15 2498 0</inkml:trace>
  <inkml:trace contextRef="#ctx0" brushRef="#br0" timeOffset="127521.635">15339 12887 810 0,'0'0'1988'15,"0"0"-1542"1,0 0-100-16,0 0-65 0,0 0-7 16,0 0 34-16,0 0-18 0,79 29-27 15,-40-27-80-15,0-2-67 0,0 0-64 0,0-6-34 0,-6-1-17 16,-3-4-1-16,-2 1-18 0,-5 0-52 15,-1-3-107-15,-5 2-31 0,-3 0-62 16,-5 3-242-16,-2 2-722 0,-7 6-878 0</inkml:trace>
  <inkml:trace contextRef="#ctx0" brushRef="#br0" timeOffset="127668.95">15510 13097 665 0,'0'0'1825'0,"0"0"-1211"0,0 0-212 15,0 0-99 1,0 0-44-16,0 0-35 0,0 0-41 16,100 36-81-16,-73-39-79 0,2-5-23 15,0-2-164-15,0 0-119 0,-9 1-262 16,12-4-852-16</inkml:trace>
  <inkml:trace contextRef="#ctx0" brushRef="#br0" timeOffset="128971.122">15181 12772 970 0,'0'0'3'16,"0"0"1148"-16,0 0-601 0,0 0-136 15,34-76-85-15,-24 52-15 0,3 0-53 16,0 1-60-16,2 1-46 0,-2 1-15 16,2 1-17-1,1 4-27-15,1 4-29 0,3 3-21 16,0 4-21-16,2 4-13 0,0 1-10 15,4 5-2-15,-4 7 0 0,1 4 1 16,-1 4-2-16,-2 2 1 0,0 6-21 16,-4-2 19-16,2 2-38 0,-3-5-6 15,1-4 3-15,-2-4-3 0,2-3-1 0,0-4 32 16,1-4-22-16,3-4-16 0,3 0-15 0,3-7-12 16,6-6-29-16,4-3-38 0,7-6-92 15,6-1-159-15,5-1-49 0,-12 5-574 16,26-4-838-16</inkml:trace>
  <inkml:trace contextRef="#ctx0" brushRef="#br0" timeOffset="129424.953">16706 12582 2639 0,'0'0'482'16,"0"0"-255"-16,0 0-2 0,0 0 163 16,84-24-93-16,-49 18-78 0,5 2-41 15,4-1-53-15,3 1-12 0,1-2-4 16,1 0-22-16,-5-1-59 0,1 1-26 16,-6 0-2-16,-6 2-1 0,-4 3-16 15,-8 1-11-15,-5 0-43 0,-7 3-25 16,-6 7 2-16,-3 6 17 0,-6 4 5 0,-10 10-10 0,-8 4-2 15,-8 5 52-15,-3 5 22 16,-8 1 12-16,0 2 0 0,-3 2-40 0,-5 0 3 16,1 3 20-16,2 1 17 0,1-2 37 15,5-3 53-15,4-2-15 0,8-3-17 16,6-3 1-16,5-6-13 0,9-1-3 16,9-8-6-16,1-5-12 15,8-4-7-15,11-4 16 0,4-3 42 16,5-4 7-16,3-4-22 0,5-1-30 15,0-4 17-15,0-5-26 0,2-5-1 16,-4-3-18-16,1-1-3 0,-3-2-2 16,-3-1-56-16,-1 0-79 0,0-2-32 15,-2 1-55-15,-1 1-126 0,-7 5-371 0,5-8-943 0</inkml:trace>
  <inkml:trace contextRef="#ctx0" brushRef="#br0" timeOffset="129640.9">17495 12699 1580 0,'0'0'1782'16,"0"0"-1509"-16,0 0-93 0,0 0 81 15,-76 50-21-15,50-27 5 0,-2 4-14 0,-2 2-103 16,-2 1-54-16,1 1-34 0,-4 2-13 16,0 4-15-16,-2 0-12 0,-2 2-1 15,0 1 0-15,2-3-11 0,-2 1-28 16,3-4-64-16,1-4-43 0,5-3-22 15,4-4-38 1,7-4-143-16,5-8-361 0,2-3-854 0</inkml:trace>
  <inkml:trace contextRef="#ctx0" brushRef="#br0" timeOffset="130944">17595 13260 1102 0,'0'0'1296'0,"0"0"-880"0,0 0-172 0,0 0 6 16,0 0 64-1,0 0-46-15,0 0 6 0,0 0-16 16,0 0-85-16,51 95-53 0,-40-55-31 15,1 4-6-15,-3 0-10 0,-2 0-2 16,2 1-29-16,-5-1-5 0,2-1-13 0,-2-3-22 16,-1-8-2-16,0-8-3 0,-1-7-18 15,1-7-22-15,-3-8-42 0,1-2-90 16,-1-2-53-16,0-8-50 0,2-7-177 0,-2 5-317 16,0-19-1002-16</inkml:trace>
  <inkml:trace contextRef="#ctx0" brushRef="#br0" timeOffset="131176.119">17684 13234 186 0,'0'0'2111'0,"0"0"-1624"0,0 0-195 16,0 0 34-16,0 0-3 0,0 0-84 0,0 0-34 16,82 6-28-16,-67-2-53 0,0 3-37 15,-3 0-23-15,-2 1-20 0,-1 2-23 16,-5 0 1-16,-1 2-10 0,-2 4-12 0,-1 0-1 15,-1 3-2-15,-6 0-43 16,-2 0-16-16,-4 1-24 0,1-2-29 0,-5-2-43 0,1 1-52 16,-1-5-86-16,2 0-106 0,0-4-114 15,2-1-195-15,1-3-454 0,5-3 216 16</inkml:trace>
  <inkml:trace contextRef="#ctx0" brushRef="#br0" timeOffset="131344.837">18012 13349 1512 0,'0'0'1458'0,"0"0"-1110"0,0 0-90 0,0 0 142 16,0 0-71-16,0 0-97 0,85 0-81 16,-71-5-89-16,1-2-62 0,1-3-16 15,4-2-135-15,-1-1-121 0,1-3-204 0,-3 1-645 16,-5 3-1142-16,1-6 1927 0</inkml:trace>
  <inkml:trace contextRef="#ctx0" brushRef="#br0" timeOffset="131545.709">18440 13057 1357 0,'0'0'1629'0,"0"0"-1024"0,0 0-406 0,0 0-26 16,0 0 32-16,0 0 84 0,0 0-15 0,38 73-99 15,-28-45-126-15,1 4-49 0,3 6-24 16,1 3-56-16,-2 5-74 0,2 1-49 16,-4 0-95-16,0 0-196 0,-2 0-647 15,-4-11-934-15,-2 20 1618 0</inkml:trace>
  <inkml:trace contextRef="#ctx0" brushRef="#br0" timeOffset="134396.555">7844 15022 1756 0,'0'0'1275'0,"0"0"-978"0,0 0-72 16,0 0 91-1,0 0-11-15,0 0-47 0,0 0-63 16,0 0-63-16,0 0-71 0,0 0-27 16,-31 69-6-16,17-30-10 0,0 10 7 0,-5 3-22 15,3 7 8-15,-3 5-11 0,2 2-2 16,0 5-10-16,0 0 9 0,2-2-10 16,5-2 11-16,-2-9-38 0,7-8 22 15,0-11-37-15,2-11-34 0,2-8-16 0,1-9-6 16,0-4-23-16,0-6 1 0,0-1-26 15,3-3-62-15,3-7-60 0,1-8-21 0,4-5-57 16,-2-8-118-16,-3 3-201 0,0-23-317 0</inkml:trace>
  <inkml:trace contextRef="#ctx0" brushRef="#br0" timeOffset="134613.273">7753 15190 52 0,'0'0'1419'15,"0"0"-909"-15,0 0-134 0,0 0-66 16,0 0-49-16,0 0 21 0,0 0 55 15,76 6-56-15,-60 27-47 0,0 9-47 16,0 5-38-16,-5 8-44 0,2 1-28 16,-3 2-52-16,1 1-7 0,0-3-18 15,-1-6-3-15,2-4-12 0,-1-7 14 0,-1-6-1 0,-4-5-38 16,0-5-44-16,-1-7-33 0,0-1-58 16,-4-5 2-16,1 1-24 0,-2-3-56 15,0-2-81-15,0-2-12 0,0-2 43 16,-5-2-1-16,-3 0-82 0,-1-2-66 15,-2-5-46-15,1 2-40 0</inkml:trace>
  <inkml:trace contextRef="#ctx0" brushRef="#br0" timeOffset="134766.199">7829 15771 653 0,'0'0'499'15,"0"0"48"-15,0 0 17 0,0 0-92 16,0 0-132-16,0 0-122 0,0 0-46 16,0 0 21-16,0 0 37 0,0 0-31 15,81-22-47-15,-55 20-43 0,-3-1-41 0,2 0-55 16,-4 2-13-16,1 0-19 15,-3-1-52-15,1 2-57 0,-4 0-117 16,2 0-95-16,-8 0-188 0,8 0-655 0</inkml:trace>
  <inkml:trace contextRef="#ctx0" brushRef="#br0" timeOffset="135098.283">8288 15668 1375 0,'0'0'1276'16,"0"0"-1022"-16,0 0-80 0,-2 78 138 0,1-49 69 15,-1 0-73-15,2-4-102 0,0-6-91 16,0-3-72-16,0-4-43 0,5-7-43 16,-1-3-4-16,3-2 4 0,2 0 18 15,-1-9-9-15,3-4-32 0,0-3-8 16,-2-5 1 0,-2 1 0-16,1-1 26 0,-2 1 7 15,-1 5 24-15,-1 4 0 0,0 4 4 16,-1 6-1-16,-1 1 13 0,-1 2 66 15,2 8 53-15,1 5 7 0,-1 4 5 0,1 4-28 16,2 1 8-16,0 0 10 0,1-1-7 16,3 1 9-16,-1-6-1 0,-2-3-85 15,2-5-37-15,-2-4-43 0,0-5-40 0,2-1-9 16,4-1-28-16,-3-11 3 0,6-6-44 0,-2-4-75 16,5-9-126-16,-2-7-225 15,-1 6-234-15,10-24-559 0</inkml:trace>
  <inkml:trace contextRef="#ctx0" brushRef="#br0" timeOffset="135267.145">8750 15330 2073 0,'0'0'1207'15,"0"0"-978"-15,0 0-128 0,0 0 114 0,-14 82 125 16,7-43-8-16,1 1-30 0,4 3-82 16,2-1-24-16,0-4-35 0,2-2-70 15,5-2-65-15,2-6-26 0,1-3-33 0,-1-2-31 16,0-8-51-16,0-3 5 0,-3-5-37 15,3-3-36-15,-2-1-8 0,-2-3-59 0,0 0-191 16,-4 0-284-16,-1-3-508 0,0-4-344 0</inkml:trace>
  <inkml:trace contextRef="#ctx0" brushRef="#br0" timeOffset="135436.552">8596 15643 2454 0,'0'0'522'16,"0"0"-263"-16,0 0-26 0,0 0 33 15,0 0 32-15,0 0 24 0,0 0-59 16,97 0-57-16,-67 0-22 0,6-3-53 16,1-2-67-16,1-3-64 0,2-1-32 15,3-1-5-15,1-2-97 0,0 0-81 0,4 1-102 16,-15 2-308-16,17 0-743 0</inkml:trace>
  <inkml:trace contextRef="#ctx0" brushRef="#br0" timeOffset="135752.323">9537 15190 3617 0,'0'0'523'16,"0"0"-436"-16,0 0 47 0,0 0 48 15,0 0 37-15,-85 79-17 0,71-48-76 16,2 4-44 0,6 3-12-16,-1 5-15 0,7 3-25 15,0 2 13-15,0 1 5 0,4 1-5 0,5 0-1 16,3-1-26-16,3-1-14 0,4-5-2 16,1-2-15-16,2-5-3 0,1-6-18 15,2-5-67-15,-1-6-40 0,1-4-25 0,-1-7 3 0,3-7-17 16,-1-1-68-16,1-5-206 15,-9-3-313-15,8-17-833 0</inkml:trace>
  <inkml:trace contextRef="#ctx0" brushRef="#br0" timeOffset="136169.048">9991 15202 4003 0,'0'0'653'0,"0"0"-554"0,0 0-47 0,0 0 80 15,0 0 66-15,79-4 110 0,-44 2-99 16,9 1-112-16,3-3-64 0,3 4 6 16,-1-1-28-16,-1-1-11 0,-5 1-24 15,0 1 22-15,-4 0-13 0,-4 0-12 16,-8 4-31 0,-4 7-5-16,-7-2-31 0,-3 9-6 0,-9 1 15 15,-4 7-9-15,-4 5 11 0,-12 5 13 16,-4 3 43-16,-3 1 27 0,-5 1 11 0,-5 0 1 15,-3 2-9-15,-1-1 9 16,1 0 28-16,1-3 12 0,3-3 6 0,7-3-4 16,3-2 1-16,9-5-31 0,3-4-2 15,5-4-4-15,5-4 12 0,2-1-18 16,8-3 7-16,9-2-1 0,3-1 15 0,6-2 16 16,7-3 20-16,0-2-17 0,3 0-10 0,-2 0-21 15,-1-3-20-15,-3-1-1 0,-2-3-15 16,-1 1 13-16,-2 0-25 0,-1-3-37 15,-4-1-51-15,-1-2-27 0,-4-3-29 16,0-2-30 0,-3-3-81-16,-3-2-318 0,-5 4-770 15,-3-10-1207-15</inkml:trace>
  <inkml:trace contextRef="#ctx0" brushRef="#br0" timeOffset="136385.07">10787 15330 1990 0,'0'0'1686'0,"0"0"-1359"16,0 0-204-16,0 0 17 0,-39 67 78 0,19-37 77 15,-2 3-62-15,-3 5-95 0,-2 1-65 16,-2 4-6-16,-1 1-3 0,-2 2-28 16,-1 0-25-16,1 0-11 0,1-2-3 15,0 0-52-15,4-4-63 0,3-4-41 0,3-6-33 16,4-2-91-16,5-6-236 0,4-5-656 0,2 4-729 0</inkml:trace>
  <inkml:trace contextRef="#ctx0" brushRef="#br0" timeOffset="136616.243">10807 15846 3064 0,'0'0'585'0,"0"0"-389"0,10 85-5 0,-6-42 107 16,3 14 42-16,-1 5-46 0,1 5-107 16,1 3-59-16,0-1-34 0,2 0-46 15,-1-1-30-15,4-6-18 0,-6-9-12 16,3-11-1-16,-2-8-35 0,-3-12-34 16,-1-9-80-16,-1-9-49 0,-3-4-37 15,0-8-114-15,0-10-263 0,-6 1-683 16,-3-18-779-16</inkml:trace>
  <inkml:trace contextRef="#ctx0" brushRef="#br0" timeOffset="136802.625">10850 15938 1577 0,'0'0'1715'16,"0"0"-1458"-16,0 0-99 0,0 0 116 0,73-70-7 15,-55 61-47-15,-1 4-22 0,-2 3-69 16,0 2-86-16,-3 0-43 0,-1 8-9 15,-4 4 5-15,-1 2 4 0,-3 5-30 0,-1 6-62 16,-2 1-32-16,-3 4-15 0,-7 1-7 16,-2 1-44-16,-1-4-84 0,-1-1-137 15,1-7-113-15,1-7-209 0,-4-2-428 0</inkml:trace>
  <inkml:trace contextRef="#ctx0" brushRef="#br0" timeOffset="138220.851">12683 15385 919 0,'0'0'144'0,"0"0"640"0,0 0-243 16,0 0-272-16,0 0-96 0,0 0 20 15,0 0 60-15,0 0-11 16,0 0-37-16,0 0-54 0,1 0-69 16,8-2 9-16,0-2 50 0,2 0 46 15,1 2-17-15,2-3-59 0,1 3-21 16,-1-1-11-16,5 1-11 0,1-1 30 15,4-1 12-15,1 1-31 0,6-1-24 16,0 0-9-16,5-2-19 0,-1 0 0 16,-1-1-5-16,1-1-21 0,-3 0-1 0,-1-1-1 15,-5 0-11-15,0 2 8 0,-7-3-32 16,0 2-7-16,-5 2-88 0,-4 1-43 16,-4 3-62-16,-5 2-122 0,-1 2-326 15,-3 5-696-15,-12 8-819 0</inkml:trace>
  <inkml:trace contextRef="#ctx0" brushRef="#br0" timeOffset="138436.683">12826 15598 863 0,'0'0'2380'0,"0"0"-1939"0,0 0-236 15,0 0 44 1,0 0 27-16,0 0 5 0,0 0-69 15,81-11-68-15,-54 5-52 0,3-2-38 16,2-1-11-16,1-3-43 0,0 1-1 16,3 0-26-16,-1 2-31 0,1-2-83 15,1 3-55-15,2-1-56 0,2 2-155 0,-10 1-626 16,14 5-840-16</inkml:trace>
  <inkml:trace contextRef="#ctx0" brushRef="#br0" timeOffset="141703.168">14274 15030 2383 0,'0'0'997'0,"0"0"-778"0,0 0-131 0,0 0 73 0,0 0 107 16,101 7-10-16,-61-7-26 0,6-7-63 15,5-3-77-15,2-5-3 0,-1 1 3 16,-1 0-13-16,-5-1 10 0,-6 5-54 31,-5-1-35-31,-9 4-3 0,-5 4-12 16,-8 2-12-16,-4 1-10 0,-4 6-27 0,-2 8-34 0,-3 7 13 15,-3 8-1-15,-11 7-34 0,-2 8 0 16,-5 5 33-16,-7 4 44 0,-2 5 21 16,-5 2 7-16,-4 5 12 0,-6 2 3 15,-3 3 12-15,-4 1 7 0,0-1 18 16,4-2 22-16,4-5 2 0,5-8 4 0,9-8-13 16,5-9 4-16,9-9-20 0,8-7-11 15,5-7-10-15,3-5-12 0,13-2 19 16,7-2 24-16,10-5 15 0,8 0 18 0,3-1-8 15,8 0-7-15,-2-5 3 0,3-4-4 16,-4-3-5-16,0 0-15 0,-2-2-19 16,-4-2-24-16,-1-1 0 0,-5-2-40 0,-5-2-93 15,-2-1-10-15,-2 0-44 0,0-3-34 16,-4 0-124-16,1-1-288 0,-6 6-549 31,2-10-751-31</inkml:trace>
  <inkml:trace contextRef="#ctx0" brushRef="#br0" timeOffset="141897.461">15071 15262 232 0,'0'0'2660'0,"0"0"-2219"16,0 0-241-16,0 0-54 0,0 0 40 16,0 0 66-16,-79 47-59 0,57-21-81 0,-2 5-63 15,-2 7-24-15,0 4 3 0,-2 3-16 16,-2 2-1-16,1 2-11 0,-1 2-1 0,3 1-30 15,1-1-64-15,3-1-64 0,4-4-40 16,3-4-145-16,5-6-196 0,3-9-525 0,3 0-507 16</inkml:trace>
  <inkml:trace contextRef="#ctx0" brushRef="#br0" timeOffset="142097.726">15175 15859 741 0,'0'0'2278'16,"0"0"-1882"-16,7 95-190 0,-7-50 65 16,-1 11 59-16,-7 2 48 0,-1 5-71 15,0-2-111-15,-3-1-86 0,2-5-59 16,1-5-30-16,4-8-21 0,0-9-22 0,2-10-29 0,2-11-74 16,1-6-47-16,0-6-39 0,0-6-80 15,0-11-221-15,0 1-278 0,0-26-746 0</inkml:trace>
  <inkml:trace contextRef="#ctx0" brushRef="#br0" timeOffset="142282.649">15248 15827 843 0,'0'0'2026'16,"0"0"-1699"-16,0 0-212 0,0 0 15 16,0 0 61-16,82-29 14 0,-71 30-14 15,-3 9-6-15,2 3-45 0,-4 2-31 16,-3 4-1-16,-3 4-22 0,0 2-24 15,-6 1-22-15,-7-1-16 0,0 1-1 0,-5-3-23 16,-1-4-49-16,-4 0-65 0,1-6-65 0,-4-3-66 16,2-5-116-16,-1-4-219 0,5-1-623 15,-6-8-792-15</inkml:trace>
  <inkml:trace contextRef="#ctx0" brushRef="#br0" timeOffset="144033.785">15508 15612 691 0,'0'0'1102'0,"0"0"-693"0,0 0-283 16,0 0-64-16,0 0 125 0,0 0 116 16,0 0-8-16,0 0-72 0,0 0-64 15,0 0-39-15,55-22-10 0,-43 22-12 16,0 0-29-16,-2 0-10 0,0 0-7 0,-1 3-5 16,-2-1-19-16,-1 2 9 15,-1-1-6-15,-2 3-3 0,0 0 0 0,-3 1 0 16,0 3 13-1,0 5 14-15,-3 1-20 0,-2 3-15 16,-5 1-20-16,1 2-31 0,-1-2 0 16,-2 2 16-16,4-3 12 0,-3 1-8 0,3-3 11 15,1-4 3-15,1-1 13 0,3-3-14 16,2-3 20-16,1 0 15 0,0-1-12 0,3-1 9 16,5 1 15-16,4 2 7 0,1-2 2 15,4 1-21-15,0-3 6 0,3 0-15 0,-1-3-10 16,3 0-15-16,-1-5 0 15,-2-5-3-15,3-6-60 0,-1-3-100 0,-2-5-54 16,1-3-192-16,-8 4-377 0,2-17-1302 0</inkml:trace>
  <inkml:trace contextRef="#ctx0" brushRef="#br0" timeOffset="144303.563">15539 14609 1937 0,'0'0'1440'16,"0"0"-1133"-16,0 0-162 0,0 0 50 15,0 0 127-15,71 64-10 0,-47-33-38 16,1 4-112-16,0-2-65 0,1 3-48 0,-3-6-48 0,-2-2-1 16,-5-3-30-16,1-3-62 0,-2-5-91 15,0-4-50-15,-1-7-83 0,1-6-269 16,-5 0-566-16,5-11-877 0</inkml:trace>
  <inkml:trace contextRef="#ctx0" brushRef="#br0" timeOffset="144488.198">15941 14604 1770 0,'0'0'1099'0,"0"0"-638"0,0 0-261 15,0 0-26-15,0 0 84 0,-97 80 59 16,75-44-38-16,-3 3-119 0,1 4-108 16,3-1-33-16,0-2-19 0,3-2-10 15,1-1-23-15,0-3-103 0,1 2-102 0,-1-3-128 0,5-6-291 16,-8 11-862-16</inkml:trace>
  <inkml:trace contextRef="#ctx0" brushRef="#br0" timeOffset="159480.479">18089 15530 2232 0,'0'0'1278'0,"0"0"-1082"16,0 0-54-16,0 0-10 0,0 0 66 16,0 0-2-16,0 0-29 15,0 0-37-15,-3 76-20 0,13-46-48 16,-1 0-41-16,2 5-18 0,-1-3 0 16,0-3-1-16,-2-4-2 0,-1-6-59 15,1-7-58-15,-3-1-61 0,-1-7-58 16,-1-1 1-16,-1-2-57 0,-2-1-328 15,0 0-585-15,-6-14-725 0</inkml:trace>
  <inkml:trace contextRef="#ctx0" brushRef="#br0" timeOffset="159664.068">18020 15290 813 0,'0'0'2064'0,"0"0"-1521"0,0 0-106 0,0 0-145 15,0 0-136-15,0 0-106 0,0 0-50 16,34-67-46-16,-11 55-88 0,6 3-77 16,4 0-69-16,3 7-142 0,-7 1-592 15,12 1-782-15</inkml:trace>
  <inkml:trace contextRef="#ctx0" brushRef="#br0" timeOffset="159965.198">18687 15352 790 0,'0'0'648'0,"0"0"-37"0,0 0-164 0,0 0 20 16,-5 81-54-16,-7-56-68 0,-1 0-100 16,-2 3-56-16,1-1-49 0,0-3 12 15,3-3-53-15,4-4-34 0,3-5-37 16,2-5-28-16,2-2-18 0,3 1 15 0,6-2-18 16,4 0 4-16,7 1 17 0,3 0 12 15,3-1-11-15,1-1 25 0,1 0-1 16,2 1-12-16,-1 0-11 0,0 0 21 15,-2 3-1-15,-1 0 116 0,-4 3-68 0,-6 2-51 16,-1 2-7-16,-6 1-10 0,-2 2-1 16,-1 2-1-1,-3-1-64-15,-3-1-74 0,0 0-38 16,-6-4 12-16,-1-1-10 0,-3-2-14 16,-4-1-26-16,-1 0-51 0,-4-2-104 0,5 0-277 15,-14-2-517-15</inkml:trace>
  <inkml:trace contextRef="#ctx0" brushRef="#br0" timeOffset="160436.042">20047 15316 2606 0,'0'0'1089'0,"0"0"-985"15,0 0-85-15,0 0 94 0,0 0 63 16,0 0 70-16,0 0 27 0,0 0-107 16,0 0-59-16,26 83-24 15,-23-50-16-15,-1 3-36 0,-1 0-16 16,-1-2-14-16,0-3-1 0,2-7-19 15,-1-5-36-15,1-7-21 0,0-5-7 16,1-7 10-16,0 0 11 0,-1-2-21 0,3-11-13 16,2-4 19-16,-1-6-13 0,3-3 16 15,2-1 2-15,1 0 35 0,0 3 9 16,3 3 6-16,-1 3 0 0,1 5 22 0,-2 5 63 16,1 5 21-16,-3 3 30 0,-3 3 20 15,2 9-8-15,-4 1-9 0,0 5-6 0,-5 1-23 16,1 1-14-16,-2 1-4 0,0 1-21 15,0-1-13-15,-2-2-23 0,2-3-13 16,0-3-61-16,0-3-98 0,0-3-53 16,3-4-56-1,2-3-33-15,2 0-199 0,-2-3-284 16,4-15-643-16</inkml:trace>
  <inkml:trace contextRef="#ctx0" brushRef="#br0" timeOffset="160703.886">20483 15411 897 0,'0'0'452'0,"0"0"1091"0,0 0-1194 0,0 0-63 15,88 62 96-15,-70-39-46 16,-5 0-67-16,0-1-40 0,0-4-61 16,-1-4-70-16,1-5-65 0,-2-7-33 0,2-2-40 15,2-3 0-15,-1-10-39 0,3-7-63 16,-4-4-18-16,3-2 18 0,-4-4-13 16,0 1 52-16,-3 3 3 0,-4 4 37 15,-2 4 63-15,-3 6 18 0,-3 3 43 16,-6 4-8-16,-5 5 25 0,-2 0 49 0,-1 11-43 0,-3 4-50 15,2 6-18-15,-1 3 24 0,3 2 12 16,-1 2-8-16,6-4-32 0,-4-1-12 16,7-4-1-16,0-5-73 0,5-4-112 15,0-4-85-15,3-6-141 0,0-3-257 16,0-4-643-16</inkml:trace>
  <inkml:trace contextRef="#ctx0" brushRef="#br0" timeOffset="160882.484">21021 15000 2138 0,'0'0'1495'0,"0"0"-1262"0,18 87-167 0,-17-44 185 0,2 10 162 16,-3 1-20-16,0 2-21 0,0 0-111 0,0-6-95 0,3-3-81 16,3-9-85-16,1-6 0 0,2-8-145 15,0-7-55-15,3-6 8 0,1-6 62 16,0-2-2-16,-1-3-69 0,-5-2-119 0,-4-6-241 15,-3 1-417-15,-7-9-748 0</inkml:trace>
  <inkml:trace contextRef="#ctx0" brushRef="#br0" timeOffset="161036.412">20705 15318 349 0,'0'0'2497'0,"0"0"-2067"0,0 0-150 16,0 0 48-16,0 0-92 0,0 0-18 0,0 0 8 15,0 0-44-15,112-6-69 0,-69-1-64 16,6-3-33-16,3-2-16 0,0 0-59 0,4 0-156 16,3 2-125-16,2 1-155 0,-16 2-757 15,22 1-1279-15</inkml:trace>
  <inkml:trace contextRef="#ctx0" brushRef="#br0" timeOffset="161453.233">22460 15321 460 0,'0'0'1534'0,"0"0"-748"0,0 0-350 0,0 0-35 0,0 0-61 16,0 0-48-16,0 0-10 0,0 0-45 15,0 0-41-15,0 0-52 0,0 0-31 16,-51 2-13-16,46 34 0 0,1 7 19 15,2 3-19-15,2 0-37 0,0-3-23 16,2-3-25-16,4-6-15 0,3-7-23 16,1-4-5-16,5-7-14 15,-1-7-31-15,5-5-27 0,3-4 3 16,2-3-40-16,3-7-58 0,-1-6-68 16,0-2-172-16,-8 4-505 0,5-9-544 0</inkml:trace>
  <inkml:trace contextRef="#ctx0" brushRef="#br0" timeOffset="161953.794">22932 15268 85 0,'0'0'1793'16,"0"0"-378"-16,0 0-1075 0,0 0-85 15,0 0 124-15,0 0-75 0,0 0-64 16,0 0-68-16,-43 71-56 15,43-44-34-15,-1 6 10 0,1 0 8 0,0 1 12 16,0-2-63-16,0-1-39 16,1-5-10-16,5-5-27 0,4-6-13 0,0-6-18 15,1-5-14-15,3-3-23 0,-1-1-8 16,1-6 5-16,1-7-12 0,0-4 12 16,-1-2 6-16,1-2-1 0,1-3 16 15,1-2-3-15,-1-2 31 0,1 1 11 0,0 0 35 0,-2 3-49 16,-2 5 8-16,0 6 7 0,-3 6 34 15,-1 4 3-15,-1 3 9 0,0 9 53 16,1 5 0-16,-1 9-6 0,4 6-34 16,-2 6 5-16,-1 6 17 0,0 6 14 15,0 3 1-15,-2 5 27 0,-1 4-9 16,-2 4 5-16,-1 3-17 0,-1 0-16 0,-2 2-16 16,0-1-14-16,-5-1 8 0,-5-1-15 15,0-5-10-15,1-1 10 0,-5-9-9 16,4-8 30-16,-1-8 7 0,-1-8-13 0,0-9-9 15,-3-5 4-15,0-8-19 0,-3-4-3 16,-5-3-27-16,1-9-15 0,-3-5 2 16,-1-3 3-1,-2-3-48-15,0-4-28 0,-1-3-22 0,2-3-31 16,4-4-1-16,1 0-84 16,4-1-261-16,7 2-205 0,4 2-373 15,6 9-228-15</inkml:trace>
  <inkml:trace contextRef="#ctx0" brushRef="#br0" timeOffset="162307.959">23590 15490 714 0,'0'0'72'16,"0"0"1423"-16,0 0-898 0,0 0-191 15,0 0 51-15,0 0-51 0,-39 67-101 0,30-47-86 0,4 3-75 16,0 3-43-16,4 2-3 0,1 2 24 15,0-1-21-15,1 1-31 0,6-2-34 16,3-5-29-16,2-5-7 0,1-6-49 16,6-7-12-16,1-5-27 0,3-2-50 15,2-11-18-15,0-5 6 0,1-5-42 0,0-6-62 16,-1-2-223 0,-6 7-292-16,6-15-806 0</inkml:trace>
  <inkml:trace contextRef="#ctx0" brushRef="#br0" timeOffset="162655.288">23982 14841 699 0,'0'0'472'0,"0"0"1185"0,0 67-1279 15,1-29-72-15,1 13 123 0,-2 10 53 16,1 8-72-16,0 6-129 0,-1 2-83 16,0 2-31-16,2-3-67 0,-1-1-30 15,-1-5-28-15,2-11-42 0,-1-7-15 16,2-11-36-16,2-10-25 15,3-10-9-15,1-11-40 0,2-5-54 16,2-5-59-16,0-11-30 0,1-3-100 16,1-10-241-16,-5 5-495 0,7-15-310 0</inkml:trace>
  <inkml:trace contextRef="#ctx0" brushRef="#br0" timeOffset="162786.796">24224 15515 1486 0,'0'0'1530'0,"0"0"-1071"0,0 0-149 0,0 0 8 0,17 85-47 16,-17-58 20-16,0 1-27 0,-6 1-72 15,1-2-61-15,-1-3-43 0,-1-3-50 16,2-6-38-16,1-3-73 0,0-8-107 16,1-2-80-16,0-2-94 0,0-3-402 15,-2-15-1167-15</inkml:trace>
  <inkml:trace contextRef="#ctx0" brushRef="#br0" timeOffset="162940.638">24117 15397 1896 0,'0'0'1384'0,"0"0"-807"0,0 0-351 0,0 0 86 0,0 0 18 16,0 0-78-16,0 0-54 16,0 0-67-16,93 19-73 0,-71-17-58 15,3 0-28-15,-2-2-124 0,2 0-144 16,1 0-98-16,-8 0-668 0,6 0-1017 0</inkml:trace>
  <inkml:trace contextRef="#ctx0" brushRef="#br0" timeOffset="163125.31">24702 15527 2103 0,'0'0'1244'0,"0"0"-905"0,0 0 23 0,-28 75 87 16,13-47-61-16,-1 3-49 0,2 2-84 15,0 3-82-15,5-1-31 0,4-2-30 16,5-2-28-16,0-6-62 0,9-3-22 16,7-7-37-16,1-2 13 0,6-5-15 15,3-5-46-15,4-1-72 0,2-2-40 16,6-3-22-16,1-3 15 15,2-2-309-15,-11 3-842 0,15-3-1125 0</inkml:trace>
  <inkml:trace contextRef="#ctx0" brushRef="#br0" timeOffset="163541.636">25752 15333 2047 0,'0'0'1155'0,"0"0"-913"15,0 0-73-15,0 0 42 0,0 0 79 0,0 0 80 0,86 75-93 16,-77-43-81-16,1 3-70 0,-8 0-56 15,0 0-15-15,-2-6-22 0,0-3-33 16,0-7-37-16,-2-4-94 0,0-6-98 31,-5-3-14-31,-2-3-42 0,2-1-210 16,-16-6-1055-16</inkml:trace>
  <inkml:trace contextRef="#ctx0" brushRef="#br0" timeOffset="163710.504">25791 15193 1770 0,'0'0'2016'0,"0"0"-1710"0,0 0-97 0,0 0 177 15,0 0-101-15,0 0-165 0,0 0-111 16,89-33-9-16,-75 29-181 0,-1 2-98 16,1 2-58-16,-5 0-320 0,1 0-787 0</inkml:trace>
  <inkml:trace contextRef="#ctx0" brushRef="#br0" timeOffset="163958.296">26034 15468 1140 0,'0'0'1729'0,"0"0"-1425"0,8 82-112 16,-5-59 166-16,0 0 76 0,0-7-67 15,2-5-112-15,0-7-120 0,5-4-64 16,2-1 36 0,0-9 12-16,3-6-43 0,1-4-76 0,3-6-58 15,-1-4-43-15,-1 4 13 0,0-2 33 16,-1 4 12-16,-1 3 8 0,0 7 33 15,-1 4-26-15,-1 6 3 0,-2 4 25 16,3 2 0-16,0 7 89 0,1 6 3 16,-1 1-31-16,3 3-6 0,-2 0-4 15,-1 2-5-15,-1-3-15 0,1 2-13 0,-3-1-3 0,-3-1-15 16,2 0-20-16,-1-3-102 0,-2 2-95 16,2-6-50-16,1 1-191 0,-4-4-604 15,4-1-932-15</inkml:trace>
  <inkml:trace contextRef="#ctx0" brushRef="#br0" timeOffset="164428.367">26956 15379 2485 0,'0'0'1647'0,"0"0"-1522"0,0 0-50 16,0 0-75-16,0 0 207 0,0 0 95 15,0 0-33-15,0 0-147 0,0 0-73 16,-62 93-10-16,52-55 19 0,4-2 12 0,6-9 9 16,0-7-79-16,3-11-25 0,6-5-66 15,4-4-15-15,1 0 39 0,4-7 43 0,-2-8-31 16,4-4-37-16,-3-5 25 0,0 2-9 15,-5-1 11-15,-2 4-2 0,-1 2 11 16,-4 5-2-16,0 7 2 0,-1 5-24 0,2 1 62 16,1 13 18-16,0 7 89 15,3 6-9-15,0 8-37 0,0 7-21 0,4 4-19 16,-2 4 34 0,1 1 52-16,2 5-19 0,-7 0-36 15,-2 4-4-15,-6-3 38 0,0 1 14 0,-7-2 0 16,-9-2 10-16,-3-2-23 15,-7-5-8-15,1-5-24 0,-4-6-19 0,1-9-18 16,0-7 0-16,4-10-22 0,1-9-90 16,5-1 9-16,2-14-34 0,4-8-16 15,4-7-40-15,2-10-47 0,1-7-185 0,2 7-311 0,1-33-592 0</inkml:trace>
  <inkml:trace contextRef="#ctx0" brushRef="#br0" timeOffset="164744.962">27221 15418 1368 0,'0'0'1878'16,"0"0"-1430"-16,0 0-190 0,0 0 74 0,0 0 129 15,85 54-36-15,-69-49-133 0,3-3-162 16,1-2-81-16,5-11-19 0,1-6-30 16,0-7-1-16,2-5-96 0,-2-3-30 15,0-1-25-15,-5 2 6 0,-4 3-13 16,-6 6 6-16,-6 6 2 0,-5 3 19 15,-3 4 23-15,-10 4-36 0,-6 3 129 0,-2 2 16 0,-3 0 90 16,0 8 15-16,-1 6-9 0,3 6-31 16,3 7-10-16,1 6 4 0,4 7 5 15,1 5 1-15,3 4 20 0,0 1 29 16,1 0 11-16,1-2-1 0,2-8-30 0,3-6-72 16,3-12-22-16,0-8-46 0,6-11-106 15,5-3-58 1,6-11 57-16,3-11-13 0,2-9-127 15,-2 3-327-15,9-19-809 0</inkml:trace>
  <inkml:trace contextRef="#ctx0" brushRef="#br0" timeOffset="165061.573">27635 15163 2696 0,'0'0'1128'16,"0"0"-914"-16,0 0-85 0,14 66 88 0,-14-31 111 15,3 6-16-15,-3 3-31 0,0 4-84 0,0-2-45 16,-3 1 51-16,0-8-61 0,1-4-88 15,-2-9-54-15,4-10-29 0,0-6-44 16,4-8-42-16,4-2-18 0,6-6 39 16,3-7-5-16,3-9-20 0,2-5-3 15,-1-4-39-15,2-1-59 0,-3 0 8 0,0 1 95 0,0 3 61 16,-2 2 10-16,-2 4 22 0,-2 7 24 16,-2 5 65-16,-5 8 49 0,-1 2 40 15,0 10 88-15,-4 7-43 0,1 1-81 16,-3 6-42-16,0 1-9 0,2-1 9 15,-2-1 6-15,1-2 33 0,-1-2-28 16,4-7-51 0,-1-2-36-16,2-4-34 0,2-3-20 15,0-3-52-15,4 0-18 0,1-9-37 0,1-4-43 16,3-4-135-16,-1 0-452 0,-4 2-722 16,1-3-562-16</inkml:trace>
  <inkml:trace contextRef="#ctx0" brushRef="#br0" timeOffset="165362.699">28085 15465 2398 0,'0'0'1363'0,"0"0"-1174"16,0 0-57-16,0 0 242 0,0 0 8 16,45 68-107-16,-31-67-53 0,3-1-88 15,6-1-91-15,0-11-31 0,5-5-12 0,-3-7-55 16,0-1-60-16,-2-3 14 0,0-1-36 16,-3 4-3-16,-4 0 29 0,-2 4 50 15,-8 6-13 1,-4 3 74-16,-2 5 25 0,-8 1 33 15,-7 2-15-15,-4 4 58 0,-3 0 3 0,-1 7-46 16,-3 7-18-16,1 5-22 0,1 6 9 16,1 6 13-16,2 3 3 0,1 4 11 15,2 1 7-15,3 0-9 0,0-6-10 16,2-2-42-16,4-5-11 0,4-7-19 16,2-5-34-16,3-8-3 0,0-3-18 0,1-3-107 15,8-9-32-15,4-6-34 0,3-6-287 16,2-4-466-16,-2 5-177 0</inkml:trace>
  <inkml:trace contextRef="#ctx0" brushRef="#br0" timeOffset="165579.468">28490 15265 2556 0,'0'0'1161'0,"0"0"-1098"0,0 0-41 16,0 0 35-16,49 96 103 0,-42-60 137 16,0 3 65-1,-1 0-101-15,-2 2-99 0,0 1 9 16,-1-4 14-16,-3-3-70 0,0 0-51 15,0-7-25-15,0-4-9 0,0-5-5 16,0-7-7-16,0-5-15 0,3-7-3 16,7 0-1-16,3-10-48 0,3-7-35 0,6-4-13 15,4-3-13-15,-2-5-48 0,7 0-37 16,0-1-71-16,1 0-111 0,2 2-223 16,-1 4-446-16,-9 6-171 0,8-1-26 0</inkml:trace>
  <inkml:trace contextRef="#ctx0" brushRef="#br0" timeOffset="165948.773">29007 15427 1668 0,'0'0'1482'16,"0"0"-1014"-16,0 0-147 0,0 0 15 16,0 0-33-16,-71 72 38 0,50-42-69 0,-1 5-56 15,3 1-31-15,2 0 3 16,8-4-19-16,4-6-75 0,5-5-50 0,0-6-44 16,8-6-1-16,6-2 1 0,3-5 0 15,2-2-36-15,4-5-49 0,2-8-33 16,1-9-5-16,2-5-23 0,3-4 16 15,0-5-28-15,0-1 2 0,3-3-168 16,-3-3-89-16,1-3-31 0,0-4 43 16,-1-7-22-16,1-5-98 0,-3-8-91 15,-3-3 112-15,-6-5 308 0,-6-1 192 16,-3 2 185-16,-2 8 163 0,-3 11 67 0,-1 15 35 16,-1 15-42-16,0 14-32 0,-1 11 3 0,0 3-40 15,-1 10 12-15,-1 7-56 0,2 8-75 16,-2 6-61-16,-1 7 29 0,0 8 19 15,0 2-38-15,0 2-33 0,0 5-33 16,0 1-46-16,-1 2-24 0,-2 1-24 0,0-1-9 16,-1 2-24-16,0-4-18 15,1-6-37-15,3-6-11 16,0-8-22-16,3-6-60 0,5-6-132 16,6-4-212-16,-5-9-705 0,11 1-1310 0</inkml:trace>
  <inkml:trace contextRef="#ctx0" brushRef="#br0" timeOffset="166080.183">29943 15718 4131 0,'0'0'1221'0,"0"0"-1082"0,0 0-42 15,0 0 9-15,0 0 45 0,0 0-9 16,0 0-142-16,0 0-147 0,-81-24-101 16,53 7-25-16,5 5-200 0,-16-10-879 0</inkml:trace>
  <inkml:trace contextRef="#ctx0" brushRef="#br0" timeOffset="175372.891">7959 16838 1891 0,'0'0'764'0,"0"0"-506"0,0 0-159 15,0 0 20-15,0 0 149 0,0 0 140 0,0 0 16 16,0 0-120-16,0 0-125 0,-7 7-96 15,0 10-40-15,-5 7 3 0,1 11 21 0,-4 9-12 16,1 9 6-16,-2 10-30 0,-3 8-4 16,-2 8-2-16,-1 5-13 0,-4 3 0 15,-3 3-10-15,0-1 1 0,-1-3-3 16,1-5-16-16,3-11 15 0,6-14-14 16,4-13-37-16,6-18-67 0,4-13-19 15,2-12-19-15,4-9-65 16,0-15-98-16,0-12-143 0,4-13-129 15,2-8-19-15,-3 9-480 0,3-28-290 0</inkml:trace>
  <inkml:trace contextRef="#ctx0" brushRef="#br0" timeOffset="175557.708">7668 17075 29 0,'0'0'428'0,"0"0"1401"0,0 0-1451 0,35-74-114 16,-21 65 53-16,3 6-24 0,2 3-6 0,1 13-13 15,3 9-81-15,3 10-38 0,0 8 3 0,1 7 11 16,-2 8-31-16,-5 3-64 0,0 6-10 15,-2 2-37-15,-4-2-27 0,-1-2-1 0,-2-8-26 16,-3-11-53-16,-3-9-2 0,0-11 30 16,-4-6-53-16,-1-6-67 0,0-3-104 31,-1-4-122-31,-6-1-172 0,-4-3-233 0,0 0-674 16,-6-10 459-16</inkml:trace>
  <inkml:trace contextRef="#ctx0" brushRef="#br0" timeOffset="175710.26">7786 17559 336 0,'0'0'319'0,"0"0"1607"0,0 0-1491 16,0 0-167-16,0 0-51 0,0 0 23 16,0 0-20-16,0 0-25 0,0 0-8 0,0 0-54 0,0 0-55 15,85-3-29-15,-60 3-49 0,-1 0 0 16,1-2-96-16,-1-5-127 0,3-3-72 16,-5 0-95-16,1-3-248 0,-6 4-589 0,5-8-422 0</inkml:trace>
  <inkml:trace contextRef="#ctx0" brushRef="#br0" timeOffset="176005.169">8182 17417 1327 0,'0'0'974'16,"0"0"-361"-16,0 0-430 0,0 64-49 15,-8-33 111-15,4 4 78 0,-4-2-49 16,2 0-65-16,2-3-29 0,1-5-7 16,3-6-47-16,0-5-98 0,0-6-28 15,6-7-37-15,4-1-25 0,4-6-30 16,1-7 42-16,2-4-61 0,2-3-35 0,1-4-13 15,0 0 8-15,-1 4 13 0,0 0 50 0,-3 3 6 16,-1 4 41-16,0 1 22 0,-1 6 19 16,-1 3 53-16,-4 3 33 0,1 5 33 15,0 8 48-15,-1 5-38 0,1 4 11 16,-2 6-32-16,3 1-21 0,-3 2 30 16,2-1 10-16,-1-4-5 0,2-2-60 0,-2-6-62 15,1-7-13-15,2-4-5 0,-1-5-40 16,2-2-68-16,3-12-16 0,0-9-25 15,1-8-85-15,-1-8-172 0,4-8-216 16,-8 9-600-16,8-27-363 0</inkml:trace>
  <inkml:trace contextRef="#ctx0" brushRef="#br0" timeOffset="176190.007">8821 17087 1501 0,'0'0'1816'0,"0"0"-1562"0,0 0-108 0,19 80 115 15,-18-39 43-15,-1 6-35 0,0 4-19 16,0 4-23-16,0-2-32 0,0-3-61 0,0-3-71 15,0-4-63-15,0-10-3 0,1-3-33 16,1-10-83 0,2-5-6-16,-4-6 0 0,2-6-37 15,-2-3-50-15,0 0-119 0,-2 0-177 16,-5-3-281-16,0-2-926 0</inkml:trace>
  <inkml:trace contextRef="#ctx0" brushRef="#br0" timeOffset="176337.362">8525 17394 466 0,'0'0'2507'0,"0"0"-2213"0,0 0-189 0,0 0 197 16,0 0 9-16,91-2-35 0,-58 2-59 15,6-3-31-15,3-3-97 0,6-4-89 16,2-5-16-16,-1 0-175 0,1-2-147 16,-2 0-139-16,-11 7-604 0,11-3-1259 0</inkml:trace>
  <inkml:trace contextRef="#ctx0" brushRef="#br0" timeOffset="176922.747">9993 17040 2541 0,'0'0'749'15,"0"0"-486"-15,0 0-98 0,0 0 134 16,0 0 45-16,0 0-97 0,-93 50-65 0,79-23-60 16,1 6-5-16,3 7-23 15,3 6-18-15,5 5-15 0,2 6-18 16,0 1 3-16,6-1-16 0,4-4-30 15,3-3 0-15,0-6-3 0,3-7-55 16,1-10-70-16,0-8-3 0,2-10-34 16,-2-8-50-16,3-5-72 0,-1-11-192 15,-4-1-323-15,-1-14-889 0</inkml:trace>
  <inkml:trace contextRef="#ctx0" brushRef="#br0" timeOffset="177245.768">10304 17072 843 0,'0'0'2336'16,"0"0"-2097"-16,88-24-87 0,-51 20 142 0,2 3 20 16,0 1-59-16,-1 5-11 0,0 1-47 15,-2 0-51 1,-1 2-72-16,-5 0-71 0,-4 3-3 0,-7 6-14 16,-5 1-2-16,-6 6-39 0,-7 4-52 15,-1 7-37-15,-9 6 15 0,-9 1 58 16,-3 3 51-16,-2-2 20 0,-4 1 3 15,0-3 37-15,-1-1-38 0,-2-3 35 16,4-3 13-16,4-4 21 0,4-5 8 0,4-4-8 16,8-7 9-16,6-4-13 0,5 0-34 0,10-3 7 15,6-1 12-15,8 1-9 0,6-2-25 16,2-3 15-16,4-2-8 0,2 0-14 0,0-3-11 16,0-6-12-16,-4-1 12 0,0-4-31 15,-4-1-88-15,-5-4-49 0,-3-3-12 16,-2-2-55-16,-4-4-81 0,-5 1-240 15,-4 4-605 1,-4-9-811-16</inkml:trace>
  <inkml:trace contextRef="#ctx0" brushRef="#br0" timeOffset="177446.5">10947 17219 209 0,'0'0'2525'0,"0"0"-2149"16,0 0-175-16,0 0 37 0,0 0 69 0,0 0-56 15,0 0-29-15,-87 85-40 0,68-58-46 16,2 5-40-16,-3 3-17 0,-2 1-26 16,2 3-26-16,0 0-27 0,-2-3-12 0,5-1-22 15,-2-4-79-15,4-2-66 0,4-4-29 16,1-2-50-16,4-3-57 0,-1-2-275 16,6-5-690-16,-2-3-554 0,3 0 1776 0</inkml:trace>
  <inkml:trace contextRef="#ctx0" brushRef="#br0" timeOffset="178795.96">12131 17079 1167 0,'0'0'1916'0,"0"0"-1299"16,0 0-340-16,0 0-123 0,0 0 43 16,88 59 106-16,-64-38 1 0,1 1-100 0,1 3-6 15,0 0-85-15,0 3-49 0,-5-1 2 16,-3 2-14-16,-4 0-7 0,-2 2-30 16,-6 0 3-16,-3 3-5 0,-3 2-1 0,-3 0-12 15,-8 6 1-15,-4 1-3 0,-3 0-11 16,-3 0 9-16,-1-2-14 0,0-4-6 15,-1-6-24-15,0-5-43 16,4-10-28-16,2-5-26 0,0-6-26 16,4-5-65-16,4-1-127 0,3-10-277 15,1 2-630-15,2-14-1089 0</inkml:trace>
  <inkml:trace contextRef="#ctx0" brushRef="#br0" timeOffset="179080.576">12752 17498 2809 0,'0'0'1450'15,"0"0"-1180"-15,0 0-224 0,0 0 81 16,0 0 66-16,0 0 128 0,0 0-42 16,98-5-121-16,-69 4-61 0,1-2-40 15,4 1 4-15,0-4-31 0,2-3-15 16,-3-3-15-16,0 0-60 0,-7-5-83 0,-4 3-60 0,-3 1-49 16,-5 0-62-16,-5 1-231 0,-6 6-624 15,-3 3-1006-15</inkml:trace>
  <inkml:trace contextRef="#ctx0" brushRef="#br0" timeOffset="179249.882">12888 17683 1129 0,'0'0'1999'16,"0"0"-1430"-16,0 0-402 0,0 0 18 16,0 0 187-16,0 0-70 0,0 0-63 15,86 18-86-15,-52-27-74 0,0-3-12 16,3-2-67-16,-5-1-39 0,1-2-111 15,-1 1-39-15,-3 2-54 0,-3 0-122 16,-7 5-337-16,2 1-1043 0</inkml:trace>
  <inkml:trace contextRef="#ctx0" brushRef="#br0" timeOffset="-172838.294">11406 15229 665 0,'0'0'1768'0,"0"0"-1468"0,0 0-78 16,0 0 59-16,0 0 22 0,0 0-25 15,0 0-42-15,0 0-61 0,0 0-60 16,19-38-22-16,5 34-9 0,2 1-7 31,1 3-6-31,1 0-1 0,1 6-30 0,-2 6 19 16,-2 4-16-16,-4 6 0 0,-6 7-1 16,-2 6-8-16,-5 7-10 0,-2 3-7 15,-1 5-17-15,-5 3-12 0,0-1 9 16,0-2-18-16,-5-3 3 0,-1-6-7 15,2-4 1-15,-2-2-19 0,-2-5-49 16,1-5-16-16,-1-3-18 0,1-7-13 0,0-5-23 16,0-8-34-16,0-2-78 0,-1-4-192 0,1-4-532 15,-3-17-356-15</inkml:trace>
  <inkml:trace contextRef="#ctx0" brushRef="#br0" timeOffset="-171851.262">11804 14768 1266 0,'0'0'71'15,"0"0"599"-15,0 0-381 0,0 0-105 16,0 0-3-16,0 0 28 0,0 0-32 16,0 0-49-16,0 0-39 0,0 0-25 0,0 0-20 15,33-46-9-15,-33 45-9 16,0 1-1-16,0 0-9 0,0 0 3 0,0 0-3 15,0 0 6-15,2 0 4 0,-1 0-4 16,-1 0 6-16,0 0-2 0,3 0 2 0,-2 0 4 0,-1 0 9 16,2 0-3-16,-2-1-1 15,1 1-2-15,-1 0 0 0,0 0 2 0,0-2 1 16,0 2-10-16,0 0-6 0,0 0-3 16,0 0-3-16,0 0-13 0,0 0 13 15,0 0-14-15,0 0 14 0,0 0 3 16,0 0-7-16,2 0-12 0,-1 0 0 0,-1 0-15 0,3 0 5 15,1-2 10-15,1 2 22 0,-1 0-6 16,1 0-4-16,1 0-9 0,-1 0 16 16,-1 0-16-16,1 0 13 0,0 0-14 15,-2 2 1-15,0 0-3 0,3 0 0 16,-3-1-1-16,-1 3 1 0,1-2-1 16,0-1 0-16,-1 2 1 15,-1-1 2-15,1-1 0 0,-1 2 0 16,-1-3-1-16,0 1 1 0,0-1 0 15,0 1 2-15,0-1 8 0,0 0-9 16,0 0 16-16,0 2-18 0,0-1-1 16,0 1-1-16,0-2 0 0,0 1 1 15,-1 1 12-15,-1 1-10 0,2-1 1 16,0 0-2-16,0 0 2 0,0-2-1 0,0 0 13 0,0 0-13 16,0 0 1-16,0 0 10 0,0 0-1 15,0 0-9 1,0 0 10-16,0 0-12 0,0 0 0 15,0 0 2-15,0 0 0 0,0 0-2 16,0 0 0-16,0 0-1 0,0 0 0 16,0 0-3-16,0 0-22 0,0 0 7 0,0 0 2 15,0 0-3-15,0 0-9 0,0-2-6 16,0 2-13-16,0 0-3 0,0 0-7 16,0 0 13-16,0 0 0 0,0 0 6 15,-1 0 10-15,-1 0-3 0,2 0-14 0,0 0-5 16,0 0-35-16,-1 0-45 0,-1 0-51 15,2 0-56-15,-3 0-64 0,1 0-57 16,-1 0-41-16,0 0-42 0,0-2-103 0,0 2-36 0,25 2 96 16</inkml:trace>
  <inkml:trace contextRef="#ctx0" brushRef="#br0" timeOffset="-167798.991">10911 15724 20 0,'0'0'2463'0,"0"0"-1714"16,0 0-481-16,0 0-85 0,0 0 85 15,0 0-33-15,0 0-11 0,0 0-41 16,0 0-39-16,71-58-30 0,-65 54 9 16,2 0 2-16,0 1-28 0,1 3-24 0,-2 0-30 15,3 0-19-15,-3 3-24 0,3 5 0 0,-4 5 0 16,-1 2-1-16,-3 2 0 0,-2 2-14 15,0-1 12-15,0-1-12 0,0-5-15 16,-1-3-16-16,1-6-6 0,0-1-6 16,0-2-12-16,0 2 9 0,4-2 15 0,6 1 31 15,5 3 15-15,3-4 15 0,4 0 6 16,6 0-2 0,0 0 2-16,4-5-19 0,-2-1 22 0,1 0-5 15,-4 2 33-15,-4 0-3 16,-7 2-47-16,-3 2 0 0,-5 3-2 0,-2 7 1 15,-3 4 2-15,-3 4 0 0,0 4-3 16,-7 4-58-16,-3 0-3 0,-3-1 21 16,-2-2 0-16,0-2 7 0,-1-3-35 15,0-5-30-15,1-2 18 0,0-3-47 0,2-2-61 0,-5-1-121 16,4-4-240-16,0-1-171 0,-4 0-645 0</inkml:trace>
  <inkml:trace contextRef="#ctx0" brushRef="#br0" timeOffset="-166832.96">15687 15852 290 0,'0'0'170'16,"0"0"-20"-16,0 0-121 0,0 0 238 15,0 0 796-15,0 0-732 0,0 0-101 0,0 0 53 0,0 0-7 31,0 0-23-31,0 0 4 0,1-10-30 16,3 6-32-16,0 2-22 0,2-3-43 16,3 3-15-16,4-2-16 0,1 2-9 15,6 0-13-15,2-1 15 0,3 3-9 16,2-2-16-16,3 1-24 0,-1 0-22 16,1 1-9-16,-2 0-10 0,-1 0 29 0,-3 0-12 0,-6 4-19 15,-2 2-21-15,-5 1 6 0,-5 5-1 16,-3 3-14-16,-3 3 2 0,0 4-30 15,-12 4-37-15,-2 4 15 0,-6-1-6 16,-2-3-3-16,-2 0-51 0,-3-2-90 16,-4-2-58-16,-2-1-177 0,8-5-227 15,-24 0-715-15</inkml:trace>
  <inkml:trace contextRef="#ctx0" brushRef="#br0" timeOffset="-165884.083">11752 17729 696 0,'0'0'94'15,"0"0"913"-15,0 0-436 0,0 0-119 16,0 0-77-16,0 0-3 0,0 0-56 16,0 0-96-16,0 0-33 0,-75-48-38 15,59 48-22-15,1 0-28 0,0 3-13 16,-1 5 0-16,2 4 9 0,-1 1-22 0,4 4-42 15,-2 3-31-15,4 2-13 0,2 1 12 0,3-2 0 16,4 1 0-16,0-6-10 0,3-1 11 16,5-3-2-16,4-4-1 0,1 3 3 15,1-4 16-15,2 0-3 0,3-1-13 16,-3 1 21-16,1 1-6 0,-3 0-12 16,1 1-2-1,-4 5-1-15,-2 0-1 0,-2 4-11 0,0 2-9 16,-5 0-16-16,-1 2-24 0,-1 1 3 15,0 0-4-15,-7-2 10 0,-2 0-12 16,1 0 5-16,-4-6 7 0,-1 1-1 16,0-4 16-16,-1-5 9 0,2-1-15 0,-2-5 37 15,2-1 6-15,-2-6 25 0,1-6-4 16,1-3-21-16,1-8-11 0,5 0-2 16,3-4-18-16,3-2-9 0,0-2-3 0,8-2-10 15,4 0-16-15,1-1-12 0,5 3-10 16,-2 0-47-16,4 2-45 0,0 2-156 0,-6 8-292 15,11-9-636-15</inkml:trace>
  <inkml:trace contextRef="#ctx0" brushRef="#br0" timeOffset="-159400.187">13923 16852 72 0,'0'0'1627'0,"0"0"-1234"0,0 0-160 0,0 0 273 16,0 0-70-16,0 0-74 0,0 0-46 15,0 0-40-15,0 0-84 0,0 0-93 16,-20 33-52-16,6-6-13 0,-3 6-7 15,1 7 7-15,-2 5 19 0,-1 5-10 16,-1 1-25-16,-2 4 3 0,3-3-21 0,1-1 0 16,4-5-2-16,2-8-1 0,4-9-9 15,4-7-6-15,4-10-13 0,0-6-46 0,3-3-19 16,4-2 41-16,3-1 30 0,5 0 23 16,2 2 2-16,0 1 15 0,3 4-14 15,-1 4 1-15,-2 3 35 0,0 8 6 16,-2 3-28-1,-3 4-13-15,-2 4 20 0,-2 0-19 16,-3 1 9-16,1 2 4 0,-2-2-14 0,3-2 0 16,-4-2-2-16,1-2-15 0,1-1-1 15,0 0-18-15,-2-1-40 0,4-2-6 16,-1-5-23-16,1-2-65 0,-1-2-18 16,1-5-43-16,3-5-69 0,1-4-133 15,0-1-191-15,-1-3-451 0,5-17-238 0</inkml:trace>
  <inkml:trace contextRef="#ctx0" brushRef="#br0" timeOffset="-159083.953">14453 17098 1907 0,'0'0'544'0,"0"0"-225"0,0 0-17 15,0 0 75-15,0 0-42 0,0 0-74 16,0 0-73-16,0 0-36 0,0 0 22 0,0 0 7 16,55 16-18-16,-49 10-62 0,-1 8-34 15,-1 8-36-15,-2 4-16 0,-1 7-3 16,-1 2-12-16,0 4-2 0,2-4-19 0,-2 0 3 15,1-4-10-15,2-6-57 0,0-4-56 16,1-7-56-16,4-7-38 0,3-6-95 0,1-9-169 16,-4-3-491-16,9-9-601 0</inkml:trace>
  <inkml:trace contextRef="#ctx0" brushRef="#br0" timeOffset="-158914.809">14953 17562 1649 0,'0'0'1582'0,"0"0"-1327"16,0 0-125-16,0 0 84 0,14 78 76 16,-14-52-32-16,0 1-81 0,0 2-97 15,-3-3-59-15,-2 0-21 0,0-2-3 16,1-7-52-16,-2-1-75 0,3-5-50 16,1-5-54-16,-1-3-144 0,1-2-419 0,-2-1-1293 15</inkml:trace>
  <inkml:trace contextRef="#ctx0" brushRef="#br0" timeOffset="-158266.702">15634 17151 2172 0,'0'0'501'16,"0"0"-145"-16,0 0-17 0,0 0 4 15,91-17-70-15,-67 14-87 0,0 1-15 16,0-1-41-1,-1 1-43-15,-4 2-26 0,-3 0-17 16,-3 0-42-16,-2 5 13 0,-5 4 16 0,-3 5 3 16,-3 7 2-16,-1 6-5 0,-12 8-31 15,-2 6-21-15,-5 6 5 0,1-2 15 16,2 2 1-16,3-4 0 0,2-3 1 16,8-7-1-16,3-3-1 0,1-7 0 15,4-5-20-15,7-4 5 0,2-4 14 0,4-3 2 0,2-3 13 16,4-1 5-16,-1-1 4 0,-2-1 2 15,-1 0 44-15,-3 0 5 0,-3 2 16 16,-3 3-7-16,-3-2-18 0,-3 5-18 16,-2 1-10-16,-2 4-5 0,-2 0-13 0,-8 3-16 15,0-2-1-15,0 0-1 0,-3-2-39 16,3-1-65 0,-1-5-18-16,2-2-28 0,2-1-16 15,2-2-15-15,1-2-64 0,2 0-228 16,2 0-527-16,3-6-885 0</inkml:trace>
  <inkml:trace contextRef="#ctx0" brushRef="#br0" timeOffset="-158106.228">16384 17698 2546 0,'0'0'505'0,"0"0"-243"0,0 0 93 16,0 0 26-16,20 76-112 0,-20-50-67 15,-8 3-79-15,-3-2-83 0,0 4-25 16,-2 0-15-16,1-1-36 0,-2-4-63 0,5-6-53 15,-1-4-34-15,4-6-106 16,1-5-159-16,-2-1-711 0</inkml:trace>
  <inkml:trace contextRef="#ctx0" brushRef="#br0" timeOffset="-156663.465">17193 17073 1917 0,'0'0'564'0,"0"0"-196"16,0 0-9-16,0 0-35 0,0 0-39 16,0 0-24-16,0 0-39 0,0 0-70 15,0 0-47-15,0 0-34 0,-28 81-19 0,15-47-30 0,-3 5-22 16,3 2 0-16,0-1 9 0,3-4-9 15,3-4 12-15,4-4 0 0,3-5-12 16,0-4 0-16,6-1-1 0,3-1 1 16,5-3-2-16,1 0-19 0,5-1 8 0,3 1 13 15,2-1 16-15,0 0 18 0,0 1-13 16,-1 0 16 0,-2 0 9-16,-3 2 12 0,-4-3 7 15,-2 1 32-15,-1-3 10 0,-4 2-37 0,-3-1-21 16,-4-2-10-16,-1 2-11 15,0-2-7-15,-3 0-18 0,-4-1 8 0,-6 2-11 16,0-2 0-16,-5-3-45 0,-1-1-41 16,-1-3-26-16,-2-2-10 0,2 0 18 15,0-2-10-15,-2-5-21 0,2-3-41 0,-2-7-59 16,-2-2-54-16,-2-4-181 0,7 4-272 0,-10-16-623 0</inkml:trace>
  <inkml:trace contextRef="#ctx0" brushRef="#br0" timeOffset="-156510.022">17196 17358 1076 0,'0'0'1424'15,"0"0"-912"-15,0 0-55 0,0 0 16 16,0 0-140-16,0 0-67 0,0 0-62 16,92-66-97-16,-69 51-81 0,3-1-26 15,4-3-59-15,3 1-73 0,5 0-65 16,3 2-64-16,1 2-153 0,-9 5-323 15,12 4-921-15</inkml:trace>
  <inkml:trace contextRef="#ctx0" brushRef="#br0" timeOffset="-156291.208">17968 17663 3628 0,'0'0'529'0,"0"0"-407"0,0 0-23 0,8 68 31 0,-5-43 52 16,-1 0-25-16,-1 0-89 16,1 0-68-16,-2-2-64 0,1-1-43 0,1-1 8 15,1-4-34-15,-1-2-28 0,1-2-135 16,0-6-95 0,-1-2-307-16,0-5-858 0</inkml:trace>
  <inkml:trace contextRef="#ctx0" brushRef="#br0" timeOffset="-155908.382">18606 17168 271 0,'0'0'3715'15,"0"0"-3157"-15,0 0-394 0,0 0-23 16,0 0 30-16,0 0 25 16,0 0-20-16,0 0-64 0,0 0-60 15,0 0-34-15,90 18 0 0,-62-27-3 16,4 0-2-16,1-1-13 0,-4 0-12 0,0 0 11 16,-5 3-10-16,-3 5-7 0,-3 0 0 15,-1 2-6-15,-2 2 3 0,-2 7 2 16,-2 3 5-16,0 6 14 0,0 6 1 15,-4 3 1-15,1 8 10 0,-5 3 4 0,-1 1-13 0,-2 5 9 16,0 1-12-16,-1 4-1 0,-3 2-14 16,-1 3-13-16,-1 2-20 0,2-2-1 15,-3-2-27-15,3-4-24 0,2-5-1 16,-1-8-9-16,3-7-25 0,0-10-31 16,0-10-77-16,3-8-172 0,2-3-255 0,-1-5-444 15,3-18-530-15</inkml:trace>
  <inkml:trace contextRef="#ctx0" brushRef="#br0" timeOffset="-154557.758">19394 16939 727 0,'0'0'508'0,"0"0"-123"0,0 0-31 0,0 0 12 0,0 0-33 16,0 0-89-16,0 0-39 0,0 0-23 15,0 0-7-15,0 0 0 0,0 0-2 16,0 0-25-16,0 0-12 0,0 0-21 16,0 0-16-16,0 0-30 0,0 0-38 0,3 0-31 15,-3 0-1-15,3-3-23 16,3-2 24-16,1 3 46 0,3-4 1 16,-1 2-19-16,1-1-13 0,2 2-3 0,-2 0-10 15,0-1 2 1,1 0 17-16,-1 1-9 0,-1-1-12 0,2-2 2 15,0 0-1-15,0-2 11 16,1 0-11-16,-1 2 0 0,2-2-1 0,-3 2-1 16,-1 2-27-16,-2 1 3 15,0 3-9-15,-4 0-6 0,-3 8 40 0,0 7 10 16,0 5 42-16,-3 10-30 0,-5 2-22 16,-2 9-25-16,-1 2 25 0,-1 3 2 0,0 3-2 0,-1 2-12 15,2 0-22-15,0-1 9 0,0-3 3 16,2-8 22-16,4-8 2 0,2-10-2 15,3-4-20-15,0-10-14 0,0-5-22 16,0-2-16-16,3 0 26 0,2-2 46 16,4-5 31-16,1-2-16 0,0-1-12 15,0 2 1-15,0 2-4 16,0 3-38-16,1 3 38 0,4 5 10 16,-2 7 36-16,5 7-15 0,-1 6 25 15,3 5-28-15,0 4 50 0,-1 2-7 16,1 0-56-16,0-1-15 0,-2-4 0 15,0 0 0-15,-2-1 3 0,-3 1 25 16,-3 0-4-16,-1-2-11 0,-3 0 2 16,-4-2 1-16,-2-3-4 0,0 0-10 0,-2-3-2 0,-5-5-34 15,-1-3-9-15,-2-2-28 0,0-5-59 16,-3-4-119-16,1-2-78 0,-3 0-78 16,3 0-309-16,-8-10-800 0</inkml:trace>
  <inkml:trace contextRef="#ctx0" brushRef="#br0" timeOffset="-146522.05">20525 17680 1816 0,'0'0'528'31,"0"0"-12"-31,0 0-307 0,0 0-97 0,0 0 0 16,0 0 47-16,0 0 44 0,0 0-52 16,48-76-82-16,-28 58-40 0,4 1-26 0,5 4-2 15,2 6 46-15,6 3 16 16,0 4-9-16,0 4 5 0,-1 8 10 0,0 3-16 15,-1 4 18-15,-2 3 35 0,-2-2-10 16,-4-1-38-16,-3-1-17 0,-1-5-17 0,-1-2-12 16,-3-4-11-16,-1-3 22 15,-2-3-23-15,1-1-10 0,-1 0 10 0,-1-6-12 0,-1-3 12 16,0 1 11-16,0-3-11 0,0 1-40 16,-4 0-56-16,-1 1-28 0,-2 2-31 15,-2 2-41-15,-3 1-94 0,-2 3-196 16,0 1-281-16,-7 0-654 0</inkml:trace>
  <inkml:trace contextRef="#ctx0" brushRef="#br0" timeOffset="-146294.713">20875 17911 1482 0,'0'0'578'15,"0"0"-212"-15,0 0-79 0,0 0-26 16,0 0-15-16,0 0-23 0,0 0-13 0,0 0 51 15,0 0-78-15,0 0-49 0,99 31-31 0,-72-31-16 16,2 0-29-16,1-6-33 0,-1-1-3 16,-1-2-22-16,3-2-13 0,0 0-33 15,5-1-90-15,1-1 45 0,5-1-80 0,1 0-188 16,-10 3-297 0,14-3-1005-16</inkml:trace>
  <inkml:trace contextRef="#ctx0" brushRef="#br0" timeOffset="-145767.388">22471 17240 2017 0,'0'0'1468'0,"0"0"-1111"0,0 0-253 15,0 0 3 1,0 0 99-16,0 0 110 0,0 0-91 15,101-14-75-15,-65 11-52 0,1-1-52 16,-3 2 3-16,-1-1-7 0,-5 1-28 0,-2 2-14 16,-6 0-3-16,-7 0-12 0,-2 6-3 15,-7 5-3-15,-4 5 2 0,-1 10-39 16,-13 7-40-16,-4 3-12 0,-5 5 36 16,-4 3 25-16,-3 1 22 0,-1 0 5 15,-2-1-2-15,1-2-4 0,1-4 28 16,0-4 16-16,6-6 15 0,3-4 12 15,6-3 0-15,4-5 3 0,6-2-3 0,3-4 12 0,3-1-18 16,9-2-16-16,7 1 1 0,9 0 5 16,5 0 16-16,6-1-3 0,3-2-10 15,3-1-27-15,-2-4 31 0,-1 0-22 16,0 0-12-16,-2-8-1 0,0-3-23 0,-4-4-28 16,0-5-70-16,-1-4-53 0,-4-4-47 15,1-4-41 1,-4-2-156-16,-9 8-542 0,2-13-816 0</inkml:trace>
  <inkml:trace contextRef="#ctx0" brushRef="#br0" timeOffset="-145582.712">23070 17279 1398 0,'0'0'1833'0,"0"0"-1512"15,0 0-216-15,0 0 27 0,-59 77 117 16,39-47 69-16,-2 1-95 0,0 2-121 15,-1 1-80-15,3 1-21 0,0 0-1 0,4-5-15 16,-2-1-87-16,1-3-77 0,6-2-35 16,0-4-25-16,3-4-98 0,2-4-163 15,3-5-493-15,3-1-221 0</inkml:trace>
  <inkml:trace contextRef="#ctx0" brushRef="#br0" timeOffset="-145304.351">23165 17590 2047 0,'0'0'1111'16,"0"0"-828"-16,0 0-7 0,0 0 118 15,77-1-31-15,-64 4-45 0,-5-2-92 0,-1 5-97 16,-2-1-81-16,-2 3-23 0,-3 1-1 16,0 3 4-16,0 0-11 0,-1 5-17 15,-3 2-18-15,-3 2-10 0,2 0-18 16,1-1 4-16,2-2 2 0,2 0 0 15,0-4 1-15,9-1-4 0,2-1 12 0,1-1 13 0,5-4-10 16,-1-1-14-16,6-6-32 0,2 0-12 16,0-3-10-16,2-6-12 0,1-6-31 15,-1-1-57-15,-3-4-131 0,0-1-246 16,-9 5-634-16,6-13-784 0</inkml:trace>
  <inkml:trace contextRef="#ctx0" brushRef="#br0" timeOffset="-145134.194">23661 17417 290 0,'0'0'2494'15,"0"0"-1933"-15,0 0-102 0,0 0 139 16,74 84-62-16,-52-56-131 0,5-1-110 16,-1 0-111-16,0-5-72 0,0-1-48 0,-2-4-40 0,-2-4-24 15,-2-3-22-15,0-3-114 0,-1-5-88 16,1-2-67-16,-2-7-48 0,-1-6-320 15,-5 1-833-15,1-15-1142 0</inkml:trace>
  <inkml:trace contextRef="#ctx0" brushRef="#br0" timeOffset="-144966.074">24057 17330 2093 0,'0'0'1734'16,"0"0"-1432"-16,0 0-152 0,-64 74 147 15,41-41 87 1,-1 4-42-16,-2 1-93 0,-2 1-125 15,2-1-75-15,1-4-49 0,-3-1-15 16,2-3-78-16,4-6-80 0,2-3-34 16,3-3-16-16,3-3-145 0,5-5-613 0,-2-1-1050 0</inkml:trace>
  <inkml:trace contextRef="#ctx0" brushRef="#br0" timeOffset="-144431.989">24598 17460 810 0,'0'0'2948'0,"0"0"-2424"0,0 0-369 0,0 0-44 15,99-12-12-15,-66 5-22 0,3-3 21 16,1 1 37-16,3-3-31 0,-2-2-61 15,-3 2-28-15,-7 2-15 0,-5 3-12 16,-8 3 9-16,-4 4-12 0,-8 2-10 16,-3 9-11-16,-1 9 36 0,-11 7-1 0,-7 9-12 15,-3 6 12-15,-7 4 1 0,-2 0 12 0,1 3-10 16,1-2 0-16,4-2-2 0,2 0 12 16,7-9 46-16,4-2 12 0,6-6-3 15,6-5-21-15,0-5-13 0,13-3-12 0,3-6-18 16,7 0 15-16,7-6-18 15,7-3 0-15,4-2 3 0,5-6-2 0,2-2-1 16,-2-4-113 0,-2-2-42-16,-2-2-23 0,-5-4-21 15,-6-3-60-15,-3-2-232 0,-8 3-809 16,0-13-1329-16</inkml:trace>
  <inkml:trace contextRef="#ctx0" brushRef="#br0" timeOffset="-144280.18">25230 17569 1299 0,'0'0'2159'0,"0"0"-1698"0,0 0-247 16,-80 78 38-16,52-49 54 0,-3 1-57 15,0 1-75-15,0-1-92 0,4-4-82 0,3-4-15 16,4-3-76-16,6-1-74 0,3-2-41 16,2-3-31-16,4 3-124 0,3-7-254 15,2-1-606 1,2-4-669-16</inkml:trace>
  <inkml:trace contextRef="#ctx0" brushRef="#br0" timeOffset="-144011.364">25493 17718 3432 0,'0'0'461'0,"0"0"-351"0,0 0-15 15,0 0 11-15,79-6 102 0,-65 6 58 0,-1 3-134 16,0 2-104-16,-2 5-25 0,-1 3 37 15,-3 5 18-15,-2 7-25 0,-2 6-5 16,-3 3 3-16,1 3-4 0,1 2 16 16,1-3-16-16,-1-2-11 0,4-6-16 15,6-4-3-15,2-5-1 16,8-3-8-16,5-4-18 0,6-4-13 16,11-4 41-16,4-2 2 0,5-2 3 15,3 0 9-15,-2-1-12 0,0-6-24 0,-10 1-160 16,-1-3-204-16,-15 2-601 0,1-6-1826 0</inkml:trace>
  <inkml:trace contextRef="#ctx0" brushRef="#br0" timeOffset="-116536.325">21933 11078 440 0,'0'0'11'0,"0"0"-11"0,0 0-19 0,0 0 19 16,0 0 42-16,0 0-24 0,0 0-17 16,0 0 15-16,0 0-16 0,0 0-49 15,-2-23-166-15,1 23 97 0,1 0 66 0,0 0 32 0,0 0-2 16,0 0 2-16,0 0 17 16,0 0 2-16,-2 0-3 0</inkml:trace>
  <inkml:trace contextRef="#ctx0" brushRef="#br0" timeOffset="-116119.805">21933 11078 284 0,'-17'-13'228'0,"20"12"-153"0,0-3-52 0,2-1 374 0,-2-3 598 15,0 0-639-15,-1-5-84 0,1-1-66 16,0 1-33-16,1-4 26 0,-4 3 75 15,0-3-40-15,0 5-33 0,-5-1-55 16,-2 2-43-16,-4-1-19 0,-3 6-13 16,-1 1-12-16,-5 2-6 0,-1 3-19 15,-8 0-18-15,-3 8-16 0,-4 7-16 16,-1 4 4-16,-1 5 12 0,-1 3 15 16,-1 9 1-16,4 3-13 0,0 5 15 0,1 6 10 15,7 8 6 1,0 4-12-16,7 10-20 0,5 0-2 15,5 9-11-15,7-3 8 0,4-1 3 16,7-6 37-16,9-6 10 0,10-11 20 16,5-11 35-16,3-9 26 0,7-11-15 0,2-8-6 0,1-5-52 0,2-4 12 15,-1-6-15-15,0-1-19 0,-6-8-27 16,-5-6-6-16,-3-1-15 16,-6-3-43-16,-4-2-6 0,-5 1-27 15,-5 0-59-15,-5-1-64 0,-5 3-107 16,-1 0-168-16,-7 2-223 0,-7 2-533 0,2 1-274 15,-17-4 1278-15</inkml:trace>
  <inkml:trace contextRef="#ctx0" brushRef="#br0" timeOffset="-115881.767">21657 11660 627 0,'0'0'192'16,"0"0"1167"-16,0 0-903 0,0 0-247 16,78 31-48-16,-54-27 5 0,-2-3-22 15,1-1-87 1,-3 0-57-16,-2-3-25 0,0 0-186 15,-5-1-65-15,0 1-59 0,-3 3-125 16,-4 0-69-16,-1 0 44 0,-2 3 58 16,1 9 427-16,-4 5 107 0,0 5 314 15,0 5 2-15,0 3-14 0,-3 6-42 16,0 3-51-16,2 4-46 0,-1 0 28 0,1 0-110 16,1 0-118-16,0-4 3 0,0-7-35 15,0-5-38-15,6-7-31 0,3-7-89 16,0-3-55-16,4-8-59 0,1-2-7 15,-3-2-201-15,10-21-603 0</inkml:trace>
  <inkml:trace contextRef="#ctx0" brushRef="#br0" timeOffset="-115549.777">22421 11426 2153 0,'0'0'1127'0,"0"0"-974"0,0 0-64 0,0 0 91 0,0 0 189 16,0 0-30-16,85-5-55 0,-55-9-118 16,6-9-92-16,5 1-53 0,3-3 1 15,0 0-3-15,-2 6-19 0,-1-2-21 16,-2 7-4-16,-3 7 4 0,-3 3-1 16,-4 4 4-16,-3 9 18 0,-6 6 1 0,-5 7 17 15,-3 4 4-15,-6 2 5 0,-4 4-8 16,-2 3-17-16,0-3-2 0,0 0-1 15,0-2-30-15,-2-5-18 0,2-7-31 16,2-3 10-16,7-3-1 0,3-7 9 16,4-1-37-16,1-4 31 0,-1 0-12 15,2-4-57-15,-4-4-54 0,-3 1-130 0,-5-2-242 0,-4 1-740 16,-2 4-352-16,-9-1 1482 0</inkml:trace>
  <inkml:trace contextRef="#ctx0" brushRef="#br0" timeOffset="-115364.675">22585 11775 741 0,'0'0'2677'15,"0"0"-2200"-15,0 0-284 0,0 0-22 16,0 0 124-16,0 0 49 0,0 0-54 0,0 0-86 16,113 37-73-16,-71-38-31 0,4-7-61 15,0-2-39-15,1-3 0 0,0-1-33 16,1-1-95-16,0 4-72 0,0-1-44 0,-1 6-68 15,-1-1-146-15,-10 6-332 0,12 1-1086 0</inkml:trace>
  <inkml:trace contextRef="#ctx0" brushRef="#br0" timeOffset="-107970.21">23427 10839 749 0,'0'0'94'0,"0"0"11"15,0 0 334-15,0 0 211 0,0 0-384 16,0 0-140-16,0 0-3 0,0 0 22 16,0 0-64-16,0 0-10 0,0 0-10 0,-2-2-29 15,2 2-30-15,0 0 46 0,0 0 0 16,0-2-22 0,0 1 19-16,2-1-10 0,-1 1-10 15,-1 1-2-15,2-1-4 0,-2-1 0 16,0 2-6-16,0 0-13 0,0 0-39 15,0-2-53-15,0 2-24 0,0 0-18 16,0 0-31-16,0 0-41 0,0 0-69 16,0 0-56-16,0 0-33 0,0 0-102 15,0 0-557-15,0 2 989 0</inkml:trace>
  <inkml:trace contextRef="#ctx0" brushRef="#br0" timeOffset="-83587.149">16774 14022 1505 0,'0'0'269'0,"0"0"-155"0,0 0-62 0,0 0-13 15,0 0 97-15,0 0 195 0,0 0-176 16,0 0-7-16,0 0-13 0,0 0-16 16,47-15-17-16,-32 10-22 0,0-1-25 15,2 3-17-15,4-3 16 0,2 0 13 16,2 1-35-16,4 0 25 0,4-1 3 16,3 3-16-1,5-2-9-15,3 0-19 0,1 1-13 16,4 1 13-16,3-2 35 0,0-2-29 15,7 2 3-15,0-1-6 0,2 2 16 0,-1-2-29 16,-1 3-5-16,0-1 1 0,0-2 12 16,-4 4-14-16,-1-2 0 0,0 2-17 15,-1 0 15-15,4-1 4 0,-4 1-4 0,3 0 5 16,1 0-3-16,0 0 1 0,-1-2-1 16,2-1-1-16,-2-2 0 0,-2-2-36 15,-1-1-7-15,-3-1 19 0,-4-1-42 16,-5 0 29-16,-3-2-15 0,-3 3 18 15,-5-2 0-15,-2 1-19 0,-6 1-7 16,-2 1 10-16,-3 3-51 0,-6 0-22 0,-2 3-40 0,-4 1-74 16,-4 2-134-16,-1 0-312 0,0 1-552 0</inkml:trace>
  <inkml:trace contextRef="#ctx0" brushRef="#br0" timeOffset="-65544.726">23480 10979 1372 0,'0'0'1886'0,"0"0"-1587"0,0 0-132 0,0 0 122 15,0 0 18-15,0 0-25 0,0 0-39 16,0 0-75-16,0 0-76 0,0 0-34 16,-33 14-19-16,49-14 19 0,5 0 31 15,7 0 65-15,11 0-63 0,7-4-24 16,7-3-19-16,3-1 7 0,6-1-16 15,2 0-15-15,1-3-22 16,3 0 10-16,-2-1 1 0,0-3-13 16,0 2-14-16,-4-1-4 0,-7 2 6 15,-4 1 0-15,-8 5-9 0,-7 2-3 16,-9 5-22-16,-7 0 1 0,-2 0 3 16,-10 10-4-16,-3 2-8 0,-5 5 2 15,-5 6 22-15,-13 6 11 0,-10 5-20 0,-6 7-16 16,-7 2-15-16,-8 5 3 0,-3 2-6 0,-5 3 9 15,-7 7-16-15,-1 1 10 0,-3 3 21 16,3-1 9-16,1 3 16 0,5-6 3 16,8 0 20-16,5-8-1 0,7-4 2 15,8-6 12-15,5-4 7 0,7-9 2 16,5-4 22-16,6-7 31 0,5-5-31 0,3-4-13 16,8-2-15-16,9-1 56 0,6-2 17 15,8-1-3-15,9-2-5 0,2-1-8 0,9 0-14 16,3-4 18-16,3 1-12 0,1-2-10 15,0-1-24-15,-2-1-7 0,-2 2-23 0,-1-2-2 16,-2 1 0-16,-4-2 2 0,-1-1-12 16,-4 1-6-16,-2-4-18 0,-4-1-70 15,-2-4-40 1,-5 1-67-16,-2 0-25 0,-5-4-100 16,-4 0-222-16,-7 2-543 0,-2-11-795 0</inkml:trace>
  <inkml:trace contextRef="#ctx0" brushRef="#br0" timeOffset="-65259.713">24710 11168 916 0,'0'0'2357'0,"0"0"-2071"0,0 0-188 0,0 0 75 15,0 0 83-15,0 0 86 0,0 0-6 16,-80-11-155-16,60 22-111 0,-3 2-18 15,-2 3 0 1,-2 8-9-16,-3 3-1 0,0 6-14 16,-4 3-16-16,1 2 9 0,-2 4-5 15,-2 5-16-15,0 1-1 0,-2 0-1 16,-1 1-17-16,2-1-5 0,2-2-22 0,1-3-76 16,2-2-37-16,2-5-10 15,2-4 12-15,6-6-7 0,5-4-44 0,3-7-55 16,4-5-116-16,6-4-79 0,-1-2-280 0,3-4-1087 0</inkml:trace>
  <inkml:trace contextRef="#ctx0" brushRef="#br0" timeOffset="-63802.648">24871 11830 1006 0,'0'0'176'15,"0"0"1055"-15,0 0-834 0,0 0-131 0,0 0 35 16,0 0-41-16,78-24-52 0,-60 21-32 0,-2 0-6 16,2 0-49-16,-2 3-28 0,-1 0-31 15,-4 0-19-15,-3 2 16 0,1 5-25 0,-5-1-19 16,-3 4 4-16,-1 5-1 0,-2 1 4 15,-10 2-4-15,1 1 1 0,-3 3-7 0,-3-3 7 16,3-2 11-16,0-1-11 0,0-2-7 16,2-2 6-16,4-5-15 0,3-1 19 0,3 0-22 15,2-1-1-15,0 2-27 0,7 0 27 16,2 2 1-16,7 0-1 0,-2 2-11 16,3-2 11-16,1 2-14 0,-2-1 12 15,-2-3 3-15,-1 2 12 0,-3-1 0 16,-2 2 0-16,-5 0 1 0,-1 2-10 15,-2-1 12-15,-2 5-12 16,-6-1-1-16,-4 2-2 0,-2-1-49 16,0-2-28-16,-3-3-37 0,0-1-43 15,-3-1-14-15,4-3-38 0,1-2-24 16,2-4-13-16,1 0-65 0,1-4-141 16,3-2-582-16,-6-13-376 0</inkml:trace>
  <inkml:trace contextRef="#ctx0" brushRef="#br0" timeOffset="-63494.265">25750 11099 453 0,'0'0'2604'0,"0"0"-2141"0,0 0-192 16,0 0 122-16,0 0 1 0,0 0-98 15,0 0-70-15,79 90 21 0,-50-58-44 16,3 3-76-16,1 0-45 0,-1-1-16 0,2 1-35 16,-3 0-19-16,0-4-12 0,-1 0-1 0,-1-8-42 15,2-6-66-15,-3-5-33 16,0-6-10-16,0-6-48 0,-3 0-66 0,1-11-186 15,-1-6-251-15,-8 5-621 16,0-17-592-16</inkml:trace>
  <inkml:trace contextRef="#ctx0" brushRef="#br0" timeOffset="-63325.159">26276 11078 2583 0,'0'0'569'0,"0"0"-342"15,0 0-24-15,0 0 106 0,-88 40 52 16,60-14-23-16,-3 8-71 0,-2 6-92 15,-2 6-59 1,-1 2-34-16,0 5-30 0,-3-3-10 16,1 3-31-16,0-3-11 0,2-3-18 15,3-4-79-15,5-4-111 0,6-7-74 16,10-4-123-16,6-13-349 0,6-6-1318 0</inkml:trace>
  <inkml:trace contextRef="#ctx0" brushRef="#br0" timeOffset="-62871.576">26861 10807 2981 0,'0'0'428'15,"0"0"-250"-15,0 0 138 0,0 0 10 16,93-27-65-16,-57 15-33 0,7 1-35 0,4-1-37 16,4 1-52-16,0 5-37 0,-3 2-27 15,-2 4-25-15,-5 0 6 16,-7 8-19-16,-4 1-4 0,-8 7-14 0,-9 3-15 0,-8 4 29 16,-5 4 2-16,-14 8 13 0,-10 3-13 15,-8 3-28-15,-5 6-2 0,-8 2 5 0,-3 5-42 16,-8 3-33-16,0 3-17 0,-1 1 28 0,6-1 43 15,6-2 32-15,12-5 14 0,10-5 0 16,12-7-11-16,6-4 11 0,5-6 18 16,5-5 34-16,10-4 28 0,4-4-16 15,6-4 10-15,6-4-4 0,7-5 6 16,6-5-18-16,3 0-9 0,4-7-10 16,0-5-17-16,2 0-22 0,-2-5-1 15,-4-2-27-15,1 0-54 0,-8-3-52 16,-1 1-46-16,-6-1-78 0,-3 0-129 15,-11 3-282-15,7-11-966 0</inkml:trace>
  <inkml:trace contextRef="#ctx0" brushRef="#br0" timeOffset="-62655.603">27575 10957 3235 0,'0'0'474'0,"0"0"-380"15,0 0-15-15,-62 67 34 0,37-34 175 0,-2 4 62 16,-1 1-98-16,1 3-112 0,0 2-51 16,-1-1-19-16,-2 3-21 0,-2 2-31 15,2-1-18-15,0 0-12 16,2-5-49-16,5-4-95 0,6-6-70 0,3-4-92 16,8-11-137-1,3-5-250-15,3-10-709 0</inkml:trace>
  <inkml:trace contextRef="#ctx0" brushRef="#br0" timeOffset="-60436.24">21967 12959 1558 0,'0'0'759'0,"0"0"-168"0,-40 84-303 15,20-43-43-15,-4 9 40 0,-2 5-49 16,-2 4-53-16,-1 3-34 0,-1 0-59 15,-1 0-37-15,5-2-6 0,1-3-35 16,4-10-12-16,5-9-2 0,6-10-10 16,3-15-63-1,4-7-130-15,3-6-90 0,0-6-125 16,6-13-277-16,-2 1-608 0</inkml:trace>
  <inkml:trace contextRef="#ctx0" brushRef="#br0" timeOffset="-60251.356">21790 13023 778 0,'0'0'153'16,"0"0"1065"-16,0 0-859 0,0 0-30 0,0 0 27 0,0 0-38 16,85 71-46-16,-68-32-55 0,-2 5-16 15,0 3-15-15,1 3-46 0,-3 4-29 16,0 2-43-16,1 0 27 0,-3-5-49 16,-3-3-46-16,2-13-9 0,-5-7-7 15,0-9-73-15,-3-6-99 0,-1-2-66 16,-1-4-46-16,0-4-101 15,-3 0-301-15,-11-3-1065 0</inkml:trace>
  <inkml:trace contextRef="#ctx0" brushRef="#br0" timeOffset="-60119.978">21786 13459 307 0,'0'0'107'0,"0"0"1343"16,0 0-876-16,0 0-190 0,0 0-63 15,0 0-82-15,0 0-77 0,0 0 59 0,87-24-16 16,-61 20-127-16,0 0-78 0,2-1-6 15,0-1-217-15,0-3-163 0,-8 2-283 16,10-6-925-16</inkml:trace>
  <inkml:trace contextRef="#ctx0" brushRef="#br0" timeOffset="-59851.09">22188 13469 1337 0,'0'0'800'0,"0"0"-341"15,0 74-66 1,0-48-16-16,0 2-9 0,0-6-40 0,2-7-98 15,3-5-115-15,0-8-102 16,3-2-13-16,1-5 0 0,3-7 55 0,1-8-55 16,2-6-127-16,-1-6-56 0,3-1-12 15,-4-2 34-15,0 5 26 0,-3 5 27 16,2 9 22-16,-1 4 29 0,-2 9-13 16,1 3 20-16,0 5 50 0,0 7 112 15,-1 2 34-15,0 5 6 0,-1 0-23 0,-2 2-29 16,0-3 17-16,-2-4-20 0,-1-3-28 15,0-2-50-15,1-7-19 0,0-2-60 16,-1-2-43-16,3-12-64 0,3-8-31 0,2-9-141 16,-5 6-658-16,7-25-878 0</inkml:trace>
  <inkml:trace contextRef="#ctx0" brushRef="#br0" timeOffset="-59650.883">22675 12811 2085 0,'0'0'650'0,"0"0"-338"0,10 80 36 0,-8-38 25 16,1 8 30-16,0 3-9 0,0 1-28 16,3 2-79-16,1-4-35 0,0 0-73 15,2-5-88-15,-2-7-85 0,2-6-6 16,-1-8-40-16,0-7-47 0,-2-7-10 16,-1-4-28-16,1-3-48 0,-3-5-56 15,-3 0-105-15,0 0-172 0,0-5-245 0,-13-4-957 0</inkml:trace>
  <inkml:trace contextRef="#ctx0" brushRef="#br0" timeOffset="-59502.806">22462 13171 1114 0,'0'0'1089'16,"0"0"-411"-16,0 0-192 0,0 0 8 0,0 0-27 0,77-24-127 16,-47 18-52-16,2-1-98 0,6-6-96 0,2-3-48 15,5-3-46-15,-1-3-22 0,2-1-99 16,2 0-99-16,2 1-103 0,-11 4-241 15,18-5-904-15</inkml:trace>
  <inkml:trace contextRef="#ctx0" brushRef="#br0" timeOffset="-59044.41">23641 13194 346 0,'0'0'1258'16,"0"0"-229"-1,0 0-685-15,0 0-34 0,0 0 37 16,0 0-42-16,0 0-57 0,0 0-67 16,0 0-66-16,8-73-48 0,4 49-23 15,3 0-13-15,-2 3 2 0,4 0 4 16,-3 5 22-16,1 4 11 0,1 6-14 0,1 5-10 16,1 1-16-16,0 6 22 0,-1 6-9 15,0 4 0-15,-2 3 2 0,-2 1-5 0,-2 2 0 16,1-1-7-16,-1-3-8 0,-1-1-22 15,1-2 0-15,2-3-1 0,1-3 1 0,3-2 12 16,3-3 0-16,2-1-15 0,3-3 0 16,1 0-12-16,4-6 10 0,1-3-13 15,0-4-61-15,-2-2-77 0,-4 0-95 16,-5 1-125-16,-6 1-180 0,-3 4-619 0,-11-1-782 0</inkml:trace>
  <inkml:trace contextRef="#ctx0" brushRef="#br0" timeOffset="-58876.473">23779 13390 1315 0,'0'0'1546'16,"0"0"-1279"-16,0 0-104 0,0 0 218 16,0 0-7-16,77 9-74 0,-42-14-111 15,2-4-84-15,5-1-53 0,1-1-52 16,-1-1-21-16,-1-1-63 0,-3 1-191 15,-3 0-113-15,-9 5-245 0,3-3-1188 0</inkml:trace>
  <inkml:trace contextRef="#ctx0" brushRef="#br0" timeOffset="-47934.319">27879 11487 2017 0,'0'0'663'0,"0"0"-373"0,0 0-137 15,0 0 14-15,0 0 81 0,0 0 45 16,-78 0-25-16,68 0-31 16,3 0-51-16,2 0-41 0,2 0-29 15,2 0-20-15,-1 0-5 0,2 0-8 16,0 0-22-16,0 0-21 0,2 0-19 16,2 0-18-16,6 0 12 0,3 0 10 15,5 0 2-15,2 0 1 0,1 0-16 16,1 0 3-16,3 0 3 0,-3-2-17 0,4-3 11 15,-4-2-12-15,3 0-19 0,1-2 19 0,-2 1 18 16,0 1-18-16,-5-2-2 0,1 2 1 16,-6 4-2-16,-3-1-12 0,-2 0 12 15,-5 3 1-15,-1 1-16 0,-2 0 6 0,-1 0-1 16,0 0 11-16,0 4-13 0,0 3 6 16,3 3 9-16,-3 4 18 0,4 5-15 15,-2 5 0-15,1 2 10 0,0 3-13 0,-1 7-1 0,4 1-12 16,-3 5-11-16,3 4-37 0,1 2-6 15,-3 2-9-15,4 2 11 0,-2 2 50 16,-2-8-37-16,0-6-43 0,2-5-22 16,0-10-25-16,2-6-19 0,-2 1-47 15,2-2-9-15,-2 0 57 0,-1-2-182 16,-2-4-465-16,0-1-849 16</inkml:trace>
  <inkml:trace contextRef="#ctx0" brushRef="#br0" timeOffset="-35439.193">25147 13064 1740 0,'0'0'1585'0,"0"0"-1376"0,0 0-145 0,0 0 31 15,0 0 87-15,0 0 48 0,0 0-9 16,0 0-69-16,0 0-47 0,97-19-46 0,-67 19 9 15,5-1-7-15,1-2 10 0,0 1-19 16,2-4-6-16,0 1-6 0,-4 2-7 16,-3-3-21-16,-3 2-10 0,-6 3-1 15,-2-1-2 1,-7 2-22-16,-1 0 22 0,-4 2-10 16,-4 3 8-16,-2 6 3 0,-2 4 0 15,-5 6 49-15,-7 4-6 0,-5 7-20 0,-6 6-23 16,-1 3-3-16,-4 1-18 0,-3 3-22 15,0 0 18-15,-3 2 25 0,-1 0-2 16,-1 2-1-16,3-4 3 0,1-1 1 16,4-2 14-16,2-9 7 0,7-2-1 0,2-8-18 0,5-2-3 15,3-4-2-15,5-3 0 0,4-6 2 16,0 2 1-16,9-5 0 0,5-2 15 16,6 1 11-16,5-4 10 0,3 0 17 15,6 0 4-15,0 0-30 0,2-5 11 16,0-1-2-16,-2 4-1 0,0-4-12 15,-3 2-11-15,-3 2-12 16,-2-3 0-16,-1 1-1 0,-4-2-25 16,-3-1-38-16,0-4-80 0,-2 0-28 15,0-2-50-15,-1-1-108 0,-3-1-218 16,-3 2-476-16,-2-7-572 0</inkml:trace>
  <inkml:trace contextRef="#ctx0" brushRef="#br0" timeOffset="-35238.561">25816 13159 1668 0,'0'0'1213'0,"0"0"-835"0,0 0-254 16,0 0 16-16,0 0 163 0,0 0 62 0,0 0-36 16,-98 91-108-16,73-57-107 0,-4 4-68 0,-2 4 12 15,0 5-33-15,1 0-1 0,1 1-24 16,2-1-21-16,4-2-1 0,3-3-60 15,4-5-72-15,5-2-25 0,5-8-40 16,3-7-110-16,3-6-274 0,0-7-893 0</inkml:trace>
  <inkml:trace contextRef="#ctx0" brushRef="#br0" timeOffset="-34938.911">25923 13598 1570 0,'0'0'558'0,"0"0"24"15,0 0-309-15,0 0 73 0,0 0 66 16,0 0-40-16,81 4-77 0,-76 4-45 16,-2 4-74-16,-1 2-26 0,-2 2-37 0,0 4-22 15,-3 2-51-15,-4 0-22 0,0 2-3 16,-4 1-4-16,3 0-11 0,-2-1-3 16,2-2 1-16,3-3 1 0,2-4-17 15,3-2-3-15,0-2 6 0,3 1-19 0,5-2 10 0,3 2 24 16,4-1 25-16,1-3 3 0,4 0-28 31,3-1 15-31,2-3 9 0,2 1 1 16,5-4-25-16,1-1-16 0,0 0 16 15,0-6-39-15,-1-1-50 0,-2 0-42 16,1-4-74-16,0 4-131 0,-10 1-318 0,10-4-877 16</inkml:trace>
  <inkml:trace contextRef="#ctx0" brushRef="#br0" timeOffset="-34569.531">26854 13140 1790 0,'0'0'1236'15,"0"0"-958"-15,0 0-118 0,0 0 27 0,63 68 90 16,-43-39 96-16,1 2-48 0,3 4-95 15,1 1-62-15,1 0-55 0,-3-3-36 16,-2-2-44-16,1-4-33 0,-2-3 0 16,-2-3-12-16,-1-5-34 0,-1-6-82 0,2-6-61 0,0-4-36 15,2-2-100-15,1-12-267 0,-6 3-692 16,5-18-747-16</inkml:trace>
  <inkml:trace contextRef="#ctx0" brushRef="#br0" timeOffset="-34384.902">27345 13121 1588 0,'0'0'1254'0,"0"0"-738"0,0 0-310 0,0 0-13 16,0 0 99-16,-98 61 101 0,68-33-47 15,-2 3-135-15,-1 2-92 0,0 5-61 16,-3 0-6-16,-1 2-22 0,-2 3-17 0,-2 1-13 16,0 0-16-16,0 1-51 0,2-1-88 15,2-4-35-15,5-1-41 16,5-7-100-16,7-4-190 0,5-11-559 15,7-1-586-15</inkml:trace>
  <inkml:trace contextRef="#ctx0" brushRef="#br0" timeOffset="-33737.214">28274 12835 2073 0,'0'0'1388'0,"0"0"-1197"16,0 0-131-16,0 0 28 0,98-7 160 0,-62 7 77 16,4 0-75-16,2 0-117 0,5-1-72 15,-2-3-39-15,-2 2-1 0,-4 1 4 16,-6-3-25-16,-6 4-12 0,-5 0-13 16,-4 0 7-16,-7 5-7 0,-5 2-27 15,-6 8 6-15,-4 6-13 0,-12 4-36 16,-7 8-20-16,-8 3 13 0,-3 2 49 0,-4 1 28 0,-3 1 25 15,0 0-2-15,-1-2-1 0,1-1-12 16,2-2 15-16,4-1 10 0,5-4 2 16,7-4-6-16,8-4 26 0,8-4 20 15,7-2 10-15,4-3 0 0,12 0 0 16,10-3 3-16,3-1 12 0,4 0-3 16,3-3-13-16,4-3-42 0,-1-3 24 0,3 0-10 0,-3-9-8 15,1-2 0-15,-2-6-25 0,0-4-21 16,-5-3-117-16,1-7-108 0,1-3-99 15,-8-3-221-15,1 1-822 0,-10 6-827 16</inkml:trace>
  <inkml:trace contextRef="#ctx0" brushRef="#br0" timeOffset="-33520.65">29006 12809 1186 0,'0'0'2105'0,"0"0"-1829"0,0 0-171 15,0 0 90-15,-54 77 169 0,38-52 39 16,-4 5-154-16,0 1-124 0,-2 9-58 16,-4 0-3-16,1 5-18 0,-3 2-21 0,2 2-22 15,-1-1-3-15,0 1-18 0,3-3-27 16,3-2-93-16,2-4-24 0,5-6-16 16,5-4-48-16,3-6-85 0,6-10-192 0,0-6-260 15,9-5-624-15,0-3-95 0</inkml:trace>
  <inkml:trace contextRef="#ctx0" brushRef="#br0" timeOffset="-33199.202">29285 13128 2251 0,'0'0'1441'0,"0"0"-1224"0,0 0-114 16,0 0 123-16,-32 86 174 0,15-53-17 0,4 3-117 15,2 3-133-15,1 1-51 0,4-2-18 0,4 2-18 16,2-2-28-16,0-2-17 0,9-6-1 16,8-5-1-16,2-4-21 0,6-8-8 15,1-5-6-15,-1-8 18 0,-2-1-31 16,-1-12-21-16,1-5 34 0,-4-3-22 16,-5-3-6-16,1 2 12 0,-10 0 13 0,0 4 36 15,-5 4-9-15,-2 5-13 16,-12 3 10-16,0 3-25 0,-9 3-27 0,-5 3-25 15,-6 7-3-15,-5 3 24 0,-5 8-30 16,-5 3-81-16,-5 4-142 16,-2 5-234-16,-6 6-428 0,17-9-741 0,-31 19 921 0</inkml:trace>
  <inkml:trace contextRef="#ctx0" brushRef="#br0" timeOffset="-27985.696">23312 12941 274 0,'0'0'1626'0,"0"0"-814"15,0 0-365-15,0 0-138 0,0 0-21 16,0 0 36-16,0 0-3 0,-88-38-71 0,76 36-62 16,-2 2-32-1,1 0-9-15,-1 0-20 0,0 2-26 16,-3 5-22-16,4 2-25 0,0 4-20 16,-1 3-16-16,2 7 9 0,-1 2-6 15,3 6 1-15,1 4-7 0,0 3-12 0,1 3-3 16,0 4 21-16,0-2-21 0,1-1-11 15,4-6 10-15,2-4 1 0,1-7 12 16,0-2 6-16,4-5 0 0,5-1 13 0,-2-5 8 16,0-3 0-16,2-5-12 0,1-4-24 15,0 0-3-15,0-4 0 0,4-6 0 16,0-5-3-16,0-3-36 0,-2 1-18 16,-4-4-19-16,2 0-21 0,-3 2-24 15,-2 0-40-15,-4 5-22 0,-1-1-34 0,0 2-85 0,-3 3-110 16,-7 2 6-16,0 2 83 0,-1 1 135 15,0 1 128-15,0 3 60 0,4 1 51 16,2 0 115-16,1 2 27 0,3 3 15 16,-1 2 9-16,2-1 21 0,0 0-8 15,3 2-17-15,1-1 2 0,2 2-26 16,0-3-27-16,4 0-29 16,-3-4-54-16,3 1-42 0,-1-3-34 15,1-3-3-15,0-2-1 0,0-4-69 16,2-3-33-16,-1 2-31 0,1-2-10 15,-4 2-5-15,0 4-26 0,-2-1-7 16,-3 5-19-16,-1 0 24 0,-2 2 61 0,0 0 56 16,0 4 60-16,0 6 76 15,0 1 58-15,0 6-16 0,0 1 12 0,0 2 0 0,-2-1-7 16,-1 2-9-16,1 1-16 0,1-2-6 16,1 1 8-16,0-2-8 0,0-2-53 0,1-5-39 31,4-3-54-31,-3-4-59 0,4-2-46 0,-2-3-22 15,-2 0-44-15,1-3-85 0,0 0-196 0,-2-6-560 16,-1 0-597-16,0 0 985 16</inkml:trace>
  <inkml:trace contextRef="#ctx0" brushRef="#br0" timeOffset="-27668.643">22935 12766 2602 0,'0'0'424'0,"0"0"-206"0,-17 74 56 0,11-36 10 15,3 2 15-15,1 1-50 0,2 3-75 16,0 3-91-16,2 5-31 0,4 2 13 0,-3 1 9 15,2-1 15-15,-1-3-19 16,1-3-36-16,1-9-16 0,0-6-18 0,0-5 0 16,0-9-46-16,1-5 22 0,1-6-59 15,1-5-34-15,2-3-49 0,0-6-57 16,3-7-80 0,2-5-182-16,-1-6-295 0,2-2-809 15,-6 4 433-15</inkml:trace>
  <inkml:trace contextRef="#ctx0" brushRef="#br0" timeOffset="-27406.062">23402 12700 1618 0,'0'0'640'0,"0"0"57"0,0 0-336 16,0 0 42-16,0 0 25 0,0 0-37 15,78 50-92-15,-58-32-97 0,0 5-56 16,2 2-48-16,-2 5-19 0,0 3-19 0,-3 3-2 15,0 4-24-15,-3 5-31 0,-1 2 21 16,-4 3 0 0,-6 4-9-16,-3-3-15 0,-3 3-17 15,-10 0 5-15,-5 0 0 0,-2 0-40 16,-1 0-24-16,-2 1-9 0,0-4-6 16,-2-1-3-16,0-1-41 0,-3-3-67 15,-3-3-91-15,0 3-190 0,-7-2-324 16,12-11-995-16,-21 11 433 0</inkml:trace>
  <inkml:trace contextRef="#ctx0" brushRef="#br0" timeOffset="-12778.907">30350 13091 2289 0,'0'0'1384'0,"0"0"-1151"0,0 0-161 0,0 0 14 15,0 0 194-15,-5 67 115 0,5-45-85 16,0 4-130-16,3 2-95 0,2 0-36 0,1 1 8 31,-2-4-14-31,1-1-22 0,-1-2-21 0,-1-6-2 16,0-4-22-16,-2-5-25 16,2-4-94-16,-3-3-85 0,3-6-45 0,0-10-253 15,-1 2-827-15,1-16-1467 0</inkml:trace>
  <inkml:trace contextRef="#ctx0" brushRef="#br0" timeOffset="-12609.49">30357 12693 3451 0,'0'0'678'0,"0"0"-534"0,0 0-92 0,0 0 91 16,0 0 70-16,95-33-84 0,-76 26-129 15,2 2-129-15,0-2-171 0,-1 2-191 16,-1 0-755-16,5 3-1277 0</inkml:trace>
  <inkml:trace contextRef="#ctx0" brushRef="#br0" timeOffset="-12346.373">30754 12847 653 0,'0'0'2231'16,"0"0"-1735"-16,0 0-185 0,0 0 9 15,0 0 18-15,-18 71-72 0,16-60-127 16,2 0-90-16,0-3-46 0,2 2 15 16,4 0 10-16,6 0 15 0,-2 2-19 15,2-2 1-15,2 2 2 0,0-3-11 16,0 1-4-16,3-1 6 0,-3 0-15 0,0-1 13 0,1-1 2 0,-5-2-16 16,-1 2-2-16,-4-2 0 0,-1 0 0 15,-4 2 2-15,0-1 0 0,-8 0 17 16,-4 5-19-16,-5-2-62 0,-2 1-75 15,-2-1-14-15,-2 0-31 0,-2-3-56 0,3 0-135 16,2-1-266-16,-8-3-666 0</inkml:trace>
  <inkml:trace contextRef="#ctx0" brushRef="#br0" timeOffset="-11754.843">31299 12878 1467 0,'0'0'1003'0,"0"0"-340"0,0 0-373 0,0 0-27 0,0 0 33 16,0 0 76-16,0 0-62 0,85-7-46 15,-74 22-72-15,3 2-27 0,-3 5-13 0,-3 5 14 16,-4-1-26-16,-1 2-50 0,-3-1-32 16,0-2-28-16,0-2-13 15,0-5-17-15,-3-3-3 0,3-6-18 0,0-4-3 16,0-5-12 0,5 0-31-16,4 0-39 0,1-10-15 0,5-3 15 15,1-5 27-15,2-1-6 0,-1 0-7 16,-1-2 19-16,-3 5 0 0,0 1 24 15,-2 7 3-15,-2 2 6 0,-1 2 1 16,-2 4-4-16,-1 0 43 0,1 4 21 16,-4 4 62-16,2 7-25 0,-1-2 9 15,-1 4-6-15,-1 1 12 0,-1 0 4 0,0-1-14 0,0-1-5 16,0-1-6-16,0-5-22 0,0 0-30 16,-1-3 0-16,1-4-27 0,0-2-16 0,0-1-33 15,0 0-55-15,1-4-52 0,5-3-46 16,3-3-253-16,2-4-538 0,-1 3-485 15,3-8-277-15</inkml:trace>
  <inkml:trace contextRef="#ctx0" brushRef="#br0" timeOffset="-11459.496">31783 13012 747 0,'0'0'13'0,"0"0"1612"0,0 0-1228 16,0 0-159-16,0 0 177 0,-8 74 53 15,8-63-70-15,0-5-141 0,0-4-137 16,5-2-46-1,2 0-16-15,3-2-9 0,3-5-49 0,0-4-12 16,4-2-65-16,2-1-18 0,1-1-10 16,0-1 9-16,-1 1-49 0,0 0-33 15,-6 4 21-15,-2-1 19 0,-3 4 40 16,-5 1 29-16,-3 1 69 0,0 0 3 16,-5 2 66-16,-6 2 51 0,-4 1 5 0,-1 1 1 15,-4 0-4-15,0 1-13 0,3 4-10 0,-2 2 3 16,3 0-34-16,0 1-28 0,2-2-9 15,3-1-31-15,3-1 0 0,4-3-81 16,-1-1-98-16,5 0-35 0,0 0-31 16,0-7-107-16,3-2-212 0,2-1-419 0,6-11-346 15</inkml:trace>
  <inkml:trace contextRef="#ctx0" brushRef="#br0" timeOffset="-11236.983">32136 12443 1421 0,'0'0'504'0,"0"0"263"0,0 0-404 16,0 0-50-16,0 0 121 15,5 91-4-15,-5-55-129 0,-2 6-58 0,-2 4-56 0,2 3 33 16,1 1 8-16,1-1-67 0,0-2-82 16,0 0-68-16,0-6-11 0,0-4-21 0,0-6-49 15,4-4-76-15,4-9 19 0,3-6 2 16,-1-6-15-16,3-6-99 0,-2 0-119 15,-2-4-129-15,-1-6-178 0,-5 1-504 16,-3-3-422-16,0 3 1369 0</inkml:trace>
  <inkml:trace contextRef="#ctx0" brushRef="#br0" timeOffset="-11105.473">32073 12897 202 0,'0'0'457'32,"0"0"168"-32,0 0 851 0,0 0-1056 15,0 0-133-15,0 0-43 0,0 0-43 16,0 0-9-16,0 0 5 0,0 0-67 15,85-39-65-15,-46 37-37 0,4-1-28 0,-2 0-27 0,1-1-106 16,-4 1-202-16,-11 1-309 0,-2 2-1056 16</inkml:trace>
  <inkml:trace contextRef="#ctx0" brushRef="#br0" timeOffset="-10735.911">31087 13822 287 0,'0'0'62'16,"0"0"2122"-16,0 0-1503 0,0 0-284 0,0 0-72 15,0 0 1-15,0 0-41 0,-83 8-60 16,66 8-81-16,0 7-33 0,-2 4 8 16,1 5 39-1,4 4-15-15,4 0-43 0,3-1-27 0,7-4-4 16,0-1-5-16,7-8-10 0,3-5-29 16,4-3-25-16,4-5-27 0,2-9 0 0,2 0-6 15,3-9-79-15,3-7-9 0,1-9-16 16,1-3-73-16,-2-5-114 15,-1 0-313-15,0-3-725 0,-8 10-595 0,9-10 1190 0</inkml:trace>
  <inkml:trace contextRef="#ctx0" brushRef="#br0" timeOffset="-10387.829">31325 13829 91 0,'0'0'434'0,"0"0"900"0,-21 76-181 15,14-45-636-15,1 2-50 0,0-3 20 16,4-6-112-16,2-7-179 0,0-7-178 15,11-6-18-15,3-4-1 0,5-4-2 0,4-9-64 16,3-3-68-16,2-8-46 0,-4 1-22 16,-1-3 16-16,-3 4-18 0,-4-1 44 15,-3 3-34-15,-5 3 46 0,-3 4 108 0,-2 3 41 16,0 6 66-16,0 4 77 0,-2 0-8 16,1 7-16-16,1 7 4 0,1 5 11 15,0 7 0-15,1 3-20 0,1 8-15 0,2 3 37 16,-2 4 29-16,0 5-45 0,-4 5-7 0,-2-2-1 15,0 2 37-15,-2-2 21 0,-6-2-24 16,-4-4-35-16,1-5-32 0,0-5-31 16,-2-7-21-16,1-7-5 0,-1-6-10 15,3-4-11-15,-1-8-1 0,1-4-18 16,0-1-79 0,-1-10-15-16,-3-6 15 0,0-4 6 0,-2-8-60 15,1-5-25-15,0-5-62 0,3-4-63 16,2-4-112-16,1 0-86 0,6 10-276 15,3-11-757-15</inkml:trace>
  <inkml:trace contextRef="#ctx0" brushRef="#br0" timeOffset="-10156.13">31914 13808 293 0,'0'0'124'15,"0"0"2597"-15,0 0-1966 0,0 0-245 16,0 0-20-16,-42 81-63 0,28-48-105 15,1 3-83-15,2 1-43 0,2 1-39 16,4-5-40-16,5-3-36 16,0-7-45-16,2-5-36 0,8-8-28 15,-2-4-5-15,5-3 0 0,5-3 0 16,3-5-57-16,1-7-31 0,4-5-30 16,1-6-33-16,1-4-76 0,0-5-175 15,3-3-508-15,-3-2-405 0,-9 10-968 0,12-16 1860 16</inkml:trace>
  <inkml:trace contextRef="#ctx0" brushRef="#br0" timeOffset="-9817.156">32209 13423 950 0,'0'0'140'0,"0"0"1560"0,0 0-1121 0,0 0-104 16,0 0-36-16,-17 85-37 0,14-46-49 16,2 4-30-16,-1 4-47 0,1 2-34 15,-1 1-46-15,1 3-66 0,-3-5-52 0,-1-1-39 16,-2-1-18-16,-1-4-21 0,0-2-21 0,2-8-69 15,2-4-49-15,4-9-51 0,0-7-10 16,12-7-21-16,2-5-141 0,8-11-196 16,2-3-223-16,4-8-456 0,-1-2-245 15,2-1 493-15,-4 0 924 0,0 4 65 16,-3 3 137-16,-4 4 309 16,-3 7-358-16,-5 6 1578 0,-1 1-1008 15,-4 7-170-15,-5 8 23 0,0 6-65 16,0 5-60-16,-5 2-68 0,-7 4-41 15,1-1-65-15,-4-1-64 0,2-3-24 16,5-6-58-16,-2-6-66 0,5-5-9 16,1-8-81-16,3-2-89 0,-1-2-18 15,1-9-88-15,1-2-174 0,-2 1-519 0,1-9-607 0</inkml:trace>
  <inkml:trace contextRef="#ctx0" brushRef="#br0" timeOffset="-9531.819">32321 13880 235 0,'0'0'453'0,"0"0"-65"16,0 0 1637-16,0 0-1348 0,0 0-318 16,0 0-61-16,99 13-57 0,-76-13-100 0,4 0-82 15,7-2-59-15,0-5-25 0,5-2-33 16,1 0-25-16,1-1-71 0,-1 0 18 16,-3 3 33-16,-2 1 75 0,-6 3 28 0,-8 3 0 15,-5 2 99-15,-8 5 56 0,-4 7-19 16,-4 2 21-16,-9 4 63 0,-5 2 54 15,-8 4-52-15,-2 3-40 0,-4 1-40 0,2 2-28 0,2-1-2 16,4-1-25-16,6-3-32 0,12-4-46 16,2-7-9-16,8-1-39 0,15 1-13 15,10-1 25-15,9 0-27 0,7-3-6 16,1-6-67-16,-2-3-97 0,-3-3-161 16,-12-4-808-16,10-5-2261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32:09.6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1458 4166 1888 0,'0'0'1822'0,"0"0"-1571"0,0 0-223 15,0 0 49-15,0 0 200 0,0 0 134 16,-10 88-47-16,8-39-126 0,2 9-80 15,0 10-31-15,5 6-18 0,2 9 21 16,3 13 3-16,2 6-46 16,-2 14-45-16,3 7-21 0,-2 5-6 15,2 2-15-15,-3-5-10 0,2-7-32 16,1-10-42-16,0-11 5 0,1-17 10 16,-1-15-13-16,0-18-8 0,0-15-10 15,-4-14 9-15,-3-11-22 0,-2-7-60 16,0-5-95-16,-1-15-169 0,0-11-130 15,-2 2-523-15,-1-35-206 0</inkml:trace>
  <inkml:trace contextRef="#ctx0" brushRef="#br0" timeOffset="247.605">1455 4543 3406 0,'0'0'339'0,"0"0"-266"0,0 0 37 0,0 0 107 0,76-58 81 0,-51 46-60 31,0 4-44-31,2-1-51 0,0 2-60 16,2 4-34-16,-5-1-31 0,-2 4-18 16,-5 6-3-16,-1 7-12 0,-6 10 15 0,-4 7 3 0,-4 11-1 0,-2 11-2 31,-12 9-34-31,-5 3-82 0,-2 1-19 0,-4-5 6 0,0-7-9 16,2-10-17-16,0-8 19 0,1-12 30 15,2-9-9-15,0-8-96 0,1-6-213 16,5 0-348-16,-6-20-678 0</inkml:trace>
  <inkml:trace contextRef="#ctx0" brushRef="#br0" timeOffset="501.658">2052 4694 2350 0,'0'0'432'0,"0"0"-236"0,0 0 111 16,0 0 49-1,0 0-60-15,78 36 37 0,-77-18-48 16,-1 6-110-16,0 7-43 0,-4 7-40 15,-5 7-25-15,-2 1-36 0,-1 1-21 16,2-1-10-16,-2-10-15 0,7-11 12 16,0-8 3-16,4-10 2 0,1-7 25 15,0 0 10-15,0-6 6 0,1-2-40 0,4-8-3 0,5-3-12 16,4-8 11-16,5-4-24 0,1-1-2 16,2-3-62-16,-1 2-92 0,4-1-37 0,1 0-107 15,0 2-243-15,-8 6-525 16,6-9-388-16</inkml:trace>
  <inkml:trace contextRef="#ctx0" brushRef="#br0" timeOffset="749.177">2363 4859 3031 0,'0'0'440'0,"0"0"-294"0,12 96 18 0,-7-60 176 16,5-9-54-16,0-9-97 0,5-9-81 16,4-7-65-16,4-2 0 0,4-11 6 15,3-8-49 1,2-8-59-16,-2-4-94 0,-1-6-33 15,0-3 22-15,-7 4-33 0,-4 1 18 16,-3 8 40-16,-5 3 41 0,-9 5 98 16,-1 7 41-16,-8 3 63 0,-10 6 22 15,-5 3 44-15,-4 0-42 0,0 6 9 0,-2 6 18 16,4 4-41-16,2 3 6 0,0 2 21 16,6 2-43-16,-2-1-40 0,9-1-58 0,-2-2-22 15,7-4-82-15,2-2-47 0,3-1-64 0,0-6-70 16,3-2-249-16,4-2-523 0,13-9-553 15</inkml:trace>
  <inkml:trace contextRef="#ctx0" brushRef="#br0" timeOffset="1118.589">2831 4807 2579 0,'0'0'1057'16,"0"0"-843"-16,0 0-51 0,35 70 119 16,-28-49 145-16,2-6-75 0,-2-4-144 15,0-4-156-15,2-4-52 0,5-3-18 0,1-3 16 16,5-7 0-16,1-6-50 0,1-3-60 15,-3-2-7-15,-3-1 2 0,-3 1-2 16,-6 2 23-16,-4 5 38 16,-3 5 58-16,0 4 25 0,-9 3 39 15,-8 2-9-15,-2 0-2 0,-8 4-10 16,-2 3-40-16,-3 1-3 0,-1 4 12 16,4 0 0-16,0-1-10 0,3-2-2 15,4-2-40-15,3 0-119 0,0-4-45 16,3-3-137-16,5 2-302 0,6-2-109 15,5 0-21-15,6 0-309 0,14-2 450 0,6 0 632 0,7 1 195 16,8-2 542-16,5 3-44 0,3 0-36 16,4 0-8-16,5 0-65 0,-1 0-86 15,2 0-142-15,-5-2-131 0,2-7-103 16,-1-1-55-16,-5-5-67 0,-5-4-6 16,-3-1-113-16,-5-10-133 0,-4 1-88 0,-7-6-224 15,-8 9-560 1,-6-13-1068-16</inkml:trace>
  <inkml:trace contextRef="#ctx0" brushRef="#br0" timeOffset="1303.485">3297 4477 2779 0,'0'0'789'0,"0"0"-501"16,-2 102-2-16,2-53 157 0,0 9 48 0,3 4-104 15,2 0-163-15,-1 5-139 0,-1 1-73 16,1 4-12-16,-4 0-27 0,0-1-61 0,-4-2-103 15,-6-6-31-15,0-4 33 0,-5-7-102 16,2-7-153-16,-4-4-155 0,-2-6-127 16,2-11-402-16,-16-1-380 0</inkml:trace>
  <inkml:trace contextRef="#ctx0" brushRef="#br0" timeOffset="1583.284">1029 5731 3395 0,'0'0'117'0,"0"0"-44"0,0 0-73 0,0 0 215 16,0 0 36-16,103-32 71 0,-44 21-62 16,12-2-94-16,14 2-53 0,11 0-21 15,11 0 94-15,13 0-15 0,8 0-120 16,7-2-20-16,7-1-1 0,5 5 3 15,1-2 4-15,1 5-10 0,-6 5-27 0,-5 1-1 16,-9 0-1-16,-8 5-10 16,-7 2-18-16,-8 4-4 0,-7-2 4 0,-8 3-110 15,-9 3-64-15,-10-2-44 0,-7 1-25 0,-10-3-68 16,-8 1-183-16,-12-7-501 0,1 1-797 0</inkml:trace>
  <inkml:trace contextRef="#ctx0" brushRef="#br0" timeOffset="2405.316">6123 4428 1547 0,'0'0'1562'0,"0"0"-1034"0,0 0-2 16,0 0-9-16,82 92-97 0,-57-39-91 15,-2 10-144-15,-5 12-64 16,-3 9-13-16,-6 7 25 0,-2 9-45 16,-6-1-55-16,-1-3-33 0,0-10-3 15,0-8-63-15,-1-12-67 0,1-13-15 0,0-14 15 16,0-17 23-16,0-9-29 0,0-9-87 15,2-5-122-15,1-13-75 0,0-9-109 16,2-9-186-16,-2 2-302 0,-3-21-35 0</inkml:trace>
  <inkml:trace contextRef="#ctx0" brushRef="#br0" timeOffset="2527.074">6312 5018 1542 0,'0'0'770'0,"0"0"-189"0,0 0-19 0,93-71-13 16,-49 58-121-16,5 3-98 0,2 3-60 15,2 0-72-15,0 1-40 0,-1-1-61 16,-2-5-60-16,-1-4-37 0,3-6-21 15,-3-5-109-15,0-7-44 0,-1-4-67 0,-2-4-94 32,-6-4-281-32,-13 14-781 0,2-20-1069 0</inkml:trace>
  <inkml:trace contextRef="#ctx0" brushRef="#br0" timeOffset="2721.094">7081 4401 1865 0,'0'0'1076'15,"0"0"-884"-15,13 96 25 0,-3-52 132 16,-1 7 39-16,3 4 13 0,-1-1-53 0,2 1-67 16,1 0-83-16,-2 1-119 15,3 0-79-15,0-3-21 0,0-3-131 0,2-3-102 16,3-9-49-16,2-6-168 0,-5-11-540 16,13-11-538-16</inkml:trace>
  <inkml:trace contextRef="#ctx0" brushRef="#br0" timeOffset="2905.79">8270 4765 2096 0,'0'0'2178'0,"13"69"-1906"0,-11-38-136 0,-1 8 67 15,-1 2 181-15,0-2-110 0,0-3-150 16,0-5-121-16,0-6-3 0,0-5-18 15,0-10-40-15,0-6-69 0,2-4-80 16,-2-4-76-16,0-10-216 0,0 3-746 0,-9-18-653 16</inkml:trace>
  <inkml:trace contextRef="#ctx0" brushRef="#br0" timeOffset="3068.681">7939 4423 3622 0,'0'0'538'15,"0"0"-444"-15,0 0 105 0,0 0 66 0,0 0-53 0,95 6-96 16,-65-6-116-16,3-9-9 0,3-1-215 16,3-4-161-16,-8 4-348 0,13-1-1059 0</inkml:trace>
  <inkml:trace contextRef="#ctx0" brushRef="#br0" timeOffset="3299.956">8737 4529 3362 0,'0'0'440'0,"0"0"-342"0,0 0 91 16,4 74 147-16,-8-53 55 0,-3-3-97 16,6-3-99-16,-1-6-70 0,2-4-40 15,6-1-40-15,2-1-27 0,7 1-17 0,4 2 0 16,4-2-1-16,0 2 0 0,6 0 0 16,-2 1 0-16,0-1-11 0,-1 3 11 0,-4 1-1 15,-6 2-17-15,-2 0-9 0,-4 1 8 16,-7 0 16-16,-3 4-12 0,0-4-39 15,-10 3-38-15,-7 0-2 0,-6 0-25 16,-7 1-37-16,-5 0-31 0,-4 1-59 0,-3 1-158 16,6-6-325-16,-28 10-642 0</inkml:trace>
  <inkml:trace contextRef="#ctx0" brushRef="#br0" timeOffset="4002.232">9926 4675 2523 0,'0'0'1076'16,"0"0"-899"-16,0 0-48 0,88 36 57 15,-65-11 165-15,-7 9-45 0,-5 3 28 16,-5 6-130-16,-6-1-77 0,0 2-23 16,-4-2-26-16,-3-6-32 0,-2-5-35 15,3-8-11-15,2-7-2 0,1-9 0 16,3-6-13-16,0-1-16 0,0-8-17 16,0-8-34-16,7-8-6 0,5-9 27 15,1-7 3-15,0-3-6 0,4-1 16 16,-2 6 5-16,0 6 13 0,-1 7 2 15,0 8 25-15,-3 5 1 0,2 3 2 16,-3 6 34-16,1 3 14 0,-2 6 32 0,0 12 14 16,-2 2-12-16,-1 11-43 0,-1 5 19 0,-1 3 12 15,-3 3-16-15,-1-4-26 0,0 0-25 16,-1-7-3-16,-3-6-28 0,2-8-84 16,2-5-55-16,0-7-55 0,0-4-26 0,6-1-87 15,2-9-132-15,3-8-241 16,0 2-561-16,8-20-395 0</inkml:trace>
  <inkml:trace contextRef="#ctx0" brushRef="#br0" timeOffset="4224.562">10491 4847 2395 0,'0'0'769'0,"0"0"-362"0,32 72 3 0,-24-38 34 0,3 4-47 16,-3-4-30-16,-4-5-32 0,1-10-87 16,-2-8-106-16,1-6-97 0,-1-5-43 15,4-1-1 1,2-9 2-16,1-7-3 0,0-9 0 0,1-7-63 0,0-5-22 15,-4-2 16-15,0 5-7 16,-6 5 25-16,-1 5 11 0,0 5 1 0,-7 4 2 16,-3 4 16-16,-4 4-3 0,-6 2 23 15,-2 0 0-15,-1 5-11 0,3 1-6 16,-2 0-4-16,5 7-8 0,-2 1-28 16,2 3-42-16,5 1-31 0,2-4-71 0,2 1-143 0,3-3-238 15,2-4-392-15,0 1-277 0</inkml:trace>
  <inkml:trace contextRef="#ctx0" brushRef="#br0" timeOffset="4471.727">10611 4671 1668 0,'0'0'1103'15,"0"0"-884"-15,82 0 69 16,-52 11 80-16,2 1-65 0,-5 5 38 16,-4 7-19-16,-4 2-39 0,-6 2-14 0,-1 3-90 15,-8-1-84-15,0-1-41 0,-3-1-54 16,-1-1-6-16,0-8-15 0,0-5-28 15,0-5 16-15,0-7 9 0,3-2 2 16,-1-6-14-16,1-6-10 0,1-5 22 16,3-7 9-16,2-7-13 0,1-6-17 0,2-4-29 15,-1-3-11-15,1-4-16 0,1 2-16 16,1 2-62-16,1 2-196 0,-3 11-572 16,4-4-513-16</inkml:trace>
  <inkml:trace contextRef="#ctx0" brushRef="#br0" timeOffset="5041.643">11204 4600 1175 0,'0'0'2224'15,"0"0"-1907"-15,3 67-87 0,-3-42 214 0,0 3 24 16,0-4-80-16,0-3-111 0,0-7-123 16,0-4-96-16,0-4-58 0,5-5-18 15,2-1-27-15,7 0-43 0,2-12 6 16,6-4 0-16,1-5-15 0,3-6-28 0,-3-1-39 0,4 0 5 15,-4 3 51-15,0 3 44 0,-2 8 8 16,-1 1 16-16,0 5 12 0,-3 5 28 16,-4 3 13-16,-1 7 110 0,-4 10 27 15,1 3-18-15,-6 5-4 0,0 0-3 16,-3 3-9-16,0-3-19 0,0 2-3 16,0-7 0-16,0-1-34 0,0-4-20 0,0-6-37 15,0-3-3-15,0-4-18 0,0-2-4 16,4 0-14-16,0-1-12 0,5-6-28 15,5 0 24-15,-1-4 1 0,5 2-19 16,-4 0-12-16,2 4-3 0,-6 3 36 0,0 2 21 16,-1 7 28-16,-4 8 25 0,3 4 24 15,-1 3 36 1,3 1 61-16,-3-3 8 0,2-7-130 16,-2-7-24-16,3-4-16 0,0-4-20 15,4-10-12-15,4-11-40 0,6-8-55 0,4-10-40 16,2-8 79-16,0-1-150 0,-2-6-49 15,-1-1-11-15,-4-8 37 0,0-5-188 16,-4-4-24-16,-5-1 2 0,1 4 274 16,-4 6 213-16,0 9 304 0,1 10 70 0,-3 10-35 0,-2 13 71 15,1 6 6-15,-3 7-38 0,-2 6-97 16,0 4-88-16,-2 0-74 0,2 11-61 16,2 6 55-16,1 8 73 0,3 8-53 0,-1 8-5 15,0 7 2-15,0 10 21 16,-1 3-18-16,-3 6-52 0,-1 4-81 0,-2 3 0 15,2-4-102 1,2-4-13-16,1-9-27 0,5-10-52 16,3-6-3-16,5-6-98 0,3-5-237 15,-5-11-473-15,13 3-480 0</inkml:trace>
  <inkml:trace contextRef="#ctx0" brushRef="#br0" timeOffset="5489.231">13030 4729 1831 0,'0'0'1719'16,"0"0"-1350"-16,0 0-145 0,0 0 56 0,81 70 7 0,-66-35-11 15,-8 3 26-15,-2 3-87 0,-5 5-81 16,-1-4-62-16,-7-1-23 0,-3-8-36 16,1-7-13-16,0-11-73 0,0-5-69 15,3-9-80-15,-3-5-67 0,3-10-144 16,2 1-603-16,-2-24-559 0</inkml:trace>
  <inkml:trace contextRef="#ctx0" brushRef="#br0" timeOffset="5627.426">13196 4385 3606 0,'0'0'380'0,"0"0"-379"0,0 0 33 0,0 0-12 15,88-21-22-15,-72 20-46 0,-3 1-143 16,3 0-67-16,0 1-27 0,2 10-107 0,-6-2-321 15,7 18-439-15</inkml:trace>
  <inkml:trace contextRef="#ctx0" brushRef="#br0" timeOffset="5859.232">13445 4766 1881 0,'0'0'777'0,"-8"80"-232"0,2-47-93 0,0 1-42 0,-1 1-43 16,4-8-98-16,2-8-30 16,1-10-68-16,1-3-64 15,6-6-43-15,5-3-37 0,5-12-12 16,5-5-15-16,5-4-48 0,4-6-22 15,2-1 33-15,1 6 3 0,-1 2 10 0,0 5-3 16,-4 9 11-16,-1 7 16 0,-5 3 60 16,-2 13 47-16,-2 5 12 0,-3 5-28 15,-2 6 60-15,-1-1-20 0,-2 0-53 16,1 0-48-16,-1-6-30 0,3-4-24 0,2-3-39 16,4-7-46-16,3-4-58 0,6-5-52 15,7 0-80-15,3-8-218 0,4-5-228 0,-7 0-4 16,22-14-648-16</inkml:trace>
  <inkml:trace contextRef="#ctx0" brushRef="#br0" timeOffset="6128.362">15108 3893 2047 0,'0'0'1608'0,"0"0"-1036"15,0 0-296-15,0 0-63 0,0 0 23 16,0 0 48-16,-60 74-47 0,30-16-52 15,-1 11-28-15,1 13 9 0,4 3 15 16,3 10-33-16,9-3-19 0,4 2 4 0,7-2-40 0,3-9-33 16,6-4-21-16,12-14-39 0,7-9 0 15,5-13-18-15,9-9-12 0,3-10 30 16,7-7 0-16,0-10 0 0,-3-7-66 16,1-12-15-16,-6-11-21 0,-7-8-40 15,-3-5-21-15,-8-6-36 0,-10-1-115 0,-10-3-261 16,-5-2-433-16,-8 13-400 0,-29-20-837 0</inkml:trace>
  <inkml:trace contextRef="#ctx0" brushRef="#br0" timeOffset="6365.113">15009 4651 3528 0,'0'0'733'0,"0"0"-408"0,9 77-51 16,2-56 84-16,8 0-79 0,1-7-15 16,5-6-83-16,4-8-81 15,5-1-52-15,2-13-29 0,0-9-19 16,0-2-84-16,-3-6-55 0,0-1-24 15,-5 1-7-15,-2 3-3 0,-6 5-25 16,-3 6-13-16,-5 10 21 0,-6 7 83 16,-5 13 107-16,-1 12 92 0,0 11 71 15,-3 8 14-15,-1 8-12 0,0 6-7 16,1 4-46-16,1 4-43 0,2-3-26 0,0 0 17 0,7-2 1 16,4-11-61-16,4-10-56 0,3-5-98 0,2-7-83 15,3-5-34-15,1-1-128 0,-5-9-754 16,13-1-914-16</inkml:trace>
  <inkml:trace contextRef="#ctx0" brushRef="#br0" timeOffset="6729.782">16579 4711 2300 0,'0'0'1875'0,"0"0"-1574"0,0 0-208 16,113 24 33-16,-62-17-15 0,2-1 165 16,3-3-100-16,1-3-75 0,-3-7-68 15,2-7-21-15,-3-5-12 0,-2-2-23 16,-2-3-80-16,-5-2-47 0,-7 2-58 16,-7 1-34-1,-11 6-80-15,-12 4-260 0,-7 5-438 16,-18 8-315-16</inkml:trace>
  <inkml:trace contextRef="#ctx0" brushRef="#br0" timeOffset="6895.624">16603 4779 620 0,'0'0'1651'0,"0"0"-359"15,-85 60-973-15,76-39-58 0,5 1 68 16,4 0-67-16,19-3 36 0,8-2-18 0,16-3-70 0,11-4-53 16,10-7-63-16,6-3-31 0,3-13-54 15,4-7-9-15,-4-9-87 0,0-6-37 16,-5-3-25-16,-7-3-48 0,-8-2-90 15,-10 1-186-15,-14 8-707 0,-8-14-772 0</inkml:trace>
  <inkml:trace contextRef="#ctx0" brushRef="#br0" timeOffset="7146.514">16956 4157 2704 0,'0'0'1407'16,"0"0"-1264"-16,0 0-96 0,0 0 101 0,97-3-12 15,-55 9 71-15,6 0 65 0,5 4-98 16,4 0-80-16,7 4-39 0,-2 3-34 0,-2 2-21 16,-4 6-33-16,-6 6 6 0,-8 5-46 15,-8 7-10-15,-9 4-20 0,-10 7-10 16,-8 1-19-16,-7 4 34 0,-16 6-1 16,-10 1-18-16,-10 6 15 0,-6 3 46 0,-11 1 13 15,-4 2 27-15,-4-4 16 0,-2-3 0 0,1-8-51 16,3-10-17-16,9-9-90 0,9-13-219 15,14-12-308-15,6-17-1069 0</inkml:trace>
  <inkml:trace contextRef="#ctx0" brushRef="#br0" timeOffset="7678.688">19857 4310 388 0,'0'0'603'0,"27"-86"-40"16,-21 47-354-16,0-4-8 0,-1-5 233 15,-5 5 63-15,0 5-24 0,-3 9 30 16,-8 5-136-16,-1 10-97 0,-6 6-69 15,-5 5-35-15,-3 3-47 0,-7 3 3 16,-3 9-9-16,-5 7-16 0,0 8 7 0,-1 6 26 0,0 11-48 16,1 10-19-16,2 10-5 0,2 12 14 15,6 6-17-15,3 7 60 0,7 0-25 16,6-5-51-16,7-6-21 0,8-8 18 16,1-14-11-16,15-8-7 0,8-13-17 15,7-7 1-15,8-12-2 0,8-6 0 0,2-10-13 16,7-10-18-1,-1-9-8-15,-3-7-30 0,-1-8-15 16,-5-2-19-16,-7-2-18 0,-6 2-30 16,-7 3-40-16,-10 3-117 0,-10 4-145 15,-6 3-222-15,-5 8-494 0,-27-4-348 0</inkml:trace>
  <inkml:trace contextRef="#ctx0" brushRef="#br0" timeOffset="7895.037">19432 4659 821 0,'0'0'2190'16,"0"0"-1794"-16,0 0-167 0,0 0-40 0,0 0 15 15,0 0-40-15,0 0 56 0,0 0-40 16,86 7-69-16,-38-20-35 0,4-1-23 16,1-2-20-16,-1 3 1 0,0 3 3 15,-3 3-34-15,-7 7-3 0,-5 0 0 16,-6 11-3-16,-7 6 1 0,-5 2-1 0,-8 7 3 0,-6 0 12 16,-4 7 28-16,-1 1-1 0,-1-1-35 15,-7 6-4-15,1-3-55 0,-3-2-33 16,4 0-26-16,4-5-40 0,2-2-40 15,0-4-77-15,11-6-176 0,3-4-298 16,0-6-720-16,10-7 196 0</inkml:trace>
  <inkml:trace contextRef="#ctx0" brushRef="#br0" timeOffset="8295.716">20743 4231 1869 0,'0'0'1980'0,"0"0"-1775"31,0 0-205-31,0 0 0 0,-4-86 0 0,17 54 63 15,2-1 83-15,6-3-59 0,4 1-62 16,5 0 12-16,3 4 13 0,2 5 12 16,2 4-1-16,2 6 17 0,1 6 2 15,-1 4-13-15,0 6-15 0,0 2 19 0,-1 11 8 16,-1 7 71-16,1 5-7 0,-2 5-46 16,-1 5-24-16,-4 3-9 0,-4 4 9 15,-4 3 63-15,-3 2-30 0,-6 0-61 0,-3 0-27 16,-5-3-18-16,-3-1-13 0,-3-4-11 15,0-8-22-15,0-8 4 0,0-4-9 16,-2-11-43-16,-4 1-70 0,-4-6-88 16,-3-3-121-16,-4 0-310 0,3 0-774 15,-17-8-1081-15</inkml:trace>
  <inkml:trace contextRef="#ctx0" brushRef="#br0" timeOffset="8480.853">21089 4448 2187 0,'0'0'1430'15,"0"0"-1225"-15,0 0-142 0,0 0 100 16,38 66 25-16,-29-49 147 0,3-2 80 16,-1-1-86-16,6-4-147 0,2-2-57 15,5-4-41-15,3-4-44 0,7 0-10 16,0-9-16-16,5-7-14 0,4-7-12 0,1-2-79 16,2-5-42-16,-2-1-73 15,-2-1-53-15,1 0-146 0,-14 8-351 0,7-12-847 0</inkml:trace>
  <inkml:trace contextRef="#ctx0" brushRef="#br0" timeOffset="9267.107">22164 4473 342 0,'0'0'2306'0,"0"0"-1984"0,0 0-60 0,0 0 94 16,0 0 29-16,0 0-10 0,55 75-50 16,-46-35-6-16,-5 8-66 0,-1 10-49 15,-3 5-10-15,0 4-61 0,-1 1-24 16,-7 0-16-16,-3 0-17 0,2-5-34 16,1-3-39-16,-2-6 7 0,4-9-10 15,1-6-39-15,4-10-40 0,1-7-11 0,0-6-28 0,4-6-36 16,4-5-50-16,2-5-75 0,-2 0-175 15,1-10-223-15,-1-2-484 0,0-12-306 0</inkml:trace>
  <inkml:trace contextRef="#ctx0" brushRef="#br0" timeOffset="9468.026">22241 4994 1034 0,'0'0'2075'0,"0"0"-1737"0,0 0-243 16,0 0 120-16,0 0 162 0,0 0-10 15,0 0 12-15,95 29-74 0,-59-22-104 16,9-3-49-16,2-3 2 0,7-1-39 16,2-5-66-16,0-5-28 0,-1-3-20 15,-3-4-1-15,-3 0-21 0,-5-1-28 0,-1 2-45 0,-5-1-30 16,-3 0-33-16,-5 0-65 0,-4 3-96 16,-5 1-160-16,-6 2-299 0,-8 2-562 15,-5-4-764-15</inkml:trace>
  <inkml:trace contextRef="#ctx0" brushRef="#br0" timeOffset="9784.633">22876 4557 352 0,'0'0'2001'0,"0"0"-1659"16,0 0-168-16,0 0 108 0,0 0 135 15,0 0-10-15,0 0-53 0,0 0-82 16,0 0-78-1,0 0-44-15,0 0 0 0,0-33 17 16,0 33-30-16,-1 2-37 0,-1 0-18 0,2 2-12 16,0 5-19-16,0 5 4 0,0 9 17 15,0 6 10-15,0 6 15 0,0 8-10 16,0 4-24-16,0 5-17 0,0 2-7 16,0 6-18-16,0 2-7 0,0 3-14 15,-3-2-12-15,-3 0-33 0,-2-4-31 0,4-3-8 0,1-8-31 16,2-5-42-16,1-8-12 0,5-10-50 15,4-3-159-15,5-7-228 0,-3-4-589 16,1-3-379-16</inkml:trace>
  <inkml:trace contextRef="#ctx0" brushRef="#br0" timeOffset="12005.963">24558 4188 2485 0,'0'0'1096'0,"0"0"-954"0,0 0-38 16,0 0 38-16,0 0 140 0,0 0-6 15,79-4-36 1,-73 29 17-16,-3 8-64 0,-3 10-17 0,-4 8-48 15,-9 5-62-15,-6 5-5 0,-2 1-34 16,2-3-15-16,-1-1-12 0,4-5-18 16,1-6-27-16,5-2-37 0,4-9-3 15,-1-8-9-15,7-8 15 0,0-8-19 0,0-6 7 16,9-1 11-16,2-3 37 16,7 1 31-16,1 0 11 0,4 3 1 0,4-3 13 0,-1 2-13 15,3 3 0-15,-6 0 0 0,0 1 3 16,-5 2-1-16,-1 1 1 0,-6 1 58 15,-4 2 3-15,-3 0 46 0,-4-1-65 16,0 0-2-16,-8-3 6 0,-5 1-4 16,-3 0-8-16,-4-5-37 0,-3-1-10 15,0-6-32-15,-3 0-4 0,1 0 4 0,1-5-37 0,3-2-4 16,1-3-8-16,0-5-19 0,4-3-47 16,4-2-43-16,1-6-57 0,5-3-125 15,6-3-238-15,0 7-458 0,17-15-337 0</inkml:trace>
  <inkml:trace contextRef="#ctx0" brushRef="#br0" timeOffset="12844.555">25087 4678 1588 0,'0'0'1322'0,"0"0"-992"16,0 0-130-16,0 0 92 0,0 0 67 16,0 0-26-16,0 0 3 0,0 0-79 15,42 69-150-15,-42-63-88 0,0 0-19 0,0-4-43 16,0 4-30-16,1 0-44 0,2 0 13 15,0 3 12-15,0 1 9 0,0 2-7 0,-1 4 16 16,-2-1 24-16,0 1 29 0,0 1 18 16,0 1 3-16,0-1 3 0,3-3-3 15,0-1 0-15,0-1 1 0,3 0 30 16,-1-1 96-16,0-3-81 0,1 1-25 0,-2-3 13 16,1-1 6-16,-3 0 19 0,1 0-4 15,-3-3 3 1,0 4-2-16,0-2-11 0,0 1 7 15,0-1 7-15,-3-2-5 0,1 2-2 16,0-2-12-16,1-1-13 0,-1-1-5 0,2 0-1 16,0 0 3-16,-1 0-24 0,1-3-3 15,-4-2-21-15,1 0-16 0,-2-3-36 16,0 1-21-16,0-2-7 0,2 1 0 16,-1 2 8-16,2 0 10 0,-1 0-9 0,3 2-20 0,0-1-12 15,0-2-28-15,0 1-34 0,3-1-15 0,3-4 15 16,3 3 52-16,1-3 32 0,2-2-16 15,-4 1-61-15,3-1-139 0,-2 1-60 16,-3 0 31-16,2-1 32 0,-4 2 80 16,0 0 43-16,-2 2 130 0,-1 1 65 15,2 3 62-15,-3 3 101 0,0-3 35 16,0 0-45-16,0 3-36 0,0-3-26 16,0 1-1-16,-3 1 14 0,0-3 16 15,3 1 3-15,-3 3-10 0,3-3-26 0,-1 2-6 16,1-1-23-16,0-1-16 0,0 4-7 15,0-4-22-15,0 4 29 0,0 1 35 16,0 0 9 0,0 0-9-16,0 0-13 0,0 0-6 15,0 0-14-15,0 0 7 0,0 0 0 16,0 0-13-16,1 0-9 0,2 0-4 0,0 7 58 16,3 2 53-16,-1 1 6 15,1 7-14-15,-1 2-5 0,1 3 2 16,-1 2-4-16,-1 2-9 0,2 5-16 0,2 4 33 15,-3 2 123-15,-2 0-124 0,0 3-54 0,0 2-7 0,-3 1-13 16,0 0 4-16,-9 3 3 0,1 2-28 16,-3-1-14-16,-3 2-17 0,0-2-1 15,-4-1 32-15,2-2 7 0,-1-3-13 16,0-2 9-16,0-7 4 0,1-3 23 16,1-4 55-16,2-4-45 0,1-5-37 15,-2-1-18-15,0-6-6 16,2 1-9-16,-2-2 15 0,-3 0-15 15,-2-4-3-15,-1 0 0 0,-2-2-15 16,-4 0-3-16,-1-2-18 0,-2-2-28 16,3-5 4-16,-2-6-25 0,3-4 0 15,0-3-9-15,4-6-21 0,3-5-19 16,4-2 6-16,5-2-12 0,6-2-50 16,3 0-81-16,2 0-146 0,13 1-201 0,-1 9-351 0,17-16-144 0</inkml:trace>
  <inkml:trace contextRef="#ctx0" brushRef="#br0" timeOffset="13129.971">26608 4536 2583 0,'0'0'1435'0,"0"0"-1197"0,0 0-117 16,0 0 123-16,0 0 76 0,-85 52 22 0,62-24-51 15,1 4-76-15,3 4-58 16,5 3-27-16,2-2-22 0,6-2-32 0,6-3-25 16,0-6-51-16,3-5-18 0,9-4-36 15,2-8-34-15,3-5-26 0,7-4-25 16,5-3-18-16,5-10-37 0,3-5-201 15,-1-5-268-15,-10 4-712 0,7-12-761 0</inkml:trace>
  <inkml:trace contextRef="#ctx0" brushRef="#br0" timeOffset="13393.525">26805 4717 680 0,'0'0'3100'16,"0"0"-2695"-16,0 0-296 0,-45 87 136 15,34-62 216-15,2-6-38 0,6-6-110 16,3-7-120-16,0-6-90 0,9 0-67 15,7-2-25-15,4-8-11 0,5-7-2 16,5-5-49-16,0-3-49 0,3-5-27 16,-4 3-3-16,-3 2 3 0,-5 2 2 15,-6 7 10-15,-5 1-19 0,-6 7 18 16,-4 1 55-16,-1 3 18 0,-10 3 43 0,-3 1 33 16,-6 0 43-16,0 4-45 0,-5 5 24 0,3 3-7 15,-3 3-8-15,5-1 0 16,3 0-7-16,3-4-33 0,3-2-6 0,5-4-64 15,3 0-138-15,2-4-117 0,1 0-337 16,0 0-561-16,9-12-502 0</inkml:trace>
  <inkml:trace contextRef="#ctx0" brushRef="#br0" timeOffset="13694.088">27072 4577 1687 0,'0'0'1350'0,"0"0"-891"0,0 0-218 0,0 0 48 15,0 0 8-15,34 70 28 0,-34-54 52 16,0 3-56-16,-1-6-142 0,-1-1-98 15,2-3-54-15,0-2-27 0,0-5-18 16,3-2-7-16,5 0-23 16,1 0-13-16,5-7-6 0,1 0-2 15,4-5-4-15,3-2-4 0,-2 0-23 0,0 2 5 16,0 1 31-16,-1 4 27 0,-5 5 16 16,0 2 21-16,-3 0 15 0,-4 6 86 15,-3 3 27-15,-1 3-3 0,-1 0-24 16,-2 2-16-16,0 1-13 0,0 1-5 15,-2-4-12 1,-1-3-16-16,1 0-39 0,0-1 0 16,1-3-42-16,1-1-64 0,0-1-71 15,0-3-51-15,0 0-63 0,3 0-227 0,4 0-546 16,6-5-242-16,-3-2-568 0</inkml:trace>
  <inkml:trace contextRef="#ctx0" brushRef="#br0" timeOffset="13894.731">27575 4706 457 0,'0'0'2168'0,"0"0"-1561"0,0 0-381 15,0 0-13-15,0 0 23 0,54 67 43 16,-48-43 66-16,-1 2-13 0,0 4-50 16,-4 3-21-16,-1 2-51 0,0 3-17 15,0 2-45-15,-8 1-33 0,2 0-10 16,-2 1 10-16,-3-5-13 0,-1-1-66 0,1-4-36 16,-3-7-21-16,2-4-42 0,2-5-15 0,0-5 2 15,2-8-2-15,2-3-12 0,-1 0-34 16,0-7-27-16,-1-6-10 0,3-5-9 15,-4-8-110-15,3-8-179 0,-1-7-506 16,3 8-403-16,-4-32-788 0</inkml:trace>
  <inkml:trace contextRef="#ctx0" brushRef="#br0" timeOffset="14032.824">27573 4459 2060 0,'0'0'1603'0,"0"0"-1219"0,0 0-118 0,0 0 93 0,0 0-80 16,0 0-56-16,90-31-46 0,-70 28-141 15,0 1-36-15,-1 2-61 0,-1 0-146 16,0 2-136-16,-4 2-210 0,2 5-865 0</inkml:trace>
  <inkml:trace contextRef="#ctx0" brushRef="#br0" timeOffset="14180.215">28305 4895 2674 0,'0'0'2219'0,"0"0"-1731"0,0 0-303 16,0 0-64-16,0 0-121 0,0 0-24 0,0 0-67 15,0 0-109-15,0 0-144 16,0 0-579-16,-78-69-1522 0</inkml:trace>
  <inkml:trace contextRef="#ctx0" brushRef="#br0" timeOffset="16916.64">6346 7232 638 0,'0'0'1821'16,"0"0"-1589"-16,0 0-55 0,0 0 76 0,0 0 95 15,16-68 37-15,-16 64-17 0,1 4-61 16,1 0-85-16,-2 0-54 0,0 0-54 0,0 0-32 15,0 3-18-15,0 1-21 0,0 10-16 0,1 7 7 16,1 9 14-16,-2 12 13 0,0 8-21 16,0 10-1-16,-3 10-12 0,0 5-2 15,-1 9-16-15,3 6-9 0,1 6-25 16,0 4 24-16,0 2 0 0,5 3 1 16,1 0-1-1,0-5-1-15,2-10 0 0,4-8-28 16,-2-12-31-16,3-12-51 0,3-12-13 15,-3-10 9-15,4-10-6 0,1-10-13 16,0-8-41-16,1-8-49 0,0 0-83 16,1-14-124-16,-3-7-77 0,-1 6-499 0,-1-20-469 0</inkml:trace>
  <inkml:trace contextRef="#ctx0" brushRef="#br0" timeOffset="28511.235">8801 7072 1482 0,'0'0'1562'0,"0"0"-1226"0,0 0-70 15,0 0 81-15,0 0-47 0,0 0-6 16,8 66-78-16,-3-30-60 0,-1 7-15 15,3 8-13-15,-1 10 21 0,-2 6 9 16,2 6-79-16,-3 10-43 0,1 3-34 16,-1 7-2-16,-1 0 0 0,3 4 0 0,1 1-1 15,3-4-2-15,0 0-27 0,0-5-40 16,2-9 6-16,-1-9 7 0,0-12 5 16,-2-12 9-1,0-9 1-15,-4-11-34 0,3-4-7 16,-6-11-17-16,2-7 8 0,-3-5-52 15,0-5-90-15,0-9-182 0,0-7-240 16,0-6-316-16,0 4-339 0</inkml:trace>
  <inkml:trace contextRef="#ctx0" brushRef="#br0" timeOffset="28796.44">9337 7866 111 0,'0'0'3062'0,"0"0"-2569"0,0 0-269 16,0 0 184-16,0 0 70 0,0 0-77 16,0 0-115-16,92 22-86 0,-62-20-49 15,5 1-21-15,4-3-24 0,1 0-43 16,2-5-21-16,4-1-15 0,-1-1-25 15,-1-4-2-15,-2 1 0 0,-3 0-63 16,-3-2-39-16,-4 2-28 0,-2-2-36 0,-7 5-31 0,-6 1-55 16,-6 6-182-16,-7 0-303 0,-4 0-790 15,-10 13-685-15</inkml:trace>
  <inkml:trace contextRef="#ctx0" brushRef="#br0" timeOffset="29066.129">9435 8194 722 0,'0'0'352'0,"0"0"1580"16,0 0-1374-16,0 0-198 0,0 0 22 15,0 0-73-15,0 0-32 0,0 0-26 16,0 0-41-16,0 0-52 0,0 0-34 16,91 9-21-1,-64-11-25-15,5 1-11 0,-2-2-22 0,3 3-9 16,-3 0-18-16,1 0-2 0,-3 0-15 15,1 0-1-15,-3 0-19 0,0 0-20 16,-2 0-45-16,-2 0-31 0,0-2-31 16,-5 1-14-16,-1-3-23 0,-2-1-6 15,-4-1-111-15,-1 1-191 0,-4-1-268 16,-2 2-613-16,-3-3-770 0</inkml:trace>
  <inkml:trace contextRef="#ctx0" brushRef="#br0" timeOffset="30350.199">9393 7526 1231 0,'0'0'1533'0,"0"0"-1190"0,0 0-74 0,0 0-9 16,0 0 27-16,0 0-2 0,0 0-33 16,0 0-30-16,0 0-44 0,0 0-46 0,3-4-25 15,6 4-7-15,5 0 7 0,2 0 30 16,8 0-34-16,5 0-36 0,0 0-19 15,4 0-12-15,0-1-11 0,-1-3-4 0,0 1-9 16,-2-1-10-16,0-1 0 0,-2 0-2 16,-1-2-1-16,-1 0-11 0,-3 0-37 15,-1 2-26-15,-2-2-31 0,-3 1-43 16,0 1-34-16,-1 4-40 0,-1 0-195 0,-7 1-657 16,2 0-917-16</inkml:trace>
  <inkml:trace contextRef="#ctx0" brushRef="#br0" timeOffset="32216.898">11000 7063 1406 0,'0'0'686'0,"0"0"-46"0,0 0-297 15,0 0-74-15,0 0 1 0,0 0-12 0,0 0 3 0,0 0-40 16,0 0-41-16,-3 33-41 0,0-16-16 15,0 2-13-15,0 5 6 0,0 6 0 16,0 5-30-16,-2 2-34 0,4 5-1 16,-1 7-8-16,1 5-16 0,-1 6 13 15,2 5-19-15,0 7-6 0,0 5 3 16,0 0-3 0,2 4-13-16,-1 0 0 0,1 0-4 15,-2 1 2-15,0-4-3 0,0-4 2 0,1-6-17 16,-1-10 15-16,5-8-18 0,-2-3-6 0,2-8 24 15,1-6-37-15,-2-3-5 0,2-7 8 16,-3-5 4-16,2-5-25 0,-2-5-22 16,-3-2-23-16,3-4-17 0,-3-2-12 15,4 0 16-15,-2-2-17 0,1-4-59 16,3-4-115-16,-1-5-162 0,4-3-249 0,-5 4-597 16,-1-16-177-16</inkml:trace>
  <inkml:trace contextRef="#ctx0" brushRef="#br0" timeOffset="34050.985">11806 7169 176 0,'0'0'222'15,"0"0"45"-15,0 0-195 0,0 0 1109 0,0 0-759 16,0 0-112-16,0 0-49 15,0 0-14-15,0 0 8 0,0 0-2 0,0 0-32 16,0-34-38-16,0 35-27 0,0 6-50 0,4 6-10 16,4 5 61-16,3 5 22 0,0 8-59 0,0 2-4 15,0 9-49-15,-2 4 3 0,-3 6-21 16,-3 6-15-16,-3 5-22 0,0 3-12 16,-3 6-11-16,-5 0-7 0,-1-1 17 15,0-3-1-15,2-7-22 0,0-5-19 0,3-12 10 16,4-9 2-16,0-9 29 0,0-9 1 0,0-3-51 15,0-9-24-15,3 1-44 0,-2-5-36 16,2-1-27-16,1-3-62 0,1-6-141 16,-1-5-165-16,5-7-440 0,-5 6-424 15</inkml:trace>
  <inkml:trace contextRef="#ctx0" brushRef="#br0" timeOffset="34260.939">11879 7624 813 0,'0'0'88'16,"0"0"1330"-16,0 0-1004 0,0 0-106 0,0 0 59 16,0 0-50-16,0 0-49 0,82-24-21 15,-56 24-20-15,3 0-54 0,6 2-38 0,-1-2-30 16,3 0-23-16,-2 0-30 0,3-3-24 16,-2-6-12-16,0-1-16 0,2-2-30 0,0-2-47 15,-2 1-64-15,-3 0-59 0,0 1-50 16,-5 1-123-16,-4 3-287 0,-6 1-561 15,0-4-762-15</inkml:trace>
  <inkml:trace contextRef="#ctx0" brushRef="#br0" timeOffset="34489.088">12460 7141 163 0,'0'0'2047'0,"0"0"-1652"0,0 0-163 15,0 0 41-15,0 0 39 0,0 0-17 16,0 0-47-16,0 0-46 0,10 92-47 16,-4-59-28-16,1 1 16 0,0 7-36 15,-3 0-48-15,-1 2-38 0,0 6-21 16,-2 1 0-16,-1 4-2 0,2-1-47 0,-2 1-71 16,4-1-59-16,1-5-73 15,3-1-122-15,-1-16-312 0,8 8-728 0</inkml:trace>
  <inkml:trace contextRef="#ctx0" brushRef="#br0" timeOffset="34852.564">13273 7785 2717 0,'0'0'430'15,"0"0"-197"-15,0 0 46 0,0 0 45 16,0 0-11-16,0 0-89 0,0 0-98 0,-84-31-40 16,67 31-12-16,-2 2-10 0,-3 9-15 15,2 3-24-15,-3 6-4 0,-1 7 7 0,-1 4 9 16,0 4-1-16,1 3 1 0,4 5 12 16,1 2-4-16,3 2 7 0,6-1 0 15,0 4 3-15,7-4 2 0,3-1-17 16,0-6 5-16,6-6-5 0,4-8-16 0,5-2-6 15,2-9 6-15,2-2 4 0,5-7 11 16,1-4 19 0,3-1-37-16,0-7-21 0,0-6-40 15,1-3-11-15,-1-3-19 0,-5 0-5 0,1-2-17 16,-5 2-23-16,-3-1-25 0,-2-1-25 16,-5 2-71-16,-5 1-103 0,-1-1-297 15,-3 0-507-15,-3 6-280 0,-13-7 377 0</inkml:trace>
  <inkml:trace contextRef="#ctx0" brushRef="#br0" timeOffset="35022.192">13056 8011 1159 0,'0'0'739'0,"0"0"-91"0,0 0-326 15,0 0-24-15,0 0 122 0,0 0-4 16,15 75-69-16,-2-62-90 0,1-2-91 16,5-4-40-16,1-3-19 0,2-4-64 15,2 0-43-15,2-4-80 0,0-4-51 0,1-2-57 0,-2-3-53 16,0 2-82-16,-4-1-166 0,-2 2-287 15,-5 0-559-15,-5 1-58 0,-1 4 1301 16</inkml:trace>
  <inkml:trace contextRef="#ctx0" brushRef="#br0" timeOffset="35159.08">13376 8043 714 0,'0'0'91'0,"0"0"629"0,0 0 17 0,0 0-342 16,-16 75-39 0,12-50-14-16,3 3 7 0,-1-2-19 15,1 3-76-15,-2 1-52 0,3-1-5 0,0 1-9 16,0-3-54-16,0-1-78 0,0-5-56 15,6-2-104-15,-1-3-132 0,1-4-20 16,2-1-52-16,3-5-179 0,-1-5-288 16,0 0-835-16</inkml:trace>
  <inkml:trace contextRef="#ctx0" brushRef="#br0" timeOffset="35570.192">14039 6945 2058 0,'0'0'1415'0,"0"0"-1095"0,0 0 10 16,0 0-10-16,22 83 10 0,-15-52 71 16,0 3-158-16,1 4-73 0,1 2-27 15,0 3-4-15,1 4-28 16,-1 3-35-16,2 2-25 0,1 4-3 0,2 3 4 16,-2 1-13-16,2 2 72 0,-1 3-33 15,-1 1-35-15,-1 2-19 16,-2-1-6-16,-3 1-17 0,-3-1-1 15,-2 1-3-15,-1-2-39 0,0-4-13 16,-6 1-32-16,2-3-18 0,-2-2-19 16,3-1-9-16,0-4-30 0,3-4-58 15,0-10-168-15,0-4-159 0,0-9-558 16,0-9-500-16</inkml:trace>
  <inkml:trace contextRef="#ctx0" brushRef="#br0" timeOffset="57151.606">17008 7522 2130 0,'0'0'72'0,"0"0"570"0,0 0-414 15,0 0-20-15,23-72 103 16,-13 58 8-16,4 3-36 0,1 5-78 0,4 0-32 16,2 6-7-16,3 0 15 0,-2 0-40 15,1 9-43-15,-4 5-28 0,-3 9-12 16,-6 4-16-16,-4 9-14 0,-3 3-25 0,-3 6 9 15,-4 2-12-15,-4-3-15 0,0-2-22 0,0-6-39 16,1-6-3-16,3-9 9 0,3-7 12 16,1-7 0-16,0-7 3 0,0 0-1 0,3-9-14 15,5-5 24-15,1-10 21 16,2-6 22-16,2-6-18 0,0-1-1 0,4-2 22 16,-2 3-25-1,3 2 24-15,0 3 1 0,2 3 10 16,0 6 8-16,-2 6 19 0,-3 4 9 15,-2 7 19-15,-4 3-16 0,-2 2-3 16,-3 7 2-16,-4 5 8 0,0 6-20 16,-3 4-5-16,-3 4-29 0,-3-1 16 15,0 0-16-15,3-4-2 0,-1-7-12 16,6-7 9-16,1-3-28 0,0-4 19 0,0 0 9 0,8-10-18 16,2-3 21-16,6-1 14 0,-1-3-14 15,3-2-2-15,-2 2 0 0,3 4-1 16,-4 3-12-16,0 5-4 0,-2 3 16 15,0 2-9-15,-3 7 12 0,-2 6 46 0,-3 5 15 16,0 5 0-16,-3 1-15 0,-2 1 2 16,0 0-11-16,0-2 2 0,0-6-17 0,0-1-10 15,0-6-12-15,0-5-1 0,0-1-14 16,3-4-4-16,0 0 1 0,2 0 15 0,0 0-9 16,1 0 9-16,0-5-12 0,4 3-1 31,0 0-23-31,0 2-34 0,5 0-53 0,-1 0-54 15,3 0-42-15,3 0-68 0,2-2-319 16,-5 2-743-16,12-8-956 0</inkml:trace>
  <inkml:trace contextRef="#ctx0" brushRef="#br0" timeOffset="57467.696">18038 7661 2161 0,'0'0'1015'16,"0"0"-776"-16,0 0 49 0,0 0 147 0,0 0-50 0,-14 67-59 15,14-63-136-15,2-4-123 0,6 0 3 16,1-1-15-16,2-6-15 0,2-4-22 16,3-3-18-16,1-3-25 0,-1-4-57 15,0 2-6-15,-3-1-4 0,-2 4-3 16,-5 2 34-16,-4 4 3 0,-2 6 15 16,-3 1 30-16,-8 3 12 15,-4 0-17-15,-5 1 18 0,-4 4 18 16,-1 2 13-16,-3 4 6 0,1 3 3 15,1 3-13-15,2 3 25 0,3 2 7 16,0 3 8-16,4 0-12 0,3-1-12 16,6-2-43-16,2-4-4 0,3-1-44 15,3-9-62-15,3-1-71 0,7-3-7 16,3-4 0-16,7-3-80 0,-1-9-172 0,6-2-219 0,-5-1-604 16,11-9-246-16</inkml:trace>
  <inkml:trace contextRef="#ctx0" brushRef="#br0" timeOffset="57816.225">18302 7656 1418 0,'0'0'1011'0,"0"0"-659"16,0 0 20-16,0 0 36 0,-17 69-39 16,4-51 32-16,1 0-55 0,1-4-82 0,1-3-59 15,3 0-41-15,4-8-52 0,1 0-51 16,2-3-30-16,0 0-10 0,2-6-21 16,3-6-31-16,4-5 4 0,4-4-37 0,0-6-27 15,3-1-15-15,1-4 11 0,3-3-6 16,0-2-6-16,1-1-40 0,3-3-35 15,1-5-59 1,-1-1-2-16,2-3 101 0,-3-3-81 16,0-1-15-16,-3 0 6 0,-4-1 120 15,0 5 65-15,-4 3 47 0,-2 7 32 0,-2 8 87 16,-2 10 123-16,-4 7-15 0,0 6 25 16,-2 6 18-16,0 3-4 0,0 0-41 15,-4 12-56-15,0 5-37 0,-3 10-28 16,0 9-10-16,-2 10 43 0,-1 6 30 0,0 4-58 15,0 6-27-15,-1 2-10 0,3-1-42 16,2 2-30-16,2-4-54 0,2-2-109 0,2-8-71 16,0-5-43-16,8-11-91 15,4-9-267-15,-1-9-640 0,9-12-766 0</inkml:trace>
  <inkml:trace contextRef="#ctx0" brushRef="#br0" timeOffset="58054.445">19170 7529 3064 0,'0'0'690'15,"0"0"-378"-15,-3 89 43 0,-1-47 36 0,-1 8-12 16,1 7-35-16,-1 4-99 0,3 5-124 0,-1 8-52 16,1 8-23-16,-2 9-34 0,3 10-10 15,-1-1 1-15,2-5-1 0,0-11-2 16,7-18-49-16,2-16-80 0,-2-16 2 15,1-12-7-15,-2-9-5 0,-1-11-7 16,-1-2-34-16,1-8-64 0,0-13-144 16,1-9-218-16,0 3-407 15,0-27-302-15</inkml:trace>
  <inkml:trace contextRef="#ctx0" brushRef="#br0" timeOffset="58260.581">19199 7682 2880 0,'0'0'467'0,"0"0"-166"0,0 0 68 0,0 0-69 16,97-48-77-16,-69 43-47 0,1 0-44 0,-2 5-6 16,1 0-16-16,-4 4-40 0,-4 6-25 15,-2 5-14-15,-6 4-1 0,-6 5-8 16,-6 4-10-16,0 4-12 0,-11 5-40 16,-7 2-12-16,-3 0-18 0,-6 1-24 15,-4-1 14-15,-3 0 31 0,-4-3 13 0,-1-4-69 16,-4-3-67-16,-3-4-76 15,-7-4-202-15,12-6-504 0,-31-1-747 0</inkml:trace>
  <inkml:trace contextRef="#ctx0" brushRef="#br0" timeOffset="58801.847">16455 7050 1474 0,'0'0'1210'0,"0"0"-814"0,0 0-87 16,0 0 34-16,-94 92-82 0,75-53-51 15,3 8-20-15,3 6-36 0,5 8-9 16,4 7-3-16,4 5-35 0,0 5-37 0,12 5-52 15,1 5-18-15,7 1-28 0,2-1 7 16,9 2-99-16,4-4-98 0,7-5-60 0,6-9-88 16,-12-18-247-16,26 4-751 0</inkml:trace>
  <inkml:trace contextRef="#ctx0" brushRef="#br0" timeOffset="59133.33">20165 6878 4150 0,'0'0'484'0,"0"0"-340"0,94 4-15 0,-62 5 21 16,1 4 228-16,0 4-87 0,-2 4-119 15,0 6-63-15,0 8-10 0,-1 8 22 16,-1 6-52-16,-4 6-33 0,-3 5-9 0,-2 7-26 31,-7 1 2-31,-6 3-3 0,-7 3 0 16,-3 2-30-16,-11 0-18 0,-9 1-36 0,-4-3-31 16,-8-1-24-16,-1-4 12 0,-4-6 0 15,-2-5-24-15,-3-4-34 0,2-6-86 16,-4-6-189-16,-1 0-304 0,9-13-547 15,-23 9-688-15</inkml:trace>
  <inkml:trace contextRef="#ctx0" brushRef="#br0" timeOffset="61674.771">6143 10347 1800 0,'0'0'1506'16,"0"0"-1335"-1,0 0-28-15,0 0 147 0,0 0 39 0,0 0-59 16,0 0-63-16,0 0-44 0,12 84-1 16,-9-34-22-16,-3 9-30 0,0 8-31 15,0 5-18-15,-5 6-10 0,-1 0-33 16,1 1-18-16,1-2-2 0,2-4-16 15,2-11 6-15,0-8-31 0,0-9-45 0,3-12-46 16,1-5-39-16,3-9-45 0,-1-7-13 0,0-7-66 16,1-5-258-16,-2 0-436 0,3-15-322 15</inkml:trace>
  <inkml:trace contextRef="#ctx0" brushRef="#br0" timeOffset="61843.349">6182 10903 2714 0,'0'0'504'15,"0"0"-316"-15,0 0 79 0,0 0 82 16,78-9-101-16,-49 9-34 0,0 6 1 0,5-3-15 16,2 2-44-16,7-4-49 0,-1-1-13 15,3 0-63-15,-2-6-22 0,-1-1-9 16,0-5-58-16,-3-1-70 0,-2-2-68 16,-1-2-37-16,0-1-61 0,-4-2-219 15,-12 6-290-15,5-9-801 0</inkml:trace>
  <inkml:trace contextRef="#ctx0" brushRef="#br0" timeOffset="62043.536">6702 10497 2609 0,'0'0'389'0,"0"0"-200"0,0 0 76 0,0 0 55 16,-7 75 16-16,9-44-52 0,6 5-102 15,1 4-31-15,1 3 9 0,1 3-44 0,1 4-55 16,0 0-43-16,2 3-18 15,-1 2-37-15,3 2-95 0,1-1-52 0,2-1-50 16,2-2-58 0,4-4-164-16,-8-13-511 0,15 4-683 0</inkml:trace>
  <inkml:trace contextRef="#ctx0" brushRef="#br0" timeOffset="63693.454">8455 10765 3879 0,'0'0'609'0,"0"0"-514"0,0 0-27 16,0 0 157-16,105-37 44 0,-70 31-2 0,2 1-91 15,3 0-70-15,1 0-21 0,-2 1-43 16,0 0-42-16,1-2-12 0,-4 0-18 0,-3 1-79 16,-3-2-64-16,-1 2-36 0,-6 2-23 15,-4 3-114-15,-6 0-329 0,-7 2-717 16,-8 13-1013-16</inkml:trace>
  <inkml:trace contextRef="#ctx0" brushRef="#br0" timeOffset="63878.255">8508 11119 2214 0,'0'0'1926'0,"0"0"-1619"0,0 0-211 0,0 0-12 16,0 0 91-16,0 0 149 0,0 0-1 16,101-5-150-16,-64-5-104 0,4-1-29 15,-1-1-40-15,0-2 0 0,-2 0-79 0,1-3-85 16,-3 2-48-16,3 0-54 0,-5 3-204 15,-9 5-739-15,1 2-1333 0</inkml:trace>
  <inkml:trace contextRef="#ctx0" brushRef="#br0" timeOffset="78068.018">7081 7457 2141 0,'0'0'327'0,"0"0"272"0,0 0-108 0,0 0-50 0,0 0-66 15,0 0-81-15,0 0-82 0,0 0-65 16,0 0-41-16,-4 17-20 0,13-1 8 16,1 11 79-16,4 8-36 0,-1 8-47 15,1 9-38-15,-3 4-13 0,-3 8-15 0,-1 2-14 16,-2 4-10-16,-2 1-12 0,-2-2-9 15,2-3-36-15,-2-9-25 0,2-9 6 0,2-11-9 16,-2-8-18-16,0-10-40 0,1-8-49 16,0-5-108-16,-1-4-188 0,1-2-251 15,-1 0-414-15,0-7-231 0</inkml:trace>
  <inkml:trace contextRef="#ctx0" brushRef="#br0" timeOffset="78260.186">7187 8100 1881 0,'0'0'631'0,"0"0"-222"0,0 0-18 16,0 0 12-16,0 0-41 0,0 0-88 16,0 0-54-16,80-58-51 0,-48 50 3 15,3 2-34-15,2 0-34 0,2-1-22 16,-2 0-12-16,1 0-18 0,-3-3-32 16,-1 0-19-16,-2 1-2 0,0-3 1 0,-5 1-33 0,2 0-10 15,-2 3-109-15,-1-1-62 0,1 1 57 16,-2 1-235-16,-2-2-136 0,-6 3-562 15,3-4-438-15</inkml:trace>
  <inkml:trace contextRef="#ctx0" brushRef="#br0" timeOffset="78499.869">7798 7427 1494 0,'0'0'1319'0,"0"0"-861"0,0 0-206 0,0 0-6 15,0 0 119-15,0 0-29 16,0 0-74-16,0 0-130 0,0 0-55 0,0 0 12 16,27 66 14-16,-11-31 19 0,-2 4-15 0,3 5-34 15,1 5-37-15,-1 4 4 0,-2 8-38 16,0 0-2-16,-3 4-19 0,2 1-47 16,-4 0-86-16,1-2-13 0,1-3-28 15,-3-2-9-15,1-7-67 0,0-5-98 16,-1-6-118-16,-3-11-176 0,3 2-523 0</inkml:trace>
  <inkml:trace contextRef="#ctx0" brushRef="#br0" timeOffset="88548.286">7544 11228 714 0,'0'0'1797'0,"0"0"-1416"0,4-69-125 16,-1 40 91-16,0-2-59 0,-1 1-68 15,-1 5-19-15,-1 5 13 0,0 2-22 16,0 6-32-16,0 7-10 0,-1-2-24 16,-1 7-28-16,1 0-10 0,-2 0-15 0,-2 0-18 0,0 5-22 15,-4 1-11-15,-4 7-22 0,0 5-27 16,0 4 6-16,-1 4 18 0,-4 5 0 15,2 3-16-15,-1 2 1 0,0 7 0 16,-2 3 15-16,2 4-12 0,1 2 13 0,4-1-17 16,0 3 16-16,4-1 0 0,5-4 2 15,3-5 1 1,0-6 2-16,9-5 11 0,5-9-11 16,1-8 16-16,3-2 9 0,4-8 13 15,4-1 36-15,3-5-3 0,-2 0-13 16,1-1 1-16,-1-6-31 0,-3-3-15 0,-2-2-15 15,0-1 0-15,-2-4-11 0,-5 0-74 16,-1 2-94-16,-4-1-40 0,-3 2-34 16,-5 4-126-16,-2 3-342 0,-3 1-768 0</inkml:trace>
  <inkml:trace contextRef="#ctx0" brushRef="#br0" timeOffset="88833.643">7489 11606 1699 0,'0'0'1012'15,"0"0"-665"-15,0 0 24 16,0 0 24-16,0 0-40 0,0 0-119 16,0 0-106-16,0 0-74 0,0 0-56 15,0 0-6-15,0 0-112 0,84-41-37 16,-71 27-16-16,-3 5-24 0,-3 0-22 16,-1 1 2-16,-3 4 34 0,-3 3 43 15,1 1 33-15,-1 0 105 0,0 3 13 16,0 7 79-16,0 0 42 0,0 5 41 0,2-1 0 15,1 7-27-15,3 0-29 0,3 4-18 0,0 3 121 16,1 2-55-16,0 4-71 16,2-1 9-16,-1 2 0 0,2 0-44 0,3 0-61 15,1-3-3-15,3-4-40 0,4-2-102 16,5-7-43-16,4-2-89 0,5-8-106 16,-7-4-374-16,15-9-1080 0</inkml:trace>
  <inkml:trace contextRef="#ctx0" brushRef="#br0" timeOffset="89451.071">10191 10001 2277 0,'0'0'488'16,"0"0"-340"-16,0 0-71 0,-8-72 42 16,5 52 66-16,0 4 107 0,0 4 43 15,2 6-31-15,-1 5-62 0,-1 1-72 0,0 2-38 16,-2 9 6-16,-3 6-77 0,-6 11-18 16,-2 9 6-16,-5 12-12 0,-4 7-16 15,-2 10-18-15,-3 5-3 0,-1 6-2 16,0 3-10-16,0-2-49 0,3-2-34 0,4-10 12 15,7-13 53-15,7-15 17 0,4-12-2 0,2-9-19 16,4-10-12-16,0-2-31 0,4-5-6 16,3 0-7-16,1 0 22 0,3-2 40 15,2-1 7-15,0 2 5 0,1 1-18 16,-1 1 6-16,2 10 3 0,-2 2 25 16,-1 10 36-16,0 2 11 15,-2 9 15-15,1 3 59 0,-3 0-50 16,-1 5-47-16,-1-3 26 0,0-1-10 15,-3 1-22-15,2 0 1 0,-2-3-7 16,-1-3-9-16,1-1-1 0,-2-4-2 16,1 1-28-16,-1-6-2 0,2-3-44 15,0-3-31-15,1-4-62 0,-1-7-101 16,6-6-132-16,-2 0-182 0,-1-2-68 0,4-15-509 0</inkml:trace>
  <inkml:trace contextRef="#ctx0" brushRef="#br0" timeOffset="90400.294">10799 10118 1691 0,'0'0'1178'0,"0"0"-982"16,0 0-65-16,0 0 57 0,0 0 85 15,0 0-34-15,0 0 22 0,0 0-52 0,35 81-85 16,-28-31-44-16,1 8-9 0,-4 9-16 15,1 3 10-15,-2 2-22 0,0 0-31 16,-1-3-12-16,1-2 0 0,-2-8-40 16,1-5 40-16,-1-13-21 0,1-7 9 15,0-12-7-15,1-7 7 0,0-9-16 16,-1-5-15-16,2-1-34 0,0-7-34 16,3-8 98-16,1-4 13 0,0-7 0 0,4-6 0 0,-2-1-18 15,3-2 5-15,-2 3-21 0,0 1 31 16,1 8-22-16,0 6-12 0,0 5 25 15,0 7-7-15,-1 5 19 0,1 0 31 16,-1 12 65-16,0 3-3 0,2 6-7 16,-1 3-39-16,-2 3-20 0,1 0-2 15,-2 2-23-15,1-4 10 0,-1-3-12 0,-2-3-1 16,-1-2-20-16,1-4 6 0,0-2-16 16,-1-3-22-1,-2-1-27-15,-1-3 6 0,0-3-1 16,1-1-21-16,1 0-29 0,0 0-42 15,2-1-15-15,4-6-49 0,3-4-199 16,-4 1-369-16,10-8-829 0</inkml:trace>
  <inkml:trace contextRef="#ctx0" brushRef="#br0" timeOffset="90685.765">11908 10328 3521 0,'0'0'466'16,"0"0"-324"-16,0 0-30 0,0 0 93 16,0 0 116-16,0 0-73 15,-81 26-119-15,60-2-72 0,-1 10-11 16,-1 5-6-16,3 7 8 0,2 0 7 16,3 1 6-16,6 1-31 0,4-4-14 15,4-4-16-15,1-6 0 0,4-8 21 16,7-4-18-16,3-7-3 0,2-6-16 15,4-3-8-15,0-6 0 0,2-2 24 16,2-8-2-16,1-5 1 0,-3-3-108 0,-1-3-25 0,-2-1-31 16,-5 0-37-16,-4-2-44 0,-3 3-148 15,-4 4-286-15,-3 4-409 0,-6 0-481 0</inkml:trace>
  <inkml:trace contextRef="#ctx0" brushRef="#br0" timeOffset="90839.38">11713 10607 2489 0,'0'0'479'15,"0"0"-184"-15,0 0-56 0,0 0-2 0,0 0 68 16,0 0 23-16,0 0-62 16,0 0-17-16,0 0-93 0,0 0-34 0,97 5-58 0,-63-5-28 0,1-5-11 15,-2-2-25-15,3-3-14 0,-1 2-26 16,-2-2-115-16,0 1-81 0,-1 0-75 16,-2-2-108-1,-8 5-571-15,5-6-781 0</inkml:trace>
  <inkml:trace contextRef="#ctx0" brushRef="#br0" timeOffset="91406.545">12440 10126 1251 0,'0'0'1790'0,"0"0"-1419"0,0 0-168 0,0 0 8 16,0 67 76-16,2-29 45 0,4 13-39 15,-1 10-50-15,2 9-60 0,0 4-52 0,-3 7-19 16,-1 2-45-16,-1 0-22 0,-2 1-45 31,0-6-19-31,0-12-32 0,0-13-1 0,3-15 4 0,2-13-7 16,4-10-61-16,-2-8-76 0,0-7-63 15,2 0-44-15,-2-11-157 0,0-2-304 16,-1-15-747-16</inkml:trace>
  <inkml:trace contextRef="#ctx0" brushRef="#br0" timeOffset="91576.665">12541 10691 297 0,'0'0'1838'0,"0"0"-704"15,0 0-898-15,0 0 67 0,0 0 84 16,0 0-102-16,86 2-1 0,-59 2-5 15,5-1-72-15,4 0-27 0,2-3-83 16,0-3-46-16,1-6-48 0,-1-4-3 16,-2-3-30-16,0-3-70 15,-3-4-110-15,1 0-55 0,-3-3-48 16,-5 1-233-16,-7 4-681 0,-1-7-930 0</inkml:trace>
  <inkml:trace contextRef="#ctx0" brushRef="#br0" timeOffset="91771.579">13059 10271 2895 0,'0'0'413'0,"0"0"-156"0,0 0 8 0,0 0 12 15,0 0 44-15,-13 85 30 0,13-50-102 16,3 5-76-16,1 5-8 0,2 5-68 16,-1 4-58-16,-2 4-39 0,0 5 0 15,-2 1-63-15,4 2 8 0,-2-1-54 16,2-10-7-16,2-9-58 0,2-10-16 0,2-10-26 0,4-9-306 15,-3-6-751-15,3-7-1141 0</inkml:trace>
  <inkml:trace contextRef="#ctx0" brushRef="#br0" timeOffset="92434.691">14446 9814 261 0,'0'0'2062'0,"0"0"-1552"15,0 0-206-15,0 0 50 0,0 0 0 16,0 0-27-16,0 0-35 0,0 0-91 16,0 0-32-16,-25 89 8 0,38-52-9 15,2 9-22-15,2 4-30 0,0 9-43 16,3 5-16-16,-4 9 1 0,4 3-22 0,-4 9 9 31,-1-2-8-31,0 3-25 0,-5 2 0 0,1-4-12 16,-3 1-9-16,-2-4-30 0,-2-6-1 15,1-6-26-15,1-7-28 0,-1-7-34 16,4-7-30-16,1-6-10 0,0-11-43 16,4-4-47-16,0-11-142 0,1-7-290 0,-3-6-414 15,6-11-550-15</inkml:trace>
  <inkml:trace contextRef="#ctx0" brushRef="#br0" timeOffset="93520.299">15622 9624 163 0,'0'0'2781'0,"0"0"-2213"0,0 0-236 0,0 0-24 0,0 0-72 15,0 0-22-15,0 0 35 0,37 94-84 16,-12-47-64-16,4 6-9 0,-1 5-28 16,3 4-16-16,-1 1-2 0,0 4-10 15,0 2-34-15,1 0 9 0,-4-4-11 16,-3-4-3-16,-2-14-15 0,-2-9 15 0,-3-11 0 15,-2-10 0-15,-2-9-12 16,-2-3-3-16,-2-5 15 0,2-2 0 0,0-8 3 16,0-5 1-16,1-4 2 0,-1-5 9 15,2-6-12-15,2-1-2 0,-1-6-13 16,2 0-16-16,-1-4-2 0,-1-5-65 0,-1 2 28 0,-2-1 15 16,-4-1-15-16,-4 0 21 0,-3 4-12 15,0 4-28-15,0 2-10 0,-4 7-30 16,-3 4-4-16,-2 6-32 0,-1 4-57 15,-6 8-178-15,6 3-382 0,-16 4-942 0</inkml:trace>
  <inkml:trace contextRef="#ctx0" brushRef="#br0" timeOffset="93704.707">15773 10078 957 0,'0'0'43'0,"0"0"1578"0,0 0-1257 16,0 0-19-16,0 0 67 0,0 0-84 0,0 0-91 0,0 0-91 16,100-7-91-16,-72-4-55 0,3 0-1 15,0-1-82-15,3 0-82 0,1 0-79 16,1 5-141-16,-8 2-371 0,15 5-1075 0</inkml:trace>
  <inkml:trace contextRef="#ctx0" brushRef="#br0" timeOffset="94274.423">16953 10053 2692 0,'0'0'807'0,"0"0"-643"0,0 0-53 0,-82 14 137 15,58 5 46-15,1 10-80 0,2 7 5 16,1 8-78-16,7 5-34 16,0 3-3-16,6-5 12 0,4-4-13 0,3-7-54 15,0-12-49-15,6-7-9 0,3-9-37 16,5-4 0-16,-1-4 1 0,7-7-4 0,-1-5-6 16,4-7-15-16,1-5-3 0,2-3 21 15,-5-3 12-15,0 3 15 0,-1-1 13 0,-1 5 10 16,1 3 1-16,0 4-1 0,-1 3-14 15,-2 6 14-15,3 6 2 0,-3 2 27 16,1 9 13-16,0 7-16 0,-1 5-2 16,0 8 18-1,0 1-25-15,-3 8 37 0,-2 2 30 16,-6 3-6-16,-3 1-5 0,-3 3-8 16,-1 0 1-16,-8-2-12 0,-4 1 2 15,1-5-23-15,-5-3 2 0,3-3 22 0,-5-6-22 0,2-1 9 16,-3-5-11-16,0-5-4 0,-1-3 0 15,-2-4-3-15,-1-5-12 0,-1-2-12 16,0-5-6-16,-2 0-9 0,-2-5-21 0,-1-5-25 16,-2-2-33-16,1-2 13 0,0-4-13 15,3-1 24-15,3-2-15 0,7 2 30 16,4 0 6-16,7 1-21 0,4 0-19 16,3 1-30-16,2 1 24 0,8-1-28 15,2 0-37-15,5-1-42 0,1 1-111 16,3-1-103-16,5 1-170 15,-6 4-542-15,11-6-746 0</inkml:trace>
  <inkml:trace contextRef="#ctx0" brushRef="#br0" timeOffset="95493.149">17767 9975 1088 0,'0'0'211'0,"0"0"946"0,0 0-837 15,0 0-63-15,0 0 11 0,-79 7-7 0,60 11-24 16,-1 6-17-16,0 3-66 0,4 8-33 15,5 5-18-15,1 6 2 0,4 3 3 0,3 2-34 16,3 3-22-16,0-2-24 0,3-6 3 16,6-7-16-16,6-9 22 0,1-10 15 15,6-5-3-15,-1-9-46 0,1-6-3 16,3-2 0 0,1-9-1-16,-1-4-60 0,1-6-102 0,-4-1-59 15,-2-3-29-15,-6 1-63 0,-3 3-175 16,-5 3-231-16,-6 2-642 0</inkml:trace>
  <inkml:trace contextRef="#ctx0" brushRef="#br0" timeOffset="95645.498">17655 10325 1186 0,'0'0'52'0,"0"0"1322"0,0 0-923 0,0 0-100 16,0 0 7-16,0 0-72 0,0 0-55 15,0 0-60-15,87 71-69 0,-59-68-62 16,3-3-40-16,3-2-23 0,4-9-147 15,6-6-66-15,1-3-97 0,-9 2-161 16,19-17-813-16</inkml:trace>
  <inkml:trace contextRef="#ctx0" brushRef="#br0" timeOffset="95908.458">18537 9829 1410 0,'0'0'1403'0,"0"0"-1018"16,0 0-238-16,0 0 116 15,-92 61 109-15,62-29-43 0,-4 5-17 16,1 8-84-16,1 4-93 0,2 1-19 16,4 4 27-16,5 0 12 0,3 1-61 15,4-1-39-15,5 0-25 0,4-7-12 0,5-6 1 16,0-9 2-16,8-5 0 0,4-9-9 16,5-6-9-16,6-7-3 15,3-5-1-15,2-2-29 0,3-10 27 0,1-5-28 0,2-7-29 16,-3-1-49-16,-4-1-46 0,-2 0-22 15,-4-1-6-15,-6 4-26 0,-4 2-128 16,-5 0-264-16,-5 9-777 0,-6-7-861 0</inkml:trace>
  <inkml:trace contextRef="#ctx0" brushRef="#br0" timeOffset="96193.989">18325 10338 1375 0,'0'0'462'0,"0"0"771"15,0 0-821-15,0 0-27 0,0 0 38 16,0 0-48-16,0 0-44 0,0 0-99 15,0 0-71-15,98 36-70 0,-70-54-70 16,3-2-21-16,-2-4-53 0,-1-1-87 16,0 0-34-16,-3 2-43 0,-5 2-19 15,0 3-82-15,-3 5-117 0,-4 7-154 0,-4 1 10 16,0 5 130-16,-4 5 323 0,1 7 126 0,-3 3 317 16,0 3 44-16,0 3-31 0,-2 3 39 15,2 1-50-15,-3 3-68 0,0-2 23 16,2 2-45-16,-1 1-39 0,-1 1-18 15,0 1-28-15,0 0-10 0,0-2-16 0,0 1-39 16,0-4-79-16,0-2 0 0,0 0-76 0,0-5-112 16,0-2-44-16,0-4-60 0,6-1-113 15,-2-6-341-15,3-2-951 0</inkml:trace>
  <inkml:trace contextRef="#ctx0" brushRef="#br0" timeOffset="96347.361">19056 10787 1949 0,'0'0'149'0,"0"0"-149"0,0 0-178 0,0 0-388 0,0 0 61 15,0 0-209-15</inkml:trace>
  <inkml:trace contextRef="#ctx0" brushRef="#br0" timeOffset="97565.813">20320 10365 1448 0,'0'0'660'0,"0"0"-75"0,0 0-312 0,0 0 3 16,-20-77 45-16,12 64-46 0,1 3-20 16,-3 4-53-16,2 5-62 0,-1 1-41 15,-3 13-50-15,1 12-18 0,-1 10 16 16,-1 10 5-16,3 10-6 0,-3 1-9 0,3 1 24 15,1-5 0-15,2-9-9 0,2-8-15 0,5-9-37 16,0-9-14-16,0-8-17 0,8-6-12 16,2-3-15-16,3-3-25 0,3-8-61 15,1-5 36-15,-1-2 9 0,1-3-13 16,-3-1 16-16,-3-1 43 0,2 4-13 16,-4 1 15-16,1 6 4 0,0 4 16 15,-2 4-1-15,1 4 12 0,2 4 20 0,1 9 60 0,2 5 29 16,2 5-42-16,2 4-4 0,1 6-15 15,1 1 35-15,0 5-35 0,-1 3-6 16,-1 2 86-16,-5 5-27 0,-3 3-7 16,-6 0 6-16,-4-2 18 0,0-1-5 15,-4-6-14-15,-4-3-8 0,-1-7-16 0,0-4-28 16,-1-7-3 0,0-5-23-16,1-6-1 0,0-3 0 15,-2-5-40-15,1-3-21 0,-3 0-16 16,0-7 4-16,-2-1-1 0,-3-4-15 15,-2-6 18-15,0-4-22 0,-5-3 56 0,2-4-18 16,0 0-8-16,4-3 8 16,4 3-45-16,7 1-31 0,7 2-83 0,1 1-115 15,6 0-210-15,1 7-539 0,9-6-408 0</inkml:trace>
  <inkml:trace contextRef="#ctx0" brushRef="#br0" timeOffset="98167.646">20805 9993 2327 0,'0'0'587'0,"0"0"-190"0,0 0-7 16,0 0-53-16,0 0-87 0,0 0-54 15,0 0-21-15,19 69 10 0,-6-34-41 0,-3 9-31 16,0 8-6-16,0 4-22 0,-4 2-6 16,-2 4 0-16,-1 0-31 0,0-5-32 0,0-2-3 15,3-10-13-15,2-12-22 0,0-10 7 16,1-7-21-16,2-7-46 0,-2-6-67 15,1-3-13-15,2 0 12 0,-3-5 68 0,1-6 17 16,2-2 22-16,-3-5 6 0,-1 0 13 16,1-1 11-16,-1 1 13 0,-2 1 3 15,0 4 0-15,-2 4-2 0,1 6 1 0,-1 3 15 16,2 0 35-16,-1 3 34 0,1 8 6 16,2 3-9-16,-3 2-34 0,5 5-10 15,-4-1 10 1,1-1 21-16,1 0-29 0,0-3-41 0,1-2-21 15,0-4-34-15,2-1-125 0,1 0-29 16,3-4-31-16,1-1-246 0,-3-1-569 16,10-3-896-16</inkml:trace>
  <inkml:trace contextRef="#ctx0" brushRef="#br0" timeOffset="98552.64">21615 10441 2519 0,'0'0'652'15,"0"0"-301"-15,0 0 46 0,0 0-55 0,-85 42-50 0,62-13 64 16,0 5-105-16,5-2-90 0,4-2-58 16,6-7-45-16,5-8-58 0,3-5-47 15,0-4-14-15,6-5 9 0,2-1-6 16,1 0 1-16,1-3-23 0,4-6 25 16,1-1 19-1,1-3 2-15,-2-2-9 0,3 2-6 16,-2 0 13-16,1 2-4 0,-2 5-6 0,2 5 21 15,-1 1 25-15,0 5 0 0,0 6 12 16,0 5 10-16,0 7 15 0,-1-1 6 16,-1 6 12-16,-2-2-25 0,-2 6 16 15,-1 1 21-15,-4 5 16 0,-2 2-10 16,-2 2 0-16,-3 1-9 0,-5 3-3 16,0-8-4-16,-4 3-2 0,2-7-25 0,0-2-12 0,0-4-17 15,1-7 1-15,-3-5-2 0,1-4-2 16,1-7-25-16,-3-3-46 0,2-2-24 15,-2-6-28-15,-2-9-36 0,2-5-26 16,1-7-43-16,-2-7-113 0,2-8-234 16,1 7-532-16,-3-25-752 0</inkml:trace>
  <inkml:trace contextRef="#ctx0" brushRef="#br0" timeOffset="98715.637">21910 10253 2206 0,'0'0'713'0,"0"0"-157"16,0 0 22 0,84 0-192-16,-58 0-157 0,0 0-131 15,2-4-98-15,0-3-21 0,1-6-137 16,1 0-98-16,-1-4-205 0,-8 5-553 16,9-12-855-16</inkml:trace>
  <inkml:trace contextRef="#ctx0" brushRef="#br0" timeOffset="98884.14">22293 9932 1421 0,'0'0'1215'0,"0"0"-746"15,0 0 12-15,0 0-4 0,0 0-101 16,14 87-27-16,-7-57-46 0,2 0-69 16,-2 4-67-16,-1 3-42 0,-2 1-56 15,-2 3-69 1,0 0-9-16,-2-1-100 0,0-4-109 0,0-4-63 15,3-6-62-15,5-4-171 0,-3-10-451 16,7 1-685-16</inkml:trace>
  <inkml:trace contextRef="#ctx0" brushRef="#br0" timeOffset="99115.909">22944 10422 3757 0,'0'0'756'0,"0"0"-528"0,0 0-16 15,0 0 57-15,0 0-90 0,0 0-9 0,0 0 18 16,87-32-131-16,-60 16-57 0,0-4-22 0,0-2-96 31,-2 5-76-31,-2 2-55 0,-7 3-108 16,-7 5-348-16,-5 2-763 0,-4 5-951 0</inkml:trace>
  <inkml:trace contextRef="#ctx0" brushRef="#br0" timeOffset="99284.526">22909 10566 3317 0,'0'0'526'0,"0"0"-315"0,0 0 70 0,0 0 28 15,0 0 47-15,0 0-48 16,0 0-101-16,0 0-77 0,0 0-27 0,94 21-60 15,-68-30-43-15,0-3-109 0,-1 2-88 0,2 1-34 16,0 1-31-16,1 4-137 0,-8 0-602 16,6 4-1096-16</inkml:trace>
  <inkml:trace contextRef="#ctx0" brushRef="#br0" timeOffset="100033.433">23562 9674 2474 0,'0'0'528'15,"0"0"-158"-15,0 0-21 0,0 0 51 0,0 0-6 0,0 0-49 16,49 94-100-16,-39-51-77 0,-1 7-32 16,0 4 7-16,-7 5-13 0,1 0-9 15,-3 3-18-15,0-1-12 0,-4-1-34 16,-3-4-30-16,3-2-9 0,-1-6-15 16,2-8-2-16,3-8-1 0,0-9-15 15,0-5-9 1,6-6-12-16,3-4-19 0,2-4-29 15,-2-4 11-15,5 0-5 0,-1-11 8 0,5-6 16 16,-2-3 8-16,4-3-5 0,0 0 2 16,0 1 19-16,2 2 28 0,0 5-14 15,1 5 4-15,-1 4 10 0,1 6 2 16,-1 5 13-16,-2 8 6 0,0 1 8 0,-2 6 19 16,-1 1-10-16,-4 2-9 0,1 0-15 0,-3 1 12 15,-3 0-22-15,2-3-1 0,-3 1-1 16,1-4-3-16,-2 2-33 0,0-4-103 0,0-3-65 15,2 0-120-15,-3-3-290 0,1-3-782 16,0-2-1443-16</inkml:trace>
  <inkml:trace contextRef="#ctx0" brushRef="#br0" timeOffset="100910.028">25068 9729 339 0,'0'0'1072'15,"0"0"252"-15,0 0-942 0,0 0-111 16,0 0-20-16,0 0 42 0,0 0-35 15,42-73-72-15,-22 54-74 0,3-2-23 16,2-2-18-16,0 1-15 0,-2 0 2 0,-1 4-24 16,-5 5 12-16,-3 4-12 0,-4 7-13 0,-1 2-9 15,-2 12 22-15,-2 13 48 0,-3 11 25 16,-2 12-40-16,-4 6-45 0,-9 9-1 16,-2-1-18-16,0 3 8 0,-2-5-11 0,3-3-3 15,6-3 0-15,-1-6 3 0,4-2 15 0,0-9 4 31,4-5-4-31,1-8 5 0,0-1-20 16,0-5-3-16,8-1-18 0,1 0 19 16,2 2 2-16,3 0 1 0,1 3 1 15,2 0 13-15,2 4 3 0,1 1 10 16,3 2 14-16,2 5-8 0,-3 0-1 0,0 3 0 16,1 1-14-16,-4-1 5 0,-1 0-9 15,-5-1 12-15,-1-1-9 0,-6 3-2 16,-3-2-14-16,-3 1 1 0,0-2-2 0,-9 1-1 0,-3-5-12 0,-1 2-22 15,-1-7-23-15,-1 0-71 16,0-3-51-16,-1-4-59 0,-1-2-63 0,3-5-245 16,-14 2-807-16</inkml:trace>
  <inkml:trace contextRef="#ctx0" brushRef="#br0" timeOffset="102007.186">16757 11753 1971 0,'0'0'654'0,"0"0"-396"16,0 0 126-16,0 0-60 0,0 0 4 15,0 0-42-15,0 0-56 0,84 48-29 16,-55-40-29-16,2-2-34 0,7-3-22 16,2 0-40-16,6-2-27 0,4-1-12 0,7 0-10 0,5 0 1 15,8 0-16-15,4 0-9 0,5 0-1 16,5 0-1-16,5-2 18 0,5-2-19 16,3 3-3-16,2-2-39 0,0 0 14 15,4 0 1-15,-1 0-22 0,6 0-18 16,0 0-3-16,2 0 5 0,2 1 19 15,-1 0 28 1,4-1 3-16,-2 3 13 0,-1 0-14 0,5-2-8 16,3 1 24-16,2 0 2 0,5-1 78 15,1-1-59-15,5 1-21 0,-2 2-104 16,-1 0 76-16,2 0 28 0,-1 0-2 16,2 4-17-16,0-3-9 0,3-1 28 15,1 0 0-15,3 0 3 0,1-5 19 16,0 1-4-16,1-4-15 0,0 2-3 0,1-1-15 0,-3 2 12 15,0 2-10-15,-2-1 13 0,0-1 19 16,-1 4 2-16,-1-4-5 0,-4 2 11 16,-3-1 22-16,-5 0-24 0,-3 1-23 15,-6-3 0-15,-5 1 19 0,-4-2 13 16,-6 1-16-16,-8-1-17 0,-6-4 1 0,-9 3 17 16,-11-1-19-1,-10 1-1-15,-11 0-1 0,-11 1-56 16,-13 0-4-16,-9 4-36 0,-9 0-6 0,-3 1 18 15,-10-3-63-15,-10-1-115 16,2 1-362-16,-27-3-1028 0</inkml:trace>
  <inkml:trace contextRef="#ctx0" brushRef="#br0" timeOffset="102792.899">18291 11965 1914 0,'0'0'1880'0,"0"0"-1509"0,0 0-98 0,-15 87 63 15,10-52-69-15,0 1-51 0,-1 2 12 16,3-2-73-16,0-5-77 0,3-4-35 16,0-4-40-16,0-7-3 0,5-1-27 15,-1-8-10-15,4-1-69 0,1-6-24 16,3-3-25-16,1-8-16 0,4-6-12 0,2-6-87 15,-2-4-185 1,3 0-133-16,-1-3-117 0,0 0 35 16,-2 4 56-16,-1-2-4 0,-4 8 54 0</inkml:trace>
  <inkml:trace contextRef="#ctx0" brushRef="#br0" timeOffset="102908.429">18508 11968 620 0,'0'0'995'0,"0"0"-433"0,0 0-48 0,0 0-80 16,0 0-93-16,0 0-75 0,6 79-52 15,-6-45-75-15,-3 3-24 0,0 3-19 16,-3 2-44-16,3-3-52 15,1 1-65-15,-2-4-144 0,2-1-204 0,-1-9-397 16,0 6-1425-16</inkml:trace>
  <inkml:trace contextRef="#ctx0" brushRef="#br0" timeOffset="108073.095">18502 11962 916 0,'0'0'332'16,"0"0"1066"-16,0 0-904 0,0 0-111 15,0 0 30-15,0 0-112 0,-34-68-65 16,23 63-47-16,-1-1-42 0,-5 5-52 16,-2 1-15-16,-4 1-10 0,-2 10-6 15,-6 9-12-15,-3 7-25 0,-2 11-8 0,-3 5-19 0,-4 4-3 16,4 2 1-16,0 2-11 0,3-2-8 15,3-5-9-15,7-4-4 0,6-9-27 16,8-11-19-16,4-8-45 0,5-5-47 16,3-6-47-16,5-1-95 0,9-8-187 15,3-4-184-15,0 0-432 0,9-13-407 0</inkml:trace>
  <inkml:trace contextRef="#ctx0" brushRef="#br0" timeOffset="108235.888">18298 12125 417 0,'0'0'320'15,"0"0"1152"-15,0 0-984 0,0 0-76 16,97-38-30-16,-72 32-59 0,4 3-52 0,-1 3-60 16,-3 0-43-16,0 7-17 0,-3 3-31 15,-1 1-31-15,-1-1-67 0,-4 2-22 16,0 0-14-16,-4 0-23 0,-1 0-52 16,-4-3-59-16,-2 3-72 0,-4 0-102 0,-1 3-164 15,-1-5-598-15,-14 7-767 0</inkml:trace>
  <inkml:trace contextRef="#ctx0" brushRef="#br0" timeOffset="108573.892">18064 12520 1011 0,'0'0'2160'0,"0"0"-1705"0,0 0-146 0,0 0-17 0,0 0-56 16,0 0-63-16,0 0-50 0,27 86-31 16,-15-58-34-16,1 4 10 0,3 4-16 15,0 1-19-15,4 2-5 0,0-1-10 16,-1 4-15-16,0-9-1 0,-2-2-2 16,0-7 31-16,-2-6-16 0,1-5-5 15,-2-7-10-15,3-3 0 0,-1-3 0 16,4-3 15-16,0-11 16 0,2-5 23 0,0-7-2 15,-1-4-21-15,2-5-28 0,-4-2 12 16,3 1-15-16,-1 2-18 0,1 1-92 0,0 4-64 31,1 3-9-31,0 3-38 0,0 9-76 16,1-1-245-16,-7 8-496 0,1-1-649 0</inkml:trace>
  <inkml:trace contextRef="#ctx0" brushRef="#br0" timeOffset="109337.639">17804 13171 1413 0,'0'0'1042'0,"0"0"-555"16,0 0-103-16,0 0-45 0,0 0 11 15,0 0-84-15,0 0-120 0,0 0-38 16,0 0 46-16,0 0 21 0,42 82-58 16,-30-44-38-16,-2 4-9 0,2 2-12 15,-2 4-15-15,-1 4-7 0,-2 3-17 32,0 3-7-32,-3 2-12 0,-2 2-3 0,1-1 1 0,-3 0-26 15,1-4-20-15,-1-4-32 0,0-10-2 0,0-11 30 16,0-10 28-16,0-10 11 0,0-7-8 15,0-5-25-15,0 0 9 0,0-8 4 0,2-7 14 16,2-6 7-16,0-6 9 0,3-5-25 16,-1-1 27-16,1 1 0 0,-1 3 1 15,0 5-15-15,2 5 12 0,0 4 0 16,-1 3-22-16,0 6 25 0,3 4 12 16,-1 2 13-16,0 0 2 0,3 0 4 15,-1 8-3-15,0 4-7 0,2 4 13 16,0 2-31-16,1 1 22 0,-2 3-1 15,-2-1-9-15,2 4-2 0,-4-2-12 16,-2 1-1 0,0-2-12-16,2-1-34 0,0-2-49 15,0-3-12-15,1-3-29 0,1-3-102 16,-1-2-62-16,2-4-8 0,4-3-143 0,-5-1-252 16,7-2-591-16</inkml:trace>
  <inkml:trace contextRef="#ctx0" brushRef="#br0" timeOffset="109654.224">19011 13578 1831 0,'0'0'1583'0,"0"0"-1314"0,0 0-114 0,0 0 122 15,0 0 28-15,0 0-95 0,0 0-47 0,0 0-62 16,0 0-64-16,-79 86-22 0,63-55 9 0,2 8 7 15,2 2 15-15,2 3 18 32,4 1 3-32,6 0 37 0,0-2 17 0,2 0-27 15,8-5-21-15,4-5-24 0,4-5-25 16,2-7-22-16,1-6-2 0,1-6-3 16,3-8-21-16,-1-1 21 0,0-3 1 0,-2-7-23 15,-2-5-5-15,0-1-40 0,-4-3-30 16,0-3-6-16,-4 1-16 0,-5 1-43 15,1 2-53-15,-5 3-139 0,-3 2-194 16,0 3-436-16,-12-2-590 0</inkml:trace>
  <inkml:trace contextRef="#ctx0" brushRef="#br0" timeOffset="109838.606">18800 13829 1307 0,'0'0'1670'0,"0"0"-1159"16,0 0-327-16,0 0-33 0,0 0 79 15,0 0 97-15,0 0 34 0,0 0-69 16,105 3-137 0,-71-8-66-16,4-2-26 0,-1-1-47 0,-1-1-16 15,-3 2-13-15,-1 0-47 0,-3-2-87 16,-1 1-79-16,-1 2-75 0,-1 1-214 16,-8 2-742-16,1-2-1122 0</inkml:trace>
  <inkml:trace contextRef="#ctx0" brushRef="#br0" timeOffset="110793.302">19860 13377 988 0,'0'0'2091'0,"0"0"-1642"16,0 0-61-16,0 0 16 0,0 0-17 15,0 0-84 1,88-1-25-16,-54 1-60 0,3 2-72 15,2 1-25-15,4-1-24 0,-1 0-25 16,1-2-17-16,3 0-25 0,-3-2-30 0,2-5 0 16,-5 2 0-16,-4 0-3 15,-5 3-28-15,-6 2 7 0,-5 0-9 0,-6 4-27 16,-6 8-37-16,-2 5-18 0,-6 7 3 16,-2 4-6-16,-13 7 11 0,-5 5 7 0,-2 4 5 0,-6 4 25 15,-3 5 18-15,-3 2 49 0,-2 3 3 16,-4-1 12-16,-2 0-10 0,-1-1 15 15,-1 0 1-15,0-5 3 0,1-2 1 16,4-9 14-16,4-4-5 0,7-8 2 16,8-7 16-16,7-7 0 0,5-6 12 0,8-3-58 15,2-4-3-15,12 2 0 0,9-3 39 0,7 0 49 16,7 0 3-16,3 0-9 0,5 0-21 16,-1-3-10-16,2 2-3 0,-1 1-21 15,1 0-8-15,-1 0-16 0,-2 0-3 16,-3 0-15-16,-1 0-7 0,0 0-35 15,1-5-46-15,-5-2-54 0,-2 0-23 16,-2-1-24-16,-3 2-71 16,-2 0-215-16,-8 0-491 0,3 0-803 0</inkml:trace>
  <inkml:trace contextRef="#ctx0" brushRef="#br0" timeOffset="111178.499">21255 13298 2103 0,'0'0'998'0,"0"0"-784"0,0 0-128 0,0 0 60 0,-76 20 91 16,56-4 69-16,0 5-29 0,3 7-119 15,-1 5-56-15,3 5-4 0,1 8 37 16,2 5 12-16,4 5-22 0,1 3-9 16,2 2-6-16,5 1-16 0,0-5-9 15,2-5-28-15,6-5-32 0,2-6-25 0,4-8-2 16,1-5-23-16,5-9-8 0,2-2-28 15,7-9-57-15,4-6-68 0,7-5-24 16,1-15-11-16,2-10-146 0,2-7-269 0,-15 6-734 16,13-21-882-16</inkml:trace>
  <inkml:trace contextRef="#ctx0" brushRef="#br0" timeOffset="111413.017">21757 13407 3354 0,'0'0'507'0,"0"0"-315"0,0 0 64 16,0 0 63-16,0 0-12 0,-83 62 19 0,63-30-67 16,6 6-99-16,2 3-42 0,4 4-30 0,3-1-1 15,5 3-2-15,0-2-16 0,0-3-18 16,8-2-17-16,0-5-33 0,4-4-1 16,1-7-19-16,2-5 7 0,2-6-6 15,1-4 3-15,1-3-15 0,0-5-33 16,-1-1-73-16,0-1 21 0,-3-8-12 15,0-3-27-15,-1-6-32 0,-4 1-103 0,-1-2-233 0,0-2-260 32,-7 7-456-32,-2-10-244 0</inkml:trace>
  <inkml:trace contextRef="#ctx0" brushRef="#br0" timeOffset="111578.857">21671 13622 2315 0,'0'0'629'16,"0"0"-271"-16,0 0 17 0,0 0 38 0,0 0-43 15,79 37 36-15,-54-28-54 0,4-1-103 16,1-3-79-16,-1-3-55 0,1-2-37 16,1 0-35-16,-4 0-31 0,0-6-12 0,-3-2-21 15,-3-2-106-15,-1 0-19 16,-2-2-17-16,-3 0-32 0,-3-2-74 0,-2 1-232 16,-4 4-507-16,-5-3-642 0</inkml:trace>
  <inkml:trace contextRef="#ctx0" brushRef="#br0" timeOffset="111741.675">22026 13664 1292 0,'0'0'1827'0,"0"0"-1495"0,0 0-107 0,-9 85 133 0,7-61-14 31,2 4 39-31,0-5-49 0,0-4-130 16,0-1-98-16,2-4-68 0,1-3-38 15,2-4-40-15,1-2-72 0,0-1-59 16,0-4-31-16,2 0-46 0,0-9-151 0,-2 2-325 15,5-14-1003-15</inkml:trace>
  <inkml:trace contextRef="#ctx0" brushRef="#br0" timeOffset="111979.43">22440 13339 1398 0,'0'0'2105'15,"0"0"-1802"-15,0 0-89 0,0 0 158 0,0 0-79 16,0 0 35-16,0 0-29 0,82 61-98 15,-65-45-83-15,1 3-21 0,0 0-1 0,2 4 25 16,-5 1-45-16,0 2-43 0,-6 2-21 16,-4 3-1-16,-5 5-11 0,0 1-3 15,-8 6-42-15,-6 2-46 0,-3-1-33 16,-5 4-27-16,-1-3-13 0,-2-1-6 16,-3-1-61-16,-3-3-85 0,0-4-134 15,-3-5-99-15,10-8-425 16,-20 3-546-16</inkml:trace>
  <inkml:trace contextRef="#ctx0" brushRef="#br0" timeOffset="114463.839">9227 14946 1261 0,'0'0'1566'16,"0"0"-1069"-16,0 0-221 0,0 0-17 0,0 0 80 31,0 0-44-31,0 0-42 0,0 0-30 0,0 0-33 16,0 0-56-16,-27 4-49 0,43-8-18 15,8 1 3-15,8-3 2 0,8 2-5 0,6-3-4 16,-1 0-35-16,3 0 5 0,-4-1-18 16,5-1-14-16,-5 0 0 0,0 0-1 15,-2-2-3-15,-3 1-18 0,-2 0-34 16,-4 0-66-16,-1 1-55 0,-6 2-52 16,-1 5-37-16,-4 2-126 0,-9 0-308 15,-1 0-605-15,-8 11-627 0</inkml:trace>
  <inkml:trace contextRef="#ctx0" brushRef="#br0" timeOffset="114686.267">9370 15198 2681 0,'0'0'469'0,"0"0"-242"0,0 0-119 0,0 0 15 16,0 0 1-16,0 0 77 0,0 0 25 15,0 0-23-15,82 26-33 0,-46-26-50 16,3-3-49-16,4-7-40 0,1-3-31 0,0-1-3 16,2-2-22-16,2-1-123 0,1 0-53 15,3 1-57-15,-2-1-170 0,-11 3-571 16,14-3-781-16</inkml:trace>
  <inkml:trace contextRef="#ctx0" brushRef="#br0" timeOffset="115789.153">11301 14318 1053 0,'0'0'1470'0,"0"0"-1148"0,0 0-100 15,0 0 69-15,0 0 86 0,0 0 10 16,0 0-79-16,0 0-120 0,0 0-65 16,0 0 16-16,0 0 69 0,53 55-83 15,-43-5-37-15,-1 10-39 0,-4 3-7 16,-1 5-24-16,-3 3-15 0,-1 5 0 0,0 0-2 16,0 0-1-16,-4-3-33 0,0-5-43 0,2-11-43 15,-1-9 10-15,-1-11 8 0,4-7-16 16,0-10-42-16,0-5-20 0,0-7-38 15,0-3-87-15,0-3-115 0,4-2-129 16,-1-5-151-16,-1-2-123 0,1-12-234 0</inkml:trace>
  <inkml:trace contextRef="#ctx0" brushRef="#br0" timeOffset="115935.911">11372 15047 378 0,'0'0'1308'0,"0"0"-802"0,0 0-27 0,0 0-39 15,0 0-20-15,0 0-57 0,0 0-64 16,91-63-72-16,-60 58-67 0,5 0-33 15,3 2 5-15,1-2 3 0,1 0-19 16,3-4-58-16,-3-2-43 0,-1-3-15 0,2-3-15 16,-6-2-104-16,0 0-68 0,-3-1-69 15,-4 0-72-15,-6 6-272 0,0-8-720 0</inkml:trace>
  <inkml:trace contextRef="#ctx0" brushRef="#br0" timeOffset="116157.841">11954 14439 790 0,'0'0'2326'0,"0"0"-2052"15,0 0-140-15,0 0 94 0,-6 67 106 16,6-34-11-16,0 4-73 0,2 3-65 16,6 6-60-1,2 0 16-15,0 4-22 0,1 2-67 16,1-1-39-16,0 1-13 0,0-1-21 0,2-3-74 0,-1-1-82 15,3-5-31-15,1-7-5 0,3-10-53 16,2-7-169-16,-5-9-241 0,11-10-998 0</inkml:trace>
  <inkml:trace contextRef="#ctx0" brushRef="#br0" timeOffset="116606.215">12804 15254 1266 0,'0'0'1490'0,"0"0"-1057"0,0 0-340 16,0 0 9-16,0 0 139 0,0 0 90 15,0 0-55-15,0 0-121 0,0 0-74 0,0 0-50 16,0 0 6-16,-41 5-12 0,36-30 11 15,1-2-35-15,-1-8 8 0,1-5-9 16,0-5-25-16,-1-2 10 0,3-3-10 0,2 1 25 16,0-1-3-16,8 2-15 0,2 2 15 15,2 1-1-15,5 1 4 0,0 2 1 16,-1 5 24-16,3 4-22 0,-2 3 37 16,2 7-6-16,-1 4 6 0,2 5 7 15,0 5 2-15,-3 4 6 0,3 5-30 16,0 1-1-16,1 10 1 0,0 6 8 0,1 6-8 0,-3 5-1 15,-1 4-21-15,-2 3 19 0,-2 5-19 16,-2 0-1-16,-1 3-2 0,-3-1-11 16,-2 1-54-16,-1-3-23 0,-2-1-14 15,0-5-12-15,1-1 0 0,-1-3-50 16,-1-3-45-16,-1-8-46 0,2-1-89 0,0-3-153 16,-2-6-300-1,2-2-576-15</inkml:trace>
  <inkml:trace contextRef="#ctx0" brushRef="#br0" timeOffset="117254.692">13754 14506 2247 0,'0'0'703'0,"0"0"-402"0,0 0-129 0,0 0 38 16,0 0 95-16,0 0 52 0,0 0-22 15,104-4-62-15,-70 12-117 0,1 0-58 16,-2 3-22-16,0-1-9 15,-4-2-28-15,-2 1-26 0,-1-1-11 16,-6 0-2-16,-7 4-1 0,-4 1-15 16,-3 5-20-16,-6 6-19 0,-7 3-42 15,-8 6-44-15,-5 4 0 0,-4 2 3 16,-3 0 24-16,0-2 28 0,-2-1 15 0,-1-2 12 16,3-5 12-16,1-3 24 0,1-5 23 15,6-3 31-15,2-9 0 0,3 1 6 0,5-5 0 16,4-1 12-16,2-4 29 0,3 1-44 15,0 1-33-15,8-1-1 0,5 3 80 16,5-1 9-16,3 2 6 0,4 1-9 16,2 0 2-16,0 0-5 0,-2 0-19 15,5-2-10-15,-1 0-14 0,1-1-26 0,1-1-14 16,2-2-3-16,0 0-24 0,3 0-22 0,-2-6-70 16,-2-1-95-16,3-3-19 0,-2 2-61 15,0-3-244-15,-9 4-582 0,7-6-808 0</inkml:trace>
  <inkml:trace contextRef="#ctx0" brushRef="#br0" timeOffset="117586.337">15002 14486 3424 0,'0'0'632'15,"0"0"-463"-15,0 0-104 0,0 0 66 16,0 0 17-16,0 0 89 0,-77 73-29 16,53-41-113-16,1 7-46 0,2 2-10 15,2 4-5-15,0 3 9 0,7 0-1 16,0 1 4-16,4-1-10 0,5 0 1 15,3-5 11-15,0 0-8 16,3-3-7-16,9-2-6 0,1-4-3 0,1-2-7 16,6-4-17-16,0-2-3 0,1-5-25 15,2-4-5-15,1-6-34 0,2-4-75 16,1-6-44-16,2-2-28 0,3-13-65 16,0-4-220-16,-9 2-621 0,9-17-997 0</inkml:trace>
  <inkml:trace contextRef="#ctx0" brushRef="#br0" timeOffset="117887.331">15466 14646 2985 0,'0'0'1062'0,"0"0"-839"16,0 0-19-16,0 0 28 0,0 0-66 0,-55 93 35 16,42-60 28-16,2 5-98 0,-1 1-49 15,2 3-16-15,3 0-23 0,-2-1-10 16,2 1-16-16,1 1-17 0,3-3-2 15,2-2 2-15,1-7 0 0,0-3 27 16,4-8-5-16,4-2-22 0,3-4-1 0,1 0-3 16,2-4-8-1,3 1 0-15,3-4-3 0,2-2 3 16,4-1 11-16,1-3-14 0,4-1-6 16,-3-1-31-16,3-8 10 0,-4-2-34 15,0-6-49-15,-1 0-73 0,-5-4-43 16,-1 1-91-16,-6-1-329 0,-4 6-815 15,-8-4-806-15</inkml:trace>
  <inkml:trace contextRef="#ctx0" brushRef="#br0" timeOffset="118039.812">15436 15130 2974 0,'0'0'584'15,"0"0"-341"-15,0 0 19 0,0 0-4 16,0 0 67-16,0 0 10 0,0 0-161 15,96-39-110-15,-70 19-64 0,2-2-19 16,-4 0-145-16,-1 0-54 0,-4 1-37 16,0 3-117-16,-6 2-170 0,-1 3-201 15,-3 6-393-15,-1-1 34 0</inkml:trace>
  <inkml:trace contextRef="#ctx0" brushRef="#br0" timeOffset="118186.728">15727 14936 39 0,'0'0'1259'16,"0"0"-482"-16,0 0-143 0,0 0-130 15,3 91-81-15,0-63-74 0,-2 4-57 0,3-1-57 16,-1 2-43-16,0-1-33 0,2-1-6 15,1-2-24-15,2-7-32 0,-1-4-70 16,0-3-27-16,3-6-76 0,-1-7-73 16,1-2-69-16,4-5-49 0,0-11-199 0,-2 4-679 15,7-19-1057-15</inkml:trace>
  <inkml:trace contextRef="#ctx0" brushRef="#br0" timeOffset="118374.659">16295 14775 3086 0,'0'0'516'16,"0"0"-333"-16,0 0 110 0,0 0 28 0,0 0 28 16,40 81-37-1,-26-63-153-15,0 1-92 0,0 1-19 16,-3 0 1-16,-2 4-34 0,-2 0-15 16,-3 4-2-16,-4 4-37 0,-7 4-46 15,-9 7-40-15,-4 2-62 0,-4 4-55 16,-7 1-135-16,5-12-421 0,-24 23-1111 0</inkml:trace>
  <inkml:trace contextRef="#ctx0" brushRef="#br0" timeOffset="121316.849">4470 16186 1793 0,'0'0'1405'0,"0"0"-1176"0,0 0-130 16,0 0 62-16,0 0 101 0,0 0 67 16,0 0-87-16,0 0-73 0,0 0-70 15,0 0-26-15,33-10 13 0,-23 30 58 0,0 11 11 16,2 9-67-16,-2 10-42 0,-4 7-19 16,-4 5-1-16,0 2-26 0,-2 2-2 15,0 1-17 1,-3-1 16-16,0-2-36 0,0-1-34 0,2-8-31 15,-2-5-5-15,3-6-20 0,0-11-43 16,3-10-28-16,1-9-75 0,0-8-139 16,1-6-92-16,2-7-54 0,2-11 86 15,-1-6 40-15,0-7 24 0,-1-6 137 16,3-4 152-16,-4-1 121 0,1 5 81 16,0 3 177-16,3 9 275 0,0 6-25 0,2 3-95 15,2 5-61-15,4 4-31 0,5 2-12 16,4 1-20-16,5 1-68 0,2 0-57 15,5 1-28-15,1-2-1 0,2 0-16 16,2-2-39-16,0-3-31 0,0-2-49 0,-3-3-19 16,-2 0-27-16,-1-4-104 0,-4 3-40 15,-2-2-42-15,-2 2-75 0,-2 0-178 0,-8 3-310 16,-3-7-800-16</inkml:trace>
  <inkml:trace contextRef="#ctx0" brushRef="#br0" timeOffset="121527.083">5330 16202 2651 0,'0'0'351'0,"0"0"-278"0,0 0-25 0,0 0 144 15,0 0 189-15,0 0-45 0,-1 66-150 16,1-35-74-16,4 5-4 0,-1 3 3 16,2 2 34-16,1-1-34 0,0 1-37 15,0-1-31-15,0 0-34 0,1-1-9 0,3-2-25 16,-1 0-39-16,3-2-133 15,2 0-97-15,2-2-28 0,1-1-160 0,-5-8-504 0,8 1-431 0</inkml:trace>
  <inkml:trace contextRef="#ctx0" brushRef="#br0" timeOffset="121802.52">6395 16671 3724 0,'0'0'466'0,"0"0"-323"0,0 0-100 0,0 0 96 15,0 0 99-15,0 0 7 0,0 0-120 16,9 72-88-16,0-44-22 0,-2-1-12 0,3-3 28 15,-3-1-31-15,2-4-19 0,-1-3-20 16,0-4-44-16,-4-5-76 0,-1-2-28 16,-3-4-57-16,0-1-97 0,-3 0-173 15,-1 0-448-15,-16-6-1016 0</inkml:trace>
  <inkml:trace contextRef="#ctx0" brushRef="#br0" timeOffset="121950.342">6250 16398 3624 0,'0'0'435'16,"0"0"-400"-16,0 0-4 0,0 0 38 0,0 0 61 15,0 0-58-15,0 0-72 0,0 0-49 16,99-22-175-16,-67 11-160 0,-6 2-255 16,20-10-1006-16</inkml:trace>
  <inkml:trace contextRef="#ctx0" brushRef="#br0" timeOffset="122219.109">6779 16521 2579 0,'0'0'1237'16,"0"0"-1121"-16,-39 66-63 0,22-41 167 15,1 5 208-15,0-2-143 0,4-4-132 16,3-1-86-16,6-6-21 0,3-2-6 0,2-1-7 16,11 0-33-16,4-1-28 0,5-2 26 15,5-2-16 1,4-2 5-16,-1-2-8 0,2-3-2 0,-3 1 23 15,-2-1 12-15,-3 0-9 0,-8 4-3 16,-1 0 1-16,-7 5 14 0,-5 2 13 16,-3 5-1-16,0 3-21 0,-10 7-6 15,-6 0-94-15,-1 2-7 0,-5-4 31 16,-1 0-7-16,-1-5-58 0,1-2-28 0,-3-2-109 16,-3-4-201-16,9-4-632 0,-13-2-1066 0</inkml:trace>
  <inkml:trace contextRef="#ctx0" brushRef="#br0" timeOffset="122883.671">8159 16554 153 0,'0'0'2319'0,"0"0"-1925"0,0 0-224 15,0 0 63-15,0 0 149 0,0 0-27 16,39 72-85-16,-34-42-109 0,2 6-62 16,-6-2-19-16,2 1-18 0,-3-1-13 15,1-5-15-15,1-4-21 0,-2-5-13 16,3-6-27-16,-2-4-19 0,2-3 9 16,-1-3-37-16,-1-4 12 0,1 0 25 0,1-7-16 0,1-4 31 15,3-3 22-15,2-6 38 0,2-1-14 16,0-4-8-16,3 0-16 0,1 4 0 15,-2 0-12-15,5 5 12 0,-4 4 27 16,2 5-2-16,-5 5-24 0,1 2 0 16,-1 4 26-16,-2 8 10 0,0 4 25 15,-1 4-4-15,-2 1-12 16,0 3-6-16,0 1-6 0,-2-1 21 16,-1-3-40-16,0-3-15 0,1-4-12 15,-1-3-28-15,1-5-123 0,-1-3-90 16,3-3-70-16,0 0-93 0,5-7-115 15,-2-6-215-15,0 2-319 0,3-12 247 0</inkml:trace>
  <inkml:trace contextRef="#ctx0" brushRef="#br0" timeOffset="123106.428">8586 16763 873 0,'0'0'521'0,"0"0"84"15,0 0-3-15,0 0-110 0,0 0-123 16,0 0-62-16,46 82-17 0,-36-59-12 0,-3-3-61 16,1-3-73-16,0-6-39 0,1-8-38 15,1-3-33-15,2 0 6 0,3-11 3 16,1-5 12-16,4-9-15 0,-4-2-40 15,-1-4-17-15,-2 1-13 0,-2 5 2 0,-4 2 7 16,-2 7 2-16,-4 6-2 0,-1 3 6 0,0 5 2 31,-3 0 1-31,-7 2-21 0,-1 0 8 16,-4 3 3-16,-3 4-8 0,0 1-10 16,-2 4-28-16,2 0-24 0,4 1-19 15,1-1-60-15,3-1-133 0,6-3-178 16,1-2-334-16,2-4-811 0</inkml:trace>
  <inkml:trace contextRef="#ctx0" brushRef="#br0" timeOffset="123400.163">8838 16668 2644 0,'0'0'472'16,"0"0"-296"-16,0 0 84 0,0 0 128 16,0 0-15-16,0 0-23 0,0 0-86 0,44 71-105 15,-42-55-56-15,2-3-36 0,1-1-67 0,-2-2-18 16,1-4-16-16,-1-1-11 0,0-2-16 15,1-3-37-15,-1 0-9 0,3 0 6 16,-2-6 42-16,5-2 47 0,1-3 12 16,3 3 0-16,0-3-20 0,4 2-8 0,1 2 9 31,-1 4-2-31,-1-1-1 0,-2 4-3 16,1 0-2-16,-3 9 5 0,-3 0 22 0,1 4 2 15,-3 2 20-15,-1 1-22 0,-2 3-24 16,-1-1-25-16,2-2-54 0,-1 0-80 15,0-4-128-15,5-5-169 0,-5-2-315 0,5-5-720 16</inkml:trace>
  <inkml:trace contextRef="#ctx0" brushRef="#br0" timeOffset="124023.393">9580 16277 1068 0,'0'0'622'0,"0"0"-252"0,0 0-88 16,0 0 102-16,0 0 21 0,0 0-61 15,0 0-53-15,0 0-58 0,0 0-32 16,0 0-18-16,-7 41-28 0,4-25-50 15,0 2-40-15,0 1-28 0,-1 2-16 16,4 0-3-16,0 3 7 0,0 0 12 16,2 1-3-16,5-1-1 0,-3 0-8 0,3 1 8 0,1 1-2 15,-1 1 6-15,1 1 9 0,-2 3-1 16,0 2 4-16,1-3-6 0,2 3-16 16,-4-2-24-16,3-2-3 0,-1-1 0 15,0-2-3-15,0-3-21 0,-1-8-10 16,0-3-60-16,4-7-44 0,-3-4-18 15,3-1 2-15,-2-7 9 16,3-6-44-16,-4-4-121 0,-1-3-122 16,-2 2-286-16,-4-6-654 0</inkml:trace>
  <inkml:trace contextRef="#ctx0" brushRef="#br0" timeOffset="124239.865">9431 16654 3071 0,'0'0'500'0,"0"0"-370"0,0 0 56 16,0 0 175-16,0 0-27 16,0 0-103-16,0 0-154 0,0 0 21 0,0 0 12 15,83 11-19-15,-50-13-60 0,0-6-31 16,1-1-11-16,-3-4-29 0,0-3-39 16,-3 3-62-16,1-4-43 0,-3 3-75 0,-3 0-135 15,-4 3-247-15,-5 1-656 0,-5 5-877 0</inkml:trace>
  <inkml:trace contextRef="#ctx0" brushRef="#br0" timeOffset="124502.833">9893 16562 2846 0,'0'0'423'0,"0"0"-289"0,0 0 107 16,0 0 77-16,0 0-10 0,0 0 7 15,84 47-108-15,-71-30-63 0,-2 3-13 0,-1 1 3 16,-1 4-21-16,-5 1-31 0,0 0-12 15,-2 3-12-15,-2-1-10 0,0 0-5 16,0-2-10-16,-2-5-3 0,-2-4-12 16,3-6-3-16,1-7-12 0,0-4-3 15,0 0-9-15,0-4-21 0,8-7 9 0,0-8 0 16,3-4-4-16,3-6-53 16,1-3-22-16,4-2-19 0,-2 4-6 0,2 1-33 15,1 2-57-15,-1 1-105 0,2 1-161 16,-1 4-230-16,-7 4-582 0,7-3-416 0</inkml:trace>
  <inkml:trace contextRef="#ctx0" brushRef="#br0" timeOffset="124656.273">10364 16576 2130 0,'0'0'975'0,"0"0"-825"0,0 0 0 0,0 0 132 16,0 0 141-16,15 78-29 15,-12-66-107-15,0-3-116 0,-2-3-82 0,2 0-52 16,-2-6-37-16,2 0-43 0,0 0-46 0,-2 0-58 15,2-4-10-15,2-4-65 0,-1-2-92 16,0-4-184-16,-1 2-627 16,0-4-786-16</inkml:trace>
  <inkml:trace contextRef="#ctx0" brushRef="#br0" timeOffset="125510.695">10461 16586 39 0,'0'0'1942'0,"0"0"-1644"16,0 0-298-16,0 0 0 0,0 0 49 15,0 0 61-15,0 0-26 0,0 0-81 16,0 0-3-16,0 0 0 0,-6 2 16 16,6-2 20-16,0 0-4 0,0 0-16 0,0 0-12 0,0 0 21 15,0 0 11-15,0 0-7 0,0 0-7 16,0 0-22-16,0 0-21 0,0 0-8 16,0 0-26-16,0 0-26 0,0-1-15 15,-1-1 31-15,-2 1 10 0,1-2 13 0,1 3 13 16,-2 0-4-16,0-1-38 0,0 0-104 15,0-1-150 1,2 1-248-16,-1-4-518 0,24 22 1091 0</inkml:trace>
  <inkml:trace contextRef="#ctx0" brushRef="#br0" timeOffset="125742.193">10351 16424 2126 0,'0'0'459'0,"0"0"-191"0,0 0-98 0,0 0 162 16,0 0 8-16,0 0-48 0,0 0-112 31,0 0-118-31,0 0-62 0,73-68-11 16,-58 60-46-16,0 2-116 0,-1 0-116 15,-4 4-184-15,3 2-950 0</inkml:trace>
  <inkml:trace contextRef="#ctx0" brushRef="#br0" timeOffset="127176.495">10362 16595 443 0,'0'0'1133'0,"0"0"-717"0,0 0-163 0,0 0 35 16,0 0 28-16,0 0-28 0,0 0-55 15,0 0-90-15,0 0-45 0,0 0 7 16,-8 6 24-16,20 2 53 0,-1 2-34 16,-2 4-30-16,4-1-31 0,-3 2 3 15,-3 0-22-15,1 3-6 0,-3 1-13 16,-1 2-30-16,-2 1-7 0,-2 1-12 0,0-3-10 0,0 2-18 15,-2-5-49-15,-1-1-56 0,2-5-41 16,1-3-29-16,0-2-52 0,0-5-93 16,0-1-183-16,3 0-479 0,4-13-274 0</inkml:trace>
  <inkml:trace contextRef="#ctx0" brushRef="#br0" timeOffset="127415.009">10631 16567 1649 0,'0'0'536'0,"0"0"-142"0,0 0 8 0,0 0-56 16,0 0-35-16,29 80-27 0,-26-57-39 15,0 0-34-15,0 2-22 0,0-2-35 16,0-3-37-16,2-2-50 0,-1-7-45 0,2-5-22 16,1-4-25-16,2-2 12 0,2 0 13 15,1-8 30-15,5-7 10 0,2-4-24 16,-2-1-16-16,0-4-19 0,-2-1-33 15,1 3-9-15,-2 0-19 0,0 2-28 0,1 1-46 16,-2 2-44-16,4 1-65 0,0 0-140 16,-3 4-279-1,7-4-624-15</inkml:trace>
  <inkml:trace contextRef="#ctx0" brushRef="#br0" timeOffset="127948.192">11145 16577 1744 0,'0'0'1137'0,"0"0"-913"0,0 0-80 16,0 0 212-16,-7 85 161 0,3-67-107 0,-2-1-167 0,3-5-141 16,2-3-66-16,-1-3-36 0,2-4-11 15,0-1-23-15,0-1-9 0,0 0-6 16,3 0-58-16,2-2-63 0,2-3 9 16,0-4-1-16,0 0-33 0,2-3-63 15,-1 1-71-15,0 0-10 0,-1-1-47 16,-1 0 8-16,1-1 70 0,-3-1 153 0,3 1 54 15,-2-5-23-15,-2 1 30 0,0 2 47 16,-1 2 47-16,1 3 108 0,1 3 51 0,-1 4 33 16,-1 1-1-16,1 2-13 0,-2 0-9 15,1 3 50-15,-1 4 80 0,2 1-8 16,-3 3-55-16,1-1-30 0,2-1-21 16,-3-2-8-1,3-1-21-15,-1-5-81 0,5-1-75 0,1 0 2 16,4-7-1-16,5-6 48 0,4-8-39 15,3-7-10-15,3-4-97 0,4-5-12 16,-1-1-4-16,-1-1-6 0,-2 0-17 16,2 2 4-16,-5 2 31 0,-2 1 50 15,-2 3 51-15,-3 2 19 0,-5 5 38 0,-2 5 35 16,-1 6 50-16,-4 4 24 0,-2 4 20 0,-1 5-34 16,-1 0-31-16,-1 0-22 0,0 7 9 15,0 4 9-15,0 7 49 0,0 7-47 16,0 9-37-16,0 4-24 0,0 6-3 15,0 3 0-15,2 0-9 0,1 3-25 0,1 2 15 16,-1-2-36-16,1-2 0 0,0-2-45 16,-1-5-80-1,0-6-64-15,3-4-29 0,0-7-37 16,1-3-95-16,1-6-185 0,0-3-445 16,1-4-640-16</inkml:trace>
  <inkml:trace contextRef="#ctx0" brushRef="#br0" timeOffset="128496.016">13192 16122 1944 0,'0'0'541'0,"0"0"-151"0,0 0-5 15,0 0-13-15,0 0-29 0,0 0-58 0,0 0-15 0,0 0-67 16,67 86-37-16,-58-43-41 0,-2 10-30 16,1 1 0-16,-1 6 2 15,0 2-9-15,0 1-12 0,-1-1-18 16,0-1-25-16,2-2-33 0,-2-3-2 16,0-3-19-16,1-6-43 0,2-5-88 15,-2-11-33-15,0-6-8 0,2-7 0 16,2-9-35-16,1-3-79 0,0-6-212 15,-3-1-438-15,5-17-478 0</inkml:trace>
  <inkml:trace contextRef="#ctx0" brushRef="#br0" timeOffset="128780.99">13784 16323 802 0,'0'0'2097'0,"0"0"-1601"0,0 0-325 16,0 0 38-16,0 0 143 0,1 85 3 15,-1-45-69-15,0 5-114 0,0 2-50 0,0-1-36 16,0-3-28-16,3-4-38 0,2-3-20 15,1-7-31-15,-1-6-39 0,3-5-76 16,0-2-38-16,-1-7-22 0,-1 1-51 0,0-5-128 16,-3-2-286-16,4-3-729 0</inkml:trace>
  <inkml:trace contextRef="#ctx0" brushRef="#br0" timeOffset="128950.483">13842 16654 2869 0,'0'0'649'31,"0"0"-431"-31,0 0 27 0,0 0 84 0,0 0-1 16,0 0-24-16,101 43-99 0,-73-41-102 16,1-2-42-16,4-2-61 0,2-10-33 15,1-5 5-15,2-2-97 0,-1-4-28 0,0-3-64 16,-2 0-101-16,-5 2-138 0,-9 5-284 16,0-3-994-16</inkml:trace>
  <inkml:trace contextRef="#ctx0" brushRef="#br0" timeOffset="129134.822">14278 16366 2538 0,'0'0'531'0,"0"0"-310"0,0 0-8 15,0 0 106-15,0 0 39 0,-4 70-23 16,4-41-106-16,4 4-39 0,1 0-10 16,-1 2-28-16,-1 0-30 0,4 3-58 15,-2-1-64 1,0-1-3-16,-1 0-94 0,2-5-95 15,0-4-37-15,0 0-63 0,5-4-232 0,-5-6-601 16,4-4-815-16</inkml:trace>
  <inkml:trace contextRef="#ctx0" brushRef="#br0" timeOffset="129566.908">14733 16198 3067 0,'0'0'582'16,"0"0"-389"-16,0 0-8 0,0 0 112 0,-8 66 44 15,8-37-50-15,0 7-86 0,0 3-86 16,0 4-40-16,6 4-13 0,1 1-17 15,0 7-22-15,1 0-11 0,-1 5-16 16,1 1-13-16,-3-2-72 0,-2-1-63 0,-2-6-32 0,3-3-47 16,-1-3-96-16,0-5-276 0,-1-11-641 15,-2 4-845-15</inkml:trace>
  <inkml:trace contextRef="#ctx0" brushRef="#br0" timeOffset="130299.702">12814 15929 1876 0,'0'0'606'15,"0"0"-290"-15,0 0-75 0,0 0-39 0,0 0 293 16,0 0-212-16,0 0-89 0,0 0-16 16,-3 75 7-16,3-36 6 0,0 10-10 15,0 8-37-15,6 9-25 0,2 11-22 16,3 6-18-16,-1 10-6 0,0 6-15 16,0 4-30-16,-3 1-28 0,-2 1-1 0,-1-5-11 15,-2-5-22-15,-1-7-26 0,2-10-4 0,-1-7-24 16,1-9-13-16,0-10-5 0,2-9-11 15,-2-10-11-15,1-7-4 0,0-10-1 16,-1-5-28-16,-1-6-100 0,-1-5-180 16,-1 0-176-16,0-5-143 0,0-11-343 0</inkml:trace>
  <inkml:trace contextRef="#ctx0" brushRef="#br0" timeOffset="130654.346">12268 16752 3079 0,'0'0'427'15,"0"0"-262"-15,0 0-90 0,0 0 48 16,0 0 179-16,11 86-32 16,-2-41-112-16,-1 6-66 0,0 1-49 0,-2 4 16 15,0 1-19-15,-4 4 15 0,1 2-3 16,0-1-52-16,-3 1-1 0,0 0-2 16,0-4-22-16,-4-2-14 0,0-8-63 0,2-8-58 15,1-9 3-15,1-8-30 0,0-10 35 16,0-7-18-16,0-6-82 0,3-1-155 15,1-9-102-15,3-9-2 0,-1-7-66 0,0 3-149 0,-1-26-236 16</inkml:trace>
  <inkml:trace contextRef="#ctx0" brushRef="#br0" timeOffset="130853.971">12341 16911 1562 0,'0'0'510'0,"0"0"-157"0,0 0-11 15,25-80 21-15,-12 59-13 0,3 2-93 0,6 2-71 16,1 2-54-16,2 2-32 0,-3 1-9 0,3 3-23 15,-5 2-15-15,-4 6-19 0,-3-1-34 16,-5 2-24-16,-3 2-10 0,-4 5 34 16,-1 5 28-16,-1 3 49 0,-10 7-73 15,-3 3-4-15,-5 6-75 0,-4-1-12 16,-1 1-37 0,1-4-78-16,-2-2-81 0,2-5-181 15,5-7-311-15,-6 2-745 0</inkml:trace>
  <inkml:trace contextRef="#ctx0" brushRef="#br0" timeOffset="133842.745">16201 16731 2617 0,'0'0'415'16,"0"0"-96"-16,0 0-68 0,0 0-109 15,0 0-47-15,0 0 37 0,0 0 112 0,0 0-45 16,91-8-53-16,-48-4-11 0,6-1-30 16,1-1-50-16,-3 3-27 0,-1-1-28 15,-6 2-34-15,-2 1 6 0,-7 1 25 16,-2 3-31-16,-6-1-85 0,-1 4-85 16,-8 2-54-16,-5 0-46 0,-5 5-123 0,-4 5-209 0,0 0-482 15,-10 6-372-15</inkml:trace>
  <inkml:trace contextRef="#ctx0" brushRef="#br0" timeOffset="134027.891">16399 16829 2217 0,'0'0'352'0,"0"0"-39"16,0 0-85-16,0 0-59 0,0 0 89 0,0 0 42 16,0 0-42-16,86 21-87 15,-53-21-68-15,4-5-47 0,-4-7-38 0,2-2-18 16,0-4-37-16,-1-3 9 15,-3 0-130-15,-4-1-112 0,-3 0-134 0,-9 5-254 16,-2-5-767-16</inkml:trace>
  <inkml:trace contextRef="#ctx0" brushRef="#br0" timeOffset="134290.569">16695 16320 1899 0,'0'0'363'15,"0"0"-120"-15,0 0 66 0,0 0-1 16,91-7-59-16,-58 15-42 0,3 5 4 16,3 2-19-16,0 4-72 0,0 2-26 0,-1 5-48 15,-1 3-44-15,-6 6 19 0,-6-2-8 16,-5 6-26-16,-8 2 7 16,-5-2 6-16,-7 3 33 0,0-2-33 0,-10-1-12 15,-2-1 9 1,1-4-35-16,-3-2-30 0,0-3-35 15,0-3-14-15,1-6-31 0,0 1-13 0,0-5-99 16,-1-4-204-16,4-5-619 16,-8-2-411-16</inkml:trace>
  <inkml:trace contextRef="#ctx0" brushRef="#br0" timeOffset="135694.267">21588 7522 2050 0,'0'0'551'0,"0"0"36"15,0 0-386-15,0 0-4 0,0 0-23 16,0 0 21-16,0 0-16 0,0 0-26 16,0 0-10-16,0 0 18 0,63 11 39 15,-21-9-59-15,7-2-43 0,4 0-37 0,5 0-19 16,-1-4-11-16,0 1-16 0,1-3 8 15,-1 0-23-15,-1-1-12 0,-2 1 10 0,-7 0-37 32,-1 0-83-32,-7 1-50 0,-7 5-3 15,-5 0 2-15,-10 0-119 0,-5 0-132 0,-9 5-233 16,-3 1-522-16,-9 2-249 0</inkml:trace>
  <inkml:trace contextRef="#ctx0" brushRef="#br0" timeOffset="135884.166">21907 7630 2149 0,'0'0'317'16,"0"0"-88"-16,0 0-16 0,0 0 97 16,0 0-23-16,0 0-40 0,0 0-40 15,0 0-9-15,-21 73 1 0,54-68-31 0,9-2-39 16,7-3-43-16,6 0-49 0,1-8-21 16,0-1-16-16,2-3-14 0,-3 2 12 0,-3-2-41 15,-3 1-24-15,-3-3-103 0,-4 1-35 16,-6-2-127-16,-5 2-221 0,-8 1-571 15,-8-6-721-15</inkml:trace>
  <inkml:trace contextRef="#ctx0" brushRef="#br0" timeOffset="136147.918">22359 7159 408 0,'0'0'2387'15,"0"0"-2143"-15,0 0-161 0,0 0-9 0,100 50 38 16,-66-33 82 0,3 2-4-16,1-1-14 0,-1 1-41 0,3 3-24 0,-6 3-49 0,-1-1-62 15,-5 5-15-15,-7 2-6 0,-4-1 2 16,-8 1-37-16,-8 2-58 0,-3 4-12 16,-17 0 44-16,-8 4 19 0,-9 0 9 15,-6 2-66-15,-6-3-17 0,-2 0 51 16,-2-5 64-16,2-7-10 0,-1-6-51 0,2-5-100 15,3-6-119 1,-2-8-167-16,15-3-330 0</inkml:trace>
  <inkml:trace contextRef="#ctx0" brushRef="#br0" timeOffset="136496.097">21702 7174 1843 0,'0'0'1153'15,"0"0"-900"-15,0 0-151 0,0 0 44 16,0 0 41-16,0 0-48 0,0 0-13 16,0 0-29-16,0 0-21 0,0 0-20 0,-20 67-37 0,-11-28-18 15,0 3 2 1,-2-1 16-16,-1 3-17 0,0-1 14 15,1 0-16-15,-1 2-12 0,0 0-7 16,2 0 17-16,6-5-20 0,5-5 22 16,4-6 0-16,8-3-2 0,7-3 2 15,2 0 0-15,8-3 41 0,9 5 40 0,3 0-4 16,8 0 29-16,3 0 5 0,8 0-31 16,3-2-19-16,7-4-27 0,4-2-18 15,3-3-16-15,5-2-16 0,-1 0-91 0,-1-1-113 16,-1 0-69-16,-5 0-110 0,-17-2-240 15,8 8-854-15</inkml:trace>
  <inkml:trace contextRef="#ctx0" brushRef="#br0" timeOffset="137483.193">24424 7428 2459 0,'0'0'322'0,"0"0"-168"0,0 0 16 0,0 0 35 16,0 0 65-16,0 0-2 15,0 0-13-15,0 0-71 0,-85 8-66 0,71 10-22 16,-2 3 3-16,1 8-7 0,1 5-21 16,1 6-16-16,0 4-3 0,0 2-15 15,2 5-3-15,1-1-7 0,2 2-11 16,3-6-13-16,5-2 9 0,0-6 3 0,4-6 1 15,9-5-16-15,1-3 1 0,6-7 0 0,1-6 15 16,5-4-14-16,2-6-2 0,3-1 1 16,3-11 0-16,5-5 39 0,4-6-22 15,2-8-18-15,1-3-3 0,3-5-49 16,0-2-15-16,0-5 6 0,-3 0 6 16,-1 0 53-16,-8-1-74 15,-8 3 17-15,-8 0-11 0,-7 7 38 16,-10 1 32-16,-4 4 12 0,-6 5 16 15,-11 2 27-15,-3 3-30 0,-5 2 12 16,-6 1 15-16,0 1-21 0,-2 3 18 16,0 2-4-16,1 3-26 0,1 2-19 15,0 6-22-15,3 1-20 0,0 0-7 16,4 8-13-16,2 3-18 0,5 1-43 0,1 1-53 0,4 5-73 16,0-1-122-16,1 2-145 0,6-3-239 15,-1 4-676-15</inkml:trace>
  <inkml:trace contextRef="#ctx0" brushRef="#br0" timeOffset="137837.55">25439 7568 2538 0,'0'0'790'15,"0"0"-403"-15,0 0-204 0,0 0-23 16,0 0 40-16,0 0 36 0,0 0 26 0,0 0-78 0,0 0-28 15,95-2-25-15,-60-3-43 0,5 1-39 16,-1-3-10-16,1 1-27 0,-1 0-11 16,1 0-1-16,-5 0 0 0,-3-1-36 15,-4 4-43-15,-6-3-76 0,-2 5-41 16,-3-1-31-16,-8 2-119 0,-4 0-280 16,-5 2-665-1,-8 6-614-15</inkml:trace>
  <inkml:trace contextRef="#ctx0" brushRef="#br0" timeOffset="138090.155">25368 7824 2936 0,'0'0'467'0,"0"0"-349"0,0 0-55 0,0 0 142 15,0 0 53-15,0 0 39 0,78 19-86 16,-51-15-85-16,5-1-71 0,4 0-9 16,4-2-44-1,-1-1 12-15,0 0-14 0,4-1-3 16,-4-5-108-16,-1 2-68 0,-3-1-50 16,-7 2-78-16,-5 0-195 0,-10 3-614 0,-13 0-1025 15</inkml:trace>
  <inkml:trace contextRef="#ctx0" brushRef="#br0" timeOffset="138300.975">25360 8100 3432 0,'0'0'533'0,"0"0"-479"0,0 0 28 15,0 0 62-15,0 0 57 0,102-15 83 16,-65 5-106-16,5 2-89 0,3-2-43 0,2 0-46 15,4 1-39-15,-2 0 15 0,-3 2-7 16,-3 1-85-16,2 3-90 0,-6-2-85 0,-2 1-141 16,-11 3-333-16,7-3-978 0</inkml:trace>
  <inkml:trace contextRef="#ctx0" brushRef="#br0" timeOffset="139520.141">26745 7188 1816 0,'0'0'321'0,"0"0"-188"0,0 0-1 0,0 0 445 0,0 0-222 15,0 0-53-15,0 0-22 0,0 0-19 16,0 0-56-16,0 0-50 0,-16 9-13 15,16 10 55-15,2 9 11 0,1 9-50 16,0 11-21-16,-3 7-19 0,0 8-6 16,0 6-45-16,-6 3-46 0,-1 3 10 0,-3 5-28 15,0-1-3-15,0 1 2 16,-3-3-2-16,3-3 0 0,0-3-16 0,1-12-23 0,4-4-18 0,2-13-49 16,3-9-7-16,0-8-27 15,3-10-9-15,4-3-7 0,3-5-6 16,1-4-82-16,4-3-112 0,2-9-125 15,-3-1-242-15,10-18-757 0</inkml:trace>
  <inkml:trace contextRef="#ctx0" brushRef="#br0" timeOffset="139888.795">27528 7330 2032 0,'0'0'175'0,"0"0"410"0,0 0-322 16,0 0-39-16,0 0 68 0,0 0 5 15,0 0-20-15,0 0-56 0,0 0-63 16,0 0-32-16,0 0-15 15,-3 0 0-15,1 5 2 0,-3 2-25 16,-2 9-24-16,-3 8-9 0,-2 5-6 16,-3 10-3-16,-1 8 5 0,-1 5-8 15,-3 6 6-15,2 7-4 0,-1-3-12 16,3 3-11-16,-1-4-22 0,6-3-10 0,-1-4 8 16,6-11-14-16,5-7-32 0,1-9-86 15,4-8-21-15,8-7-25 0,-1-5 20 0,6-7-52 16,-1 0-141-16,-1-6-301 0,2-16-875 0</inkml:trace>
  <inkml:trace contextRef="#ctx0" brushRef="#br0" timeOffset="140057.624">27469 7803 3380 0,'0'0'619'15,"0"0"-381"-15,0 0-79 0,0 0 143 0,0 0-4 16,77 1-2-16,-45-1-105 0,5 0-106 15,0-1-65-15,2-8-20 0,-1 1-30 16,-1-4-49-16,-2-1-45 0,-4 1-38 16,0-5-54-16,-3 4-97 0,-4-3-130 15,-3-1-180-15,-6 5-397 0,-2-5-348 0</inkml:trace>
  <inkml:trace contextRef="#ctx0" brushRef="#br0" timeOffset="140241.885">27947 7436 1474 0,'0'0'818'0,"0"0"-407"0,0 0 9 15,0 0-12-15,0 0-35 0,0 0-59 16,0 0-85-16,0 0-80 0,0 0-20 16,-62 74 19-16,57-37 26 0,2 1-40 15,0 3-46-15,2 1-15 0,-1 0-24 16,0 2-34-16,-1-4-15 0,-2 1-13 16,2-2-66-16,-1-6-82 0,4 2-47 0,0-5-25 15,0-3-135-15,9-4-272 0,-3-7-682 16,8-4-930-1</inkml:trace>
  <inkml:trace contextRef="#ctx0" brushRef="#br0" timeOffset="140519.846">28558 7701 3332 0,'0'0'459'0,"0"0"-279"0,0 0 61 0,-81 59 131 16,47-26-33-16,-6 2-55 15,4 4-50-15,2 1-68 0,5 2-44 16,4-3-38-16,9-2-35 0,4-4-28 16,6-3-21-16,4-2-21 0,2-8-4 0,3-2 13 15,8-5-9-15,3-5-18 0,3-5-3 16,2-3-31-16,4 0 43 0,3-6-16 0,-1-6-30 0,0-1-36 16,0-3-25-16,-4-2-21 15,-3 4-17-15,-4-3-79 0,-4 4-53 0,-5-1-55 16,-5 1-102-16,0 3-165 0,-11 0-146 15,0 3-2-15,-17-4-1 0</inkml:trace>
  <inkml:trace contextRef="#ctx0" brushRef="#br0" timeOffset="140641.555">28295 7972 329 0,'0'0'1434'15,"0"0"-799"-15,0 0-129 0,0 0-61 16,0 0-39-16,0 0-44 0,0 0-67 16,0 0-78-16,0 0-162 0,0 0-18 15,0 0 12-15,29 0-9 0,3-6-40 16,1 1-15-16,-2 0-124 0,-2-1-61 15,-4 5-61-15,-5-4-50 0,-1 4-125 16,-5-1-236-16,-2-1-591 0,-4 1-224 0</inkml:trace>
  <inkml:trace contextRef="#ctx0" brushRef="#br0" timeOffset="140788.471">28562 7938 2218 0,'0'0'591'16,"0"0"-280"-16,0 0-20 0,0 0 51 15,0 0 57-15,-7 77-14 0,2-54-123 16,2 0-94-16,0-2-61 0,3-2-62 15,0-1-45-15,0-1-49 0,6-4-39 0,2-3-102 16,4-3-41-16,3-4-79 0,3-3-174 16,-4-1-520-16,11-16-871 0</inkml:trace>
  <inkml:trace contextRef="#ctx0" brushRef="#br0" timeOffset="141062.624">29276 7302 3705 0,'0'0'531'15,"0"0"-416"-15,0 0 65 0,0 0 48 16,0 0 48-16,0 0 35 0,-4 89-75 0,4-53-81 16,0 4-56-16,6 4-32 0,-2 6-10 15,1 2-11-15,-2 5-22 0,-1-2-6 16,-2 2-18-16,0 4-13 0,0 3-8 15,-7 1-10-15,-2 1-56 0,-5-1-43 0,1-7-21 16,0-1-1-16,2-7-6 0,0-2-52 31,0-4-72-31,2-4-66 0,4-8-108 0,-1-7-166 0,2-8-192 16,4-8-683-16</inkml:trace>
  <inkml:trace contextRef="#ctx0" brushRef="#br0" timeOffset="142126.713">30150 7540 1899 0,'0'0'1344'0,"0"0"-1026"15,0 0-128-15,0 0-30 0,0 0 95 0,0 0 49 16,0 0 32-16,0 0-88 16,23 71-111-16,-22-41-57 0,-1 1-35 0,0 0-5 15,-3-3-38-15,0-4-1 16,2-4-1-16,1-4-28 0,0-3-8 0,0-7-13 16,4 1-21-16,2-6-6 0,4-1 15 15,2 0 9-15,2-9 18 0,6-3-6 0,-1-4 4 0,1-2 5 16,-4-1 6-16,2 3 13 0,-5 1 9 15,1 5-15-15,-2 3 5 0,0 3-16 16,-4 4 29-16,-1 0 36 16,-3 4 14-16,-1 3 5 0,-3 6 27 0,0 2-27 15,0 0-12-15,0 2-6 0,-3-2-4 16,0-2-33-16,0-4-12 0,3-3-3 0,0-2-6 16,0-1-4-16,5-3-5 0,5 0-7 15,1-7 36-15,6-2-2 0,2-3-9 16,4-4 10-16,-3 2-1 0,-2 0-16 0,-2 5 4 15,-5 2-3-15,0 6-4 0,0 1 22 16,-2 3 0-16,-1 6 58 0,1 5 10 16,-4-1 20-1,3 5-9-15,-4-2-12 0,1 1-3 0,-2-3 0 16,-1 2-15-16,-2-3-10 0,4-4-9 16,-4 0-28-16,3-3-2 0,-1-4-25 15,1 0-29-15,0-2-35 0,2 0-60 0,1 0-28 16,4-3-16-16,2-3-96 0,2-4-222 15,-2 3-537-15,4-7-645 0</inkml:trace>
  <inkml:trace contextRef="#ctx0" brushRef="#br0" timeOffset="142445.326">30826 7850 2489 0,'0'0'815'16,"0"0"-462"-16,0 0-136 0,0 0 144 16,0 0 23-16,0 0-83 0,0 0-126 15,0 0-129-15,0 0-46 0,0 0 0 16,0 0 34-1,52-3-34-15,-31-16-52 0,1 1-12 16,-1 1 0-16,-2-1 3 0,-1 4 18 16,-8 3 15-16,0 0 15 0,-6 4 13 15,-4 3 52-15,0 0 15 0,-3 2-30 16,-7 0-36-16,-1 2 11 0,-4 0 13 16,-1 7 24-16,-2 4-4 0,2 7-8 15,-4 1 6-15,4 5 8 0,-2 1 1 0,2-2 3 0,4 1 0 16,1-7-35-16,6-5-20 0,3-5-34 15,2-3-23-15,0-2-16 0,4-2-6 16,7 0 5-16,4-6 35 0,4-6-19 16,4-5-65-16,2-4-70 0,3-1-41 15,-3-6-30-15,6 2-6 0,-3-1-99 16,4-3-144-16,1 0-208 16,-10 6-55-16,13-14 20 0</inkml:trace>
  <inkml:trace contextRef="#ctx0" brushRef="#br0" timeOffset="142576.644">31311 7329 1603 0,'0'0'474'0,"0"0"-256"0,0 0-134 0,0 0-81 16,0 0-3-16,0 0-113 0,0 0-33 0,0 0-81 15,0 0-53-15,0 0-42 0,-9-50-26 16,6 45 12-16,0-1 39 0,-2 4 39 16</inkml:trace>
  <inkml:trace contextRef="#ctx0" brushRef="#br0" timeOffset="142607.875">31311 7329 7 0,'-37'-66'0'0</inkml:trace>
  <inkml:trace contextRef="#ctx0" brushRef="#br0" timeOffset="143209.703">31335 7778 3250 0,'0'0'495'0,"0"0"-290"0,0 0 21 15,0 0 116-15,0 0-78 0,-77-28-43 16,59 27-41-16,-1 1-61 0,1 0-34 16,2 7-24-16,-1 4-10 0,1 4 1 15,1 3-7-15,1 4-5 0,2 1-1 16,4-1-6 0,5-4-5-16,2-3-10 0,1-4-18 0,4-4-15 15,10-1-10-15,1-5 23 16,7-1 2-16,3-7-1 0,6-9-29 0,3-5-33 15,0-6-19-15,0-3-12 0,-1-1 3 16,-1-6-25-16,-2 3 9 0,-1-3-6 16,-1 1-12-16,-7-2 5 0,0-4 6 15,-4 1 3-15,-3-1 19 0,-4-2 39 0,-3-1 40 16,-4 1-45-16,-1 1 58 0,-2 1 6 0,0 9 40 16,1 7 81-16,1 8 15 0,-2 6-22 15,1 7 0-15,-1 5 2 0,0 0-27 0,0 4-37 16,-1 6-12-16,-2 11 36 0,-3 5 18 15,-2 10 28-15,0 8-10 0,-2 2-15 16,0 0-34-16,3 2-48 0,0-3-21 16,1 0-39-16,-2-2-67 0,2-1-73 0,-2 0-57 15,2-8-18-15,1-4-108 0,3-5-285 32,2-8-494-32,0-9-535 0</inkml:trace>
  <inkml:trace contextRef="#ctx0" brushRef="#br0" timeOffset="143425.43">31914 7653 1403 0,'0'0'1904'0,"0"0"-1612"0,0 78-125 16,0-41 107-16,0 6 181 0,0 9-43 16,0 3-33-16,0 9-124 0,-1 9-64 15,-2 5 26-15,-5 3-84 0,-4 4-76 0,-2-8-24 16,-4-2-33-16,0-7-15 0,1-7-81 15,1-11-76-15,2-8 6 0,4-11 20 16,2-10 40-16,6-9 6 0,2-10-46 16,0-2-129-16,0-13-199 0,8-11-248 15,0 5-370-15,12-26-244 0</inkml:trace>
  <inkml:trace contextRef="#ctx0" brushRef="#br0" timeOffset="143610.425">32015 7882 1949 0,'0'0'1025'0,"0"0"-692"16,0 0-67-16,0 0 3 0,0 0-1 16,0 0-57-16,0 0-43 0,0 0-51 0,89-4-43 15,-73 17-22-15,-4 3-30 0,-5 5 2 0,-5 0-5 16,-2-2-19-16,-9 4-33 0,-10-1-62 16,-9 1 15-16,-3 2-56 0,-11-4-82 15,-3 1-52-15,-4-7-29 0,-1-3-114 16,8-5-329-16,-24-7-907 0</inkml:trace>
  <inkml:trace contextRef="#ctx0" brushRef="#br0" timeOffset="144100.468">30004 7228 1944 0,'0'0'632'0,"0"0"-143"0,-52 100-17 0,29-56-56 0,-3 9-56 15,-2 8-115-15,0 3-73 0,4 5-37 16,2 6-37-16,3 1-33 0,6 3-41 31,8-3-24-31,5-2-24 0,7-4-19 0,9-6-12 0,8-7-89 16,6-7-44-16,10-9-41 0,8-9-33 16,10-11-204-16,-12-9-306 0,39-12-808 0</inkml:trace>
  <inkml:trace contextRef="#ctx0" brushRef="#br0" timeOffset="144331.503">32611 7472 3565 0,'0'0'460'0,"0"0"-272"15,0 0-14-15,85 68 21 0,-66-39 27 0,-2 2-8 16,-5 5-79-16,-2 2-84 0,-4 4-48 16,-5 3 15-16,-1 0-18 0,-7 3-33 15,-12 1-98-15,-4 1-40 0,-10 1-23 16,-7 5-49-16,-8 2-176 0,-8 0-320 0,14-13-638 16,-30 21-481-16</inkml:trace>
  <inkml:trace contextRef="#ctx0" brushRef="#br0" timeOffset="147253.238">18645 16498 2203 0,'0'0'375'15,"0"0"-50"-15,0 0 234 0,0 0-160 16,0 0-73-16,37 75-34 0,-20-64-113 16,0-2-49-16,2-5-32 0,2-3-31 15,2-1 7-15,-1-10 2 16,2-2-15-16,-1-5-3 0,0-4-16 15,-4-2-14-15,-2 0 5 0,-2 2-32 16,-2-1 18-16,-3 2-17 0,-3 2-2 16,-1 0-2-16,-2 1-11 0,-1 2-8 15,-2 0 3-15,-1 2-10 0,0 1-2 16,0 2 3-16,-5 3-19 0,-5-1 31 0,-2 2-4 16,-3 1 4-16,-2 1 3 0,0 4-3 0,-2 0-1 15,-1 0 15-15,0 0-11 0,3 9 10 16,-2 0-16-16,2 5-1 0,-2 2-5 15,3 4 21-15,-1 2 3 0,1 3-3 16,0-1 0-16,3 4-10 0,0 0 10 0,2 0 0 16,-1-1 3-16,5 1-3 0,0-2-9 15,1-2 10-15,0 0 2 0,5-2 0 0,1 2 2 16,0-2 26-16,0-2 8 0,0 0-8 0,5-5-10 16,1 2 4-16,0-3-10 0,1-3 9 15,2 1 4-15,-2-3-7 0,2-1-16 16,0-1 1-16,3 0 12 0,-1 0 13 15,3-3-1-15,2 2-3 0,1-2 13 16,0 1-4 0,1-4-30-16,-2 0 13 0,2-1 11 15,-2 0-3-15,-2 0 0 0,0 0 1 0,-2-2-7 16,0-3-17-16,-2 2-1 0,-1-2 0 16,-1 0 0-16,-3 1-3 0,1-1-18 15,-1 1-1-15,-1-1-50 0,-1 1-56 16,-1 0-64-16,1 0-84 0,0-1-147 15,0 0-297-15,-2-2-1063 0</inkml:trace>
  <inkml:trace contextRef="#ctx0" brushRef="#br0" timeOffset="148017.543">19681 16186 140 0,'0'0'1149'0,"0"0"-606"0,0 0-141 0,0 0-98 16,0 0 22-16,0 0-28 0,0 0-34 16,0 0-35-16,0 0-34 0,0 0-28 15,-36-28 2-15,32 28 12 0,-6 0-29 16,1 1-48-16,-4 7-42 0,-2 1-10 16,-2 3-2-16,2 4-11 0,-1 2-23 15,2 3-4 1,0 4 7-16,3 4-1 0,2 4 13 0,1 3-10 15,2 3 0-15,3 0 10 0,0 3-1 16,3-1-5-16,0-2-1 0,4-5-2 16,4-4-21-16,0-5 11 0,7-5 3 15,1-5 7-15,4-4-1 0,2-6 40 16,3-2 0-16,1-3-34 0,-1-3-12 16,1-5-12-16,-1-5-3 0,-1 1-2 0,-3-5-22 0,-1 1-55 15,-4-1-58-15,0-1-41 0,-3 1-40 16,-4 2-78-16,-2 1-164 0,-4 5-530 15,-3-3-695-15</inkml:trace>
  <inkml:trace contextRef="#ctx0" brushRef="#br0" timeOffset="148186.782">19651 16484 2681 0,'0'0'555'0,"0"0"-300"0,0 0-81 0,0 0 63 16,0 0 20-16,0 0 39 0,0 0-49 15,0 0-134-15,78-41-39 0,-53 31-37 16,0 0 5-16,4-1-42 0,0 1-39 16,1-2 14-16,-1 2-67 0,1-2-86 0,1 3-42 15,-1 2-164-15,-9 2-238 0,8 2-782 0</inkml:trace>
  <inkml:trace contextRef="#ctx0" brushRef="#br0" timeOffset="148723.544">20658 15699 2425 0,'0'0'663'0,"0"0"-264"0,0 0-190 0,0 0-48 16,0 0 56-16,0 0 125 0,26 85-67 15,-13-40-66-15,3 7-87 0,-3 3-33 16,0 2-22-16,0 5-9 0,-3-2-9 0,-4 1-19 16,2-4-6-16,-3-3-24 0,-1-6-3 15,-1-7-15-15,0-5-46 0,-1-5-73 0,0-3-34 16,-2-7-31-16,0-5-57 0,0-5-152 0,0-6-297 16,0-3-606-16,-8-2-388 0</inkml:trace>
  <inkml:trace contextRef="#ctx0" brushRef="#br0" timeOffset="148872.411">20674 16279 2372 0,'0'0'449'0,"0"0"-196"0,0 0 105 16,0 0 66-16,0 0-104 0,96-6-65 16,-65 6-30-16,4 0-62 0,1-2-43 15,3-7-44-15,3-4-33 0,4-7-43 0,-2-7-30 16,2-2-59-16,-2-4-147 0,-5-2-117 0,-4 0-148 15,-11 9-309-15,0-12-912 0</inkml:trace>
  <inkml:trace contextRef="#ctx0" brushRef="#br0" timeOffset="149090.129">21177 15787 2402 0,'0'0'645'16,"0"0"-383"-16,0 0-106 0,0 0 5 15,0 77 132-15,6-48 43 0,1 4-26 16,5 2-101-16,1 0-58 0,1 0-23 0,2 0-46 16,-1 0-33-16,-1-3-49 0,0-1 0 15,-1 0-49-15,-1-3-51 16,-1-1-81-16,4-1-62 0,-4-3-73 16,5-4-176-16,-6-4-579 0,7-2-941 0</inkml:trace>
  <inkml:trace contextRef="#ctx0" brushRef="#br0" timeOffset="149436.013">22071 16224 3014 0,'0'0'517'15,"0"0"-336"-15,0 0 8 0,0 0 62 16,-87-18-8-16,64 24-15 0,-3 6-64 15,1 9-63 1,1 5-25-16,1 7-11 0,2 6 5 16,5 5 21-16,1 3 31 0,4 0-3 15,3 2-44-15,2-5 4 0,4-2-12 16,2-6-22-16,0-7-20 0,11-4-23 0,0-7-1 16,6-5-1-16,2-4-13 0,4-6 10 15,1-3-33-15,2-1 9 0,0-10 25 16,0-2-10-16,0-3-10 0,-2-2-14 0,-1-2-24 15,-1-1-29-15,-2-2-35 0,-3 1-47 16,-2-1-46-16,-5 4-56 0,0 0-102 0,-6 5-80 16,-4 2-80-16,0 1-101 0,-7 5-105 15,0 2-307-15,-10 4 226 0</inkml:trace>
  <inkml:trace contextRef="#ctx0" brushRef="#br0" timeOffset="149589.784">21935 16577 1949 0,'0'0'663'15,"0"0"-228"-15,0 0-14 0,0 0-32 0,0 0-38 16,0 0-25-16,0 0-98 0,82 3-93 16,-63-10-80-16,-3-4-49 0,1-2-6 15,-1 0-125 1,-2-2-78-16,1 0-26 0,-3 2-79 16,0 1-121-16,-3 4-198 0,-3 2-488 15,-2-1-105-15</inkml:trace>
  <inkml:trace contextRef="#ctx0" brushRef="#br0" timeOffset="149721.049">22166 16474 1148 0,'0'0'806'16,"0"0"-284"-16,0 0-135 0,0 0-29 16,0 0-49-16,1 81-59 0,-1-56-49 0,2 3-71 0,1 3-43 15,0 3-6-15,-1-1-48 0,1 0-33 16,-1 0-78-16,-1-3-151 0,2 2-120 16,-3 1-122-16,0-8-639 0,0 13-865 0</inkml:trace>
  <inkml:trace contextRef="#ctx0" brushRef="#br0" timeOffset="151525.037">23312 16356 2666 0,'0'0'607'0,"0"0"-340"0,0 0-169 16,0 0 6-16,106-7 85 0,-68 2 59 16,-1-2-27-1,-1 0-88-15,0 0-105 0,0-3-25 16,-4 1 25-16,-2-2-27 0,-4 3-1 15,-3-1-78-15,-3 0-142 0,-7 3-118 16,-5 0-224-16,-8 6-1040 0</inkml:trace>
  <inkml:trace contextRef="#ctx0" brushRef="#br0" timeOffset="151694.203">23434 16555 2308 0,'0'0'461'0,"0"0"-181"0,0 0 80 0,0 0-5 15,95 14-15-15,-59-15-103 0,0-8-101 16,4-7-89-16,-3-3-13 0,-1-3-34 31,-3-1-21-31,-4-1-47 0,-2-1-96 16,-4 1-83-16,-4-1-153 0,-6 7-314 16,-5-5-893-16</inkml:trace>
  <inkml:trace contextRef="#ctx0" brushRef="#br0" timeOffset="151941.001">23722 16074 1687 0,'0'0'558'15,"0"0"-164"-15,0 0-98 0,0 0 24 16,0 0 24-16,0 0-51 0,0 0-29 16,104-11-89-16,-66 21-33 0,1 0-15 15,1 1-16-15,-1 4-68 0,-5 0 0 16,-1 2-43-16,-5 3-30 0,-8 2-10 0,-3 5 22 0,-8 3-25 15,-4 3-25-15,-5 6-6 0,-5 3 9 0,-5 2-31 16,-6 4 24-16,0-2-2 16,-1-1-26-16,0-1-45 0,1-6-60 0,3-3-83 15,0-4-139-15,6-10-327 0,-4-1-760 0</inkml:trace>
  <inkml:trace contextRef="#ctx0" brushRef="#br0" timeOffset="152765.65">24991 15721 2077 0,'0'0'292'16,"0"0"192"-16,0 0-282 0,0 0-87 16,0 0 134-16,0 0 153 0,0 0-47 15,56 81-147-15,-35-35-56 0,-1 6-35 16,-3 6 12-16,-2 4-6 0,-5 4 30 16,-4-3-64-16,-3 3-44 0,-3-1-33 15,0-3-12-15,0-6-14 0,0-6-25 16,-1-7-35-16,1-11-66 0,0-9-7 0,0-10 5 15,1-6-43-15,1-7-98 0,1 0-147 16,-3-5-264-16,1-13-766 0</inkml:trace>
  <inkml:trace contextRef="#ctx0" brushRef="#br0" timeOffset="152928.633">25079 16224 2300 0,'0'0'549'0,"0"0"-245"15,0 0-122-15,0 0 161 0,0 0 22 16,0 0-59-1,105-12-92-15,-71 12-75 0,4 0-35 16,2 0-49-16,0-4-46 0,2-6-9 16,-1-7-33-16,0 0-84 0,0-5-43 15,-4-2-79-15,-3 0-118 0,-9 7-208 16,1-14-741-16</inkml:trace>
  <inkml:trace contextRef="#ctx0" brushRef="#br0" timeOffset="153113.802">25552 15784 2765 0,'0'0'468'0,"0"0"-289"0,0 0 5 0,-2 66 90 15,2-35 62-15,5 3-66 0,4 5-88 0,5 0-34 16,0 3-16-16,-3-2-28 0,3 0-22 0,0-1-82 16,0-2-3-16,0-4-67 0,1-2-114 15,-1-5-77-15,3 1-70 0,1-6-200 16,-6-6-606-16,8 2-1143 0</inkml:trace>
  <inkml:trace contextRef="#ctx0" brushRef="#br0" timeOffset="153267.455">26076 16311 1618 0,'0'0'247'0,"0"0"-247"0,0 0-143 15,0 0 39-15,0 0 72 0,0 0 31 16,0 0-155-16,0 0-190 0,0 0-185 0,0 0 6 0</inkml:trace>
  <inkml:trace contextRef="#ctx0" brushRef="#br0" timeOffset="153584.355">26076 16311 642 0,'14'-18'388'0,"-14"18"-143"16,0 0-34-16,0-3-16 0,0-1 36 15,0-1 32-15,0 0-46 0,0-3 12 16,0-1 13-1,0 0-5-15,0 2 6 0,0-1-8 16,0 2-24-16,-6 0-13 0,1 1-6 16,-3-1-21-16,-4 3-41 0,-2 2 0 0,-3 1-4 15,3 0 0-15,-3 2-19 0,-1 9-24 16,1 3-37-16,0 5-22 0,2 4 4 16,0 5-7-16,4 6-9 0,1 2 6 15,3 4 19-15,1 3-7 0,3 0-5 0,2 1-10 0,1-3 5 16,1-4-19-16,11-2-2 0,2-6 1 15,5-7-15-15,1-4 0 0,0-4-9 16,3-7-4-16,-4-7-18 0,4 0 31 16,-3-7-49-16,-1-7-9 0,-2-2-71 15,-1-3-46-15,-4-3-48 0,-2 1-125 16,-6 2-192-16,-1 5-700 0,-3-1-521 0</inkml:trace>
  <inkml:trace contextRef="#ctx0" brushRef="#br0" timeOffset="153847.472">26018 16536 2801 0,'0'0'634'0,"0"0"-368"16,0 0-55-16,0 0 81 0,0 0 28 16,0 0-68-16,0 0-74 15,92 18-98-15,-67-29-65 0,0-1-15 16,-3-4-73-16,1-1-87 0,-3-1-15 16,-3 3-29-16,-3 1-63 0,-4 0-70 15,-3 6-64-15,-5 3-63 0,-2 1 49 16,0 4 299-16,-2 0 116 0,-5 3 158 15,-2 5-51-15,1 5 54 0,-1 4 60 0,0 5 54 16,1 3 13-16,1 3-51 0,-1 2-71 0,3 2-46 16,-1 0-27-16,0 0 10 0,2 0-16 15,1 0-44-15,1-2-43 0,2-2-6 0,0-2-146 16,0-5-94-16,6-7-101 16,-3-5-78-16,1-4-65 0,-2-5-642 0</inkml:trace>
  <inkml:trace contextRef="#ctx0" brushRef="#br0" timeOffset="154903.634">27534 15798 7 0,'0'0'1464'0,"0"0"-1298"0,0 0-13 0,0-73 968 15,2 63-693-15,-1 4-91 0,4 6-104 16,0 2-60-16,2 10-14 0,5 6 90 16,0 15-24-16,3 9-53 0,-2 11-50 15,0 9-24-15,-3 4-13 0,-4 0-12 0,1 1-15 16,-3-4-55-16,-1-2-3 0,-3-7-9 16,3-8-3-16,0-8-25 0,2-12-5 15,1-8-37-15,0-6 15 0,0-6 2 16,2-4 4-16,0-2-12 0,4-1-4 15,-4-10-15-15,5-4 12 0,-1-3 59 16,-1 0 2-16,-2 1 13 0,1 4 2 0,-3 4 0 16,1 4-10-16,0 5 2 0,1 2 9 0,2 8 83 15,0 4 15-15,1 5-36 0,-1 4-1 32,-3 1-15-32,1-1 15 0,-1-1-3 15,3 0-36-15,-2-4-19 0,2-4-3 16,0-5-19-16,-1-3-30 0,0-5-67 0,1-1-59 15,4-6-50-15,0-6-129 0,3-4-219 16,-4 3-571-16,9-13-586 0</inkml:trace>
  <inkml:trace contextRef="#ctx0" brushRef="#br0" timeOffset="155219.754">28274 16187 2669 0,'0'0'549'15,"0"0"-329"-15,0 0 100 0,0 0 120 0,0 0-37 0,0 0-142 16,0 0-80-16,-93 67-50 0,72-31-6 15,3 4-4-15,6 0 4 0,1-5-37 16,8-7-49-16,3-7-39 0,0-7-36 0,6-5-10 16,2-5-5-16,4-4 2 0,1 0-11 15,3-8-41-15,0-6-17 0,3-4-7 16,-2-3-1 0,0-2 19-16,0 1 24 0,-3 1 22 15,-1 0-13-15,-1 3 21 0,-1 2 19 0,-2 3 31 0,-1 4 1 16,-4 3 2-16,2 4 10 15,-2 2 57-15,-1 0 38 0,3 7 15 0,1 2-13 16,0 2-15-16,-1 2-13 0,2 1-12 16,-2 0-3-16,3 1-18 0,1-4-46 15,2-3-27-15,-1-2-37 0,4-2-101 16,1-4-59-16,0 0-65 0,2-5-279 16,-5-1-646-16,7-12-829 0</inkml:trace>
  <inkml:trace contextRef="#ctx0" brushRef="#br0" timeOffset="155467.466">28761 16106 2775 0,'0'0'659'0,"0"0"-504"0,0 0 104 0,0 0 205 16,0 0-90-16,0 0-98 0,0 0-80 16,-39 66-87-16,36-54-60 0,3 2-18 0,0-4-17 15,0-1-14-15,4-3-2 0,3 1 2 16,4-1 2-16,1 1 22 0,1 0-9 15,2-1-15-15,-4 2 12 0,2-1-9 16,-1-1-3-16,-2 1-9 0,-4 1-6 0,-3-1-2 16,-3 3 17-16,0 4 0 0,-3 2-16 15,-7 1-48-15,-8 4-24 0,-1 1-25 16,-1 2-31-16,-3-3-18 0,3 0-51 16,0-2-115-16,0-2-209 0,5-6-635 15,-8 3-914-15</inkml:trace>
  <inkml:trace contextRef="#ctx0" brushRef="#br0" timeOffset="156175.221">29329 16113 1038 0,'0'0'159'15,"0"0"173"-15,0 0 386 0,0 0-294 16,0 0-81-16,0 0-7 0,0 0-38 16,0 0-89-16,0 0-43 0,0 0-31 15,0 0-22-15,-59 86-14 0,45-48 13 0,1 4 5 16,1-1 0-16,3-3-16 0,3-4-3 15,3-8-27-15,3-7-25 0,0-8-43 16,4-7-3-16,7-4 0 0,2-6 3 0,7-10 24 16,1-8-8-16,2-6-5 0,1-4-14 15,-4-3-37-15,-2 5 7 0,-2 2-1 0,-2 4-6 16,-3 7 35 0,-3 4-1-16,-2 8-21 0,0 4-22 15,-3 3-9-15,0 8 55 0,-1 10 78 0,1 2-10 16,0 4-32-16,0 1 4 0,0 0-28 15,0 0 16-15,1-3-28 0,3-3 0 16,1-5-31-16,3-8-27 0,2-6-37 16,2-3-64-16,2-11-60 0,0-8-69 0,3-7-209 15,-6 4-677-15,3-18-950 0</inkml:trace>
  <inkml:trace contextRef="#ctx0" brushRef="#br0" timeOffset="156375.226">29873 15605 3461 0,'0'0'468'0,"-13"84"-358"0,6-36 50 16,1 11 264-16,0 9-40 0,4-1-140 16,2-2-116-16,0-6-73 0,8-5-55 15,5-7-57-15,-1-5-25 0,2-9-64 0,1-5-56 0,-2-8-25 16,2-7-17-16,-3-7-113 0,-2-5-214 15,-6-1-491-15,-4-2-861 0</inkml:trace>
  <inkml:trace contextRef="#ctx0" brushRef="#br0" timeOffset="156553.348">29630 16052 3676 0,'0'0'544'0,"0"0"-542"16,0 0 91-16,0 0 207 0,0 0-2 15,99-3-105-15,-54-4-99 0,5-6-87 16,1-1-7-16,0-3-28 0,-1 0-42 16,-2 2-123-16,-3 3-98 0,-11 1-190 0,11 4-785 0</inkml:trace>
  <inkml:trace contextRef="#ctx0" brushRef="#br0" timeOffset="157128.997">31082 15448 797 0,'0'0'1939'15,"0"0"-1656"-15,0 0-40 0,0 0 135 0,0 0-16 16,0 0-89-16,0 0-93 0,-25 93-44 16,23-38-7-16,1 8-9 0,1 5-37 15,-2 3 24-15,1 0-28 0,1-2-9 16,-2-1-18-16,2-1-18 0,-1-7-34 16,1-6-18-16,0-8-28 0,1-10-48 0,7-8-31 15,3-10-47-15,2-9-62 0,6-3-91 0,0-6-231 0,-2-1-628 16,4-17-697-16</inkml:trace>
  <inkml:trace contextRef="#ctx0" brushRef="#br0" timeOffset="157439.692">31179 16191 1812 0,'0'0'497'16,"0"0"61"-16,0 0-350 0,2 65 35 16,3-48 223-16,2-6-70 0,3-5-169 15,5-3-146-15,1-3-13 0,7-9 9 16,3-7-22-16,-1-6-15 0,2-5-40 15,0-4-15-15,-1-1-71 0,-2 1-7 16,-4 4 53-16,-5 3-3 16,-5 6 24-16,-4 4 18 0,-6 5 1 15,0 3 59-15,-7 2-25 0,-6 1-7 0,-3 3-2 16,-2 0-3-16,-3 1 39 16,2 9 16-16,0 5 31 0,-1 4-41 15,4 3-9-15,-2 6-6 0,5 2 7 0,-2 1 5 16,5-1 3-16,3-1-13 0,2-5-54 15,5-2-17-15,0-4-38 0,0-4-12 0,8-4-76 0,5-3-63 16,5-6-12-16,4-1-24 0,4-8-115 16,5-7-205-16,-6 0-220 0,14-10-551 15</inkml:trace>
  <inkml:trace contextRef="#ctx0" brushRef="#br0" timeOffset="157740.839">31704 16074 1079 0,'0'0'1635'0,"0"0"-1131"16,0 0-144-16,0 0 71 0,0 0-96 15,0 0-106-15,-61 66-10 0,39-33-51 16,-1 3-21-16,2 3 2 0,3-6 12 16,6-2-54-16,4-8-95 0,8-6-12 15,0-6-24-15,0-3-10 0,8-5 1 16,1-3-16-16,4 0-6 0,2-9 13 16,2-7-13-16,3-3-15 0,-1-3 0 0,1-1-19 0,-3 0 34 15,-1 1-9-15,0 3 30 0,-3 0 10 16,-3 5 5-16,0 5 16 0,-2 2-18 15,-6 4 21-15,1 3 24 0,0 0 47 16,0 4-7-16,2 4 43 0,2 3-21 16,-3 2-29-16,2 3-2 0,0 0-3 15,-3-2-15-15,2 1-37 0,-1-5-46 0,1-1-18 0,-1-2-49 16,0-3-55-16,1-2-43 0,-1-2-129 16,1 0-365-16,1-5-659 0,0-7-576 0</inkml:trace>
  <inkml:trace contextRef="#ctx0" brushRef="#br0" timeOffset="157993.365">32023 15967 1808 0,'0'0'1490'0,"0"0"-1179"0,0 0-194 16,0 0 113-16,0 0 161 0,0 0-97 16,-51 76-116-16,43-60-80 0,2 0-39 15,4-4-32-15,2-3-27 0,0-1-12 16,0-1-19-16,7-1 31 0,2 0 0 15,3 0 19-15,1-2-7 0,1 0 0 0,1 2 13 16,0-1 14-16,1 2 4 0,-3 0-6 0,-1 2 2 16,-1 1-5-16,-6 1-10 0,-2 2-3 15,0 1 13-15,-3 2-1 0,0 0-17 16,-6 0-7-16,-2-2-9 0,-3 1-79 16,0-6-52-16,1-2-47 0,3-4-76 15,-2-3-61 1,6-6-98-16,3-10-225 0,0 4-450 15,3-20-103-15</inkml:trace>
  <inkml:trace contextRef="#ctx0" brushRef="#br0" timeOffset="158193.406">32425 15690 1808 0,'0'0'1535'0,"0"0"-1199"0,0 0-188 0,19 93 132 15,-15-54 112 1,-4 1-93-16,0 4-45 0,0 2-56 15,0-2-58-15,-1-1-22 0,-2-5-33 16,3-2-85-16,0-3-25 0,4-6-36 16,2-2-14-16,2-5-32 0,0-5-42 15,1-3 6-15,-2-7-63 0,-1-1-15 0,-3-4-210 0,-2-3-558 0,-1-8-537 0</inkml:trace>
  <inkml:trace contextRef="#ctx0" brushRef="#br0" timeOffset="158340.621">32313 16034 1577 0,'0'0'624'16,"0"0"509"-16,0 0-964 16,0 0-39-16,79 10 87 0,-48-10 20 15,0-7-35-15,2-3-59 0,1-4-137 16,-1 0-6-16,-4 1-192 0,-4 1-150 16,-6 4-209-16,-4 1-851 0</inkml:trace>
  <inkml:trace contextRef="#ctx0" brushRef="#br0" timeOffset="159040.928">26253 17249 673 0,'0'0'2358'0,"0"0"-1912"0,0 0-167 0,-4 69 33 16,4-26-23-16,4 8-35 0,5 9-63 16,-4 1-53-16,1 3-71 0,0-2 16 31,1-1-16-31,-3-2-9 0,-1-2-31 0,0-5-26 15,-1-3-1-15,-1-7-21 0,-1-9-34 16,0-8-52-16,0-10-27 0,0-7-54 16,-1-7-58-16,-2-1-87 0,-2-10-183 15,2 0-709-15,-8-21-809 0</inkml:trace>
  <inkml:trace contextRef="#ctx0" brushRef="#br0" timeOffset="159256.982">26312 17308 881 0,'0'0'2011'0,"0"0"-1752"0,0 0-122 16,82-13 150-16,-54 13 12 0,-3 6-78 16,-3 5-15-16,-2 3-14 0,-1 4-35 0,-4 1-64 31,-3 2-47-31,-6 1-13 0,-1 3-8 16,-5 3-25-16,-3 0-1 0,-9 2-73 15,-2 0-40-15,-5-3-3 0,0 0-13 16,-2-5 3-16,1-1-54 0,1-4-36 15,0-4-39-15,5-3-96 0,-1-3-122 16,7-4-331-16,-3-3-795 0</inkml:trace>
  <inkml:trace contextRef="#ctx0" brushRef="#br0" timeOffset="159595.061">26988 17512 722 0,'0'0'1962'0,"0"0"-1273"0,0 0-365 16,0 0-97-16,0 0 71 16,0 0-28-16,0 0-57 0,0 0-57 0,0 0-67 15,82 61-37-15,-52-57-52 0,1-2-9 16,-1-2-13-16,-1-5-36 0,-3-2-98 16,-3-4-75-16,-2 2-42 0,-1-3-126 0,-5 1-369 0,-1-1-1136 0</inkml:trace>
  <inkml:trace contextRef="#ctx0" brushRef="#br0" timeOffset="159943.204">27452 17649 2921 0,'0'0'1089'0,"0"0"-878"0,0 0-6 0,0 0 113 15,0 0-64-15,0 0-107 0,0 0-56 16,79 43-33-16,-53-69 15 0,4-6-28 15,-2-5-45-15,-3-5-54 0,-2-1-25 16,-6 5 12-16,-6 6-7 0,-3 5-5 16,-4 6 21-16,-4 6 21 0,0 4 31 15,-9 6 6-15,-2 2 28 0,-4 3-28 0,-2 0 15 16,-2 2-9-16,0 10 6 0,-1 5-12 16,3 4 2-16,3 7 23 0,-1 5 5 15,5 5 13-15,1 1-21 0,1 3 11 0,-1-3 1 16,5 0 5-16,1-3-5 0,2-5-16 15,1-3-18-15,2-7-12 0,6-8-16 0,6-7-20 16,1-6-4-16,5-1-46 0,0-12-9 0,2-9-28 16,-1-5-58-16,3-6-142 0,-1-5-359 15,-7 9-628-15,7-18-606 16</inkml:trace>
  <inkml:trace contextRef="#ctx0" brushRef="#br0" timeOffset="160148.536">27953 17067 427 0,'0'0'2497'16,"0"0"-2174"-16,0 0-218 0,0 0 156 0,0 0 98 15,0 0-49-15,0 0-68 0,0 87-79 16,0-54-40-16,2 6-3 0,-1 2 17 16,1 3-21-16,-1 0-46 0,1-3-49 0,-1 0-21 15,1-2-13 1,1-4-35-16,0-4-47 0,-1-2-33 0,7-8-59 15,-2-2-29-15,3-9-68 0,1-6-262 16,0-4-478-16,-2-2-497 0</inkml:trace>
  <inkml:trace contextRef="#ctx0" brushRef="#br0" timeOffset="160597.843">28232 17072 2199 0,'0'0'1267'0,"0"0"-957"0,0 0-298 15,0 0 29-15,0 0 176 0,19 84 176 16,-13-44-60-16,0 6-137 0,2 2-92 16,-1 1-21-16,0-1-38 0,4-2-11 15,-2-3-32-15,2-5-2 0,1-4-1 16,0-6-17-16,-1-3-4 0,-1-8-45 0,-4-5-33 16,2-5-47-16,-6-7-75 0,4-3-87 0,-3-8-141 15,-2 0-292-15,-1-9-903 0</inkml:trace>
  <inkml:trace contextRef="#ctx0" brushRef="#br0" timeOffset="160766.636">28088 17386 1228 0,'0'0'1212'0,"0"0"-145"0,0 0-852 0,0 0-48 16,0 0 184-16,0 0-50 0,96-10-91 15,-63-1-109-15,4-5-101 0,1-2 0 16,-2-1-160-16,0-3-49 0,0-1-68 15,-2 1-172-15,-11 6-575 0,8-7-908 0</inkml:trace>
  <inkml:trace contextRef="#ctx0" brushRef="#br0" timeOffset="160998.242">28629 17265 817 0,'0'0'2485'0,"0"0"-2177"0,0 0-209 0,-20 74 105 16,12-53 91-16,1-2-62 0,4-6-112 15,3-1-103-15,0-5-18 0,1-1-18 16,8-1 18-16,1 0 28 0,1-2 36 31,2 4-2-31,0-2 5 0,0 3-8 16,-1 0 8-16,-1-1 7 0,2 2 24 0,-3-2-4 15,3 1-21-15,-3-1-62 0,-2-1-11 16,-1-2-12-16,-2 1-12 0,-3-4-34 16,-2 2-34-16,0 1-24 0,-6 1-19 15,-4 2-37-15,-4 4-50 0,-5 3-33 0,-2 3-28 16,-3 2-150-16,4-5-281 0,-15 10-1031 0</inkml:trace>
  <inkml:trace contextRef="#ctx0" brushRef="#br0" timeOffset="164791.326">25705 17323 307 0,'0'0'71'16,"0"0"1937"-1,0 0-1440-15,0 0-201 0,0 0-87 0,0 0 10 16,0 0-66-16,-88 56-84 15,68-37-50-15,-3 0-37 0,1 0-7 16,0 1 7-16,-3 1-22 0,1 1 9 0,3-1-9 16,-2 1-10-16,3-2 26 0,3-1-1 15,0-2 12-15,3-2 10 0,5-3-22 16,3-3-22-16,3-1-15 0,3-3-9 0,0 0-18 16,6 1 18-16,6 2 9 0,3 2 7 15,5 1-13-15,3 0 27 0,0 1-30 0,2-4-10 16,1 3 9-16,0-6-13 0,-1 0 12 15,-1-1-81-15,0-1-92 0,-4-3-69 16,2 0-67-16,-3 0-247 0,-4 0-692 16,2 0-531-16</inkml:trace>
  <inkml:trace contextRef="#ctx0" brushRef="#br0" timeOffset="166326.898">24793 17592 248 0,'0'0'228'0,"0"0"-97"0,0 0-89 15,0 0 427-15,0 0 42 0,0 0-121 16,0 0-76-16,0 0-23 0,0 0-27 0,0 0-39 0,0 0-14 16,-6-6-17-16,6 6-36 0,0 0-10 15,0 0-10-15,0 1-59 0,0-1-47 16,0 0-32-16,0 0-1 0,0 0-2 16,0 0-20-16,0 0 7 0,0 0 2 15,0 0 14-15,0 0 15 0,0 0 11 16,0 0 6-16,0 0 8 15,0 0 7-15,0 0 6 0,0 0 6 16,0 0-3-16,0 0 0 0,0 0-10 16,0 0-18-16,0 0-6 0,0 0-20 15,3 0-2-15,-1 0-3 0,4-1-21 16,5-1 24-16,2 1 22 0,6 1-1 16,0 0 10-16,1 0-12 0,-4 0-18 15,1 0-1-15,-6 4 0 0,2 1 0 0,-6 5 17 0,-1 0-17 16,-4 1 0-16,-1 3 0 0,-1 3 21 15,0-1-21-15,-6 1-9 0,-1 2-38 16,-4 0 16-16,-2 2 4 0,-1 0-10 16,-3 0 15-16,0 0 19 0,0 0 3 15,-2-2 25-15,0-2-10 0,1-2 4 16,2 1 7-16,-2-4-26 16,4 0 0-16,0 0 12 0,5-5-11 15,2 1-2-15,3-2 1 0,4-4-2 0,0 4-51 16,6 0 35-16,6 1 18 0,5 2 11 15,1 0 20-15,3 0-19 0,2-3-9 16,2 0 19-16,1-2-19 0,1 1-1 16,-1-4-2-16,-1-1-2 0,-1 0-41 15,-2 0-63-15,-1-1-58 0,-1-4-69 0,1 1-84 16,0-2-180-16,-4 3-278 0,4-3-875 0</inkml:trace>
  <inkml:trace contextRef="#ctx0" brushRef="#br0" timeOffset="166674.784">25391 17983 241 0,'0'0'1320'15,"0"0"-321"-15,0 0-578 0,0 0-94 0,0 0-3 16,0 0-34-16,0 0-61 0,0 0-51 16,0 0-39-16,0 0-9 0,0 0 2 15,-34-22 0-15,34 22-9 0,0 0-22 16,0 0-19-16,0 0-18 0,0 0-18 16,1 1-10-16,1 1-15 0,3 2-5 15,2 2-14-15,2 1 28 0,8 2 0 0,-1 0-14 0,6 2-4 16,2-1-11-16,2 0-1 0,0-3-15 15,6 2 2-15,2-6-20 0,1 0-113 0,0-3-46 16,-1 0-10-16,-2-1-47 0,-2-2-145 16,-8 1-584-16,1 2-912 0</inkml:trace>
  <inkml:trace contextRef="#ctx0" brushRef="#br0" timeOffset="168447.966">29692 17427 297 0,'0'0'2016'16,"0"0"-1211"-16,0 0-492 0,0 0-243 15,0 0 88-15,0 0 113 0,0 0-32 16,99-9-53-16,-59 3-111 0,-2 0-13 0,-1-2-45 16,0-1-17-16,-6 1-12 0,-2 0-19 15,-5 0-28-15,-4-1-87 0,-5 5-114 16,-5-1-115-16,-4 2-195 0,-5 3-481 16,-1 0-465-16,-4 3 1122 0</inkml:trace>
  <inkml:trace contextRef="#ctx0" brushRef="#br0" timeOffset="168632.641">29780 17573 153 0,'0'0'1111'0,"0"0"48"0,0 0-737 0,0 0-130 15,0 0-37-15,0 0 6 16,0 0-31-16,0 0-47 0,0 0-58 0,98 62-54 16,-71-62-55-16,0-2-16 0,-1-8-1 15,-1-5-96 1,-1-3-82-16,-1-3-120 0,0-1-136 15,-10 2-371-15,3-7-962 0</inkml:trace>
  <inkml:trace contextRef="#ctx0" brushRef="#br0" timeOffset="168864.873">29965 17170 993 0,'0'0'52'16,"0"0"232"-16,0 0 405 0,0 0-171 15,0 0-183-15,104 28-85 0,-70-15-1 0,3-1-83 16,2 3-34-16,-2 2-18 0,1 1-13 16,-6 1-67-16,-7 4-13 0,-6-1-21 15,-7 6-25-15,-6 1 10 0,-6 6-30 0,0 0-46 16,-3 3-19-16,-6 2 18 0,-3-3-51 16,-1-3-16-16,0-3-17 0,2-4-52 0,2-5-91 15,2-6-170-15,3-5-252 0,1-2-485 16,0-9 1197-16</inkml:trace>
  <inkml:trace contextRef="#ctx0" brushRef="#br0" timeOffset="169181.912">30934 17167 2224 0,'0'0'1375'0,"0"0"-1072"0,0 0-152 16,0 0 114-16,0 0 85 0,-15 103-111 15,13-57-95 1,-4 5-71-16,1 0-27 0,-2 4-22 0,3-5-11 15,-2-4-13-15,3-4-25 0,-3-6-42 16,2-8-73-16,-3-4-51 0,3-5-21 16,-2-3-32-16,2-4-98 0,-4-6-217 15,1-3-196-15,2-3-658 0,-1 0 154 16</inkml:trace>
  <inkml:trace contextRef="#ctx0" brushRef="#br0" timeOffset="169303.539">30832 17597 741 0,'0'0'1068'16,"0"0"-271"-16,0 0-280 0,0 0-150 15,0 0-22-15,90-18-22 0,-64 13-96 16,2 0-72-16,-3-2-90 0,3-1-65 0,-3-4-31 16,1-1-96-16,-4-4-93 0,1 0-75 15,-4-2-122 1,-1 1-331-16,-8 5-871 0</inkml:trace>
  <inkml:trace contextRef="#ctx0" brushRef="#br0" timeOffset="169481.886">31136 17343 235 0,'0'0'160'0,"0"0"2032"0,0 0-1813 0,0 0-225 16,0 0 57 0,0 0 100-16,-19 82-68 0,21-53-70 0,4 4-35 15,0-1-32-15,3 3-35 0,0-3-12 16,1-2-28-16,-2-3-31 0,-2-4-115 16,4-3-146-16,-1-4-80 0,0-1-119 15,-1-3-317-15,1-5-891 0,-1 3 853 0</inkml:trace>
  <inkml:trace contextRef="#ctx0" brushRef="#br0" timeOffset="169804.648">31409 17880 1231 0,'0'0'1907'0,"0"0"-1629"16,0 0-157-16,0 0 188 0,0 0-23 15,0 0-170 1,0 0-113-16,0 0-3 0,-14-78-1 15,20 46-15-15,1-1 15 0,0-5-1 0,4 1 2 16,-2-4 2-16,0 0 20 0,1 0-22 16,2 4 1-16,-1 4-1 0,1 6 16 15,2 5 2-15,-1 6-5 0,1 5 12 16,0 4-1-16,1 2-8 0,-5 5-16 16,5 0-16-16,-4 6 14 0,3 5 0 0,0 3-16 0,-3 4 16 15,2 4 2-15,-3 5 27 0,-2 5-27 0,-3 4 28 16,1 0-25-16,-5 2-3 0,-1-3-86 15,0-4-70-15,0-6-36 0,0-6 6 16,0-4-22-16,0-7-117 0,3-7-288 16,5-1-568-16,-4-3-49 0,5-16 1080 0</inkml:trace>
  <inkml:trace contextRef="#ctx0" brushRef="#br0" timeOffset="170199.64">32009 17292 2428 0,'0'0'1649'0,"0"0"-1440"0,0 0-181 15,0 0 115-15,0 0 131 0,0 0-50 16,87-7-77-16,-63 1-80 0,0 0-43 15,1 0-24-15,-5 5-11 0,-1 1-4 0,-5 0-13 16,-2 7 13-16,-6 5-18 0,-4 4-16 16,-2 4-18-16,-2 4-16 0,-10 5 0 0,-2 1 6 15,-5 2 43-15,-1 1-15 0,-3 0-13 16,-2-2 32-16,2 0 30 0,3-3 3 16,1-4 9-16,5-3-9 0,2-2 31 15,7-2 3 1,5-3-6-16,0-3-16 0,0 1-5 15,8-4-10-15,5 1-3 0,0-5 3 0,6 1 3 16,1-5 0-16,0 0-3 0,2-2-33 16,1-5-63-16,-4-5-49 0,1-1-69 15,0-2-166-15,-3-1-268 0,-3 3-783 0,1-8-327 16</inkml:trace>
  <inkml:trace contextRef="#ctx0" brushRef="#br0" timeOffset="170459.91">32613 17274 186 0,'0'0'2930'0,"0"0"-2538"16,0 0-316-16,0 0 110 0,0 0 91 16,0 0-39-16,0 0-101 0,0 0-66 15,0 0-31-15,-81 86-6 0,71-60 31 0,-2 3 6 16,0 4 45-16,-2 6 22 0,0 1-52 0,1 2-28 15,0 1-9-15,3-1-7 0,6-4-5 16,2-5 12-16,2-4-13 0,11-4-9 16,4-6-27-16,1-5-10 0,7-2-20 15,0-5-49-15,2-7-7 0,-1 0-48 16,2-12-62 0,-1-7-72-16,1-4-126 0,-10 2-332 0,7-12-751 15</inkml:trace>
  <inkml:trace contextRef="#ctx0" brushRef="#br0" timeOffset="170822.293">32786 17379 1110 0,'0'0'113'0,"0"0"813"16,0 0-667-16,0 0-146 0,0 0 100 15,0 0 95-15,0 0-42 0,0 0-69 16,-12 72-4-16,9-55 12 0,-2 2-16 0,0 0-52 15,-1 1-28-15,2-1-25 0,1-2-29 16,3 1-18-16,0-3-12 0,0-1-25 0,0-2-18 16,0-2-4-16,3-1-24 0,1 0-10 15,-1 0-16-15,-1-1 4 0,-1-1 6 16,1-1 6-16,-2 1 12 0,0-4 19 16,0 0 12-16,0-2 11 0,0 0-11 0,0-1-37 15,0 0-48-15,3 0 4 0,2-3 15 0,1-2 16 16,3-5-80-16,-1 1-118 0,3 0-78 15,-3 2 65-15,2-1 123 0,-3 2 25 16,-1 0 6-16,0 2 87 0,0 0 33 16,-5 2 30-16,0-1 57 0,-1 1 4 15,0-1-91 1,0-1-104-16,0-1-265 0,0 3-634 16,-8-5 60-16</inkml:trace>
  <inkml:trace contextRef="#ctx0" brushRef="#br0" timeOffset="170984.989">32786 17555 1197 0,'0'0'1074'0,"0"0"258"0,0 0-1051 16,0 0-143-16,0 0 144 0,0 0 21 15,0 0-106-15,0 0-93 0,89-1-58 16,-63-16-23-16,2-1-23 0,2-2-108 0,-1 0-57 16,-4-1 17-16,0 1-91 0,-6 4-168 15,-3 3-210-15,-8 2-386 0,-2 6-283 0</inkml:trace>
  <inkml:trace contextRef="#ctx0" brushRef="#br0" timeOffset="171093.04">33041 17473 492 0,'0'0'222'0,"0"0"-131"0,0 0 947 0,-26 81-552 15,22-59-311-15,-1-1-111 0,4-2-22 16,1-2-42-16,0-7-41 0,0-4-123 16,3-3-154-16,2-3-65 0,0-5-206 0,1-5-465 15,-3-1 1008-15</inkml:trace>
  <inkml:trace contextRef="#ctx0" brushRef="#br0" timeOffset="171339.115">33214 17224 1706 0,'0'0'1065'15,"0"0"-475"-15,0 0-381 0,0 0-28 16,0 0 146-16,16 78-62 0,-10-60-132 15,-4-1-77-15,1 2-22 0,-3 1-31 16,0 3-3-16,-4 2 0 0,-8 3-6 16,-3 3-31-16,-3 3-22 0,-3-1-37 15,-5 2-13-15,0 0-22 0,0 0-11 0,-5-1-37 16,0 0-76-16,-2-3-160 0,0-2-237 16,-3-3-732-16,10-6 319 0,-16-1 1026 0</inkml:trace>
  <inkml:trace contextRef="#ctx0" brushRef="#br0" timeOffset="171723.875">30585 18314 1072 0,'0'0'1812'0,"0"0"-1316"0,0 0-151 16,98 9-30-16,-58-9-27 0,4-2-53 0,1-7-118 15,3-1-62-15,-2-3-42 0,-2-1-13 16,-4-2 0-16,-4 2-65 0,-7 2-170 16,-7 2-66-16,-7 5-124 0,-7 4-352 15,-8 1-1065-15</inkml:trace>
  <inkml:trace contextRef="#ctx0" brushRef="#br0" timeOffset="171887.078">30762 18439 20 0,'0'0'2081'15,"0"0"-1473"-15,0 0-254 16,0 0-32-16,0 0 58 0,0 0-87 16,0 0-80-16,0 0-12 0,0 0-25 0,0 0-4 15,93 61-58-15,-62-61-78 16,0-1-36-16,-3-9-57 0,0-2-50 0,-5-5-68 15,-1-1-51-15,-2-1-69 0,-6-2-178 16,-3 5-509-16,-5-8-836 0</inkml:trace>
  <inkml:trace contextRef="#ctx0" brushRef="#br0" timeOffset="172108.879">30883 17997 1034 0,'0'0'2067'16,"0"0"-1722"-16,0 0-215 0,-18 67 151 16,16-35 20-16,1 5-123 0,1 4-98 15,0 2-42-15,0 1-23 0,0 1-15 16,0 3 0-16,-2 0-71 0,0 1-53 16,-4 0-42-16,-2-1-19 0,1-6-58 0,2-5-87 15,0-3-60-15,2-8-161 0,0-2-453 0,2-7-174 16,1-3 1071-16</inkml:trace>
  <inkml:trace contextRef="#ctx0" brushRef="#br0" timeOffset="173242.554">31418 18389 2647 0,'0'0'501'0,"0"0"-316"16,0 0-45-16,0 0 139 0,0 0 76 15,0 0-133-15,101 13-74 0,-67-13-49 16,-2-6-19-16,0-6-30 0,0-3-48 16,-4-5-2-16,3-2-31 0,-5 0-96 15,-2-4-111-15,-4 1-56 0,-4-2-103 16,-4 4-173-16,-6 5-613 0,-4-3-608 0</inkml:trace>
  <inkml:trace contextRef="#ctx0" brushRef="#br0" timeOffset="173443.187">31660 18051 1744 0,'0'0'772'0,"0"0"-251"0,0 0-278 15,-29 71-81-15,24-39 136 0,2 4 36 16,3 3-100-16,0 0-98 0,1 1-43 15,4 0-7-15,0-1-5 0,1-3-26 16,1-3-55-16,-1-3 0 0,0-7-31 16,0-5-86-16,-2-5-43 0,0-6-14 0,5-4-4 0,-2-3-71 15,2-3-143-15,1-4-357 0,1-10-845 16</inkml:trace>
  <inkml:trace contextRef="#ctx0" brushRef="#br0" timeOffset="173700.199">31938 18268 1740 0,'0'0'1016'15,"0"0"-547"-15,0 0-310 0,0 0 28 0,29 77 192 16,-21-50-53-16,-3-4-118 0,1-1-113 16,0 2-42-16,-2-3-16 0,0-2-26 15,-2 0-11-15,-1-5-2 0,-1-1-20 16,0-3-12-16,0-2 34 0,0-3 0 0,0-3 25 0,0-2 6 15,0 0-31-15,0 0-19 0,0-7 4 16,3-3-3-16,2-2 2 0,3-7 4 16,-1-5-31-16,3-2-56 0,2-1-28 15,-1-1-63-15,1 3-84 16,2-1-213-16,1 1-514 0,-2 7-585 0</inkml:trace>
  <inkml:trace contextRef="#ctx0" brushRef="#br0" timeOffset="173881.138">32271 18344 1592 0,'0'0'1139'0,"0"0"-690"16,0 0-270-1,0 71 78-15,0-49 165 16,0-1-51-16,0-3-164 0,3-5-99 0,2 2-50 16,-1-7-48-16,0-1-10 0,5-3-16 0,-6-3-30 0,2-1-83 0,-2 0-63 15,0-1-88-15,-1-10-119 0,-1 3-231 16,1-8-697-16,-2 7-274 0,0-8 1434 0</inkml:trace>
  <inkml:trace contextRef="#ctx0" brushRef="#br0" timeOffset="174113.561">32262 18137 1539 0,'0'0'1793'16,"0"0"-1479"-16,0 0-153 0,0 0 135 16,0 0-65-16,0 0-117 0,0 0-77 15,90-11-37-15,-70 3-100 0,-1-2-89 16,-2 0-100-16,3 1-138 0,-8 3-341 0,4 0-1039 0</inkml:trace>
  <inkml:trace contextRef="#ctx0" brushRef="#br0" timeOffset="174630.738">32404 18217 62 0,'0'0'95'0,"0"0"1763"0,0 0-1156 16,0 0-234-16,0 0-73 0,19 75-45 15,-14-53-65-15,1 5-55 0,0-3-72 16,1 2-69-16,-1-5-21 0,0 0 12 0,-1-3-19 16,1-4 0-16,-1-5-30 0,2-2-10 0,-2-2 1 15,1-3-1-15,-1-2-21 0,1 0-1 16,3-1 1-16,-1-7 0 0,2-6-21 16,3-3-31-16,-2-4-22 0,1-1-21 15,1 0-43-15,0 1-29 0,1 4-22 16,1 1-80-16,0 0-229 0,-5 7-567 0,10-6-695 0</inkml:trace>
  <inkml:trace contextRef="#ctx0" brushRef="#br0" timeOffset="175078.917">32856 18239 176 0,'0'0'2785'0,"0"0"-2274"0,0 0-321 16,0 0 131-16,0 0 104 15,0 0-110-15,-31 66-134 0,23-54-77 16,4-3-40-16,0-2-24 0,3-3-40 15,-1 0-12-15,1-4-28 0,1 0 7 16,0 0-7-16,0 0 3 0,0-2-3 16,0 2-6-16,0 0 19 0,1 0-4 15,2 4 31-15,1 7 9 0,0 0 19 16,2 3-26-16,-1 3 35 0,0-1-7 0,3 1-14 0,1-4-1 16,0-1 21-16,2-4-36 0,0-6-22 15,2-2 19-15,1-2-15 0,1-8-10 16,3-6-61-16,-2-8-52 0,1-2-7 15,1-4 18-15,-2 3 18 0,0 2 16 0,-1 0 15 16,-1 0 4-16,0 2 15 0,-3 1 5 16,0-2 30-1,-2 1 27-15,-1 2 28 0,0-2 16 16,-2 0-3-16,3-2-13 0,-1-1-12 16,0 2-16-16,2 1-1 0,-2 5-18 15,0 3-3-15,-3 7 0 0,1 8 22 16,-2 0 74-16,-1 10 26 0,-1 7 68 15,-1 5-31-15,-1 6-1 0,0 3-7 0,0 3-3 16,0-1-31-16,0 1-37 0,-1 0-12 0,1 0 6 16,0-3-19-16,0-2-33 0,3-4-29 0,2-1-136 15,3-5-90-15,1-1-63 0,0-3-57 16,-1-1-152-16,-3-3-579 0,1 4-1153 0</inkml:trace>
  <inkml:trace contextRef="#ctx0" brushRef="#br0" timeOffset="175232.665">33560 18474 1816 0,'0'0'2117'0,"0"0"-1530"0,0 0-442 0,0 0 36 0,0 0 210 16,0 0-54-16,0 0-170 0,0 0-167 16,0 0-94-16,0 0-64 0,8-10-21 15,-8 1-71-15,-3 0-223 0,0 1-813 16,-12 4-1495-16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35:55.34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1967 5694 2857 0,'0'0'1402'0,"0"0"-1191"0,0 0-161 16,0 0 58-16,0 0 147 0,0 0 35 16,0 0-44-16,0 0-73 0,0 0-67 15,-6 98-15-15,-1-33-15 0,1 18 8 16,-4 12 13-16,1 8-34 0,-4 6-39 16,3 1-12-16,-3-2 6 0,5-2-18 15,-1-4 0-15,2-8-2 0,2-8-19 0,1-17 18 16,4-12-36-16,0-19-27 0,0-13-43 15,6-14-45-15,1-11-34 0,2-6-52 0,5-16 40 16,0-12-82-16,4-15-193 0,-4-9-230 16,-5-9-347-16,-6 15-223 0,-6-29-77 0</inkml:trace>
  <inkml:trace contextRef="#ctx0" brushRef="#br0" timeOffset="322.326">1823 6085 1896 0,'0'0'796'0,"12"-65"-292"0,6 40-72 15,8-2-6-15,5-3-99 16,7 1-107-16,4 5-60 0,1 6-28 15,-1 4-13-15,4 4 19 0,-4 9 14 0,-2 1-64 16,-1 3-30-16,-3 7-28 0,-4 5 7 16,-5 6-25-1,-6 9-12-15,-6 8-12 0,-9 7-13 0,-5 10 24 16,-2 0-59-16,-12 3 2 0,-6-4 15 16,-5-4 19-16,-4-3-16 0,-5-5-21 15,2-4-12-15,-4-7-6 0,3-4 3 16,3-7-16-16,5-8 27 0,-1-4 31 15,5-5 23-15,3-3 11 0,1 0 0 16,4-3 2-16,4 0 26 0,7 3-28 0,1-1-36 0,4 1-28 16,9 1 64-16,7 7 64 0,2 3 44 15,5 7 5-15,0 0-25 0,2 2 28 16,-3 2 9-16,3 0-15 0,-2-1-38 16,2 1-41-16,-3-6-9 0,0-1-22 15,0-7-39-15,0-4-92 0,1-4-58 16,0-4-21-16,2-9-66 15,-4-5-266-15,-6 4-739 0,1-14-1163 0</inkml:trace>
  <inkml:trace contextRef="#ctx0" brushRef="#br0" timeOffset="623.002">2682 6505 3164 0,'0'0'468'0,"0"0"-270"0,0 0 400 0,39 70-47 0,-30-57-173 16,0-7-166-16,0-5-124 0,4-1-40 15,1-7-17-15,6-8-28 0,1-5 9 16,2-9-12-16,0-3-43 0,-2-4-47 0,-5 2-4 16,-3 4 3-16,-6 5-7 15,-2 7-2-15,-5 7-1 0,0 4 37 0,-12 5 3 16,-2 2-46 0,-6 0 21-16,-2 5 59 0,-4 8 14 15,1 6-14-15,3 7 25 0,1 11 2 16,4 4 43-16,5 8 43 0,0 3 15 0,6 2 30 15,4 0 6-15,2-4-15 0,0-5-40 16,5-8-55-16,2-8-27 0,7-10-82 16,-1-6-39-16,6-7-20 0,1-6 19 15,3-9 12-15,5-10-56 0,0-8-235 0,-5 2-344 0,9-26-879 16</inkml:trace>
  <inkml:trace contextRef="#ctx0" brushRef="#br0" timeOffset="1054.673">3247 6313 2816 0,'0'0'1059'0,"0"0"-829"0,0 0-24 16,24 91 233-16,-24-51 23 0,0 2-101 0,-3 0-95 16,-3-3-54-16,2-3-58 0,-1-5-73 15,3-4-56-15,-1-8-25 0,3-2-18 16,0-10-18-16,0-2-61 0,5-5-65 16,4-6-26-16,3-6 40 0,4-7 51 15,3-8 33-15,2-1-27 0,1-1-45 16,-1 0 23-1,1 4 15-15,1 4 62 0,-3 6-1 16,-1 8 37-16,-2 2 56 0,-4 5 35 0,-3 5-30 16,-1 5 31-16,-5 8-16 0,-1 5 3 15,-3 6-19-15,0 0-14 0,-3 1-4 16,-3-3 4-16,2-4-46 0,1-6 0 16,3-5-43-16,0-8-8 0,0-4-31 15,0 0-27-15,6-3 17 0,3-9 47 16,6-5 20-16,3-3-5 0,5-6-31 15,3-2-3-15,-3 0 37 0,4 3 27 16,-2 3 22-16,-2 6 51 0,-3 4 21 16,-7 5-2-16,-3 7 8 0,-4 0 19 15,1 8 5-15,-4 4 0 0,-3 6 0 0,0 6-3 16,0-1-10-16,0 6-20 0,-3-1-16 16,-2-1-30-16,1-5-45 0,3-1-6 15,1-7-63-15,0 2-79 0,7-2-60 16,5-2-52-16,8 1-86 0,4-2-285 15,-2-4-522-15,21-3-474 0</inkml:trace>
  <inkml:trace contextRef="#ctx0" brushRef="#br0" timeOffset="1386.947">4310 6501 1444 0,'0'0'2066'0,"0"0"-1420"16,0 0-329-16,0 0-9 0,-94 28 29 15,63 3-23-15,-4 9-26 0,3 4-23 16,3 0-35-16,5-4-41 0,8-5-71 0,6-10-73 15,6-8-43-15,2-9-2 0,2-4-30 16,0-4-6-16,5-4-52 0,5-5-23 0,7-9 24 16,6-3 14-16,1-8-11 0,3-4-37 15,-1-2 3-15,1 1 6 0,0 2 12 16,-1 5-3-16,0 5 28 0,-6 5 26 0,-1 9-6 16,-4 5 7-16,-4 3 48 15,-1 9 133-15,-4 4 22 0,2 4-16 0,-2 4-24 16,-3 3-12-16,-3 3-6 15,0 3 14-15,0 1-14 0,0 0-13 16,1 0-21-16,1-4-63 0,-2-7-3 16,1-4-27-16,1-4-30 0,-2-5-9 15,0-4-31-15,0 0-51 0,0-3-48 16,0 0-31-16,0 0-98 0,0-7-230 16,0 1-233-16,0-17-709 0</inkml:trace>
  <inkml:trace contextRef="#ctx0" brushRef="#br0" timeOffset="1640.473">4571 6447 1683 0,'0'0'1445'0,"0"0"-905"0,0 0-300 15,0 0 27-15,-6 76 155 0,3-54-8 16,-1-1-115-16,1 1-102 16,3-1-69-16,0 0-40 0,0 1-25 15,0 1-27-15,0 1-15 0,3-1-19 16,1 1-1-16,1-7-1 0,-2-3 0 15,2-5-3-15,-2-9-12 0,3 0-9 16,0-2 6-16,2-8-33 0,7-7 39 16,-1-6 12-16,3-2 0 0,1-4-27 15,-1-1-27-15,-2 3 2 0,-1 1-39 0,-1 1-60 0,1 0-63 16,-2 1-67-16,2-1-169 0,-5 8-325 16,5-14-844-16</inkml:trace>
  <inkml:trace contextRef="#ctx0" brushRef="#br0" timeOffset="1856.482">5031 5947 2519 0,'0'0'1682'0,"0"0"-1465"0,0 100-176 0,-3-53 70 16,-3 10 264-16,2 2 9 0,1 0-135 15,1-2-94-15,2 1-59 0,0-4-96 16,3 0-11-16,3-4-13 0,1-3-58 15,3-6-66-15,2-10-61 0,1-7-44 0,4-12-13 16,3-12-126-16,-1-6-82 0,4-18-168 0,-6 4-673 16,16-20-620-16</inkml:trace>
  <inkml:trace contextRef="#ctx0" brushRef="#br0" timeOffset="2009.477">5403 6399 313 0,'0'0'518'16,"0"0"800"-16,0 0-184 0,0 0-683 15,0 0-58-15,0 0-79 0,-48 65-30 0,29-35 29 0,5 4-15 16,6-2-82-16,3-3-80 0,5-7-69 15,5-3-67-15,10-7-40 0,6 0 22 16,8-5-15-16,7-1 0 0,5-1 30 16,2-4-25-16,-1-1-129 0,-2 0-62 15,-1-1 11-15,-5-3-64 0,-3 1-298 16,-9-1-820 0,-4 3-1215-16</inkml:trace>
  <inkml:trace contextRef="#ctx0" brushRef="#br0" timeOffset="2356.505">2093 7701 1653 0,'0'0'494'0,"0"0"513"0,0 0-609 15,99-4-3-15,-49 1-66 0,12-2-54 16,9 1-93-16,11 1-1 0,7 0-34 16,9 2-40-16,10-3-34 0,15 2-24 15,12 2-7-15,16 0 86 0,9 0 33 0,11 0-98 16,3 0-48-16,3 0-15 15,0 0-19-15,-1 0-8 0,-3-6-3 0,-4 1-46 0,-8 4-88 16,-8-5-58-16,-13 1-32 0,-12-2-239 16,-36 1-668-16,23-12-975 0</inkml:trace>
  <inkml:trace contextRef="#ctx0" brushRef="#br0" timeOffset="2487.932">6578 7186 4414 0,'0'0'952'16,"0"0"-867"-16,0 0-85 0,0 0-164 16,0 0-68-16,0 0 24 0,0 0-57 15,-92 27-427-15,48-12-1298 0</inkml:trace>
  <inkml:trace contextRef="#ctx0" brushRef="#br0" timeOffset="5214.03">13189 7761 2632 0,'0'0'753'0,"0"0"-439"0,0 0-119 15,0 0 57-15,0 0 56 0,0 0-9 16,0 0-39-16,0 0-92 0,0 0-13 15,0 0 25-15,23 80 10 0,-10-33-48 16,4 12 3-16,-2 4-21 0,1 9-27 16,-2 3-19-16,0 6-15 0,-2-1-21 0,1 2-21 15,-3-1-19-15,0-1-2 0,0-2-24 0,2-4-6 16,-1-4-42-16,5-8 0 0,0-12 5 16,1-10-11-16,2-12-22 0,-2-9-20 15,0-13-16-15,-3-6-37 0,0-12-76 16,-4-11-151-16,-3-8-180 0,-2-4-120 0,-5-6-375 15,0 11-289-15</inkml:trace>
  <inkml:trace contextRef="#ctx0" brushRef="#br0" timeOffset="5392.833">13448 8341 352 0,'0'0'2245'16,"0"0"-1519"-16,0 0-339 0,0 0-139 15,0 0 47-15,80 22 15 0,-56-9 34 16,2 2-48-16,4-2-64 0,2-4-57 0,3 2-69 15,4-4-21-15,4-3-24 0,-1-4-7 0,1 0-13 16,3-7-41-16,-4-3-12 0,-1-1-12 16,-3-2-9-16,-3 1-40 0,-4 2-57 15,-3-2-21-15,-4 2-16 0,-5 1-80 0,-5 0-185 16,-5 3-340-16,-5-2-752 0</inkml:trace>
  <inkml:trace contextRef="#ctx0" brushRef="#br0" timeOffset="5630.205">14160 7925 995 0,'0'0'2537'0,"0"0"-2152"0,0 0-192 16,0 0-35-16,9 68 78 0,-5-36 106 0,2 3-42 15,1 5-127-15,0 5-79 0,2 5-51 16,-2 5 2-16,2 7-23 0,-3 2-11 15,-3 7-11-15,-2-4 0 0,2 0-21 16,-2-4-95-16,2-4-69 0,0-7-26 16,2-11-46-16,3-9-80 0,1-10-264 15,0-8-663-15,-4-6-863 0,4-5 1837 0</inkml:trace>
  <inkml:trace contextRef="#ctx0" brushRef="#br0" timeOffset="6462.968">15516 8041 725 0,'0'0'111'0,"0"0"1813"0,0 0-1383 0,0 0-157 16,0 0-44-16,0 0-43 0,0 0-77 15,0 0-44-15,-85-9-59 0,62 21-56 0,0 7-30 16,-3 0-13-16,0 4 0 0,-1 1 4 16,3 4-1-16,-1 3 1 0,2-1 11 15,-2 1-31-15,5-5 17 0,1 0-16 16,2-3 15-16,4-3 3 0,0-1 4 0,2-3-4 15,-1 1-19-15,4 0 10 0,0 1 6 16,1-2-5 0,3 1 2-16,0-3 3 0,2-1-17 15,1-1-1-15,1-2-3 0,0-2-15 0,1 1 15 16,6-1-15-16,3-2 15 0,2-1 3 0,7-3 11 16,4 1 16-16,5-3-6 0,6 0 19 15,5 0-25-15,1-3 25 0,6 1-37 16,0-3-1-16,3-1 13 0,4 1-3 15,2-2-9-15,9 2 31 0,5-4 35 0,3-2 77 16,3-2-43-16,4-1-52 0,0-1-21 16,-1-1-15-16,-3-2 0 0,-6 5-14 15,-4 0 0-15,-7 2-1 0,-8 1-1 16,-4 2 0-16,-10 1-36 0,-5 2 10 16,-7 3 12-16,-5-3-6 0,-5 4-43 0,-5-2-45 31,-3 0-3-31,-2 0-16 0,-4-1-30 0,0-1-83 15,0-5-224-15,-8 3-301 0,2-1-591 16,-9-2-479-16</inkml:trace>
  <inkml:trace contextRef="#ctx0" brushRef="#br0" timeOffset="6732.017">16312 8218 153 0,'0'0'2176'16,"0"0"-1637"-16,0 0-53 0,0 0 11 15,0 0-86-15,0 0-79 0,89 20-49 16,-67-15-75-16,5 1-16 0,1 5-1 16,0-3-42-16,1 4-50 0,0 0-32 0,-2-3-19 15,-1 3-26 1,-5-1-13-16,0 0-9 0,-5 1-1 16,0-1 0-16,-6 1-18 0,-1 0 1 15,-7 2-12-15,-2 3 0 0,-4 1-6 0,-10 4-43 16,-5 1-21-16,-3 4-9 0,-6 0 8 15,-3 0 16-15,-3 3-24 0,-2-4-53 16,-2 2-38-16,5-6-108 0,3-3-112 0,11-7-295 16,2-5-1153-16</inkml:trace>
  <inkml:trace contextRef="#ctx0" brushRef="#br0" timeOffset="7248.752">17675 7768 287 0,'0'0'235'0,"0"0"13"0,0 0 759 0,0 0 99 15,0 0-607-15,0 0-97 0,0 0-46 0,0 0-111 16,0 0-62-16,0 0-38 0,-80 7-25 15,49 25-22-15,-2 8-10 0,-1 8 16 16,-1 6 3-16,0 3 33 0,-1 6-25 0,2 4-27 16,-1 3 3-16,5-4-15 0,4 0-10 31,3-4-30-31,6-8 7 0,8-7-13 0,8-8-3 16,2-5-3-16,15-9-3 0,6-2 13 15,6-3 8-15,7-4-12 0,8-3-10 16,0-5-19-16,5-3 12 0,-3-5-13 15,-2 0 0-15,-4-8-1 0,-5-3-50 0,-3-3-58 16,-6-5-21-16,-7-1 3 0,-4-1-42 16,-7-2-92-16,-4 0-124 0,-3 4-204 0,0 0-204 15,-11 5-402-15,-1 6-246 0</inkml:trace>
  <inkml:trace contextRef="#ctx0" brushRef="#br0" timeOffset="7402.904">17514 8447 577 0,'0'0'2479'0,"0"0"-1893"0,0 0-202 16,0 0-65-16,0 0-28 0,0 0 13 15,0 0 4-15,0 0-59 0,90 13-91 0,-59-20-64 16,-1-8-70-16,0-1-24 0,-3-6-45 16,-2 0-95-16,1-2-54 0,-1 2-37 15,-4 2-53-15,-3 2-166 0,-3 4-233 16,-6 6-419-16,-6 4-299 0,-3 4 158 0,0 0 1243 16</inkml:trace>
  <inkml:trace contextRef="#ctx0" brushRef="#br0" timeOffset="7511.159">17843 8315 239 0,'0'0'404'16,"0"0"82"-16,-24 73 1445 0,20-44-1433 15,1 1-98-15,2 1-52 0,1 0-131 16,0 3-26-16,0-1 48 0,0 1-59 16,0-1-39-16,4-1-56 0,2-1-85 0,-2-5 0 15,2-2-152-15,-2-2-59 0,1-3-77 16,-1 0-117-16,0-7-366 0,-4 5-1100 16</inkml:trace>
  <inkml:trace contextRef="#ctx0" brushRef="#br0" timeOffset="8264.791">11484 8663 915 0,'0'0'244'16,"0"0"1387"-16,0 0-1173 0,0 0-137 0,0 0 20 15,0 0-2 1,0 0-57-16,0 0-85 0,0 0-40 16,0 0-20-16,94-28-14 0,-61 35-32 15,3 0-3-15,7 1 40 0,3-2 14 16,5 1-36-16,-1-2-33 0,5-2-22 0,3-3-11 15,4 0 5-15,1-6 27 0,5-3 31 16,-3-7-55-16,-3-1-32 0,-5 0-16 16,-4 0-21-16,-4 0-30 0,-5 0-61 0,-8 2-39 15,-6 1-6-15,-7 6-52 0,-7 0-123 16,-5 3-347-16,-6 2-867 0,-5 3-1289 0</inkml:trace>
  <inkml:trace contextRef="#ctx0" brushRef="#br0" timeOffset="8500.728">12499 8404 1903 0,'0'0'1496'16,"0"0"-1119"-16,0 0-204 0,0 0 44 15,0 0 84-15,0 0-2 0,0 0-23 16,0 0-87-16,75 68-86 0,-64-49-18 16,-2 3-39-1,-2 0 0-15,-4 0-45 0,-3 5 0 0,0 0-1 16,-4 1-19-16,-7 2-35 0,-1 1-53 15,-3-5-14-15,-2 3-7 0,-1-5-4 0,-6 0-15 16,-2-2-4-16,-4-2-59 0,-8-1-88 16,-4 0-234-16,-8-1-506 0,14-6-657 15,-32 5 900-15</inkml:trace>
  <inkml:trace contextRef="#ctx0" brushRef="#br0" timeOffset="8866.32">10380 8641 756 0,'0'0'733'0,"0"0"800"0,95-42-1105 16,-47 36-159-16,7 1-8 0,2 4-32 0,1 1-24 15,-2 1-56-15,-6 8-47 0,-5 1-7 16,-7 4-31-16,-8 2-22 0,-7 4-41 16,-6 1 1-16,-10 2 38 0,-4 5-6 15,-3 2 0-15,-8-1-4 0,-11 2-8 16,-1-3-13-16,-5 0-9 0,-1-8-13 16,-4-2 12-16,1-6-32 0,0-6 5 15,4-5 25-15,-1-2-33 0,1-9-56 16,3-8-37-16,-2-6 15 0,1-6 9 0,4-3 21 15,2-4-12-15,7 2 5 0,7 6-2 16,3 3 20 0,7 6 10-16,6 4 1 0,6 5-83 15,-2 4-223-15,-1 4-320 0,4 3-1069 0</inkml:trace>
  <inkml:trace contextRef="#ctx0" brushRef="#br0" timeOffset="13131.52">14640 9854 329 0,'0'0'216'0,"0"0"-70"15,0 0 1021-15,0 0-674 0,0 0-135 16,0 0-46-16,0 0 17 0,0 0-15 0,0 0-46 16,0 0-45-1,6-48-36-15,-5 48-20 0,1 0-40 16,1 0-29-16,5 1-12 0,6 6 9 15,4 0 61-15,7 4-21 0,3 2-44 0,1 4-24 16,4 1-7-16,-1 3-17 0,6 4-4 16,2 0 13-16,6 6-28 0,2 0 25 15,5 3-7-15,0 2-24 0,3 0-15 16,-1 2-2-16,2-1-1 0,-1-1 0 16,0 2 0-16,1-5 12 0,-2 4-12 0,2-1 1 15,0-3 15-15,2 0-13 0,-3 2 15 16,-2-3-3-16,-2 4-3 0,-2-1 3 15,0 0 6-15,-5 1-20 0,0-1 11 16,-5 2-10-16,-2-2-2 0,-1-2 1 0,-1-1 0 16,-3-2-1-16,0 1 0 0,-2-2 12 15,-1-1 4-15,-3 0-16 0,-1-2 3 0,0-4-3 16,-1-1 3-16,-1-2-3 16,1 1 0-16,-5-1 3 0,4-1-1 0,-1 1-2 15,0-1 11-15,-2 1-11 0,0-2 0 16,1 1 2-1,-3-1-2-15,-1 2 1 0,1-5-1 0,-2 3 1 16,-1-1-1-16,-1-2 0 0,-1-2-11 16,-1 0 11-16,0-2 0 0,0-1-2 15,-3-1-1-15,0-2-22 0,-1-1 13 16,-1 0 9-16,-2-1 1 0,0-3 2 0,-1 1 0 16,-2 0 0-16,0-2-1 0,-3 0 0 15,2 0 1-15,-1 0 1 0,-1 0 1 0,2 0-1 16,-2 0-1-16,0 0-1 0,0 0-11 15,0 0-6-15,0 0-36 0,0-4-25 16,-2 0-12-16,-1-5-52 0,0-3-51 16,0-1-44-16,-3-2-115 0,1 2-206 15,-3 0-231-15,-4 2-519 0,6 4-263 0</inkml:trace>
  <inkml:trace contextRef="#ctx0" brushRef="#br0" timeOffset="13447.247">16576 11353 590 0,'0'0'329'0,"0"0"1208"0,0 0-1053 0,0 0-126 0,0 0 39 16,0 0-42-16,0 0-55 0,0 0-6 16,54 68-48-16,-36-61-87 0,-2 2-49 15,1-1-10-15,0-3 46 0,0 1-3 16,-1-5-37-16,-1 1-15 0,1-2-1 0,-1 0 1 15,1 0 24-15,0-2-37 0,-1-4-15 16,0 0-14-16,-3 0-16 0,2-2 9 0,-1-2-15 16,2-2 3-16,-4-1 0 0,-1-4-9 15,2 2 3-15,-4-3-9 0,0-3 1 0,-2 1-14 16,-2-3 0-16,1-3-2 0,-2-2-12 16,0-3-6-16,-3 0-39 0,0-4-42 31,0-2-61-31,0 0-9 0,0-1-9 0,0 5-61 15,0 4-178-15,0 11-355 0,0 0-934 0</inkml:trace>
  <inkml:trace contextRef="#ctx0" brushRef="#br0" timeOffset="14865.793">17995 11814 891 0,'0'0'33'0,"0"0"413"0,0 0 363 16,0 0-314-16,25-69-100 0,-21 55-25 15,-1 1-9-15,-1 2-65 0,-2 0-25 16,0 4-33-16,0 1-44 0,0-1-23 0,-3 3-30 15,-2 4-34-15,-1 0-16 0,1 0-21 0,-3 0-21 16,-2 0-16-16,2 4 3 0,-3 3-14 16,-1 5-4-16,-1 3-16 0,-3 5 0 15,1 4-2-15,-2 5 0 0,1 6-1 16,0 5 1-16,5 5 0 0,0 7-3 0,3 3 3 16,4 4-18-16,2 2 17 0,2 0-15 15,0 3 15-15,0-3 1 0,8-1-12 0,1-5 12 16,2-3-2-16,2-7 1 0,1-8 1 15,2-6 2-15,3-6-1 0,2-9 33 0,1-3-4 16,5-3-12-16,-1-5-17 0,3-1 0 16,1-2 1-16,1-2 16 0,0 0-3 15,3-6-14-15,-3-1-1 0,2-6-1 16,-1-5 0 0,1-6 1-16,-2-5-2 0,-1-6-28 15,-3-7-9-15,0-1-10 0,-2-3-15 0,-2 0 1 0,-4-2-1 16,-2 2 15-16,-5-1-21 0,-2 3 6 15,-3-2 18-15,-6-2 3 0,-1-1 16 16,0 1 9-16,-7-1-4 0,-1 1 21 16,-3 5 1-16,-4 1-12 0,0 5 12 15,-3 4 15-15,1 6-13 0,-3 3 1 16,0 1-2-16,3 6 21 0,-2 5 11 16,2 5 4-16,-2 3 9 0,3 4-16 0,-2 8-11 15,0 5-19-15,-1 6 1 0,-1 7 14 16,1 2 0-16,-1 3-15 0,0 0-1 15,0 4-26-15,-2-3-7 0,-1 1-45 16,4-1-74 0,-1-1-25-16,2-5-168 0,3-2-240 15,4-6-463-15,2-9-211 0,3-3 1 16,3-3 1106-16</inkml:trace>
  <inkml:trace contextRef="#ctx0" brushRef="#br0" timeOffset="15065.887">18067 11912 1000 0,'0'0'111'0,"0"0"1400"0,0 0-1128 0,0 0-86 16,4 72-11-16,-4-41 27 0,0 6-12 0,0 4-21 16,-1 3-68-16,-2 3-46 0,-2 1-16 15,0-2-64-15,-2-2-34 0,0-2-10 16,-1-4-42-16,0-6-3 0,1-4-70 0,2-4-71 16,1-6-43-16,3-6-31 0,1-6-17 15,0-6-119-15,0 0-224 0,5-7-468 0,3-6-400 16,-1 1 860-16,6-8 266 0</inkml:trace>
  <inkml:trace contextRef="#ctx0" brushRef="#br0" timeOffset="15197.968">18242 12369 688 0,'0'0'661'15,"0"0"796"-15,0 0-989 0,86 43-68 16,-58-21 3-16,0 1-95 16,0 4-29-16,-4-2-34 0,2 5-58 0,-3-3-65 15,0-2-46-15,-3 0-37 0,-2-5-39 16,-3-3-54-16,0-4-38 0,-1-1-36 15,-4-3-43-15,-1 0-124 0,-3-1-313 16,1 3-1000-16</inkml:trace>
  <inkml:trace contextRef="#ctx0" brushRef="#br0" timeOffset="16598.022">15381 11300 1679 0,'0'0'769'0,"0"0"-389"0,0 0-171 0,0 0 12 32,0 0 62-32,0 0-43 0,0 0-51 0,0 0-13 15,0 0-30-15,0 0-25 16,50-75-37-16,-32 58-35 0,-2 2-15 0,-1 6 9 16,-2 3-27-16,-4 1-16 0,2 5-27 15,-5 0 2-15,3 5 23 0,-2 6 2 16,3 3 2-16,-1 6 14 0,-2 8-4 15,2 7-10-15,-4 3 17 0,1 10-19 0,-3 1-25 16,0 5-9-16,0-3-37 0,1-3 0 0,2-8 40 16,0-7 31-16,2-9-11 0,1-6 11 15,5-4 37-15,0-3 19 0,3 0-26 16,2-3 35-16,2-1-25 0,4-3-12 16,-1-3 21-16,1-1-27 0,1-6-1 15,0-7-2-15,-1-3-4 0,-2-3-6 0,-1-4-9 0,-2 1-70 16,-1-2-53-16,-6 0-44 0,1 1-73 15,-4-1-118-15,-2 6-248 0,-4-11-836 0</inkml:trace>
  <inkml:trace contextRef="#ctx0" brushRef="#br0" timeOffset="16824.661">15873 11262 2058 0,'0'0'1031'0,"0"0"-772"0,0 0-65 0,0 0 40 0,0 0 20 16,-31 78-40-16,27-51-41 0,1 7-43 16,3 5-68-1,0 8-16-15,0 6-12 0,1 8-3 16,4 6-10-16,0 5-21 0,-2 4 0 16,0 4-21-16,0 3-34 0,1 2-60 15,-1-2-30-15,0-3-38 0,0-4-40 16,2-7-66-16,-3-5-79 0,5-6-116 15,-4-6-116-15,2-8-420 0,-2-13-107 16,0 6 1055-16</inkml:trace>
  <inkml:trace contextRef="#ctx0" brushRef="#br0" timeOffset="20823.404">18139 9326 510 0,'0'0'235'0,"0"0"-144"0,0 0 1328 15,0 0-996-15,0 0-66 0,0 0-57 16,0 0 8-16,0 0-21 0,0 0-33 16,3-58-39-16,0 56-36 0,-1 2-31 15,-1 0-28 1,2 0-28-16,0 0-16 0,1 4-5 16,0 0 14-16,1 4 0 0,-1 2-33 0,0 4-25 15,1 4-27-15,-2 1-9 0,-2 1-109 16,-1 3-59-16,3-4-44 0,-3 2-50 15,0 2-139-15,0 0-265 0,0 0-464 16,-3-5-466-16</inkml:trace>
  <inkml:trace contextRef="#ctx0" brushRef="#br0" timeOffset="21008.614">18167 9844 91 0,'0'0'1612'0,"0"0"-999"16,0 0-299-16,0 0-38 0,0 0 77 15,0 0 6 1,0 0-82-16,0 0-129 0,21 64-100 16,-21-56-48-16,0 1-22 0,0 0-79 0,0 1-57 15,0 0-85-15,0 4-84 0,0-1-116 16,0 0-206-16,0 3-410 0,-1-1 134 16,-2-3 762-16</inkml:trace>
  <inkml:trace contextRef="#ctx0" brushRef="#br0" timeOffset="21192.786">18257 10375 49 0,'0'0'466'0,"0"0"993"0,0 0-1093 16,0 0-121-16,0 0 0 0,0 0-20 0,0 0-49 16,3 74-80-16,-3-66-96 0,0 3-3 0,0-3-96 15,-1 3-74-15,-1 1-78 0,2-4-136 16,-3 3-251-16,2 2-479 0,-2 2 504 15,-1-7 574-15,1 7 32 0</inkml:trace>
  <inkml:trace contextRef="#ctx0" brushRef="#br0" timeOffset="21362.241">18254 10693 274 0,'0'0'264'0,"0"0"-153"0,0 0 869 0,0 0-460 16,0 0-132-16,0 0-72 0,0 0-59 15,0 0-69-15,0 0-51 0,8 69-48 16,-8-64-54-16,0 3-33 0,-2 0-2 0,-1 2-40 15,-1 1-75-15,1-1-44 0,-2 1-33 16,2 1-39-16,-2-3-114 0,0-2-212 16,-3-1-582-16,2-1 434 0,-8-3 627 0</inkml:trace>
  <inkml:trace contextRef="#ctx0" brushRef="#br0" timeOffset="21677.533">18002 10880 718 0,'0'0'186'15,"0"0"1048"-15,0 0-765 0,0 0-170 16,0 0 9-16,0 0-28 0,0 0-52 16,47 67-29-16,-34-50-1 0,4 1-80 0,1 0-9 15,-2 0-3-15,4 0-26 0,-2-1-12 16,4-1-28-16,-1-2 31 0,-3-1 12 0,0-2-10 15,-2-4-33-15,-2-3-3 0,0-4 0 0,0 0-10 16,-1-3 1-16,2-5 8 0,-1-4 4 16,1-4 0-16,-2 1-1 0,2-6-2 15,-2 0-10-15,-2 0-15 0,1 1 6 16,-1-3-18-16,0 4-1 0,-2-5-11 16,2 1-10-16,-3-1-75 0,1-1-74 0,0-4-62 0,-1 2-104 15,0 5-282-15,1-5-879 0</inkml:trace>
  <inkml:trace contextRef="#ctx0" brushRef="#br0" timeOffset="23279.575">19067 10006 437 0,'0'0'2391'0,"0"0"-2083"0,0 0-103 0,0 0-31 16,0 0 70-16,0 0-15 0,0 0-31 15,0 0-36-15,-8-82-72 0,21 61-40 16,3-2-7-16,1 2-6 0,3 4-6 16,0 0 0-16,-1 4-4 0,0 4-27 0,-3 5-18 15,-1 2-4-15,-1 2 4 0,-2 6-4 16,-2 5 21-16,-1 5 2 0,-2 4 1 16,0 5 11-1,1 7-2-15,-2 5-11 0,-1 6 0 0,2 1-12 16,1 3-1-16,0-1-11 15,4-6 5-15,1-3 19 0,1-7 3 0,1-7-3 16,-1-6-3-16,0-6 3 0,2-4 1 16,0-7 11-16,2 0 16 0,0-5-17 15,1-7-11-15,1-4-2 0,0-6-78 16,0-5-75-16,-2-4-66 0,-1 0-65 0,-2-4-163 0,-4 11-337 16,0-15-832-16</inkml:trace>
  <inkml:trace contextRef="#ctx0" brushRef="#br0" timeOffset="23480.176">19547 9868 676 0,'0'0'235'0,"0"0"1444"15,0 0-1367-15,-21 83-84 0,15-46 119 16,1 0 7-16,1 2-8 0,-1 0-88 16,3 3-94-16,-1 0-56 0,0 3-41 15,0 2-30-15,-1 0-37 0,1 1-3 16,0-1-43-16,3-4-77 0,0-1-28 15,0-4 20-15,2 0-15 16,4-8-52-16,-1-4-84 0,1-8-64 16,1-6-98-16,-3-6-205 0,-1-6-553 15,0 0 112-15</inkml:trace>
  <inkml:trace contextRef="#ctx0" brushRef="#br0" timeOffset="23911.429">19034 9590 1623 0,'0'0'688'0,"0"0"-288"0,0 0-162 0,0 0 2 15,0 0 41-15,17-71-15 0,-5 47-62 16,5 0-49-16,4-4-46 0,5 0-25 0,2 1-12 16,4 6-48-16,1 0 20 0,0 6-4 0,-2 4 0 15,-3 4-40-15,-3 7-3 0,-4 0-6 16,-2 3 8-16,-2 9 1 0,-2 3 0 15,-1-1 3-15,-1 5-3 0,2 4 2 16,-2-1-2-16,0-2 0 0,1-2-2 16,1-5-10-16,3-3 12 0,2-7 0 0,2-3 29 0,4-2-29 15,4-9-12-15,6-4-118 0,4-9-103 16,2-4 6-16,3-5-133 0,3-5-243 16,-11 10-574-16,16-17-586 0</inkml:trace>
  <inkml:trace contextRef="#ctx0" brushRef="#br0" timeOffset="27975.039">16458 9397 1228 0,'0'0'1412'0,"0"0"-1170"16,0 0-130-16,0 0 16 0,0 0 48 0,0 0 72 15,0 0-33-15,0 0-45 16,28-73-60-16,-9 64-22 0,5 1-7 0,1 2-18 15,1 4-23-15,4 2 28 0,4 0-3 16,1 4-31-16,-2 6 4 0,1 1 14 16,-3 4-37-16,-3 3-11 0,-5 6-1 15,-4 4 21-15,-4 6-8 0,-3 5 5 0,-5 5-8 0,-2 4 8 16,-5 0-20-16,0 5-1 0,-3 0 0 16,-6-3 0-16,-3 1-21 0,0-5 19 15,-2-5 0-15,0-6-29 0,0-5-3 16,-1-10-16-16,5-2-24 0,1-9-28 15,0-6-35-15,1-3-44 0,1-7-150 16,1-11-231-16,-4-1-624 16,3 1-356-16,-5-16 1109 0</inkml:trace>
  <inkml:trace contextRef="#ctx0" brushRef="#br0" timeOffset="28191.348">16645 9803 1451 0,'0'0'95'0,"0"0"554"0,0 0-451 15,0 0-95-15,-7 71 59 0,7-48 108 0,0 2 24 0,3 3-64 16,4-3-97-16,1 1-19 0,3-2-38 16,1 0-20-16,-2-4-30 0,4-5 2 15,1-2-3-15,1-7 0 0,3-5 53 16,4-1-8-16,0-7 12 0,5-6-17 0,0-4-46 16,1-7 6-16,1-2-22 15,1-5-3-15,0-4-112 0,4 2-83 0,2-1-60 0,1-1-110 16,2-2-115-16,-7 10-341 0,16-18-200 0</inkml:trace>
  <inkml:trace contextRef="#ctx0" brushRef="#br0" timeOffset="52539.515">8212 14198 3332 0,'0'0'516'0,"0"0"-273"0,0 0-81 0,0 0-44 0,0 0-56 16,0 0 25-16,0 0 42 0,118 0 37 15,-59 3-37-15,7-2-40 0,4-1-10 16,4 0-12-16,2-9-27 0,-2-2-4 16,-3-3-34-16,-4-2-2 0,-8 1 0 15,-4 0-16-15,-6 5-66 0,-9 0-68 16,-5 2-58-16,-5 3-26 0,-8 2-35 16,-9 3-167-16,-5 3-224 15,-8 5-160-15,-3 3-378 0</inkml:trace>
  <inkml:trace contextRef="#ctx0" brushRef="#br0" timeOffset="52707.354">8899 14257 378 0,'0'0'264'16,"-78"39"1232"-16,49-17-1072 0,1 7-89 16,3 5 71-16,6 5-50 0,12 3-101 15,4 4-35-15,3 5-54 0,9 2-36 16,2 1-28-16,2 0 15 0,2-3-18 0,-1-4-41 16,-4-7-24-16,3-7-25 0,-6-5-9 0,0-4-22 0,-2-1-48 15,-4-2-66-15,-1-3-55 0,0 0-39 16,-10-2-15-16,-4-1-89 0,-5-3-243 15,0-1-530-15,-17 5-367 0</inkml:trace>
  <inkml:trace contextRef="#ctx0" brushRef="#br0" timeOffset="52870.64">8256 15158 1372 0,'0'0'1196'16,"0"0"-816"-16,0 0-159 0,0 0-103 15,0 0 92-15,0 0 15 0,82 5 14 16,-46-3-34-16,2-2-34 0,2 0 18 15,5-3 20-15,1-1-83 0,1-5-55 16,1-1-41-16,2 0-30 0,1-1-36 16,-2 1-118-16,0 4-55 0,-3 1-54 15,1 5-107-15,-5 0-228 0,-11 2-694 0,3 8-748 16</inkml:trace>
  <inkml:trace contextRef="#ctx0" brushRef="#br0" timeOffset="53372.626">9319 14756 1360 0,'0'0'1659'0,"0"0"-1381"16,0 0-278-16,0 0 67 0,0 0 95 0,0 0-7 0,0 0 41 16,0 0-17-16,0 0-60 0,0 0-63 15,44 90-3-15,-41-59-13 0,0 0-12 16,-2-2-26-16,2 0 31 0,-3-4-33 0,0-5-3 15,0-7-21-15,0-4 5 16,0-7-6-16,0-2 25 0,0-2-50 0,3-10-40 16,2-4 49-1,1-3 4-15,4-1 25 0,3-1 8 16,0 2 4-16,4 3-25 0,-1 2 23 16,3 4 0-16,0 3 2 0,-2 2 25 0,-1 5 19 15,0 0-22-15,-5 5-7 0,2 3 38 16,-4 2 3-16,-2 2-34 0,1 0 0 15,-4 0 9-15,-2 1-12 0,1 2 2 16,-3-3-21-16,0 1-12 0,0 0-35 0,0-4-77 0,0-1-36 16,0-4-32-16,0-2-89 0,0-2-161 15,0 0-279-15,3-6-557 0</inkml:trace>
  <inkml:trace contextRef="#ctx0" brushRef="#br0" timeOffset="54227.886">9936 14818 1832 0,'0'0'110'0,"0"0"-84"0,0 0-26 0,0 0 179 0,0 0 38 16,0 0 41-16,0 0 22 0,0 0-30 16,0 0-42-16,0 0-11 0,-53 33-42 15,53-29-26-15,6 0-10 0,1-2-31 16,6 1-3-16,0-2-10 0,4-1-6 16,1 0-13-16,2 0 15 0,3-1-21 15,0-4-19-15,1-2-30 0,1-1-1 16,-1 0-1-16,-1-4-64 0,-1-1-41 15,0 0-78-15,-1-2-20 0,-3 0-64 16,-1-1-110-16,-6 4-206 0,-3-5-623 0</inkml:trace>
  <inkml:trace contextRef="#ctx0" brushRef="#br0" timeOffset="54560.254">10057 14366 1592 0,'0'0'1229'0,"0"0"-1001"0,0 0-94 16,0 0 57-16,0 0 3 0,0 0-17 15,0 0-32-15,0 0-35 0,-11 86-24 16,22-49-27-16,4 7-12 0,2 6-22 0,-1 2 18 16,4 6-24-16,-4 3 6 0,1 1-24 15,-2 5 33 1,-1-1-31-16,-1 1 12 0,-2-1-11 15,-5-4-4-15,-1-1-11 0,-4-5 11 16,-1-5 18-16,0-5 1 0,0-6-19 16,0-5-14-16,0-7 13 0,-3-6 1 15,0-6-19-15,0-5-2 0,-4-5 18 0,3-3-28 16,-3-3-35-16,-2 0-24 0,2-8-14 16,-6-1-34-16,4-7 18 0,0-5-32 15,-2-4-67-15,7-3-55 0,4-2-195 0,0-3-197 16,3 8-580-16,12-8 492 0</inkml:trace>
  <inkml:trace contextRef="#ctx0" brushRef="#br0" timeOffset="54907.146">10704 14851 1425 0,'0'0'985'0,"0"0"-672"0,0 0-178 16,0 0 71-1,0 0 107-15,0 0 13 0,0 0-2 16,0 0-92-16,0 0-98 0,0 0-23 0,-92 65-18 15,76-36-22-15,2 2-10 0,1 0-18 16,7-2-6-16,3-2-22 0,2-3 4 16,1-3-16-16,0-7-3 0,4-4-17 15,2-5 14-15,1-5-18 0,5 0 9 16,-1-4 12-16,3-11-2 0,1-5-5 0,2-7-75 16,-1-4-8-16,1-2-6 15,1 0 32-15,-1 2-2 0,1 4-2 0,-1 4 22 16,-3 7 8-16,2 4 16 0,-3 6 11 15,0 3 11-15,-2 3 65 0,1 4 10 16,-5 8 18-16,3 3 0 0,-5 5-10 0,-1 2-15 16,1 1-10-16,-2 1 4 0,0-3-19 0,-1-2-28 15,-1-2-15-15,2-6-25 0,0-1-25 16,3-1-94-16,0-1-54 0,4-2-50 16,0 1-126-16,0-4-303 0,6-3-648 0</inkml:trace>
  <inkml:trace contextRef="#ctx0" brushRef="#br0" timeOffset="55107.918">11196 14730 1429 0,'0'0'1376'16,"0"0"-982"-16,0 0-228 0,0 0 66 16,-56 82 58-16,37-47 46 0,-1 5-32 15,5-1-39-15,4-3-63 0,2-5-59 0,2-4-72 0,7-6-38 16,0-4-33-16,0-5 0 0,3-5-3 15,4-2-21-15,4-5-19 0,3 0-15 16,3-12-46-16,0-4-12 0,3-8-34 16,0-6-103-16,-1-6-120 0,1-6-236 15,-8 10-521-15,7-25-593 0</inkml:trace>
  <inkml:trace contextRef="#ctx0" brushRef="#br0" timeOffset="55300.735">11402 14236 453 0,'0'0'2638'15,"0"0"-2236"-15,16 71-221 0,-10-29 55 16,2 13 34-16,0 5 28 0,1 5 26 16,-1 1-73-16,-1-3-71 15,6 0-46-15,-5-7-70 0,3-3-64 16,0-6-32-16,-4-8-83 0,-1-5-44 0,-1-8-24 0,-4-9-7 16,-1-5-51-16,0-5-184 0,-6-4-274 15,-1-3-653-15,-16-4-638 0</inkml:trace>
  <inkml:trace contextRef="#ctx0" brushRef="#br0" timeOffset="55446.053">11243 14752 1117 0,'0'0'1977'15,"0"0"-1560"-15,0 0-265 0,0 0 97 16,0 0 43-16,99-1-78 0,-68-3 0 16,1-2-45-16,7-1-65 0,0-2-58 15,4 0-46 1,4-3-37-16,4 1-61 0,5 3-139 0,3 0-110 15,-11 5-257-15,22 3-871 0</inkml:trace>
  <inkml:trace contextRef="#ctx0" brushRef="#br0" timeOffset="55846.797">12757 14747 1846 0,'0'0'635'0,"0"0"-325"0,0 0-76 16,0 0-74-16,0 0 251 0,90 25-5 15,-41-10-99-15,6-1-69 0,2-3-87 16,2-1-40-16,1-7-56 0,1-3-33 15,-5-9-22-15,-2-13-20 0,-4-7-99 16,-4-11-60-16,-4-4-59 0,-5-4-82 0,-11 12-238 16,-5-13-800-16</inkml:trace>
  <inkml:trace contextRef="#ctx0" brushRef="#br0" timeOffset="56024.788">13219 14470 1558 0,'0'0'1618'0,"-14"107"-1421"16,12-47-88-16,-1 12 134 0,2 9 117 16,-2-6-74-16,3-7-66 0,0-11-113 0,4-13-107 15,4-12-101-15,0-11-100 0,1-12-4 16,4-9-9-16,-1-12-44 0,2-14-116 16,-4-1-383-16,6-35-918 0</inkml:trace>
  <inkml:trace contextRef="#ctx0" brushRef="#br0" timeOffset="56362.388">13503 13980 1683 0,'0'0'1805'15,"0"0"-1536"-15,23 82-99 0,-17-32 31 16,1 12 33-16,0 5-24 0,-4 7 101 16,0 1-15-16,0-1-101 0,0-2-80 15,4-4-72-15,-1-3-43 0,1-4-15 16,0-8-43-16,2-7-36 0,2-13 3 15,0-7-19-15,0-12 18 0,1-8-36 16,1-6-7-16,2-12 28 0,1-7-38 16,0-9 18-16,2-3 21 0,0 0 32 15,1 2 2-15,-2 4 41 0,0 7 12 0,1 7 19 0,-1 11 86 16,-2 0 54-16,0 14-6 0,-2 7 17 16,0 4-43-16,-3 4-7 0,-1 3-3 15,-3 1 9-15,1-1-3 0,-4-3-19 16,0-2-30-16,0-7-52 0,0-2-3 15,-1-7-52-15,1-4-88 0,3-5-62 16,1-2-40-16,0-11-49 0,4-6-106 0,0-7-159 0,-2 5-437 16,2-16-356-16</inkml:trace>
  <inkml:trace contextRef="#ctx0" brushRef="#br0" timeOffset="56478.464">14178 14699 760 0,'0'0'1574'0,"0"0"-756"0,0 0-413 31,0 0-112-31,54 95 0 0,-45-60-32 15,-2-2-4-15,-4 3 4 0,-2-3-90 0,1-5-83 16,-2-4-88-16,0-8-18 0,0-6-104 16,0-7-65-16,-3-3-90 0,-1 0-204 15,-2-7-764-15,-7-12-1492 0</inkml:trace>
  <inkml:trace contextRef="#ctx0" brushRef="#br0" timeOffset="56632.183">14052 14412 2357 0,'0'0'1746'0,"0"0"-1428"0,0 0-189 16,0 0 29-16,0 0-14 0,0 0-34 16,0 0-12-16,0 0-89 0,85 27-9 15,-63-25-125-15,2 1-93 0,2 0-162 16,-3 1-320 0,15 4-918-16</inkml:trace>
  <inkml:trace contextRef="#ctx0" brushRef="#br0" timeOffset="56879.613">14695 14609 1524 0,'0'0'1979'0,"0"0"-1670"0,-59 76 12 0,37-45 49 15,-2 0-129-15,2-1-15 0,5-5 3 16,8-7-82-16,6-2-72 0,3-6-40 16,3-2-35-16,10-2-24 0,6 2 5 0,5-2 18 15,4 0 0-15,2 0-14 0,2 1 15 16,-2 2 1-16,0-1-1 0,-5 4-1 15,-6 0-14-15,-2 4-15 0,-7 0-13 0,-6 1-9 16,-4 0 0-16,-4 1-2 0,-9 1-13 16,-6 2-34-16,-5-4-31 0,-1-1-37 0,-4 1-59 15,0-3-178-15,4-2-311 0,-20 5-769 0</inkml:trace>
  <inkml:trace contextRef="#ctx0" brushRef="#br0" timeOffset="57480.874">15952 13887 3213 0,'0'0'477'15,"0"0"-370"-15,0 0 66 0,43 96 78 0,-30-38-18 16,-4 15-57-16,-4 9-4 0,-2 6-19 0,-3 2-40 16,0 1-24-16,0-7-4 0,0-3-27 15,3-11-25-15,3-9-32 0,-1-14-1 16,4-11-14-16,-1-12-7 0,1-9-6 15,-3-11-1-15,4-4-2 0,-1-8 5 16,5-13-30-16,1-7 1 0,2-6-2 0,2-4 14 16,-2 0 8-16,2 5 3 0,-2 8 28 0,2 9 0 15,-3 10-30-15,0 6 33 0,-2 10 15 16,2 12 52-16,-3 8 13 0,-2 7 11 16,-2 3-33-16,1-1-27 0,-3 1 30 31,0-7-19-31,-1-3-27 0,0-8-5 0,1-3-10 15,0-5-31-15,-1-6-94 0,0-4-79 16,3-1-69-16,1-3-89 0,-2 0-299 0,-2-4-810 16,0-10-750-16</inkml:trace>
  <inkml:trace contextRef="#ctx0" brushRef="#br0" timeOffset="57714.402">16594 14891 143 0,'0'0'2591'0,"0"0"-1846"0,0 0-438 0,0 0-33 0,0 0 7 0,0 0-111 16,81 63 0-16,-67-63 30 0,3 0-63 15,1-9-54-15,2-6-19 0,-1-5-31 16,0-4-14-16,-2-2-19 0,-1-2-6 16,-4 2-31-16,-3 3-9 0,-4 5 28 15,-5 7-16-15,0 3 34 0,-6 6 25 16,-10 2-25 0,-1 5-12-16,-5 5-16 0,-4 5 28 15,1 0-1-15,0 4-13 0,2-2-4 0,3 2 5 16,3 1-17-16,5-1-10 0,2 0-9 0,5-3-55 15,1-3-47-15,4-4-50 0,0-3-82 16,4-3-176-16,5 0-258 0,-2-3-547 16</inkml:trace>
  <inkml:trace contextRef="#ctx0" brushRef="#br0" timeOffset="58350.61">17097 13929 1732 0,'0'0'1655'15,"0"0"-1338"-15,0 0-222 0,0 0-61 0,0 0 14 16,0 0 200-16,0 106 4 0,0-44-60 0,3 10-53 16,0 6-29-16,0 6 19 0,3-1 24 15,-1-4-49-15,3-6-47 0,-1-4-29 16,4-11-28-16,0-4-28 0,2-5-63 15,2-8-37-15,5-2-56 0,1-7-49 16,3-6-102 0,-4-8-356-16,9-6-1009 0</inkml:trace>
  <inkml:trace contextRef="#ctx0" brushRef="#br0" timeOffset="58769.183">17652 14657 1554 0,'0'0'1971'0,"0"0"-1661"15,0 0-144-15,0 0 100 0,0 0-30 0,0 0-54 0,-85 55 70 16,63-27-54-16,-2 7-79 0,1 2-24 16,4 0-20-16,2 2-8 0,4-5-9 15,2-4-25-15,6-9-9 0,4-7-23 16,1-8-1-16,1-6-30 0,9 0-15 0,6-13 17 16,4-8 10-16,2-8 3 0,4-10-34 15,0-6-69-15,1-4-22 0,0-2-7 0,-1-2 7 16,-1 3 8-16,1-2-10 0,-2-2-16 15,-1-1 44-15,-7-4-20 0,2 1 15 16,-7-3-20-16,-3-2 32 0,-2 0 65 0,-1 1 42 16,-2 3 4-16,1 4 21 0,-1 11 16 15,1 8 75-15,-1 8 32 0,0 11 5 16,1 6-4 0,-4 7-10-16,0 3 3 0,0 1-13 15,0 3 2-15,0 5-30 0,-1 7-67 0,-3 7-16 16,-1 10 16-16,1 10 2 0,0 6 28 0,1 10 6 15,-2 5-24-15,2 6-10 16,-1 5-2-16,0 2-31 0,1 4 12 0,0-2-15 16,0 0-24-16,3-5-74 15,0-6-32-15,0-4-66 0,8-9-18 0,1-8-63 16,3-9-71-16,1-5-130 0,4-7-281 0,-3-11-885 16</inkml:trace>
  <inkml:trace contextRef="#ctx0" brushRef="#br0" timeOffset="59316.791">19199 14789 1307 0,'0'0'1174'0,"0"0"-880"16,0 0 56-16,0 0-32 0,0 0-64 15,0 0-24-15,0 0 105 0,0 0-19 0,108 36-57 16,-58-36-88-16,2-11-67 0,4-7-52 16,2-8-52-16,-2-5 0 0,-1-4-92 15,-5-3-36-15,-4 2-62 0,-5 1-41 16,-5 1-145-16,-13 12-293 0,-2-14-817 0</inkml:trace>
  <inkml:trace contextRef="#ctx0" brushRef="#br0" timeOffset="59537.651">19681 14352 2639 0,'0'0'661'0,"0"0"-416"15,0 0-49-15,-34 104 21 0,29-49 37 0,1 10 13 16,3 8 23-16,1 5-45 0,0 3-68 15,7 2-31-15,0 3-42 16,-1-1-25-16,-2-3-77 0,0-3 10 0,-4-7-12 0,0-9-15 16,0-8-10-16,0-8 22 0,-4-9-24 15,0-6 0-15,0-8-37 0,1-7-30 16,-2-8 2-16,2-7-5 0,0-2-10 16,1-6-59-16,-1-8-92 0,0-8-111 15,3-8-9-15,0-8-183 16,0 5-427-16,-1-29-747 0</inkml:trace>
  <inkml:trace contextRef="#ctx0" brushRef="#br0" timeOffset="59838.349">20099 14908 1944 0,'0'0'1332'16,"0"0"-964"-16,7 85-84 0,-7-58 64 0,0-1-2 15,0-7-84-15,0-9-60 0,0-6-74 16,6-4-86-16,5-11 16 0,7-5 0 15,5-9-10-15,3-3-41 0,0-7-7 16,2 0-79-16,-3-3-7 0,-2 2-5 16,-3 1 3-16,-8 5-4 0,-2 4 12 0,-7 5 31 15,-3 3 9-15,-1 4 19 0,-12 5 9 0,-6 3 9 16,-4 3-37-16,-5 3 40 0,1 4 10 16,-2 10-8-16,5 4 20 0,-1 7 18 15,6 5-24-15,-1 2-3 0,3 3-13 16,1-3-2-16,3-3-23 0,3-5-21 0,1-5-132 15,4-3-119-15,2-2-202 0,0-6-482 16,3-4-555-16</inkml:trace>
  <inkml:trace contextRef="#ctx0" brushRef="#br0" timeOffset="60054.76">20422 14654 153 0,'0'0'2387'0,"0"0"-1801"0,0 0-322 16,87 22-19-16,-69-1-31 0,-2 3-85 15,-6 2 81-15,-1 6 76 0,-5 1-88 0,-1 1-57 16,-3-1-52-16,0-2-34 0,-3-4-12 16,-1-5-6-16,-2-5-1 0,3-7-2 15,1-6 0-15,2-4 17 0,0-3-2 16,0-10-49-16,2-9-70 0,7-3 12 16,1-9-3-16,3-4-55 0,4-5-13 0,3 1-25 15,2-1-59 1,6 1-107-16,5 3-187 0,-6 11-250 0,16-6-987 15</inkml:trace>
  <inkml:trace contextRef="#ctx0" brushRef="#br0" timeOffset="60903.302">21961 14666 881 0,'0'0'1555'16,"0"0"-1081"-16,0 0-205 0,0 0-46 16,0 0 56-16,0 0-68 0,-88-12-18 0,63 30-6 0,1 7-51 15,3 11-18-15,1 5-13 0,7 5-19 0,2 2 0 16,6-2-3-16,5-5-13 0,0-9-36 15,5-7-33-15,3-10 1 0,3-7-2 16,3-7-22-16,1-2 8 0,4-12 13 16,1-7-56-16,3-6-32 0,-1-4 0 31,-3-2 3-31,-2 1 36 0,-4 2 32 0,0 2 16 16,-5 1 2-16,0 4 0 0,0 5 28 15,-4 4 9-15,1 7 9 0,-4 6 12 16,2 4-5-16,1 11 2 0,2 7 46 15,1 9 21-15,3 5-39 0,-2 4-13 16,4 2 0-16,-3-4 33 0,1-4 3 16,-1-6-69-16,2-7-37 0,-2-9-15 0,-1-3-55 0,1-5-52 15,0-4-18-15,0 0-49 0,-2-9-108 16,3-7-286-16,-4 3-819 0,-3-16-1280 0</inkml:trace>
  <inkml:trace contextRef="#ctx0" brushRef="#br0" timeOffset="61488.989">22268 14739 1926 0,'0'0'1522'16,"0"0"-1247"-16,0 0-70 0,3 83 177 0,-3-57-20 15,0-2-10-15,0-5-71 16,0-5-161-16,0-6-120 0,5-5-30 0,3-1 0 16,1-2-31-16,2-5 3 15,6-8 0-15,2-8-39 16,6-7-32-16,-1-5-36 0,1-1-20 15,1 2-31-15,-4 3 20 0,0 6 74 16,-2 8 55-16,-2 4 24 0,-1 9 43 16,-2 2 9-16,-3 4 117 0,0 11 39 0,-5 5 3 15,2 3-29-15,-5 4-28 16,1 2-3-16,-4 1-13 0,0-1 27 0,-1 1-3 16,0-7-12-16,0-1-16 0,0-6-46 0,0-6-45 15,0-5-21-15,3-5-13 0,2 0 4 16,1-9-22-16,5-6-15 0,1-6-25 15,5-5-27-15,3-2-3 0,3 1-10 16,3-1-23-16,3 4 4 0,2 5-1 16,0 1 49-16,0 7 47 0,0 4 17 15,-4 6 39-15,-1 1 10 16,-3 8 165-16,3 6-54 0,2 5-12 16,-3 8-50-16,4 2 49 0,-2 9 122 15,-1 2-80-15,-1 2-15 0,-5 3 29 0,0-1-21 16,-4 4-37-16,0 4-12 0,-4 1 12 15,-4 4-46-15,-4 3 4 0,-1 4-10 16,-3 2-18-16,-7-2-24 16,-6-1-10-16,-4-5 0 0,-2-7 1 0,-4-8-3 0,0-5-17 0,-2-9-22 15,-3-9 9-15,0-8 20 0,2-8 9 16,-2-4 1-16,3-8 0 0,1-10 14 16,3-7-2-16,4-6-12 0,6-9-24 15,5 0 0-15,6-5-16 0,0 2-2 0,11 0 12 16,8 1 15-16,4-2-6 0,5 0-1 15,5-2-26-15,3-3-37 0,5-1-45 0,6-1-19 16,2 0-31-16,5 2-31 0,1 5-90 16,2 2-316-16,-14 9-469 0,18-9-605 0</inkml:trace>
  <inkml:trace contextRef="#ctx0" brushRef="#br0" timeOffset="61990.523">25290 13941 969 0,'0'0'1712'0,"2"-72"-1580"0,-2 43-106 0,-6 1 38 16,-6 1 132-16,-5 7 110 0,-4 8 21 15,-3 8-13-15,-3 4-51 0,-3 10-89 16,-2 9-66-16,0 11-19 0,-2 5 3 0,1 12 28 16,0 8-16-16,0 8-28 0,2 9-30 0,0 6-15 15,2 9 14-15,4 1 10 0,3 1-18 16,8-1 14-16,7-7 4 0,7-8 39 16,7-12-24-16,16-14-31 0,6-11-33 15,7-15-6-15,7-10 0 0,3-10 43 16,6-4-40-16,1-13 9 0,0-7-12 15,-5-4-30-15,-3-4-37 0,-6 1-45 0,-10-1-19 32,-7 5-27-32,-7 2-44 0,-7 4-65 0,-8 6-116 15,0 1-147-15,-14 4-224 0,0 3-369 16,-17-2-1-16</inkml:trace>
  <inkml:trace contextRef="#ctx0" brushRef="#br0" timeOffset="62244.403">25117 14530 179 0,'0'0'20'15,"0"0"394"-15,0 0 352 0,0 0 730 0,-79 11-955 16,78-4-168-16,1-2-124 0,8 2-42 0,10-1 38 15,4-1-11-15,6-5-62 0,3 0-56 16,6-10-48-16,0-2-68 0,2-5 0 16,0-1-150-16,0-3-41 0,-5 2-52 15,-5 1-21-15,-5 3-72 0,-4 4-138 0,-5 3-166 16,-7 2-175-16,-2 5 191 0,-6 1 507 16,0 0 117-16,0 6 345 0,-6 5 93 0,1 4 3 15,1 6 13-15,-2 4-54 0,5 4-38 16,1 5-81-16,0 3-111 0,4 5-58 0,6 0-22 15,3 3-15-15,4 1 67 0,2-2-28 16,0-4-114-16,0-4-119 0,0-2-132 16,-1-4-113-16,-2 3-180 0,-2-11-619 15,0 15-804-15</inkml:trace>
  <inkml:trace contextRef="#ctx0" brushRef="#br0" timeOffset="63593.818">27069 14439 866 0,'0'0'1589'0,"0"0"-1395"16,0 0-49-16,0 0 83 0,0 0 88 0,0 0-17 15,-87 38 3-15,70-7-54 0,3 7-58 16,0 5-20-16,2 1-28 0,1-1-22 16,3-3-13-16,2-9-36 0,2-4-19 15,2-11-49 1,2-7-3-16,3-7-10 0,7-2-21 15,3-8-48-15,2-8-13 0,4-7-22 0,1-4 0 16,2-7-28-16,-1 2-16 0,-2 1 11 16,-3 3 24-16,-4 5 45 0,-3 8 47 15,-3 4 30-15,-3 7-3 0,-2 4 4 16,1 4 60-16,-2 9 79 0,0 7 7 16,0 6-31-16,0 3-40 0,-2 3-7 15,-1-1-31-15,0-3-24 0,1-4-13 16,2-6-25-16,0-3-58 0,0-7-81 0,0-3-48 0,2-2-56 15,4-3-179-15,0-3-267 0,0-2-501 16,-2-10-228-16</inkml:trace>
  <inkml:trace contextRef="#ctx0" brushRef="#br0" timeOffset="64178.845">27250 14576 763 0,'0'0'156'0,"0"0"1364"16,0 0-1123-16,0 0-176 0,28 85 48 15,-26-59 77-15,0 2-22 0,-1-4-48 0,2-5-115 16,0-2-90-16,0-3-70 0,3-5-1 16,1-2-43-16,0-6-78 0,3-1-50 15,2-4-52-15,2-7-39 0,3-5-68 16,2-3-117-16,3-3-166 0,-1 0-62 0,0 1 82 0,0 3 52 16,-2 6 192-16,-2 1 349 0,-1 6 277 15,-3 3 189-15,-3 2 104 0,0 2 132 16,-4 7-101-16,-2 1-129 0,1 2-141 15,-4 2-91-15,-1 0-45 0,0 0-7 16,0-2-11-16,0-1-25 0,0 0-41 16,3-4-12-16,0 2-19 0,4 0-19 0,0-2-27 0,1 2-3 15,3-3-29-15,4 0-2 0,-1-1-13 16,3-3-45-16,3 0-40 0,-1-2-4 16,1 0 13-16,-4-2-1 0,3-2-6 15,-3-3-22-15,-2-1 40 0,-1-1 60 16,2-3 5-16,-2-1 1 0,-1 0 10 15,2-3 2 1,-2-2 1-16,-1-1 33 0,-3-1 6 0,4-4 29 16,-4-6-7-16,3-5-19 0,1-8-32 15,-2-5-11-15,1-6-3 0,1-8-31 16,-1-1-10-16,0-5-18 0,1 2 43 16,1 5 1-16,-1 4 17 0,2 9 1 15,-3 12 28-15,2 11 71 0,-4 13 16 0,-3 7-13 16,0 5-3-16,-3 0 14 0,-3 9-14 0,2 4-8 15,-2 6-20-15,0 6-1 0,0 8-21 16,0 5-19-16,-3 7 16 0,-2 3 0 16,-1 7-7-16,0 5 4 0,-1 2-22 15,-5 9 6-15,-1 1-27 0,1 2 2 16,-2-1-1-16,3-6-1 0,2-5-67 0,3-8-85 31,2-5-28-31,3-9-34 0,1-4-33 0,0-8-75 16,8-9-250-16,-1-5-608 0,9-12-942 15</inkml:trace>
  <inkml:trace contextRef="#ctx0" brushRef="#br0" timeOffset="64431.048">28867 14264 2236 0,'0'0'1875'0,"0"0"-1630"16,0 0-245-16,-22 72 100 0,11-34 107 16,0 10 136-16,-4 7-81 0,7 5-88 0,-1 3-32 15,4 1-15-15,3-1-27 0,2-1-56 16,0-10-44-16,0-2-22 0,0-8-80 16,2-7-47-16,1-10-42 0,3-3-37 0,2-13-32 31,-1-2-112-31,1-7-274 0,-1 0-503 0,-1-19-460 0</inkml:trace>
  <inkml:trace contextRef="#ctx0" brushRef="#br0" timeOffset="64579.162">28886 14697 1778 0,'0'0'1341'0,"0"0"-749"16,0 0-239-16,0 0 11 0,0 0 0 16,0 0-46-16,85 50-65 0,-65-43-83 15,5-2-61-15,4-5-43 0,2 0-66 16,5-10-54-16,3-6-73 0,-1-8-25 0,2-4-61 15,-1-4-65-15,0-2-178 0,-11 8-489 0,3-15-607 16</inkml:trace>
  <inkml:trace contextRef="#ctx0" brushRef="#br0" timeOffset="64748.313">29388 14283 1327 0,'0'0'1374'0,"0"0"-855"15,0 0-359-15,0 0 27 0,0 0 100 0,-16 81 22 16,7-43-61-16,2 6-50 0,0 4-32 15,-1 6 6-15,-1 6-10 0,-2 4-68 0,-3 4-48 16,-3 2-46-16,-1-1-49 16,1-2-155-16,-2-1-90 0,3-5-68 0,5-16-237 15,-4 14-775-15</inkml:trace>
  <inkml:trace contextRef="#ctx0" brushRef="#br0" timeOffset="68085.103">30224 14766 2692 0,'0'0'469'15,"0"0"-240"-15,0 0-16 0,0 0 134 16,0 0 10-16,0 0-97 0,0 0-88 15,0 0-21-15,6 90-47 0,0-58-12 16,-3 2-13-16,-1-4 3 0,1-2-21 16,0-6-47-16,1-3-14 0,0-6-12 15,2-4-12-15,0-5-31 16,1-2-18-16,2-2-13 0,0-3 4 16,2-7 51-16,2-4-9 0,0-1 19 0,-2-4 21 15,-1 2 0-15,0-2 3 0,-2 5-3 16,0 3-1-16,1 3-11 0,-4 4 12 15,4 4 1-15,-1 4 45 0,0 10 24 16,1 3-6-16,-2 4-27 0,0 1-4 0,2 1-33 0,-2 1 34 16,0-5-10-16,1-1-8 0,-2-6 8 15,3-3 16-15,1-5-7 0,-2-4-3 16,3 0 10-16,-1-3-7 0,0-6 25 16,0-4-12-16,0-2-10 0,-1-4-36 15,2-2-6-15,-2-4-30 0,2-1-25 16,-2 0-52-1,0-1-60-15,-2 0-81 0,-1 2-90 0,0 0-137 16,-2 9-570-16,-3-10-1033 0</inkml:trace>
  <inkml:trace contextRef="#ctx0" brushRef="#br0" timeOffset="68448.171">30827 14322 3216 0,'0'0'763'0,"0"0"-621"16,0 0-58-16,0 0 149 0,0 92 165 16,0-53-92-16,0 7-106 0,-6 7-84 15,1-1-46-15,-5 5-16 0,2-3-20 0,-2-3-25 16,0-1-9-16,2-4-70 0,2-1-18 0,1-7-37 16,2-6-21-16,3-7 18 0,0-7 34 15,0-8 5-15,5-6-13 0,2-4 4 16,3-3 36-16,3-6 10 0,0-1 34 15,4-2-4-15,-1 0 11 0,5 5 11 16,-1 2 43-16,0 2 31 0,0 3 3 0,-4 1-22 16,-2 9 16-1,-1-1 8-15,-3 5 7 0,-2 1 3 16,-3-1-25-16,-2 2-37 0,-1 0-2 16,-1-1-15-16,-1-2-10 0,0-1-28 15,0-7-69-15,0-2-68 0,0-3-29 0,2 0-68 16,2-8-262-16,1-1-481 0,1-10-271 0</inkml:trace>
  <inkml:trace contextRef="#ctx0" brushRef="#br0" timeOffset="68571.384">31167 14957 1087 0,'0'0'566'0,"0"0"658"0,0 0-910 16,0 0-82-16,0 0 85 0,29 70 26 16,-27-58-62-1,-2 0-114-15,0-4-93 0,0-1-74 0,0-1-59 16,0-3-61-16,0-1-104 15,-3-2-84-15,1 0-182 0,-7-6-896 0</inkml:trace>
  <inkml:trace contextRef="#ctx0" brushRef="#br0" timeOffset="68702.56">31222 14812 1296 0,'0'0'1790'0,"0"0"-1356"0,0 0-292 15,0 0 22-15,0 0 73 0,0 0-60 16,77-2-87-16,-54 2-90 0,0 0-165 15,2-4-172-15,-6 0-179 0,9-1-739 16</inkml:trace>
  <inkml:trace contextRef="#ctx0" brushRef="#br0" timeOffset="68904.538">31631 14834 924 0,'0'0'2057'0,"0"0"-1546"15,0 0-277-15,-51 71 84 0,32-43 69 16,-1 3-39-16,4 0-47 0,-1-2-61 15,6 1-73-15,5-7-55 0,2-2-45 16,4-6-37-16,0-3-30 0,7-5-25 16,4-3-32-16,0-4-28 15,3 0-40-15,3-6-18 0,3-6-15 16,0-5-53-16,-1-5-143 0,1-2-213 16,-6 5-553-16,6-12-663 0</inkml:trace>
  <inkml:trace contextRef="#ctx0" brushRef="#br0" timeOffset="69234.13">32016 14308 215 0,'0'0'3242'0,"0"0"-2831"16,0 0-241-16,-14 95 133 0,1-51 111 15,-1 3-19-15,-3 5-85 0,2-1-92 16,0-1-88-1,1 0-57-15,2 0-61 0,0-6-12 16,1-2-70-16,6-3-20 0,2-6-35 0,3-5 1 16,0-9 21-16,5-5-3 15,6-8 8-15,1-5 16 0,3-1-4 0,2-5 28 16,1-4 27-16,-3-1 19 0,1 2 9 16,0 1 3-16,-4 7 22 0,0 0 60 15,-1 7 50-15,-3 7 11 0,1 4-31 0,-3 6-48 0,-1 1-25 16,1 0-5-16,2 0-28 0,-3-3-6 15,1-3-43-15,0-3-96 0,0-4-56 16,-1-1-89-16,2-4-278 0,-2-4-748 16,-5-3-1447-16</inkml:trace>
  <inkml:trace contextRef="#ctx0" brushRef="#br0" timeOffset="70320.595">17360 16387 1565 0,'0'0'1104'16,"0"0"-785"-16,0 0-130 0,0 0-17 16,-96 24 130-16,76-6-38 0,0 5-22 15,4 6-8-15,1 8-80 0,3 4-55 16,3 4-31-16,2-2 6 0,4-3-7 16,3-4-21-16,0-11-15 0,3-10-12 15,4-6-19-15,0-8-15 0,2-2-4 0,5-11 16 16,1-7-27-16,4-9-19 0,-2-6-47 0,0-3-2 15,1-1 2-15,-3 1 16 0,3 4 21 16,-1 7 19-16,3 5 18 0,1 7 20 16,0 6-8-16,6 7 10 0,-2 2 108 15,1 11 0-15,-4 7-6 0,-1 6 6 0,-2 2-34 16,-5 1-10 0,-1 0 0-16,-3 1-3 0,-4-4-21 15,1-3-40-15,-4-4 0 0,-1-7-58 16,-1-3-98-16,-1-7-90 0,0-1-89 0,0 0-161 15,0-5-546-15,0-12-514 16</inkml:trace>
  <inkml:trace contextRef="#ctx0" brushRef="#br0" timeOffset="70558.888">17698 16288 1076 0,'0'0'1980'15,"0"0"-1552"-15,0 0-118 0,0 0 42 16,0 0-88-16,83 52 14 0,-68-30 17 0,-4 2-60 15,0 1-83-15,-2 1-19 0,-4 5-27 16,0-1-48-16,-4 3-46 0,-1-2-12 0,0 4 0 0,0-3-27 16,-3-6-19-16,0-4 13 0,3-7 19 15,-1-9 13-15,1-6-13 0,0-1-47 0,4-9-18 16,5-6 28-16,7-4-19 0,1-5-46 16,5-3-86-16,1 1-89 0,1-1-121 15,-2 2-131-15,2 0-225 0,-6 8-496 16,-1-6-337-16</inkml:trace>
  <inkml:trace contextRef="#ctx0" brushRef="#br0" timeOffset="70859.561">18105 16441 957 0,'0'0'111'0,"0"0"1231"15,0 0-1016-15,17 65-226 0,-8-44 35 16,-1-2 111-16,3-4 41 0,1-5-62 16,-1-4-37-16,0-3-49 0,3-3-57 0,-2 0-33 15,2-9-8-15,-1-4 18 0,3-7-25 0,-1-3-27 16,0-4-7-16,-2-1-60 0,2-3 7 15,-2 3 10-15,-3 2 5 0,-2 5-2 16,-3 3 18-16,-5 5 22 0,0 5 6 16,-12 4 35-16,-1 4-13 0,-5 2-28 0,-3 9 62 15,1 9-12-15,-3 6 34 0,4 8-56 16,-2 2 18 0,2 4 29-16,3 2-4 0,1 0-13 15,4 0-14-15,3-1-14 0,2-3-2 16,3-5 0-16,3-3-28 0,0-10-13 15,11-2-60-15,4-6-42 0,4-2-52 16,4-4 31-16,5-2-23 0,0-3-71 16,6-1-77-16,4 0-232 0,5-5-591 15,-9 0-577-15</inkml:trace>
  <inkml:trace contextRef="#ctx0" brushRef="#br0" timeOffset="71443.635">19474 16726 127 0,'0'0'2383'0,"0"0"-1922"0,0 0-189 0,0 0-18 16,0 0-7-16,0 0-27 0,0 0 10 16,0 0-10-16,-71 82-43 0,64-53-42 15,0 3-24-15,1 4-10 0,5-1 12 16,1-2 0 0,0-8-52-16,0-7-22 0,7-7-39 0,0-7-16 15,3-4-26-15,4-6 20 0,2-11 7 16,7-7-49-16,-4-8-37 0,4-6-24 15,-3 1 11-15,-4 0 40 0,0 6 37 16,-3 5 16-16,0 10 8 0,-1 5-2 16,0 7 0-16,-1 4 15 0,0 4 24 15,3 11 84-15,-2 2 21 0,2 7-25 0,-3 4-52 16,0 1-6-16,0-1-6 0,-2-4-10 0,-3-3-27 16,0-8-3-16,-2-3-39 0,2-5-71 15,-3-5-44-15,0 0-46 0,0-9-19 0,2-9-2 16,-2-6-90-16,2-8-319 0,-1 6-740 15,1-20-459-15</inkml:trace>
  <inkml:trace contextRef="#ctx0" brushRef="#br0" timeOffset="71776.971">19923 16145 760 0,'0'0'2244'15,"0"0"-1794"-15,0 0-219 0,0 0 37 16,17 86 58-16,-14-46-26 0,-3 4 2 15,3 3-61-15,-3 3-98 0,0 2-45 0,0-1-59 16,0 1-39-16,0-2-14 0,0-1-62 16,-3-3-12-16,3-4-37 0,-1-8-19 15,1-5 19-15,0-10 69 0,1-7 13 0,4-9-40 16,1-3-37-16,4 0 8 0,3-8 69 16,1 1 40-16,6-2 3 0,-1 1 2 15,3 3 41-15,-1 1 10 0,0 4-7 0,-1 0-15 16,-2 1 19-16,-2 6 5 0,-3 2 10 15,-1 0 15-15,-3 3-13 0,-4 2-12 16,1 0 4-16,-5 3-23 0,-1 2 1 16,-4 3-6-16,-7-1 5 0,-3 0-30 0,-3-3-6 15,0-4-85-15,-2-4-74 0,1-4-44 16,3-5-72 0,-1-1-175-16,3-5-250 0,5-3-469 15,-4-15-571-15</inkml:trace>
  <inkml:trace contextRef="#ctx0" brushRef="#br0" timeOffset="72139.97">20314 16826 1467 0,'0'0'1939'0,"0"0"-1317"0,0 0-359 0,34 74 62 16,-26-57-2-16,-1-4-82 0,3-7-43 16,-1-3-80-16,1-3-75 0,4-8-28 15,4-5-15-15,2-8-25 0,-1-7-66 16,1-4-37-16,-2 0-12 0,-2 1-3 15,-4 5 23-15,-4 3 31 0,-3 6 25 16,-5 3 27-16,0 5 6 16,-8 3 3-16,-4 2 28 0,-3 4 34 15,-1 0 3-15,0 8 58 0,-1 6 13 16,1 6-47-16,1 0-6 0,1 8 12 16,2 2-3-16,1-1-24 0,4 2 2 0,1-1-11 0,-1-1 2 0,5-1 1 15,-1-3 11-15,3-2-5 0,0-1-19 16,1-3-21-16,6-1-16 15,0 0-12-15,3-5-5 0,1 0-22 16,3-2-18-16,0-3-6 0,7-2 0 16,1-2 21-16,-1-3-83 0,3-1-55 15,1-4-20-15,1-5-123 0,2-5-149 16,-7 1-293-16,6-14-587 0</inkml:trace>
  <inkml:trace contextRef="#ctx0" brushRef="#br0" timeOffset="72378.173">20768 16142 1163 0,'0'0'2224'0,"0"0"-1948"0,11 68-216 15,-6-30 57-15,-1 10 100 0,1 7 148 16,0 6-23-16,-2 4-45 0,3 1-80 15,-2 2-41-15,1-3-43 0,0-2-63 16,0-4-70-16,-1-6-6 0,3-3-67 16,-3-4-51-16,2-6-25 0,-1-3-34 15,0-6-52-15,-2-7-156 0,4-9-287 0,-4-5-649 0,2-10-646 16</inkml:trace>
  <inkml:trace contextRef="#ctx0" brushRef="#br0" timeOffset="72538.374">21115 16811 1425 0,'0'0'2189'15,"0"0"-1877"-15,2 66-206 0,-2-39 129 16,-2 0 84-16,-1-2-69 0,-1-5-106 16,1-9-144-16,3-4-98 0,0-6-182 0,-1-1-79 15,-1-5-213-15,0 0-699 0,-4-14-900 0</inkml:trace>
  <inkml:trace contextRef="#ctx0" brushRef="#br0" timeOffset="72694.023">21007 16538 1495 0,'0'0'1935'0,"0"0"-1502"16,0 0-188-16,0 0 98 0,0 0-93 16,0 0-91-16,0 0-52 0,87-38-52 0,-66 33-55 15,-2 0-3 1,1 2-128-16,-2 2-118 0,0 1-70 15,-1 0-85-15,-3 5-360 0,3 9-1093 0</inkml:trace>
  <inkml:trace contextRef="#ctx0" brushRef="#br0" timeOffset="73064.008">21479 16756 950 0,'0'0'1892'16,"0"0"-816"-16,0 0-846 0,0 0-37 15,0 0 101-15,-93 32-33 0,74-14-29 16,2 5-52-16,1 9-65 0,1 2-39 16,4 2-21-16,4 4-1 0,4-5-23 15,3-4-10-15,0-7-21 0,2-5-10 0,3-8-17 0,4-6-13 16,3-5-29-16,4-5-26 0,1-12 13 16,2-8-18-16,2-6-34 0,1-4-40 15,-2-5-14-15,2 2 16 0,-2 1 20 16,-4 3 16-16,1 6 36 0,-6 5 56 0,0 7 44 15,-3 5 56-15,-4 10 68 0,-1 1 34 16,0 7 52 0,-3 10-19-16,0 2-57 0,0 6-39 15,0 1-16-15,0 1-18 0,0-3 3 16,0-3-27-16,0-5-37 0,0-4-52 0,0-5-97 16,0-2-56-16,2-4-25 0,1-1-39 15,1-6-165-15,0-3-335 0,3-7-658 16,-2 3-348-16,1-8 1739 0</inkml:trace>
  <inkml:trace contextRef="#ctx0" brushRef="#br0" timeOffset="73321.988">21676 16790 372 0,'0'0'2632'15,"0"0"-1973"-15,0 0-410 0,0 0-50 16,4 86 28-16,-7-61-17 0,2-2 55 16,-1-4-57-16,1-7-128 0,1-4-80 15,0-5 0-15,0-3-25 0,0-1-20 16,4-9 5-16,4-3 18 0,2-6-42 15,1-5-34-15,1-2-3 0,1 3 17 16,-2 2 17-16,2 2 11 0,-1 5 34 16,-1 5 22-16,2 5 1 0,-3 4 58 15,2 0 126-15,-2 10-65 0,-3 7 21 16,-3 2-22-16,2 4-46 0,-4 1-27 16,-1-2-4-16,-1-1-8 0,0-1-34 0,0-4-1 0,0 2-27 15,0-5-87-15,-1-1-53 0,-1-1-10 16,-1-2-74-16,2-1-155 0,-1 0-568 15,2-3-851-15,0 0 525 0</inkml:trace>
  <inkml:trace contextRef="#ctx0" brushRef="#br0" timeOffset="73928.412">22897 16629 307 0,'0'0'2370'16,"0"0"-1997"-16,0 0-181 0,0 0 34 15,0 0 33-15,0 0-92 0,-24 73-13 16,21-38-3-16,1 3-24 0,-4 2-43 15,5 1-28-15,-1-2-16 0,2-5-6 16,0-9-31-16,0-6-3 0,3-7-40 16,5-7-43-16,3-5 5 0,0 0 31 15,5-9 16-15,-1-4 13 0,2-1 17 0,0-5 0 16,2 1-2-16,-1 1 2 0,1 4 0 16,1 6-14-16,3 4 13 0,-1 5-17 0,3 12 19 15,1 9 26-15,-1 9 80 0,1 6-63 16,-4 5-40-16,-3 3 19 0,-1 3-10 0,-4 1 10 15,-3 5-20-15,-2 1 17 0,-7 3 9 16,-2 2 40-16,-5-2 6 0,-10-1-7 16,-2-6 38-16,-5-3 21 0,0-10-19 15,-4-7-55 1,-2-9-52-16,3-10-58 0,-2-7-31 0,3-6-31 16,1-13-21-16,4-11-26 0,3-8-6 15,4-9-8-15,1-12-73 0,5-9-141 16,2 11-225-16,0-41-641 0</inkml:trace>
  <inkml:trace contextRef="#ctx0" brushRef="#br0" timeOffset="74429.872">23239 16788 359 0,'0'0'2440'0,"0"0"-1902"0,0 0-227 0,84-28 112 16,-64 24-25-16,-1 3-96 0,-2 1-60 16,-1 0-40-16,-1 4-44 0,0 4-31 15,-4 2-33-15,0 1-39 0,-4 3-43 0,-1 2-11 16,-3 3-1-16,-2 0-24 0,-1 4-16 0,0-4-2 15,0-1 3-15,-3-3 2 0,0-4 1 16,-1-5 11-16,3-4 25 0,1-2 0 16,0-3-25-16,1-9-30 0,6-6 10 15,7-6 30-15,3-5-4 0,2-2-48 16,5 2-49-16,3-1-27 0,2 4-8 0,1 1-52 16,-1 3-51-16,-3 1-52 0,-1 6-97 15,-4 2-100 1,-3 5-15-16,-5 4 133 0,-2 4 171 15,-4 0 214-15,-4 12 234 0,-3 6 199 16,0 6-25-16,0 6-54 0,0 5-53 16,-3 2-24-16,0 1-32 0,3 0-37 0,0-5-26 15,0-4-10-15,3-9 12 0,5-8-28 16,0-8-80-16,5-4-37 0,0-7-11 16,4-11-4-16,2-6-24 0,1-10-3 0,3-3-100 15,-4-3-32-15,1 2 22 0,0 2 43 16,-6 5 24-16,-2 3 24 0,-4 5 1 0,-4 5 21 15,-4 5 10-15,0 5 27 0,-4 2 27 16,-6 5 1-16,0 1 23 0,-4 3 4 16,-1 7-28-16,2 5-22 0,-2 4-14 15,-1 3 5 1,2 2 4-16,0-1-7 0,-1-1-16 0,2-5-14 16,3-1-18-16,0-5-85 0,6-6-98 15,2-2-63-15,2-3-65 0,0-3-230 16,3-2-704-16,8-14-218 0</inkml:trace>
  <inkml:trace contextRef="#ctx0" brushRef="#br0" timeOffset="74684.037">24057 16630 881 0,'0'0'0'0,"0"0"1898"15,0 0-1258-15,0 0-289 0,46 78 24 16,-40-55-18-16,-1 1-49 0,0-2-51 16,1-1-89-16,0-7-58 0,0-2-35 15,0-5-17-15,1-5-42 0,2-2-16 16,2-4-15-16,1-8-9 15,2-7-28-15,0-5-39 0,1-4-19 0,1-3-2 0,0 1-14 16,-2 4-2-16,1 3 14 0,-4 8 28 31,-3 5 30-31,-2 5 35 0,-1 5 21 0,-4 9 89 16,-1 6 34-16,0 7-21 0,0 3-20 0,-4 3-15 16,2-2-21-16,-3 2-46 0,5-6-11 15,0 1-41-15,0-5-58 0,0-3-80 0,5-2-82 16,1-4-92-16,-1-3-227 0,4-4-1084 0</inkml:trace>
  <inkml:trace contextRef="#ctx0" brushRef="#br0" timeOffset="75116.307">24598 16798 1175 0,'0'0'1679'0,"0"0"-694"0,3 71-891 0,-6-35-6 15,-1 9 91-15,-3 7 69 0,1 6 110 16,1 2-6-16,0 3-91 0,1 1-85 15,2-3-39-15,-1-2-50 0,1-6-38 16,0-4-49-16,0-7 0 0,2-8-55 0,-3-6-26 16,0-4-4-16,1-9 15 0,-1-4-24 15,0-7-33 1,0-4-35-16,2-2-54 0,-1-12-104 16,2-7-42-16,0-7 46 0,0-7 1 15,3-6-66-15,2-9-54 0,-1-7-72 16,1-7 63-16,-2-9 151 0,-1-5 212 0,0-5 81 15,0-3 149-15,3 3 72 0,4 7 74 16,-1 12 80-16,6 15-8 0,0 13-66 16,3 11-62-16,-1 10-62 0,-1 7 19 0,0 5 53 15,-1 3 43-15,-1 1 5 0,-2 8-73 16,1-1-83-16,-1 4-50 0,-3-2-27 0,-1 3 0 16,-2 0-30-16,-2 0 8 0,-3 2-17 15,0 1 2-15,-5 1-3 0,-5 3-23 16,-3 3-1-16,-1 0-30 0,-4 3-43 0,1 0-27 31,1-2-41-31,5-2-57 0,2-6-110 0,6-5-133 16,3-10-209-16,3-1-719 0,19-18-481 15</inkml:trace>
  <inkml:trace contextRef="#ctx0" brushRef="#br0" timeOffset="75332.165">25276 16652 1391 0,'0'0'2260'0,"0"0"-1548"0,0 0-412 15,0 0-24-15,-28 74-20 0,11-49-40 16,-2-1 45-16,2 0-89 0,4-4-108 16,2-5-64-16,6-3-9 0,5-4-27 15,3-1-4-15,12 0 16 0,2 2 24 16,8 1 0-16,2 3-1 0,5 4-2 16,2 1-9-16,2 1 6 0,4 2-6 0,-1 1-3 0,-2-3-52 15,-4 1 25-15,-3-2-7 0,-3-2-5 16,-2 0-13-16,-8-4-82 0,-3-1-79 15,-8-3-183-15,-4-3-532 0,-2 0-1052 0</inkml:trace>
  <inkml:trace contextRef="#ctx0" brushRef="#br0" timeOffset="75453.726">25687 17180 2168 0,'0'0'2193'0,"0"0"-2008"0,0 0-185 0,0 0-282 15,-82-13-502-15,32 8-1435 0</inkml:trace>
  <inkml:trace contextRef="#ctx0" brushRef="#br0" timeOffset="84460.94">7178 17442 2100 0,'0'0'366'0,"0"0"-201"0,0 0-65 0,0 0 333 16,0 0-165-16,0 0-81 0,0 0-64 16,0 0 13-16,0 0 59 0,62-1 33 15,-27 1-76-15,2 0-26 0,3 0-42 16,1 1-23-16,-2 0-12 0,-1-1-9 0,-5 0-37 16,1 0 19-16,-3-1-22 0,0-3 3 0,-4 0-15 15,-2-1-10 1,-2-1 7-16,-3 0-56 0,-4 0-31 15,-3 1-43-15,-2 5-59 0,-5 0-69 16,1 0-86-16,-4 0-179 0,-3 6-425 16,0 7-190-16</inkml:trace>
  <inkml:trace contextRef="#ctx0" brushRef="#br0" timeOffset="84693.717">7179 17652 2221 0,'0'0'433'0,"0"0"-146"0,0 0-114 16,0 0 3-16,0 0 11 0,0 0-50 0,0 0-42 15,0 0 21-15,0 0 79 0,96 25-22 16,-55-25-92-16,0 0-35 0,-2 0-29 16,-2-1-15-16,-4-2-4 0,-2-2-26 0,-6 0-75 0,-2 0-31 15,-3 1-39-15,-3-3-32 0,-3 2-87 16,-4-2-210-16,-4 2-642 0,-5-2-578 0</inkml:trace>
  <inkml:trace contextRef="#ctx0" brushRef="#br0" timeOffset="85073.173">7175 17002 163 0,'0'0'2972'0,"0"0"-2666"0,0 0-293 0,0 0-13 16,0 0 32-16,0 0 3 0,-86 74-32 15,70-41 19-15,0 1-19 0,1 4-3 16,1 0-22-16,1-1 3 0,0-1 0 16,-1-1 16-16,1-1 3 0,0-3 1 0,0-1 24 0,-3-2-25 15,4-2 0-15,-2-2 0 0,2-1 3 16,4-1 13-16,-1-3 0 0,5 0-15 15,2-3 31-15,2-1-13 0,6 1-7 16,6-1 7-16,5 2 16 0,7 0 13 16,7 2 5-16,5 0 13 0,4 1 29 15,0 3-45-15,4-2 3 16,-1-2 23-16,0 1-13 0,-2-2-10 16,0-1-38-16,-3 1-15 0,-5-6-15 15,-1 0 13-15,-5-4-26 0,-4-4-57 16,-4-2-69-16,1-2-25 0,-4-6-14 15,1-7-109-15,-5-2-176 0,2-17-621 0</inkml:trace>
  <inkml:trace contextRef="#ctx0" brushRef="#br0" timeOffset="85326.993">7638 17186 2689 0,'0'0'263'16,"0"0"-218"-16,0 0 42 0,89 63 137 15,-54-38 125 1,1 3-119-16,1-1-83 0,-1 0-27 16,-1 4-36-16,-1-1-40 0,-2 1-32 15,-3 2-12-15,-5 0-1 0,-5-2-11 16,-5 1 12-16,-5 0 11 0,-3 2 30 0,-6-1-17 16,0 2-5-16,-3-4-18 0,-7-3-1 15,-4-5 0-15,-1-4-74 0,-2-1-35 16,-1-5-42-16,-2-1-19 0,2-1-111 0,-3-3-190 0,6-2-340 15,-13-1-935-15</inkml:trace>
  <inkml:trace contextRef="#ctx0" brushRef="#br0" timeOffset="86029.268">9665 17098 653 0,'0'0'1624'0,"0"0"-1281"0,0 0-182 15,0 0-32 1,0 0 306-16,-77-2-134 0,56 16-140 16,1 5-22-16,0 2-19 0,1 5-14 15,2 3-13-15,1 4-21 0,3 5-29 16,3 4-9-16,3 3 13 0,4 6-25 16,3 2-4-16,7 3 4 0,9 2-7 15,7 1-12-15,6-1-3 0,3-1 0 0,4-6-18 16,1-6 17-16,3-6-21 0,-5-11 22 0,1-10-31 15,-1-9 31-15,-2-9 2 0,0-3 45 16,0-13-26-16,-2-8 4 0,-3-5 9 16,-2-6-13-16,-1-3 1 0,-4-6-19 15,-3-2 11-15,-3-3-14 0,-3-1-40 16,-3-2-43-16,-1 1 15 0,-4-2 6 0,-1 0 16 16,-3-1-17-1,0-2 17-15,-7 1-10 0,-6-1-10 16,-3 4-41-16,-5 2 10 0,-4 5 68 15,1 12 4-15,2 8 25 0,3 12 45 16,2 9 40-16,3 4 32 0,2 11-21 0,-1 8-8 16,0 8 5-16,3 8-31 0,-1 6-13 15,2 4 7-15,0 1 9 0,-2 2-25 16,2 0-40-16,0-1-20 0,1-2-20 0,2-1-114 0,0-3-132 16,2-5-98-16,0-5-187 0,1-11-542 15,-3-2-303-15</inkml:trace>
  <inkml:trace contextRef="#ctx0" brushRef="#br0" timeOffset="86198.466">9760 17443 2274 0,'0'0'462'0,"0"0"-301"0,0 0 44 16,0 0 41-16,3 90-5 0,-3-61-61 16,0 4-85-16,-4-2-64 0,0-1-30 15,1-2-1-15,1-3-50 0,1-4-111 16,1-5-95-16,0-4-150 0,0-6-361 15,0-1-664-15</inkml:trace>
  <inkml:trace contextRef="#ctx0" brushRef="#br0" timeOffset="86345.351">9856 17698 355 0,'0'0'825'0,"0"0"-275"16,0 0-95-16,86 6 58 0,-54 0-140 15,2 1-108-15,0 5-33 0,2-4 71 16,-2 4-114-16,-2 3-54 0,0 0-67 0,-2 1-43 15,2 1-25-15,-1 0-25 0,4-1-131 16,-2-2-136-16,-3 0-139 0,-5-6-653 16,9-2-753-16</inkml:trace>
  <inkml:trace contextRef="#ctx0" brushRef="#br0" timeOffset="87879.837">9629 17142 1175 0,'0'0'563'0,"0"0"-222"0,0 0-157 0,0 0 7 15,0 0 6-15,0 0 38 0,0 0-20 16,-18-63-78-16,18 56-44 0,7 0-39 0,4 2-19 16,5 1 10-16,6 2 47 0,2 0-7 15,1 2-12-15,1 0-48 0,-2 0 13 16,1 3 12-16,-4-2-12 0,1 1-16 0,0-2-22 16,-1 0 16-16,0 0-13 0,-3 0 9 15,1-2-12-15,-3 1-15 0,-1 0 2 16,0 1 10-16,-1 0-25 0,-2 0-16 0,-3 0-45 15,-2 2-12-15,1 4 32 0,-5 4 5 16,-1-1 1-16,-2 3-26 0,0 3-42 16,-5 0-87-16,-2 2-116 0,3 1-138 0,0-4-58 15,-4 6-179-15</inkml:trace>
  <inkml:trace contextRef="#ctx0" brushRef="#br0" timeOffset="88581.143">11405 17518 2613 0,'0'0'396'16,"0"0"-204"-16,0 0-13 0,0 0 11 15,40 71 88-15,-28-37-54 0,-2 5-37 16,0 0-72-16,-3-1-37 0,2 0-32 0,-2-3 6 0,0-2-48 16,0-5-4-16,-2-8-25 0,-1-7-46 15,-1-5-69-15,-3-6-72 0,1-2-52 16,-1-10-119-16,0 1-324 0,-2-20-761 0</inkml:trace>
  <inkml:trace contextRef="#ctx0" brushRef="#br0" timeOffset="88718.825">11379 17258 1383 0,'0'0'1919'16,"0"0"-1820"-16,0 0-35 0,0 0-33 15,0 0 61-15,0 0-79 0,0 0-13 16,0 0-225-16,92-2-146 0,-79 0-228 16,10-5-595-16</inkml:trace>
  <inkml:trace contextRef="#ctx0" brushRef="#br0" timeOffset="88997.554">11857 17376 1451 0,'0'0'1117'0,"0"0"-859"0,0 0-46 16,0 0 95-16,0 66 13 16,2-53-30-16,-1-1-61 0,2-2-76 0,2 0-69 15,0 2-16-15,4 1-7 0,0 1-14 16,2 2 5-16,3 0-12 0,-2-1 3 0,4 1-30 16,-2-1-13-16,2-5 0 0,0-1 0 15,0-1 21-15,-2-2-19 0,-1 0-1 0,0-1 1 16,-4-1-2-16,1 2 0 0,-4-1 0 15,-3 3 0-15,-3 2-17 0,0 4-42 16,-3 6-86-16,-6 2-15 0,-5 5 38 16,-1 1 48-16,-5-1-87 0,-1-3-40 15,-3 0-210-15,6-7-763 0,-14 5-701 0</inkml:trace>
  <inkml:trace contextRef="#ctx0" brushRef="#br0" timeOffset="89683.155">13203 17536 108 0,'0'0'1562'0,"0"0"-1185"0,0 0-4 0,0 0 46 0,0 0-73 16,0 0-46-16,-88-35-3 0,71 35-43 15,0 5-81-15,0 4-45 0,3 5 14 16,3 2-21-16,1 5-41 0,4 3-19 16,5 6-14-16,1 4-1 0,0-1 0 15,7 3-7-15,3-5-11 0,0-4-26 16,2-7-2-16,-1-3-12 0,4-8 0 0,-1-5-4 0,0-4-11 16,2-8-22-16,3-9 3 0,-2-8-28 15,-1-4-37-15,0-3 0 0,-4-1-7 16,-1 2 22-16,-2 4 18 0,-2 3 47 15,-1 5 15-15,0 6-3 0,-1 6-2 16,4 5 21-16,-2 2 0 0,0 7 87 16,5 7 25-16,-2 5-7 15,0 4-21-15,1 4-16 0,1-2-16 16,0 1 4-16,-1-2-7 0,-2-2-34 16,0-1-15-16,0-5-11 0,-3-2-32 15,0-4-133-15,1-2-106 0,-1-4-82 16,1-4-219-16,-4 0-665 0,1-5-534 0</inkml:trace>
  <inkml:trace contextRef="#ctx0" brushRef="#br0" timeOffset="89963.931">13534 17587 2568 0,'0'0'534'0,"0"0"-355"0,0 0 34 0,0 0 151 15,35 83-28-15,-32-61-63 0,0-4-94 16,0-3-145-1,0-4-34-15,1-5-46 0,-1-2-56 16,0-4-13-16,2 0 10 0,0-5 40 16,2-7 15-16,-1-4-13 0,0-2 7 15,4 0-4-15,-1 2 22 0,1 2 21 16,1 4 15-16,2 2 4 0,4 2 33 16,-1 4 22-16,3 2-10 0,0 0-12 0,-2 2 58 15,1 6-37-15,-1 1-6 0,-3 2-25 0,-1-1-10 0,-3 2-13 16,-1-1-2-16,1 3-47 15,-4-1-90-15,-1 3-46 16,1-1-68-16,1 1-212 0,-4-4-683 0,0 5-1005 0</inkml:trace>
  <inkml:trace contextRef="#ctx0" brushRef="#br0" timeOffset="90369.553">14514 17571 1436 0,'0'0'1365'16,"0"0"-1088"-16,0 0-16 0,0 0 82 0,0 0-85 15,67 64-10-15,-54-36-5 16,2 3-67-16,-3 4-65 15,0-3-34-15,-3 0-34 0,-1-3-33 16,-3-5-10-16,0-6-25 0,-2-5-58 16,-3-6-67-16,2-5-48 0,-2-2-57 0,0-5-123 15,-2-7-203-15,-1 2-461 16,-8-16-355-16</inkml:trace>
  <inkml:trace contextRef="#ctx0" brushRef="#br0" timeOffset="90538.854">14550 17334 3101 0,'0'0'418'0,"0"0"-295"0,0 0 51 0,0 0 68 15,0 0-76-15,0 0-73 0,77 0-74 16,-64 0-19-16,3-4-100 16,-3-1-74-16,4-2-41 0,-4 4-101 15,-3-1-297-15,0 4-883 0</inkml:trace>
  <inkml:trace contextRef="#ctx0" brushRef="#br0" timeOffset="90886.684">14936 17626 2722 0,'0'0'612'15,"0"0"-383"-15,0 0-77 0,21 87 49 16,-17-54-2-16,-1-3-31 0,0-4-44 15,0-2-77-15,0-7-47 0,0-4-19 16,0-5-21-16,2-5-32 0,1-3-33 0,0 0-8 0,0-11 25 16,1-3 19-16,2-9-29 0,-4-1-18 15,3-4-4-15,-1 3 47 0,1 1 56 16,0 5 15-16,1 4 2 0,-1 2-12 0,4 4 12 16,-2 3 26-16,0 4 15 0,1 0 35 15,-2 2 3-15,-2 3 37 0,2 4 16 16,-4 4-9-1,1 0-14-15,0 3-9 0,-3 0-16 16,0 3-4-16,-3 2-6 0,0 2-18 16,0 1-31-16,0-1-25 0,-1 0-12 0,-1-2-68 15,-1-2-124-15,2-2-64 0,-1-4-35 16,2-2-118-16,-1-7-614 0,-1-2-761 0</inkml:trace>
  <inkml:trace contextRef="#ctx0" brushRef="#br0" timeOffset="91203.318">15489 17637 2689 0,'0'0'449'0,"0"0"-362"0,0 0 21 0,13 83 42 15,-6-42 43-15,0 6 112 0,-1 6-60 16,3 2-102-16,-1 3-38 0,0 1 3 16,-1 0-15-16,-3 1-16 15,-2-1-19-15,-2-2-27 0,0-1-19 0,-5-1-11 16,-3-7-1-16,-4-2-3 0,-2-7-37 16,-5-2-40-16,-1-6-12 0,-5-5-28 15,-1-7-29-15,-5-11-28 0,-1-8 39 16,2-10-1-16,2-18-2 0,1-11-138 0,8 6-427 15,-7-32-796-15</inkml:trace>
  <inkml:trace contextRef="#ctx0" brushRef="#br0" timeOffset="91372.631">15400 17379 2564 0,'0'0'617'15,"0"0"-346"-15,0 0 49 0,0 0 88 0,0 0-128 0,0 0-67 16,77-34-56-16,-65 29-90 0,1 0-67 16,4-3-22-16,-4-1-83 0,2 0-104 15,-4 4-67-15,-2-1-138 0,-2 3-780 0</inkml:trace>
  <inkml:trace contextRef="#ctx0" brushRef="#br0" timeOffset="92460.447">15835 17783 2395 0,'0'0'387'0,"0"0"-130"15,0 0-129-15,0 0 99 0,0 0 71 0,0 0-37 16,0 0-32-16,0 0-82 0,92 65-54 16,-73-65-44-16,-2-5-32 0,3-7-15 15,0-7-4-15,-2-5-23 0,-2-4-15 16,-3-2-29-16,-6 1-21 0,1 2 3 15,-5 1 15-15,-3 4 12 0,0 2-25 0,0 6-15 0,-6 2 5 16,-5 3 51-16,-2 5 6 0,-4 3 22 16,-1 1 16-16,-5 1 23 0,-1 6-8 15,1 5 23-15,3 6 9 0,0 1 26 16,1 5-1-16,9 5 0 0,1 4 14 0,5 4 4 16,2 4-9-16,2 2-15 0,2-3-17 15,5 2-24 1,2-3-22-16,3-6-3 0,2-6-22 15,-1-5-64-15,2-6-83 0,0-6-29 16,4-8-44-16,2-2-117 0,-5-2-308 16,10-20-517-16</inkml:trace>
  <inkml:trace contextRef="#ctx0" brushRef="#br0" timeOffset="92664.831">16269 17684 2632 0,'0'0'491'0,"0"0"-331"0,0 0 22 15,0 0 150-15,0 0-46 0,-32 80-36 16,28-48-15-16,2 2-35 0,2-2-53 16,0-1-30-16,3-4-38 0,4-5-61 15,3-5-18-15,1-3-27 0,-1-6-59 0,2-2-54 0,-1-6-29 16,0 0 11-16,4-11 16 0,-2-9-1 16,2-5-44-1,-1-8-103-15,0-6-176 0,-3 10-509 16,4-20-169-16</inkml:trace>
  <inkml:trace contextRef="#ctx0" brushRef="#br0" timeOffset="92858.242">16583 17290 2308 0,'0'0'660'16,"0"0"-368"-16,0 0-76 0,4 81 60 0,-4-38-28 16,1 5 22-16,1 4 2 0,-1 2-78 15,2-1-37-15,2-3 11 0,1-4-52 16,2-5-101-16,1-8-15 0,-2-5-88 15,0-5-59-15,-2-7-15 0,-1-5 17 0,-1-3-3 0,-2-4-63 16,-1-4-130-16,-1 0-222 0,-6-1-728 16,-8-6-651-16</inkml:trace>
  <inkml:trace contextRef="#ctx0" brushRef="#br0" timeOffset="93006.993">16422 17712 711 0,'0'0'1831'0,"0"0"-1409"0,0 0-236 0,0 0 79 15,0 0 49-15,0 0 32 0,0 0-106 16,87 5-94-16,-61-5-53 0,3 0-13 16,1-2-22-16,-2-7-58 0,0-2-27 15,-3-3-128-15,1-1-74 0,-1-2-72 16,-2 1-188-16,-7 3-634 0,2-2-687 0</inkml:trace>
  <inkml:trace contextRef="#ctx0" brushRef="#br0" timeOffset="93160.31">16898 17609 2730 0,'0'0'500'0,"0"0"-395"0,0 0-60 0,22 82 88 16,-16-56 48-16,-2 3 93 0,0-2-14 15,-1-2-86-15,0-5-93 0,2-7-81 0,-4-2-31 0,2-3-128 16,-3-6-91-16,0-2-49 0,0 0-167 16,0-1-711-16,-4-13-570 0</inkml:trace>
  <inkml:trace contextRef="#ctx0" brushRef="#br0" timeOffset="93292.456">16854 17531 2391 0,'0'0'778'15,"0"0"-469"-15,0 0-147 0,0 0 5 16,0 0-6-16,0 0 34 0,0 0 44 16,0 0-143-16,0 0-96 0,0 0-19 0,0 0-80 15,86 7-125-15,-73-7-81 0,2 0-128 16,-7 0-525-16,5 0-502 0</inkml:trace>
  <inkml:trace contextRef="#ctx0" brushRef="#br0" timeOffset="93476.481">17135 17786 1429 0,'0'0'1230'0,"0"0"-1037"16,27 75-4-16,-15-52 96 0,-1-2 16 16,0-5 58-16,1-6-33 0,-3-7-125 15,4-3-96-15,1-8-37 16,-2-9-31-16,1-6-37 0,-2-5-9 15,1-6-99-15,-1 1-84 0,1 1-38 16,-1 3-21-16,1 4-58 0,0 4-133 16,0 5-159-16,-1 4-124 0,-3 4-282 15,4 5 215-15</inkml:trace>
  <inkml:trace contextRef="#ctx0" brushRef="#br0" timeOffset="93761.102">17426 17680 297 0,'0'0'1137'16,"0"0"-558"-16,0 0-81 0,0 0-134 0,0 0-152 15,0 0-78-15,39 66-41 0,-32-64-36 0,3-2-19 16,-3 0-12-16,1 0-24 15,-3-5 0-15,2-4-2 0,-4-2-25 0,-3-1-17 16,0-1 4-16,0 2 36 0,-7 1 2 16,0 4 32-16,-2 2 16 0,-6 4-1 15,0 0-24-15,-2 7 12 0,-1 3 34 0,1 5 45 0,1 4 50 16,4 5-45-16,3 3-11 0,1 2-8 16,6 0 2-16,2 0-12 0,0 0-18 15,1-3-29-15,5-3-15 0,1-5-10 16,3-4-18-16,2-4-1 0,2-5-27 15,3-2-2-15,6-3 30 0,2 0-34 16,7-9-25-16,4-3 57 16,1-4 2-16,2-2-209 0,2-3-45 15,0 0-8-15,1 2-103 0,-10 3-622 16,14-2-759-16</inkml:trace>
  <inkml:trace contextRef="#ctx0" brushRef="#br0" timeOffset="94415.519">18523 17862 1982 0,'0'0'480'0,"0"0"-100"0,0 0-72 0,0 0-27 16,0 0-69-16,0 0-16 0,0 0 1 15,0 0-14-15,0 0-31 0,-12 82-16 16,19-56-12 0,5-1-7-16,-1 3-22 0,1-7-31 15,2-3-24-15,-2-4-29 0,1-7-10 16,-2-3 0-16,1-4 0 0,1 0-1 16,-1-7 0-16,2-6-12 0,-3-6 0 0,1-5-22 15,-1-1-49-15,-5-1-3 16,0 1 19-16,-2 3 5 0,-4 5 3 15,2 5 7-15,-2 2 18 0,0 4-13 0,-2 2 7 0,-3 3 15 16,-3 1 7-16,-2 0-4 0,-3 5 9 0,0 4 10 16,0 5 1-16,0 0-1 0,3 3 1 15,2 2-17-15,3-3-12 0,1 1-50 16,1-6-57-16,2-3-57 0,1-1-105 16,0-3-249-16,0-4-572 0,2 0-459 0</inkml:trace>
  <inkml:trace contextRef="#ctx0" brushRef="#br0" timeOffset="94815.996">18838 17418 2448 0,'0'0'531'0,"0"0"-329"0,0 0-4 15,0 0 59-15,44 70-27 0,-36-34 3 16,1 6 13-16,-5 3-79 0,0 3-43 16,-2 2-29-16,-1-3-36 0,-1-2-48 15,0-3-11-15,2-4-22 16,-1-2-33-16,2-9-50 0,0-7-9 16,0-5 21-16,2-7 22 0,0-6-19 15,-1-2-16-15,2 0 18 0,3-2 50 0,1-5 38 16,1 1 9-16,5 0 20 0,-1 2-10 15,2 3 0-15,0 1 0 0,0 0 15 16,-1 5-22-16,-1 2 4 0,-4 2 21 0,0 0-2 16,-3 0 21-16,-4 2-10 0,-2 0-5 15,-2 2-4-15,0-1-6 0,-5 3-10 16,-4-2-8-16,-2-1-13 0,-3 0-37 16,-2-1 6-16,0-4-34 0,-1 0-41 15,0-2 0-15,1-2-39 0,0-3-43 16,3 0-71-16,-3-5-152 0,7-2-294 0,-2-14-580 0</inkml:trace>
  <inkml:trace contextRef="#ctx0" brushRef="#br0" timeOffset="95094.536">19409 17958 2691 0,'0'0'453'16,"0"0"-310"-16,0 0 32 0,0 0 6 0,11 73 12 16,-6-43 27-16,2 4-32 0,-3 0-64 0,2 4-28 15,-1-1-6-15,-1 1-41 0,-3-1-9 16,1-4-13-16,-2-2-27 0,0-4-3 0,-2-5-34 15,-5-6-78-15,0-2-61 0,-3-7-42 16,-5-5 16-16,1-2-21 0,-5-9-129 16,5-3-344-16,-9-17-720 0</inkml:trace>
  <inkml:trace contextRef="#ctx0" brushRef="#br0" timeOffset="95279.337">19302 17793 912 0,'0'0'2144'0,"0"0"-1770"0,0 0-203 16,0 0 97-16,0 0-32 0,88 11-61 0,-70-11-85 15,2 0-66-15,1 0-24 0,-2-4-69 16,0 0-124-16,-2-1-90 0,0 0-48 16,-5 0-235-16,1 5-668 0</inkml:trace>
  <inkml:trace contextRef="#ctx0" brushRef="#br0" timeOffset="96018.427">19692 17951 1570 0,'0'0'691'0,"0"0"-300"0,0 0-111 15,0 0 28-15,0 0-35 0,0 0-45 16,0 0-61-16,0 0-60 0,0 0-44 15,0 0-25-15,0 0 5 0,71 24 4 0,-57-38-44 0,0-5 0 16,-3-2-3-16,0-2-74 0,0-1-34 16,-4 1 2-16,-1 3 8 0,-2 3 16 15,-2 4 6-15,-2 4-9 0,0 4 19 16,-7 5-11-16,-4 0 4 0,-3 2 38 16,0 8 35-16,-4 1 13 0,2 3 28 15,-1 4 45 1,1 2-10-16,2 4 35 0,2 2-13 15,1 1-1-15,2 2-21 0,3 0-4 0,4-1-8 16,-1 1-8-16,3-6-15 0,0-4-41 16,0-6-25-16,5-5-41 0,3-6-107 0,3-2-39 0,1-7-32 15,2-7-46-15,-2 2-259 0,5-13-571 16</inkml:trace>
  <inkml:trace contextRef="#ctx0" brushRef="#br0" timeOffset="96181.071">19993 17873 2486 0,'0'0'538'0,"0"0"-349"0,0 0 34 0,0 0 56 16,-5 93 10-16,2-60-29 0,0 2-67 15,3-2-91 1,0-2-41-16,0-7-54 0,5-8-7 16,2-4-84-16,4-7-92 0,1-5-1 15,1-4-25-15,4-11-40 0,-1-11-90 16,2-7-222-16,-5 4-525 0,5-24-373 0</inkml:trace>
  <inkml:trace contextRef="#ctx0" brushRef="#br0" timeOffset="96350.665">20284 17581 2677 0,'0'0'558'0,"0"0"-430"16,4 83-45-16,-3-41 53 0,1 10 82 15,2 2 109-15,-1 2-59 0,5-1-83 0,1-3-40 16,0-5-65-16,3-9-80 0,-1-7 0 15,-1-8-95 1,-1-6-75-16,2-6-6 0,-5-5-11 16,0-5-36-16,-3-1-121 0,-2-10-300 15,-1 2-544-15,-3-11-287 0</inkml:trace>
  <inkml:trace contextRef="#ctx0" brushRef="#br0" timeOffset="96519.629">20118 17858 2176 0,'0'0'562'0,"0"0"-353"0,0 0-42 0,0 0 34 16,0 0 50-16,33 69 46 0,-17-60-86 16,2-3-108-16,2-4-53 0,2-2-28 15,1-4-22-15,-1-5-28 0,1-2-135 16,0-4-92-16,-4 2-96 0,-2 2-260 0,3-4-780 0</inkml:trace>
  <inkml:trace contextRef="#ctx0" brushRef="#br0" timeOffset="96983.544">20954 18018 1550 0,'0'0'1154'0,"0"0"-807"0,0 0-171 15,0 0-1-15,58 66 63 0,-46-48 21 16,-1-1-5-16,-3-2-79 0,1 1-86 0,-3-4-42 0,-2-1-19 15,0-3-28-15,-2 1-21 0,-1-6-72 16,-1 1-59-16,0-4-27 0,0 0-60 16,-6-4-144-16,2-1-597 0,-12-7-572 0</inkml:trace>
  <inkml:trace contextRef="#ctx0" brushRef="#br0" timeOffset="97121.553">21063 17892 2617 0,'0'0'443'0,"0"0"-273"16,0 0-71-16,0 0 3 0,0 0-36 16,91-22-46-16,-75 14-20 0,0-4-268 15,-1-2-158 1,-3 2-133-16,0-3-811 0</inkml:trace>
  <inkml:trace contextRef="#ctx0" brushRef="#br0" timeOffset="97369.087">21293 17987 1691 0,'0'0'1280'0,"0"0"-1107"16,0 0-116-16,24 86 119 0,-17-61 179 0,0-5-6 15,1-5-130-15,-3-6-164 0,4-3-55 16,3-6-24-16,-4 0 8 0,4-3 13 0,-1-6 3 16,2-4 12-16,0 0-11 15,0-1-1-15,-1 2-2 0,1 4 1 0,-2 0 0 16,1 5 0-16,-1 3-14 0,1 0 13 15,1 2 2 1,1 8 26-16,1 0 1 0,-2 1-2 16,2 3-25-16,-3-3-15 0,0 0-16 15,0-2-81-15,0 0-99 0,-2-3-46 16,0 1-89-16,-3-3-271 0,-1 0-615 0</inkml:trace>
  <inkml:trace contextRef="#ctx0" brushRef="#br0" timeOffset="98055.606">22771 17966 1649 0,'0'0'299'0,"0"0"-147"0,0 0-6 16,0 0 64-16,-14-78 155 0,6 63-83 0,-3 0-90 15,2 2-1-15,-4 2-52 0,-1 4 22 0,-1 3 12 16,0 4-46-16,-1 1-62 0,0 12-28 16,0 9-18-16,0 7 22 0,0 12 24 15,4 6 0-15,1 6-9 0,6 5 0 16,-1-2-4-16,6 0 10 0,4-6-59 16,6-6-3-1,3-6-25-15,2-7-83 0,2-6-75 0,3-8-44 16,2-6-10-16,0-7-88 0,3-4-266 15,-2-2-546-15,9-13-284 0</inkml:trace>
  <inkml:trace contextRef="#ctx0" brushRef="#br0" timeOffset="98355.703">23036 18223 1110 0,'0'0'1789'0,"0"0"-1236"0,0 0-296 0,0 0-78 16,0 0-16-16,0 0 81 0,0 0 1 15,0 0-69-15,-23 67-53 0,16-46-10 16,1-3-9-16,0-3-43 0,3-4-61 15,0-5-3-15,1-2-15 0,2-2 6 16,0-2-13-16,0 0-30 0,0 0-12 16,0 0 6-16,5 0 8 0,1-4 23 0,0 2-16 15,4-1-22-15,0 1-3 0,0 1 19 0,2 0 15 16,-1 1-16-16,1 0-25 0,-2 0 20 16,3 2 45-16,-3 7 13 0,1 0 34 15,0 4 3-15,-2 1-18 0,1 0 3 16,-2 0-19-16,1-1 9 0,-3-1-12 15,0-4-24 1,0-3-26-16,0-3-93 0,2-2-74 0,-1-7-88 16,0-4-94-16,0 2-301 0,0-11-678 0</inkml:trace>
  <inkml:trace contextRef="#ctx0" brushRef="#br0" timeOffset="98725.045">23428 17940 615 0,'0'0'2479'16,"0"0"-1935"-16,0 0-326 0,0 0-40 15,0 0-24-15,-6 66 14 0,6-24 18 16,0 8-10-16,0 3-41 0,3 5 0 0,3-3-22 0,-1-1-25 16,2-5-24-16,-1-6-36 0,2-8-28 0,-1-8-46 0,-1-7-64 15,-1-8-24-15,0-7 5 0,-1-3-3 16,-4-2-37-16,2-7-76 0,-2-5-74 15,0-6-122-15,-7 0-140 0,1 4-209 16,-11-4-596-16</inkml:trace>
  <inkml:trace contextRef="#ctx0" brushRef="#br0" timeOffset="98879.232">23205 18231 2360 0,'0'0'619'0,"0"0"-385"0,0 0-132 16,0 0 38-16,0 0 91 0,0 0 65 15,0 0-79-15,79 25-114 0,-53-25-66 0,4 0-12 16,1-1-10-16,3-5-13 0,2-4-2 0,-1 0-22 16,-2-3-125-16,0 1-97 0,-5-2-81 15,-2 3-158-15,-8 1-613 0,4 2-594 0</inkml:trace>
  <inkml:trace contextRef="#ctx0" brushRef="#br0" timeOffset="99689.425">23751 18231 1433 0,'0'0'436'0,"0"0"-196"0,0 0-4 16,0 0 81-16,0 0 49 0,0 0-5 0,-49 75-47 16,44-61-46-16,3-4 17 0,2-3-31 15,0-2-59-15,6-2-79 0,1 0-57 16,2-3-20-16,5 0-8 0,0-6 0 16,4-5-7-1,1-3-2-15,-2-6-4 0,0-1-15 16,0-1-3-16,-4 1-43 0,-3 2-15 0,-2 4-12 15,-6 1-19-15,1 2-19 0,0 3 15 16,-3 3 26-16,0 3 33 0,-3 2 15 16,-5 1-6-16,-7 0 5 0,-1 4 19 15,-2 5 1-15,-1 4-22 0,-1 4 19 0,1 3-41 16,3 3 10-16,3 4 19 0,3 3 13 0,4 0-1 16,3 1-29-16,3-1 4 0,2-6-12 15,8-3-76-15,4-6-66 0,5-7-115 16,4-6-177-16,-3-2-231 0,13-13-424 0</inkml:trace>
  <inkml:trace contextRef="#ctx0" brushRef="#br0" timeOffset="100042.995">24166 18112 1717 0,'0'0'820'16,"0"0"-530"-16,0 0-100 0,-35 88 72 15,17-48 53-15,-1 5-44 0,0 1-105 16,-1 0-46-16,4-6 2 0,2-5 2 15,5-8-47-15,5-12-77 0,2-5-34 16,2-10-93-16,3 0-41 0,5-9 57 0,2-5 52 0,3-5 2 16,-2-6-2-16,3 0-7 0,-3 1 37 15,-1 3 29-15,0 8-3 0,-1 3-10 16,-1 7-21-16,0 3 34 0,1 4 3 16,2 11 82-16,0 4-47 0,2 4-38 0,-1 4 0 15,2 2 0-15,-1 5 0 0,-1-2-22 16,-1 5 4-16,-4 0 18 0,-1 2 16 0,-4 4 31 15,-2 3 38-15,-5-3 18 0,-5 2 14 16,-6-3-24-16,0-3-24 0,-2-6-26 16,0-5-15-16,-2-9-25 0,2-7 10 15,0-5-13-15,-1-7-18 0,5-3-35 0,-2-13 13 16,7-7-38-16,1-8-9 0,2-9-30 16,6-8-78-1,0-5-45-15,0-5-151 0,9-2-232 16,-1 17-161-16,12-18-315 0</inkml:trace>
  <inkml:trace contextRef="#ctx0" brushRef="#br0" timeOffset="100443.518">24385 18192 1699 0,'0'0'990'0,"0"0"-762"0,0 0-61 0,0 0 53 16,0 0-41-16,85 22-65 0,-72-13-32 16,-2-1-44-16,0 3-16 0,-2-2-22 15,-1-2 0-15,-3 1-3 0,0-3 0 16,-3 0 3-16,-2 0 3 0,0-1 19 15,0 1-3-15,0-1 9 0,-3 0-6 16,0-1 10-16,2-2 15 0,1 1-19 16,0-2-28-1,0 0-41-15,0 0-15 0,8 0-14 0,1-5 33 16,3-1 8-16,0-2-31 0,1-1-10 16,2 1-28-16,-1 1-26 0,0 0 0 15,-3 1 2-15,0 0 29 0,1 4 42 16,-5 2 41-16,0 0 10 0,0 0 64 15,0 4 93-15,1 4-19 0,-1 1-21 16,0 3-34-16,2 0-29 0,-2 2-19 0,0-2-13 16,1-2-6-16,1-2-16 0,0-1-15 15,-2-6-10-15,1 3 9 0,0-4 16 0,-1 0 13 16,-2-2 41-16,2-4-3 0,-1-4-51 16,1-5 0-16,1-1-19 0,0-5-25 15,1-1-10-15,3-4-48 0,1-4-50 16,2-1-88-16,-1-4-123 0,3-5-160 0,-6 11-254 0,9-23-508 15</inkml:trace>
  <inkml:trace contextRef="#ctx0" brushRef="#br0" timeOffset="100628.505">25085 17741 1628 0,'0'0'701'0,"0"0"-239"16,0 0-100-16,0 0-84 0,0 0-82 16,15 74-22-16,-15-47-36 0,0 0-28 15,-3 3 4-15,2 1 16 0,-1 2-12 0,2 1-28 16,0-1-22-16,2 2-22 0,5-2-21 15,2-2 0-15,2-2-25 0,1-1-1 16,0-5-15-16,0-3-24 0,1-4-93 0,4-3-40 16,-2-1-27-16,2-5-39 0,2 1-64 15,-2-3-76-15,2-1-12 0,-2-1-116 16,-2-3-308-16</inkml:trace>
  <inkml:trace contextRef="#ctx0" brushRef="#br0" timeOffset="101207.992">25870 18267 124 0,'0'0'1156'0,"0"0"-805"0,0 0 772 0,0 0-744 16,0 0-73-16,0 0-40 0,0 0-5 16,0 0-34-16,0 0-28 15,0 0-14-15,-33 75-31 0,33-55-22 16,0-2-25-16,0-2-36 0,5-7-68 15,1-4-3-15,4-4-19 0,0-1-5 16,0-3 21-16,5-9 2 0,1-5-2 16,-1-6-12-16,1 0-44 0,-1-1-5 15,-4 2 9-15,-2 3-3 0,-2 5-29 16,-3 2-36-16,-4 3-16 0,0 3 36 0,0 2 16 0,0 0 3 16,-7 3 11-16,-3 1 10 0,0 5 51 15,-3 5-1-15,3 4-2 0,1 2-1 16,0 4-6-16,3 2-16 0,3-3-31 15,3-2-168-15,0-4-219 0,0-5-268 0,9-3-425 16</inkml:trace>
  <inkml:trace contextRef="#ctx0" brushRef="#br0" timeOffset="101361.846">26216 18237 104 0,'0'0'2388'0,"0"0"-1809"0,92 8-241 15,-57-1 17-15,2 2-33 0,-3-3-101 16,-3 0-116-16,-3-6-105 0,-4-2-56 15,0-11-93-15,-2-5-30 0,1-8-56 16,-6-5-98-16,-1-3-152 0,-5-3-160 0,-5 2-39 0,-3 1 13 16,-3 4 123-16,0 6 137 0</inkml:trace>
  <inkml:trace contextRef="#ctx0" brushRef="#br0" timeOffset="101562.159">26567 17933 157 0,'0'0'720'0,"0"0"-72"0,0 0-151 16,-80-12-108-16,62 12-92 0,5 9-27 15,6 9-20 1,3 8-56-16,2 6-26 0,2 10 9 15,2 2-10-15,5 6-37 0,2 3-18 16,-1 3 3-16,2 1 12 0,0 2 34 16,-1 1-34-16,1-1-41 0,-3-3-65 0,1-4-21 15,-3-4-1-15,-2-6-45 0,-3-9-6 16,0-2-22-16,0-10 6 0,-5-4-3 16,-6-7-28-16,0-4-16 0,-4-6-3 15,-5 0-11-15,1-8-82 0,-6-6-48 0,-3-4-33 16,-1 1-118-16,6 0-184 0,-13-12-426 0</inkml:trace>
  <inkml:trace contextRef="#ctx0" brushRef="#br0" timeOffset="102393.37">27850 17812 2315 0,'0'0'687'0,"0"0"-358"0,0 0-208 16,0 0 31-16,0 0 179 0,0 0-48 16,0 0-134-16,-9 65-90 0,5-22-7 15,-1 11 7-15,-4 9 31 0,1 5-16 0,-3 6-16 16,-2-2-27-16,0-5-7 0,0-5-13 16,0-11-11-16,3-10-33 0,2-13-78 15,1-11-83-15,5-10-5 0,2-7 37 0,0-3-36 16,0-14-29-16,7-11-103 0,6-10-140 15,0-5-91-15,5-4 88 0,-2-3 128 0,1 3 153 16,-3 0 192-16,0 1 42 0,-5 0 53 16,-2 1 54-16,0 0 43 0,-4 3 13 15,3 9 31-15,-4 9 36 0,4 9 24 16,2 11-68-16,3 4-68 0,3 5 35 0,6 10 40 16,2 8-71-16,3 5-79 0,1 3-44 0,3 6 6 15,-4 1 54-15,1 1-4 0,-3 2 3 16,-2-3-20-16,-3-2-27 0,-3-4-53 15,-2-4 0-15,-2-3-31 0,-3-3-56 16,0-6-13-16,-4-2 4 0,-2-5-2 16,-2-3-72-1,0-4-89-15,-8-2-126 0,-6 0-265 0,-3-6-40 16,-3-2 85-16,-3 0 152 0,-2-1 271 16,-1 0 182-16,-4-1 140 0,-2 0 98 15,-1-2 127-15,2 0 51 0,6 0 13 16,5 2-19-16,9 6-8 0,3 0-15 15,8 2-101-15,0 2-132 0,11 0-69 16,5 0 31-16,10 0 69 0,5 0-48 0,5 0-81 16,5-9-38-16,1-6-18 0,2-7-31 15,-1-5-134-15,0-6-143 0,-2-5-20 0,-2-3-149 16,-10 11-342-16,4-20-1151 0</inkml:trace>
  <inkml:trace contextRef="#ctx0" brushRef="#br0" timeOffset="102699.495">28516 17701 3071 0,'0'0'548'0,"0"0"-441"0,5 66-78 0,-5-32 46 15,0 4 70-15,0 4 78 0,0 0-40 16,-1-4-71-16,0-4-57 0,-1 0-55 16,1-7-3-16,1-2-34 0,0-2-6 15,0-5 9-15,0-3-3 0,0-2 3 16,0-5 9-16,0 1 9 0,0-3 4 15,0 1-13-15,3 0-9 0,2 5 9 16,3 1 23-16,4 1-17 0,2 0 7 0,1 0-13 16,1-1-10-16,1-1-15 0,-3-4 21 15,-3 0 29-15,-2-2 2 0,-5-2 17 16,-3-3 3 0,-1 1 0-16,0-2 28 0,-7 0-50 15,-6 0-107-15,-6 0-28 0,-4 0 6 0,-2 0-17 16,-3 0-31-16,3 3-103 0,-2-1-221 15,7-1-289-15,-9-1-954 0</inkml:trace>
  <inkml:trace contextRef="#ctx0" brushRef="#br0" timeOffset="103432.294">29305 18074 1858 0,'0'0'454'0,"0"0"-218"0,0 0-49 16,0 0 80-16,0 0 24 0,0 0-56 15,0 0-29-15,-85-43-42 0,70 49 50 16,1 9-55-16,-3 7-60 16,3 8-18-16,0 4-23 0,3 5-18 15,3 0 4-15,-1-6-44 0,6-6-14 16,3-8-20-16,2-8-27 0,8-5-54 15,1-5-6-15,6-1 61 0,1-9 26 16,5-8-9-16,1-4-30 0,-1-3-3 16,1 0 39-16,-1 4 21 0,0 2 3 15,-3 5 11-15,1 7-29 0,2 6 9 0,-3 0 3 16,1 12-22-16,-1 3 19 0,-3 8 22 0,3 1 23 16,-2 2 2-16,-2 2 22 0,-1 0 4 15,-3 0-23-15,-2 2 10 0,-3 0 34 16,-4 2 10-16,-3 0 15 0,0 3-7 15,-8 0-9-15,-3-1-7 0,0-1-31 0,-5-3-6 16,0-4-15-16,-3-4-4 0,3-3 4 0,-4-5-22 16,2-2-2-16,0-5-20 0,0-4 4 15,5-3-19-15,-2 0-31 0,4-8 0 16,3-6-53-16,2-4-17 0,3-3-19 16,0-6-6-16,3-3-55 0,0 1-78 0,6-2-123 31,0 0-211-31,2 7-363 0,0-8-266 0</inkml:trace>
  <inkml:trace contextRef="#ctx0" brushRef="#br0" timeOffset="104133.642">29774 17934 23 0,'0'0'45'0,"0"0"57"0,0 0 191 15,0 0 209-15,0 0-20 0,0 0-50 16,0 0-16-16,0 0-35 0,0 0-63 16,0 0-59-16,0 0-26 0,-2-13-46 15,2 15-49-15,0-1-59 0,0-1-25 16,0 2-11-16,0-1 1 15,0-1 7-15,0 2-4 0,0-1-6 16,0-1-1-16,0 1-5 0,0 1-4 16,0-1 3-16,0 0 0 0,0 1 22 15,0 1 9-15,2 1 12 0,1 3 16 16,-2 0-35-16,1 3-36 0,0 3-7 16,1 4-2-16,0 7-1 0,0 5-11 15,4 7 17-15,0 8 4 0,1 6-7 0,0 8 25 0,2 4-9 16,0 4-16-16,2 4-13 15,2 2 0-15,0 0-2 0,-2-4-15 0,1-7-59 16,2-11-40-16,-5-12-18 0,2-13-48 16,-1-12-34-16,0-9 3 0,0-4 7 15,0-16-81-15,-1-8-204 0,-3 5-194 16,-1-23-504-16</inkml:trace>
  <inkml:trace contextRef="#ctx0" brushRef="#br0" timeOffset="104380.536">29964 17970 2516 0,'0'0'393'0,"0"0"-304"0,0 0 158 16,0 0 39-16,0 0-86 0,97-46-65 0,-74 43-31 16,-2 0-16-16,0 3-22 0,-4 0-38 15,-3 5-12-15,0 3 27 0,-8 3-2 16,-3 5 21-16,-3 6 0 0,-6 4-9 15,-9 4-16 1,-4 2-3-16,-3 4-31 0,-2-1-3 0,-1-1-83 0,3-3-42 0,-1-4-15 16,3-4-39-16,1-6-54 0,5-3-74 0,3-2-230 15,5-4-466-15,0 0-407 0</inkml:trace>
  <inkml:trace contextRef="#ctx0" brushRef="#br0" timeOffset="104533.601">30587 18509 3977 0,'0'0'688'0,"0"0"-522"16,0 0-19-16,0 0 8 0,0 0-51 16,0 0-104-16,0 0-140 0,0 0-160 0,0 0-148 15,0 0-692-15,-95-1-1872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37:49.6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4029 801 1045 0,'0'0'1550'0,"0"0"-962"16,0 0-409-16,0 0-109 0,0 0 85 16,3-77 180-16,-6 61-40 0,-1 2-47 15,-1-1-57-15,-2 3-46 0,1 2-32 16,1-1-12-16,-3 2 6 0,-3 1 9 16,2 0-25-16,-4 4-42 0,-1-2-26 0,-1 3-23 15,-3 1-12-15,-2 2 9 0,-1 0-9 0,-5 8-37 16,-1 5 16-16,-2 6 2 0,-4 9 7 15,1 10 24-15,1 8 6 0,-1 9-3 16,3 11 25-16,2 8-16 0,1 9-12 0,4 2 0 16,5 5 0-16,4-3 15 0,3-4 9 15,7-8 1-15,3-8 20 0,6-7 13 16,8-9-28 0,5-5 1-16,4-7-4 0,3-6-3 15,1-3-13-15,2-7-11 0,1-4-3 16,5-8-15-16,1-4-24 0,3-7-22 15,4-3-46-15,-1-10-51 0,4-7-65 16,-1-8-96-16,-1-5-276 0,-11 7-750 16,12-13-1116-16</inkml:trace>
  <inkml:trace contextRef="#ctx0" brushRef="#br0" timeOffset="342.927">4683 1549 2674 0,'0'0'1418'0,"0"0"-1256"16,0 0-47-16,0 0 222 0,-90 0 43 15,58-4-70-15,-3 1-58 0,2-1-101 16,1 2-63-16,2 2-34 0,4 0 4 16,3 0 35-16,3 5-15 0,0 3-29 15,1 6-34-15,2 6-3 0,-1 2 3 0,5 5 0 16,2 1 3-16,1 1-6 0,7-2-12 16,0-7 0-16,3-4-12 0,0-5-36 15,3-4-7-15,4-6-5 0,3-1-3 16,3 0 3-1,6-7-7-15,1-5-24 0,2-4 4 0,1-4 17 16,-3-1-8-16,0 0 20 16,-1 5 6-16,-5 4 16 0,-1 4 12 0,0 8 7 15,-3 0 17-15,3 3 27 0,-3 7 12 16,4 6 19-16,-2 2-7 0,-2 2-2 16,3 2 8-16,-4-1-2 0,1-3-16 15,0-2-38-15,2-4-1 0,-1-7-54 0,5-3-55 0,2-2-49 16,3-13-61-16,2-11-196 0,4-7-256 15,-5 0-662-15,12-25-855 0</inkml:trace>
  <inkml:trace contextRef="#ctx0" brushRef="#br0" timeOffset="574.341">5133 902 2470 0,'0'0'1931'0,"0"0"-1768"0,0 0-162 0,-14 65 192 16,3-27 190-16,3 7-28 0,-1 7-79 0,2 9-77 15,4 1-30-15,0 7-27 0,2-1-49 16,1 0-48-16,0-4-31 0,0-5-14 16,4-9-45-16,6-8-3 15,0-13 0-15,3-7-21 0,-1-9-10 16,1-6-17-16,-3-6-28 0,1-1-18 16,-4-5-37-16,1-7-85 0,-4-3-157 0,-4-3-130 15,0-5-174-15,-3 6-286 0,-15-12-333 16</inkml:trace>
  <inkml:trace contextRef="#ctx0" brushRef="#br0" timeOffset="728.234">4829 1358 1007 0,'0'0'2098'0,"0"0"-1528"16,0 0-463-16,0 0-25 0,0 0 113 15,0 0 105-15,0 0-53 0,0 0-35 16,0 0 33-16,0 0 26 0,0 0-7 16,88 61-76-16,-39-57-76 0,3-4-58 31,-1 0-8-31,-1-2-21 0,-3-5-25 0,-5 1-124 15,0 0-94-15,1 0-58 0,-3 1-160 16,-8 2-649-16,18 3-1019 0</inkml:trace>
  <inkml:trace contextRef="#ctx0" brushRef="#br0" timeOffset="906.745">6204 1520 3310 0,'0'0'1837'0,"0"0"-1591"0,0 0-82 0,0 0-25 16,0 0-54-16,0 0-28 0,0 0-57 16,0 0-27-16,0 0-148 0,0 0-92 15,-12-6-133-15,8 5-528 0,-10-1-936 16</inkml:trace>
  <inkml:trace contextRef="#ctx0" brushRef="#br0" timeOffset="8866.829">7128 988 723 0,'0'0'186'15,"0"0"273"-15,0 0 126 0,0 0-293 0,0 0-91 16,0 0 66-16,0 0 64 0,0 0-30 16,0 0-41-16,0 0-67 0,47-55-52 15,-28 55 26-15,3 0 42 0,6 0-57 0,3 6-62 16,2 1-1-16,1 3-21 0,2 1-25 15,-1 3-16-15,-1 0 4 0,-2 1-28 16,-3 2 0-16,-3 4-3 0,-4 0-14 0,-4 4-1 16,-5 2 14-16,-1 4 1 0,-8 6 0 0,-1 0-1 15,-3 2 1-15,-3-2 17 0,-6 0-15 16,-3-2 1-16,-3-2 12 0,-1-1-12 16,-3-2 9-16,-1-4-2 0,0-2-10 15,-2-2-43-15,-1-5-15 0,-4-2-19 16,1-4-25-1,-3-4 0-15,1-6-13 0,-1-1-49 0,0-6-113 16,-3-7-194-16,1-7-502 0,7 5-322 16</inkml:trace>
  <inkml:trace contextRef="#ctx0" brushRef="#br0" timeOffset="9051.97">6977 1339 1182 0,'0'0'362'15,"0"0"719"-15,0 0-839 0,0 0-146 16,0 0 96-16,0 0 64 0,0 0-15 0,0 0-21 16,0 0-34-16,90-12-45 0,-57 8-51 15,2 0-34-15,4 0-31 0,1-1-25 16,4-2-2-16,4-1-73 0,3-3-102 16,3 0-91-16,1-4-73 0,-10 3-208 15,18-10-749-15</inkml:trace>
  <inkml:trace contextRef="#ctx0" brushRef="#br0" timeOffset="9284.63">8393 879 1596 0,'0'0'1936'0,"0"0"-1626"0,0 0-147 0,98 8 110 0,-62-8-16 0,1 0-78 15,-2-3-96-15,1-5-43 0,3-1-24 16,-3-2-16-16,0-3-64 0,-1-1-127 16,-4 1-106-16,-5-1-145 0,-7 5-368 15,-6-4-1064 1</inkml:trace>
  <inkml:trace contextRef="#ctx0" brushRef="#br0" timeOffset="9436.223">8629 1051 1721 0,'0'0'1125'0,"0"0"-798"0,0 95-215 16,6-58 111-16,1 6 178 0,-1-2-22 15,-2 0-122-15,-1-3-173 0,0-1-84 16,-2-3-10-16,1-3-88 0,-2-4-14 16,0-1-52-16,0-3-72 0,-3-2-173 15,-6-1-283-15,2-8-615 0,-15 3-286 0</inkml:trace>
  <inkml:trace contextRef="#ctx0" brushRef="#br0" timeOffset="9601.23">8342 1588 401 0,'0'0'2482'15,"0"0"-2123"-15,0 0-308 0,0 0 76 16,0 0 86 0,0 0 77-16,0 0 79 0,0 0-31 15,93-11-92-15,-54 4-75 0,5-3-37 0,5-5-39 16,3 0-86-16,1-2-9 0,-2 0-116 15,4 3-67-15,-2 1-115 0,-1 1-182 0,-12 6-567 16,18-3-1274-16</inkml:trace>
  <inkml:trace contextRef="#ctx0" brushRef="#br0" timeOffset="10819.224">11159 1194 720 0,'0'0'260'0,"0"0"589"16,0 0-528-16,0 0-104 0,0 0-23 16,0 0 67-16,0 0 12 0,0 0-69 15,0 0-48-15,0 0-23 0,6-28 0 0,-4 23-4 16,-1 1-16-16,1 3-14 0,-1-3-24 16,-1 4-26-16,0 0-14 0,0 0-7 0,0 0 3 15,0 0-9-15,0 0-19 0,0 2 0 16,0 0-1-16,0 0 1 0,0 1 19 15,2 0-10-15,-1 3 1 0,2 1 5 16,0 5 1 0,0 1-7-16,0 5-11 0,-2 3 15 15,-1 2-14-15,0 2 1 0,0 1-3 0,0 1-1 16,0-2-55-16,0-4-53 16,-1-1-31-16,-1-7-17 0,2-1-7 0,0-5-54 15,0-5-87-15,0-2-121 0,0 0-265 16,0-3-478-16</inkml:trace>
  <inkml:trace contextRef="#ctx0" brushRef="#br0" timeOffset="11033.627">11076 911 627 0,'0'0'1979'0,"0"0"-1487"15,0 0-313-15,0 0-115 0,0 0 107 16,0 0 60-16,0 0-121 0,0 0-110 16,0 0-41-16,0 0-88 0,0 0-93 0,89-67-106 15,-77 67-260-15,1 0-700 0</inkml:trace>
  <inkml:trace contextRef="#ctx0" brushRef="#br0" timeOffset="11403.596">11690 1017 1524 0,'0'0'1604'0,"0"0"-1496"16,0 0-107-16,0 0 111 15,0 0 47-15,0 0-13 0,-88 46-74 16,68-21-31-16,4 1-41 16,3 4-12-16,6-4 11 0,4-2-12 15,3-2 11-15,0-5 2 0,7-4 2 16,5-1 11-16,2-4 15 0,-2 0 0 16,5 0-9-16,-1-3-3 0,1-1-14 0,-1 0 17 15,0-3 9-15,-1 4 13 0,-1-1 6 16,-1-1 13-16,-3 2-9 0,-3 1-41 15,0-1-10-15,-4 3-2 0,-3 1-20 0,0 1 0 0,0 2-7 16,-6 1-112-16,-5-1-35 0,-2 2-46 16,-2-2-65-16,-5 1-246 0,7-4-537 15</inkml:trace>
  <inkml:trace contextRef="#ctx0" brushRef="#br0" timeOffset="12158.699">13601 1054 1327 0,'0'0'488'0,"0"0"140"0,0 0-328 0,0 0-84 15,-78-27 56-15,58 24 8 16,4 2-27-16,-2 1-30 0,3 3-56 0,1 6-61 16,2 7-25-16,0 7-16 0,3 7-3 15,4 6-3 1,2 3-7-16,3-2-10 0,0-2-42 15,3-6-21-15,6-7 18 0,2-5 2 0,-2-6-2 16,5-7 1-16,-2-4-23 0,1 0 9 16,4-7 16-16,-1-7-2 0,0-4-17 15,3-6-24-15,-3-1-10 0,-1-1-18 16,-2 0 12-16,1 2-4 0,0 5 10 16,0 3 4-16,-2 6 24 0,-1 5-10 0,-2 5 6 15,2 0 16-15,-2 7 13 0,1 6 74 0,0 4-3 0,0 2-37 16,-1 0 16-16,1 2 9 0,-3-1-12 15,1-5-22-15,0-2-4 0,1-3 1 0,-1-2-22 16,4-4-14-16,4-2-24 0,0-2-70 16,4-1-98-16,3-7-81 0,0-2-166 15,-4 1-314-15,10-7-589 0</inkml:trace>
  <inkml:trace contextRef="#ctx0" brushRef="#br0" timeOffset="12859.602">14095 1032 1907 0,'0'0'1104'0,"0"0"-803"16,0 0-152-16,0 0-22 0,0 0 126 16,0 0 36-16,0 0-83 0,0 0-70 15,5 79-52-15,-2-44-44 0,0 2-22 16,-1 0-18-16,4-8-1 0,3-4-36 15,-1-8-37-15,4-6-10 0,2-5-30 16,-1-4-30-16,3-2-4 0,-1-2 14 16,-1-10 4-16,-2 0 26 0,-1-5 31 0,-2-1 39 0,-1 1 34 15,-3 0 28-15,1 1-3 0,-2 5 23 16,-1 2 12-16,1 5 35 0,-3 3 2 16,1 1-9-16,-1 0-9 0,2 6-4 15,0 6-3-15,0 1-16 0,3 2-12 16,-2 3-19-16,2 2-2 0,-2-2-23 15,5 0-15-15,0-2-91 0,3 0-154 0,4-3-103 16,-3-2-335-16,9-3-1000 0</inkml:trace>
  <inkml:trace contextRef="#ctx0" brushRef="#br0" timeOffset="13065.606">15261 1169 957 0,'0'0'2711'0,"0"0"-2377"0,0 0-208 0,6 89 74 16,-6-59 167-16,0 1-42 0,0-5-126 15,0-2-132-15,0-5-67 0,0-2-14 16,0-5-63-16,1-5-75 0,2-1-56 16,-3-3-54-16,0-3-210 0,0 0-605 0,-5-12-984 0</inkml:trace>
  <inkml:trace contextRef="#ctx0" brushRef="#br0" timeOffset="13207.449">15136 848 3513 0,'0'0'621'0,"0"0"-564"0,0 0 11 0,0 0 63 15,0 0-76-15,0 0-55 0,84-4-24 16,-60 4-188-16,2 0-117 0,-7 0-187 15,8 0-712-15</inkml:trace>
  <inkml:trace contextRef="#ctx0" brushRef="#br0" timeOffset="13520.198">15571 1166 859 0,'0'0'2290'0,"0"0"-1898"15,0 0-114-15,0 67 174 0,-5-48 14 16,2-4-95-16,0-2-146 0,1-5-134 15,2-1-73-15,0-6-18 0,0-1-19 0,2 0-23 0,4 0-31 16,2-1-18-16,1-6 24 0,2-1-7 16,1-2-20-16,-1-2-4 0,1 0 6 15,-1 4 21-15,-2 2 16 0,0 1 18 16,-1 4 15-16,-1 1 22 0,2 1 0 16,-3 5 83-16,2 5 16 0,-2-2-16 15,0 4-22-15,0 1 15 16,-2 0-2-16,2-1-4 0,-3-1-6 15,0 0-34-15,0-1-30 16,-2-1-29-16,3 0-75 0,-1-3-43 0,0 0-52 16,2-3-81-16,0-4-355 0,1 0-789 15,1-11-987-15</inkml:trace>
  <inkml:trace contextRef="#ctx0" brushRef="#br0" timeOffset="13732.307">16149 1205 160 0,'0'0'2893'0,"0"0"-2481"16,6 66-175-16,-6-34 185 0,0 9 0 0,-4 5-46 16,-1 5-41-16,1 3-10 0,-2 6-137 15,-3 1-85 1,0 3-25-16,-2 1-45 0,-2 1-22 16,0-4-11-16,2-3-18 0,-2-10-30 15,1-9-21-15,4-9-7 0,-4-7-21 0,2-12-33 16,1-8-13-16,-5-4-15 15,2-9-49-15,-2-12-189 0,0-10-235 0,3 2-615 16,-6-35-746-16</inkml:trace>
  <inkml:trace contextRef="#ctx0" brushRef="#br0" timeOffset="13862.541">15994 1008 2816 0,'0'0'989'15,"0"0"-869"-15,0 0 84 0,0 0 138 16,0 0-98-16,93-31-84 0,-71 30-105 15,2-1-55 1,2 2-50-16,1 0-110 0,1 0-90 16,2 2-89-16,-10-1-298 0,5 10-1012 0</inkml:trace>
  <inkml:trace contextRef="#ctx0" brushRef="#br0" timeOffset="14179.101">16529 1341 2568 0,'0'0'1200'0,"0"0"-998"0,0 0-26 0,3 66 129 15,2-57-19-15,4-6-68 0,5-3-68 16,3-5-31-16,6-7-43 0,5-5-58 16,0-6-18-16,3-5-143 0,-3-1-31 0,-3 1-1 15,-5 0 19-15,-3 6-14 0,-8 5 3 16,-5 2 24-16,-4 6 24 0,-1 3 27 16,-12 3 61-16,-6 3 31 0,-7 2 100 15,1 7 48 1,-2 5-24-16,0 5 7 0,0 6-39 15,2 2-5-15,4 2 23 0,2 5 29 16,3-1 26-16,3 0-13 0,2 0-24 0,5-5-67 16,4-8-61-16,2-5-29 15,0-6-23-15,9-3-21 0,5-6 9 0,1 0 12 16,5-8-64-16,1-7-62 0,5-4-93 16,1-6-216-16,-6 5-595 0,12-12-892 0</inkml:trace>
  <inkml:trace contextRef="#ctx0" brushRef="#br0" timeOffset="14348.491">17100 1171 241 0,'0'0'2495'15,"0"0"-1427"-15,-49 89-889 0,29-53 57 16,0 6 173-16,5-4-44 0,3-5-103 16,9-7-116-16,3-5-97 0,5-8-49 15,8-6-25-15,6-3-14 0,4-4-7 0,5-5-27 16,3-9-58-16,4-8-40 0,1-6-43 15,0-7-116-15,-2-5-221 16,-9 9-576-16,8-21-497 0</inkml:trace>
  <inkml:trace contextRef="#ctx0" brushRef="#br0" timeOffset="14548.639">17498 627 1565 0,'0'0'1911'0,"0"0"-1340"15,0 0-426-15,0 0 7 0,-29 77 77 0,15-31 112 0,-2 8-8 16,4 3-32-16,4 2-86 0,2 0-58 15,3 0-54-15,3-2-52 0,0 0-51 16,0-3-36-16,5-2-64 0,0-8-33 16,-1-7-27-1,2-6 20-15,-3-9 46 0,-1-5-30 0,-2-5-56 0,0-2-117 16,-6-3-188-16,-8-5-167 0,-5-1-310 16,-6-1-282-16</inkml:trace>
  <inkml:trace contextRef="#ctx0" brushRef="#br0" timeOffset="14680.023">17089 1282 654 0,'0'0'49'0,"0"0"639"15,0 0 474-15,0 0-817 0,0 0-44 16,0 0 8-16,0 0-12 0,0 0 27 16,14-69-38-16,17 67-79 0,6-3-77 15,0-2-50-15,2-2-50 16,2-4-30-16,0 0-9 0,-3-3-105 16,-1 0-107-16,0-2-202 0,-10 6-707 15,9-8-1239-15</inkml:trace>
  <inkml:trace contextRef="#ctx0" brushRef="#br0" timeOffset="14827.091">17890 1088 1322 0,'0'0'1468'15,"0"0"-819"-15,0 0-440 0,-3 75 31 16,0-55 164-16,-1 0-42 0,-2-2-70 16,3-5-118-16,0-1-120 0,2-5-54 15,0-2-85-15,-1 1-123 0,-1-5-97 0,2-1-192 16,-7 0-783-16</inkml:trace>
  <inkml:trace contextRef="#ctx0" brushRef="#br0" timeOffset="14995.902">17759 796 3565 0,'0'0'950'16,"0"0"-922"-16,0 0 52 0,0 0 19 0,0 0-4 0,0 0-15 15,0 0-80-15,82 43-9 0,-68-33-160 16,-2 4-112-16,2-1-134 0,-4-2-363 16,-2 8-888-16</inkml:trace>
  <inkml:trace contextRef="#ctx0" brushRef="#br0" timeOffset="15149.535">17995 1195 859 0,'0'0'648'0,"0"0"1030"0,29 87-1340 15,-13-62-120 1,0 0 172-16,2-5 51 0,0-5-112 0,1-6-103 15,1-7 18-15,-1-2-89 0,4-2-61 16,-1-11-7-16,1-5-81 0,-1-6-6 16,1-2-121-16,-1-4-58 0,-2 1-52 15,0-2-127-15,0 1-254 0,-5 7-566 16,5-8-610-16</inkml:trace>
  <inkml:trace contextRef="#ctx0" brushRef="#br0" timeOffset="15412.369">18469 1144 1451 0,'0'0'1230'0,"0"0"-461"0,0 0-551 15,0 0-110-15,0 0 77 0,0 0 76 16,0 0-75-16,0 0-56 0,0 0-22 16,0 0-34-16,0 0-53 0,48 22-21 0,-37-36-92 0,-2-3-31 15,-3 3 2-15,-6 4 53 0,0 1 43 16,-10 5-15-16,-7 2 21 0,-6 2 19 16,-4 6 50-16,-3 11 27 0,1 3-2 0,0 5-10 15,2 6 30-15,3 3 7 0,4 1-4 16,4-3-18-16,5-1-4 0,3-3-14 15,7-5-41 1,1-5-21-16,14-5-24 0,8-2 7 16,13-5 17-16,9-4 37 0,9-2-37 15,5-1-128-15,5-7-41 0,2-4-72 16,0 0-203-16,-16 2-567 0,24-4-954 0</inkml:trace>
  <inkml:trace contextRef="#ctx0" brushRef="#br0" timeOffset="20712.145">21027 1402 2323 0,'0'0'403'0,"0"0"-293"0,0 0 63 0,0 0-6 16,0 0 62-16,0 0 95 0,0 0-57 0,0 0-88 16,-82-31-70-16,69 51-10 0,-1 10 1 15,-1 12 4-15,1 8 11 0,2 8 57 16,5 3-23-16,0-4-48 0,7-7-22 16,0-11-52-16,9-11-27 0,4-10-3 15,4-13-22-15,3-5 19 0,6-15 6 0,4-10 18 0,4-12-18 16,0-10-52-16,3-6 9 0,-6-3-6 15,-4 4 3-15,-4 2-6 0,-5 4 4 16,-8 7-32-16,-7 7 12 0,-3 6-42 16,-9 8 36-16,-13 8 6 0,-5 6-10 15,-5 4 32-15,-1 11 18 0,0 7 28 16,3 4 22 0,2 4 6-16,6 1 12 0,5-1-28 15,3-4-12-15,5-1-14 0,4-6-20 0,3-5-140 16,2-2-259-16,3-6-314 0,11-3-592 0</inkml:trace>
  <inkml:trace contextRef="#ctx0" brushRef="#br0" timeOffset="21081.567">21424 758 2312 0,'0'0'1287'0,"0"0"-1287"15,0 0 41-15,0 0 85 0,0 0 110 16,17 65 121-16,-17-27 29 0,0 7-126 15,-7 7-95-15,-5 4-19 0,-2 6-6 16,-4 3-64-16,1 1-52 16,-3-3 0-16,7-3-24 0,4-8-17 15,2-8-1-15,7-7-40 0,0-10-24 16,7-7 18-16,4-7 13 0,2-9 14 16,2-2 1-16,3-2-10 0,0 0 6 15,2 0 16-15,1 0 12 0,0 1-10 0,1 7-14 16,-2 3 33-16,-1 3-45 15,-2 3 48-15,-4 1 21 0,-1 3-18 0,-2-2 22 0,-4 0-13 16,-2-3 15-16,-3-1 10 0,-1-3 6 16,0-2 5-16,-3-1 16 0,-8-2 3 15,-6 0-18-15,-6-4-25 0,-1 1-24 16,-4-3-100-16,0-1-22 0,4 0-52 16,-1 0 9-16,4-5-87 0,2-1-130 0,2-3-196 15,4-3-188 1,5 3-439-16,5-11-457 0</inkml:trace>
  <inkml:trace contextRef="#ctx0" brushRef="#br0" timeOffset="21328.622">21975 1644 1828 0,'0'0'1479'0,"0"0"-1282"0,0 0-80 0,0 0 113 16,27 79 35-16,-20-56-50 0,-1 2-54 15,-1 3-87-15,1 3-49 0,2 2-10 0,-3 3 4 16,-2 4-18-16,-2 4 17 0,-1 1 1 16,0 4 5-16,-6 1-12 0,-5 0 1 15,0 0 24-15,-4-4 18 0,-1-6 0 16,-2-4-18-16,2-6-36 0,-4-5-1 0,1-8-83 16,-1-3-80-16,-2-8-44 0,-2-6-47 15,2-6-146-15,3-4-257 0,-4-24-696 0</inkml:trace>
  <inkml:trace contextRef="#ctx0" brushRef="#br0" timeOffset="21482.496">21919 1469 3476 0,'0'0'480'16,"0"0"-439"-16,0 0 185 0,0 0 72 15,0 0-86-15,81-42-37 0,-62 35-80 16,-1-2-92-16,1 2-3 0,3 1-89 15,-1 2-159-15,-2 1-89 0,-4 3-212 0,-2 1-926 0</inkml:trace>
  <inkml:trace contextRef="#ctx0" brushRef="#br0" timeOffset="21660.882">22381 1842 4277 0,'0'0'638'0,"0"0"-482"0,0 0-31 16,0 0-67-16,0 0-6 0,0 0-52 15,0 0-85-15,0 0-187 0,0 0-47 0,0 0-112 16,0 0-778-16,16-60-1701 0</inkml:trace>
  <inkml:trace contextRef="#ctx0" brushRef="#br0" timeOffset="24820.864">22743 1407 991 0,'0'0'1847'15,"0"0"-1510"-15,0 0-226 0,0 0-21 16,0 0 53-16,0 0 75 0,0 0 30 16,0 0-15-16,0 0-75 0,0 0-65 15,74 28-40-15,-58-24-50 0,3-3-2 16,2-1 0-16,1 0 0 0,6-1 13 0,0-5-14 16,4-6-86-16,0 3-119 0,-2-3-77 15,0 0-87-15,-4 1-169 0,-6 3-255 16,-4-4-542-16</inkml:trace>
  <inkml:trace contextRef="#ctx0" brushRef="#br0" timeOffset="25073.852">22685 1667 46 0,'0'0'430'0,"0"0"1866"0,0 0-1917 15,0 0-328 1,0 0-6-16,0 0 57 0,0 0 73 0,0 0-7 16,0 0-39-16,95-5-41 0,-67 3-28 15,4 0-10-15,1 2-25 0,1-1-14 16,-1 1-11-16,1-2-1 16,-2 2-28-16,1-3-71 0,-2 2-105 0,-1 0-83 15,-3-3-143-15,-5 2-288 0,5-8-601 0</inkml:trace>
  <inkml:trace contextRef="#ctx0" brushRef="#br0" timeOffset="25453.593">22849 1095 2568 0,'0'0'802'15,"0"0"-738"-15,0 0-64 0,0 0 35 16,-19 80 76-16,0-52 110 0,-4 2 47 0,-2 2-103 0,-4 1-75 16,-3 2-24-16,-1 1-17 0,-2 2-46 15,-1-3 13-15,3 0 2 0,4-1-2 16,5-3-13-16,5-3-3 0,8-3-3 15,3-4-16-15,7 1 17 0,1-3-25 16,6 2 27-16,7 2 31 0,8 2 3 16,5 1 6-16,6-1-38 0,4 3 14 0,4-3 27 0,5-2 3 15,0-2-15-15,4-6-4 0,2-6-27 16,0-8-1-16,2-2-141 0,3-14-124 16,0-8-141-16,-14 2-304 0,15-24-997 0</inkml:trace>
  <inkml:trace contextRef="#ctx0" brushRef="#br0" timeOffset="25659.222">23363 1277 1254 0,'0'0'1825'16,"0"0"-1678"-16,0 0-122 0,0 0 77 15,0 0 70-15,81 18-1 0,-56-10-4 16,2 5-7-16,2 2-78 0,0 2-19 0,-3 2-63 0,-5 2-2 15,-1 5-32-15,-8 1 33 0,-5 6-16 16,-7 4-5-16,-4 5-67 0,-13 6-84 16,-9 3-54-16,-10 6 78 0,-6 0-42 0,-9 1-14 15,-2-3-135-15,-6-1-38 16,14-16-206 0,-34 15-586-16</inkml:trace>
  <inkml:trace contextRef="#ctx0" brushRef="#br0" timeOffset="27372.359">13017 3413 323 0,'0'0'1823'0,"0"0"-1435"0,0 0-195 0,0 0-12 15,0 0 72-15,0 0 46 0,0 0-42 16,0 0-52-16,0 0-32 0,0 0-30 16,0 0-12-16,-24 96-13 0,14-48 36 15,-3 12-19-15,1 5-52 0,-2 9 9 16,-2 4-31-16,0 5 0 0,0 2-15 0,-4 1-21 16,3-1-16-16,-2-1-9 0,2-9-12 15,2-6-4-15,4-14 1 0,0-13-55 16,5-14-19-16,3-12-61 0,3-10-29 15,0-6-34-15,0-7-1 0,0-12-85 16,4-8-254-16,2 4-211 0,8-31-679 16</inkml:trace>
  <inkml:trace contextRef="#ctx0" brushRef="#br0" timeOffset="27642.415">13068 3652 1281 0,'0'0'1121'0,"0"0"-894"0,0 0-189 0,0 0 62 16,0 0 103-16,0 0 78 0,0 0 15 0,62 80-40 16,-45-46-27-16,3 3-65 0,2 5-46 15,5 1-19-15,-1 1-37 0,3 2-25 16,0-3-12-16,-2 0-25 0,-1 2 12 16,-1-5-8-16,-2-1-2 0,-2-1 13 15,-3-4-15-15,-1-2 0 0,-2-3-12 16,-3-6-7-16,-1-6 16 0,-6-5-12 0,-2-3-38 0,-3-7-21 15,0-1 15-15,0-1 3 0,-10 0-50 16,-2-3-95-16,-5-4-82 0,-6 0-60 16,-3-2-28-16,-3 2-83 0,6-1-256 0,-24-2-715 15</inkml:trace>
  <inkml:trace contextRef="#ctx0" brushRef="#br0" timeOffset="27795.552">12804 4217 688 0,'0'0'2088'0,"0"0"-1815"0,0 0-260 0,0 0-10 16,0 0 96-16,81-35 19 0,-51 23-10 0,2-1-50 16,4 1 12-16,1-3-36 0,4 0-34 15,-1-2 0-15,5 1-41 16,-2-3-134-16,0 1-144 0,-11 5-171 0,10-6-665 16</inkml:trace>
  <inkml:trace contextRef="#ctx0" brushRef="#br0" timeOffset="28062.919">13930 3920 2096 0,'0'0'1764'0,"0"0"-1553"15,0 0-149-15,0 0-55 0,0 0 120 16,0 0 38-16,89 23 73 0,-64-18-54 0,3 1-61 16,3-1-56-16,3-2-6 0,4-2-40 0,-1-1-21 15,-1 0-1-15,0-4-17 0,-3-2-74 16,-2-4-76-16,-3 2-60 0,-2-4-19 16,-5-2-61-16,-6 3-337 0,-6-8-759 0</inkml:trace>
  <inkml:trace contextRef="#ctx0" brushRef="#br0" timeOffset="28319.247">14297 3760 2722 0,'0'0'392'0,"0"0"-338"16,0 0 109-16,0 0 56 0,0 0-7 0,0 0-1 16,85 4-7-1,-65-2-42-15,1-1-35 0,-1 2-50 16,0 0-49-16,-3 4-16 0,0 1-12 15,-2 3-1-15,-2 5 0 0,-4 3 0 0,-4 0-19 16,-5 9 2-16,0 1 18 0,-5 6 1 16,-10 4 1-16,-2 3 11 0,-5 2-10 15,-4 1 9-15,2-3-12 0,-1-3 0 16,4-4-71-16,2-9-53 0,5-5-25 0,5-8-49 31,0-8-75-31,8-5-161 0,-2 0-330 0,3-20-1162 0</inkml:trace>
  <inkml:trace contextRef="#ctx0" brushRef="#br0" timeOffset="28581.179">14875 3526 3432 0,'0'0'599'15,"0"0"-457"-15,10 70-102 0,-7-28 85 16,-3 9 82-16,0 5 165 0,0 5-91 0,0 0-98 16,0 1-65-16,0-2-51 0,0-4-28 0,0-3-29 15,4-9-10-15,1-2-31 16,-2-9-72-16,1-8-27 0,0-6-38 0,-1-6-46 16,2-3-31-16,-1-9-116 0,1-1-200 15,-2-7-77-15,0-2-112 0,0-21-341 0</inkml:trace>
  <inkml:trace contextRef="#ctx0" brushRef="#br0" timeOffset="28898.679">15048 3538 790 0,'0'0'2191'0,"0"0"-1884"16,0 0-236-16,0 0 46 0,82-28 23 16,-65 28 33-16,-5 7 25 0,2 8-18 15,-5 3-28-15,-2 3-25 0,-2 6-9 0,-5 3-23 0,0 4-27 16,-8 2-31-16,-3 3-22 0,-6-1-12 15,-1 2 13-15,0-5-14 0,3-4-2 16,4-8 0-16,5-7-1 0,6-4-17 16,0-3-18-16,9-2 2 0,8-1 10 15,2 0 24-15,5 1 19 0,2-1-9 16,1 0-10-16,-4 1-1 0,-2-1-1 0,-3 0 2 0,-3 3 0 16,-5-3 2-16,-3 2 10 0,-3 0 0 15,-4 3 13 1,0 2 12-16,-5 2-3 0,-7 5-4 0,-7-1-5 15,-4 2-10-15,-7-1-3 0,-2 1-12 0,-4-2-12 0,-3 0-74 16,-5-5-43-16,-4 1-37 0,-4-1-60 31,-7-1-97-31,-6-2-166 0,12 0-270 0,-36 0-576 0</inkml:trace>
  <inkml:trace contextRef="#ctx0" brushRef="#br0" timeOffset="29345.627">11484 4329 2428 0,'0'0'763'0,"0"0"-578"0,0 0-157 16,0 0 7-16,0 0 165 0,0 0 102 0,0 0-66 16,0 0-93-16,0 0-3 0,102-39 20 15,-41 34-24-15,5 5-26 0,-1 0-64 16,0 0-30-16,-6 0-13 0,-3 0-1 0,-5 0-1 16,-5 0-1-16,-2-4-1 0,-5-3-39 0,-2 0-83 15,-4-5-40-15,-4 0-57 0,-4 0-66 16,-5-2-168-16,-8 4-253 0,-1-8-577 0</inkml:trace>
  <inkml:trace contextRef="#ctx0" brushRef="#br0" timeOffset="29539.861">12265 4021 2360 0,'0'0'587'0,"0"0"-452"0,0 0-62 0,0 0 90 15,0 0 79-15,0 0-2 0,0 0-102 16,64 66-75-16,-60-52-6 0,0 2-41 15,-4 2-5-15,-4 4-11 0,-6 2-4 16,-6 2-44-16,-6 3-36 0,-5 2 8 0,-2-2 7 16,-4 3 16-16,-2-3-49 0,-4 0-97 15,-4-4-126-15,-3 0-254 0,13-7-390 16,-28 5-608-16</inkml:trace>
  <inkml:trace contextRef="#ctx0" brushRef="#br0" timeOffset="29899.927">10582 4304 2338 0,'0'0'378'0,"0"0"-327"0,0 0-19 0,39-84 196 16,-6 64 101-16,7 5-81 0,9 6-71 15,6 6-67-15,0 3-66 0,0 5-6 0,-5 8 21 16,-7 3-14-16,-8 5-23 0,-8 1 22 16,-11 6-32-16,-7-1 41 0,-8 3 75 15,-1 1-44-15,-6-3-44 0,-6 1-22 16,-1-5-2-16,-6-6-15 0,1-4 0 0,-3-5-1 16,-2-6 25-16,-2-3-22 0,1-3-2 0,-1-8 0 15,1-6 17-15,2-2-18 0,0-8-39 16,1-1 24-16,3-4-63 0,1-1 10 15,4 2-35-15,5 1 60 0,5 4 2 16,3 2-27-16,11 3 1 0,5 5-40 16,6 4-94-16,5 5-193 15,-5 6-321-15,14 1-751 0</inkml:trace>
  <inkml:trace contextRef="#ctx0" brushRef="#br0" timeOffset="30731.811">13765 5051 1585 0,'0'0'412'15,"0"0"-133"-15,0 0-130 0,0 0 476 16,0 0-217-16,41 69-107 15,-24-48-40-15,7 4-29 0,4 4-33 16,1 2-30-16,4 2-39 0,1 3 8 0,1 1-28 16,3 4 6-16,-1 2-34 0,5 4-15 15,-2 0-30-15,2 3-1 0,4 3-9 16,0 0-26-16,2-1 13 0,1 0-13 16,0-2-1-16,0-3-3 0,-2-3-37 0,-2-3 4 15,-3-8-49-15,-3-5-71 0,-5-5-34 0,-2-5-12 16,-6-5-39-16,-2-3-83 0,-6-3-269 15,-7-6-432-15,-8 3-422 0</inkml:trace>
  <inkml:trace contextRef="#ctx0" brushRef="#br0" timeOffset="31043.034">14362 6211 2251 0,'0'0'385'16,"0"0"-259"-16,0 0-43 0,79 41 184 0,-47-25 36 15,4 1-8-15,-1 1-78 0,2 2-53 0,3-1-8 16,-1 0-26-16,0-1-49 0,-1-1-4 16,-5-2-12-16,-3-1-22 0,-4-1 22 15,-4-5 8-15,-4-1-5 16,-4-4 12-16,-3-2 5 0,-2-1-14 0,-1-4-13 15,-3-8-7-15,-1-7 4 0,-1-12-24 0,5-11-15 0,-3-9-16 16,2-8-15 0,0-5-16-16,3 3-69 0,0 1-78 0,-2 6-42 15,3 7-36-15,-2 5-73 0,-1 6-219 16,0 12-558-16,-3-3-923 0</inkml:trace>
  <inkml:trace contextRef="#ctx0" brushRef="#br0" timeOffset="32404.381">15251 6843 2353 0,'0'0'603'0,"0"0"-424"0,0 0-89 0,0 0 24 15,79 12 109-15,-48-8 80 0,3-2-33 0,2-2-30 16,2 0-67-16,3 0-46 0,3-6-41 0,-1-1-31 15,0 0-42-15,-4-2-13 0,-3 0-4 16,-2-1-51-16,-6 1-83 16,0-3-32-16,-5 2-38 0,-5 0-71 0,-5 3-182 15,-4 3-345-15,-9 3-875 0</inkml:trace>
  <inkml:trace contextRef="#ctx0" brushRef="#br0" timeOffset="32588.84">15590 7122 1053 0,'0'0'1618'0,"0"0"-1348"15,16 73-81-15,-12-44 117 0,0 5 8 16,-1 0-22-16,-3 2-23 0,0-4-86 16,0 0-87-16,0-2-22 0,-4-2-34 0,-2 0-27 15,2-4-13-15,-5-4-15 0,4-1-4 16,-1-1-55-16,-2-1-127 0,0-1-97 15,-1-2-156-15,1-4-286 0,-11 0-624 0</inkml:trace>
  <inkml:trace contextRef="#ctx0" brushRef="#br0" timeOffset="32751.647">15403 7642 2372 0,'0'0'1135'0,"0"0"-999"0,0 0-88 0,98-13-17 0,-60 2 35 16,4-1-28-16,-3-6-27 0,4-1-11 15,-2 0-85-15,2-3-105 0,2 1-106 16,-12 6-194-16,7-3-811 0</inkml:trace>
  <inkml:trace contextRef="#ctx0" brushRef="#br0" timeOffset="33908.098">13304 5813 65 0,'0'0'1389'0,"0"0"-1256"0,0 0-97 16,0 0 6-16,0 0 4 0,0 0 45 16,0 0 301-16,0 0-149 0,0 0-104 15,0 0-33 1,0 0 10-16,6-54 0 0,-3 48-4 15,0 2 7-15,2 1-17 0,-2-2-3 16,0-1-20-16,0 1-21 0,2 3-30 0,-3-3-27 16,3 4-1-16,-2-1-22 15,1 2-19-15,2 0-10 0,-1 0 19 0,3 5 0 16,-1 4 29-16,4 5 3 0,-2 3 6 16,1 3 9-16,3 5-14 0,0 1 11 0,4 5 90 0,1-1 28 15,0 1-42-15,-2-3-21 0,3-4 11 16,0-2-12-16,0-4-18 0,2-4-14 15,2-6-9-15,2-2-12 0,1-5 21 16,1-1-11-16,0-7-23 0,-4-1-13 16,-4-6-47-16,0 0-50 0,-6-4-38 15,1 0 9-15,-2-3-39 0,-1 0-54 0,-2-4-150 0,-2 7-306 16,-4-11-602-16</inkml:trace>
  <inkml:trace contextRef="#ctx0" brushRef="#br0" timeOffset="34123.951">13636 5678 1828 0,'0'0'441'0,"0"0"-250"16,0 0-107-16,0 0 106 0,-16 83 89 16,16-49 9-16,0 7-49 0,0 2-53 15,0 7-50-15,0 2-29 0,3 3-38 0,0 1-34 0,1-1-7 16,-1-4-28-16,0-2-1 0,0-8-36 15,-1-4-37-15,4-3-105 0,0-7-124 16,4-4-131-16,-3-7-556 0,1-2-1001 0</inkml:trace>
  <inkml:trace contextRef="#ctx0" brushRef="#br0" timeOffset="34894.928">15561 4791 2123 0,'0'0'450'0,"0"0"-270"15,0 0 35-15,0 0-86 0,0 0-40 16,0 0 17-16,0 0-1 0,0 0-60 0,0 0-45 16,0 0-31-16,2 68-8 15,-2-54-101-15,0 1-129 16,0-2-256-16,0 14-981 0</inkml:trace>
  <inkml:trace contextRef="#ctx0" brushRef="#br0" timeOffset="35081.875">15607 5306 1079 0,'0'0'1112'15,"0"0"-921"-15,0 0-155 0,0 0 38 0,0 0 16 16,0 0 4-16,0 0-72 0,0 67-22 16,0-55-151-16,0 0-88 0,0 1-53 15,2-1-49-15,3 0-92 0,0 0-62 16,-2-4-11-16</inkml:trace>
  <inkml:trace contextRef="#ctx0" brushRef="#br0" timeOffset="35270.014">15684 5741 424 0,'0'0'443'0,"0"0"-91"0,0 0-17 16,0 0 33-16,0 0 5 0,0 0-21 16,26 73-43-16,-25-63-47 0,-1 0-16 15,0-1-37-15,0 3-52 16,0 0-47-16,0 2-53 0,0 2-57 15,-1-4-3-15,-2 1-26 0,1-1-87 16,2-2-111-16,-1-2-65 0,-1 0-50 16,1 0-93-16,-2 0-41 0,1-3-66 15,-6 2-534-15</inkml:trace>
  <inkml:trace contextRef="#ctx0" brushRef="#br0" timeOffset="35496.509">15541 5939 1125 0,'0'0'1511'0,"0"0"-1282"16,0 0-168-16,0 0 54 0,0 0 23 0,0 0 104 16,31 67 40-16,-20-57-124 15,0-3-55-15,1 1-8 0,1 0-20 0,2-3-18 16,-1-2-17-16,3-3-3 0,0-1-18 15,5-9 22-15,1-1-20 0,0-3-10 16,6-3-11-16,1-1-69 0,5 1-140 16,2-2-93-16,-1 1-129 0,-6 5-268 0,11-10-777 0</inkml:trace>
  <inkml:trace contextRef="#ctx0" brushRef="#br0" timeOffset="35912.506">16152 5036 2391 0,'0'0'232'0,"0"0"-232"0,0 0 0 0,0 0 110 16,79-77 60-16,-57 60 20 0,0 9-24 15,1 2-52-15,0 6-47 0,0 11 10 16,-2 9-36-16,-2 6 3 0,0 9 64 16,-5 6 40-16,-2 5-4 0,-2 0 7 0,-2 1-42 15,0-4-6-15,2-2 24 0,0-5-25 16,0-7-22-16,4-5-16 0,2-5-30 15,4-7 0-15,3-5-19 0,2-4 7 16,4-3-1-16,1-11-21 16,0-4-3-16,1-6-129 0,-3-6-53 15,-2 0-38-15,-1-4-42 0,-5-3-151 16,-6 10-263-16,-2-14-649 0</inkml:trace>
  <inkml:trace contextRef="#ctx0" brushRef="#br0" timeOffset="36128.504">16698 5036 2418 0,'0'0'406'0,"0"0"-258"0,-3 96 60 16,3-59 60-16,0 7 80 0,0 2-30 16,0-1-122-16,3 2-109 0,0-2-31 15,0-2-55-15,-1 0-1 0,0-6 0 0,0-3-34 0,-1-8-50 16,0-3-34-16,1-5-55 0,-1-9-60 31,1-2-86-31,-1-5-115 0,-1-2-265 16,0-4-351-16</inkml:trace>
  <inkml:trace contextRef="#ctx0" brushRef="#br0" timeOffset="36646.047">16161 4663 1231 0,'0'0'608'16,"0"0"-335"-16,0 0-159 0,0 0-4 0,0 0-13 15,0 0 393-15,0 0-129 0,0 0-49 16,0 0-85-16,0 0-45 0,0 0-34 16,1-3-17-16,-1 3-13 0,1 0-31 15,-1-1-13-15,0 1-16 16,0-2 1-16,0 2-7 0,2-3-15 16,-1 2-18-16,-1 0-18 0,3-3 1 15,-1 3 0-15,1-2 16 0,1-1-3 16,-1 3-11-16,1-3 11 0,-1 3-12 15,0-4-1-15,1 0 0 0,2-2 10 16,1 0-10-16,2 0-2 0,-1-3-15 16,0 3-3-16,-1 0 5 0,4 1 1 0,0 0 11 0,0 3-14 15,3 0-7-15,1 3 22 0,2 0 0 16,-1 0 17-16,3 6-4 0,-1 3-13 16,3 0-9-16,0-1 9 0,4 2 0 15,3-4 0-15,1-1 0 0,0-3-20 0,3-2 18 16,1 0-8-16,-3-5-33 0,0-2 6 15,-1-4 19 1,-4 0-20-16,0-2-57 0,0-3-41 16,-2-5-42-16,3-4-95 0,-2-2-130 15,-6 6-226-15,1-12-826 0</inkml:trace>
  <inkml:trace contextRef="#ctx0" brushRef="#br0" timeOffset="45549.807">23818 3732 875 0,'0'0'459'0,"0"0"629"0,0 0-865 0,0 0-72 16,0 0 116-16,14-66 96 0,-13 59-24 16,2-2-39-16,-1 5-79 0,-1 1-60 15,1 3-37-15,-1 0-31 0,1 0-26 16,-1 0-15-16,0 5-15 0,2 6 22 16,-3 6 57-16,0 8-34 0,-8 6-24 15,-6 8-15-15,-7 7-43 0,-3 10-3 16,-7 7 0-16,-3 8-34 0,-2 4-14 0,-2 3-11 15,-1 0-32-15,3 1-14 0,0-4 44 16,6-8 9-16,4-12 5 0,8-12 13 16,6-15 16-16,7-13-13 0,5-10-47 15,3-5-111 1,10-7-99-16,5-12-43 0,2-6-191 16,-3 2-254-16,6-23-852 0</inkml:trace>
  <inkml:trace contextRef="#ctx0" brushRef="#br0" timeOffset="45982.039">23898 3638 1076 0,'0'0'1598'0,"0"0"-1424"0,0 0-172 0,0 0 113 16,0 0 167-16,0 0 99 15,0 0-91-15,13 76-69 0,-4-45-50 0,-1 4-66 16,3 6-9-16,1 5-34 0,-3 6-6 15,-2 7-53-15,3 0 12 0,-4 0 10 0,-2 1-25 16,2-3-9-16,-1-3-4 0,1-5 13 16,0-6 2-1,0-8 20-15,-3-9-22 0,0-7-1 16,-1-5-18-16,1-8 1 0,-3-5-4 16,0 0-12-16,0-1-61 0,0 0-14 15,0 0 7-15,0-1 2 0,-6-5-57 0,-2-2-54 16,-4-4-23-16,0-1 41 0,-4-2-37 0,-1-3-36 15,-3-2-66-15,-5 0-37 0,-2-2 16 16,-8 1-34-16,2 2 12 0,-1 0-19 16,0 6-56-16,4 1 280 0,4 4 170 15,7 2 431-15,4 2 80 0,7 4-74 16,5-1-66-16,3 1-160 0,0 0-59 16,0 0-35-16,5 0-7 0,5 0 42 0,4 0-10 0,4 1 19 15,3-1-30-15,2 0-51 0,3 0-35 16,-1-5-6-16,1 0-39 0,0-2-64 15,-1 1-138-15,1 0-124 0,-10 0-273 16,7-1-765-16</inkml:trace>
  <inkml:trace contextRef="#ctx0" brushRef="#br0" timeOffset="46699.283">24308 4004 779 0,'0'0'1907'0,"0"0"-1669"0,0 0-126 0,0 0 38 16,0 0 51-16,0 0 31 16,0 0 36-16,87-8-23 0,-46 3-79 15,6 0-58-15,5-2-37 0,-3 1-12 0,2-1 0 16,-4 0-32-16,2-4-27 0,-1 4 0 16,-5-3-3-16,-1-1-58 0,-1 1-38 15,-4-2-106-15,-4 2-62 0,-2-5-41 0,-6 1-226 16,-8 3-610-16,-5-7-783 0</inkml:trace>
  <inkml:trace contextRef="#ctx0" brushRef="#br0" timeOffset="46968.499">24911 3686 703 0,'0'0'1349'0,"0"0"-906"0,0 0-269 0,0 0-83 15,0 0 37 1,0 0 71-16,0 0 38 0,0 0-66 15,0 0-38-15,0 0-25 0,90 21-14 16,-71-15 1-16,4 2-14 0,-3 5-27 16,-1-2 0-16,1 5-1 0,-3-1-10 15,-3 5 1-15,-5 1-28 0,-6 4 8 0,-3 4 23 16,-6 5-47-16,-6 2 0 0,-5 1-19 16,-2 1-43-16,-4-2-3 0,3-3-1 0,1-5-25 15,4-6-47-15,4-4-36 0,3-8-76 16,6-6-94-16,0-1-193 0,2-4-671 0</inkml:trace>
  <inkml:trace contextRef="#ctx0" brushRef="#br0" timeOffset="47353.447">25684 3588 1064 0,'0'0'1595'0,"0"0"-1299"0,0 0-200 0,0 0 16 16,0 0 89-16,-2 75 110 0,2-43-9 15,0 10-57-15,0 6-68 0,-3 8-13 16,-2 6-13-16,-4 2-56 0,0 1-34 16,2-2-36-16,0-5-25 0,1-10-26 15,3-7-66-15,3-10 0 0,0-8-7 0,5-8-5 16,3-5-67-16,2-7-35 0,1-3-115 15,1-3-244-15,-4-7-552 0,-1-12-702 0</inkml:trace>
  <inkml:trace contextRef="#ctx0" brushRef="#br0" timeOffset="47717.686">25714 3685 1201 0,'0'0'1611'0,"0"0"-1389"16,0 0-94-16,0 0 105 0,82-21 36 15,-63 21-35-15,0 0-39 0,-3 3-45 0,-1 6-51 16,-4-1-25-16,-3 3-12 0,-1 4-41 16,-7 5-20-16,0 6 100 0,-11 5 1 15,-4 3-93 1,-5 4-9-16,1-1 0 0,-1-2 12 16,5-3 10-16,3-4 24 0,5-2-31 15,4-4 3-15,3-2-17 0,3-1 3 16,8-3-1-16,6-1 17 0,2-3-19 15,4 1 1-15,2-1 8 0,-1-1-8 0,-3-2 18 16,0 1-17-16,-4-1-3 0,-4 1-3 16,-4 2 3-16,-3 1 22 0,-5 3 3 0,-1 3-25 15,-10 4-16-15,-6 2-14 0,-7 1 15 16,-3 2-4-16,-4-1 1 0,0-5-13 16,2-5-30-16,3-4-26 0,6-7-48 15,3-4-29-15,4-2-104 0,3-9-161 0,3 2-253 16,1-17-537-16</inkml:trace>
  <inkml:trace contextRef="#ctx0" brushRef="#br0" timeOffset="47939.605">26405 3973 817 0,'0'0'2589'15,"0"0"-2092"-15,0 0-340 0,92 5 18 0,-54-5 89 16,0 0-64-16,2-4-21 0,-1 1-39 16,4 3-82-16,-1-4-18 0,1 0-40 15,-1 0 0-15,-1-2-88 0,-4 1-62 16,-1-2-44-16,-4-2-96 0,-7 0-186 16,-3-2-547-16,-7 0-694 0,-4-6 922 0</inkml:trace>
  <inkml:trace contextRef="#ctx0" brushRef="#br0" timeOffset="48187.8">26874 3737 1208 0,'0'0'1709'0,"0"0"-1453"0,0 0-195 0,0 0 48 16,94 14 47-16,-71-8 78 0,-1 1 58 15,-2 2-79-15,-3 3-73 0,2-1-65 0,-5 3-14 16,0-1 1-16,-3 3 0 0,-5 2-7 15,-5 3 65-15,-1 2-31 0,-9 4-52 16,-5 4 3-16,-9 1-37 0,-2 3-3 16,-5 0-43-16,-2-2-21 0,1 1-22 15,-3-5-40-15,4-2-47 0,1-6-91 16,6-3-116-16,3-5-206 0,6-4-458 0,4-3-608 16</inkml:trace>
  <inkml:trace contextRef="#ctx0" brushRef="#br0" timeOffset="48702.967">27896 3934 1418 0,'0'0'1278'0,"0"0"-927"0,0 0-153 16,0 0-13-16,0 0 56 0,-17 79 42 16,12-44-41-16,2 5 16 0,3 0-58 15,0-2-61-15,6-3-44 0,6-7-25 16,4-7-42-16,4-5-4 0,3-9-24 15,4-4-30-15,7-3 5 0,1-9-8 0,1-4-10 16,-3-6-10-16,-1-3-8 0,-3-2-13 16,-5 0 3-16,-5 0-24 0,-4 1 42 0,-5 3 7 0,-7 4 27 15,-3 2 19-15,-8 5 14 0,-9 2-14 16,-9 1-25-16,-7 4-56 0,-6 2 6 16,-7 0-12-16,-6 1-70 0,-1 8-92 15,-5 4-106-15,14-2-179 0,-31 12-591 0</inkml:trace>
  <inkml:trace contextRef="#ctx0" brushRef="#br0" timeOffset="59214.897">23346 2184 1003 0,'0'0'2023'0,"0"0"-1573"0,0 0-137 0,0 0 77 16,0 0-45-1,0 0-59-15,0 0-53 0,0 0-81 16,0 0-69-16,2 10-29 0,-2-1-5 15,0 5 3-15,0 7 5 0,0 5-5 16,0 5 2-16,0 2-14 0,-2 5-7 16,-1-2-21-16,-1 6-10 0,0-4 0 0,-5 1-2 15,3 0 0-15,1-3 0 0,0-3-2 16,1-5-34-16,2-6-22 0,-1-3-20 0,3-8-35 16,0-3-33-16,0-4-34 0,0 0-18 15,0-4-36-15,3 0-82 0,-1-5-150 16,2-7-105-16,1 0-212 0,0-15-775 0</inkml:trace>
  <inkml:trace contextRef="#ctx0" brushRef="#br0" timeOffset="59452.014">23354 2230 267 0,'0'0'1608'16,"0"0"-973"-16,0 0-229 0,0 0-3 0,0 0-69 16,68-74-45-16,-50 62-56 0,0 1-53 15,-1 4-43-15,1 1-45 0,0 3-5 16,-3 0-41-16,0 3-6 0,-2 0-13 15,-5 6 1 1,-2 4-9-16,-1 2-1 0,-4 3 19 16,-1 4 12-16,0 1-9 0,-9 4-22 0,-1-2 6 15,-4 1-21-15,-1 0-3 0,-2-1-45 16,-2-1-44-16,-1-3-59 0,0-1-33 16,1-2-27-16,-2-1-69 0,1-2-41 15,1-2-82-15,2-1-144 0,5-3-480 16,-4-6-252-16</inkml:trace>
  <inkml:trace contextRef="#ctx0" brushRef="#br0" timeOffset="60168.825">23927 2438 1641 0,'0'0'1164'0,"0"0"-856"0,0 0-59 0,0 0-24 16,0 0 28-16,0 0-11 0,0 0 1 16,0 0-41-16,0 0-63 0,0 0-41 15,0 0-18-15,10 11 12 0,1 3 67 16,4-1-1-16,2 3-54 0,4 0-28 0,5 3-7 15,1 0-11-15,3 2 3 0,3 0-16 16,3 3-9-16,6-3-14 0,0 3-4 16,3 0 36-16,4 0-33 0,-5 0-20 0,5 1-1 15,-3 1-1-15,0-2-2 0,0 2 3 16,-1-2-1-16,3-1-1 0,-4 0-1 16,-2-4-21-1,0 0-3-15,-6-3-16 0,-4-1-2 16,-5-1 12-16,-4-2 2 0,-5-2 7 0,-1 1 3 15,-6-4-9-15,0 2-1 0,-2-2-5 0,-3-1-4 16,-1-3-14-16,-2 1-13 16,-1-2-12-16,1-2-22 0,-3 0-27 15,2 0-16-15,-2-2-53 0,0-2-96 16,0-5-120-16,0-3-185 0,0 2-520 0,-5-9-442 0</inkml:trace>
  <inkml:trace contextRef="#ctx0" brushRef="#br0" timeOffset="60431.543">24989 2852 2270 0,'0'0'481'16,"0"0"-355"-16,0 0 114 0,0 0 104 16,0 0 23-16,0 0-27 0,0 0-48 15,0 0-101-15,56 72-59 0,-48-58-24 0,2 0-16 16,-2 1-25-16,1-4-24 0,-1-1-10 15,-3 0-17-15,-2 2-13 0,-3 1-1 16,0 3 10-16,-11 4-12 0,-6 3 0 16,-3 3-39-16,-7 3-43 0,-1-1 11 0,-2-4 4 15,-2 0 0-15,0-3-78 0,0-5-80 16,-1-3-61-16,2-6-63 0,3-4-158 16,9-3-234-16,-6-9-885 0</inkml:trace>
  <inkml:trace contextRef="#ctx0" brushRef="#br0" timeOffset="61086.789">24556 2132 679 0,'0'0'225'0,"0"0"1280"16,0 0-1128-16,0 0-136 0,0 0 47 15,0 0 58-15,0 0-62 0,0 0-89 16,0 0-96-16,0 0-49 0,0 0 0 16,34-11-16-16,-26 16-3 0,0 1 6 15,-1 6-9-15,0 1 12 0,0 4-9 16,-1 3 9-16,-2 1 0 0,2 2-3 0,0 0-9 0,3-1-16 15,-1-3 1-15,3-2 17 0,1-4-2 16,1-3 0-16,2-1-13 0,-2-3 16 16,1-3-13-16,1-1-2 0,1-2-13 15,2 0 9-15,1-7-12 0,0-2-19 16,2-1-55-16,-1-3-34 0,-2 0-31 16,-3-2-34-16,0 1-54 15,-2-1-65-15,-3 1-135 0,-3 4-355 16,-5-5-737-16</inkml:trace>
  <inkml:trace contextRef="#ctx0" brushRef="#br0" timeOffset="61271.726">24865 2058 1854 0,'0'0'806'15,"0"0"-353"-15,0 0-281 0,0 0-19 16,0 0 88-16,0 0-5 0,0 0-94 15,-14 81-82-15,9-51-48 0,0 3 0 16,-2 3-12-16,1 3-22 0,-2 5-95 16,1 4-56-16,-1 3 12 0,-2 2-137 15,2-11-301-15,0 17-941 0</inkml:trace>
  <inkml:trace contextRef="#ctx0" brushRef="#br0" timeOffset="62374.292">23573 2877 440 0,'0'0'1247'0,"0"0"-498"16,0 0-314-16,0 0-137 0,0 0 2 16,0 0-6-16,0 0-71 15,0 0-78-15,0 0-92 0,0 0-53 16,0 0 0-16,4 18 56 0,4 0 28 16,1 2 0-16,1 7-22 0,-1-1-3 0,-3 2-34 15,-1 3 12-15,-2-5-37 0,0 4-1 16,-3-5-2-16,2 0-61 0,-2-3-91 15,1-3-79-15,-1-4-1 0,0-1-53 0,0-3 9 16,0-4-37-16,0 0-99 0,0-2-145 16,0-1-77-16,0 0-28 0</inkml:trace>
  <inkml:trace contextRef="#ctx0" brushRef="#br0" timeOffset="62590.23">23641 3332 929 0,'0'0'2'0,"0"0"752"0,0 0-280 0,0 0-138 16,0 0 3-16,0 0-28 0,0 0-53 15,0 0-20-15,0 0-68 0,0 0-50 16,0 0-57-16,31 45-23 0,-28-37-7 16,0 1-30-16,0-1-3 0,-1-1-16 15,-2 2-38-15,2 0-78 0,-2 3-73 0,0-2-77 16,0 2-153-16,0-2-249 0,0-2-336 0</inkml:trace>
  <inkml:trace contextRef="#ctx0" brushRef="#br0" timeOffset="62960.033">23512 3448 767 0,'0'0'23'0,"0"0"551"0,0 0 426 0,0 0-581 16,0 0-136-16,0 0-66 0,0 0-86 16,0 0-17-16,0 0 73 0,0 0-27 15,0 0-18-15,48 36-16 0,-37-24 11 16,2-1 3-16,-1 1-14 0,0-2-33 15,-1-1-41-15,-1-1-9 0,0-1-9 0,-2-3-6 16,0 2 9-16,0-5-1 0,-1 0-2 16,1-1-3-16,-3 0-1 0,1 0-8 15,-1-1 5-15,2-3-11 0,-2 1-4 16,3-6-11-16,0-1 11 0,2-1-12 16,1-6-23-16,-3 0-54 0,5-3-70 15,-1 1-47-15,-2 0-53 0,0 2-46 0,-2 1-126 16,-3 8-585-1,-5 0-662-15</inkml:trace>
  <inkml:trace contextRef="#ctx0" brushRef="#br0" timeOffset="63460.567">22823 3146 967 0,'0'0'147'0,"0"0"1298"0,0 0-1072 16,0 0-123-16,0 0 50 0,0 0-38 16,0 0-95-16,79-66-67 0,-66 64-45 15,-1 2-39-15,-1 4-16 0,0 8-1 16,-3 3 1-16,2 5 0 0,-3 5 16 15,1 5 3-15,-2 2-7 0,0 3-11 16,0 0-1-16,-3-2 0 0,0 0 11 0,2-3-11 0,0-6 0 16,2-4 31-16,1-4 41 0,0-5-35 15,3-3-25-15,1-3 16 0,0-5 0 16,2 0-6-16,1-3 3 0,0-6-10 16,1-5-15-16,2-5-62 0,-1-3-140 15,0-1-97-15,-2-5-87 0,-2 9-250 16,-2-10-737-16</inkml:trace>
  <inkml:trace contextRef="#ctx0" brushRef="#br0" timeOffset="63676.71">23241 3058 1117 0,'0'0'1047'0,"0"0"-401"0,0 0-437 0,0 0-49 16,0 0 111-16,0 0-5 0,-42 86-49 15,42-61-72-15,0 4-57 0,0 5-17 16,0 3-36-16,0 3-14 0,3 3-2 16,0 4-17-16,1 5 0 0,-2 0-2 0,-2 2-25 15,3 2-31-15,-3 2-100 0,1-2-52 16,0 2-9 0,2-2-59-16,-3-2-140 0,3-14-342 0,-1 11-768 15</inkml:trace>
  <inkml:trace contextRef="#ctx0" brushRef="#br0" timeOffset="64963.864">22814 2982 1550 0,'0'0'143'0,"0"0"516"16,0 0-246-16,0 0-143 0,0 0-14 15,0 0-15-15,11-67-29 0,3 55-32 16,2 4-10-16,2-4 14 0,0 2-26 15,0 4-47-15,-1 0-21 0,1 3-22 0,-1 1-22 16,-1 0-13 0,1 1-8-16,2 1-3 0,-1 0-4 15,1-1-18-15,-2 1-1 0,1 0-11 16,-2 0 9-16,1 0-13 0,-3 6 14 0,-3 0-13 16,3 1-40-16,-5 4-19 0,2-4 3 15,-3 0-16-15,1 1-9 0,1-2-40 16,4-3-57-16,1-3-119 0,-3 0-237 15,11-6-939-15</inkml:trace>
  <inkml:trace contextRef="#ctx0" brushRef="#br0" timeOffset="65596.493">23100 3348 805 0,'0'0'505'0,"0"0"-293"15,0 0-108-15,0 0 422 0,0 0 14 16,0 0-350-16,0 0 34 16,0 0-57-16,0 0-43 0,0 0-48 15,0 0 29-15,30 29-23 0,-27-24 38 16,0-5-48-16,0 3-21 0,0 0 37 16,1-3-35-16,-1 1-15 0,-2 0 0 15,1 0-10-15,-2 2-25 0,0-3-3 16,0 1-2-16,1 0-20 0,-1 2-9 15,0-1-23-15,0-1-34 0,1-1 0 0,-1 0 22 0,0 0 19 16,0 0 45-16,2 0 2 0,-2 0 25 16,1 0-10-16,1 0-13 0,2 0 23 15,-1 0 16-15,4 0-4 0,0 0-2 16,4 0 6-16,0-4 9 0,1 0 10 16,1-2-41-16,-1 0 0 0,0 0-19 0,0 0-1 15,-1-1-21-15,-1 1-3 0,-2 0-54 0,1-1-47 16,-4 2-92-16,-1 0-96 0,-1 2-263 15,-3-2-879-15</inkml:trace>
  <inkml:trace contextRef="#ctx0" brushRef="#br0" timeOffset="96297.66">2544 10095 2850 0,'0'0'1068'0,"0"0"-941"0,0 0-125 0,0 0 69 16,0 0 128-16,0 0 21 0,0 0-38 15,0 0-7-15,0 0-40 0,90-77-53 16,-67 33-27-16,2-12-9 0,0-6-25 16,1-9-21-16,2-7-1 0,-1-1-20 15,2-5-7-15,4 0-18 0,-4-1-33 0,4 4-10 16,-5 3-12-16,-1 6 28 0,0 6-7 15,-1 7 0-15,-3 9 34 0,-4 9 5 16,-2 7 14-16,-4 9 8 0,0 9-15 16,-4 8-6-16,0 4 15 0,-1 4-25 0,1 8 50 15,1 7 41-15,4 9 33 0,1 10-15 16,-1 6-4 0,2 10 38-16,0 6-32 0,1 11-60 15,-1 5 55-15,-3 6-41 0,3 5 34 16,-3-2-18-16,-3-1 24 0,0-8-40 0,-3-10 13 15,-1-7 11-15,-3-11-23 0,0-11 2 16,1-10-18-16,-3-9 0 0,-1-8-1 16,0-1-2-16,0-5-31 0,0 0-33 15,-5-10-40-15,-4-2-77 0,-4-6-48 0,-4-7-110 0,-6-4-176 16,4 5-517-16,-19-13-439 0</inkml:trace>
  <inkml:trace contextRef="#ctx0" brushRef="#br0" timeOffset="96454.637">2886 9438 316 0,'0'0'2167'16,"0"0"-1822"-16,0 0-126 0,0 0 164 16,0 0-19-16,0 0-100 0,0 0-67 15,84 38-20-15,-60-32-35 0,5-5-62 16,3-1-27-16,1 0-38 0,6-5-15 16,1-4-108-16,5-3-68 0,2-4-135 15,-11 3-237-15,18-10-1118 0</inkml:trace>
  <inkml:trace contextRef="#ctx0" brushRef="#br0" timeOffset="97725.882">3679 9578 957 0,'0'0'49'0,"0"0"1404"0,0 0-996 0,0 0-181 16,0 0 58-16,0 0-9 0,0 0-48 16,0 0-96-16,0 0-91 0,0 0-90 15,-6-29 0-15,9 45 0 0,0 4 74 0,1 5-3 16,-1 5-18-16,-3 4-22 0,0-4-20 16,0-3-10-16,0-7-1 0,0-6 0 15,0-5-13-15,0-7-43 0,0 0-12 16,0-2 25-16,0 0 15 0,4-2-3 15,1-3-28-15,3-3 25 0,5-1 34 16,3-2 3-16,4-3-3 0,2 2-6 16,0 1 4-16,-1 2-1 0,1 1-8 15,-5 5 11-15,0 2 13 0,-2 1 2 16,-2 1-2-16,-3 6 5 16,-3 4 35-16,-1 2-19 0,-2 1 3 15,0 5-15-15,-4 3-10 0,0 1-12 16,0 1-17-16,0 1-51 0,0-1-60 15,2 0-43-15,2-1-97 0,3-1-213 16,2-8-565-16,8 6-567 0</inkml:trace>
  <inkml:trace contextRef="#ctx0" brushRef="#br0" timeOffset="98126.792">5205 9560 1926 0,'0'0'1529'15,"0"0"-1329"-15,0 0-140 0,0 0 91 0,0 0 138 16,-88-11-3-16,65 12-107 0,0 11-71 16,-2 5-34-16,4 5-10 0,2 5 4 15,3 2-1-15,6 5-21 0,6-1-9 16,1-4-37-16,3-6 0 0,0-4-22 15,4-7-18-15,2-7 4 0,1-4-13 0,1-1 15 0,4-7 19 16,0-9-7-16,5-5-48 16,1-5-38-16,-1-2-27 0,2 1 20 0,1 2 3 15,1 8 4-15,0 5 30 0,2 6 9 16,0 6 11-16,-2 0 33 0,-2 9 10 16,0 4 15-16,-5 5 47 0,-3 2-12 15,0 1 47-15,-4-1 20 0,-1 0-15 0,1-4-21 16,-3-5-20-16,-1-2-43 0,0-4-3 0,0-5-53 15,-3 0-152-15,4-8-125 0,-2-9-278 16,1 2-766-16,1-20-432 0</inkml:trace>
  <inkml:trace contextRef="#ctx0" brushRef="#br0" timeOffset="98480.881">5480 8982 1353 0,'0'0'1811'0,"0"0"-1366"0,0 0-296 16,15 100 65-16,-14-53 180 0,-1 7-14 0,0 6-56 16,-1 4-129-16,-6 4-82 15,-2 4-52-15,-2 0-43 0,0-1 0 0,1-10-18 0,3-8-88 16,0-14 9-16,7-17 43 0,0-9-1 16,0-8-9-1,1-5-27-15,9-2-22 0,2-7 13 16,3-4 21-16,4-1-38 0,3 0 10 15,2 1-3-15,1 1 27 0,-5 6-3 16,2 0 6-16,-5 6 22 0,-4 0 40 16,-1 3 0-16,-4 4 43 0,-1 1 50 0,-4 2 21 15,-3 1-3-15,0 2 12 0,-6 1-1 16,-3 2-36-16,-6 1-34 0,-1-3-31 16,-1 4 7-16,-2-5-10 0,0-1-18 15,-1-3-9-15,2-2-55 0,0-5-71 16,0-1-42-16,0-1-39 0,1-1-59 0,5-6-130 15,4-5-257-15,2-5-682 0,6 3-286 0,0-13 1613 0</inkml:trace>
  <inkml:trace contextRef="#ctx0" brushRef="#br0" timeOffset="98797.069">5878 9675 833 0,'0'0'2384'0,"0"0"-1936"15,0 0-127 1,0 0 166-16,0 0-77 0,32 70-135 15,-31-68-129-15,2-2-82 0,3 0-34 16,1-6-6-16,4-7 34 0,3-8-6 16,3-4-52-16,0-6-18 0,3 1-98 0,-7-1-27 15,2 4 3-15,-8 6 27 0,-3 3-6 16,-4 1 8-16,0 9-12 0,-8 2 9 16,-7 3 34-16,-1 3 50 0,-4 4 30 0,-2 9 21 15,2 6 20-15,2 6 20 0,2 8 32 0,3 3-13 16,1 2-3-16,2 4 12 0,4 1 12 15,-1-4-9-15,1-2-16 0,5-6-6 16,1-6-49-16,1-8-21 0,11-10-26 16,1-5-5-16,3-2 19 0,4-8 9 15,3-7-27-15,1-7-53 0,-2-8-85 0,4-2-59 0,3-5-154 16,1-5-383-16,-4 9-434 0,9-21 393 0</inkml:trace>
  <inkml:trace contextRef="#ctx0" brushRef="#br0" timeOffset="99013.244">6361 9008 3089 0,'0'0'984'0,"0"0"-887"16,-19 75 62-16,15-36 171 0,-2 7-13 16,0 5-28-16,3 6-30 0,2-1-38 15,1 5-79-15,0-3-40 0,0 0-38 16,0-1-53-16,8-3-11 0,-2-4-42 15,0-5-61-15,3-7-69 0,2-12 5 0,1-6 19 0,6-12-23 16,1-8-76-16,1-4-155 0,3-14-274 16,-4-7-426-16,-3 5-484 0</inkml:trace>
  <inkml:trace contextRef="#ctx0" brushRef="#br0" timeOffset="99144.892">6681 9629 714 0,'0'0'2536'15,"0"0"-2041"1,0 0-309-16,6 83 47 0,-6-50 62 15,-6 0-2-15,-3-2-33 0,-1-2-89 16,3-5-76-16,-1-7-56 0,3-9-39 0,-1-2-27 16,2-5-113-16,-2-1-93 0,2-7-105 15,-4-6-232-15,4 0-786 0,-6-13-949 0</inkml:trace>
  <inkml:trace contextRef="#ctx0" brushRef="#br0" timeOffset="99266.461">6526 9429 352 0,'0'0'2949'15,"0"0"-2669"-15,0 0-176 0,0 0 35 16,0 0-63-16,79 0-11 0,-59 4 4 16,1-1-69-16,2 2-18 0,2 1-262 15,-8 0-382-15,13 4-1573 0</inkml:trace>
  <inkml:trace contextRef="#ctx0" brushRef="#br0" timeOffset="99582.943">7236 9693 1918 0,'0'0'2092'16,"0"0"-1807"-16,-73 75-55 0,46-44 170 15,-2 2-101-15,5-1-32 0,4-6-18 16,8-7-77-16,5-7-87 0,5-5-58 0,2-3-27 16,2-4-11-16,7 0-17 15,4-4 13-15,5-6 3 0,2-4-18 0,2-5-36 16,3-4-34-16,-4-2-18 0,1-5 0 15,-3 2-10-15,-1 3-9 0,-2 4-3 0,1 3 27 0,-4 7 43 16,2 6 18-16,-5 5 49 16,-1 1 3-16,-1 9 82 0,-1 4 44 0,-1 5 14 15,-1 5-24-15,-1-1-13 0,-1 1-49 16,1-3-8-16,-1-2-19 0,0-5-27 0,0-2-21 16,1-3-31-16,0-2-45 0,1-6-122 15,2-1-99 1,-3 0-704-16,3-12-1083 0</inkml:trace>
  <inkml:trace contextRef="#ctx0" brushRef="#br0" timeOffset="99836.778">7574 9826 1155 0,'0'0'2937'16,"0"0"-2576"-16,0 0-148 0,0 0 219 0,-12 71-137 0,10-64-95 15,2-7-51-15,4 0-62 0,5-11-53 16,4-7-7-16,4-6-27 0,1-2-46 15,2-4-56-15,0 2-4 0,-1 4 21 16,-1 3 15-16,-2 4 9 0,1 5 13 16,-5 6 14-16,1 6-23 0,-3 1 57 0,-1 11 73 15,1 6 48-15,-5 4-24 0,1 2-39 0,-1 2-7 16,-2-1-51-16,-2 2-3 0,-1-3 0 16,0-1-18-16,0-1-64 0,0-1-73 31,0 0-64-31,0 0-212 0,0-7-650 0,0 4-933 0</inkml:trace>
  <inkml:trace contextRef="#ctx0" brushRef="#br0" timeOffset="100531.611">9942 9875 2580 0,'0'0'399'0,"0"0"-261"16,0 0-49-16,0 0 33 0,-97 28 46 16,70-10 22-16,0 4 15 0,-1 4-22 0,2 5-18 31,2 5-12-31,2 2 8 0,2 3-13 0,2 1-26 16,4-9-27-16,6-5-52 0,3-12-34 15,4-8-9-15,1-6-21 0,4-3-22 0,6-13 6 16,7-8 37-16,4-10 0 0,2-6-30 15,4-8-78-15,-4 4 16 0,-1 5 9 16,1 7 49-16,-1 11-6 0,-2 12 2 0,2 7 38 16,-1 10 0-16,-2 13 28 0,1 10 34 15,-1 7 12-15,-6 4-34 0,-3 4 49 16,0 1-9-16,-4 1-9 0,-2 4-4 16,-3 1-15-16,-1 5 15 0,0 1-3 0,-2 3 74 15,-9-3 56-15,-4-2-58 0,-3-5-30 16,-3-4 3-16,-5-5-33 0,-3-5-46 15,2-7-28-15,-1-7-2 0,2-10-27 0,0-8-40 16,2-8-35-16,4-7 5 0,4-13 3 16,0-10-40-16,4-10-109 0,1-12-75 15,2-6-231-15,2 12-445 0,-2-34-503 0</inkml:trace>
  <inkml:trace contextRef="#ctx0" brushRef="#br0" timeOffset="100747.858">10377 10000 1767 0,'0'0'1438'0,"10"107"-1122"0,-8-45-19 15,-2 20 189-15,0 16-118 0,-3 6-120 16,-3 9-49-16,0 0-65 0,-1 2-55 16,0-6-61-16,3-6-18 0,2-10 0 15,-1-14-19-15,3-18-2 0,0-18-18 16,3-13-25-16,2-20-49 0,-2-10-40 0,2-16-28 15,-2-16-66-15,-3-20-163 0,3 8-377 16,-3-50-1203-16</inkml:trace>
  <inkml:trace contextRef="#ctx0" brushRef="#br0" timeOffset="100932.329">10428 9830 140 0,'0'0'3018'16,"0"0"-2712"-16,0 0-176 0,0 0 113 15,0 0-30-15,85-39-56 0,-74 39 2 16,-2 4-7-16,-2 4-35 0,-1 2-56 16,-2 3-5-16,-1 6 5 0,-3 4-27 0,-2-1-13 0,-7 4-21 15,-6-2-50-15,-3 2-23 0,-4 1-14 16,-4-3-17-16,1-1-39 0,-2-1-12 16,0-2-48-16,2-2-121 0,8-5-268 15,-14 0-920-15</inkml:trace>
  <inkml:trace contextRef="#ctx0" brushRef="#br0" timeOffset="101765.472">11809 9843 20 0,'0'0'2380'15,"0"0"-1857"-15,0 0-235 0,0 0 11 16,-77 37 11-16,58-18-27 0,5 6-34 16,1 2-38-16,6 0-57 0,5 1-44 15,2-2-8-15,0 1-38 0,8-7-27 16,4 0-7-16,0-7-2 0,4-4-14 15,0-5-13-15,2-3-1 0,1-1 18 0,1-7 0 0,0-2-14 16,-1-1 8-16,0-3-12 0,-4 2-2 16,0-1-26-16,-3 2-8 0,-2 2-13 0,-3 0 12 15,-3 4-6-15,-1 1 7 0,-1 3 2 16,-1 0 9-16,-1 0 22 0,0 0 3 0,0 0 1 16,0 0 1-16,-1 0 1 0,-1 1 13 15,2 1-15 1,-3 1 2-16,0 3 15 15,-1-2-2-15,1 2-4 0,0-2-11 0,-1 1 0 16,1-2 1-16,0 0-2 0,-1 0-1 16,3 0-18-16,-2-1-5 0,0 0 6 0,0-1 2 0,1 2 13 15,1-2-12-15,-1 0 12 0,2-1-16 16,-1 2-2-16,-1-2 5 0,1 0-11 16,1 0-4-16,0 0-15 0,0 0-3 15,0 0 2-15,0 0 13 0,0 0 10 16,0 0 2-16,0 0-6 0,-2 0-15 15,2 0-19-15,0 0-25 0,0 0-31 16,0 0-43-16,0 0-49 0,0 0-91 16,0-2-101-16,0 2-99 0,0 0-244 0,0-2-425 15,2 6 495-15</inkml:trace>
  <inkml:trace contextRef="#ctx0" brushRef="#br0" timeOffset="102374.05">12169 9256 1580 0,'0'0'988'0,"0"0"-646"0,0 0-169 0,0 0 60 0,0 0 62 15,0 0 2-15,0 0-67 0,-80-14-68 16,65 21-72-16,-4 6-38 0,1 4 1 16,0 3-1-16,0 2 4 0,-2 6-1 15,0-1 1-15,0 6-10 0,-2 1-9 16,-1 4-3-16,0 2-10 0,0 4-9 16,0 1-8-16,-1 2-7 0,-1 3-1 0,6 0-2 0,1 0 3 15,5-3-16-15,5-2 14 0,4-4 2 16,4-5 2-16,0-4-2 0,6-4 0 15,1-7 18-15,3-4 3 0,1-4-21 16,1-4 2-16,1-2 19 0,2-3 7 16,-1-1 9-16,3 1 2 0,2-3 4 0,0-1 0 15,-1 0 3 1,1 0-7-16,0 0-23 0,-3-2-14 16,4-4 1-16,-1-1 18 0,-2-2-20 0,2 0-1 15,-5-1-12-15,2-2-28 0,-4-1-48 16,0 2-38-16,-3 0-8 0,-3-1-5 15,1 4-18-15,-5 0-38 0,-1 4-105 0,-1-2-131 16,0 1-201-16,-3 5-658 0,-3-1-325 16,-5-1 1553-16</inkml:trace>
  <inkml:trace contextRef="#ctx0" brushRef="#br0" timeOffset="102652.484">11863 9993 382 0,'0'0'143'16,"0"0"36"-16,0 0-177 0,0 0 536 16,0 0 197-16,0 0-294 0,0 0-157 15,0 0-1-15,0 0-5 0,0 0-7 16,0 0-34-16,10-67-42 0,-3 61-35 16,-2 1-35-16,2-2-32 0,0 2-12 0,3 1-13 15,0-2-19-15,2 2-15 0,5 0-9 16,3-1-10-16,2-1-2 0,4 0-13 0,-2-1-19 15,2-3 18-15,0 2-45 0,-3-3-75 16,0 1-43-16,0 0-42 0,-3-1-52 0,-4 1-46 16,2 1-126-16,-4 2-269 15,-5 1-24-15,-1 2-798 0</inkml:trace>
  <inkml:trace contextRef="#ctx0" brushRef="#br0" timeOffset="102837.272">12166 9899 215 0,'0'0'437'0,"0"0"904"0,0 0-949 0,0 0-88 0,-10 72 49 16,10-49-17-16,0 2 16 16,4 0-70-16,0 2-46 0,2-3-47 0,0 0-41 15,-1 0-12 1,0 1-13-16,-1-5-59 0,1 1-53 16,0-1-11-16,1-5-33 0,4-2-81 15,3-4-92-15,4-4-54 0,4-2-129 16,-3-2-282-16,14-1-896 0</inkml:trace>
  <inkml:trace contextRef="#ctx0" brushRef="#br0" timeOffset="103253.83">13647 9741 1899 0,'0'0'1339'16,"0"0"-1020"-16,0 0-92 0,52 72-19 15,-40-40 74-15,-1 5-62 0,-7 2-47 16,-1-2-53-16,-3-1-59 0,0-5-43 15,0-3-18-15,0-7-1 0,0-5-29 16,0-5-35-16,-3-5-42 0,2-4-29 16,-2-2-50-16,-2 0-91 0,0-2-193 15,-6-15-958-15</inkml:trace>
  <inkml:trace contextRef="#ctx0" brushRef="#br0" timeOffset="103407.431">13523 9530 2711 0,'0'0'756'16,"0"0"-525"-16,0 0-48 0,0 0 96 0,0 0-76 16,85-27-104-16,-60 18-87 0,0-3-12 0,3-2-189 15,3-1-143-15,0-3-151 0,-5 5-289 16,12-6-898-16</inkml:trace>
  <inkml:trace contextRef="#ctx0" brushRef="#br0" timeOffset="103654.584">14123 9601 2126 0,'0'0'1443'0,"0"0"-1209"0,0 0-118 0,-13 81 148 16,10-64 35-16,2-4-44 0,1-3 18 15,0-4-105-15,1-1-86 0,9-2-27 16,4-1 0-16,1 3-13 0,7-3-5 16,-1 0-34-16,2 2-1 0,-1-1 10 15,-2 3-9-15,-4 1 12 0,-2 2-12 0,-4 2 22 16,-2 2-24-16,-3 0 0 0,-3 3 0 15,-2 0-1-15,-2 3-11 0,-8 1-25 16,0 0-37-16,-4-2-15 0,1 0-3 0,-2-1-40 16,-2-3-19-16,1 1-22 0,0-1-25 15,-1-2-91-15,0 1-189 0,2-4-267 16,-5 1-856-16</inkml:trace>
  <inkml:trace contextRef="#ctx0" brushRef="#br0" timeOffset="104108.707">15780 9746 915 0,'0'0'1199'15,"0"0"-859"-15,0 0 83 16,0 0-84-16,-36-77 8 0,26 66 0 16,0 6-27-16,-3 3-96 0,1 2-30 15,0 12-43-15,1 7-50 0,1 11-21 16,2 9-4-16,2 6-3 0,2 8-3 16,2-2-15-16,2 0-6 0,0-1-25 15,6-5-12-15,5-8-12 0,2-7-15 0,6-6-36 0,1-10-111 16,3-8-6-16,6-6-56 0,4-7-51 15,1-12-256-15,2-6-775 0,-8 2-1134 16</inkml:trace>
  <inkml:trace contextRef="#ctx0" brushRef="#br0" timeOffset="104425.055">16273 9845 1661 0,'0'0'1883'0,"0"0"-1627"0,0 0-165 16,-59 81 176-16,37-48 35 0,-1 4-46 15,3-2 35-15,4-4-86 0,7-9-105 0,3-5-60 16,4-6-40-16,2-8-3 0,3 0-19 16,5-3-2-16,3-5 9 0,3-5-37 15,3-7-42-15,0-2-38 0,-2-5-5 16,2 0 17-16,-2-1 15 0,-4 2 31 0,1 3 19 16,-4 1-4-16,1 5-3 0,-3 3 28 0,-1 3 31 15,-2 6 3-15,-3 2 17 0,2 0 61 16,-2 6 14-16,0 7 32 0,0 3-7 0,0 3-16 15,0 5-15-15,0 1-19 0,0-1 3 16,0-2 9-16,1-3-9 0,-1-5-15 31,3-2-55-31,0-3-13 0,2-6-27 16,0-3-78-16,2-6-32 0,2-7-15 0,1-6-54 16,4-8-118-16,-2-4-380 0,-2 6-765 15,6-15-543-15</inkml:trace>
  <inkml:trace contextRef="#ctx0" brushRef="#br0" timeOffset="104641.003">16650 9249 2383 0,'0'0'1167'16,"0"0"-971"-16,0 76 6 0,0-38 108 15,0 12 25-15,0 2 9 0,0 7-88 16,0-1-94-16,2 6-80 0,-1-3-55 0,-1 0-27 15,0-4-18-15,0-7-86 0,0-7-78 16,3-10-35-16,2-9 5 0,2-11 12 0,6-12-110 16,-2-3-304-16,0-7-559 0,3-22-716 0</inkml:trace>
  <inkml:trace contextRef="#ctx0" brushRef="#br0" timeOffset="104841.29">16937 9176 1608 0,'0'0'1810'16,"0"0"-1541"-16,0 0-136 0,-20 82 68 15,13-39 65-15,1 6 16 0,3 5 23 0,-1 2-100 16,2 3-65-16,0 4-37 0,-1 1-18 0,0 2-51 16,-1 1-34-16,-1-1-1 0,-1-2-24 15,2-8-72-15,1-6-76 0,2-9-54 16,1-6-18-16,0-8-52 0,3-7-181 15,2-4-210-15,1-7-687 0</inkml:trace>
  <inkml:trace contextRef="#ctx0" brushRef="#br0" timeOffset="105242.506">17063 10099 1193 0,'0'0'2553'0,"0"0"-2298"0,0 0-217 15,0 0 122-15,0 0 51 16,0 0 104-16,0 0-76 0,0 0-119 0,0 0-69 16,77 50-8-16,-46-67 0 0,0-6-16 15,3-4-27-15,-1-2-18 0,-2-5-43 0,-3 2-27 16,-5 1 2-16,-4 3-61 0,-5 3 3 15,-7 7 11-15,-5 5 47 0,-2 5 36 0,-5 5 13 16,-7 1-10-16,-4 2 1 0,-6 0 17 16,1 4 29-16,-5 7 105 0,-1 2 4 15,3 3 8-15,0 5-25 0,4 6-2 16,2 3-17-16,2 1 1 0,5 3-7 16,3-1-12-16,0-3-24 15,7-5-31-15,1-5-22 0,8-8-30 16,5-7-21-16,11-5-28 0,4-3 42 15,5-11-30-15,3-8-105 0,3-7-70 16,1-6-298-16,-1-2-498 0,-1 0-352 16,-11 12 221-16</inkml:trace>
  <inkml:trace contextRef="#ctx0" brushRef="#br0" timeOffset="105558.544">17583 9935 450 0,'0'0'320'0,"0"0"471"0,0 0 666 16,-9 89-1033-16,-1-57-16 0,3-1-25 15,1-3-85-15,0-5 13 0,5-4-5 16,1-5-54-16,0-6-79 0,9-7-85 15,2-2-49-15,7-14-8 0,3-5 8 16,2-11-39-16,3-8-18 0,2-7-58 16,0-4-42-16,0 0-25 0,1-4 7 15,-2-2-8-15,-1-3-27 0,-1-3-59 16,-2-3-63-16,-2-5-24 0,-3-4 9 0,-3 0 93 16,-3-1 104-16,-2 7 89 0,-3 9 22 15,-3 11 142-15,2 13 67 0,-4 13-18 16,1 12-21-16,-3 6-27 0,0 4-46 15,0 11-20-15,-2 7 34 0,-2 9-6 0,-1 7-41 16,0 9 7-16,0 6 36 0,-2 7 49 0,1 6 9 16,-1 2-38-16,-2 8-11 0,-5 2-32 15,1-1-38-15,0 2-46 0,2-5-91 0,0-6-118 16,3-6-66-16,4-7-65 0,2-8-270 16,2-6-744-16,2-14-995 0,10 1 2104 0</inkml:trace>
  <inkml:trace contextRef="#ctx0" brushRef="#br0" timeOffset="106213.256">19464 9875 186 0,'0'0'2274'0,"0"0"-1894"0,0 0-75 16,0 0 80-16,0 0-50 0,0 0-86 16,-81-21 15-16,67 35-106 0,-1 3-47 15,2 9-3-15,2 9 2 0,-1 7 37 16,5 6 3-16,-2 6-19 0,3 1-16 0,0-1-8 15,3-6-23-15,1-11-29 0,2-9-34 16,5-12-21-16,6-12-23 0,5-4 8 0,4-11 0 16,4-14 14-16,5-12-27 0,4-9-32 15,0-8-62-15,1-4-60 0,-3 0-29 16,1 1-40-16,-5 3-32 0,-2 2-3 16,-5 3-69-16,0-4-15 0,0 0-64 15,-4 2-13-15,1-3-77 0,-5 2 449 0,-2 5 75 0,0 2 256 31,-4 5 106-31,0 4-27 0,-2 5-66 16,1 5 24-16,-2 8 26 0,1 6-42 16,-4 7-12-16,0 5-42 0,0 3-33 15,0 11-3-15,-3 10-15 0,-1 8-48 16,-1 11-2-16,-1 8-7 0,1 4 28 16,-1 0-28-16,0-1-66 0,3 0-49 15,1-4-33-15,0-3-76 0,1-2-30 0,1-4-31 0,0-6-40 16,8-6-93-16,5-10-284 0,-3-6-751 15,10-9-697-15</inkml:trace>
  <inkml:trace contextRef="#ctx0" brushRef="#br0" timeOffset="106369.399">19987 9890 183 0,'0'0'3109'16,"0"0"-2728"-16,0 0-198 0,6 91 68 15,-6-59 48-15,0 2 31 0,-5-2-29 0,-1-4-97 0,2-7-91 16,1-4-77-16,3-6-36 0,0-8-94 15,0-3-116-15,0-2-51 0,0-11-149 16,0 1-609-16,0-16-1142 0</inkml:trace>
  <inkml:trace contextRef="#ctx0" brushRef="#br0" timeOffset="106529.631">20032 9566 1573 0,'0'0'2132'0,"0"0"-1786"15,0 0-154-15,0 0 145 0,0 0-78 16,0 0-109-16,88-53-55 0,-67 41-89 0,5-1-6 0,-2 1-104 16,1 4-123-16,-2 2-81 0,-3 3-88 15,-4 3-252-15,-6 0-499 0,-3 12-584 0</inkml:trace>
  <inkml:trace contextRef="#ctx0" brushRef="#br0" timeOffset="106698.883">20291 9662 722 0,'0'0'1215'0,"-4"69"-78"0,2-35-792 16,2 8-19-1,0 2-4-15,0 2-73 0,2-5 5 16,0-5 1-16,1-4-59 0,3-7-55 0,2-6-38 16,3-7-42-16,-2-6-30 0,2-3-16 15,0-3 9-15,1-7 22 0,2-7 5 16,0-5-26-16,0-7-24 0,3-3-1 0,-1-3-76 16,-1-1-58-16,-1 0-37 0,2-2-49 15,-2 1-90-15,-2 10-253 0,-1-12-825 0</inkml:trace>
  <inkml:trace contextRef="#ctx0" brushRef="#br0" timeOffset="106863.234">20717 9814 382 0,'0'0'3414'31,"0"0"-2891"-31,-14 66-106 0,11-47-3 16,-3 0-137-16,4-3-92 0,-1-7-86 0,0-2-99 15,3-6-48-15,-2-1-82 0,2 0-55 16,0-4-29-16,-3-4-122 0,1 1-389 16,-3-10-1154-16</inkml:trace>
  <inkml:trace contextRef="#ctx0" brushRef="#br0" timeOffset="107014.923">20643 9526 398 0,'0'0'3359'0,"0"0"-2907"0,0 0-247 15,0 0 79-15,0 0-56 0,0 0-24 16,0 0-21-16,54-67-125 0,-37 59-58 0,0 0-55 16,1 0-131-16,1 2-98 0,0 3-129 15,-6 1-547-15,4 2-1008 0</inkml:trace>
  <inkml:trace contextRef="#ctx0" brushRef="#br0" timeOffset="107447.39">21283 9635 672 0,'0'0'2136'0,"0"0"-1739"0,0 0-123 15,-85 61 27-15,56-36-84 0,0 0-41 16,3 0 14-16,1-2-48 16,7-5-65-16,5-4-27 0,4-3-35 15,6-4 16-15,3-1-3 0,0-2 2 16,9 1 10-16,2 2 22 0,2-1-10 15,2 2-25-15,-1-1-2 0,2-1 2 16,-3 2-5-16,1 0 11 0,-2 3-14 16,-1-2 11-16,-3 2-5 0,-1 0-4 15,-4 0-6-15,-2-3-12 0,-1 3 16 0,0-4-18 0,-6 1 1 16,-2 0-2-16,-2-2-61 0,1-3-28 16,0-1-6-16,3-2-15 0,1 0-68 15,2-5-110-15,3-4-245 0,0-4-576 16,7 1-766-16,8-13 1079 0</inkml:trace>
  <inkml:trace contextRef="#ctx0" brushRef="#br0" timeOffset="107748.326">21654 9732 1148 0,'0'0'2013'0,"0"0"-1312"0,0 0-384 16,0 0 77-16,-5 74-50 0,-13-47-93 15,-2 6 71-15,-3 0-61 0,-1 0-86 16,2-2-48-16,7-4-43 0,4-5-60 15,2-5-24-15,8-9-15 0,1-2-9 0,0-6-24 0,7 0-34 16,5-9-2-16,4-5 2 0,5-5-11 16,2-4-35-16,1-2 1 0,0 4 3 15,0 1 14-15,-4 7 13 0,-1 6 45 16,-2 4 24-16,-1 3 25 0,-6 8 3 16,-1 4 83-16,-5 5 26 0,-1 3 22 15,1 0-13-15,-4 1-30 0,0-4-30 0,0-4-29 16,0-6-29-16,2-5-24 0,1-2-73 15,1-4-70-15,3-11-55 0,1-4-151 0,-1 1-582 16,3-15-863-16</inkml:trace>
  <inkml:trace contextRef="#ctx0" brushRef="#br0" timeOffset="108102.476">22101 9047 1106 0,'0'0'2174'15,"0"0"-1768"-15,0 0-242 0,0 0 54 0,0 0 37 16,0 0 150-16,-5 75-34 0,-3-29-97 16,-1 4-62-16,-5 11-18 0,3 3-25 15,-4 5-60-15,-1-3-49 0,0 0-23 0,2-6-37 16,2-4-30-16,3-10-3 0,6-9-6 0,1-6-6 16,2-11-13-16,5-7-26 0,4-6-4 15,4-3 9-15,3-4 7 0,2 0 2 16,0 0 0-16,1 0 22 0,1 1 11 15,-3 6 19-15,-1 0 1 0,-3 6 16 16,-3 3 2-16,-4 2 13 0,-3 2 35 0,-3 2 23 16,0 3-2-16,-6-1-24 0,-5 2-7 15,-2 1-9-15,-2-2-27 0,-2-2 9 16,1-1 0-16,-4-3-12 0,2-6-3 16,1-1-27-16,3-5-61 0,1-6-30 15,3-1-10-15,0-6 28 0,6-8-71 0,2-5-117 16,2-10-150-1,3 4-304-15,14-35-648 0</inkml:trace>
  <inkml:trace contextRef="#ctx0" brushRef="#br0" timeOffset="108502.579">22566 9196 1747 0,'0'0'2293'0,"-15"67"-1999"0,0-27-99 0,0 8 153 16,-4 10 12-16,1-2 56 0,5 1-84 15,4-4-169-15,4-4-109 0,4-3-54 0,1-4-19 16,0-1-2-16,6-7-12 0,3-3-18 16,2-5-34-16,0-6-41 0,5-3-13 15,-2-1 14-15,1-2 38 0,-1 1-14 16,0 1 16 0,-2 1 18-16,2 5 40 0,-2-2 10 15,3-2 17-15,0 0 15 0,5-5 22 0,-1-3-13 16,6-5 9-16,2-5-2 0,0-3-31 15,2-10-34-15,0-5-60 0,-6-6-28 0,0 3 12 16,-6 0 27-16,-5 2 22 16,-8 2 61-16,-4 4 6 0,0 4 65 0,-10 5 66 15,-5 4 16-15,-3 5-13 0,-3 9-4 0,-2 8 1 16,2 4-13-16,1 3-30 0,6 0-25 16,2-3-36-16,6-4-33 0,6-2-13 15,3-3-14-15,14-4-9 0,5-2-4 16,7-3 7-16,8-4-15 0,5-3-46 15,3-1-42-15,4 0-77 0,1-1-73 16,-1-4-286-16,2-1-819 0,-14 1-1129 0,21-2 2334 0</inkml:trace>
  <inkml:trace contextRef="#ctx0" brushRef="#br0" timeOffset="108887.31">23934 9881 1444 0,'0'0'419'16,"0"0"252"0,0 0-176-16,0 0-19 0,0 0 47 0,0 0-52 15,71 68-102-15,-66-35-93 16,1 7-85-16,-4 2-45 0,1-2-28 0,-2 0-42 15,2-8-64-15,-1-8-12 0,0-6-42 16,1-8-55-16,-1-8-34 0,-1-2-39 16,3-2-62-16,1-11-114 0,-2 1-282 15,-3-17-874-15</inkml:trace>
  <inkml:trace contextRef="#ctx0" brushRef="#br0" timeOffset="109035.213">24103 9616 706 0,'0'0'2730'0,"0"0"-2366"16,0 0-182 0,0 0 200-16,0 0-73 0,0 0-128 15,78-13-120-15,-58 11-61 0,0-3-135 16,5 1-92-16,2-1-21 0,0 2-175 16,-7 0-579-16,2 3-780 0</inkml:trace>
  <inkml:trace contextRef="#ctx0" brushRef="#br0" timeOffset="109187.799">24456 10006 2440 0,'0'0'1710'0,"0"0"-1439"16,0 0-176-16,0 0 87 0,86 65 82 0,-57-65-90 15,4-11-52-15,3-11-43 0,3-8-58 16,1-7-21-16,2-5-61 0,-3-6-168 16,-2 0-132-16,-6 3-200 0,-8 11-815 15,-6-8-1202-15</inkml:trace>
  <inkml:trace contextRef="#ctx0" brushRef="#br0" timeOffset="109419.597">24665 9587 388 0,'0'0'1501'0,"0"0"-972"0,-17 68-233 15,15-32 90-15,2 9 73 0,0 7-9 16,0 9-44-16,2 1-78 16,-1 9-80-16,-1 2-59 0,0 4-52 15,0 2-76-15,-6-3-34 0,-2-3-2 16,-3-5-1-16,2-4-22 0,-2-7-2 15,1-5-1-15,0-9-33 0,0-1-41 16,-2-9-56-16,0-6-22 0,-2-6-3 16,-1-7-13-16,-1-6-15 0,-3-4-74 15,-1-4-180-15,-2-3-136 0,-1-4-232 0,3 0-581 0,-14-12 307 0</inkml:trace>
  <inkml:trace contextRef="#ctx0" brushRef="#br0" timeOffset="109920.496">26306 9285 2522 0,'0'0'403'0,"0"0"-169"0,0 0 46 16,93 3 103-16,-62 12-9 0,0 8-48 15,-1 13-92-15,-1 7-78 0,-1 9-58 16,-2 10-37-16,-1 6 25 0,-5 7 11 16,0-1 19-16,0 3-16 0,-4-3-30 15,-1-4-34-15,-2-7-12 16,0-9-8-16,0-9-16 16,-2-11-1-16,3-11 1 0,-2-9-3 15,2-10 3-15,1-4 2 0,2-14 1 16,3-10-3-16,2-13-22 0,2-8-38 15,-2-7 5-15,1-5 16 0,0-5 8 16,-1-4 1-16,-3-3 9 0,-1-6-25 0,1-2-15 0,-2-2-24 16,-1-1-55-16,-1 4-38 0,0 5-9 15,-5 11-54-15,1 13-64 0,-7 12-225 0,-2 13-565 16,-10 9-961-16</inkml:trace>
  <inkml:trace contextRef="#ctx0" brushRef="#br0" timeOffset="110089.514">26619 9658 2156 0,'0'0'1689'0,"0"0"-1375"0,0 0-164 0,0 0 135 0,0 0 92 16,0 0-53-16,110-15-127 0,-68-6-127 16,6-2-68-16,0-4-2 0,2 0-22 15,-2 1-115 1,-3 6-121-16,-3 2-64 0,-1 2-199 15,-11 8-805-15,6-2-1580 0</inkml:trace>
  <inkml:trace contextRef="#ctx0" brushRef="#br0" timeOffset="110891.625">28245 9851 2478 0,'0'0'1099'0,"0"0"-856"16,3-68-133-16,-3 42 41 0,0 0 133 15,-5 5 0-15,-3 4-66 0,-5 5-107 16,0 6-47-16,-2 6 0 0,1 7-9 15,-5 11 9-15,-1 10-6 0,-2 9-7 0,-1 7-8 0,3 4-13 16,1 2-5-16,2-6-4 0,7-2 6 16,4-10-27-16,5-8-1 0,1-8-35 15,3-5-10-15,5-6-9 0,7-5 13 16,-1 0 8-16,6-7-8 0,2-8-28 16,-3-1-10-16,1-3 16 0,-3 1 28 15,-1 1 17-15,-3 6-11 16,1 3-1-16,-2 7-9 0,1 1 0 15,1 6 8-15,2 12 32 0,0 7 28 16,3 6 30-16,0 7 31 0,1 3-9 16,-2 5-41-16,-2-2-17 0,-2 4-7 15,-5-1 22-15,-4 4 42 0,-5-1-6 16,-2-1 9-16,-10-1-3 0,-5-6 6 0,-3-2 94 16,-2-7-31-16,-1-4-67 0,0-8-45 0,1-4-11 15,-3-7-7-15,0-8-3 0,-1-2-15 0,2-2-12 16,0-8-40-16,0-4-50 0,4-3-1 15,2-7-21-15,2-2-12 0,4-8-31 16,4-4-50-16,2-5-76 0,6-7-157 16,0-1-246-16,3 10-510 0,11-20-816 0</inkml:trace>
  <inkml:trace contextRef="#ctx0" brushRef="#br0" timeOffset="111115.462">29049 9663 1276 0,'0'0'1899'16,"0"0"-1419"0,-35 65-100-16,12-25 63 0,-5 6-18 15,1 8-83-15,-2 0-56 0,4 0-41 16,3 1-55-16,9-5-36 0,5-5-66 0,8-8-46 16,1-5-30-16,12-9-11 0,3-6-1 15,4-5-15-15,4-8 3 0,4-4-12 0,0-4-37 16,3-9-47-16,-2-5-43 0,-2-4-34 15,-4-1-30-15,-1-3-113 0,-8 3-227 0,-2 7-563 16,-12-7-547-16</inkml:trace>
  <inkml:trace contextRef="#ctx0" brushRef="#br0" timeOffset="111270.323">28893 9909 62 0,'0'0'2644'15,"0"0"-2051"-15,0 0-297 0,0 0 19 16,0 0 160-16,0 0-55 0,0 0-96 15,39 67-77-15,-14-50-89 0,4-9-52 16,4-3-49-16,4-5-40 0,6-5-17 16,4-8-75-16,1-5-52 0,6-5-34 15,-1-4-43-15,5-3-75 0,2-3-177 16,-14 8-553-16,24-14-673 0</inkml:trace>
  <inkml:trace contextRef="#ctx0" brushRef="#br0" timeOffset="111508.642">30045 9511 46 0,'0'0'821'15,"0"0"1593"-15,0 0-1897 0,0 0-288 16,0 0-16-16,0 0-45 0,-82 31 42 16,51-4 70-16,0 7-81 0,0 6-44 15,4 3-6-15,4 0 27 0,5 4 6 0,4 2-4 0,7-5-45 32,3 3-37-32,4-5-29 0,3-1-19 0,7-8-6 15,5-5-15-15,1-6-12 0,3-4 9 16,1-6-3-16,-1-3-18 0,1-5-3 15,-2-4-19-15,0 0-44 0,1-10-27 16,-5-4-25-16,1-3-48 0,-7 0-60 0,-5-3-53 16,-3 1-147-16,-3-1-195 0,-3 6-547 15,-15-6-467-15</inkml:trace>
  <inkml:trace contextRef="#ctx0" brushRef="#br0" timeOffset="111655.881">29729 9887 1429 0,'0'0'1105'0,"0"0"-351"0,0 0-316 16,0 0 3-16,0 0-47 0,0 0-50 15,76 52-17-15,-37-52-57 0,3-5-106 0,6-7-70 0,-3-6-34 16,-1-1-51-16,-5-4-9 0,-4-1-51 16,-4 1-106-16,-5 2-92 0,-6 2-50 15,-5 1-118-15,-5 7-270 0,-4 2-644 16,-6 5-754-16</inkml:trace>
  <inkml:trace contextRef="#ctx0" brushRef="#br0" timeOffset="111793.776">30167 9875 1345 0,'0'0'783'15,"0"0"419"-15,-2 67-837 0,2-41-69 0,2 2 100 16,1 1 46-16,0 0-33 0,0-4-139 16,0 0-88-16,0-3-55 0,0-2-60 15,-1-2-67-15,-2-1-9 0,0-1-88 16,0-5-66-16,0-1-74 0,-5 1-77 16,0-3-205-16,2-3-653 0,3-3-836 0</inkml:trace>
  <inkml:trace contextRef="#ctx0" brushRef="#br0" timeOffset="111940.997">30497 10190 378 0,'0'0'3186'0,"0"0"-2697"0,0 0-370 31,-19 72 27-31,4-45 86 0,0-1 45 0,-1 2-90 16,-1-6-159-16,0 0-28 0,-2-2-135 15,5-1-98-15,-3-2-120 0,3-6-643 16,-6 4-1265-16</inkml:trace>
  <inkml:trace contextRef="#ctx0" brushRef="#br0" timeOffset="112743.98">30981 9736 1239 0,'0'0'1690'0,"0"0"-1354"16,0 0-189-16,0 0 5 0,0 0 145 16,0 0 48-16,88-14-78 0,-70 14-85 0,0 2-56 0,-1 9-40 15,0 1-15-15,-6 6-7 0,-2 5-15 16,-6 3-9-16,-3 5-10 0,0 3-8 16,-5-2-19-16,-2-3-3 0,-1-4 0 15,2-3-3-15,3-8-22 0,1-3-5 16,-1-5-10-16,3-5-12 0,0-1-25 0,0 0-24 15,6-6-12 1,4-2 23-16,5-8 1 0,-1-2 21 16,5-2-10-16,-2-2 22 0,3-1 44 15,-3 1 12-15,0 1 1 0,0 3 1 0,-4 5 14 16,-2 3 18-16,2 3 43 0,-3 5 1 16,0 2-4-16,-2 0 9 0,0 6 0 15,-2 6-6-15,1 6-19 0,-1 1-27 16,-2 5-1-16,1 2 1 0,-1 2-7 0,3 1 1 0,2-3-10 15,-1 4-15-15,1-6-23 0,-1-3-143 16,1-3-138-16,-1-3-41 0,-3-3-306 16,1 0-902-16</inkml:trace>
  <inkml:trace contextRef="#ctx0" brushRef="#br0" timeOffset="113413.464">32116 9665 900 0,'0'0'134'0,"0"0"1128"0,0 0-836 0,0 0-134 0,0 0 22 16,0 0 22-16,0 0-24 0,0 0-64 15,0 0-65-15,0 0-56 0,-77 36-22 16,55-8 6-16,0 7-4 0,-1 5 3 16,1 5-3-16,3-1-3 0,3 0-28 15,6-3-3-15,4-4-12 0,6-5-18 16,0-5-10-16,11-8-18 0,4-5-15 15,4-3 0-15,1-4 18 0,3-6-18 0,2-1-18 16,-1-4-18-16,2-6-55 0,0-2-25 16,-1-4-52-16,-6 3-64 0,-1-3-55 15,-5-1-26 1,-6 7-401-16,-7-6-912 0</inkml:trace>
  <inkml:trace contextRef="#ctx0" brushRef="#br0" timeOffset="113560.679">31928 9982 1592 0,'0'0'1086'0,"0"0"-445"0,0 0-371 0,0 0-58 16,0 0 128-16,0 0-2 0,78 19-119 15,-48-19-126-15,4-8-84 0,4-7-9 16,-2 0-108-16,0-1-92 0,1-1-86 16,-3-2-94-16,-6 5-235 0,9-9-722 0</inkml:trace>
  <inkml:trace contextRef="#ctx0" brushRef="#br0" timeOffset="113931.067">32740 9412 1413 0,'0'0'30'0,"0"0"1222"0,0 0-969 16,0 0-177-16,0 0 76 0,0 0 174 0,0 0 3 15,-45 95-92-15,28-55-93 0,-5 6-51 16,-1 8 10-16,-4 5 27 0,-4 2-4 15,-3 3-25-15,-1-2-45 0,-1 1-25 0,2-2-22 16,0-4-18-16,4-3-21 0,4-3-15 16,7-12-15-16,4-6-68 0,7-12-24 15,5-5-9 1,3-8-41-16,2-7-25 0,7-1-54 16,5-10-184-16,-2-1-359 0,12-21-810 0</inkml:trace>
  <inkml:trace contextRef="#ctx0" brushRef="#br0" timeOffset="114801.792">32974 9524 833 0,'0'0'1116'0,"0"0"-340"0,0 0-448 0,0 0-133 16,0 0 85-16,-51 66 96 0,32-38-87 16,-1 5-115-16,-3 5-69 0,-2 6-9 15,-3 2 9-15,-1 7 12 0,-2 0 8 16,1 0-42-16,-1-2-25 0,0-2-27 0,0 0-13 0,0-3-18 15,2-4-1-15,5-2-20 0,2-6-56 16,5-8-57-16,5-5-8 0,6-10 25 16,6-6 9-16,0-5-50 0,3-4-110 15,8-8-110-15,4-8-79 0,4-5-302 16,4-8-749-16,-6 8 885 0</inkml:trace>
  <inkml:trace contextRef="#ctx0" brushRef="#br0" timeOffset="115085.112">32954 9621 1170 0,'0'0'1356'16,"0"0"-710"-16,0 0-273 0,0 0-155 15,0 0 52-15,0 0 31 0,0 0-60 16,0 0-50-16,0 0-68 0,5 79-37 0,-10-43 8 0,1 4 65 16,0 2-28-16,-2 1-71 0,-1-3-11 15,0 2-19-15,-1-3-14 0,0-1-14 16,-1-3 1-16,2-6-1 0,1-4-2 15,2-3-1-15,1-7 1 0,1-4 0 0,2 0 0 16,0-7-3-16,0-2 3 0,0-2 1 16,0-2 12-16,5-7-13 0,2-3-1 0,5-6-1 15,3-5-26-15,4-5-11 0,4-5-25 16,2-4-42-16,1-5 14 0,-1-2-23 0,1-2-35 31,1-2-47-31,-2 3-83 0,-3 1-138 16,-3 7-233-16,-6 2-134 0,-5 13-502 15</inkml:trace>
  <inkml:trace contextRef="#ctx0" brushRef="#br0" timeOffset="115361.741">33207 9346 1600 0,'0'0'1744'0,"0"0"-1276"16,0 0-292-16,0 0-52 0,0 0 131 16,0 0 112-1,0 0-91-15,90 48-120 0,-59-45-110 16,3-3-22-16,0 0-24 0,1-6-32 0,-2-3-126 0,-2 1-69 0,-6-6-34 15,-1 0-102-15,-7 4-381 0,1-11-944 0</inkml:trace>
  <inkml:trace contextRef="#ctx0" brushRef="#br0" timeOffset="115534.169">33520 9164 1550 0,'0'0'1255'0,"0"0"-819"0,0 0-280 15,-42 85 9-15,31-52 232 0,2 3 22 16,0 0-150-16,3 1-146 0,-1-2-123 31,-5 3 0-31,1-1-203 0,-5 2-141 0,4-11-203 16,-11 17-705-16</inkml:trace>
  <inkml:trace contextRef="#ctx0" brushRef="#br0" timeOffset="117300.072">12666 11712 2699 0,'0'0'1216'0,"0"0"-952"0,0 0-167 15,0 0-4-15,0 0 34 0,0 0 113 0,0 0 24 16,0 0-44-16,0 0-59 0,89 2-43 15,-57 5-30-15,3 3-6 0,2 3-15 16,-1 0-16-16,1-2-36 0,1 1 12 16,1-3-24-16,1-4-3 0,-2-2 0 0,-2-3-21 15,-2 0-24-15,-3-5 0 16,-3 0-4-16,-8 3 4 0,-3 2 5 0,-5 7-2 16,-4 9 5-16,-3 10 22 0,-5 12 15 15,0 10 2-15,-4 8 10 0,-3 7-11 16,-5 1-1-16,2-1-3 15,-2 0-54-15,3-3-19 0,1-5 18 16,3-9 22-16,0-8 8 0,5-8 27 16,0-10-57-16,0-7-30 15,0-3-56-15,0-8-61 0,0-2-63 0,0 0-115 16,-3-6-210-16,-5-7-379 0,1 1-860 16,-11-13 1379-16</inkml:trace>
  <inkml:trace contextRef="#ctx0" brushRef="#br0" timeOffset="117485.028">12654 12229 2259 0,'0'0'1686'0,"0"0"-1435"0,0 0-136 16,0 0 117-16,92 19 33 0,-52-19-35 0,5-4-2 0,0-7-76 16,6-4-91-16,-5-3-49 0,-2-2-12 15,-5 2-21-15,-5 2-116 16,-9 1-79-16,-7 5-35 0,-4 3-78 0,-9 4-210 15,-5 3-517-15,-2 3-357 0</inkml:trace>
  <inkml:trace contextRef="#ctx0" brushRef="#br0" timeOffset="117607.088">12760 12464 78 0,'0'0'421'0,"0"0"1752"16,0 0-1637-16,-32 70-253 15,35-58-39-15,11-2-37 0,5-2-106 0,5-6 0 16,10-2 17-16,3-2-28 0,5-7-52 0,3-6-38 15,-1 0-16-15,2-2-86 16,-1 0-92-16,-3 1-93 0,-12 5-290 0,8-3-1359 0</inkml:trace>
  <inkml:trace contextRef="#ctx0" brushRef="#br0" timeOffset="118408.927">14575 11643 62 0,'0'0'2240'0,"0"0"-1711"15,0 0-173-15,0 0-18 0,0 0 44 16,0 0-71-16,81 103-60 0,-65-49-32 16,-2 12-74-16,-3 5-38 0,-6 6-6 15,1-2 0-15,-5 1 11 0,-1-4-20 16,0-4-50-16,0-7-2 15,0-6-39-15,0-10-1 0,0-11-11 0,0-12-4 16,0-5-3-16,0-9-21 0,3-5-25 16,2-3-25-16,0-4 4 0,3-8-4 15,0-6 13-15,2-1-4 0,-4-5 10 16,1-2 21-16,0 2 12 0,1 0-6 16,-3 2 12-16,0 2 3 0,-1 4 16 0,-1 6 12 15,3 6 0-15,-2 4-34 0,0 6 34 16,2 11 83-16,0 5-9 0,1 6-13 0,2 5-15 15,-2 0-9-15,2 4 0 16,3-4 58-16,-1-4-77 0,0-5-18 0,4-7-9 16,-2-5-25-16,5-6-97 0,1-6-63 15,4-2-13-15,3-9-160 0,1-9-192 16,-7 6-639-16,12-23-1024 0</inkml:trace>
  <inkml:trace contextRef="#ctx0" brushRef="#br0" timeOffset="118640.708">15527 11991 1808 0,'0'0'1386'0,"0"0"-906"16,0 0-222-1,0 0-29-15,0 0 45 0,-88 106-15 16,60-56 17-16,4 6-31 0,-2 3-69 16,4 1-12-16,8-2-10 0,2-4-11 0,5-6-47 15,7-9-41-15,0-8-37 0,10-11-18 16,4-6-18-16,5-9 5 0,4-5 12 15,3 0-2-15,2-12-18 0,0-3-33 16,1-5-64-16,-3-2-30 0,-3 2-37 0,-4 0-31 16,-3 0-89-16,-2 5-243 0,-8 3-507 0,-6 0-586 0</inkml:trace>
  <inkml:trace contextRef="#ctx0" brushRef="#br0" timeOffset="118809.774">15303 12350 665 0,'0'0'2545'16,"0"0"-2103"-16,0 0-200 0,0 0 72 16,35 68-53-16,-14-51 1 0,4-3 2 15,2-4-111-15,8-3-102 0,1-7-20 16,3 0-30-16,0-9-1 0,1-7-79 0,0-3-86 16,-1-4-74-16,2-3-104 0,-11 6-280 15,13-11-871-15</inkml:trace>
  <inkml:trace contextRef="#ctx0" brushRef="#br0" timeOffset="119077.728">16275 11889 988 0,'0'0'2459'15,"0"0"-2052"-15,0 0-198 0,0 0 37 16,-86 80 8-16,65-39-51 0,-1 10 64 15,5 4-72-15,0 6-61 0,6 3 2 16,6 4 82-16,2 0-57 0,3-1-47 0,0-2-17 16,4-8-16-16,8-11-23 0,3-10-28 15,0-9-28-15,7-12-2 0,2-9-1 0,1-6-47 16,2 0-16-16,0-13-26 0,-2-5-40 16,-4-6-42-16,-5 1-31 0,-3-4-46 15,-6 4-175-15,-5-2-343 0,-2 7-764 0,-6-5-828 0</inkml:trace>
  <inkml:trace contextRef="#ctx0" brushRef="#br0" timeOffset="119341.685">16146 12383 1532 0,'0'0'1041'0,"0"0"-354"15,0 0-287-15,0 0-26 0,0 0-21 16,0 0-90-16,94 43-54 0,-68-44-53 16,0-10-76-16,-2-4-59 0,1-4-21 15,-5-2-144-15,0-2-101 0,-2-1-42 16,-3 3-30-16,-6-1-209 15,1 4-215-15,-6 6-297 0,-4 1 348 16,0 7 465-16,-1 4 225 0,-6 4 492 16,0 9-40-16,-1 8 73 0,2 4-9 15,-1 6-26-15,2 4-82 0,3 2-93 16,2 3-75-16,0-2-73 0,0 0-80 0,0-1-23 16,5-3 10-16,0-2-9 0,2-5-25 15,-1-4-40-15,0-4-16 0,4-4-134 0,-3-1-122 16,0-5-90-16,-1 1-327 0,4 0-1187 0</inkml:trace>
  <inkml:trace contextRef="#ctx0" brushRef="#br0" timeOffset="119890.035">17964 12177 2829 0,'0'0'538'0,"0"0"-294"0,0 0-48 0,0 0 21 16,0 0 18-16,-47 69-11 0,27-40-76 15,0 6-68-15,1-1-34 0,4-1-3 16,4-4-16-1,6-4-23-15,2-6-4 0,3-4-17 16,1-3-23-16,9-5 10 0,4 0 30 16,4-1 2-16,5-1-1 0,1-3-1 15,2 3-22-15,-1 1-2 0,2 1 5 16,-1 3 19-16,-3 1 37 0,-2 4 0 0,-3-1-13 16,-7 3 10-16,-5 2 18 0,-3 1 0 15,-3 0-12-15,-6 4-12 0,-9-2-16 0,-4 0-12 16,-1-1-2-16,-5-2-68 0,2-4-38 0,-1-5-33 15,6-4-13-15,1-3-45 0,4-3-6 16,4-6-129-16,3-7-180 0,3-4-240 16,1 2-546-16,2-16 341 0</inkml:trace>
  <inkml:trace contextRef="#ctx0" brushRef="#br0" timeOffset="120228.507">18296 12443 1213 0,'0'0'2116'15,"0"0"-1682"-15,0 0-189 0,0 0 133 16,0 0-29-16,38 85-21 0,-38-62-23 16,0 1-47-16,0-2-86 0,0-3-57 15,0-4-55-15,0-5-60 0,0 1 0 0,3-8-36 0,5 0-9 16,3-3-19-16,2-5-35 0,4-8-29 16,4-6-26-16,-2-8-35 0,4 1-21 15,-3-3-41-15,-2-1-23 0,-1 5-15 0,-4 0 4 0,1 2 39 16,-4 3 75-16,-1 0 95 0,-2 5 76 15,-3 5 99-15,-1 3 78 0,0 5 18 32,-1 2 0-32,1 2-8 0,0 6-4 15,2 7 5-15,-2 5-37 0,3 3-35 16,-3 4-21-16,-2 1 2 0,2 2 22 16,-1-2 21-16,0-1-37 0,3-3-39 15,-1-3-46-15,2-3-18 0,2-6-30 16,0-5-40-16,3-6-66 0,2-1-35 0,0-1-43 15,4-10-114-15,-6 3-354 0,6-13-1011 0</inkml:trace>
  <inkml:trace contextRef="#ctx0" brushRef="#br0" timeOffset="120491.2">19031 12329 411 0,'0'0'3118'15,"0"0"-2705"-15,0 0-261 0,0 0 26 0,-76 66 66 16,56-31 28-16,0 7 28 16,1 6-60-16,3 1-64 0,4-2-21 0,6-4-10 15,6-8-72-15,0-8-67 0,6-11-6 16,9-8-40-16,5-8-8 0,7-4-31 15,4-12-36-15,5-12-39 0,1-9-50 16,4-7-83-16,0-8-245 0,-12 12-529 16,13-22-610-16</inkml:trace>
  <inkml:trace contextRef="#ctx0" brushRef="#br0" timeOffset="120792.002">19422 11847 1505 0,'0'0'1574'16,"0"0"-1024"-16,0 0-401 0,0 0 2 0,0 0 44 15,-9 71 48-15,2-36 134 0,0 7-40 16,0 4-94 0,-2 6-64-16,2 1-12 0,0 1-31 0,-1-3-57 15,1-2-40-15,0-3-39 0,1-5-1 16,3-5-38-16,3-9-1 0,0-9 1 16,3-6-12-16,6-6-40 0,5-6-24 15,2 0-13-15,1-2 10 0,2-7 20 0,-2 0 25 16,1 4 15-16,-2 3 31 0,-1 2 15 15,-2 9 12-15,-1 9 15 0,-1 5 49 0,0 7 15 16,-3 0 22-16,-1 2-10 0,1 0-33 16,-3-1-25-16,0-5-32 0,-1-2-1 15,3-5-39-15,0-2-95 0,4-3-88 16,6-7-109-16,3 0-214 0,0-5-113 0,13-2-914 0</inkml:trace>
  <inkml:trace contextRef="#ctx0" brushRef="#br0" timeOffset="121171.397">20399 12566 101 0,'0'0'2613'0,"0"0"-1895"0,0 0-175 0,76 65-137 16,-44-44-63-16,4-4-104 16,3-5-71-16,3-9-64 0,0-3-71 0,5-12-33 15,1-10-25-15,4-7-118 16,2-10-19-16,-3-3-84 0,-1-1-50 16,-8-2-271-16,-12 12-646 0,1-10-781 0</inkml:trace>
  <inkml:trace contextRef="#ctx0" brushRef="#br0" timeOffset="121345.872">20947 12234 1395 0,'0'0'1294'0,"-28"69"-883"0,17-25-187 15,-3 15 90-15,-3 8 102 0,0 4 72 16,1 0-100-16,-1-7-123 0,6-8-131 16,2-13-128-16,5-13-6 0,4-11-121 15,5-14-53-15,11-6 33 0,7-16-22 0,7-11-37 0,4-11-182 16,2-6-619-16,-9 7-610 0</inkml:trace>
  <inkml:trace contextRef="#ctx0" brushRef="#br0" timeOffset="121614.554">21280 12007 280 0,'0'0'2903'16,"0"0"-2429"-16,0 0-383 0,0 0 76 0,0 0 72 15,8 87 25-15,-11-40 8 16,-5 8-48-16,0 2-37 0,-1 4 17 0,1 0-22 15,2-3-57-15,1-5-65 0,3-6-48 16,2-10-12-16,2-9-30 0,9-10-6 16,6-7-1-16,5-7 4 0,1-4-13 15,5-7-5-15,-1-7-4 0,-3-3-3 16,0-1 13-16,-3 1 17 0,-1 3 4 16,-4 4 3-16,-2 7 18 0,-3 3 0 15,-1 6 3-15,0 8 18 0,-2 5 43 0,0 4-9 0,-2 3-13 0,3 1-21 16,-1-4-18-16,1-2-14 0,5-5-38 15,2-6-115-15,4 0-102 0,3-5-168 16,-4-3-264 0,14-2-650-16</inkml:trace>
  <inkml:trace contextRef="#ctx0" brushRef="#br0" timeOffset="122393.794">23703 12434 1755 0,'0'0'312'0,"0"0"325"0,0 0-261 15,0 0-114-15,0 0 36 0,0 0-14 0,-77 37-21 0,55-6-8 16,2 8-60-16,-3 11-20 16,1 6-9-16,3 4-20 0,2-2-39 0,4-7-28 31,5-9-39-31,4-9-40 0,4-10-31 0,0-12-5 15,6-4-1-15,5-7 4 0,6-3 11 16,5-8 1-16,4-7-16 0,1-8-11 16,0-2-20-16,-2-3 26 0,-3 1 38 0,-2 3-11 15,-4 4 0-15,-2 4-10 0,-4 9 7 16,-3 1 15-16,2 8-25 0,-3 1 16 16,2 8 12-16,4 9 61 0,1 6-6 15,1 8-21-15,6 8-19 0,0 5 13 16,3 3 12-16,-4 3-25 0,1 4-14 15,-4 3 17-15,-3 5 1 0,-3 0 41 0,-5 1-5 0,-2 2-9 16,-3-3 0-16,-2-1 14 0,-5-2 1 16,-3-4 3-16,-5-3 42 0,2-6-9 15,-2-5-49-15,2-7-45 0,-2-8 15 16,1-7-17-16,2-7 1 0,-2-6 0 16,-1-6-2-16,-3 0-24 0,-2-6 3 0,-1-4-15 31,-2-4 14-31,-1-3-11 0,-1-5 18 0,3-3-18 15,0-3-19-15,0-4-21 0,2-3-9 16,0-5 3-16,2 0-36 0,7 1-16 16,2 2-47-16,5 2-67 0,4 5-61 0,0 3-123 15,5 7-264-15,7-11-700 0</inkml:trace>
  <inkml:trace contextRef="#ctx0" brushRef="#br0" timeOffset="122578.807">24373 12691 1201 0,'0'0'2342'15,"0"0"-1926"-15,0 0-146 0,90-8 86 0,-64 4-79 0,-1 2-87 16,0 0-105-16,-2-2-85 0,-1-2-18 16,1 1-104-16,-1-2-68 0,-5 2-93 15,-3 4-155-15,-6 0-535 0,-8 1-786 0</inkml:trace>
  <inkml:trace contextRef="#ctx0" brushRef="#br0" timeOffset="122732.32">24403 12911 1691 0,'0'0'1410'0,"0"0"-872"0,0 0-292 0,0 0 6 0,0 0 21 15,0 0-38-15,0 0 8 16,86 32-84-16,-57-41-89 0,0-3-48 0,2-4-22 15,0 1-91-15,0-1-139 0,0-1-109 0,-7 6-223 16,6-4-1033-16</inkml:trace>
  <inkml:trace contextRef="#ctx0" brushRef="#br0" timeOffset="129493.741">25197 12390 947 0,'0'0'1802'0,"0"0"-1327"0,0 0-287 15,0 0-27-15,0 0 133 0,0 0 8 0,0 0-29 16,0 0-20-16,0 0-84 0,70 66-77 0,-60-25-6 16,-5 8 18-16,-4 2-1 0,-1-1-12 15,0-1-33-15,-4-1-27 0,-2-6-31 16,-1-6-1-16,1-6-18 0,3-7-44 0,3-7-32 16,0-4-24-16,0-5-27 0,0-3-1 15,3-4-13-15,3 0 46 0,-1-2 34 16,3-7 42-1,-1-5 35-15,0-1-9 0,3-4 12 16,-1-1 1-16,1-3 11 0,1-2 16 0,1 0-6 16,1-4 18-16,1 4 3 0,0 1 4 15,0 6 39-15,0 7-13 0,1 6-11 16,-2 5-7-16,2 0-15 0,1 10-19 16,-1 5-2-16,-1 5 11 0,2 3 31 15,-2 3-9-15,1 3-30 0,-1 1 23 0,-2 0-45 16,-1-2-12-16,-3 0-24 0,-3-2-74 0,-2 0-86 15,-3-1-69-15,0-1-88 0,-3-7-381 16,-7 2-912-16</inkml:trace>
  <inkml:trace contextRef="#ctx0" brushRef="#br0" timeOffset="130248.601">26107 12015 1000 0,'0'0'1130'0,"0"0"-725"0,0 0-60 0,0 0 42 0,0 0 20 16,0 0-74-1,0 0-51-15,0 0-80 0,0 0-54 16,0 0 3-16,0 0 5 0,0 30-15 15,0-9-32-15,-3 10-5 0,-1 3-7 16,-1 7-12-16,0 6-24 0,-2 6-4 16,0 8 1-16,-3 8-10 0,1 7-14 0,0 4-4 15,1 2-12-15,-1 1-17 0,3-2 2 16,2-3-3-16,0-7-3 0,4-6-42 0,0-8-16 16,0-12-8-16,5-9-13 0,6-10 6 15,4-10-12 1,0-6 9-16,3-7 48 0,0-3 7 0,4-9-13 15,-2-6-2-15,2-8-10 0,0-6-9 16,1-2 3-16,-3-4 6 0,-4 2 28 16,2-3 18-16,-7 1-19 0,-2 1 22 15,-1 1 22-15,-2 0 17 0,-1 5-18 16,0 2-20-16,-2 5 1 0,0 8 44 16,-1 2 18-16,-1 9 3 0,3 2-32 15,1 0-34-15,-3 7 1 0,6 3 35 0,2 6 12 16,3 3-29-16,-2 4-20 0,5-3-15 15,-1 3-25-15,0 0-51 0,0-3-62 16,-1 3-40-16,-2 0-84 0,-3 0-155 0,-4 1-205 0,-1-5-642 16,-4 8-540-16</inkml:trace>
  <inkml:trace contextRef="#ctx0" brushRef="#br0" timeOffset="142333.237">21863 12539 696 0,'0'0'355'16,"0"0"-130"-16,0 0-69 0,0 0 36 0,0 0-17 15,0 0 487-15,0 0-272 0,0 0-121 16,0 0-29-16,0 0-2 0,35-57-5 16,-35 55-13-16,0 0-7 0,0 1-14 15,-2-1-29-15,-5-1-29 0,1 2-33 0,-4-2-23 16,2 3-14-16,-4 0-19 0,-2 2-16 15,-1 6-8-15,-2 3-10 0,1 3-3 16,-3 4 4-16,-1 4 5 0,4 1-6 0,-1 2 0 16,4-1 4-16,3-3-4 0,0 0-17 15,6-6-1-15,1-3-1 0,1-2-20 16,2-5-22 0,0-4 3-16,6-1 7 0,4 0 9 15,2-6-1-15,-1-4-24 0,5-2-21 16,-3 0 3-16,1-1 15 0,-1 2 9 0,1 3 6 15,0 4 9-15,-3 4 10 0,1 0 2 16,-2 9 16-16,-3 4 28 0,1 5 3 16,0-1 12-16,-4 1 12 0,2 1-6 0,1-2 3 15,-1-3-3-15,3-4-12 0,-2-3-37 0,0-5-15 16,5-2-18-16,-4 0 8 0,5-11-60 31,2-9-69-31,1-5-68 0,2-6-66 0,1-5-97 16,1-3-224-16,-6 10-507 0,5-16-148 0</inkml:trace>
  <inkml:trace contextRef="#ctx0" brushRef="#br0" timeOffset="142543.024">22244 12071 1835 0,'0'0'610'0,"0"0"-333"0,0 0 6 16,0 0 107-16,0 0 24 0,0 0-30 15,10 80-86-15,-14-46-55 0,-1 6-52 16,2 3-20-16,2 1 33 0,-1 3-49 15,2 1-40-15,0-1-48 0,0-4-28 0,0-1-26 0,0-6-13 16,6-8-30-16,-1-9-12 0,4-5-43 16,0-5-18-16,0-7-19 0,2-2-33 15,-5 0-59-15,1-1-109 0,-4-6-154 16,-3-3-141-16,0 0-419 0,-5 2-111 16,-10-6-145-16</inkml:trace>
  <inkml:trace contextRef="#ctx0" brushRef="#br0" timeOffset="142680.916">22032 12399 1527 0,'0'0'530'0,"0"0"-300"16,0 0-10-16,0 0 163 0,0 0 11 16,0 0-41-16,98 41-73 0,-58-34-84 15,4-4-50-15,4-3-53 0,-1 0-71 16,2-3-22 0,-5-7-101-16,-1-1-181 0,-4 1-147 0,-11 1-527 15,3-3-746-15</inkml:trace>
  <inkml:trace contextRef="#ctx0" brushRef="#br0" timeOffset="147703.19">6476 15248 1228 0,'0'0'1668'0,"0"0"-1425"0,0 0-150 16,0 0 60-16,0 0 120 0,-46-73 54 15,24 60-51-15,-1 0-77 0,-1 3-48 0,-5 1-34 0,-3 1-19 16,-2 4-18-16,-2 2 12 0,-2 2-34 16,2 2 6-16,0 7-6 0,0 8-15 15,0 7-31-15,2 7-10 0,-1 10-2 16,3 7-12-16,-1 12 11 0,6 7-2 16,2 9-16-16,8 5 19 0,5 3 0 15,11 4 40-15,1-3 3 16,7-2-13-16,8-9 16 0,2-6-4 15,2-12 7-15,4-10-19 0,1-10-3 16,3-9 7-16,5-9-19 0,0-5 15 16,1-5-9-16,3-7 16 0,0-1-19 15,-3-9-6-15,-1-5-12 0,-2-7-1 16,-4-2-66-16,-6-2-14 0,-5-2-29 0,-5 0-20 16,-6 1-41-16,-3 2-67 0,-1 1-104 0,-2 3-160 15,-11 2-244-15,3 3-642 0,-16-3-421 16</inkml:trace>
  <inkml:trace contextRef="#ctx0" brushRef="#br0" timeOffset="147871.903">6034 15902 1152 0,'0'0'2173'15,"0"0"-1897"1,0 0-165-16,0 0 112 0,0 0 196 0,90 57-36 16,-67-48-107-16,-2-4-160 0,2-4-76 15,0-1-24-15,1-1-16 16,-2-7-67-16,4-5-128 0,-2-3-42 0,-1-2 12 15,-2-2-98-15,-3-1-188 0,-3-1-271 16,-2-2-457-16,-9 8-159 0,-1-5 1398 0</inkml:trace>
  <inkml:trace contextRef="#ctx0" brushRef="#br0" timeOffset="147987.967">6431 15812 936 0,'0'0'71'0,"0"0"1773"16,8 67-1469-16,-5-38-197 0,-2 6 25 16,2 2 106-16,0 0-42 0,-2 0-65 15,3-4-59-15,-2-2-41 0,2-3-38 16,2-2-61-16,1-6-3 0,5-3-185 15,1-3-150 1,1-4-105-16,-1-3-308 0,7-1-838 0</inkml:trace>
  <inkml:trace contextRef="#ctx0" brushRef="#br0" timeOffset="148451.423">7822 15725 2734 0,'0'0'465'0,"0"0"-315"0,0 0 9 0,0 0 166 16,0 0 40 0,68 93-36-16,-58-57-31 0,-6 1-89 0,-1 3-75 0,0-2-43 15,-3-2-27-15,0-4-40 0,0-7-24 16,0-7-40-16,0-6-36 0,-3-6-37 16,2-6-55-16,-4 0-22 0,-2-7-60 15,-3-10-233-15,3 2-587 0,-12-14-1091 0</inkml:trace>
  <inkml:trace contextRef="#ctx0" brushRef="#br0" timeOffset="148589.07">7848 15576 1163 0,'0'0'1971'0,"0"0"-1662"0,0 0-220 0,0 0-19 16,0 0 79-16,0 0-49 0,79-16-87 15,-67 13-13-15,-3-2-284 16,1 1-168-16,-2 2-534 0,2 2-905 0</inkml:trace>
  <inkml:trace contextRef="#ctx0" brushRef="#br0" timeOffset="148908.195">8289 15943 1911 0,'0'0'1265'15,"0"0"-1023"-15,0 0 8 0,22 66 245 16,-18-52-43-16,-1-3-132 0,-3-5-140 15,3-3-107-15,-2-2-39 0,1-1-4 16,-1 0-28-16,1 0-2 0,-1-2-33 16,5-5-4-16,-2-5 19 0,5-2-31 15,-1-5-58-15,5-3-15 0,0 1 14 16,0 0 38-16,2 4 27 0,0 4 9 0,0 4 12 16,2 5 19-16,-1 2 3 0,3 2 0 15,-3 3 102-15,-1 6-7 16,0 0 15-16,-1 1-3 0,-5 1-3 15,1 1-24-15,-4 1-4 0,1 1-12 0,-3 1-13 16,-1 1 1-16,-1 0-19 0,-2 2-33 16,0-5 0-16,0 1-42 0,0-2-86 0,0-1-64 0,0-1-25 15,0-3-25-15,0-3-117 0,3-4-244 0,4-4-535 16,3-3-298-16,4-10 543 0</inkml:trace>
  <inkml:trace contextRef="#ctx0" brushRef="#br0" timeOffset="149120.926">9001 15943 1668 0,'0'0'1088'0,"0"0"-651"16,0 0-326-16,49 72 14 0,-37-43 90 15,-3 4 141-15,0 3-15 0,-3 3-87 16,1 4-67-16,-2 2-12 0,0 2-40 0,-2 2-38 16,0 2-33-16,-2-1-21 15,1 1-16-15,-2-6-5 0,0-2-4 0,0-7-18 0,-5-5-10 16,-3-6 9-16,-2-6-48 0,-5-5-27 15,-5-7-49-15,-7-4-62 0,-3-3-40 16,-6-9-41-16,-5-6-145 0,8 1-263 16,-20-20-692-16</inkml:trace>
  <inkml:trace contextRef="#ctx0" brushRef="#br0" timeOffset="149290.219">8894 15530 1623 0,'0'0'1684'0,"0"0"-1408"0,0 0-30 0,0 0 193 16,91-4-187-16,-72 4-114 16,0 0-73-16,1 0-65 0,-1 0-12 0,4 0-74 15,-1-2-174 1,3-1-153-16,-9 0-357 0,7-1-1410 0</inkml:trace>
  <inkml:trace contextRef="#ctx0" brushRef="#br0" timeOffset="149923.747">10583 15786 1774 0,'0'0'1260'16,"0"0"-912"-16,0 0-40 0,78 13 9 15,-36 0 43-15,3 2-85 0,6-1-78 16,3-3-44-16,5-3-31 0,2-6-30 15,2-2-22-15,2 0-28 0,4-6-8 16,0-5 32-16,2-3 80 0,-2-1-67 0,0-2-79 16,-6 2 0-16,-7 1-15 0,-5 2-40 0,-5 3-27 0,-7 3-42 15,-6 2-56-15,-8 2-49 0,-8 2-81 0,-7 0-158 16,-10 9-228-16,0-3-462 0,-17 10-425 0</inkml:trace>
  <inkml:trace contextRef="#ctx0" brushRef="#br0" timeOffset="150138.838">10651 16070 1281 0,'0'0'1899'16,"0"0"-1638"-16,0 0-197 0,0 0 63 15,0 0 122-15,102-49 58 0,-57 48-52 0,1 1-57 16,6 3-47-16,3 7-23 0,-2 1-5 0,-1 1-41 15,1 0-42-15,-1-1-25 0,2-1-13 16,-3-1-2-16,-1-2-64 0,-3-3-156 16,-1-4-66-16,0 0-45 0,-2-8-127 15,-13 0-260-15,4-5-745 0</inkml:trace>
  <inkml:trace contextRef="#ctx0" brushRef="#br0" timeOffset="150555.477">10725 15340 1975 0,'0'0'1047'0,"0"0"-935"0,0 0-110 15,0 0 113-15,0 0 64 0,0 0 20 0,-67 97-47 16,40-55-51-16,-3 6-45 16,-3 6-18-16,-2 2-16 0,-3 6-10 0,1 0-9 15,-2 1 10-15,2-1-11 0,2-3-1 16,6-2 12-16,3-5-10 0,3-4 51 16,7-5-10-16,5-7 31 0,2-3 33 15,6-5-14-15,3-4-48 0,3-3-37 0,10 1-8 16,5 0-1-16,6 1 19 0,9 0 21 15,6 1 6 1,7-1 13-16,9 1-13 0,4-1-3 16,6 2 3-16,2 0-18 0,4 0 39 15,1-2-39-15,-4-4-25 0,-2-3-3 16,-2-8-9-16,-2-5-22 0,-5-3-147 0,-1-10-72 16,-6-8-130-16,-16 4-363 15,5-22-1275-15</inkml:trace>
  <inkml:trace contextRef="#ctx0" brushRef="#br0" timeOffset="150840.872">11529 15391 2985 0,'0'0'1289'0,"0"0"-1091"0,0 0-151 0,100 33-7 16,-65-13 65-16,-2 4 94 0,-1 4 101 15,1 0-130-15,0 5-100 0,2 0-49 16,-2 3-21-16,0 0-3 0,-1 3-9 16,1-3 12-16,-2 4-2 0,-1-1-46 15,-3-1-19-15,-4-1-6 0,-1-2-13 16,-5-2 7-16,-3 0 3 0,-5-4-7 0,-2-2-12 0,-7-1 9 16,0-2 0-16,-7 1-22 0,-5 0-66 15,-8 0-116-15,-3 0-94 0,-8 0-64 16,-5 0-150-16,5-6-404 0,-25 11-504 0</inkml:trace>
  <inkml:trace contextRef="#ctx0" brushRef="#br0" timeOffset="151441.507">14333 15236 1721 0,'0'0'1182'0,"0"0"-705"0,0 0-227 16,-98-62-48-16,61 47 44 0,-4 4-65 16,-3 4-19-16,-1 7-11 0,-1 6-28 15,1 12-46-15,2 10 0 0,3 12 55 0,2 8 51 16,5 14-46-16,3 8-46 0,5 13-24 15,5 7-6-15,6 7 33 0,9 0 42 16,5 2-37-16,8-7-23 0,12-7-43 16,4-11-24-16,12-11-9 15,2-10-1-15,5-12-35 16,3-10 3-16,3-12 18 0,2-7-43 0,0-9-54 16,-1-3-24-16,-2-8-40 0,-3-6-52 15,-5-7-121-15,-4-2-191 0,-11 3-517 16,-8-15-613-16</inkml:trace>
  <inkml:trace contextRef="#ctx0" brushRef="#br0" timeOffset="151726.266">14022 16015 1600 0,'0'0'1531'16,"0"0"-1314"-16,0 0-68 0,0 0 142 16,0 0 108-16,112 41-79 0,-74-39-86 15,2-2-77-15,6-11-74 0,-2-6-53 16,0-5-30-16,-3-3-21 0,-4-3-111 0,-1-1-49 0,-7-1-38 15,-2 2-42-15,-7 2-113 0,-5 5-181 16,-4 2-96-16,-6 8-3 0,-5 7 56 16,0 4 89-16,-5 6 483 0,-2 12 26 15,-1 8 606-15,3 6 60 0,1 5-42 16,1 7-139 0,3 3-135-16,0 0-88 0,0 3-74 0,7-1-61 15,-1 0-43-15,1-1-3 0,2-3 6 16,0-4-4-16,-1-5-58 0,5-8-25 15,3-5-158-15,3-6-221 0,1-5-158 16,-6-6-534-16,8-3-1002 0</inkml:trace>
  <inkml:trace contextRef="#ctx0" brushRef="#br0" timeOffset="152349.307">15663 15955 1228 0,'0'0'133'16,"0"0"394"-16,0 0-11 0,0 0-210 15,0 0-52-15,0 0-30 0,9 82-29 16,-6-63-5-16,1 2-3 0,-1 1-80 0,0-1-75 31,0 0-32-31,1-3-15 0,-4-3-51 0,3-3-70 0,-2-5-38 16,-1-2-49-16,0-5-68 0,0 0-156 15,0-3-182-15,0-11-426 0</inkml:trace>
  <inkml:trace contextRef="#ctx0" brushRef="#br0" timeOffset="152530.13">15495 15612 2229 0,'0'0'1088'0,"0"0"-894"0,0 0-99 0,0 0 129 16,0 0 38-16,0 0-119 0,60-64-96 0,-43 49-47 16,5 0-45-16,1-1-149 0,5 0-58 15,3 0-127-15,-8 6-297 0,15-1-838 0</inkml:trace>
  <inkml:trace contextRef="#ctx0" brushRef="#br0" timeOffset="152797.665">16140 15580 3004 0,'0'0'507'0,"0"0"-380"16,0 0-61-16,-36 69 148 0,21-47 38 15,2 0 52-15,2-3-66 0,2-4-109 16,6-5-83-16,3 0-22 0,1-2-8 16,10-2-16-16,3 1-3 0,7 2 3 15,5-3 21-15,3 0-3 0,1-1-17 0,-2 0-1 0,0 1-2 16,0 0 2-16,-5 1-3 0,-2 4 1 15,-2-3-16-15,-2 3 6 0,-3 0-4 16,-3 2 16-16,-4-1 0 0,-5 4-3 16,-2 2 0-16,0 0-37 0,-9 0-24 15,-4 1-25-15,1-3-31 0,-5-1-35 16,1-2-50-16,-1 0-90 0,0 0-210 0,2-4-473 0,-8 2-542 0</inkml:trace>
  <inkml:trace contextRef="#ctx0" brushRef="#br0" timeOffset="153414.592">17264 15869 1137 0,'0'0'1691'16,"0"0"-1364"-16,0 0-132 0,-41-70 62 15,28 57-11 1,0 4-37-16,1 6 0 0,2 3-26 15,-1 5-69-15,1 10-43 0,2 9 3 0,2 8 0 16,1 8 5-16,4 6 1 0,1 2 3 16,0 1-7-16,1-5 6 0,4-4-21 15,1-9-43-15,-1-7-18 0,3-9-24 16,-2-7-16-16,6-8-27 0,-2-3 6 16,5-12 40-16,0-8-34 0,5-9-80 15,-2-10-43-15,0-3-16 0,-3-3 8 0,0 1 49 16,-3 0 4-16,1 0 46 0,-6-1 18 15,0-1 31-15,-4-1-16 0,-3-3-62 16,0-2-100-16,0 1 191 0,-8 0 25 0,0 4 111 16,-2 2 22-16,5 6 34 0,0 10-1 15,2 6-40-15,2 7 2 0,1 10-13 16,0 4-6-16,0 2-8 0,0 3-26 0,0 1-23 16,0 10-15-16,1 7 21 0,2 7-9 0,3 10 34 15,1 8 21-15,0 5-22 0,1 6-30 16,-3 3-28-16,1 4-8 0,-1-1 2 15,-1-1-18-15,-3-1-24 0,1-3-37 16,0-5-104-16,1-5-47 0,0-6-19 0,3-5-48 31,1-7-113-31,3-7-229 0,-1-6-578 0,1-7-640 16</inkml:trace>
  <inkml:trace contextRef="#ctx0" brushRef="#br0" timeOffset="153561.847">17604 15969 2077 0,'0'0'1009'0,"0"0"-875"0,0 0-86 0,15 92 137 16,-12-60 87-16,1 2 81 0,-4-3-41 15,3-2-130-15,0-6-120 0,-2-4-62 16,1-8-22-16,-1-5-77 0,-1-4-96 16,2-2-80-16,-1-10-195 0,-1 2-681 15,0-20-1271-15</inkml:trace>
  <inkml:trace contextRef="#ctx0" brushRef="#br0" timeOffset="153714.786">17636 15685 3101 0,'0'0'424'0,"0"0"-380"0,0 0 168 16,0 0 46-16,0 0-51 0,0 0-9 15,0 0-40-15,0 0-158 0,97-42-59 0,-77 29-151 16,3-1-153-16,-1 4-247 0,-8 2-584 15,3 1-739-15</inkml:trace>
  <inkml:trace contextRef="#ctx0" brushRef="#br0" timeOffset="153931.374">17893 15931 2274 0,'0'0'616'15,"0"0"-308"-15,12 77 80 0,-6-52 41 16,-3 0-89-16,3-4-58 0,0-6-122 15,1-5-74-15,3-5-25 0,0-4 12 16,2-1 1-16,2-9-16 0,2-8-7 16,1-6-14-16,1-7-19 15,-1-2-18-15,2-2-25 0,-3 0-60 16,-1 3-44-16,-1 2-42 0,0 3-51 0,-3 3-62 16,-2 2-208-16,-3 7-473 0,4-5-551 0</inkml:trace>
  <inkml:trace contextRef="#ctx0" brushRef="#br0" timeOffset="154084.823">18312 15908 2696 0,'0'0'437'15,"0"0"-242"-15,0 65 167 0,-4-42 53 16,1-2-66-16,0-3-72 0,0-5-126 16,0-5-142-16,3-3-9 0,0-4-129 15,-1-1-93 1,1-3-119-16,-1-5-244 0,1 0-710 15,-3-15-1024-15</inkml:trace>
  <inkml:trace contextRef="#ctx0" brushRef="#br0" timeOffset="154248.467">18283 15612 2714 0,'0'0'765'0,"0"0"-546"0,0 0-24 15,0 0 97-15,0 0-71 0,0 0 20 0,0 0 29 16,0 0-153-16,0 0-114 0,81-44-3 15,-67 35-117-15,-2 2-137 0,2 3-96 0,-1 2-211 16,-5 1-606-16,0 1-904 0</inkml:trace>
  <inkml:trace contextRef="#ctx0" brushRef="#br0" timeOffset="154932.927">18933 15838 1137 0,'0'0'403'0,"0"0"-172"0,0 0 272 0,0 0 52 0,0 0-186 16,0 0-114-16,0 0-27 0,0 0-39 15,0 0-16-15,0 0-25 0,0 0-15 16,-12-9-18-16,7 9-19 0,-1 4-10 16,-2 0-24-16,-1 1-22 15,-2 3-9-15,0 1-20 0,0 1-11 0,1 2 0 16,-2 5 1-16,2-1-1 0,-3 5-2 15,3 0-19-15,-3 3 2 0,4-2 16 16,4-1-22-16,2-1 13 0,3-5-13 16,0-2-2-16,6-1 2 0,5-3-15 15,3-2 6-15,3-1 33 0,5-1 1 16,3-3 22-16,2 1 2 16,3 0-24-16,-2-1-9 0,0 2 9 15,-3 1 0-15,-2 3 3 0,-4 0 31 16,-4 2-9-16,-4 2-4 0,-2 0 10 15,-5-1 18-15,-3 1 7 0,-1 0-1 16,0 0-3-16,0-1-6 0,-7 1 9 16,-4-2-15-16,-2-2 3 0,-3-2-43 15,0-2-19-15,-3 0-85 0,0-4-34 0,2 0-9 0,3 0-20 16,0 0-9-16,3-1-30 0,2-6-150 16,1 0-174-16,5 0-231 0,3-3-433 0</inkml:trace>
  <inkml:trace contextRef="#ctx0" brushRef="#br0" timeOffset="155280.247">19459 15971 2887 0,'0'0'544'0,"0"0"-414"0,0 0 78 0,0 0 104 15,-56 88 0-15,35-54 9 0,0 4-94 0,0 3-71 0,2-1-22 16,2-4 15-16,5-7-18 15,5-8-79-15,4-10-52 0,3-5-42 0,3-6-37 16,8-6 21-16,5-10-12 0,7-8-46 16,0-7-27-16,1-3-40 0,0-3 20 15,-1 3 55-15,-1 5 49 0,-3 4 35 16,-1 7 2-16,-2 5 19 0,-2 7-16 16,-5 6-9-16,0 0 28 0,-2 7 56 15,-3 6 55-15,1 4 9 0,-1 2-15 0,-1 3-19 0,1 1-10 16,-2 2 4-16,2-2-10 0,0-2-9 15,0-3-46-15,2-5-15 0,-1-7-43 16,3-6-76-16,2-1-80 0,2-14-34 16,1-6-77-16,3-10-320 0,-5 4-629 15,9-21-752-15</inkml:trace>
  <inkml:trace contextRef="#ctx0" brushRef="#br0" timeOffset="155650.18">19863 15396 1413 0,'0'0'1874'0,"0"0"-1524"0,0 0-189 0,0 0 27 16,0 0 63-16,0 0 103 0,0 0-38 15,0 0-129-15,0 0-90 0,9 65-36 0,-5-32-12 16,-1 6-19-16,-1 7-9 0,-2 4-21 0,0 4 0 16,0 4-2-16,-6 2-20 0,-2-1 21 15,2-5-35-15,2-7-28 0,0-9-28 16,2-10 10-16,2-7 9 0,0-10 2 15,0-7-15-15,3-4-40 16,4-4 15-16,4-9 47 0,1-6 27 16,5-4 9-16,-3 3 9 0,0 2-6 15,-3 6 24-15,-2 6-1 0,-1 5 2 16,-3 1 13-16,0 7 42 0,-2 4 23 16,-2 4 23-16,-1 6-18 0,0 1-24 15,0-1 5-15,0 1-12 0,-1 1-21 0,-4-1-7 16,2-2-22-16,-1-2 1 0,0-2 12 15,-1-4-14-15,-1-5-1 0,-3-3-25 0,1-2-63 16,0-2-20-16,-4-3 10 0,2-7-26 16,1-5-21-16,0-4-48 0,1-4-92 15,5-10-110-15,0-6-205 0,3 7-403 16,0-36-429-16</inkml:trace>
  <inkml:trace contextRef="#ctx0" brushRef="#br0" timeOffset="156103.9">20205 15281 1467 0,'0'0'1532'16,"0"0"-1231"-16,0 0-34 0,0 0 99 16,0 0 16-16,34 92 8 0,-32-59-68 15,-1 4-121-15,2 6-64 0,-2 4-16 0,5 3 34 16,-2 7-58-16,2 2-52 16,4 2-24-16,0 1 18 0,0-5-37 15,1-5-2-15,1-4-2 0,0-7-37 0,0-6 9 16,0-9-21-16,2-5-22 0,0-6-15 15,0-7-24-15,3-4-43 0,0-4-46 16,1-5-62-16,1-6-76 0,3-1-68 16,-2 0-51-16,-3 4 80 0,2 6 167 15,-5 2 172-15,1 2 39 0,-4 9 126 0,0 2 36 0,-3 0 33 16,-2-1 36-16,-1 0 2 16,1-6-13-16,3-2-77 0,1-4-59 0,4-7-22 15,2-8-7-15,4-5-2 0,5-6-25 16,-1-4-26-16,-1-1 1 0,0 1-3 15,-7 4-51-15,-4 6 11 0,-5 4 22 16,-6 8 18-16,-1 2 43 16,-7 6 16-16,-9 0-29 0,-3 6 7 15,-6 6 22-15,-3 7 24 0,2 4 36 16,-1 5 19-16,3 4-34 0,3 5-22 16,3-1-33-16,4 2 18 0,3 0-10 15,5-1-38-15,6-2-19 0,0-5-16 0,3-2-14 16,11-4-40-16,5-3 15 0,4-6-6 15,3-4-128-15,5-4-37 0,0-4-76 0,-6-2-273 16,14-1-1029-16</inkml:trace>
  <inkml:trace contextRef="#ctx0" brushRef="#br0" timeOffset="156250.994">21432 16299 3153 0,'0'0'1572'0,"0"0"-1305"0,0 0 26 0,0 0 110 0,0 0-134 16,0 0-148-16,0 0-121 15,0 0-78-15,0 0-55 0,-82 5-3 0,55-5-85 16,-5 0-233-16,10-2-743 0,-29 2-1523 16</inkml:trace>
  <inkml:trace contextRef="#ctx0" brushRef="#br0" timeOffset="161133.086">16068 17013 2391 0,'0'0'358'0,"0"0"104"0,0 0-236 0,0 0-17 16,-85-19-45-1,62 19-3-15,-1 1-41 0,2 10-17 16,-2 1 3-16,1 6 11 0,2 4 29 0,0 6-26 15,1 3-25-15,2 7-15 0,3 6-9 16,1 7-19-16,0 7-19 0,5 7-11 16,5 3 8-16,4 5-17 0,0 2-10 0,10-1 0 15,7-1-2-15,5-7-1 16,6-7-22-16,2-12 22 0,3-13-21 0,2-9 19 16,3-13-38-16,3-11 40 0,1-6-1 0,2-16-27 15,0-12 10-15,2-9-3 0,-2-8-16 16,-1-7 3-16,-2-6 19 0,-1-4 3 15,-4-4-13-15,0-4-39 0,-3 1-4 16,-2-1-9-16,-7 1 6 0,-1 5 6 16,-4 3 12-16,-9 4-9 0,-3 4 44 0,-7 7-28 0,-2 7 46 15,-12 7 28-15,-4 9 28 0,-5 7 21 16,-2 8-24-16,-4 10 37 0,2 3-1 16,0 6-18-16,-1 10 24 0,2 9-15 15,-2 6-25-15,0 7-52 0,-1 6-3 16,2 2 0-16,-4 2-13 0,4-3-20 15,3-3-41-15,4-6-49 16,4-7-64-16,1-4-61 0,5-6-134 16,4-7-235-16,3-5-457 0,0-7-433 0</inkml:trace>
  <inkml:trace contextRef="#ctx0" brushRef="#br0" timeOffset="161318.147">16109 17025 2375 0,'0'0'539'15,"0"0"-388"-15,0 0-43 0,0 0 78 16,-16 68 14-16,7-32 5 0,-2 8-16 16,0 3-120-16,-3 6-50 0,1-2 0 15,0-1-19-15,5-2-22 0,2-8-44 16,4-3-126-16,2-6-115 0,0-6-111 16,0-3-52-16,6-7-21 0,-3-8-127 15,7-7-549-15</inkml:trace>
  <inkml:trace contextRef="#ctx0" brushRef="#br0" timeOffset="161449.382">16093 17487 965 0,'0'0'518'0,"0"0"-63"0,0 0 25 16,0 0-61-16,0 0-79 0,0 0-57 15,93 71-36-15,-68-49-61 0,0 2-51 16,1-1-31-16,2 2-23 0,3 2-28 0,0-1 28 0,5-1-81 16,0-3-61-16,5-4-183 0,-1-5-137 15,2-4-205-15,-12-2-510 0,15-6-800 0</inkml:trace>
  <inkml:trace contextRef="#ctx0" brushRef="#br0" timeOffset="161719.275">17736 17431 3893 0,'0'0'507'0,"0"0"-442"15,0 0-50-15,-10 88 66 0,4-45 45 16,0 1 25-16,0 4-26 0,2-7-64 16,3-3-27-16,1-10-34 0,0-8-14 15,1-5-60-15,5-7-103 0,-2-6-57 16,1-2-48-16,-2 0-142 0,1-6-306 0,-4-13-710 0</inkml:trace>
  <inkml:trace contextRef="#ctx0" brushRef="#br0" timeOffset="161867.074">17520 17133 3123 0,'0'0'462'16,"0"0"-424"-16,0 0 136 0,0 0 39 15,0 0-71-15,0 0-88 0,87-2-54 16,-61 0-173-16,2-1-163 0,-5 0-217 16,15-2-690-16</inkml:trace>
  <inkml:trace contextRef="#ctx0" brushRef="#br0" timeOffset="162135.827">18119 17265 2330 0,'0'0'783'0,"0"0"-509"0,0 0-112 15,-27 70 91-15,20-49-8 0,2-2-19 16,5-2-59-16,0-4-80 0,6-1-56 16,8-2-28-1,2 0 21-15,4 1-8 0,3 1-14 16,-1 1 0-16,3-2-1 0,-2 0-1 0,0 0 1 16,-4 0 9-16,1 1-9 0,-6-2 2 15,2 2 13-15,-6 4 18 0,-3 0-17 0,-3 2-17 16,-4 1-24-16,0-2-38 0,-7 2-40 0,-3-2-44 15,-4-3-22-15,-5 0-92 0,-4-2-33 16,-3 0-89-16,4-4-128 0,-16 4-582 0</inkml:trace>
  <inkml:trace contextRef="#ctx0" brushRef="#br0" timeOffset="162737.081">19650 17448 1175 0,'0'0'1454'0,"0"0"-1281"0,0 0-134 0,-54-64 77 16,38 50 50-16,-4 4 99 15,-1 4 21-15,0 3-81 0,1 3-67 16,0 4 22-16,4 8-17 0,3 5-6 0,2 8-17 15,4 7-3-15,2 6-31 0,5 6-18 16,0 1 2-16,0-2 10 0,5-6-13 16,0-8-52-1,3-8-15-15,2-8-16 0,0-7-11 16,1-6-25-16,4-11 9 0,1-9-3 0,4-12-34 16,0-10-43-16,0-8-15 0,0-1-42 15,-1-4 34-15,-2 4 21 0,0 2 40 16,0 2 3-16,0 5-25 0,-3-1-82 15,-1 0-49-15,-1 3-11 0,-4-2 80 16,2 5 30-16,-4 5 139 0,-2 6 23 0,-1 7 121 16,-3 7 106-16,3 6-8 0,-3 4-33 15,0 2-23-15,0 2-22 0,0 7-36 0,0 4 2 16,0 7 28-16,0 10-22 0,2 6-40 16,-2 8-10-16,1 2-16 0,1 1-60 15,1 2-10-15,2-2-40 0,2-3-102 16,1-4-86-16,2-5-83 0,1-6-167 0,-1-8-641 0,5 0-888 15</inkml:trace>
  <inkml:trace contextRef="#ctx0" brushRef="#br0" timeOffset="162868.648">20050 17415 2209 0,'0'0'1041'15,"0"0"-897"-15,0 0-71 0,0 0 114 0,31 83 99 16,-28-61 31-16,-1 3-53 0,1-3-113 15,-3-4-108-15,3-5-43 0,-3-6-68 16,0-3-123-16,0-4-108 0,0-1-125 16,-1-5-373-16,-8-11-1204 0</inkml:trace>
  <inkml:trace contextRef="#ctx0" brushRef="#br0" timeOffset="163021.909">19962 17193 2267 0,'0'0'1233'0,"0"0"-1040"0,0 0-67 15,0 0 123-15,0 0-12 0,0 0-64 16,94-21-37-16,-72 14-108 0,-1 0-28 0,1-1-145 16,0-1-69-1,0 2-43-15,-1 2-54 0,0 3-213 16,-6 1-529-16,-1 1-838 0</inkml:trace>
  <inkml:trace contextRef="#ctx0" brushRef="#br0" timeOffset="163206.631">20310 17349 2734 0,'0'0'526'15,"0"0"-348"-15,18 74 35 0,-9-47 83 16,0 4 14-16,-1-3-25 0,0-6-88 0,3-2-117 16,-1-9-31-16,0-4-12 0,3-5-15 15,0-2-10-15,0-9 40 0,0-4 24 16,2-7-27-16,-1-7-49 0,-1-1-55 16,1-4-52-16,-1-1-18 0,3 0-23 0,-3 2-49 15,4 1-120-15,-4 2-196 0,-1 8-214 16,5-5-526-16</inkml:trace>
  <inkml:trace contextRef="#ctx0" brushRef="#br0" timeOffset="163338.428">20790 17249 2523 0,'0'0'550'0,"0"0"-396"0,0 0-17 16,11 88 139-16,-11-58 102 0,0-3-13 15,0-1-77-15,0-4-187 0,-1-5-101 0,-1-3-64 0,-1-6-66 16,1-2-108-16,-3-6-94 0,2 0-258 15,-3-6-1117-15</inkml:trace>
  <inkml:trace contextRef="#ctx0" brushRef="#br0" timeOffset="163501.252">20657 17092 3280 0,'0'0'482'0,"0"0"-479"0,0 0 123 16,0 0 31-16,0 0-25 0,0 0-10 15,77-47-122-15,-57 38-56 0,-3-1-227 16,3 2-180-16,-6 3-645 0,5 1-1216 0</inkml:trace>
  <inkml:trace contextRef="#ctx0" brushRef="#br0" timeOffset="164224.982">21428 17063 1467 0,'0'0'981'15,"0"0"-726"-15,0 0-78 0,0 0 63 16,0 0-13-16,-84-7 2 0,64 23-8 16,1 4-61-16,-1 6-12 0,1 6-23 15,2 2-19-15,0 5-26 0,8-6-5 0,2 0-39 16,6-7-36-16,1-7-22 0,1-6-40 15,9-4 22-15,3 0 6 0,3-3 34 0,4-1 39 16,-1 0-23-16,3-2-13 0,-2 0 15 16,-3-3 7-16,2 2 0 0,-3 0 18 15,0 0-9-15,-2 3-15 0,0-2-17 16,-1 2 0-16,-3 1 1 0,-1 2 15 0,-2 1-2 0,-2-2 2 16,-2 2 1-16,-2 0-17 0,-1 1 10 15,0 0 0-15,-3 3 0 0,-3-1-12 16,-4 1-34-16,-3 1-34 0,3-4-28 15,1-1-9-15,1-4 3 16,2-5-26-16,3 0-48 0,3-8-95 0,0-5-49 16,6-4 68-16,5-3 73 15,3 1 18-15,1 0-93 0,1 3-5 16,3 2 175-16,-2 2 84 0,3 2 168 16,-2 2 68-16,-1 3-10 0,-1 2-21 15,-3 0 12-15,-2 3 19 0,-4 0 4 0,-2 6-10 16,-2 3 5-16,-3-1-39 0,0 6-44 0,0 2-38 15,-2-1-25-15,-4 2-9 0,1-2 3 16,-2 0-1-16,2-4-12 0,-1-2-27 16,5-3-22-16,0-1-21 0,1-5-25 15,0 0-33-15,0 0-64 0,2-5-32 16,7-2 25-16,0-4 43 0,2-2 33 16,1-3 4-16,1-3-19 0,1-2-10 15,-1-1-3 1,0-1 7-16,0-1-20 0,1 1-61 0,-2-1-103 15,2 1-200-15,1-1-188 0,-4 8-96 16,2-11 274-16</inkml:trace>
  <inkml:trace contextRef="#ctx0" brushRef="#br0" timeOffset="164988.989">21836 17112 1261 0,'0'0'735'0,"0"0"-284"0,0 0-87 0,0 0-5 0,0 0 39 16,0 0-38-16,0 0-103 0,0 0-104 16,-84-36-51-16,67 47-15 0,-2 7-7 15,3 6-12-15,1 5 24 0,3 5 6 16,1 5-27-16,3 4 2 0,3 0 7 16,5-4 23-16,0-6-36 0,0-7-47 15,4-7-20-15,3-7-25 0,4-6-11 0,0-4-7 16,3-4 6-16,6-12 25 0,0-7-12 15,3-12-40-15,-1-4-65 0,0-4-12 0,-2 2 27 16,-4 3 50-16,-1 6 63 0,-4 9 1 16,-3 6-16-16,2 8-6 0,-4 5-15 15,0 2 37-15,-2 12 50 0,2 3 55 16,-1 6-22 0,-1 2 6-16,-2 2-19 0,0-4-12 15,-1 0-15-15,2-6-24 0,-1-1-19 16,1-7-19-16,1-3-42 0,2-4-58 0,1-8-47 15,2-9-1-15,2-7-53 0,2-7-166 16,0-7-318-16,-3 6-575 0,7-18-332 0</inkml:trace>
  <inkml:trace contextRef="#ctx0" brushRef="#br0" timeOffset="165311.791">22185 16519 2478 0,'0'0'486'0,"0"0"-284"0,0 0 31 0,0 0 40 16,15 104 10-16,-15-56-7 0,0 8-65 15,-2 8 12-15,-4 1-2 0,0 2-35 16,2-3-73-16,-1-3-101 0,5-10-12 16,0-7-82-16,0-7-49 0,6-11 30 0,4-6 58 15,0-10 9-15,4-4-37 0,3-6-21 16,-1-5-13-16,2-5 34 0,2-3 25 16,-1 0 21-16,1 2 0 0,-1 2 23 15,-5 4 0-15,1 3 2 0,-7 2 13 16,-2 6 46-16,-4 6 40 15,-2 1 3-15,0 5-10 0,-5 1-15 16,-5 1-6-16,0 2-13 0,-1-2-12 16,0-3-19-16,0-3-27 0,2-2 0 15,1-5-49-15,2-6-43 0,2-1-33 16,2-10-54-16,2-6-63 0,0-7-13 16,3-9-98-16,9-5-136 0,-4 6-150 15,9-29-512-15</inkml:trace>
  <inkml:trace contextRef="#ctx0" brushRef="#br0" timeOffset="165659.915">22591 16551 1903 0,'0'0'684'0,"0"0"-247"16,0 0-19-16,0 0-41 0,0 0-81 15,65 85-85-15,-58-42-3 0,-3 4-14 16,-1 7-16-16,-3 2 39 16,0 1-31-16,0-1-52 0,0-4-61 15,3-5-70-15,5-8-3 0,4-3-64 16,3-5-76-16,3-5 3 0,5-7 27 15,-1-4-18-15,3-6 36 0,-1-5 40 0,-1-2-71 16,2-2-7-16,-2-3 7 16,1 0 20-16,-1-1 57 0,0 3 20 0,-4 0 26 15,1 1 21-15,-2-1-2 0,0-3 56 0,-1 1-7 16,-2-4 12-16,1-3 4 0,-2-2-56 0,-3-3-28 16,-5 1-142-16,-3 4-53 0,-3 2-103 15,-9 6-229-15,-8 2-106 0,-7 12 249 16,-3 7 384-16,-3 11 175 0,-1 5 130 15,1 5-7-15,4 4-14 0,4 0 0 16,4-3 6-16,4-7-16 16,6-6-69-16,7-9-89 0,1-9-116 15,9-8-90-15,5-2-132 0,1-8-176 16,12-14-816-16</inkml:trace>
  <inkml:trace contextRef="#ctx0" brushRef="#br0" timeOffset="165791.465">23661 17170 4025 0,'0'0'554'0,"0"0"-384"0,0 0-140 15,-77-2-30-15,53-4-212 0,-2-4-101 16,8 3-300-16,-14-7-1336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41:04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4626 1680 1848 0,'0'0'36'15,"-18"-70"-13"-15,7 27 77 0,-2-4 137 0,0 4 31 16,1 6 48-16,2 5 34 0,-1 7-44 16,2 8-81-16,2 5 7 0,-2 4 1 15,1 4-31-15,-3 3-41 0,1 1-16 16,-4 0-10-16,-2 5-40 0,-4 4-70 16,-2 5 5-16,1 7-11 0,-2 6-1 15,-2 8 7-15,2 8-7 0,3 10-3 16,0 10-14-16,4 8-1 0,6 7-1 15,4 1 0-15,6-2 0 0,0-7 1 0,10-8 0 0,7-9 25 16,5-10 8-16,1-8-5 0,5-7-7 16,0-6-9-16,4-6-9 0,1-4 15 15,-1-6-17-15,0-6 0 0,-1 0-1 16,1-9 1-16,-3-3-3 0,-5-3-1 16,-1-4-103-16,-5 2-53 0,-4-5-53 15,-2 1-149-15,-6-2-367 0,-1 6-944 0</inkml:trace>
  <inkml:trace contextRef="#ctx0" brushRef="#br0" timeOffset="179.292">4477 1994 1140 0,'0'0'1819'0,"0"0"-1490"0,0 0-77 0,0 0 173 16,0 0-18-16,93 27-83 0,-72-25-100 0,2-2-89 15,3 0-77-15,3-7-55 0,-3-7-3 16,7-2-150-16,-4-6-86 0,4-1-66 15,-4-3-176-15,-2 2-289 0,-7 4-543 16,-1 0-240-16</inkml:trace>
  <inkml:trace contextRef="#ctx0" brushRef="#br0" timeOffset="300.201">4878 1917 124 0,'0'0'1752'0,"0"0"-415"0,-6 78-1162 0,6-46-133 16,0 5 126-16,0 1 138 0,0 0-58 15,0-3-30-15,0-2-63 0,3-2-87 16,4 0-68-16,3-2-87 0,2-2-167 15,5-1-157-15,-2-7-342 0,9 0-1113 0</inkml:trace>
  <inkml:trace contextRef="#ctx0" brushRef="#br0" timeOffset="700.972">5997 1907 2292 0,'0'0'815'0,"0"0"-578"0,0 0-56 0,0 0 18 15,70 74 135-15,-60-46 83 0,0 3-127 16,-6 0-94-16,-2 0-92 0,-2-1-61 15,0-2-43-15,0-4-3 0,0-6-101 16,0-6-101-16,-2-5-45 0,-1-4-100 16,2-3-346-16,-5-7-711 0,3 0-683 15</inkml:trace>
  <inkml:trace contextRef="#ctx0" brushRef="#br0" timeOffset="816.668">5902 1773 919 0,'0'0'1423'15,"0"0"-798"-15,0 0-308 0,0 0 1 16,100-25-34-16,-68 18-168 16,1-1-116-16,0-1-157 0,2 1-191 15,-8 1-204-15,12-3-860 0</inkml:trace>
  <inkml:trace contextRef="#ctx0" brushRef="#br0" timeOffset="1048.167">6521 1813 1737 0,'0'0'1788'0,"0"0"-1469"0,0 0-156 0,0 0 256 16,-48 79 37-16,39-66-123 0,4-4-136 0,2-3-90 16,3-2-44-16,0-1-14 15,3 2-43-15,4 1-6 0,8 1 0 0,3 3 0 16,4 4 15-16,0-3-3 0,0 0-12 16,0 2 1-16,-2-1 0 0,-2 0 0 15,-7 1 0-15,-1 1 1 16,-6 2 0-16,-2 1 9 0,-2-3-11 15,-3 4-69-15,-4-1-83 0,-6-3-49 16,-2-1-40-16,-3 2-62 0,-4 0-211 16,5-3-668-16,-16 9-1123 0</inkml:trace>
  <inkml:trace contextRef="#ctx0" brushRef="#br0" timeOffset="1585.183">7590 2074 1489 0,'0'0'2346'16,"0"0"-1970"-16,0 0-226 0,0 0 69 0,0 0 74 15,0 0-82 1,0 0-74-16,0 0-19 0,0 0 56 15,124 22-32-15,-52-33-66 0,3-8-43 16,0-6-12-16,-6-3-21 0,-5-4-1 16,-5-3-62-16,-5 0-86 0,-6-3-72 0,-4-2-75 15,-4 1-192-15,-13 9-658 16,-3-10-1116-16</inkml:trace>
  <inkml:trace contextRef="#ctx0" brushRef="#br0" timeOffset="1819.406">7996 1655 1102 0,'0'0'1718'16,"0"0"-1072"-16,0 0-321 0,-12 66 3 15,19-35 82-15,4 8-62 0,2 8-101 0,3 6-58 0,2 8-83 0,0 7-45 16,-3 7-34-16,-1 4-26 0,-5 4-1 16,-2-4 0-16,1-2-3 0,-5-10-24 15,0-5-9-15,-3-8 8 0,0-8-14 16,0-7-4-16,0-7-39 0,-3-7-28 15,-1-9-15-15,-3-6-13 0,3-5-3 16,-1-5-81-16,1-8-139 16,-4-12-413-16,3-8-492 0,-1 3-719 15</inkml:trace>
  <inkml:trace contextRef="#ctx0" brushRef="#br0" timeOffset="2066.641">8325 1969 1068 0,'0'0'1678'0,"0"0"-1232"0,0 0-30 0,78 4 79 0,-62 3-150 16,1 1-55-16,-4-1-69 0,-3 5-80 16,-1 0-59-16,-3 2-30 0,-4 7-12 15,0 2-16-15,-2 4-8 0,0 2-16 16,-4 1-82-16,-1-6-58 0,1-5 36 0,-1-5 64 16,2-7 40-16,2-7 11 15,1 0-8-15,-1 0 25 16,1-6 5-16,0-2-20 0,0-7-13 15,0-4-58-15,4-5-22 0,6-7 19 16,5-3 2-16,2-1-61 0,7-1-62 0,2 1-107 16,3 1-252-16,0-1-432 15,-7 9-371-15</inkml:trace>
  <inkml:trace contextRef="#ctx0" brushRef="#br0" timeOffset="2382.923">8740 1971 1588 0,'0'0'640'0,"0"0"-40"16,0 0-311-16,-6 69 160 0,6-57 65 31,3-5-97-31,3-2-192 0,4-3-87 0,4-1-24 0,1-1-11 0,5 0-14 0,3-7-31 16,2-1-16-16,1-6-20 0,1-3-22 31,0 0 0-31,1-5-79 0,-1 0-43 16,-5 0-28-16,1 0 15 0,-7 4 24 15,-6 4-12-15,-4 3 33 0,-5 4 35 0,-1 2 33 0,-4 1 22 0,-8 0 34 31,-5 0-15-31,-6 0 21 0,-2 3-9 0,-2 1 27 0,-2 0 4 0,0 0-22 32,5 9 25-32,2 3-28 0,3 5-1 0,4 4 20 0,3 3-4 15,6 1-16-15,3 0-36 16,3-3-33-16,0-2 2 0,6-6-27 0,4-1-25 16,0-5-43-16,8-4-59 0,0-4-20 15,3 0-175-15,3-10-299 0,-1-5-669 16,-6 3-326-16</inkml:trace>
  <inkml:trace contextRef="#ctx0" brushRef="#br0" timeOffset="2667.731">9219 2016 1360 0,'0'0'433'15,"0"0"361"-15,0 0-354 0,0 0 52 16,0 0-7-16,0 0-125 0,0 0-150 16,0 0-71-16,0 0-16 0,88 41-10 15,-68-57 0-15,1-4-46 0,1-3-36 16,1-5-28-16,-3 2 0 0,-4 1-3 15,-5 2-15-15,-5 6-10 0,-6 3 24 0,0 2-1 16,-11 3-25-16,-2 0-16 0,-6 6-33 16,-1 3 27-16,0 0-31 0,-2 6 28 15,5 8 12-15,0 3 18 0,0 5 22 16,3 2 16-16,1 5 42 0,0-3 16 16,5 3-25-16,2-1-49 0,0-1-26 0,6-3-57 15,0 0-46-15,1-2-31 0,11-6-10 16,5 0-23-16,7-5-96 0,6-2-135 15,7-3-84-15,5-4-276 0,-9-2-1083 16,25 0 1854-16</inkml:trace>
  <inkml:trace contextRef="#ctx0" brushRef="#br0" timeOffset="3507.255">8861 1994 752 0,'0'0'0'15,"0"0"394"-15,0 0 729 0,0 0-674 0,0 0-182 16,0 0-66-16,0 0-9 0,-49 77 5 15,38-59-20-15,-1 1-58 0,1 0-34 0,0 0-13 0,2-1-5 16,1 0-23-16,1 1-10 0,3-3-34 16,2 2-13-16,2 0 1 0,0 2-10 15,0-1-3-15,3-3-9 0,7 3-21 16,-1-2-64-16,7-2-41 0,1-3-40 16,6 0-92-16,6-4-125 0,4-4-378 15,-7-4-980 1,27-4 1541-16</inkml:trace>
  <inkml:trace contextRef="#ctx0" brushRef="#br0" timeOffset="4038.701">10651 1905 1907 0,'0'0'576'0,"0"0"-240"0,0 0 0 16,0 0 28-16,0 0-33 0,-76-20-69 16,61 20-44-16,-2 0-54 0,3 4-44 0,-5 5-40 15,4 7-3-15,-2 4 3 0,4 8 15 16,2 1-9-16,2 1-10 0,5 1-36 16,4-1-16-16,0-10-22 0,0-2-2 15,4-6-21-15,3-4-4 0,5-3-2 16,-1-2-4-16,5-3 1 0,3-4-7 15,5-8-61-15,2-7-28 0,-1-5 0 0,-2-2-3 0,0-1 14 16,-3 1 35-16,-2 4 8 0,-4 3-3 16,-4 7 28-16,0 1 19 0,-4 9-9 31,-3 2 37-31,1 1 0 0,0 9 112 16,-1 4 28-16,0-1 0 0,2 5-13 15,-4 1-10-15,3-3-19 0,-3-1-6 0,2-5-31 16,-1-1-61-16,1-7-3 0,1-2-46 0,0 0-21 15,5-4-62-15,3-11-29 0,2-4-124 16,-1 2-391-16,3-22-971 0</inkml:trace>
  <inkml:trace contextRef="#ctx0" brushRef="#br0" timeOffset="4370.806">11024 1330 752 0,'0'0'2639'16,"0"0"-2385"-16,0 0-159 0,0 0 122 0,3 82 224 15,-10-46-25-15,-4 8-92 0,-2 8-126 16,-2 6-76-16,-4 7-52 0,-1 3-48 16,4-2-22-16,1-7-3 0,6-12-46 15,6-10 7-15,3-12 8 16,1-8 4-16,8-5 3 0,5-6-16 0,2-1 16 16,7-4 3-16,2-1 22 0,2 0-19 15,3 0 6-15,2-1-3 0,0-1 18 16,-3 2 0-16,-5 0-1 0,-2 0-2 15,-5 0-10-15,-7 3 11 0,-2 1 2 16,-7 1 0-16,2-3 31 0,-3 1 15 0,0 1-4 16,-6 0 7-16,-3 2-4 0,-5 0-45 0,-3 2-9 15,-5-2-64-15,-2 0-6 0,-1-3-21 16,-2 0-10-16,-1-2-68 0,2-1-102 16,2 0-210-16,6 0-494 0,-3 0-711 0</inkml:trace>
  <inkml:trace contextRef="#ctx0" brushRef="#br0" timeOffset="4539.871">11553 2086 1474 0,'0'0'2977'16,"0"0"-2586"-16,0 0-204 0,0 0 75 16,0 0 56-16,0 0-24 0,0 0-161 15,0 0-133-15,0 0-46 0,0 0-62 16,0 0-37-16,8-27-31 0,-8 16-106 15,0 3-300-15,0-5-990 0</inkml:trace>
  <inkml:trace contextRef="#ctx0" brushRef="#br0" timeOffset="7059.939">12946 1794 616 0,'0'0'0'0,"0"0"-84"0,0 0 84 0,0 0 91 0,-86-73-52 15,63 59-37-15,2 1 1062 0,-1 2-830 16,3 1-56-16,2 4 20 0,4-1 54 16,2 4 54-16,2-1 17 0,6 2-17 15,2 1-34-15,1 0-40 0,0-2-47 16,0 3-48-16,4-1-56 0,7 1-35 16,2 0 10-16,2 0 0 0,8 1 2 15,1 5-2-15,2 5 2 0,-3 4-21 0,-2 5-22 16,-3 3-12-16,-5 8 13 0,-4 4-15 15,-3 2-1 1,-5 2-33-16,-1 3-44 0,0-5-6 16,-1-3 37-16,-2-6 27 0,-3-6 16 0,2-7 2 15,-1-4-30-15,3-5 25 16,0-4 6-16,1-2 43 0,1 0-6 0,0-6-6 16,0-4-3-16,0-7-16 0,4-6-9 15,3-10-1-15,2-4-2 0,1-3-1 16,0 1-11-16,4 1-16 0,2 4 0 0,4 3-30 0,2 2-1 15,1 6-28-15,5 4-83 0,0 7-109 16,1 1-153-16,-4 8-294 0,8 0-749 0</inkml:trace>
  <inkml:trace contextRef="#ctx0" brushRef="#br0" timeOffset="7384.13">13484 1730 2418 0,'0'0'1203'0,"0"0"-995"0,0 0-16 15,0 0 167-15,0 0-71 0,-93 34-55 0,70-21-49 16,1 4-69-16,0-2-60 0,2 5-24 16,2-1-4-16,3 2-6 0,3 1-2 15,3 0-19-15,3-2-1 0,4-1-2 16,2-2-16-16,0-5-14 0,2-4-7 16,7-1 4-16,0-3 11 0,3-2 4 15,4-2-12-15,-2 0-28 0,3-4-19 16,-1-6 7-16,3-4 5 0,-1-2 1 15,2 2-7-15,-3-3 9 0,0 3 19 16,0 0-13-16,-5 6 25 0,0 1 10 0,-1 3 24 16,-2 3 0-16,-2 1 43 0,0 0 16 0,-1 3 18 15,-3 2 0-15,0 2 2 0,-2-2 1 32,1 3-28-32,-2-1-52 0,0-2 0 0,0-1-119 15,1-1-81-15,-1-3-51 0,4 0-252 0,1 0-522 16,-1-3-491-16</inkml:trace>
  <inkml:trace contextRef="#ctx0" brushRef="#br0" timeOffset="7692.086">13639 1775 1509 0,'0'0'1049'0,"0"0"-404"0,0 0-380 16,0 0-47-16,0 0 125 0,0 0 75 16,0 0-91-16,0 0-97 0,2 69-53 15,-4-58-34-15,-1-1-67 0,1-1-76 16,1-4-3-16,1-1-55 0,0-3-60 0,0-1-26 15,3 0 7-15,4-1-10 0,2-7 27 0,3-2 9 16,2-4 6-16,-2 0-4 0,1-2 19 16,-1 4 37-16,-1 2 16 0,1 5 12 15,-2 0-6-15,0 4 31 0,0 1 96 16,-2 3 29-16,0 7-14 0,-1 2-2 16,-4 4 8-1,0 1-19-15,-1 3 3 0,-2 1-3 16,0-3-21-16,0 0-25 0,0-3-32 15,0-3-20-15,0-5-36 0,0-1-65 16,0-5-68-16,0-1-34 0,0-2-63 0,3-10-248 16,-1 1-617-16,8-11-672 0</inkml:trace>
  <inkml:trace contextRef="#ctx0" brushRef="#br0" timeOffset="8294.223">14119 1156 3097 0,'0'0'958'16,"0"0"-958"-16,0 0 41 0,0 0 15 0,0 88 236 15,0-43 26-15,0 11-116 16,0 4-52-16,0 5 2 0,0 1-3 0,-2 0-73 0,-1 1-49 15,-1-3-27-15,0-3-49 0,-1-7-63 16,2-6-22-16,2-11 9 0,1-8 15 16,3-14 24-16,4-6-18 0,5-9 15 15,3 0 18-15,5-15 12 0,2-5 4 16,6-4-20-16,2-5 13 0,0 0 22 0,0 2 28 16,-2 2 10-1,-5 4 2-15,-7 7 15 0,-5 3 16 16,-5 7 16-16,-6 3 12 0,-2 1-4 0,-9 1-55 15,-3 7-105-15,-8 0-69 0,-4 5 40 16,1 2 65-16,-1-1 46 0,3 0-20 16,3 0 11-16,6 0 32 0,2-1 3 15,5 3 73-15,4-2-3 0,3 2 1 16,0 2 14-16,8 0 11 0,4 0-3 0,6 0-16 0,3-2-30 16,5 1 24-16,3-3-3 15,4-4-22-15,3-1-3 0,0-4-28 0,5-4-18 16,-2-1-11-16,0 0-81 0,0-4-133 15,1 0-138-15,-13 0-743 0,12 0-1114 0</inkml:trace>
  <inkml:trace contextRef="#ctx0" brushRef="#br0" timeOffset="8648.162">15254 1805 4105 0,'0'0'596'0,"0"0"-495"0,0 0-64 16,0 0 104-16,-14 75 106 0,6-56 42 15,-1-1-159-15,3-2-94 0,1-4-36 16,4-4-19-16,1-1-14 0,0-4-16 16,1-3-14-16,7 0-41 0,6-8-8 15,3-8 42-15,5-4-3 0,2-5-10 0,0-4-17 16,0 2-4-1,0 2 24-15,1 6 46 0,-4 5-2 16,1 5 36-16,-2 4 55 0,0 3 1 16,-4 2 33-16,0 0 11 0,-3 7-5 0,-1 0-6 15,-2 5-13-15,-3 0 0 0,-3 5 0 16,-1 2-10-16,-3 3-29 0,0 0-37 16,0 2 0-16,0 2-97 0,-4-1-77 15,1 1-54-15,3 0-57 0,0-3-366 0,0-6-718 16,4-2-715-16</inkml:trace>
  <inkml:trace contextRef="#ctx0" brushRef="#br0" timeOffset="8795.675">16035 2066 828 0,'0'0'2833'0,"0"0"-2320"16,0 0-299-16,0 0-31 0,0 0 66 15,-29 86-89-15,14-63-87 0,0 1-73 16,-4 1-30-16,3-3-126 0,-4 2-111 0,0 0-111 15,4-10-622-15,-10 10-1323 0</inkml:trace>
  <inkml:trace contextRef="#ctx0" brushRef="#br0" timeOffset="9385.821">18221 1303 1387 0,'0'0'1490'15,"0"0"-1074"-15,0 0-200 0,0 0 122 16,0 0 82-16,70 97-23 0,-49-49-66 16,-5 9-90-16,-2 11-92 0,-6 5-46 15,-5 8-33-15,-3-2-37 0,-3-3-30 16,-5-6-3-16,-4-6 0 0,1-9-51 0,3-5-89 16,-1-5-36-16,2-9 2 0,3-9 0 15,4-8-32-15,0-7-134 0,0-7-281 16,1-4-593-16,-1-1-808 0</inkml:trace>
  <inkml:trace contextRef="#ctx0" brushRef="#br0" timeOffset="9534.667">18420 1934 2156 0,'0'0'1583'16,"0"0"-1300"-16,0 0-88 0,110 4 96 16,-71-3-13-16,-2-1-70 0,2 0-31 15,0-5-76-15,1-6-50 0,4-7-51 16,2-7-15-16,0-3-128 15,1-7-98-15,-3 0-107 0,-12 5-445 16,6-13-1185-16</inkml:trace>
  <inkml:trace contextRef="#ctx0" brushRef="#br0" timeOffset="9734.659">19010 1456 1296 0,'0'0'2100'15,"0"0"-1834"-15,14 81-105 0,-7-44 59 16,1 8 139-16,-2 0-38 0,-1 4-134 16,-4 2-122-16,2 5-55 0,-3 1-10 15,0 5-68-15,0 0-79 0,2 0-105 0,-1-4-106 16,1-4-291-16,1-5-602 0,-2-15-826 0,3 8 1940 0</inkml:trace>
  <inkml:trace contextRef="#ctx0" brushRef="#br0" timeOffset="10335.828">20548 1444 2451 0,'0'0'1273'0,"0"0"-1002"0,0 0-176 0,0 0-5 15,0 0 16-15,-113 44 31 0,68-21-4 16,-6 5-72-16,-1 2-24 0,-3 3-12 16,-1 3 3-16,1-1-25 0,1 1 15 15,1 0-15-15,4 1 22 0,7-6-23 16,6-3 10-16,8-6-12 16,8-3 1-16,8-5-1 15,7-3-12-15,4-1-7 0,1 3-8 0,10 2 18 16,9 3 9-16,4 2 49 0,9 1 3 15,6 1 3-15,4 1 16 0,6-1-16 16,3 2-6-16,0 0 0 0,-1-3-7 16,1 0-42-16,-3-5 0 0,-1-2-15 15,1-4-43-15,-2-4-83 0,1-2-64 0,-5-2-64 0,0-2-107 16,-9 0-368-16,8-5-901 0</inkml:trace>
  <inkml:trace contextRef="#ctx0" brushRef="#br0" timeOffset="10682.75">21638 1258 3436 0,'0'0'1368'15,"0"0"-1215"-15,0 0-141 0,0 0 16 0,-82 19 55 16,48 9 35-1,-5 9 129-15,-1 11-35 0,1 8-64 16,2 11-54-16,4 6-37 0,2 5-14 16,2 3 5-16,6-1-18 0,6-4-9 15,8-8-3-15,9-9-3 0,1-9 9 0,16-9-10 16,2-8-13-16,7-6-1 16,3-7 0-16,4-3 1 0,1-6-1 15,0-5-3-15,3-4-21 0,-1-2-21 0,0-5 3 0,-4-5-37 16,-2-4-41-16,-7-4-26 0,-4-1-17 15,-7-2-28-15,-6 0-111 0,-6 1-257 0,-5-1-562 16,-5 6-436-16,-13-7-132 16</inkml:trace>
  <inkml:trace contextRef="#ctx0" brushRef="#br0" timeOffset="10846.916">21373 1896 1709 0,'0'0'1871'0,"0"0"-1326"0,0 0-296 15,0 0-48-15,0 0 76 0,0 0 84 16,0 0 0-16,93 9-98 0,-56-9-136 15,2-3-75-15,1-5-52 0,-1-3-11 16,-3-1-50-16,-3 1-69 0,-2-1-106 16,-2 2-34-16,-7 2-59 0,-2 3-219 15,-5 4-483-15,-5 1-101 0,-4 3-158 0</inkml:trace>
  <inkml:trace contextRef="#ctx0" brushRef="#br0" timeOffset="10920.586">21821 1875 75 0,'0'0'636'16,"0"0"515"-16,-31 83-458 0,19-50-117 15,1 3-105-15,-1 1-112 0,2 1-70 16,-2 4-94-16,1-2-80 0,2 1-41 15,-2-2-68-15,1-1-6 0,0-2-210 0,-1 0-209 16,0 0-632-16,2-8-1384 0,-4 9 1910 0</inkml:trace>
  <inkml:trace contextRef="#ctx0" brushRef="#br0" timeOffset="11884.206">3215 3967 3506 0,'0'0'498'0,"0"0"-498"16,0 0 1-16,0 0 18 0,0 0 213 16,95 19 66-16,-55-9-64 0,4 3-75 15,3-2-64-15,5 1-31 0,1-2-18 0,-1 0-16 0,-3-3 7 16,3-3-37-16,-2-3 0 0,0-1-12 16,1-1-77-16,-2-6-94 0,-1-5 26 15,-2 0-101-15,-6-4-71 0,-8 3-266 0,-11 2-617 16,-9 3-974-16</inkml:trace>
  <inkml:trace contextRef="#ctx0" brushRef="#br0" timeOffset="12069.267">3584 4207 2088 0,'0'0'1165'16,"0"0"-904"-16,0 0-20 0,0 0 127 16,0 0-42-16,0 0-146 0,0 0-106 0,0 0-19 15,0 0 101-15,82 16 113 0,-25-13-92 16,4 0-126-1,1-1-50-15,-5-2 2 0,0 0-3 16,-5-5-51-16,-3-4-50 0,-6 1-39 16,0-5-46-16,-4 1-78 0,-4-2-154 15,-11 3-360-15,-5-11-1178 0</inkml:trace>
  <inkml:trace contextRef="#ctx0" brushRef="#br0" timeOffset="12338.62">4044 3610 2202 0,'0'0'1104'15,"0"0"-1103"-15,0 0 24 0,0 0 216 16,89 7 34-16,-50 4-57 0,5 1-75 16,0 7-59-16,2 4-65 0,-4 5-19 15,-6 8-3-15,-6 7-13 0,-7 3-23 0,-9 7 39 16,-8 0 12-16,-6 4 26 0,-6 4 2 15,-10 0-15-15,-4 1 6 0,0-3-13 16,-3-7-15-16,0-6-3 0,4-9-1 16,-1-7-18-16,0-8-56 0,1-6-21 15,2-6-32-15,1-3-11 0,2-7-56 0,2 0-159 0,5-7-457 16,-9-18-1046-16</inkml:trace>
  <inkml:trace contextRef="#ctx0" brushRef="#br0" timeOffset="12670.755">5029 3523 2164 0,'0'0'1186'16,"0"0"-951"-16,0 0-39 0,101-12 172 16,-68 11-156-16,2-2-129 0,2 0-18 15,2 1 34-15,3-4 9 0,3 2-19 16,2 0-55-16,-1 0-22 0,2 0-12 15,-5 3 0-15,-2 1-21 0,-4 1-10 0,-7 8 28 0,-4 5-22 16,-3 9-2-16,-3 2 27 0,-7 10 0 16,0 7 2-16,-7 12 10 0,-3 8 0 15,-3 10 4-15,0 8-15 0,-2 9 1 16,1 6-2-16,1 3 0 0,0 2-12 16,3-3 12-16,7-11 0 0,0-11 16 0,3-14 8 15,0-19 4-15,0-11-28 0,0-13-6 0,-3-7-7 16,0-4-8-16,-4-7-34 0,-3 0-109 15,0-2-86-15,-3-8-141 0,0 1-319 16,-9-13-955-16</inkml:trace>
  <inkml:trace contextRef="#ctx0" brushRef="#br0" timeOffset="12870.557">5075 4364 2579 0,'0'0'1578'15,"0"0"-1230"-15,0 0-283 0,0 0-25 0,0 0 185 16,94-13 123-16,-41 2-38 0,9-3-43 16,6-2-137-16,1-2-64 0,-2 0-52 15,-4 1-14-15,-5 2-1 0,-5 0-17 0,-7 5-60 16,-4 2-98-16,-11 6-39 0,-6 2-19 16,-12 7-92-16,-6 11-232 0,-7-2-594 0,-14 22-724 0</inkml:trace>
  <inkml:trace contextRef="#ctx0" brushRef="#br0" timeOffset="13034.22">5222 4792 1608 0,'0'0'1475'15,"0"0"-1054"-15,0 0-159 0,0 0 103 16,0 0-66-16,0 0-95 0,0 0-93 0,0 0 27 16,0 0 152-16,83 37-10 0,-23-51-95 15,5-5-82-15,4-4-50 0,-1 3-53 16,-4-1-27-16,0 2-188 0,-5 5-141 15,-14 6-176-15,11 6-864 0</inkml:trace>
  <inkml:trace contextRef="#ctx0" brushRef="#br0" timeOffset="15306.604">7482 4386 856 0,'0'0'144'0,"0"0"772"0,0 0-478 0,0 0-128 15,-32-69-78-15,22 54 69 0,2-2-49 16,-1 1-21-16,-1 4-45 0,-3 0-10 15,4 2-19-15,-4 1-26 0,0 0 14 0,2 5-27 16,-5 0-26-16,4 2-3 0,-2 2 16 0,1 3-29 16,1 7-36-16,-2 6-13 15,1 8-26-15,3 6 1 0,1 4 11 0,5 6 2 16,4 3-14-16,0-2-1 0,1-1-1 0,7-8-27 16,3-4 13-16,-1-9-15 15,0-7-1 1,5-5 7-16,-1-5 5 0,2-2-5 0,3-2-19 15,1-11-31-15,0-5 0 0,-1-5-3 16,1-2 9-16,-4-4 4 0,1 0-8 16,-4 3 7-16,0-3 0 0,-3 5 40 0,-2 5 6 15,0 3 18-15,-4 7 1 0,-1 4 0 16,2 5 0-16,-1 0 31 0,3 7 25 16,3 5 9-16,0 5 28 0,1 2-12 0,1 4-10 15,0 1 3-15,-1 0-7 0,1-3-21 16,0-1-13-16,0-4-33 0,0-1-21 15,4-7-26-15,0-3-97 0,2-3-32 16,4-2-57-16,4-7-184 0,-6-1-349 16,9-10-832-16</inkml:trace>
  <inkml:trace contextRef="#ctx0" brushRef="#br0" timeOffset="16061.83">8938 3792 2153 0,'0'0'1090'15,"0"0"-918"-15,0 0-160 0,0 0 81 16,0 0 251-16,0 0-2 0,56 100-62 15,-43-54-71-15,3 10-61 0,-5 4-23 16,-1 3-14-16,-4 4-14 0,-2 0-39 16,-4 2-25-16,0-5-29 0,0-2-4 15,-1-7-23 1,-2-11-19-16,3-10-19 0,0-10-3 16,0-11 27-16,4-6-6 0,-1-6-18 0,5-1-3 15,1-3-10-15,3-9 25 0,1-7 21 0,3-5-12 16,-3-4-3-16,4 3 24 0,-2 0 4 15,2 7-3-15,-3 2-1 0,3 8 16 16,1 3 3-16,-4 5 14 0,2 0 11 16,-4 1 6-16,-1 6 12 0,2 4 15 0,-4 1 10 15,-2 0 3-15,-3 1-13 0,-1 1-3 16,0 1-12-16,-3 1-4 0,-3-1 10 0,-5 4-3 16,-6-2 9-16,0 1-6 0,-5-1-16 15,-1 0-12-15,-1-5-19 16,0-2-2-16,1-2-6 0,2-5-61 0,2-3-21 15,0 0-4-15,4-7-33 0,5-5-77 0,3-2-138 16,4-7-232-16,0 6-680 0,11-9-742 0</inkml:trace>
  <inkml:trace contextRef="#ctx0" brushRef="#br0" timeOffset="16393.721">9599 4340 1858 0,'0'0'1541'0,"0"0"-979"0,0 0-292 15,0 0-22-15,0 0 48 0,0 0-38 16,0 0-36-16,0 0-61 0,-78 54-57 16,59-31-17-16,-1 4 4 0,5 1 39 15,6-5-39-15,3-2-46 0,3-3-26 0,3-7-19 16,0-1-21-16,2-4 3 0,5-3-6 16,2-3-3-16,3 0-12 0,1-4-28 0,6-10-12 15,0-3-5-15,3-5-10 0,-1-1-6 16,-2-1 18-16,1 5 12 0,-3 1 15 0,-1 8 12 15,1 4 7-15,-2 5 2 0,1 1 34 16,-5 4 18-16,0 6 46 0,0 5 19 16,-4 3 8-16,-1 2-21 0,-2 0-7 15,-1 0-5 1,0-2-10-16,-2-4-23 0,2-2-25 16,-1-5-25-16,-1-4-62 0,2-3-99 0,3 0-36 15,0-4-84-15,2-9-194 0,1-1-557 16,2-13-669-16</inkml:trace>
  <inkml:trace contextRef="#ctx0" brushRef="#br0" timeOffset="16694.375">10047 4128 1740 0,'0'0'1439'16,"0"0"-883"-16,0 0-380 0,0 0-9 16,-63 89 157-16,40-61 52 0,1 0-30 15,2-3-96-15,7-6-71 0,2-4-70 16,5-7-72-16,4-4-37 0,2-3-30 15,0-1 0-15,3 0-4 0,6 0-14 0,7 0 36 0,2-4 9 16,3 1-55-16,2-6 10 0,1 6-4 16,-2-2 3-16,1 4 22 0,-2 1 24 15,-3 0-15-15,-1 0-1 0,-4 3 19 16,1 2 1-16,-6 3 24 0,-2 0 8 0,-2 0 4 16,-2 0 5-16,-2 3 1 15,0 0-7-15,-5 2-2 16,-2 1-10-16,-2 0-22 0,-1-2-2 15,-3 0-21-15,3 0-67 0,0-3-58 16,3 0-68-16,1-2-58 0,3-7-259 16,1 0-538-16,2 0-339 0</inkml:trace>
  <inkml:trace contextRef="#ctx0" brushRef="#br0" timeOffset="16872.227">10370 4196 1511 0,'0'0'1786'16,"0"0"-1430"-16,0 0-136 0,0 0 85 15,7 77 83-15,-7-46-28 0,0-1-122 16,0-3-144-16,-3-2-91 0,-1-7-3 16,4-5-88-16,-2-4-110 0,2-3-85 15,-1-6-125-15,0 0-679 0,-8-7-1073 0</inkml:trace>
  <inkml:trace contextRef="#ctx0" brushRef="#br0" timeOffset="17032.431">10400 3971 2406 0,'0'0'1629'16,"0"0"-1268"-16,0 0-361 0,0 0-31 15,0 0 3-15,0 0 28 0,0 0 7 16,0 0-7-16,0 0-199 0,95-16-153 15,-76 11-351 1,9-2-851-16</inkml:trace>
  <inkml:trace contextRef="#ctx0" brushRef="#br0" timeOffset="17279.973">10731 4042 855 0,'0'0'1154'0,"0"0"266"0,0 0-1123 0,-18 74-76 16,9-52 126-16,1-3 3 0,1 0-80 15,2-6-92-15,2-1-62 0,3-2-40 16,0-2-22-16,2 1-23 0,5-1-10 15,3-1-9-15,2 3-12 0,1-2-1 16,2 2 0-16,-2-3 0 0,3 1 0 16,-3 2 0-16,0-2 0 0,-3-1 1 0,-1 3 2 15,-2-2-1-15,-4 2 1 0,0 2 1 16,-3-2-3-16,-6 4 0 0,-4 0-57 16,-3 1-41-16,-6 1-12 0,-1-2-24 0,0 0-40 15,-6-1-29-15,0-1-125 0,6-5-459 16,-19 2-1241-16</inkml:trace>
  <inkml:trace contextRef="#ctx0" brushRef="#br0" timeOffset="18329.132">12440 3552 2440 0,'0'0'702'16,"0"0"-409"-16,0 0-163 0,0 0 82 0,0 0 175 16,0 0-92-16,0 0-122 0,0 0-66 15,0 0-24-15,-26 88-21 0,14-43-19 0,-1 8-1 16,-1 1-5-16,-1-1-12 0,4-5-4 15,1-3-21-15,0-4-17 0,2-3 15 16,3-6-38-16,0-8-37 0,4-5 16 0,-1-4-25 16,2-6-31-16,0-4 6 15,3 1 34-15,3-3 6 0,4 2 12 0,3 2 19 16,2 4 40-16,2 0 0 0,-3 2-11 16,2 3 11-16,-3 2 6 0,1 3 78 0,-6 1-3 0,0 0-4 15,-5 0-22-15,0 4-14 0,-3 2-29 16,0 0-9-16,0-1-2 0,0-2-1 15,0-4-37-15,0-7-71 0,0-4-106 16,2-3-209-16,6-7-554 0,4 0-459 16</inkml:trace>
  <inkml:trace contextRef="#ctx0" brushRef="#br0" timeOffset="18730.064">13078 3538 3283 0,'0'0'775'16,"0"0"-619"-16,-14 63-65 0,9-26 113 16,-4 7 199-16,0 4-70 0,0 2-99 15,0 4-116-15,0 0-42 0,1-4-74 16,1 0-2-16,2-6-12 0,0-3-27 15,0-4-22-15,4-10 6 0,1-7 7 16,0-7 8-16,0-5-5 0,1-2-7 16,4-6 10-16,2 1 2 0,3 2 16 15,4-3 11-15,2 3 13 0,4-1 2 16,0 1 0-16,-1 2-2 0,1 1 1 16,-2-2-1-16,1 4 15 0,-4 0 18 0,-3 1 4 15,-3-3-1-15,-5 2 13 16,0-1-4-16,-1 2-14 0,-3-4-10 0,-3 6 0 0,-8-1 10 15,-4 2-18-15,-5 0-13 0,-3 0-55 16,-3-2-33-16,1-3-21 0,-2 0-41 0,4-3-2 16,-1-4 8-16,2 0-44 0,3-5-180 15,2-8-257-15,1-4-374 0,5-4-257 16,2 5-151-16</inkml:trace>
  <inkml:trace contextRef="#ctx0" brushRef="#br0" timeOffset="18900.983">13301 4170 992 0,'0'0'2139'0,"0"0"-1652"0,0 0-197 0,0 0 14 15,39 72-37-15,-36-47-23 16,-3-2-78-16,0 3-99 0,0 0-56 16,-7 0-11-16,3-2-36 0,-1 0-124 15,-1-4-80-15,1-2-55 0,2-2-239 16,0-6-649-16,2-2-816 0</inkml:trace>
  <inkml:trace contextRef="#ctx0" brushRef="#br0" timeOffset="19137.641">13866 4153 2315 0,'0'0'1549'0,"0"0"-1297"0,0 0-177 16,0 0-4-16,0 0-5 0,0 0-17 0,0 0-49 15,0 0-22-15,78 0-192 0,-56-8-161 0,-3 2-356 16,9-5-1242-16</inkml:trace>
  <inkml:trace contextRef="#ctx0" brushRef="#br0" timeOffset="19253.788">14394 4128 1327 0,'0'0'192'0,"0"0"852"16,0 0-928-1,0 0-116-15,0 0-97 0,82-34-433 16,-69 27-647-16</inkml:trace>
  <inkml:trace contextRef="#ctx0" brushRef="#br0" timeOffset="19390.464">14862 4046 1634 0,'0'0'1358'15,"0"0"-816"-15,0 0-320 0,0 0 20 16,0 0 9-16,0 0-90 0,0 0-22 0,0 0-9 16,82 7-62-16,-67-8-68 0,-1-5-80 0,5-1-124 0,-2 0-122 15,6-4-248-15,-6 6-703 0,11-7-991 0</inkml:trace>
  <inkml:trace contextRef="#ctx0" brushRef="#br0" timeOffset="20070.65">16221 3471 1997 0,'0'0'1055'15,"0"0"-854"-15,0 0 48 0,0 0 79 16,0 0-26-16,36 93-9 0,-36-53-31 16,0 4-59-16,-6 9-72 0,-8-3-36 15,2 2-7-15,-2-2-11 0,4-2-38 16,-2-3-39-16,3-2 0 0,1-4-1 0,1-4-32 0,1-9-19 16,2-4 3-16,1-8 19 0,3-5-16 0,0-6-33 15,3-3-41-15,3 0 13 0,2 0 33 16,4-3 37-16,4-2 22 0,1 1 14 15,5 0 0-15,1 4-30 0,1 0 19 16,-1 6 12-16,0 4 71 0,-3 2 24 16,-1 3-21-1,-3-1-1-15,-4 1 10 0,-3-1 11 16,-1 0-12-16,-7 1-21 0,-1-3-12 16,0 1 3-16,-6 2 2 0,-9-1 44 0,-3-1-11 15,-5 0-53-15,-3-3-31 0,-1 0-3 16,-2-2-49-16,0-4-54 0,2-1-9 15,4-3 6-15,1 0-29 0,5-5-26 16,4-5-57-16,6-5-215 0,2-3-340 0,2-3-477 0,3 5-731 16,0-8 1778-16</inkml:trace>
  <inkml:trace contextRef="#ctx0" brushRef="#br0" timeOffset="20339.501">16548 4153 2160 0,'0'0'1253'0,"0"0"-905"0,0 0-39 15,0 0 70-15,0 0 1 0,0 0-65 16,0 0-142-16,13 73-112 0,-13-67-61 0,0-2 0 16,0-1-33-16,0-1-40 0,2-2-43 15,3 0-16-15,4-2 16 0,2-1 12 16,3-4 39-16,-3 1 22 0,4 0 10 16,-4 0 29-1,2 4 1-15,-1 2 3 0,-1 0 19 0,2 2 64 16,0 4 12-16,0 5-28 0,-3 0-15 15,0 4 0-15,-1-2-6 0,-3 5-18 16,-1-1-1-16,-3-3-8 0,-1 2-17 16,-1-3-2-16,0 1-37 0,0-2-73 0,0-3-31 15,0-1-22-15,0-2-37 0,-3 1-236 16,0-4-364-16,-1 0-832 0</inkml:trace>
  <inkml:trace contextRef="#ctx0" brushRef="#br0" timeOffset="21362.453">17288 3557 212 0,'0'0'2600'0,"0"0"-2091"0,0 0-289 0,0 0-34 16,0 0 75-16,0 0 34 0,0 0-66 15,0 0-99-15,0 0-47 0,49-68-15 16,-33 58-19-16,-1 2-31 0,0 3-18 16,-4 2-3-16,-1 3-34 0,-1 0-12 15,-2 10-3-15,0 9-3 0,-5 8 48 0,-2 9 5 0,-2 7 2 16,-12 5-37-16,1 4 16 0,-3-2 2 31,3-2 7-31,4-6-16 0,0-6 10 0,6-6 5 16,1-7 11-16,2-7-1 0,0-4 0 15,0-4 0-15,0-4-9 0,2 0 11 16,1 3 0-16,4-4-3 0,0 5 4 16,2 1 18-16,3 2-3 0,0 1-13 15,1 6 17-15,4 2 55 0,-1 3 15 0,1 1 0 16,3 2-15-16,-1-1 30 0,0-1-36 0,0-4-32 15,-6 0 4-15,-2-3-22 0,-1 0-18 16,-4-3 0-16,1 1-2 0,-4-6-13 16,0 1 3-16,-3-2-59 0,0 1-60 15,0-6-26-15,-3 2-37 0,-3-1-29 16,1-2-121-16,-1-1-282 0,-1-1-651 0,1 0-706 16,2-3 1894-16</inkml:trace>
  <inkml:trace contextRef="#ctx0" brushRef="#br0" timeOffset="21873.193">18742 3845 1539 0,'0'0'1041'0,"0"0"-761"0,0 0-106 0,0 0-11 0,0 0 57 15,0 0 72-15,0 0 50 0,-23 72-60 16,23-41-59-16,0 0-51 0,1-3-31 16,6-9-30-16,2-7-47 0,5-5-31 15,2-6-11-15,7-1-7 0,2-9-12 16,4-11-3-16,-1-5-61 0,3-5-61 16,-3-3-19-16,0-1-1 15,-6 3 10-15,-2 2 20 0,-6 7 0 16,-2 3 19-16,-7 5-29 0,-5 4-26 15,0 3 22-15,-8 1 35 0,-7 3 91 16,-1 1 101-16,-5 2-35 0,-1 2 3 16,0 7 6-16,1 4-2 0,1 3 2 15,2 2-10-15,3 0-30 0,2 0-35 16,3-3-18-16,3 0-26 0,2-3-102 0,2-4-185 0,2 1-440 16,-1 0-1028-16</inkml:trace>
  <inkml:trace contextRef="#ctx0" brushRef="#br0" timeOffset="21988.927">19220 3828 1512 0,'0'0'1619'0,"0"0"-1335"0,0 0-56 0,87-1 71 16,-62-9-166-16,1-3-84 0,-1-3-49 16,1-5-41-16,1-4-57 0,1-3-182 0,-8 5-407 15,0-9-1112-15</inkml:trace>
  <inkml:trace contextRef="#ctx0" brushRef="#br0" timeOffset="22258.877">19352 3545 68 0,'0'0'2418'0,"0"0"-2060"16,0 0-123-16,-11 79 138 0,11-43 69 16,0 6 9-16,5 0-120 0,1 3-125 15,3 1-84-15,-3 3-61 0,-1 5-3 0,-3-1-33 31,1 5 2-31,-3-3-3 0,0 2-22 0,0-4-2 16,0-4-25-16,0-3-5 0,0-6-53 16,-3-3 4-16,-1-5-13 0,-2-3 6 15,0-6 25-15,1-8 18 0,-1-3-41 16,2-6-2-16,-1-6 6 0,-1 0 8 16,-2-3-40-16,2-8-22 0,0-6-42 15,2-8-28-15,4-9-227 0,0-9-240 0,2 8-870 16</inkml:trace>
  <inkml:trace contextRef="#ctx0" brushRef="#br0" timeOffset="22559.574">20432 3484 1197 0,'0'0'2630'0,"0"0"-2175"15,0 0-232-15,0 0 48 0,0 0-56 16,0 0-29-16,-95 26-3 0,65 3-68 0,-2 9-39 15,1 11-9-15,0 9 14 0,5 4 43 16,4 6 24-16,4-1-60 0,6-3-37 16,6-6-18-1,6-8 15-15,6-9 1 0,10-7 17 16,7-8 36-16,6-3-41 0,1-7-19 16,4-6-12-16,0-6-14 0,2-4-16 15,3 0-42-15,-3-7-10 0,-3-5-20 0,0-5-36 16,-5-1-40-16,-4-1-24 0,-5-2-39 15,-5 0-71-15,-6 2-114 0,-7 3-125 16,-1 1-175-16,-6 5-416 0,-15-5-288 0</inkml:trace>
  <inkml:trace contextRef="#ctx0" brushRef="#br0" timeOffset="22791.158">20262 3923 258 0,'0'0'2824'0,"0"0"-2254"0,0 0-252 15,0 0-5-15,0 0-13 0,0 0 32 0,0 0 1 16,0 0-59-1,85 32-68-15,-55-37-67 0,5-5-79 16,-2-6-60-16,0-1-51 0,-2-2-46 16,-3-3-48-16,-3 7-25 0,-3 3-12 15,-4 7-4-15,-2 5-25 0,-6 4-10 0,-4 12 11 16,-6 12 179-16,0 7 31 0,-9 3 43 16,-4 5 77-16,0 3 44 0,-1-3-2 15,2-1-33-15,-1-1-22 0,4-4-28 0,-2-3-9 0,5-4-46 16,3-5-24-16,2-5-27 15,1-4-138-15,3-4-116 0,4 0-76 0,1-7-639 16,6 2-838-16</inkml:trace>
  <inkml:trace contextRef="#ctx0" brushRef="#br0" timeOffset="23323.391">22521 3457 1170 0,'0'0'1421'16,"0"0"-1263"-16,0 0 35 0,0 0 152 16,0 0 93-16,0 0-60 0,0 0-33 15,0 0-150 1,0 0-75-16,0 0-43 0,0 0-31 0,-64 84-9 15,35-37-10-15,3 0-9 0,7-4-15 16,5-3-3-16,7-6-2 0,5-4-13 16,2-3 0-16,9-7 0 0,5-1-1 15,5-3 5-15,4-3 11 0,3-2 2 0,2-1 1 16,-1 1 25-16,-1-3 5 16,-4 2 7-16,-4 1-9 0,-2-1 2 0,-6 2 16 15,-3 2-18-15,-5 2-13 0,-2 1 12 0,-2 1 7 16,-6-2-13-16,-4 2 1 0,-1-4-7 15,-2-3-18-15,1-3-100 0,1-6-104 0,-1-2-23 16,5-2-29-16,4-8-63 0,-2-4-169 16,5 3-308-16,2-18-936 0</inkml:trace>
  <inkml:trace contextRef="#ctx0" brushRef="#br0" timeOffset="23661.963">22872 3698 1914 0,'0'0'1540'0,"0"0"-1135"0,0 0-38 16,0 0 29-16,25 72-49 0,-25-50-48 16,0 2-52-16,0-1-84 0,0-3-84 15,0-3-79-15,0-5-12 0,2-7-37 16,4 0-45-16,4-5-30 0,2 0-40 0,5-6-6 16,3-7-17-16,1-3-98 15,2-5-248-15,0-1-187 0,-1-2-33 0,-3 4 135 16,-1 0 277-16,-5 2 201 0,-1-2 140 15,-4 3 69-15,-4-2 321 0,-1 4 73 16,-1 7 20-16,-2 1 50 0,0 5-35 0,0 2-104 0,0 2-110 16,0 8-103-16,2 4-74 0,4 4 40 15,0 4 48-15,0 4-37 0,-1 2 6 16,1 0 2-16,0-1-36 0,2-2-79 16,0-5-51-16,1-1-50 0,1-3-65 0,2-7-30 15,2-3-43-15,3-6-64 0,4-1-112 31,3-11-185-31,-6-2-592 0,7-13-686 0</inkml:trace>
  <inkml:trace contextRef="#ctx0" brushRef="#br0" timeOffset="23862.5">23574 3654 1395 0,'0'0'2112'0,"0"0"-1720"15,0 0-157-15,0 0 55 0,-26 78-16 0,12-56 9 0,2 3-21 16,1-6-70-16,3-1-74 0,3-4-51 15,3-2-58-15,2-3-9 0,0-3-22 16,0 0 7-16,4-4-21 0,2 2-52 16,0-2 6-16,4-2-9 0,-1 0-1 15,4 0-14-15,3-5-29 0,5-8-27 0,2-2-60 16,5-8-197 0,-5 4-559-16,8-18-647 0</inkml:trace>
  <inkml:trace contextRef="#ctx0" brushRef="#br0" timeOffset="24194.542">23970 3111 1703 0,'0'0'1697'0,"0"0"-1304"15,0 0-167-15,0 0 34 0,0 0 19 16,-16 74 4-16,10-36-44 0,-2 8-57 0,1 1 7 16,1 0 11-16,0 3-31 0,0-4-39 15,2-2-81-15,-2-2-49 0,4-5-28 16,-1-6-74-16,1-4-19 0,2-8 24 15,2-7 24-15,6-5-15 0,7-3-9 16,1-4 0-16,4-5 5 0,1-6-11 0,1-3-10 16,0-3 24-16,-2 3 40 0,-3 3 28 0,-3 5 21 15,-1 4 3-15,-4 2 55 0,-2 5 43 16,0 5 18-16,-2 4-28 0,-4 3 4 31,1 2-13-31,-2 0-33 0,0 2 2 0,0-2-17 16,0-1-13-16,3-1-21 0,3-3-1 15,3-2-78-15,3-3-67 0,4 2-73 0,3-2-211 16,2-2-195-16,-5 0-1009 0,14 4-392 0</inkml:trace>
  <inkml:trace contextRef="#ctx0" brushRef="#br0" timeOffset="24579.139">25068 3624 775 0,'0'0'2067'16,"0"0"-1625"-16,0 0-64 0,88 24 101 0,-44-12-29 15,4-1-94-15,3-4-115 0,5-3-76 16,2-4-68-16,2-6-58 0,4-11-39 15,1-4-6-15,0-7-88 0,1-5-34 16,-2-2-64-16,-2-5-71 0,-4 1-175 0,-17 8-546 16,-2-10-656-16</inkml:trace>
  <inkml:trace contextRef="#ctx0" brushRef="#br0" timeOffset="24764.027">25735 3158 1865 0,'0'0'619'0,"0"0"-110"0,0 0-262 16,-47 92 90-16,33-47 94 0,-1 8 19 16,2 5-53-16,0 2-73 0,3 3-108 15,-1 0-97-15,-1-7-75 0,4-2-44 0,-1-8-109 16,4-10-86-16,3-11-6 0,2-11 39 16,10-7-19-16,7-7-38 0,6-10-185 15,3-12-292-15,-4 3-565 0,5-23-714 0</inkml:trace>
  <inkml:trace contextRef="#ctx0" brushRef="#br0" timeOffset="25481.405">26123 2895 1785 0,'0'0'1632'0,"0"0"-1139"0,0 0-326 16,0 0-14 0,0 0 136-16,6 83-6 0,-14-35-8 15,-3 9-13-15,-4 9-34 0,1 5-55 16,-3 1-37-16,1 0-46 0,1-4-43 15,3-4-47-15,3-8-46 0,2-7-81 16,7-10-18-16,0-12 27 0,9-6 27 16,7-11 12-16,4-6 6 0,4-4 3 15,2-8-15-15,3-8-3 0,0-3-16 0,-2-5-16 0,-1 1-24 16,-3 3 24-16,-1 5 55 0,-5 5 34 16,-1 6 31-16,-1 4 33 0,-5 0 29 15,0 10 49-15,-5 3 18 0,-2 5-22 16,-3-1 6-16,0 4-24 0,0 1-4 15,0-2 0-15,0-3-6 0,0-2-18 16,0-5-28-16,0-2-30 16,5-4-1-16,3-3 17 0,2-1 32 15,5-1-33-15,2-5-18 0,3-1-30 16,0-2-6-16,2 0-4 0,-2 3 7 16,-1 0-7-16,0 3-8 0,-5 2-13 15,3 1 27-15,-4 0 10 0,0 1 24 0,-3 2 3 0,2 0 28 16,-1-3 2-16,2 0-15 0,2 0 1 15,-1-4 2-15,6-8-21 0,1-3-42 16,2-4-40-16,4-5-49 0,3-4-25 16,2-5-9-16,1-4-42 0,3-7-146 15,-3-6-99-15,4-5 37 0,-3-6 105 0,-3-4 130 16,-4 1 61-16,-4 0 119 0,-5 11 71 16,-3 9 141-16,-4 13 98 0,-4 13 1 15,-1 11-31-15,-3 7-57 0,2 6-8 0,-2 9 82 0,2 10-36 16,-1 7-50-16,-1 7-83 0,2 6-25 15,-1 7 46-15,2 2 78 0,4 0-64 16,1 2-51-16,5 3-19 0,4-3-5 16,1-5-61-16,-5-2-27 0,-1-8-58 15,-5-3-41-15,-4-3-34 0,-6-2-18 16,-3-4-15 0,-13-2-22-16,-7-5-101 0,-10-4-100 0,-4-6-121 15,-5-3-97-15,0-9 133 0,2 0 180 0,1-7 120 16,7-9 58-16,8-3 116 0,3-6 122 15,11-5-6-15,9 1-20 0,4-1 23 16,14 7 63-16,14 4 13 0,3 3 55 16,11 1 34-16,2 3-17 0,7 0-87 15,3 1-84-15,5 0-19 0,2 1-37 16,0 2-40-16,1 1-40 0,-19 0-441 16,9 3-739-16</inkml:trace>
  <inkml:trace contextRef="#ctx0" brushRef="#br0" timeOffset="26344.713">7822 5982 1357 0,'0'0'2034'15,"0"0"-1546"-15,0 0-290 0,0 0-11 16,0 0 58-16,0 0 45 0,41 78-5 16,-29-32-106-16,-1 11-57 0,-1 8-22 15,0 5 3-15,0 4 21 0,-1-2-27 0,-1 1-51 0,-1-5-34 16,1-3-12-16,-4-4 0 0,0-5-15 15,3-6-10-15,-2-8-71 0,-1-11-59 16,2-5-18-16,0-10-28 0,1-4-27 16,1-6-104-16,0-6-205 0,0-2-423 15,1-10-181-15,-5-6-413 0</inkml:trace>
  <inkml:trace contextRef="#ctx0" brushRef="#br0" timeOffset="26482.375">8050 6743 658 0,'0'0'117'0,"0"0"1083"0,0 0-427 16,32-74-225-16,-12 61-117 0,3-1-56 15,7 8-98-15,3 2-29 0,5 4-36 16,4 0-68-16,5 0-16 0,5 0-18 16,0 0-10-16,4-1-62 0,-1-8-38 0,-2-4-52 15,-4-6-85-15,-4 0-62 0,-6-5-27 0,-5 2-61 16,-12 6-291-16,-3-9-951 0</inkml:trace>
  <inkml:trace contextRef="#ctx0" brushRef="#br0" timeOffset="26686.49">8626 6086 1812 0,'0'0'1019'0,"0"0"-596"0,0 0-244 0,0 0 55 16,12 65 84-16,1-31 17 0,0-2-44 15,4 8-97-15,1-3-65 0,2 4-38 16,0 2-75-16,-3 1-16 0,-1 3-22 15,-6 1-30-15,0-1-92 0,0-2-49 0,-1-5-61 16,0-8-124-16,-1-10-340 0,4-9-792 0</inkml:trace>
  <inkml:trace contextRef="#ctx0" brushRef="#br0" timeOffset="26851.275">9376 6492 2262 0,'0'0'1458'0,"0"0"-1172"0,0 0-72 0,85-4 68 15,-59-3-140-15,0-1-93 0,-5-4-49 16,-1 2-67-16,-1-2-106 0,-3 2-76 16,-2 1-166-16,-5 4-600 0,-9 5-982 0</inkml:trace>
  <inkml:trace contextRef="#ctx0" brushRef="#br0" timeOffset="27029.758">9363 6654 1003 0,'0'0'1851'15,"0"0"-1636"-15,0 0 25 0,0 0 137 0,0 0-75 0,92 3-54 16,-65 1-89-16,4-4-72 0,0 2-57 16,1 0-30-16,3-2-85 0,-1 0-183 15,2 0-137-15,-10-2-567 0,10 0-1126 0</inkml:trace>
  <inkml:trace contextRef="#ctx0" brushRef="#br0" timeOffset="27600.234">10849 5959 1246 0,'0'0'2279'0,"0"0"-1951"15,0 0-186-15,0 0 3 0,0 0 10 16,0 0 38-16,0 0-20 0,0 0-63 16,-87 82-48-16,53-50-16 0,-1 5 3 15,0 1-7-15,2 0-11 0,3-2-28 16,3-3 9-16,4 0-11 0,5-5 0 16,1-2-1-16,8-3-8 0,3-3 8 0,3-2 19 15,3 1-1-15,6 2 3 0,9 1-2 16,5 1 39-16,9 2 6 0,2 1 33 15,6-2 9-15,2 1-39 0,1-4-24 16,-1 1-22 0,1-3-9-16,2 3-12 0,-2-5-20 0,1-2-20 15,-1 0-112-15,-3-4-125 0,-1 0-103 16,-8-5-404-16,3 6-1676 0</inkml:trace>
  <inkml:trace contextRef="#ctx0" brushRef="#br0" timeOffset="28886.603">11908 6236 1494 0,'0'0'260'0,"0"0"421"0,0 0-410 16,0 0-117-16,0 0 13 0,-93-63 124 31,73 54-2-31,0 5-33 0,-3 1-26 0,4 3-96 15,-1 2-25-15,4 8 12 0,1 7-25 16,3 7-38-16,3 8 1 0,2 8 11 16,7 4 4-16,0 3 15 0,0 2-31 0,7-4-12 15,0-7 12-15,4-8-39 0,-1-6 20 16,0-12-24-16,-1-4-11 0,2-3-1 16,-2-5 12-16,2 0 0 0,2-8-3 0,3-7 28 15,1-5-7-15,1-4-33 0,-1-7-75 16,-1-4-16-16,-2 0-7 0,2-1 18 15,-2-2 10-15,2 0 8 0,-1-2 10 0,-1-2-3 16,0-3-31-16,-2-1 33 0,-2-5-2 16,-3 1 8-16,-2-2 7 0,-5 2 3 15,0-4 24-15,0 5 1 0,-2 3 12 16,-1 6 31-16,-1 5 28 0,3 9-58 0,-1 4 51 16,1 4 38-16,-1 6-7 0,2 3 13 15,0 5-7 1,0 2-25-16,0 2-24 0,0 0-3 15,0 3-7-15,0 3-18 0,0 2-10 16,-1 4-1-16,1 9 30 0,-2 4 3 16,1 11-1-16,1 2 1 0,-2 8-4 0,0 4-2 15,-1 8-25-15,-2 6 9 0,-2 0-12 16,0 4 0-16,1-3-3 0,0-1 0 16,2-8-37-16,1-4-57 0,2-7-53 0,-1-6-34 0,2-7-41 15,0-4-86-15,6-6-267 0,-2-7-502 16,5-2-427-16</inkml:trace>
  <inkml:trace contextRef="#ctx0" brushRef="#br0" timeOffset="29455.936">12248 6461 1626 0,'0'0'1284'0,"0"0"-900"0,0 0-222 0,0 0-86 16,0 0 83-1,0 0 121-15,0 0-7 0,0 0-103 16,10 86-77-16,-9-66-50 0,2 2-21 15,-1 0 0-15,-1-2-22 0,4-2-11 16,0-6-16-16,2 0-38 0,-1-1-93 16,2-7-45-16,1-1-70 0,3-3-100 0,0 0-202 15,2-7-547-15,-4-2-444 16,9-12 1345-16</inkml:trace>
  <inkml:trace contextRef="#ctx0" brushRef="#br0" timeOffset="29903.831">12690 5822 2940 0,'0'0'812'0,"0"0"-602"16,0 0-210-16,0 0 92 0,0 0 120 15,-3 75 95-15,5-38-67 0,-1 2-68 16,-1 5-44-16,0 0-27 0,0 6-40 15,0-1-34-15,-1 0-12 0,-4-4-13 0,1-2-2 16,1-5-12-16,0-6-9 0,-1-3 2 0,0-9 16 16,4-2-12-16,-2-9 14 0,2-2-14 15,0-6-22-15,0 1-30 0,0-2-3 16,6 3 14-16,4 0 56 0,3 1 15 16,3 2-15-16,0-2 1 0,3 0-1 0,-2 1 1 15,0-1-1 1,-2 1 2-16,-1-2 11 0,-4 3-1 15,-1-1 0-15,-1 0 10 0,-3 2 8 16,-2-1 10-16,-3 0 2 0,0 4 10 16,0-1-9-16,-8 3-4 0,-6 1-11 15,0 2-16-15,-5-4-10 0,1-1-2 16,0-5-47-16,-2 0-53 0,1-2-25 0,0-2-4 16,0-1 10-16,2 0-16 0,0-7-22 0,5-3-107 15,1-4-159-15,2 0-243 0,5-5-522 16,3 3-754-16,1-5 1868 0</inkml:trace>
  <inkml:trace contextRef="#ctx0" brushRef="#br0" timeOffset="30072.808">13062 6413 1903 0,'0'0'1228'0,"0"0"-804"0,0 0-175 0,0 0 19 0,0 0 59 15,29 81-3-15,-28-58-39 0,2 1-114 16,-3 1-86-16,0-2-56 0,2 1-29 15,-1-2-31-15,2 0-72 0,-1-1-77 16,3-3-56-16,-2-1-51 16,1 2-204-16,-1-8-595 0,-3 3-879 0</inkml:trace>
  <inkml:trace contextRef="#ctx0" brushRef="#br0" timeOffset="30732.372">13706 6639 1873 0,'0'0'683'0,"0"0"-258"0,0 0-188 0,0 0-36 0,0 0 37 15,0 0 30 1,0 0-14-16,0 0-58 0,0 0-91 16,26 70-61-16,-26-56-30 0,0 1-14 15,0-2-3-15,-1-5-53 0,-1-2-61 16,-1-2-58-16,0-4-48 0,2 0-85 16,0 0-185-16,1-4-504 0,-3-1-799 0,3-11 1760 0</inkml:trace>
  <inkml:trace contextRef="#ctx0" brushRef="#br0" timeOffset="31236.258">14284 6330 1929 0,'0'0'1063'0,"0"0"-797"0,0 0-158 15,0 0 13-15,0 0 66 0,-80-31 93 16,64 23-23-16,-3 3-70 0,4 1-63 16,1 2-53-16,2 2 6 0,1 1-16 15,1 10 38 1,0 6-32-16,-1 9-15 0,0 6-6 16,1 10-19-16,2 2 7 0,2-1 0 0,0-3-1 15,5-7 4-15,1-8-22 0,0-8-15 16,5-9-26-16,3-4-20 0,3-4 22 15,4-5 20-15,5-7-11 0,1-12-28 16,1-5-51-16,1-7-5 0,0-3 13 16,-3-1 16-16,0 0 20 0,-1 2 4 0,-1-1 12 0,-1 0 3 15,-1-3 3-15,-1-1-18 0,-3-8 34 16,1-1 11-16,-6-1-24 0,-3 0 25 16,-1 0 15-16,-3 4 4 0,0 8 21 15,0 5-24-15,0 9 42 0,0 9 29 0,0 7-4 16,2 6 3-16,-1 5-3 0,-1 0-4 0,2 11-33 31,1 2-34-31,1 10 50 0,-1 6 32 16,-1 8 25-16,1 7-10 0,0 4-15 15,0 3-30-15,-1-1-55 0,1 3-9 16,0-3-30-16,-2 2-89 0,2-2-63 16,-2-3-53-16,-1-3-41 0,0-2-188 15,0-10-571-15,0 7-714 0</inkml:trace>
  <inkml:trace contextRef="#ctx0" brushRef="#br0" timeOffset="31474.202">14585 6429 1403 0,'0'0'1556'0,"0"0"-1313"15,0 0 31-15,0 0 121 0,0 0-56 0,83-49-96 16,-77 48-92-16,-3 1-28 16,-1 0-6-16,-2 6-13 0,0 5-73 0,0 3 11 0,0 4 10 15,0 5-30-15,-2 3-19 0,-1 1 21 16,0-2-22-16,1 1-2 0,2-3-15 15,0-2-3-15,2-7-4 0,7-2-5 0,5-7 2 16,3-4 4-16,3-1-22 16,3-6-55-16,4-10-55 0,4-4-39 0,0-5-146 15,-5 6-356 1,7-15-736-16</inkml:trace>
  <inkml:trace contextRef="#ctx0" brushRef="#br0" timeOffset="31874.898">15060 5747 1603 0,'0'0'2055'0,"0"0"-1718"0,17 77-183 0,-10-35-14 15,-1 8 111-15,-2 2 94 0,-2 2-58 16,-1 1-110-16,2-5-62 0,-1-3-54 15,-1-4-39 1,4-1-22-16,-2-7-18 0,0-7-28 16,0-6-39-16,0-6 21 0,1-4 19 15,2-7 2-15,-1-4-6 0,2-1-12 16,1 0 0-16,0 0 61 0,3-5 2 16,1 2 2-16,2-1 8 0,2-1-10 0,0 1-2 15,1 1 2-15,0 3-2 0,-2 0 1 16,-1 0 2-16,-2 0 0 0,-4 3 9 0,0 0 0 15,-3 2 10-15,-3 0-4 0,-2 2 0 16,0 0-3-16,-2 3 6 0,-8 3-21 0,-3 0-52 16,-2 2-21-16,-4 1-22 0,-1-3-15 15,-2 0-16-15,3-4-19 0,0-1-71 16,3-1-146-16,1-3-219 0,2-4-426 16,4 0-399-16,-1-7 357 0</inkml:trace>
  <inkml:trace contextRef="#ctx0" brushRef="#br0" timeOffset="32095.635">15400 6384 228 0,'0'0'2548'16,"0"0"-1975"-16,0 0-129 0,0 0-20 15,0 0-136-15,85 5-57 16,-77-2-28-16,-2 2-84 0,-1 1-52 16,0 0-30-16,-2 2-13 0,-2 6-2 15,-1 1-10-15,0 3 6 0,0 4 0 16,0-3-15-16,0 0-3 0,0-2 0 15,0-1-12-15,6-6 11 0,0 1-1 16,4-4-16-16,3-3 17 0,2-2-1 16,3-2-17-16,4-1-51 0,1-7-79 0,6-2-44 0,1-3-69 15,2-4-243 1,-8 6-719-16,11-3-988 0</inkml:trace>
  <inkml:trace contextRef="#ctx0" brushRef="#br0" timeOffset="32538.698">16205 6560 1512 0,'0'0'1439'0,"0"0"-1160"0,0 0-15 16,0 0 2-16,0 0-46 0,38 78-59 16,-37-53 22-16,-1 3-52 0,-1-4-82 15,-6-1-24-15,2-4-24 0,-1-2-1 0,1-5-34 16,2-4-146-16,-1-2-102 0,2-5-127 15,2-1-276-15,0 0-796 0,0-15 22 0</inkml:trace>
  <inkml:trace contextRef="#ctx0" brushRef="#br0" timeOffset="32707.887">16762 6357 828 0,'0'0'2044'15,"0"0"-1612"-15,0 0-92 16,0 0-19-16,0 0-175 0,0 0-146 16,0 0 0-16,0 0-133 0,0 0-128 15,0 0-180-15,0 0-272 0,85-50-863 0</inkml:trace>
  <inkml:trace contextRef="#ctx0" brushRef="#br0" timeOffset="32876.915">17086 6307 1505 0,'0'0'1326'15,"0"0"-1072"-15,0 0-2 0,0 0 246 16,0 0-97-16,0 0-29 0,82 4 6 16,-65-4-110-16,0 0-85 0,-1-5-56 15,3-1-79-15,-1 0-48 0,0 0-46 16,-3-1-97-16,0 2-72 0,0-2-60 16,-1 4-88-16,-4 0-623 15,3 3-983-15</inkml:trace>
  <inkml:trace contextRef="#ctx0" brushRef="#br0" timeOffset="33578.153">18312 6059 362 0,'0'0'2283'16,"0"0"-2013"-16,0 0-74 0,0 0 97 16,0 0 27-16,0 0-24 0,0 0-5 15,0 0-90-15,0 0-77 0,0 0-35 16,0 0 16-16,-80 20 2 0,68 8-9 0,-1 8-19 0,4 6-18 15,2 1 0-15,3 0 0 0,0-5 6 16,4-6-31-16,0-10-36 0,4-7 0 16,3-7-15-16,2-3-3 0,2-5 18 15,7-7 29-15,2-9-29 0,-1-5-21 16,2-8-52-16,1-3-37 0,-3-4-24 16,1-3-16-1,0 0-9-15,0-2-29 0,3-4-17 0,0 1-81 16,-3-3-99-16,3 1-66 0,-6-3 63 15,-2 0 115-15,-1-1 127 0,-6 2 146 16,-5-2 62-16,-3 3 125 0,0 2 12 16,0 6 0-16,-5 8 41 0,2 7 43 0,2 8-6 15,-1 10 19-15,2 4-26 16,0 2-66-16,0 2-44 0,0 9-22 0,0 3-65 0,0 9 46 16,0 7-18-16,3 6 5 0,3 5 28 15,1 4 42-15,2 2-67 0,-1 3-52 0,1 1-20 16,0 3-34-16,-1-1-3 0,1 3-17 15,1-2-4-15,-1 1-51 0,-1-3-71 16,-2-2-36-16,-1-4-15 0,-1-5-29 16,-2-3-90-16,-1-8-229 0,-1-4-574 0,0-9-649 15</inkml:trace>
  <inkml:trace contextRef="#ctx0" brushRef="#br0" timeOffset="34010.662">18763 6101 1159 0,'0'0'2195'0,"0"0"-1858"0,0 0-120 15,0 0 25-15,6 78 38 0,-3-52-12 16,-3 1 24-16,1 0-109 0,-1-4-95 16,0 1-74-16,0-5-14 0,0 0-22 15,0-3-36-15,0-1-15 0,0-5-6 16,0-3 15-16,0-3-1 0,0-4-20 0,3-4-26 15,4-3 99-15,2-3 12 0,5-4 46 0,0 2-16 16,1-1-8-16,1 0-21 0,3 1 30 16,-2 4 33-16,1 2 3 0,-4 3-36 15,0 3-28-15,-5 0-3 0,-2 0 0 0,-4 6 0 16,-3 3-1-16,0 3-20 0,-6 3-16 16,-7 3-18-1,-2 1-50-15,-1 2 13 16,-4-1 15-16,0-2 6 0,2-3 6 0,1-2 0 15,4-3 34-15,2-1 10 0,5-2-4 16,3-2 0-16,3-2 25 0,0 3 6 16,7 0 50-16,4 1 34 0,2-1 12 15,6-2-13-15,2 1-39 0,1-5-20 0,4 0-27 16,2 0-3-16,0 0-51 0,1-7-78 0,-1 2-82 16,-3-2-312-16,-7 2-766 0,2-1-1091 0</inkml:trace>
  <inkml:trace contextRef="#ctx0" brushRef="#br0" timeOffset="34411.775">17953 6525 2258 0,'0'0'414'0,"0"0"-160"0,0 0-24 15,0 0 61-15,0 0-41 0,0 0 14 16,0 0-78-16,6 74-89 0,-3-48-13 16,-1-1-32-16,-1 3-33 15,-1-3-7-15,0-1-12 16,-1-5-65-16,-2-2-62 0,1-2-112 0,2-2-142 15,0-3-244-15,0-2-802 0,0-1-35 0</inkml:trace>
  <inkml:trace contextRef="#ctx0" brushRef="#br0" timeOffset="34665.849">19937 6482 1682 0,'0'0'0'16,"0"0"-599"-16</inkml:trace>
  <inkml:trace contextRef="#ctx0" brushRef="#br0" timeOffset="35250.461">19588 5702 848 0,'0'0'2227'0,"0"0"-1780"0,0 0-128 0,0 0-42 0,0 0 21 15,0 0-41-15,0 0-33 0,0 0 33 16,42 83-53-16,-27-34-65 0,-4 7-2 0,-4 6-16 16,-3 2-31-16,-4-1-20 15,0-4-34-15,0-4-16 0,0-7-20 0,0-5-1 16,-2-8-11-16,-2-5-42 0,4-7 3 15,-1-4 5-15,-1-7 7 0,2-5-3 0,0-3-16 16,0-3 10-16,0-1 14 0,0 0 7 16,2-1-12-1,3-4-1-15,4-1 40 0,1-1 21 16,7-3-5-16,0 2-4 0,0 0-12 16,0 3-2-16,0 1-13 0,-1 3 11 15,-2 1 3-15,-3 0-1 0,-1 3 2 0,-2 2 3 16,-2 2 28-16,-3 2-1 0,-1-2-15 15,-2-1-3-15,0 4 4 0,-5-1 2 0,-5 2-18 16,-6 0-2-16,0 1-17 0,-4-3-29 16,0-3-7-16,1-1-14 0,-1-1-53 15,4-4 13-15,-1 0-13 0,2 0-16 16,3 0-28-16,0-5-61 0,1-3-136 16,3-2-141-16,4-5-212 0,0 1-72 0,2 1-365 0,2-4 124 0</inkml:trace>
  <inkml:trace contextRef="#ctx0" brushRef="#br0" timeOffset="35667.804">19980 6160 1759 0,'0'0'1227'16,"0"0"-959"-1,0 0-143-15,0 0 106 0,0 0 69 0,0 0-20 16,16 75-29-16,-16-51-65 15,0 3-94-15,-2-2-61 0,-1-1-19 16,0-5-12-16,0 0-12 0,3-3-7 0,-3-2-21 16,3-3-55-16,0-3-29 0,0-2 0 0,0-3 6 15,0-2 21-15,0-1 9 0,5-1-6 16,2-5 94-16,4-3 28 0,1-1 3 0,4-2 10 0,1 2 13 16,3-4-16-16,-4 4 33 0,2 0-2 15,-5 5-4-15,-2 2 7 0,-4 2-20 16,-4 1-18-16,0 0-6 0,-3 0-9 15,0 1-19-15,0 1-4 0,-4 3-30 16,-4 0-3-16,-4 2-18 0,-3 4-32 16,-1 1 34-16,2-2 37 15,-2 3 13-15,2 2-12 16,2-2 14-16,6 2 1 0,2-2 59 0,4-3 12 16,0-1-3-16,7 1 7 0,9-2 20 15,3-1-5-15,5 2-26 0,4-2 22 16,3-2-31-16,0-2-29 0,2 1-26 15,-1-3-64-15,-1-1-115 0,0 0-102 16,-3 3-147-16,-8-2-665 0,2 0-959 0</inkml:trace>
  <inkml:trace contextRef="#ctx0" brushRef="#br0" timeOffset="41227.927">20514 5904 1699 0,'0'0'1826'0,"0"0"-1400"0,0 0-78 0,0 0 50 16,0 0-33-16,93 88-78 0,-65-63-87 16,3 0-64-16,3-2-39 0,2-3-18 15,4-2-10 1,0-4-2-16,0 0-10 0,1-6-27 16,-3-1 3-16,0-2-15 0,-4 0-15 0,-3 0 9 15,-6 1-12-15,-5 0 1 0,-3 0 0 16,-10 6-1-16,-6 1 0 0,-1 6 0 15,-13 5 0-15,-7 7-24 0,-7 2-30 16,-8 3 9-16,-4 2 11 0,-4 4-11 16,-9 0-18-16,-6 3-34 0,-2 1-3 0,-4 1-21 15,0-2-79-15,-3-1-132 0,4-5-321 16,15-11-807-16,-17 12-1311 0</inkml:trace>
  <inkml:trace contextRef="#ctx0" brushRef="#br0" timeOffset="43184.927">6858 9610 157 0,'0'0'2627'0,"0"0"-2235"15,0 0-236-15,-91-42 57 16,58 30 49-16,0 5-23 0,-3 1-91 16,4 5 63-16,1 1-62 0,6 2-11 15,5 12-70-15,3 8-16 0,5 9-12 16,5 9-12-16,2 8 8 0,1 4-5 16,4 3 21-16,0 0-3 0,4-1-15 15,2-6-4-15,3-5-9 0,0-6-21 16,2-11 0-16,-1-7-18 0,0-8 6 0,3-6 9 0,-3-5-18 15,3-1 8-15,3-14 13 0,1-6 0 16,1-10-12-16,0-9-49 0,1-5-19 16,0-7-18-16,-2-2-6 0,2-4 11 15,1-4 1-15,-2-1-1 0,0-3 34 16,1-4 3-16,-5-5-15 0,0-2-23 0,0-5 10 16,-3-3-11-16,3 4 45 0,0 2 50 0,0 4 1 15,-1 7 1-15,0 8 24 0,-2 11 49 16,0 9 14-16,-6 10 11 0,2 12-1 15,-5 10 25-15,-2 3-22 0,0 5-41 16,0 5-61-16,0 8 0 0,0 7 9 0,-5 10 47 16,0 9 24-16,1 9-19 0,-2 7-21 15,-2 7 9-15,1 6-15 16,-3 8-32-16,2 8 31 0,-4 7-17 16,2 3-13-16,1 1 12 0,-1-6-15 15,3-6 0-15,1-10 0 0,5-13-70 0,-1-10-35 16,2-15-27-16,0-9-9 0,6-12-48 15,4-5-92-15,0-7-223 0,1-2-292 16,-3-8-516-16,4-17-159 0</inkml:trace>
  <inkml:trace contextRef="#ctx0" brushRef="#br0" timeOffset="43485.29">7011 9732 1193 0,'0'0'994'0,"0"0"-468"0,0 0-272 0,0 0-55 15,23 82 97-15,-18-64 2 0,0-1-2 16,-1-7-99-16,2-5-70 0,1-3-34 15,5-2 9 1,-1-7-6-16,5-7-19 0,-2-5-16 16,4-7-24-16,-2-3-21 0,-1-2-16 0,-2 1-12 15,-2 2-37-15,-3 3-19 0,-2 7 4 16,-6 5 5-16,0 5 4 0,0 3 18 16,-11 4-7-16,-4 1-12 15,-5 3 35-15,0 3-13 0,-5 7 32 0,1 4-36 0,1 6 4 16,2 3 3-16,3 6 25 0,3 4 6 0,1 3 43 15,2-2 1-15,2 3 15 0,6-3 0 16,1-4-24-16,3 0-35 0,0-8-13 16,6-1 11-16,5-7-13 0,1-8-19 15,5-6-47-15,-1-3-21 0,4-10-26 0,2-7-102 16,0-3-146-16,-2-5-227 0,-6 6-416 16,5-13-550-16</inkml:trace>
  <inkml:trace contextRef="#ctx0" brushRef="#br0" timeOffset="43632.633">7292 9776 1289 0,'0'0'728'0,"0"0"-110"16,0 0-370-16,0 0 98 0,0 0 4 16,0 0-63-16,93 39 18 0,-70-28-32 15,1-5-35-15,3-5-87 16,0-1-69-16,4-1-36 0,0-10-46 16,1-7-12-16,1-6-12 0,3-2-118 15,-2-5-147-15,-3-3-125 0,-8 9-316 16,2-12-895-16</inkml:trace>
  <inkml:trace contextRef="#ctx0" brushRef="#br0" timeOffset="43901.93">7623 9346 665 0,'0'0'1798'16,"0"0"-1418"-16,0 0-120 0,0 0 69 16,0 0-82-16,-53 87-36 0,50-55-3 15,3 4 1-15,0 5-23 0,6 2-32 16,3 6-34-16,-1 6-6 0,2 5-19 0,-1 4-31 15,-2 4-9 1,0 4-31-16,-3 3 4 0,-1-2-16 16,0 1 6-16,-3-3-15 0,0-5-3 0,0-4 1 15,2-8 11-15,-1-8-12 0,-1-9-1 16,2-8-14-16,-2-10-31 0,0-6-61 16,0-7-27-16,-2-6-1 0,-1 0 12 15,-1-12-35-15,-1-5-71 0,4-8-135 16,-1-12-130-16,0 7-207 0,2-31-601 0</inkml:trace>
  <inkml:trace contextRef="#ctx0" brushRef="#br0" timeOffset="44048.752">7965 9762 1448 0,'0'0'1421'0,"0"0"-1174"0,0 0-33 0,0 0 138 16,0 0 20-1,26 70-11-15,-26-48-67 0,-3 0-76 16,-4 1-72-16,-1-2-42 0,1-1-55 15,-1-2-49-15,-1-1-14 0,3-3-50 16,0-3-159-16,-2-5-112 0,4-5-229 16,1-1-686-16,-2-6-1119 0</inkml:trace>
  <inkml:trace contextRef="#ctx0" brushRef="#br0" timeOffset="44487.557">7998 9646 1117 0,'0'0'1594'0,"0"0"-1176"0,0 0-306 0,0 0 91 16,0 0 29-16,0 0-68 0,0 0-26 15,0 0-37-15,0 0-48 0,82-3-51 16,-75 15 1-16,-3 7-3 0,2 4-16 16,-3 9 16-16,-1 6-2 0,1 6-39 15,-2 2-1-15,1-2 17 0,-1-1 14 16,2-5 11-16,2-8 22 0,0-10-6 16,2-3 32-16,0-7 1 0,5-4 17 15,-2-3-13-15,2-3 3 0,3 0-3 0,3-3-41 16,2-3 4-16,1-3-19 0,0 0 3 31,2 0-2-31,-2 1-1 0,0-1-31 0,-3 1 28 16,-1 2 5-16,-5 1 2 0,-2 2 0 0,-3-2 11 15,-1 3-11-15,0-2 3 0,-2 0 23 16,1-3 8-16,-1-2-15 0,3-2-20 16,0-5-34-16,0 1-46 0,1 1 49 15,0 1-4-15,-5 5 25 0,1 4 10 16,-4 4 12-16,0 0 1 0,-6 6 2 0,-3 7 29 15,-3 5 15-15,0 1-22 0,-2 1 16 16,2-1-4-16,4-2-9 0,2-3-15 16,3-2-13-16,2-2-12 0,1-2-43 15,0-2 0-15,6 0-59 0,5 0-103 0,4-1-65 16,3 0-102-16,3-2-157 0,-4 0-511 16,10-3-639-16</inkml:trace>
  <inkml:trace contextRef="#ctx0" brushRef="#br0" timeOffset="45089.25">9694 10019 2179 0,'0'0'985'0,"0"0"-708"0,0 0-86 0,0 0 73 15,0-72 0-15,18 41-33 0,5-5-33 16,8-1-60-16,1 0-36 0,6 0-11 0,2 6 4 15,-3 5 0-15,-1 7-52 0,-1 7-4 16,-5 5-39-16,-1 7 0 0,-5 0-33 16,-1 5 21-16,-2 9 10 0,-3 5-1 0,-4 6-1 15,-2 9 4-15,-4 4 0 0,-4 10 1 16,0 6 1-16,-4 7 10 0,0 7 3 16,2 2-13-1,1 4 16-15,4-4-6 0,3-4-11 16,4-10 21-16,9-10 20 0,5-14-17 15,3-12 11-15,6-12-11 0,3-8-7 0,2-7 1 16,-2-15-19-16,3-7-12 0,-4-9-25 16,0-7-72-16,-3-3-80 0,-3-5-75 15,-4 3-125-15,-4 0-253 0,-8 13-679 16,-6-13-949-16</inkml:trace>
  <inkml:trace contextRef="#ctx0" brushRef="#br0" timeOffset="45335.969">10510 9601 143 0,'0'0'2621'0,"0"0"-2268"31,0 0-142-31,-39 66 78 0,29-36 29 16,0 6-17-16,4 7-83 0,3 7-52 0,2 8-30 16,1 7 20-16,0 5-12 0,4 7-68 15,-1 2-48-15,1 4-4 0,2 2-24 16,-3 5 0-16,0 1 0 0,-3 0-3 15,1-3-15-15,-1-4-52 0,2-3-19 16,-1-5-21-16,0-6-22 0,5-8-22 0,-1-6-22 16,2-8-10-16,-2-12-12 0,3-12-75 0,-1-8-174 15,-1-10-230-15,-1-6-404 16,0-6-364-16,-2-18 1432 0</inkml:trace>
  <inkml:trace contextRef="#ctx0" brushRef="#br0" timeOffset="47171.332">9740 9432 881 0,'0'0'1499'0,"0"0"-1280"0,0 0-128 0,0 0 83 15,34-67 66-15,-13 39-61 0,5-3-7 16,4-1-1-16,2 2-29 0,4 4-12 16,2 3-58-16,-2 4-25 15,1 3 13-15,-4 5-16 0,-1 3-16 16,-2 7-12-16,-4 1-16 0,-3 0 2 15,0 0 15-15,0 6-17 0,0 2 0 0,-1 2 36 16,-2 6-15-16,0 4 1 0,-2 5-9 16,-3 6 5-16,-3 3 7 0,0 2-12 15,-3 1-13-15,0-7 0 0,3-5 2 16,1-6 0-16,1-6 0 0,5-6 16 0,4-7 32 16,4 0 40-16,5-12 9 0,1-5-4 0,3-5-30 15,0-2-62-15,0-1 3 0,0 0-6 16,-2 0-15-16,0 3-65 0,-1 2-146 15,-1 2-78-15,-2 2-109 0,-10 4-373 16,5 0-1452-16</inkml:trace>
  <inkml:trace contextRef="#ctx0" brushRef="#br0" timeOffset="49328.665">11536 9970 2446 0,'0'0'598'15,"0"0"-441"-15,0 0-23 0,0 0 54 16,0 0 5-16,0 0-45 0,0 0-60 0,0 0-76 0,0 0-12 16,49 70-34-16,-42-64-73 0,0 1-203 15,-2-3-268-15,-4 4-884 0</inkml:trace>
  <inkml:trace contextRef="#ctx0" brushRef="#br0" timeOffset="49513.127">11502 10303 650 0,'0'0'1700'0,"0"0"-1368"0,0 0-94 0,0 0 83 0,0 0 0 15,5 71-27-15,2-61-83 0,1-1-58 16,0-2-51-16,5 0-27 0,0-1-39 16,4-4-36-16,-1 2-12 0,6-2-57 15,1-1-139-15,1-1-154 0,-5 0-267 0,10 3-799 0</inkml:trace>
  <inkml:trace contextRef="#ctx0" brushRef="#br0" timeOffset="50298.861">13270 9562 919 0,'0'0'1222'16,"0"0"-1014"-16,0 0-34 0,0 0 49 16,0 0 53-16,0 0-1 0,0 0-46 0,-90-41-39 15,73 41-33-15,0 8-66 16,-3 0-28-16,-1 6 1 0,0 3-14 0,-1 0-13 16,-1 1-15-16,1 4 15 0,1 0 7 15,-2 6-13-15,-2 2 12 0,4 5-18 0,-2 3-6 16,3 6-1-16,1 3 4 0,3 6-3 15,4 6 12-15,1-2 3 0,7 2-31 16,4 1 21-16,0-6-2 0,8-2 21 16,2-3-24-16,3-6 33 0,4-5-12 15,3-7 3-15,1-6 43 0,2-6 58 0,1-5-58 16,-2-4-47-16,3-7 10 0,-1-1-28 16,2-2 1-16,-2-3-21 0,-2-4 0 15,1-4-1-15,-3-2-3 0,-2-1-70 16,-3-2-65-16,-3 2-79 0,-1-1-64 0,-5-2-167 15,-1 4-506-15,-5-4-733 0</inkml:trace>
  <inkml:trace contextRef="#ctx0" brushRef="#br0" timeOffset="50631.34">12986 10257 1891 0,'0'0'1143'0,"0"0"-719"16,0 0-202-16,0 0-33 0,0 0 38 15,0 0 97-15,92-17-77 0,-60 9-63 0,4-2-89 0,-2-3-64 16,1-2-31-16,-3 1 0 0,-1-2-34 16,-3 3-86-16,-1 0-83 0,-4 3-75 15,-3 3-51-15,-1 0-124 0,-6 2-99 16,-3 3-164-16,-3 2-47 0,-5 0-2 16,-2 0 269-16,0 6 496 0,-6-1 49 15,-4 2 493-15,1 1 96 0,-1 2-138 0,1 1-88 16,0 3-35-16,1 2-33 0,4 3-54 15,-2 2-71-15,5 1-30 0,-1 1-10 0,2 1-53 16,0 0 15-16,0 2 23 16,4-1-6-16,2 2-66 0,2 0-51 0,0-3-41 15,5 1-34-15,2-3-58 0,3-3-128 16,5-1-75 0,2 1-153-16,-3-7-347 0,9 2-1192 0</inkml:trace>
  <inkml:trace contextRef="#ctx0" brushRef="#br0" timeOffset="51121.774">14446 10020 1304 0,'0'0'1565'0,"0"0"-1302"0,0 0-43 0,0 0 31 16,0 0-68-16,0 0 31 0,0 0 59 15,0 0-53 1,83 33-47-16,-47-29-60 0,5 1-14 0,8 0-5 15,5-5-11-15,7 0-4 0,5 0 4 16,5-5-19-16,3-4-25 0,2-3 16 16,2 0-13-16,2-2-39 15,-1 0-3-15,-1-3-13 0,0 1 11 0,-3-3-22 16,-6-1-22-16,-7 0-72 0,-5 3-29 0,-9-1-45 16,-7 1-54-16,-8 3-39 0,-6-3-188 0,-8 9-327 15,-9-7-872-15</inkml:trace>
  <inkml:trace contextRef="#ctx0" brushRef="#br0" timeOffset="51368.799">15525 9634 2066 0,'0'0'1072'16,"0"0"-832"-16,0 0-139 0,0 0 20 16,0 0 15-16,0 0 68 0,0 0 122 15,0 0-28-15,97 35-135 0,-67-22-49 16,3 5-7-16,0 4-6 0,-2-1 3 15,-3 7-56-15,-2-2-26 0,-4 3-21 16,-5 2-1-16,-4 2-28 16,-4 1 26-16,-5 0-62 0,-4 2-46 15,-1-1 16-15,-8 1 5 0,-5 0-7 16,-2 0 4-16,-4 1-28 0,-1-2-32 16,0-1-72-16,-4-1-112 0,-2-2-210 15,6-7-577-15,-13 4-883 0</inkml:trace>
  <inkml:trace contextRef="#ctx0" brushRef="#br0" timeOffset="52218.741">17778 9363 1725 0,'0'0'989'0,"0"0"-776"0,0 0-56 0,0 0 51 16,0 0 94-16,0 0-66 0,0 0-9 15,-90-42-24-15,66 64-60 0,-2 5-13 16,-2 12-7-16,1 9 13 0,1 6-23 16,2 6-30-16,0 4-10 0,0 6-6 15,1 1 0-15,2 4-6 0,0 2-12 16,5-4-3-16,3-2-19 0,3-6-15 16,6-7 0-16,4-6-9 0,4-12 9 0,12-12-11 15,7-11 10 1,3-6-11-16,9-11 0 0,1-2 2 15,4-13 7-15,1-3-9 0,0-3-12 16,-2-4-34-16,0-2-48 0,1-4-1 16,-1-1-21-16,-1-3 0 0,-1-2-28 15,-3-1-19-15,1 0-9 0,-7-5-39 16,-1-1-34-16,-2-3 28 0,-4-1-146 16,-3-3 133-16,-7 1-29 0,-2 0 69 0,-8 3 140 0,-1 4 50 15,-10 4 70-15,-6 6 49 0,0 7 68 0,-7 8 27 16,0 9 18-16,-2 7-27 0,-2 3-28 15,-3 12-23-15,-3 6-23 0,0 9-25 0,0 5-19 16,-2 6-22-16,-2 3 0 0,1 2-13 16,-1-1-18-16,4-1-34 0,3-1-34 15,6-4-151-15,2-6-175 0,9-7-223 16,-3 0-934-16</inkml:trace>
  <inkml:trace contextRef="#ctx0" brushRef="#br0" timeOffset="52403.219">17664 9832 1668 0,'0'0'1649'0,"0"0"-1404"0,0 0-74 15,-35 88 11-15,16-55 60 0,-4 2 44 16,0 1-20-16,-1-3-97 0,-1 0-78 16,2-2-48-16,0-2-15 0,4-3-28 15,1-1-24-15,5-2-67 0,3-3-124 16,4-5-69-16,2 1-55 0,2-4-210 15,2-5-495-15,0-7-606 0</inkml:trace>
  <inkml:trace contextRef="#ctx0" brushRef="#br0" timeOffset="52534.538">17773 10174 1456 0,'0'0'1664'0,"0"0"-1205"0,110 30-172 16,-71-16 114-16,4 3-177 0,-3 1-64 15,-2-1-6 1,-4 1-47-16,1-1-58 0,-3-2-49 15,-1-1-16-15,1 1-122 0,-2-2-142 0,-2 3-115 16,-8-6-254-16,0 9-747 0</inkml:trace>
  <inkml:trace contextRef="#ctx0" brushRef="#br0" timeOffset="61613.738">13386 12248 1843 0,'0'0'1545'0,"0"0"-1177"15,0 0-37-15,28 81 39 0,-20-38-80 0,0 4-45 16,-2 6-74-16,-1 8-49 0,-1 6-22 16,-4 5-36-16,0 9 15 0,0 0-31 0,-7-1-33 0,3-5-15 15,-2-12 0-15,3-13 0 0,3-13 2 16,0-15-2-16,0-8-2 0,0-6-19 15,3-5-73-15,-1-3 21 0,-1 0 3 16,2-3 19-16,0-5 20 0,4-3 16 0,0-6 15 16,3 3-1-16,2-3 0 0,4 3-1 15,-2 2-19-15,5 3 8 0,-2 6-8 16,2 1-3-16,0 2 22 0,-3 5 2 16,-1 5 30-16,-2 3 7 0,0 1 5 0,-6 3 10 15,-1 0 27-15,-4 0-58 16,-2-2-5-16,0 1-4 15,-8-2-9-15,0 0 0 0,-6-1-3 16,-3-1-25-16,0-3-50 0,-3-2-2 16,1-2-8-16,1-2-12 0,2-3-1 15,0 0-18-15,1-1-32 0,1-6-40 16,1-1-78-16,4-3-111 0,1 0-75 16,5-3-110-16,3 4-533 0,3-5-345 0</inkml:trace>
  <inkml:trace contextRef="#ctx0" brushRef="#br0" timeOffset="61783.2">13842 13105 1273 0,'0'0'267'0,"0"0"955"16,0 0-805-16,0 0 12 0,81 34 79 15,-70-22-145-15,0-1-67 0,-2 4-17 16,-1 1-44-16,-4 2-44 16,0 3-57-16,-4 0-50 0,0 0-44 15,0 1-40-15,-7-2-2 0,1-3-56 16,0-4-81-16,-2-5-43 0,-1-4-16 15,-1-4-68-15,3 0-414 0,-9-12-1024 0</inkml:trace>
  <inkml:trace contextRef="#ctx0" brushRef="#br0" timeOffset="61936.605">13985 12856 1565 0,'0'0'458'0,"0"0"341"0,0 0-274 0,0 0-34 15,0 0-111-15,0 0-157 0,0 0-132 16,90-3-91-16,-67 1-198 0,-1-2-178 0,-2 1-266 16,9 2-1295-16</inkml:trace>
  <inkml:trace contextRef="#ctx0" brushRef="#br0" timeOffset="62299.271">14911 12835 1068 0,'0'0'2405'0,"0"0"-1988"15,0 0-140-15,14 79 101 0,-8-47-61 16,-4 5-29 0,1-1-2-16,0 0-77 0,-1-2-82 0,3-3-49 15,-2-4-26-15,1 1-19 0,-3-5-33 16,-1-3-45-16,2-6-73 0,-1-5-36 15,1-4-19-15,-1-5-28 0,3 0-89 16,1-3-180-16,-1-4-165 0,-1-1-492 16,0-6-703-16</inkml:trace>
  <inkml:trace contextRef="#ctx0" brushRef="#br0" timeOffset="62483.817">15133 13052 1952 0,'0'0'1309'0,"0"0"-1017"0,0 0 112 16,99-3 40-16,-60 3-46 0,0 1-1 15,9 3-47-15,1 1-81 0,9 0-27 16,4-3-67-16,1-2-79 0,2-2-51 0,-2-7-24 16,2-2-21-16,-2-3-32 0,-5-2-34 15,-2-2-40-15,-5 0-32 0,-9 0-46 16,-6 1-25-16,-9-1-76 0,-8 4-209 16,-11 4-289-16,-5 2-605 0,-11 4-818 0</inkml:trace>
  <inkml:trace contextRef="#ctx0" brushRef="#br0" timeOffset="62700.047">15941 12840 2662 0,'0'0'664'0,"0"0"-496"0,0 0 22 0,0 0 68 15,0 0 59-15,96-12-1 0,-68 12-42 16,0-1-96-16,2 1-47 0,-2 0-25 16,-2 1-14-16,-2 5-23 0,-1 3-11 15,-4 1-15-15,-3 2-19 0,-3 4-14 0,-3 1-10 16,-5 3-18-16,-5 3 0 0,0 4-37 15,-5 2-24-15,-7 1-18 0,-4 1-13 16,-2 0-18-16,-1-2-22 0,-4 0-12 0,0-4-36 16,-2-1-71-16,-1-2-268 0,7-8-630 15,-11-2-1015-15</inkml:trace>
  <inkml:trace contextRef="#ctx0" brushRef="#br0" timeOffset="63585.295">17945 11865 404 0,'0'0'571'0,"0"0"602"15,16-70-892-15,-9 41-106 0,0 0 2 16,-1 0-7 0,-2 0-9-16,1 3-8 0,-1 2-26 15,-3 7-37-15,-1 5 1 0,0 6 49 16,0 5 58-16,0 1-46 0,-3 0-74 0,-4 4-63 15,0 7-2-15,-4 1 2 0,0 9 16 16,-2 3 38-16,0 7-4 0,-1 6-24 16,-2 5 5-16,0 6-9 0,-4 10-34 15,-1 5 25-15,-1 8 3 0,-3 5 21 0,-1 3-33 16,-1 1 0-16,-2-1-18 0,2-1 0 16,0-5 0-16,2-2 13 0,0-8 11 0,2-5-4 15,0-7-2-15,4-8-19 0,4-10 2 0,3-5 9 16,3-11-11-16,5-6-28 0,3-7-27 15,1-2-118-15,0-2-13 0,8-2 39 16,5-1 52-16,3-2 45 0,2 2 19 16,0 3 3-16,1 2 15 0,0 6 13 15,-1 8 1-15,-2 4-1 0,1 8 32 16,1 3 18-16,-1 7 51 0,-2 4 83 16,0 6-66-16,-1-1-31 0,0 5 8 0,-3 2 13 15,-2 3-19-15,1 4 4 0,-3 3-14 16,-4 4-9-1,-1 0-2-15,-2 2-10 0,0-2-28 0,-2-4-16 16,-2-4-14-16,-1-5-33 0,2-8-34 16,3-4-31-16,0-6-37 0,0-6-74 15,9-6-75-15,0-6-123 0,1-8-296 16,9-9-863-16</inkml:trace>
  <inkml:trace contextRef="#ctx0" brushRef="#br0" timeOffset="64456.846">23180 11605 1596 0,'0'0'584'0,"0"0"405"0,0 0-603 0,0 0-102 0,0 0 2 16,0 0-12-16,86-33-61 0,-68 33-44 15,2 0-55-15,-4 6-38 0,0 5-17 16,-3 1-1-16,0 7 6 0,-4 4 39 16,-3 3-30-16,-2 2-15 0,-3 3-25 15,-1 0 10-15,0-1-40 0,-5-3 18 16,-3-2-3-16,2-4-2 0,2-5-16 0,0-5-1 15,3-4-12-15,-1-5-17 0,2 0-49 16,-1-2-30 0,1-3-53-16,0-5-42 0,0-5-104 15,0-5-229-15,0 1-705 0,0-15-1221 0</inkml:trace>
  <inkml:trace contextRef="#ctx0" brushRef="#br0" timeOffset="64626.177">23385 11209 75 0,'0'0'2831'0,"0"0"-2192"0,0 0-251 0,0 0-87 0,0 0-65 15,0 0-106-15,0 0-81 0,85 12-49 16,-53-11-157-16,0-1-176 0,2 0-151 16,-11 0-673-16,12 0-694 0</inkml:trace>
  <inkml:trace contextRef="#ctx0" brushRef="#br0" timeOffset="65142.715">22885 11336 333 0,'0'0'1391'16,"0"0"-296"-16,0 0-695 0,0 0-113 0,0 0-21 16,0 0-59-16,0 0-59 0,0 0-67 15,0 0-31-15,-94 55-6 0,69-31-13 16,-1 4 6-16,4-2-12 0,0 2-22 15,4-4 15-15,2-1-5 0,1-3 9 0,5-1 2 0,4-2 1 16,3 1 0-16,3-2-1 0,0 3-20 16,9-1-1-16,4 1 15 0,2 0-15 15,-1 0 16-15,3-1-19 0,-2-2-2 16,0-2 2-16,-1-3 0 0,0-1 0 0,-2-4-34 16,0-1-68-16,-2-2-28 0,-2 0-42 15,-2-2-76 1,-1 0-112-16,-4-1-417 0,-1 0-1447 0</inkml:trace>
  <inkml:trace contextRef="#ctx0" brushRef="#br0" timeOffset="65333.57">22522 11951 470 0,'0'0'283'0,"0"0"1420"0,0 0-1213 0,0 0-93 15,78 17-29-15,-58-17-132 0,3 0-211 16,-1 0-25-16,-2 0-167 0,-1-2-79 16,-1 0-60-16,1 0-210 0,-5 2-603 15,2 0-499-15</inkml:trace>
  <inkml:trace contextRef="#ctx0" brushRef="#br0" timeOffset="65791.178">22012 11341 329 0,'0'0'2408'16,"0"0"-1812"-16,0 0-269 0,0 0-43 16,0 0 38-16,0 0-18 0,19 73-58 15,-10-37-53-15,0 7-40 0,1 3-37 0,0 1-37 16,-3 1-3-16,2 1-40 0,-3-1 0 16,1 1-26-16,-3-1-10 0,1 2-19 0,-2-6-17 15,3 0-64-15,-2-5-52 0,3-4-38 16,4-4-30-16,3-5-57 0,3-7-140 15,-3-4-233-15,14-5-761 0</inkml:trace>
  <inkml:trace contextRef="#ctx0" brushRef="#br0" timeOffset="66160.498">24261 11272 447 0,'0'0'1980'16,"0"0"-1345"-16,0 0-237 0,0 0 29 15,-65 71-35-15,37-47-70 0,-6 4-91 16,0 2-66-16,-3-2-55 0,3 0-31 15,1 2-18-15,2-6-9 0,5 0-25 0,2-1-24 0,6-4 0 0,5-1 19 16,1-3-4-16,8-1 12 0,4 2-2 16,0-2-1-16,9 1 3 0,6-1 7 15,1-2 11-15,4-3-2 0,3 0-16 16,3-5-30-16,1-1-6 0,-2-3-82 16,3 0-27-1,-4-3-56-15,-4-1-36 0,-4 0-75 0,-7 4-144 16,-4 0-251-16,-3 0-744 0,-4 0-725 15</inkml:trace>
  <inkml:trace contextRef="#ctx0" brushRef="#br0" timeOffset="66329.407">23782 11908 810 0,'0'0'49'16,"0"0"1369"-16,0 0-644 0,0 0-312 0,0 0-36 0,0 0-19 15,5 64-55-15,11-52-91 0,2 1-87 16,5-2-46-16,2-3-24 0,6-2-28 15,0-2-34-15,4-4-42 0,0 0-18 16,3 0-88-16,-2-7-62 0,3 2-52 16,-3-4-71-16,1 2-130 0,-12 0-595 0,12 0-1113 15</inkml:trace>
  <inkml:trace contextRef="#ctx0" brushRef="#br0" timeOffset="67108.63">24874 11097 2528 0,'0'0'640'0,"0"0"-175"0,0 0-106 16,0 0-40-16,0 0-22 0,0 0-54 0,0 0 20 15,17 76-50-15,-12-34-46 0,-2 5-24 16,-3 5-10-16,0 5-3 0,-8 2-24 0,-1-2-25 15,-2 0-24-15,-3-3-27 0,-2 1-2 16,-2-5-16-16,-2 1 3 0,4-5-15 16,-2-5-24-16,3-4-7 0,5-9-23 0,3-8-9 31,3-5 9-31,2-6 5 0,2-6-11 0,0-3-16 16,0-2-11-16,3-8 23 0,4-5 16 15,5-3-13-15,2-8 0 0,3-5-8 16,-1-2-7-16,4 2 0 0,1-5 15 15,-2 6 3-15,3 2 18 0,1 3 19 16,-1 5-7-16,1 6 10 0,-3 5 18 16,-1 6 2-16,-5 1 13 0,0 2 28 0,-3 2 9 0,-4 5 6 15,1 1-28-15,-6-1 7 0,-2 2-1 16,0 3-18-16,-4-1-16 0,-5 3 9 16,-5-1-11-16,-1 1-19 0,-3 2 17 15,-3-3-16-15,0 2-3 0,0 0-10 16,1 1 13-16,3 0 6 0,4 1 12 15,5 1 0-15,5 1 1 0,3 2 36 0,4-3 17 0,11 5 10 16,4-1 18-16,6 1-12 0,7-1-4 16,5 1-11-16,4-4-55 0,2-3-42 15,3-3-80-15,-3-2-66 0,2-1-62 16,-5-3-297-16,-11-2-544 0,7 4-965 0</inkml:trace>
  <inkml:trace contextRef="#ctx0" brushRef="#br0" timeOffset="81107.049">19089 12532 2035 0,'0'0'560'0,"0"0"-116"0,0 0 76 0,105 2-82 0,-54-4-103 16,11-8-88-16,8-1-50 0,9-3-56 15,9-3-12-15,-1-1 26 0,5-1-18 16,-1-1-48-16,0-1-29 0,-3 0-14 15,-2-2-13-15,-4-2-30 0,-7 2-3 16,-8 3-12-16,-10-1-21 0,-9 7-10 16,-11 0-39-16,-10 6-24 0,-10 3-19 0,-5 4-34 15,-9 1-46-15,-3 0-54 0,0 1-188 16,-6 3-503-16,-9 5-846 0</inkml:trace>
  <inkml:trace contextRef="#ctx0" brushRef="#br0" timeOffset="82625.446">19830 12822 760 0,'0'0'300'0,"0"0"380"16,0 0 467-16,0 0-788 0,0 0-95 16,0 0 52-16,0 0 14 0,0 0-50 15,0 0-27-15,0 0-41 0,0 0-10 0,4-13-19 16,-10 25-44-16,-5 6-75 0,-1 2-33 0,-1 10-19 15,-2 1 3-15,1 4 18 0,3 0-15 16,2 0-2-16,4-3-14 0,0-3-2 0,5-3-1 16,0-4-2-16,0-5-19 0,7-4 7 15,1-3 13-15,-1-5 0 0,4-2-10 16,0-2 9-16,3-1 0 0,0-5 2 16,3-7 1-1,0-7-1-15,3-5-42 0,-3-3-29 16,2-5-16-16,-1-2-1 0,-2-1 1 0,1 0-3 15,-1 0 14-15,0 1-2 0,-3 1 2 16,1-3 22-16,-2 3 6 0,-2-2-10 16,-1 0 4-16,-3 0 21 0,-4 4 18 15,1 0 16-15,-3 2 16 0,0 4-15 16,0 3 33-16,0 4 18 0,0 4 22 0,0 3 3 0,0 5-4 16,0 0-5-16,0 4-7 0,0 2-19 15,0 0 1-15,0 0 0 0,0 2 6 16,0 4 5-16,0 6-14 0,0 7 12 15,-1 5-4-15,-2 6-2 0,0 6-10 16,-1 3-11-16,-2 1-10 0,0 4-12 16,2 1-3-16,1 1-10 0,-1-4-6 0,1 0-20 0,0-5-64 15,1-1-25-15,2-6-30 0,0-4 5 16,0-5-19-16,0-6-133 0,6-5-307 16,-3-4-582-16,5-4-635 0</inkml:trace>
  <inkml:trace contextRef="#ctx0" brushRef="#br0" timeOffset="82810.388">20275 13050 1068 0,'0'0'1738'0,"0"0"-1405"0,0 0 59 16,0 0 151-16,0 0-139 0,0 0-13 0,0 0-70 16,0 0-120-16,0 0-76 15,0 0-16-15,62 72 12 0,-56-59-31 0,-1-1-44 16,-2-1-32-16,0-3-14 0,0 0-30 0,-3-4-43 15,0 0-63-15,0-3-52 0,0-1-9 16,-6 0-54-16,1-4-212 0,-2-1-605 0,-4-10-597 16</inkml:trace>
  <inkml:trace contextRef="#ctx0" brushRef="#br0" timeOffset="82957.531">20330 12789 2944 0,'0'0'625'0,"0"0"-391"0,0 0 84 16,0 0-69-16,0 0-150 0,0 0-99 16,0 0 0-16,0 0-437 0,78-11-674 15,-68 11-1738-15</inkml:trace>
  <inkml:trace contextRef="#ctx0" brushRef="#br0" timeOffset="85987.19">20551 14336 1391 0,'0'0'500'0,"0"0"-324"15,0 0 419-15,0 0-37 0,0 0-157 16,0 0-95-16,-88 37 14 0,66-17-44 16,-1 3-36-16,0 8-38 0,2 5-31 15,1 5-24-15,6 7-26 0,5 2-27 16,6 1-18-16,3 1-18 15,6-6-22-15,8-7-6 0,4-8-27 16,6-7-3-16,2-9 0 0,2-5-12 16,3-5-15-16,1-5 27 0,3-4-15 15,-1-4-6-15,2-10 5 0,-1-1-35 0,1-5-13 0,-5-2-9 16,-2-4 4-16,-4 3 17 0,-2-4 15 16,-4 0 19-16,-5 3 3 0,0 0-9 15,-6 2 1-15,-5 2 23 0,-3 1 1 16,0 2 0-16,-5 0 10 0,-9 1-11 15,0-1-21-15,-8 2 21 0,-2 0 0 16,-3 3-18-16,-2 1-7 0,-1 3 13 16,-3 2-30-16,-3 8-10 0,2 2-49 15,-2 6-22-15,0 12-43 0,-1 2-54 16,1 13-66 0,2 4-88-16,2 5-191 0,12-10-515 0,-12 26-598 15</inkml:trace>
  <inkml:trace contextRef="#ctx0" brushRef="#br0" timeOffset="87406.399">23222 14416 1941 0,'0'0'169'0,"0"0"497"15,0 0-355-15,0 0-8 0,0 0 5 16,0 0 10-16,0 0-18 0,0 0-40 16,-39 66-47-16,36-38-23 0,0 3-44 0,3 5-9 15,0-3-6-15,0 0-28 0,3-5-27 16,5-8-33-16,0-3-19 0,5-9-24 16,2-6-27-16,6-2 15 0,4-4 11 15,2-13-16-15,2-3-25 0,1-5-22 0,-1-5-3 16,-3-1 10-16,-4 4 5 0,-5 0 18 15,-1 4-5-15,-4 2 14 0,-4 2 1 0,-2 3 0 16,-3 2 2-16,0 3 20 0,-3 1 2 16,0 2 19-16,-3 1 2 0,-3-2-6 0,-3 1-15 15,-1 3 1-15,1 0-1 16,-2 5 0-16,1 0-13 0,0 2-2 0,-2 4-7 16,4 2-17-16,0 0-1 0,1-1-58 0,0-3-52 15,4 5-112-15,-1-4-188 0,2 0-251 16,1-1-681-16,1-3-510 0</inkml:trace>
  <inkml:trace contextRef="#ctx0" brushRef="#br0" timeOffset="87538.048">23509 14412 1929 0,'0'0'729'15,"0"0"-286"-15,0 0-121 0,0 0 30 16,88 35 44 0,-61-30-70-16,4-4-46 0,3-1-44 15,5-2-141-15,3-10-74 0,1-6-21 16,2-4-67-16,-2 0-83 0,-2-6-83 15,-3 0-107-15,-11 9-287 0,4-11-960 0</inkml:trace>
  <inkml:trace contextRef="#ctx0" brushRef="#br0" timeOffset="87754.231">23866 13984 2955 0,'0'0'441'16,"0"0"-191"-16,0 0-29 0,0 0 40 0,-28 71 87 15,26-35-6-15,1 7-91 0,1 5-83 32,0 3-37-32,-2 3-7 0,-4 2-15 0,-2 0-60 15,-1-2-49-15,1-4-13 0,0-5-78 16,3-7-76-16,5-10-22 0,0-9 12 16,10-9 9-16,4-7-38 0,8-4-66 15,4-14-141-15,2-8-76 0,3-8-244 16,-9 7-573-16</inkml:trace>
  <inkml:trace contextRef="#ctx0" brushRef="#br0" timeOffset="88740.885">24212 13934 927 0,'0'0'2043'0,"0"0"-1571"16,0 0-224-16,0 0-66 0,0 0 64 16,0 0 133-16,-4 73-102 0,-3-31-93 15,-2 6-61-15,-2 8 17 16,0 2 60-16,-3-3-51 0,1 2-52 15,1-3-58-15,0-4-39 0,2-2-3 16,2-8-18-16,3-7-30 0,3-7-31 16,2-9-27-16,7-6-31 0,6-9 39 15,4-2 16-15,2-7 39 0,4-7 19 0,0-5-1 16,-1-4-11-16,-2 0 17 0,0 2-27 16,-4 4 31-16,-1 5 6 0,-7 8-22 0,-2 2-15 15,-1 2 49-15,-2 9 40 0,-3 6 110 16,0 2-46-16,0 5-16 0,0 0-33 0,0 0-3 15,-2-2 11-15,2-5-17 0,0-3-46 16,7-2-12-16,2-5-12 0,1-3 3 16,3-2 20-16,1 0-10 0,2-9-31 15,-1-1-19-15,0 0-43 0,-2 1 6 0,-2 1 0 0,-3 4-3 16,-2 0-46-16,-2 1-119 0,0 3-100 16,-1 0-40-16,0 0 25 0,0 0 77 31,3 0 47-31,1 0 82 0,0-4 162 0,2-3 13 15,2 0 204-15,0-2-2 0,-3 1 1 16,1 1 7-16,-2 1 16 0,-3 2 24 16,-1 2 8-16,0 0-21 0,-3 0-23 0,0 2-23 15,0 0-9-15,0 0-36 0,0 0-39 16,0 0-34-16,0 0-15 0,0 0-6 16,0 0-12-16,0 0-8 0,-3-2-32 15,0 1 0-15,-3 0 11 0,4 1 7 16,-7 0 10-16,3 0-16 0,-4 6-12 15,-3 3-15-15,0 3-22 0,-1 5 13 0,-1-1 9 16,5 1 3-16,-1-1-10 0,4-4-2 16,1 0-28-16,3-4 0 0,1-4 13 0,2-1-13 15,0-2-30-15,6-1-29 0,0 0 44 16,4 0 30-16,3-1-9 0,0-5-12 16,4-1-38-16,-1-3-33 0,2 1-8 15,-1 2-15 1,-1-1-2-16,-1 0 22 0,-1 1 25 0,-3 0 16 15,3-1 34-15,-5 0 31 0,1 0 25 16,0 2 1-16,-3-1 26 0,1-1-4 16,-2 1-6-16,-1 2 9 0,-1-1-3 15,-1 0 0-15,0-3-20 0,-1 1 0 16,-1 0 14-16,1 0 0 0,-1-1 6 0,1-1 3 16,-1 1 28-16,-1-3-15 0,0 0 0 0,0 1-7 15,0-2-3-15,0 1 5 0,-3 3 29 16,0 2-6-16,0 2 32 0,0 3-17 15,-2 0-15-15,-2 2-31 0,2 0-10 16,-1 0 4-16,-2 2-19 0,0 2-1 0,-3 5 1 16,-1 0 21-16,1 4 7 0,-1 2 6 15,-1 1 6-15,-1 3 10 0,2 2 2 0,-2 0 6 16,3 4-12-16,0 0 7 0,2-1-26 16,1 0-8-16,5-1-1 0,0-2 13 15,3 0-10-15,0-3 13 0,8-1 12 16,0-2 3-16,5-4-7 0,3-1-7 15,1-2-35-15,3-2-25 0,4-5 22 16,2-1-36-16,2 0-10 16,1-5-12-16,1-3 3 0,1-3 2 15,-2-1-2-15,-1-2-19 0,0-2-64 16,-2 0-113-16,-5-1-97 0,-1 2-103 16,-8 4-268-16,-4-2-775 0</inkml:trace>
  <inkml:trace contextRef="#ctx0" brushRef="#br0" timeOffset="89110.431">24916 14374 2880 0,'0'0'534'0,"0"0"-395"0,0 0-40 0,0 0 84 16,0 0 115-16,0 0-8 0,0 0-117 16,15 66-96-16,-9-48-40 0,1 3-16 15,-1 2-2-15,-3 0-1 0,-1 4-6 16,-2 0 1-16,-3 1 2 0,-5 0-4 16,-3-1-11-16,-2-2-2 0,3-3 2 0,1-4 0 0,2-6 2 15,4-4 1-15,0-3-1 0,3-3 0 16,0-2 14-16,0 0 30 0,6-7-46 15,2 0-28-15,3-4 28 0,2-6 43 16,3-2-43-16,0 0-6 0,2-3-25 16,1-1-18-16,-2-4 0 0,5 4-6 15,-3-3-56-15,4 2-34 0,-2 3-20 0,-1 2-37 0,-1 0-104 16,-3 7-220-16,1-6-836 0</inkml:trace>
  <inkml:trace contextRef="#ctx0" brushRef="#br0" timeOffset="89679.937">25336 14456 2785 0,'0'0'628'0,"0"0"-305"0,0 0-37 16,0 0 27-16,0 90-38 0,0-59-75 16,0 0-65-16,0-4-71 0,0-5-33 15,0-5-31-15,6-5 0 0,1-5-37 16,4-3 3-16,4-4 34 0,1-4-12 16,6-8-6-16,2-5-31 0,1-8 12 0,-1 0 19 15,0-3 18-15,-4 3 15 0,0 3-3 16,-6 1 10-16,0 4-22 0,-3 3 3 0,-3 2 12 15,-2 5-12-15,0 4-3 0,-3 3 0 16,-1 0 1-16,1 6 60 0,2 5 34 16,-2 3 9-16,0 4-22 0,-2 2-30 15,1 2-6 1,-2-1-1-16,1-3 4 0,2-3-10 16,2-3-22-16,1-3-17 0,4-5-33 15,5-4 6-15,1 0 24 0,5-9 3 0,4-5-3 16,2-7-43-16,2-1-79 0,1-6-45 15,-4 2-66-15,-1 0-106 0,-4 3-257 16,-6 6-805-16,3-4-1086 0</inkml:trace>
  <inkml:trace contextRef="#ctx0" brushRef="#br0" timeOffset="89833.45">26106 14443 3134 0,'0'0'563'0,"0"0"-352"0,0 0 68 0,1 77 199 16,-2-51-40-16,-5-3-70 0,4-2-141 15,2-4-130-15,0-6-97 0,0-5-9 0,0-1-91 16,0-4-54-16,0-1-31 0,1 0-47 16,-1-3-89-16,0-2-373 0,-1-5-822 0</inkml:trace>
  <inkml:trace contextRef="#ctx0" brushRef="#br0" timeOffset="89996.344">26059 14245 2955 0,'0'0'511'16,"0"0"-277"-16,0 0 65 0,0 0 54 16,0 0-77-16,79-56-49 0,-57 51-83 15,3 0-144-15,3 0-15 0,1 0-145 16,2 0-70-16,1 1-52 0,1 2-113 0,0 0-180 16,-7 2-506-16,10 0-220 0</inkml:trace>
  <inkml:trace contextRef="#ctx0" brushRef="#br0" timeOffset="90180.661">26538 14222 157 0,'0'0'1687'0,"0"0"-897"0,0 0-174 0,0 0-121 15,-23 75-86-15,10-56-49 0,-2 2-42 16,-3-1-49-16,4 0-62 0,-1-3-61 16,5-2-58-16,2-2-46 0,3-1-39 15,5-3-3 1,0-1-13-16,3-1-14 0,7 0 3 16,5-1 12-16,-2 2 9 0,5 0-24 15,-2 1 3-15,1 3 22 0,-2-2-1 0,-1 5 0 0,-4-1 3 16,-1 0 1-16,0 1-1 0,-6-1-15 15,-1-2-22-15,-2-2-42 16,0-4-46-16,0-2-36 0,0-4-35 0,0 0-121 16,0-3-279-16,2-2-668 0,8-10-121 0</inkml:trace>
  <inkml:trace contextRef="#ctx0" brushRef="#br0" timeOffset="90443.285">26890 14494 1380 0,'0'0'1271'16,"0"0"-952"-16,0 0 1 0,98-23 48 15,-65 10-85-15,2-2-78 0,-2-3-74 0,1-3-85 0,0 0-30 16,-6 0-16-16,-6 2-44 0,-5 3-58 16,-8 4 67-16,-9 4 32 0,-3 3 3 15,-14 2 0-15,-11 3 25 0,-5 3 84 16,-5 11 9-16,-4 6 55 0,0 8 52 16,0 2-32-16,6 3-43 0,3 4-7 15,6 0 36 1,5-2-21-16,10-3-68 0,11-1-71 0,5-4-16 15,21-4-6-15,9-4 3 16,5-3-109-16,7-7-25 0,-1-5-84 0,2-4-167 16,-12 0-799-16,9-7-1738 0</inkml:trace>
  <inkml:trace contextRef="#ctx0" brushRef="#br0" timeOffset="90580.897">27818 14708 726 0,'0'0'4307'0,"0"0"-3714"0,0 0-478 0,0 0-115 16,0 0-70-16,-76-29-54 16,51 16-25-16,-1 1-85 0,1 1-225 0,4 4-760 31,-18-2-1160-31</inkml:trace>
  <inkml:trace contextRef="#ctx0" brushRef="#br0" timeOffset="106037.222">18214 11300 1854 0,'0'0'525'0,"0"0"-302"0,0 0 285 0,0 0-31 16,0 0-177-16,13-72-95 16,-1 53-31-16,2 0-18 0,2 0-45 0,1-2-28 15,2 3-27-15,0 4-10 0,-1 2-28 0,-2 2 19 16,0 5-18-16,-3 4-17 0,0 1-2 0,-3 3-1 16,-3 5 1-16,-1 9 12 0,-1 2 0 15,-2 3-11-15,-1 6 12 0,-2 3-13 16,0 2-2-16,0 5-1 0,0 4-18 15,0-1 3-15,0 2-19 0,0 1 6 0,0-4 29 16,3-4-10-16,4-2 12 0,-1-7-16 0,4-4 16 16,3-3 0-16,3-6 0 0,1-5 3 15,2-3 43-15,4-3-3 0,2-3 0 16,2 0 7-16,0-4-5 0,1-5 23 16,-2-2-28-16,-2-2-37 0,-1-1-1 15,2-1-2-15,-4-3-19 0,-2-3-72 0,1 2-100 16,-7-2-89-1,-1 1-13-15,-4 1-119 0,-2 4-284 16,-3-8-806-16</inkml:trace>
  <inkml:trace contextRef="#ctx0" brushRef="#br0" timeOffset="106300.402">18720 11081 2245 0,'0'0'327'16,"0"0"-166"-16,0 0 122 0,0 0-8 0,0 0-2 16,-32 73-27-16,31-49-70 0,1 5-43 15,0 4-21-15,0 5 0 0,0 5-31 16,-2 3-13 0,-1 5-34-16,-3 4-13 0,-2 5 13 15,0 0-9-15,0 0-22 0,-2-3-3 16,3-3-12-16,1-6-13 0,3-2-40 15,2-8-59-15,1-8-59 0,0-5-62 0,4-7-48 16,2-6-94-16,4-6-216 16,-3-3-551-16,2-3-288 0</inkml:trace>
  <inkml:trace contextRef="#ctx0" brushRef="#br0" timeOffset="106855.186">18975 11317 1451 0,'0'0'760'16,"0"0"-413"-16,0 0-48 0,0 0 15 16,0 0-27-16,0 0-14 0,0 0-47 0,-48 74-68 15,47-51-43-15,-1 0 0 0,0 6-6 16,2 2-4-16,0 0-19 0,0 6-6 0,2-2-12 15,4-2-16-15,0-1-12 0,4-1-19 16,2-5-21-16,2-3-12 0,3-4 0 16,2-2-10-16,1-3-21 0,-1-3-101 15,1-1-63-15,3-5-48 0,0-3-49 0,-1-2-183 16,-5 0-664-16,9-2-759 0</inkml:trace>
  <inkml:trace contextRef="#ctx0" brushRef="#br0" timeOffset="108259.778">19464 11511 1372 0,'0'0'748'0,"0"0"-276"0,0 0-79 0,0 0-58 16,0 0-49-16,0 0-33 15,0 0-48-15,0 0-56 0,0 0-43 0,0 0-28 16,0 0-26-16,-84-33-8 0,74 42-42 15,0 4 19-15,-1 8 10 0,3 4 9 16,-1 3 4 0,4 4 5-16,-1 1-3 0,5 0-6 15,-1-2 0-15,2-1 15 0,0-7-36 0,5-7-4 16,2-5-15-16,1-7-1 0,0-1 1 16,4-3 12-16,0-3 7 0,1-12-4 15,4-4-2-15,-1-8-13 0,1-2-43 16,1-4-52-16,-2-3-25 0,-1 2 12 15,-2-1 19-15,-2 2 21 0,1 0 0 0,-4-3 12 16,1-3-19-16,-4-3 7 0,2-3-59 16,-4-4-39-16,0 2 147 0,-1 2 16 15,-2 4 3-15,0 6 13 0,0 3 18 16,0 7 29-16,0 8 54 0,0 6 17 16,0 6 6-16,0 3 2 0,0 2-18 0,0 0-13 15,0 2-13 1,0 3-34-16,-2 9-27 0,1 3 3 15,-1 7 2-15,2 6 4 0,0 3-3 16,0 2 3-16,0 1 2 0,0 1-2 0,0 1-9 16,0 1-22-16,0 1-12 0,0 0 0 15,0-2-3-15,-1-1-25 0,-1-1-30 16,2-1-42-16,-1-6-81 0,1-6-31 16,0-2-10-16,0-8-46 0,1-2-134 0,4-6-266 0,0-3-590 15,1-4-209-15</inkml:trace>
  <inkml:trace contextRef="#ctx0" brushRef="#br0" timeOffset="108428.238">19779 11583 2330 0,'0'0'375'16,"0"0"-205"-16,0 0 100 0,0 0 58 16,0 0-12-16,2 65 30 0,-4-49-72 15,2-1-113-15,-2 2-50 0,2-3-16 16,-2-2-24-16,2-1-37 0,0-1-34 15,0-7-18-15,0 1-58 0,-1-4-84 16,-1 0-63-16,1 0-41 0,-2-6-67 16,1-1-287-16,-4-9-935 0</inkml:trace>
  <inkml:trace contextRef="#ctx0" brushRef="#br0" timeOffset="108575.027">19799 11364 2737 0,'0'0'507'0,"0"0"-431"0,0 0 4 0,0 0-7 16,0 0 3-16,0 0-16 0,0 0-60 16,0 0-130-16,0 0-265 0,90-23-591 0</inkml:trace>
  <inkml:trace contextRef="#ctx0" brushRef="#br0" timeOffset="109366.804">20151 10837 2391 0,'0'0'506'0,"0"0"-231"0,0 0 44 0,0 0-9 16,0 0-58-16,0 0 32 0,0 0-18 15,0 0-88-15,20 91-24 0,-18-52-10 16,-2 4-4-16,0 2-16 0,0 1-20 0,-2 3-16 16,-4-2 12-16,1-1-46 15,-1-2-14 1,-1-2-10-16,1-2-28 0,0-2 0 0,3-6-2 15,-1-3 0-15,1-10-1 0,3-3-11 16,0-7-12-16,0-5-10 0,4-4-8 16,4 0 15-16,3-8 27 0,6-3 0 15,1-1 0-15,2 0-3 0,2 3 0 0,-3 1-10 16,1 2-2-16,-3 5 12 16,-3 1-12-16,-3 0 13 0,0 2-13 0,-4 6 5 0,0 1 10 15,-4 1 12-15,0 2-10 0,-3 2 19 16,0 0-6-16,-3 1-3 0,-3-1-9 15,-1 3 13-15,-2 0-4 0,-3 0 0 16,-3 2-9-16,-1-3 12 0,-3 1-3 16,2-2-11-16,-3-1-1 0,6-2-15 0,-2-5-15 15,3-2-43 1,-1-3-42-16,3-2-40 0,1-2-37 16,3-8-25-16,0-4-97 0,4-3-108 15,3-4-155-15,0 5-481 0,3-8-454 0</inkml:trace>
  <inkml:trace contextRef="#ctx0" brushRef="#br0" timeOffset="109545.573">20362 11487 1463 0,'0'0'1361'0,"0"0"-1082"0,0 0 40 16,0 0 33-16,0 0-69 0,0 0 57 0,0 0 12 16,0 0-113-16,0 0-99 15,57 66-27-15,-57-51-22 0,0 0-24 0,-3-2-36 16,-3 1-31-16,1-2-1 0,-4-1-63 15,1-1-40-15,0-6-45 0,-2-3-89 0,2-1-126 16,3 0-273-16,-4-12-914 0</inkml:trace>
  <inkml:trace contextRef="#ctx0" brushRef="#br0" timeOffset="109730.074">20439 11303 3127 0,'0'0'496'0,"0"0"-335"0,0 0 129 0,0 0 37 16,0 0-12-16,0 0-51 0,0 0-145 16,92-22-110-16,-72 10-9 0,0-1-116 0,-2 0-123 15,-2 1-110-15,0 1-161 0,-6 2-634 16,0 1-952-16</inkml:trace>
  <inkml:trace contextRef="#ctx0" brushRef="#br0" timeOffset="109977.709">20973 11067 3399 0,'0'0'452'0,"0"0"-260"16,0 0 77-16,0 0 13 0,31 72 40 0,-19-54-25 15,4 0-121-15,0 1-88 0,2 1-30 16,1-2-10-16,-3 1-17 0,0 4-31 15,-5 0 0-15,-5 2-16 0,-4 3-44 0,-2 1-40 16,-8 6-13-16,-8 1-39 0,-5 4-40 16,-5 4-38-16,-4 3-26 0,-2 1-8 15,-3-1-56-15,-1-1-18 0,-2-4-159 0,10-12-549 0,-25 9-881 16</inkml:trace>
  <inkml:trace contextRef="#ctx0" brushRef="#br0" timeOffset="111633.713">20410 11672 251 0,'0'0'1126'0,"0"0"-661"16,0 0-53-16,0 0-37 0,0 0-38 15,0 0-20-15,0 0-62 0,0 0-78 0,0 0-42 16,0 0-22-16,0 0-11 0,0 0-12 0,0 0-6 15,0 0-18-15,3 0-20 16,0-1-15-16,0-3 10 0,2-1 8 0,0-1 1 16,4 0-4-16,-3 0-3 0,0 3-3 15,-2-1 3-15,-1 1-12 0,-2 2-9 16,1 1-19-16,-1 0-1 0,1 0-2 16,-2 0-3-16,1 0 0 0,2 0-10 15,-2 4 13-15,-1 2 2 0,2 4 11 0,-2 2-11 16,0 4 16-16,0 3-18 0,0 3 0 15,0 2-1 1,0 3 0-16,0 0 1 0,0 1 15 0,0-2-2 16,0-5 17-16,2-3 4 15,4-5 9-15,0-4-18 0,1-4-22 0,5-3 21 16,-1-2 7-16,6-2-7 16,0-10 10-16,4-5-21 0,5-5-13 0,1-6-27 15,4-2-87-15,-3-3-125 0,0 1-138 16,-6 8-188-16,3-7-807 0</inkml:trace>
  <inkml:trace contextRef="#ctx0" brushRef="#br0" timeOffset="112868.415">22356 6042 1132 0,'0'0'430'0,"0"0"-4"16,0 0 318-16,104-19-279 0,-65 18-197 15,0-3-43-15,1 4-14 0,-1 0-38 16,3 0-45-16,-3 0-28 0,-2 4-10 16,-1 4-10-1,-4 4-27-15,-5 6-22 0,-7 1-13 0,-5 5 7 16,-5 5 12-16,-6 4 24 0,-4 5 4 15,-3-1-19-15,-9 5 3 0,-3-1 9 16,-4 1-12-16,-1-3-12 0,-3 1-4 16,0-3-17-16,0-7 11 0,3 0 1 15,0-7-11-15,2-3-14 0,0-5-1 16,-2-3-17-16,0-2-53 0,0-1-39 0,-2-5-80 0,-4 0-79 16,2-2-82-16,-3-2-182 0,5 0-646 15,-6-2-642-15</inkml:trace>
  <inkml:trace contextRef="#ctx0" brushRef="#br0" timeOffset="113053.453">22294 6436 2319 0,'0'0'677'0,"0"0"-296"0,0 0-14 16,0 0-14-16,0 0-2 0,0 0-54 15,92 2-86-15,-61-6-88 0,3-3-63 16,5-5-29-16,4 0-31 0,-1-6-3 15,3 1-104-15,2-1-116 16,-2 0-147-16,1 0-164 0,-10 4-677 16,13-8-1243-16</inkml:trace>
  <inkml:trace contextRef="#ctx0" brushRef="#br0" timeOffset="113639.23">23829 6223 2692 0,'0'0'740'0,"0"0"-521"0,0 0-87 16,-79-18 139-16,49 16 97 0,-2-3-38 15,0 5-106-15,3 0-75 0,2 7-60 16,4 5 20-16,0 6 43 0,1 6-46 16,1 8-48-16,3 6-31 0,1 5 24 0,5 0-14 15,4-1-1-15,2 1-18 0,6-7 0 16,0-6-16-16,11-7-2 0,1-10-2 0,7-6-16 16,1-7 15-16,7 0-15 15,2-12-3-15,2-9-31 0,0-8-38 16,0-4-13-16,0-4-1 0,-2-2 25 15,-2-2-3-15,2 0 30 0,-2-2-15 16,1-2 37-16,-1-6-13 0,-2 1-3 16,-2-8-15-16,-2-2 28 0,-6-1 5 15,-2-1 28-15,-4 0 3 0,-5 1 15 0,-3 5 7 16,-1 1 12-16,0 8 27 0,0 9 30 16,0 9 28-16,0 6-27 0,0 10-1 15,0 6-3-15,0 1-3 0,-1 6-22 16,-1 0-23-16,2 0-28 0,-2 9-15 15,0 7-13-15,-1 8 13 0,-1 11 3 0,-1 8 21 16,2 7 0-16,-3 5-12 0,0 6 3 0,1 3-14 16,-3 3 14-16,0 0-13 0,1-2-2 15,0-3-1-15,3-5-29 0,1-8-39 16,3-8-25-16,0-9-18 0,4-5-43 16,9-12-22-16,3-4-64 0,5-6-103 15,1-5-165-15,4-6-182 0,-7-5-469 0,10-8-274 0</inkml:trace>
  <inkml:trace contextRef="#ctx0" brushRef="#br0" timeOffset="113787.467">24199 6282 848 0,'0'0'1468'16,"0"0"-897"-16,0 0-148 0,0 0-77 15,0 0-19-15,25 67-10 0,-24-48-11 16,-1 2-38-16,0 0-70 0,-7 3-27 16,3-5-19-16,0-2-46 0,-1-3-51 15,4-5-55-15,-1-4-15 0,2-2-88 16,-1-3-46-16,1 0-52 0,-2-9-78 15,2-5-230-15,0 1-619 0,0-14-956 0</inkml:trace>
  <inkml:trace contextRef="#ctx0" brushRef="#br0" timeOffset="113940.157">24184 6084 3014 0,'0'0'492'0,"0"0"-378"0,0 0 44 0,0 0 138 16,0 0-31-16,0 0-64 0,83 0-142 15,-56-12-59-15,1-4-238 0,-1-2-119 0,-8 2-233 16,8-9-1125-16</inkml:trace>
  <inkml:trace contextRef="#ctx0" brushRef="#br0" timeOffset="114356.748">24747 5607 1091 0,'0'0'2271'16,"0"0"-1954"-16,0 0-96 0,0 82 164 15,0-49-23-15,1 4 0 0,1 0-84 16,1 3-126-16,0 5-70 0,0 2-25 16,-3 0-27-16,0 1-5 0,-3 1-25 15,-3-1 0-15,-3-3-25 0,1-5-17 16,0-5-19-16,2-6 1 0,4-6-10 0,-2-6 9 0,2-5 15 15,2-7-5-15,0-1-10 16,0-4-3-16,2 0 30 0,6 0 34 0,-1-1 27 16,4-2 6-16,1 3-33 0,0 0-3 15,0 2 0-15,0 2-8 0,1 5 11 16,2-2 21-16,-2 2-9 0,0 0-12 16,-5 0 0-16,0 0 0 15,-1-1 16-15,-3 1 8 0,0-1 3 16,-4 0-8-16,0 2-1 0,-4-1 12 15,-7 2 1-15,-3-1-4 0,-6 2 1 16,-3-2-25-16,-4-3 10 0,2-1-13 16,-1-1-34-16,1-5-29 0,2 0-72 15,5-3-36-15,2-5-13 0,3-5-56 0,3-4-142 16,8-3-112-16,2 4-595 0,5-13-555 0</inkml:trace>
  <inkml:trace contextRef="#ctx0" brushRef="#br0" timeOffset="114535.157">25226 6319 2771 0,'0'0'717'16,"0"0"-401"-1,0 0 108-15,0 0-46 0,0 0-16 16,0 0 13-16,39 73-74 0,-39-58-111 16,0-2-87-16,0 1-42 0,-3-5-40 15,0-1-21-15,0-2 0 0,-2 0-40 16,0-2-59-16,-1-2-58 0,0-2-65 15,-1 0-60-15,0-2-186 0,2-2-609 0,-1-12-651 16</inkml:trace>
  <inkml:trace contextRef="#ctx0" brushRef="#br0" timeOffset="114688.816">25403 6014 3350 0,'0'0'963'0,"0"0"-830"0,0 0 111 16,0 0 139-1,0 0-160-15,95-5 8 0,-74 0-31 16,-2-1-182-16,4 0-18 0,-3-2-164 16,-2 0-118-16,-3 2-139 0,-6 0-675 0,-6 1-1756 0</inkml:trace>
  <inkml:trace contextRef="#ctx0" brushRef="#br0" timeOffset="140309.437">7416 15850 2077 0,'0'0'376'16,"0"0"376"-16,0 0-379 0,0 0-61 0,24-79-38 16,-9 60-16-16,2 1-14 0,0 2-66 15,0 0-50-15,1 0-39 0,2 1-25 16,1 0-6-16,0 2-21 0,2 0-10 16,0 1 19-1,-3 3-19-15,0 2-6 0,-1 5-21 16,-6 2-12-16,3 4-9 0,-2 4 6 15,-1 7 13-15,0 4 0 0,0 1-1 16,0 5 3-16,-1 7 2 0,0 1 0 0,2 9-2 16,-1 2 2-16,4 7 10 0,0 1-9 15,2 4-3-15,7-1 1 0,0 1 10 16,1-1-10-16,3-7 27 0,-1-7 5 0,1-9-21 16,-5-9 15-16,1-11-24 0,3-9-1 15,-2-3 17-15,-1-13-16 0,4-7 16 16,-2-9-19-16,-1-5-79 0,0-5-58 0,-5 0-30 15,1-2-38-15,-4 3-41 0,-3-1-76 16,-2 3-123-16,-5 9-266 0,-3-15-839 0</inkml:trace>
  <inkml:trace contextRef="#ctx0" brushRef="#br0" timeOffset="140535.794">8089 15623 3034 0,'0'0'475'15,"0"0"-310"-15,-6 79-45 0,9-38 109 16,1 12 121-16,3 9-35 0,-1 4-42 0,1 9-111 16,3 5-67-16,1 5-19 0,-3 6-28 15,1 3-2 1,-4 1-19-16,0 2-24 0,-4-3 10 0,-1-3-10 16,0-8 0-16,0-11-3 0,-4-10-17 15,1-13-58-15,3-15-29 0,-1-12-36 16,-1-10-53-16,1-11-49 0,-5-6-83 0,0-12-151 0,2-1-568 15,-11-30-701-15</inkml:trace>
  <inkml:trace contextRef="#ctx0" brushRef="#br0" timeOffset="140917.124">7476 15427 2647 0,'0'0'421'0,"0"0"-245"0,0 0-74 16,0 0 158-16,0 0 106 0,0 0-68 15,16-78-88-15,-3 62-61 0,0-5-42 16,3 0-8-16,1 1-10 0,3-2-22 15,5 2-24-15,2 1-16 0,2 4-2 0,2 3-10 16,0 6-15-16,2 6-2 0,-1 3-26 16,-1 12 12-1,3 4 16-15,-3 7 21 0,0 3 1 0,-3 4-22 16,-3 1 2-16,0-2 17 16,-2-2-18-16,-2-4-1 0,-2-7 0 0,4-4 16 15,-2-5-16-15,5-5 0 16,-2-5-2-16,5 0-28 0,2-10-34 0,1-4-43 15,1-5-59-15,4-3-68 0,-4-1-101 16,1 0-209-16,-10 4-682 0,6-3-693 0</inkml:trace>
  <inkml:trace contextRef="#ctx0" brushRef="#br0" timeOffset="141480.44">9248 15900 2152 0,'0'0'534'16,"0"0"-187"-1,0 0-28-15,0 0 36 0,0 0-31 16,-70 66-33-16,50-33-68 0,4 7-56 16,-1 7-32-16,7 1-6 0,1 4-19 15,8-1-13-15,1 0-33 0,1 0-18 0,9-1-31 0,2-2 1 16,7-5-16-16,1-2-18 0,1-8 15 15,4-6-18-15,-1-3-25 0,2-6-52 16,-1-5-27-16,-2-6-34 0,4-4-19 16,-2-3-4-16,-1-9-41 0,1-5-113 15,-5-1-169-15,-3 0-226 0,5-2-620 0</inkml:trace>
  <inkml:trace contextRef="#ctx0" brushRef="#br0" timeOffset="142452.888">10000 16191 1463 0,'0'0'760'16,"0"0"-339"-16,0 0-177 0,0 0 73 0,0 0-4 16,-80-36-64-16,67 33-47 0,-1 3-60 15,1 3-55-15,3 9-37 0,0 2-32 0,0 7-5 0,2 6-10 16,2 0 19-16,3 7-1 0,3-1 7 15,0 3 22-15,4 1 12 0,6-2 15 16,2-1 19-16,3-3-28 0,3-4-50 16,2-4-15-16,-1-3-2 0,-1-6-1 15,2-6-18-15,-1-4-10 0,1-4 7 0,-1-5-4 16,-2-9-9 0,1-9-31-16,-2-6-31 0,-2-8-6 0,-4-4-35 15,0-4 3-15,0-2-11 0,-3-4 16 0,-1 0-13 16,-1-2 15-16,-5 0 16 0,0 2 9 15,0-2 38-15,-8-2 32 0,-3-2-9 16,-5 1-36-16,4 1 45 0,-3 7 32 0,3 10 41 16,3 12 81-1,2 6 79-15,4 9-36 0,3 8 5 0,0 3-12 16,0 0-33-16,0 10-21 0,3 8-7 16,3 7 18-16,-2 8-10 0,3 7 0 15,-1 5-22-15,2 2-12 0,1 3-16 16,2 2 1-16,-1 4-22 0,1-1-1 15,-1 2-33-15,-2-3 0 0,1-4-12 0,0-7-28 16,0-4-89-16,-2-6-50 0,3-5-41 0,-1-7-51 16,0-6-110-16,2-8-272 0,-4-4-735 15,5-10-245-15</inkml:trace>
  <inkml:trace contextRef="#ctx0" brushRef="#br0" timeOffset="142598.588">10393 16351 2511 0,'0'0'624'16,"0"0"-343"-16,0 0-94 15,23 73 50-15,-20-46 77 0,-1 2-9 16,-1 0-61-16,-1-1-66 0,0 1-59 16,0-7-46-16,-3-2-51 0,0-5-22 15,-1-7-63-15,0-6-109 0,1-2-117 16,-2-12-92-16,-2-9-281 0,3 2-699 16,-2-19-504-16</inkml:trace>
  <inkml:trace contextRef="#ctx0" brushRef="#br0" timeOffset="142720.491">10338 16122 2576 0,'0'0'418'0,"0"0"-306"0,0 0 80 16,0 0 116-16,0 0-46 0,0 0-48 15,83-39-108-15,-68 21-106 0,0-4-68 16,1-3-215 0,-6 6-224-16,1-12-866 0</inkml:trace>
  <inkml:trace contextRef="#ctx0" brushRef="#br0" timeOffset="143083.844">10746 15674 3205 0,'0'0'550'16,"0"0"-283"-16,12 97 126 0,-11-50-7 0,-1 9-37 16,0 1-60-16,0 4-83 0,-4-4-64 15,1 0-39-15,2-3-34 0,-1-4-33 16,2-6-32-16,0-6-4 0,0-10-12 15,0-8-15-15,0-8-15 0,3-8-18 16,0-4-43-16,4 0 21 0,3-4 31 0,2-5 26 0,3 1 4 16,0 2-18-16,4 1-16 0,-3 5 10 15,-1 0-1-15,0 5 10 0,-2 3 2 16,-2 4 34-16,-3 0 0 0,0 2 34 16,-4 0 5-16,-1 2 19 0,-3 1-4 15,0 1-2-15,0 1-4 0,-7 2 4 16,-1 3-7-16,-1-1-5 15,-4 0-19-15,0 0-21 0,-2-4 0 16,3-6-42-16,0-1-77 0,2-6-50 16,0-6-11-16,4 0-18 0,3-7-105 15,3-9-260-15,0 2-475 0,6-17-330 0</inkml:trace>
  <inkml:trace contextRef="#ctx0" brushRef="#br0" timeOffset="143221.707">11082 16331 2764 0,'0'0'685'0,"0"0"-388"15,0 0-48-15,0 0 95 0,0 0 42 16,19 74-34-16,-19-55-108 0,0 0-95 16,-4-1-70-16,-2-3-51 0,-2-4-28 15,1-3-88-15,-3-5-97 0,2-3-111 0,-1-5-121 32,0-2-532-32,-2-14-901 0</inkml:trace>
  <inkml:trace contextRef="#ctx0" brushRef="#br0" timeOffset="143374.11">11134 16080 2902 0,'0'0'540'0,"0"0"-359"0,0 0 267 0,0 0-22 0,0 0-100 0,0 0-102 16,0 0-99-16,0 0-82 0,0 0-43 16,76-62-167-16,-67 45-198 0,4-1-112 0,-4 4-292 0,11-5-1117 0</inkml:trace>
  <inkml:trace contextRef="#ctx0" brushRef="#br0" timeOffset="143585.306">11632 15834 2892 0,'0'0'809'0,"0"0"-570"15,0 0-47-15,44 75 166 0,-31-48 27 16,-2 2-19-16,2-1-35 0,0 0-146 0,0-1-76 16,0 2-19-16,-1 0-29 15,-4 5-19-15,1 2-27 0,-6 5-15 0,-3 3 0 16,0 3 0-1,-6 1-12-15,-5 1-33 0,-4-3-19 16,-1-4-2-16,-4-4-1 0,0-5-39 0,-2-7-42 16,-1-7-19-16,4-5-9 0,2-11-50 15,3-3-130-15,4-3-373 0,-3-14-1204 0</inkml:trace>
  <inkml:trace contextRef="#ctx0" brushRef="#br0" timeOffset="143813.834">12209 16218 3915 0,'0'0'587'0,"0"0"-470"0,0 0-46 0,0 0-43 15,91 11-10-15,-64-9 25 0,1 2 16 16,0-2-32-16,1 1-14 0,0-1-13 0,-3-1-47 15,-6 4-156-15,-4-3-107 16,-6 2-62-16,-3 0-220 0,-7 4-806 0</inkml:trace>
  <inkml:trace contextRef="#ctx0" brushRef="#br0" timeOffset="143969.589">12265 16418 2816 0,'0'0'1220'0,"0"0"-882"0,0 0-242 0,0 0 34 15,0 0 18-15,0 0 51 0,0 0 6 0,82 36-83 16,-56-36-74-16,0-5-48 0,-1-1 0 16,-1-1-125-16,-1 0-88 0,-1 2-63 15,-2 1-114-15,-3 2-351 0,9-1-955 0</inkml:trace>
  <inkml:trace contextRef="#ctx0" brushRef="#br0" timeOffset="145054.933">12881 16418 1076 0,'0'0'212'0,"0"0"906"15,0 0-799-15,14-69-81 0,-13 47-36 16,1 0 21-16,-2 4-13 0,0 2-36 16,0 1-30-16,-5 5-15 0,-1 2-9 15,-2 1 4-15,-2 5-9 0,0-1 6 16,-6 3-13-16,-1 0-74 16,-2 9-22-16,0 6-12 0,2 8-28 15,0 4 10-15,4 8 18 0,4 5 0 16,9 7 37-16,0 3 9 0,6 1 6 15,5 2 10-15,3-5-10 0,1-4-19 16,1-8-14-16,1-13-8 0,-2-9-11 16,4-13-18-16,-1-6 15 0,1-15-25 0,1-12-86 15,0-10-33-15,-2-8-8 0,0-6 13 0,-2-2 8 16,0 1 22-16,-1-2 26 0,0 2 24 16,-5 2-20-16,1 0-19 0,-3-1-16 15,-2-3 29-15,-3 1 37 0,-3 0 32 0,0-2 19 16,-2 3 25-16,-4 2 39 0,2 10 37 15,3 10 16-15,-2 11 2 0,3 12 19 16,0 8-34 0,0 4-38-16,0 10-7 0,4 9 49 15,-1 9 38-15,0 10 11 0,1 6 3 16,1 6-22-16,1 5 5 0,-2 1-9 0,4 1-27 16,-3 2-25-16,2 0-34 0,0 2-46 15,0-2-2-15,0-3 0 0,2 0-27 16,-1-5-6-16,0-3-49 0,1-4-34 15,-1-6-36-15,5-6-72 0,0-7-65 0,3-6-148 0,-4-5-302 16,8-10-806-16</inkml:trace>
  <inkml:trace contextRef="#ctx0" brushRef="#br0" timeOffset="145203.392">13456 16665 3171 0,'0'0'468'0,"0"0"-313"0,0 0-42 16,1 89 151-16,-1-62 121 0,-1 1-32 0,-2-6-124 15,-2-3-125-15,2-7-52 0,2-5-33 16,-2-6-19-16,-1-1-152 0,0-8-77 16,-1-8-122-16,-1-8-161 0,2 1-693 15,-3-20-1075-15</inkml:trace>
  <inkml:trace contextRef="#ctx0" brushRef="#br0" timeOffset="145324.653">13410 16423 3161 0,'0'0'385'16,"0"0"-312"-16,0 0-32 0,0 0 38 16,77-36 9-16,-57 22-3 0,4-5-85 15,2-1-9-15,2-3-199 0,-8 5-205 0,9-2-809 0</inkml:trace>
  <inkml:trace contextRef="#ctx0" brushRef="#br0" timeOffset="146078.373">14188 16081 1479 0,'0'0'724'0,"0"0"-255"0,0 0-90 16,0 0-85-16,0 0-59 0,0 0-46 16,0 0-22-16,0 0-31 0,0 0-55 15,0 0-40-15,0 0-1 0,28-8-6 16,-19 8-34-16,4 0-2 0,1 7-12 15,3 5 14-15,0 5 22 0,-3 4 6 16,0 4-16-16,-3 4 7 16,-1 5 18-16,-2 2-12 0,0 2 15 15,0 0-3-15,-2 2 0 0,5-2 3 16,-2-2 13-16,5-1-10 0,-2-6-6 16,1-6-6-16,4-3-31 0,3-3 15 15,-1-5-3-15,3-4-9 0,-1-3-3 16,-2-5 0-16,4 0-34 0,-3-6 34 0,-1-5-2 15,1-6-57-15,-1-5-89 0,0-3-63 0,-2-4-55 0,-2-2-45 16,-1-1-156-16,-4 9-317 0,0-11-463 0</inkml:trace>
  <inkml:trace contextRef="#ctx0" brushRef="#br0" timeOffset="146273.074">14558 16158 2576 0,'0'0'425'16,"0"0"-288"-16,-8 73 84 0,6-37 77 16,2 9 36-16,0 2-21 0,0 4-72 15,2 3-108-15,2 3-47 0,-2 3-31 0,1 2-9 16,-1 1-43-16,-1-1 22 16,2-3-25-16,-1-5-21 0,2-5-47 0,-1-8-83 0,4-6-22 15,0-8-16-15,2-6-35 0,-2-7-73 16,3-8-213-16,-3-6-478 0,-1 0-127 15</inkml:trace>
  <inkml:trace contextRef="#ctx0" brushRef="#br0" timeOffset="146658.196">14114 15874 1764 0,'0'0'777'0,"0"0"-220"0,26-68-152 0,-7 35-143 0,3-5-42 15,4 2-65-15,2 5-43 0,3 6-19 16,3 5-6-16,-2 9-34 0,0 4-4 15,-2 7-15-15,-3 7-3 0,-2 12-13 0,-4 6 22 16,-5 8-18-16,-2 5-4 0,-3 3-14 16,-4 3 11-16,-3 0-12 0,2-1-2 15,0-6-1-15,-2-5 0 0,5-7-12 16,2-5 9-16,2-6-34 0,6-6 3 16,1-4-3-16,8-4-19 0,0-2-12 0,6-5-9 15,2-3-44 1,4-2-35-16,0 1-27 0,2-1-40 15,3 1-110-15,-14 5-330 0,16 0-897 0</inkml:trace>
  <inkml:trace contextRef="#ctx0" brushRef="#br0" timeOffset="146889.805">15263 16130 2009 0,'0'0'1767'0,"0"0"-1421"16,0 0-218-16,-45 69 49 0,33-35 24 0,0 6 54 16,3 7-5-16,2-1-55 0,5 0-82 15,2-3-37-15,6-5-10 0,7-4-54 0,4-7-12 16,-1-5-3-16,4-6-42 0,-1-7-43 16,1-6-31-16,3-3-2 0,-1-9-7 15,-1-10-13-15,1-11-31 0,1-8-142 0,-6 6-280 16,2-26-758-16</inkml:trace>
  <inkml:trace contextRef="#ctx0" brushRef="#br0" timeOffset="147244.079">15509 15804 2587 0,'0'0'725'0,"0"0"-468"0,0 0-111 15,7 70 134-15,-7-36 17 0,0 6 38 16,0 2-40-16,0 5-75 0,0-1-83 15,0 2-22-15,-3 0-30 0,0 0-27 0,2-2-37 0,0-4-21 16,-2-5-1-16,3-5-32 0,0-10-43 16,0-4 0-16,0-9 3 15,5-6 3-15,3-3-6 0,1-3 45 0,5-6 13 16,0 0 15-16,3 0-31 0,1 1 1 16,-1 3-16-16,-2 1 12 0,0 2 3 15,-3 2-2-15,-2 0 5 16,0 3 31-16,-3 3 1 0,-1 2 33 15,-3 1 9-15,-1 3 24 0,-2 0 9 0,0 5 4 0,-2 1-22 0,-4-2-19 16,-2 0-15-16,-4-2-8 0,2-2 5 16,-2-5-9-16,1-1-12 0,-1-6-88 15,2 0-65-15,-1 0-42 0,2-2-17 16,3-6-76-16,3-3-112 16,3-3-194-16,0 2-497 15,14-8-81-15</inkml:trace>
  <inkml:trace contextRef="#ctx0" brushRef="#br0" timeOffset="147398.141">15917 16330 2459 0,'0'0'531'16,"0"0"-297"-16,0 0 24 0,0 0 26 15,0 0 38-15,52 76 32 0,-51-53-64 0,-1-3-103 16,0 2-86-16,-4-5-49 0,-2-1-49 16,-1-5-3-1,-2-3-70-15,0-2-80 0,-2-6-121 16,1 0-138-16,0-2-265 0,-3-11-1097 0</inkml:trace>
  <inkml:trace contextRef="#ctx0" brushRef="#br0" timeOffset="147546.198">15972 16124 1649 0,'0'0'1891'0,"0"0"-1610"0,0 0-171 15,0 0 126-15,0 0-68 0,0 0-54 16,0 0-110-16,0 0-4 0,86-56-308 15,-70 36-92-15,-4 3-178 0,6-10-805 0</inkml:trace>
  <inkml:trace contextRef="#ctx0" brushRef="#br0" timeOffset="147776.721">16394 15923 2944 0,'0'0'584'16,"0"0"-429"-16,0 0-73 0,0 0 47 0,79 76 123 31,-59-52 263-31,-2-1-126 0,0-1-142 15,-4 1-86-15,1 1-6 0,-2 3-1 0,-1 4-63 16,-1 4-28-16,-6 0-33 0,-2 6-15 16,-3-1-14-16,-3 4-1 0,-6-4 0 15,-5 1-33-15,-1-2-6 0,-3 0-31 16,-4-4-5-16,0 0-28 0,-2-3-12 16,-2-5-37-16,-1-2-15 0,-1-4-35 0,2-6-98 0,4-7-146 15,-1-6-103-15,10-2-254 0,-1-10-678 0</inkml:trace>
  <inkml:trace contextRef="#ctx0" brushRef="#br0" timeOffset="147973.65">16971 16361 3427 0,'0'0'572'0,"0"0"-384"15,0 0 46-15,0 0 25 0,92 0-62 16,-72 1-17-16,0 2-52 0,3-2-103 16,3 1-25-16,-3-2-31 0,-1 0-54 0,-3 0-93 0,-6 0-73 15,-1-2-83-15,-6 1-215 0,-3-1-726 16,-3 2-834-16</inkml:trace>
  <inkml:trace contextRef="#ctx0" brushRef="#br0" timeOffset="148130.085">16968 16676 3424 0,'0'0'575'16,"0"0"-380"-16,0 0-136 0,0 0 37 0,0 0 31 15,0 0 89-15,95 42-1 16,-74-42-129-16,0 0-86 0,2-6-86 0,0-1-86 16,0-2-115-16,-1-2-45 0,-4 3-109 31,4-3-950-31</inkml:trace>
  <inkml:trace contextRef="#ctx0" brushRef="#br0" timeOffset="150266.082">17334 16476 49 0,'0'0'704'15,"0"0"-365"-15,0 0-156 16,0 0-73-16,0 0-35 0,0 0 627 16,0 0-150-16,0 0-230 0,26-66-121 15,-25 60-19-15,0-1 12 0,-1 0-71 16,3 1-63-16,0 1-57 0,3-1-3 15,1-1-35-15,0-1 7 0,2 2-19 16,-2 0-7-16,-1 0 13 0,-1 2 41 16,0 2 28-16,-4-1 26 0,1 2 28 0,-2 0 34 0,0 1 16 15,0-2 57-15,-4 1-37 0,-3-1-22 16,-1 1-12-16,1 1-38 0,-2 0-12 16,-2 0-25-16,2 6-7 0,-2 2-14 15,-1 6-10-15,-1 3-10 0,0 7-2 16,3 6 34-16,-1 2 12 0,2 2 3 15,3 1 0-15,5 0-25 16,1-6-23-16,0-4 1 0,3-7-2 16,3-6-33-16,3-7-4 0,0-4 21 15,3-1 16-15,2-11 33 0,2-3 4 16,3-10-37-16,2-4-37 0,-2-6-21 16,1-2-18-16,0-3-1 0,-2 0-12 0,0-4 33 15,1 0 29-15,-3-1 11 0,-1 1-27 16,-1-1 41-16,-5 3-14 0,-1 1 10 0,-1 2 6 15,-5 0 1-15,1 5 24 0,-3 3-13 0,0 6 25 16,0 7-9-16,0 5 40 0,0 9 15 16,0 3 3-16,0 0-16 15,0 8-21-15,0 8-6 0,0 7 12 0,0 5 15 16,0 7-27-16,1 5-13 0,1 4 4 16,-2 4-34-16,1 2-12 0,-1 2-24 0,3 1-92 0,0-1-98 15,1-2-45-15,1-2-144 0,0-15-586 16,2 7-1014-16</inkml:trace>
  <inkml:trace contextRef="#ctx0" brushRef="#br0" timeOffset="150435.507">17864 16585 359 0,'0'0'2418'0,"0"0"-2056"16,0 0-125-16,0 0 58 0,0 0 73 15,10 67-12-15,-10-49-54 0,-1 2-87 16,-5-1-83-16,3-1-62 0,-1-1-36 15,-1-2-34-15,2-3-25 0,-1-4-60 16,-1-3-93-16,0-3-31 0,-1-2-85 16,3-9-225-16,1-1-755 0,0-18-485 0</inkml:trace>
  <inkml:trace contextRef="#ctx0" brushRef="#br0" timeOffset="150551.525">17891 16387 147 0,'0'0'2213'0,"0"0"-1738"0,0 0-212 16,0 0 21-16,82-24-144 0,-58 17-45 15,0 0-95 1,4 1-19-16,-3-1-277 0,-5 4-278 16,2 1-944-16</inkml:trace>
  <inkml:trace contextRef="#ctx0" brushRef="#br0" timeOffset="150914.368">17263 17289 2062 0,'0'0'724'0,"0"0"-374"15,0 0-18-15,0 0 3 0,79-47-26 16,-40 28-5-16,12-3-90 0,9 2-85 16,7 1-6-16,9 2 112 0,2 3-6 15,4 6-123-15,0 2-52 0,6 3-2 16,4 3 3-16,2 0 2 0,7 3-18 0,-2 2-39 0,-2-1 0 16,-6 0-2-16,-8-1-28 0,-12 1-27 15,-11-3-40-15,-15 2-49 0,-12-2-34 0,-10 2-6 16,-12 0-22-16,-8 0-57 15,-3 1-163-15,-8 1-245 0,-1-1-572 16,-12 4-787-16</inkml:trace>
  <inkml:trace contextRef="#ctx0" brushRef="#br0" timeOffset="151800.017">17987 17679 1838 0,'0'0'584'0,"0"0"-207"0,0 0-49 16,0 0 16-16,0 0-47 0,0 0-42 15,0 0-45-15,0 0-55 0,-76-24-34 16,64 30-13-16,0 4-6 0,2 5-25 15,0 4-22 1,4 5 19-16,2-1-13 0,2 6-12 16,1-1-16-16,1-4-17 0,0-2-1 15,3-8-15-15,0-3-20 0,3-7 17 0,-1-4-58 16,4 0 12-16,-1-8 49 0,4-7 1 16,2-8-1-16,-2-6-38 0,2-4-8 15,-4-2 0-15,1 0 3 0,-3 2-25 16,4 0-6-16,-3 2 13 0,-1 1 8 0,1-1 25 15,-1 2 4-15,-3 1-10 0,1 1-7 16,-3 3 29-16,-1 1 12 0,2 4 0 0,-2 1 31 16,-1 5-13-16,-1 4 10 0,0 5 3 15,0 1 3-15,0 3 22 0,0 0 9 16,0 7-19-16,2 6 12 0,-1 5 13 16,1 8-25-1,-1 4 3-15,-1 4 12 0,2 2-15 0,-1 3-13 16,1-4-21-16,-1 1-12 0,3-3-28 15,-1 0-33-15,2-4-95 0,0-3-60 16,1-2-46-16,0-2-98 0,-2-6-237 16,4-1-800-16</inkml:trace>
  <inkml:trace contextRef="#ctx0" brushRef="#br0" timeOffset="152015.974">18328 17808 1505 0,'0'0'1536'0,"0"0"-1178"0,0 0-155 0,0 0 119 16,0 0 44-16,0 0-28 0,0 0-86 16,0 0-124-16,0 0-88 0,23 73-22 15,-18-62-18-15,-3-1-12 0,1 0-15 16,0-1-93-16,-1 0-58 0,-2-2-22 16,0 0-67-16,0-2-109 0,0-2-181 15,-2-3-456-15,-4-1-595 0</inkml:trace>
  <inkml:trace contextRef="#ctx0" brushRef="#br0" timeOffset="152154.163">18312 17656 85 0,'0'0'2357'0,"0"0"-1767"0,0 0-303 0,0 0 85 16,0 0-36-16,0 0-60 0,0 0-47 15,0 0-81-15,80-27-111 0,-55 14-37 0,4-5-133 16,2-1-211-16,-7 2-253 0,8-3-905 0</inkml:trace>
  <inkml:trace contextRef="#ctx0" brushRef="#br0" timeOffset="164152.219">19145 16588 2478 0,'0'0'999'0,"0"0"-866"0,0 0-63 0,0 0 75 16,0 0 95-16,0 0-16 0,0 0-22 16,0 0-60-16,0 0-56 0,-24-15 3 15,41-17 9-15,8-1-3 0,3-2-28 16,1 3-24-16,3 3-25 0,0 6-18 0,-1 5-17 16,-2 6 5-16,-1 7 11 0,-3 5-24 15,-2 0-5-15,-7 14-16 0,0 5 18 16,-4 6 4-16,-3 7 6 0,-4 4-4 15,-1 8-8-15,-1 5 11 16,3 5 16-16,1 4 1 0,2 5-1 16,5 0-19-16,2 0 22 0,4-3 3 15,3-9 18-15,3-10 28 0,-1-11 3 16,5-11 6-16,1-13-33 0,4-6 14 16,-2-18-14-16,4-11 11 0,-1-10-25 15,1-8-11-15,-4-4-34 0,-2-3-100 0,-5 1-96 0,-4 0-76 16,-5 6-131-16,-5 12-354 0,-7-8-940 0</inkml:trace>
  <inkml:trace contextRef="#ctx0" brushRef="#br0" timeOffset="164384.709">19782 16304 2704 0,'0'0'401'15,"0"0"-270"-15,0 0 83 0,0 0 11 16,-5 83-20-16,3-52 9 15,1 7-12-15,1 6-53 0,-2 7-44 16,2 9-12-16,0 9-16 0,0 7-40 16,0 9-11-16,0 3-26 0,0 1-2 15,2-2-1-15,1-4 3 0,-1-4-21 16,4-6-1-16,0-8-11 0,2-9-38 16,3-8-62-16,1-8-22 0,3-10-13 15,2-7-18-15,-1-9-24 0,3-9-177 0,-2-5-250 0,-5-3-501 16,5-17-166-16</inkml:trace>
  <inkml:trace contextRef="#ctx0" brushRef="#br0" timeOffset="164663.453">20638 16883 3354 0,'0'0'337'0,"0"0"-325"15,0 0-12-15,0 0 66 0,-82-32 98 16,65 32 31-16,1 1 51 0,4 9-88 16,4 5-47-16,3 7-37 15,1 9-22-15,4 7-6 0,0 7-3 16,3 5 0-16,3 4-6 0,2-1-7 16,3-3-17-16,3 0-13 0,1-8-25 15,2-5 4-15,2-6-40 0,2-7-59 0,4-8-40 16,0-7-72-16,1-9-106 0,4-4-173 15,-8-6-578-15,13-25-755 0</inkml:trace>
  <inkml:trace contextRef="#ctx0" brushRef="#br0" timeOffset="165047.795">21156 16983 3213 0,'0'0'416'15,"0"0"-330"-15,0 0 59 0,-87 54 113 16,54-28 40-1,1 7-7-15,1 1-49 0,5 5-71 16,4-2-55-16,8 0-28 0,6-4-6 16,5-5-24-16,3-7-19 0,0-6-23 15,8-7-16-15,3-7-13 0,5-1 10 0,2-12 3 16,2-9-1-16,0-10-15 0,0-6-20 16,-1-7-34-16,-2-4-18 0,3-2 6 15,-3-2-10-15,2-1 19 0,0-1-25 0,-2 0 9 16,-2-2-3-16,-2 0-9 0,-3 2 17 15,-5 3 23-15,-2 4 17 0,-3 3 35 16,0 9 9-16,0 7 25 0,-5 6 15 0,2 8 15 16,-2 5 10-16,3 4 40 15,0 4 12-15,2 1-23 0,0 5-32 0,-1 7-44 16,1 8-3-16,0 6 19 0,0 8 8 0,0 3 4 16,5 6-18-16,0 1-13 0,2 0-15 0,0-1-9 15,1 1-49-15,1-3-95 0,0-1-61 16,1-2-76-16,0-4-129 0,-4-8-308 15,1 3-782-15</inkml:trace>
  <inkml:trace contextRef="#ctx0" brushRef="#br0" timeOffset="165201.723">21451 17111 3021 0,'0'0'415'0,"0"0"-260"15,0 0 70-15,0 0 86 0,33 75-12 0,-27-53-55 0,-2-1-81 16,-1-1-84-16,-1-1-33 0,1-3-46 15,-2-5-28-15,-1-4-95 0,0-5-49 16,0-2-45-16,-1 0-66 0,-4-12-192 16,-1 3-807-16,-6-18-950 0</inkml:trace>
  <inkml:trace contextRef="#ctx0" brushRef="#br0" timeOffset="165348.538">21455 16833 1201 0,'0'0'2194'0,"0"0"-1963"16,0 0-202-16,0 0 132 0,0 0-17 16,0 0 23-16,84-42-27 0,-59 28-140 15,2-4-121-15,2-2-137 0,2-2 116 16,-2-1-302-16,-7 8-871 0,5-3-672 0</inkml:trace>
  <inkml:trace contextRef="#ctx0" brushRef="#br0" timeOffset="165887.022">21958 16415 3101 0,'0'0'551'0,"0"0"-397"0,0 0 0 15,0 0 94-15,20 72 53 0,-14-47-54 16,0-3-57-16,1-1-77 0,-1-3-55 16,3-4-21-16,-1 3-19 0,0-3 0 15,0 4-6-15,-1 4 1 0,-2 5-10 0,-1 6-3 0,-2 4 3 16,0 6-1-16,-2 2-2 0,0 7-2 16,0 0-13-16,-4 0-4 0,1-2 17 15,2-1 0-15,-1-5-13 0,1-5-9 16,1-8 5-16,-2-7-2 0,2-11 9 15,0-7-4-15,0-5-20 0,0-1-44 16,0-4 7-16,3-8 73 0,2-4 3 0,2-3-1 16,0-3 0-16,2 1-2 0,1 1-15 15,0 2 2-15,3 3-1 0,-2 2 14 0,5 1 0 16,-1 3 0-16,0 2-3 0,0 6 3 16,1 1 11-16,-2 0 11 0,2 0-7 15,-2 6 10-15,2 2-4 0,-3 3 3 16,-2-1 7-1,-5 2-7-15,-1 1 13 0,-4-2 0 16,-1 2-13-16,-1-2 1 0,-8 1 5 0,-2 0-6 16,-4 0-11-16,-1-2-13 0,-4-1-13 15,1-2-29-15,-1 0-19 0,1-2-40 16,-1-3-15-16,0 0-50 0,3-2-4 0,0 0 9 16,2-4-19-16,5-2-59 0,3-1-15 15,4-4-92-15,3 3-195 0,0 2-562 0,4-9-437 16</inkml:trace>
  <inkml:trace contextRef="#ctx0" brushRef="#br0" timeOffset="166050.25">22428 17090 2760 0,'0'0'624'16,"0"0"-386"0,0 0-1-16,0 0 74 0,45 74-28 15,-39-57-40-15,-2 0-71 0,-3-3-83 16,1 0-70-16,-2-2-19 0,0 0-98 15,0-1-84-15,-6-1-52 0,-3-2-58 16,-5-2-145-16,4-2-576 0,-12-4-653 0</inkml:trace>
  <inkml:trace contextRef="#ctx0" brushRef="#br0" timeOffset="166203.084">22459 16880 897 0,'0'0'2587'0,"0"0"-2180"16,0 0-193-16,0 0 60 0,0 0-67 15,0 0-62-15,77 25-71 0,-67-25-74 16,-1-7-28-16,2-10-135 0,1-2-143 16,-2-5-158-16,-1 5-576 0,-1-10-1066 0</inkml:trace>
  <inkml:trace contextRef="#ctx0" brushRef="#br0" timeOffset="166419.332">22905 16608 1615 0,'0'0'1520'0,"0"0"-1319"0,0 0-26 0,0 0 125 16,69 76 18-16,-52-52 71 0,3 4-57 15,-2 1-127-15,3 4-62 0,-1 0-9 16,-2 4 0-16,0 1-85 0,-4 3-19 16,-5 1-19-16,-4 0-11 0,-5 3-27 15,0 1-28-15,-7 1-21 0,-5 0-24 0,-5 2-7 0,-3-2-42 16,-2-1-50-16,-1-3-57 0,-2-3-112 15,-3-7-221-15,5-9-576 0,-13 1-812 0</inkml:trace>
  <inkml:trace contextRef="#ctx0" brushRef="#br0" timeOffset="167575.002">24009 16762 2088 0,'0'0'334'15,"0"0"438"-15,0 0-318 0,0 0-120 0,0 0-98 16,95-1-75-16,-71 2-37 0,1-1-47 15,3 0-21-15,1-1-47 0,1-4-7 16,1-3-4-16,1-3-17 0,-2 1-68 0,-1 1-133 16,-6-3-74-16,-5 5-109 0,-6 4-273 15,-6 3-870-15</inkml:trace>
  <inkml:trace contextRef="#ctx0" brushRef="#br0" timeOffset="167753.556">24169 16990 2413 0,'0'0'580'0,"0"0"-356"16,0 0-150 0,0 0 110-16,0 0 129 0,0 0-10 15,0 0-107-15,95 21-69 0,-59-28-62 0,5-4-37 16,3-5-28-16,4-3-15 0,1-2-202 16,0-2-103-16,-2 1-87 0,-10 3-257 15,11-5-814-15</inkml:trace>
  <inkml:trace contextRef="#ctx0" brushRef="#br0" timeOffset="168276.164">25267 16398 1876 0,'0'0'561'15,"0"0"-251"-15,0 0-156 0,0 0 90 0,0 0 75 0,52-69-107 16,-32 49-48-16,5-1-67 0,-3 2-28 16,3 4 23-16,-2 1-11 0,0 5-31 15,-2 7-34-15,-3 2-13 16,-3 8 12-16,-2 11-2 0,-5 9 2 15,-3 5 7-15,-4 8 0 0,1 5-7 16,-1 1 7-16,-1 3 31 0,2 0-13 16,5 3-6-16,1-3 6 0,3-3 68 15,4-4 49-15,3-6-93 0,3-6-30 0,2-6-31 16,2-8 7-16,1-7-10 0,3-7-33 16,1-6-44-16,2-12-6 0,2-10-37 15,1-7-66-15,-4-6-62 0,-1-5-108 16,-5-1-160-16,-8 10-558 0,1-12-631 0</inkml:trace>
  <inkml:trace contextRef="#ctx0" brushRef="#br0" timeOffset="168492.415">25772 16271 98 0,'0'0'2767'0,"0"0"-2456"0,0 0-263 0,-26 77 57 0,21-46 111 31,1 5 90-31,2 1-35 0,2 4-84 15,0 3-79-15,3 5-18 0,3 2 3 16,-1 6-25-16,1 4-16 0,-4 3-42 16,4 2-10-16,-3-2-24 0,-2 2-41 15,1-5-40-15,1 1-31 0,0-1-13 16,2-2-45-16,0-2-4 0,1-5-102 16,2-7-220-16,-2-12-474 0,3 1-548 0</inkml:trace>
  <inkml:trace contextRef="#ctx0" brushRef="#br0" timeOffset="168932.678">26508 16859 2043 0,'0'0'279'0,"0"0"-134"0,0 0-25 0,0 0 86 16,0 0 60-16,-30-72-45 0,20 66 24 15,1 5-17-15,0 1-49 0,1 3-37 16,-2 6-42-16,3 5-7 0,-2 6-21 16,4 6-13-16,0 9 6 0,4 7-13 15,1 2 1 1,0 4-13-16,6-2-18 0,3-5-21 15,3-6-1-15,2-6-47 0,1-8-76 16,3-5-70-16,1-11-26 0,6-5-35 16,2-8-120-16,-6-5-408 0,11-16-919 0</inkml:trace>
  <inkml:trace contextRef="#ctx0" brushRef="#br0" timeOffset="169324.714">26802 16911 2312 0,'0'0'1206'0,"0"0"-1054"15,-31 68-121-15,14-35 35 0,-3 9 208 16,-3-3 88-16,4-2-99 0,2-5-107 16,6-10-51-16,3-6-20 0,6-8-85 15,2-7 0-15,0-1-61 0,8-1 39 0,5-8 22 0,2-3 21 16,4-3-9-16,1-3-12 0,3-3-24 16,-4-1-37-16,3-2-4 0,0 0-6 15,-2-2-5 1,0-3-17-16,0-3-15 0,-1-4 12 15,1-3-22-15,1-3-1 0,-4-3-38 16,0 2 34-16,-2 1 41 0,-4 2 57 0,-4 5-3 16,-4 4 28-16,-3 1 1 0,0 4 24 15,-6 2 16-15,0 3 9 0,-2 3 35 16,2 4 47-16,1 4 0 0,2 6-10 16,1 1-8-16,2 3-36 0,0 1-26 15,0 9-18-15,0 10 3 0,0 7 16 16,5 8-1-16,-4 5-12 0,0 3 6 15,1 0-3-15,-1-1-43 0,1-2-3 0,-1-2-61 0,1 0-90 16,-1-3-50-16,1-1-23 0,-1-1-68 16,1-4-176-16,1-8-665 0,0 3-629 0</inkml:trace>
  <inkml:trace contextRef="#ctx0" brushRef="#br0" timeOffset="169478.078">27188 17072 2816 0,'0'0'414'0,"0"0"-328"16,0 0 38-16,0 0 70 0,19 78 77 0,-19-61-85 16,3-3-108-16,-3 0-53 15,0-7-25-15,0-3-11 0,0-2-121 0,0-2-147 16,0-9-51-16,0-7-165 0,0 3-686 16,0-16-585-16</inkml:trace>
  <inkml:trace contextRef="#ctx0" brushRef="#br0" timeOffset="169611.693">27214 16845 2602 0,'0'0'479'16,"0"0"-294"-16,0 0 48 0,0 0 23 16,0 0-39-16,0 0-125 0,0 0-80 15,89 41-12-15,-70-41-60 0,4 0-141 0,-1-7-182 0,-8 0-264 32,8-4-840-32</inkml:trace>
  <inkml:trace contextRef="#ctx0" brushRef="#br0" timeOffset="170195.519">27675 16235 1638 0,'0'0'730'0,"0"0"-452"16,0 0-162-16,0 0-42 0,0 0 422 16,0 0-87-16,0 0-157 0,9 96-129 15,-7-43-67-15,-2 6 53 0,0 6 24 0,-3 0 3 16,-3 1-40-16,-3-3-25 0,1-3-16 16,0-1-43-16,0-8-12 0,-4-5-18 0,6-5-19 15,-1-6-9-15,1-8 21 0,2-8 7 16,1-4 15-16,3-9-19 0,0-5-55 0,6-1-25 15,4 0 80-15,5 0 22 0,5 0 19 16,3 0-19-16,0 5-3 0,0-2 3 16,-2 3 3-16,2 1-2 0,-6 1-1 15,-2-1 0 1,-3 1 1-16,-5 3 15 0,0-2 5 16,-6 1 26-16,-1 2-7 0,-1 0-16 15,-9 2-5-15,-3 0-17 0,-4 0-2 16,-1 0 0-16,-3-3-43 0,-1-2-28 15,5-3-44-15,0-6-43 0,4 0-47 16,3-8-24-16,4-8-157 0,5-6-239 16,1 5-421-16,5-21-155 0</inkml:trace>
  <inkml:trace contextRef="#ctx0" brushRef="#br0" timeOffset="170310.989">27992 16869 2308 0,'0'0'542'0,"0"0"-260"15,0 0 2-15,0 0 33 0,31 71-3 16,-31-50-11-16,-2 1-71 0,-4 1-102 15,-3 0-72-15,-2-1-58 0,1-3-15 0,-1-5-90 16,1-5-71-16,-1-6-144 0,2-1-221 0,-5-7-1083 16</inkml:trace>
  <inkml:trace contextRef="#ctx0" brushRef="#br0" timeOffset="170458.022">28050 16680 1456 0,'0'0'2214'0,"0"0"-1972"16,0 0-151-16,0 0 45 0,0 0-46 16,0 0-90-16,88-5-22 0,-73-14-220 15,2-3-69-15,-3 3-128 0,6-15-784 0</inkml:trace>
  <inkml:trace contextRef="#ctx0" brushRef="#br0" timeOffset="170658.738">28591 16456 2478 0,'0'0'682'0,"0"0"-535"16,41 70-27-16,-25-45 112 0,1 5 70 15,1 1-13-15,1 1-60 16,-2 1-87-16,-3 1-80 0,-1 3-31 16,-3-1-13-16,-5 4-18 0,-5 3-30 15,-5 2-54-15,-10 2-67 0,-7 3-63 16,-10 2-31-16,-2 1 22 0,-5 1-26 0,-5 1-153 15,6-13-322-15,-26 20-580 0</inkml:trace>
  <inkml:trace contextRef="#ctx0" brushRef="#br0" timeOffset="181521.379">29149 16479 238 0,'0'0'2787'0,"0"0"-2273"0,0 0-290 16,0 0-66-16,0 0 96 0,0 0 97 15,0 0-77-15,94 7-90 0,-58-5-89 16,0-2-59-16,-2 0-33 0,-6 0-2 16,-2-1-1-16,-4-3-2 0,-2-2-38 15,-4 1-94-15,-6 0-65 0,-4 0-57 16,-5 3-145-16,-1 1-377 0,-5 1-1129 0</inkml:trace>
  <inkml:trace contextRef="#ctx0" brushRef="#br0" timeOffset="181690.668">29208 16706 1542 0,'0'0'1592'0,"0"0"-1184"0,0 0-196 15,0 0 55-15,107 30 21 16,-70-29-34-16,-3-1-45 15,2 0-92-15,1-6-77 0,-5-5-40 0,-3-4-6 16,-3-3-123-16,-4-1-81 0,-4-2-99 16,-5-3-152-16,-4 6-686 0,-3-10-1155 0</inkml:trace>
  <inkml:trace contextRef="#ctx0" brushRef="#br0" timeOffset="181959.728">29448 16255 1034 0,'0'0'1575'0,"0"0"-1285"0,0 0-78 0,0 0 37 16,104 22 77-16,-73-18-27 0,3 2-119 15,0 0-93-15,2 3-50 0,-1 1-15 16,-5 2 43-16,-5 7-65 0,-9 3-77 16,-5 3-61-16,-8 8 48 0,-3 2 26 15,-5 3 17-15,-7 2 25 0,-1-2 12 16,-6 0 10-16,1-3 19 0,-2-5-19 15,0-2-22-15,1-6-47 0,-2-5-57 0,1-5-71 16,2-5-127 0,1-7-267-16,3 0-518 0,2-3-333 15,2-14 1387-15</inkml:trace>
  <inkml:trace contextRef="#ctx0" brushRef="#br0" timeOffset="182391.693">30106 15698 434 0,'0'0'2768'15,"0"0"-2291"-15,0 0-310 0,0 0-35 16,0 0 141-16,0 0 37 0,71-77-116 16,-52 61-105-16,0 2-49 0,-1 4-13 0,0 6-12 15,-2 4-15-15,-2 5 0 0,0 11 11 16,-3 9 7-16,-6 6-18 0,1 8 0 15,0 5 21-15,-3 6-20 0,2 4-1 0,1 1 1 16,5 1 17-16,3-2 49 16,3-2 0-16,3-5-24 0,2-7-6 0,1-8-4 15,-1-7-24-15,4-8-9 0,-1-7-12 0,1-8-3 16,2-2-34-16,0-7-6 0,0-9-39 16,-1-5-72-16,-4-6-33 0,-1-4-55 15,-5-4-76-15,-2-3-235 0,-4 0-505 0,-1 7-514 16</inkml:trace>
  <inkml:trace contextRef="#ctx0" brushRef="#br0" timeOffset="182623.044">30562 15593 463 0,'0'0'1882'0,"0"0"-1385"0,0 0-227 16,0 0-21-16,-16 69 87 0,16-35 33 15,5 4-58-15,2 7-116 0,3 3-47 16,1 4-10-16,0 0 37 0,1 7-41 0,-3 2-58 15,-2 3-24-15,-2 2-50 0,-2 3 10 0,-3-1-12 16,0-3-23-16,0-6-75 0,-5-5-11 16,-1-9-2-16,4-7-11 0,-1-12-26 15,1-7-18-15,1-7-38 0,1-6-94 16,0-6-140-16,0-3-180 0,0-9-53 16,0 2-329-16,-2-14-303 0</inkml:trace>
  <inkml:trace contextRef="#ctx0" brushRef="#br0" timeOffset="183045.278">30033 15363 398 0,'0'0'1973'16,"0"0"-1528"-16,0 0-152 0,0 0-67 16,0 0 57-16,0 0 51 0,33-80-102 15,-17 58-95-15,2-2-44 0,3 1 6 16,4 0 3-16,-3 4-6 0,3 3-32 0,-2 4-30 15,0 5 9-15,-3 3-12 0,-2 4-13 16,-3 3-6-16,-1 8 31 0,-3 5 18 16,1 7-24-16,-4 5-19 0,1 6-18 0,-1 1-1 15,0 5 0-15,0-5-26 0,4-4 14 0,-1-5 12 16,6-7 1-16,0-4 0 0,0-6 12 16,0-2 3-16,5-6 6 0,1-1 10 15,2-6-31-15,6-8-1 0,2-3-36 16,2-4-67-16,-4-2-67 0,0 1-42 15,-4 0-34-15,-2 4-69 0,-7 3-332 0,4 0-875 0</inkml:trace>
  <inkml:trace contextRef="#ctx0" brushRef="#br0" timeOffset="183693.074">31120 15120 1035 0,'0'0'162'16,"0"0"1248"-16,0 0-1107 0,0 0-149 0,0 0 44 15,-9 68 129-15,9-38-43 0,0 7-60 0,0 10-62 16,8 6-50-16,3 12 12 0,1 6 6 16,0 10-17-16,1 5-42 0,-2 5-13 15,1 5-12-15,-3 2-27 16,-2 2-1-16,-1-2-18 0,3-3-18 16,-6-4-7-16,-1-7-39 0,1-7 18 15,-3-9-28-15,3-7-9 0,0-11 9 16,2-8-31-16,-2-9-4 0,3-8-18 15,-1-9-7-15,1-7-40 0,-1-8-84 16,1-1-187-16,3-7-210 0,-5-7-156 16,0 2-295-16,-2-11 526 0</inkml:trace>
  <inkml:trace contextRef="#ctx0" brushRef="#br0" timeOffset="183909.029">31417 16346 2671 0,'0'0'478'0,"0"0"-188"0,6 67-2 15,-2-32 81-15,1-2-14 16,-2 4-130-16,0-1-130 0,2-2-52 16,-1 1-18-16,0-3-25 0,-1 0-14 15,0-6-81-15,1-2-65 0,-2-7-23 16,1-8-47-16,-1-4-59 0,0-5-198 15,-1-5-560-15,2-2-371 0,-3-10 698 0</inkml:trace>
  <inkml:trace contextRef="#ctx0" brushRef="#br0" timeOffset="184047.211">31513 16461 492 0,'0'0'2226'0,"0"0"-1748"0,0 0-182 15,79 7-11-15,-48-7 186 0,-1 3-183 16,-1-3-78-16,0 0-78 0,-5-9-77 15,-1-2-55-15,0-6-221 0,-3-4-153 0,-1-5-61 0,-5 7-266 16,1-14-988-16</inkml:trace>
  <inkml:trace contextRef="#ctx0" brushRef="#br0" timeOffset="184231.818">31806 16267 1479 0,'0'0'276'0,"0"0"901"0,-2 75-981 0,2-44-148 15,0 2 165-15,6 4 180 0,1-1-72 16,2 2-65-16,2-3-71 0,-5 1-101 16,2-1-47-16,-6-4-37 0,-2-4-56 15,0-4-86-15,0-9-150 0,0-5-60 16,0-7-184-16,0-2-515 0,0-6-375 16,2-13 883-16</inkml:trace>
  <inkml:trace contextRef="#ctx0" brushRef="#br0" timeOffset="184432.275">31964 15877 127 0,'0'0'3118'0,"0"0"-2642"0,0 0-246 15,0 0 186-15,0 0 50 0,88-3-93 16,-59 2-124-16,3-1-116 0,1-4-54 15,-1 0-55-15,-4-3-24 0,0 0-54 0,-9-3-73 16,-1 1-71-16,-5-1-70 0,-1 2-134 16,-7 1-292-16,-2 3-634 0,-6 6-663 0</inkml:trace>
  <inkml:trace contextRef="#ctx0" brushRef="#br0" timeOffset="184610.734">32062 16052 117 0,'0'0'2692'0,"0"0"-2247"0,0 0-279 0,0 0 126 15,0 0 157 1,0 0-17-16,0 0-165 0,0 0-138 16,96 63-53-16,-71-72-27 15,1-5-49-15,-1-3-89 0,-3-2-140 0,1 0-52 16,-5 3-76-16,-5 3-311 0,4-2-1220 0</inkml:trace>
  <inkml:trace contextRef="#ctx0" brushRef="#br0" timeOffset="185234.169">32643 15368 1397 0,'0'0'130'16,"0"0"546"-16,0 0-382 0,0 0-116 0,0 0 66 15,0 0 92-15,0 0-87 0,77-47-75 16,-68 57-35-16,0 8-32 0,-1 8-38 16,1 7-16-16,-1 7-24 0,-3 6 9 15,1 6 2-15,2 2-18 0,0 2-6 0,1 1 21 16,1 0 10-16,3-3 15 0,1-5 12 15,6-8 56-15,-1-6 15 0,4-10-31 16,0-6-53-16,3-8-39 0,1-9 18 0,-1-2-16 16,1-1 22-16,1-8-46 0,-2-6-3 15,2-4-49-15,-4-5-31 0,-1 0-52 16,-3-4-62-16,-1 0-45 0,-4-1-43 16,-3-1-144-16,-4 2-248 0,-4 6-660 0</inkml:trace>
  <inkml:trace contextRef="#ctx0" brushRef="#br0" timeOffset="185465.852">33074 15434 775 0,'0'0'1567'16,"0"0"-1141"-16,0 78-236 0,0-40 2 0,0 8 184 15,1 5 84-15,5 4-91 0,-1 4-121 16,2 4-97-16,-2 4-47 0,1 3-39 15,-1 4-17-15,0 2-17 0,1 4-31 0,3 0-32 16,-2 1-7-16,0-4-44 0,1-4-49 16,1-7-44-16,-1-5-56 0,0-10-18 15,2-6-93-15,-2-7-249 0,0-3-734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49:56.04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10380 4371 186 0,'0'0'2062'0,"0"0"-1751"16,0 0-60-16,0 0 3 0,0-66 33 15,0 51 43-15,0-1-15 0,0 3-33 16,0 3-47 0,2 1-37-16,1 3-45 0,-2 4-36 15,0 0-26-15,1 2-8 0,2 0-19 0,2 7-31 16,3 8-5-16,1 5 42 0,2 11-4 15,0 10-8-15,-3 12-18 0,1 9-19 0,-6 8-18 16,-1 8-3-16,-2 1 1 0,1 1-1 16,-2-1-12-16,4-7-16 0,-1-9-48 15,0-10 19-15,0-13-1 0,1-8 22 0,-1-5-25 16,0-8-9-16,-2-5-25 0,1-3-12 16,-1-3-22-16,-1-8-22 0,3 0-24 15,0-4-8-15,0-8 24 0,1-5 23 16,1-2 30-16,-1-6 14 0,-1-4 23 15,1 1 69-15,0 1 2 0,5 1 30 16,4 3 94-16,3 2 15 16,6 6-3-16,2 1 18 0,3 4-14 15,0-1-6-15,1 4-13 0,4 0-12 16,1 1-16-16,0 0-25 0,-1 1-6 16,1-2-27-16,-1 1-13 0,-1-2-24 15,-2-2 0-15,1-1-39 0,-1 1-65 0,-3-1-40 16,3 3-13-16,-1-3-49 0,-4 3-127 0,-1-3-291 15,-5 1-634-15,-6 3-846 0,-3-8 1984 16</inkml:trace>
  <inkml:trace contextRef="#ctx0" brushRef="#br0" timeOffset="231.753">11179 4402 1129 0,'0'0'1965'15,"0"0"-1678"-15,0 0-112 0,0 0 112 0,0 0 62 16,0 0-39-16,0 0-51 0,-23 78-78 16,23-48-65-16,0 3-30 0,3 6-26 15,3 7-23-15,0 4-19 0,0 7-16 16,0 5-2-16,1 2-10 0,0 3-57 16,-1-5-49-16,1-3-34 0,2-5-21 0,2-7-20 0,0-11-4 15,0 0-70-15,0-10-97 0,0-1-201 16,-4-8-467-16,4 0-374 15</inkml:trace>
  <inkml:trace contextRef="#ctx0" brushRef="#br0" timeOffset="1835.372">12184 4730 140 0,'0'0'2308'0,"0"0"-1684"0,0 0-301 0,0 0-60 16,0 0-11-16,0 0-29 0,0 0-42 16,0 0-26-16,0 0 3 0,0 0-11 0,68 0-45 0,-36 0-23 15,2 0-30-15,7 0 9 0,5 0-27 16,3 0 11-16,4 0-20 0,3-1 17 0,1-2-20 15,-1 0-19-15,-3 0 0 0,2 0-1 16,0-3-17-16,-1 1 18 0,-4-2 0 16,-2 2 0-16,-3-1-24 0,-5 0-61 15,-5 2-38-15,-2 1-8 0,-5-2-45 0,-4 1-43 16,-1-1-76-16,-4 3-130 0,-6-4-269 16,-3 4-535-16,-7-8-466 0</inkml:trace>
  <inkml:trace contextRef="#ctx0" brushRef="#br0" timeOffset="2104.747">13101 4514 866 0,'0'0'1645'0,"0"0"-1364"0,0 0-201 0,0 0 81 0,0 0 165 15,0 0-22-15,0 0-61 16,0 0-35-16,98 2-56 0,-75 4-62 0,5-1-52 15,0 2-10-15,1 2-13 0,0-1 16 16,1 1 9-16,-4 1-40 0,-4 5-26 16,-8 3-9-16,-5 2 8 0,-5 4 5 15,-4 4 0-15,-3 3-31 0,-8 1 7 16,-6 3 5-16,-4-1 1 0,-3 0-7 0,-1-2-40 16,-1-5-27-16,3-1-28 0,-3-4-88 15,3-3-104 1,0-2-228-16,7-4-458 0,-7-3-242 0</inkml:trace>
  <inkml:trace contextRef="#ctx0" brushRef="#br0" timeOffset="2653.439">14718 4236 42 0,'0'0'2595'0,"0"0"-2187"0,0 0-107 16,0 0-3-16,0 0-14 0,0 0 11 15,0 0-25-15,-76-69-97 0,55 68-47 16,-2 1-22-16,-4 5-37 0,-2 8 1 0,1 6-44 15,-4 7-21-15,-1 8-3 0,-1 8 0 0,-2 10-18 16,2 4 17-16,-1 8 0 0,5 1-1 16,5 0-32-16,8-1 31 0,7-3-15 15,7-7 16-15,3-2 2 0,7-8 1 0,9-7 29 16,3-4 22-16,4-7-6 0,7-7 18 16,2-5-15-16,4-2 21 0,2-6 48 15,3-5-5 1,1-1-35-16,-1-5-35 0,0-7-22 15,-2 0-18-15,-4-4-3 0,-5-2-10 0,-3 1-48 16,-4-2-39-16,-4-1-51 0,-6 2-26 16,-3 1-46-16,-8 2-99 0,-2 1-240 15,-11 2-458-15,1 4-360 0</inkml:trace>
  <inkml:trace contextRef="#ctx0" brushRef="#br0" timeOffset="2954.721">14444 4711 985 0,'0'0'146'0,"0"0"1230"15,0 0-906-15,0 0-93 0,0 0 1 16,0 0 9-16,0 0-23 0,0 0-72 16,0 0-80-16,78-2-69 0,-55 2-76 15,2 0-57-15,2-3-10 0,0-4-40 16,1 0-100-16,0 3-81 0,-3-2-41 16,0 2-57-16,-2 1-77 0,0-1-101 0,-4 1-57 15,-2 1 69-15,-3 0-108 0,-2 2-104 16,-5 0 241-16,-1 4 456 0,-3 6 111 15,1 4 332-15,1 5 91 0,-2 5 8 16,0 2-83-16,0 5-102 0,0 3-88 16,0 1 17-16,-1 2-30 0,-1 0-36 0,0 0-38 0,2 0-36 15,-1-4-59-15,3-2-74 0,0-6-13 16,3-4-47-16,1-5-102 0,5 0-83 16,2-4-79-16,-3-3-258 0,8 0-924 0</inkml:trace>
  <inkml:trace contextRef="#ctx0" brushRef="#br0" timeOffset="3524.192">16094 4770 2134 0,'0'0'1231'0,"0"0"-949"0,0 0-108 15,0 0-4-15,0 0 56 0,0 0-6 16,0 0-25-16,0 0 51 0,78 27-14 16,-29-15-67-16,9-1-13 0,4 1-31 15,5-3-30-15,0-2-28 0,1-2-29 16,-2-5-34-16,-3 0-3 0,-1-2-13 15,-3-6-32 1,-2-3-58-16,-6-2-58 0,-4-3-58 16,-4-3-35-16,-7 1-155 0,-12 3-300 0,-2-6-827 0</inkml:trace>
  <inkml:trace contextRef="#ctx0" brushRef="#br0" timeOffset="3755.644">16893 4531 277 0,'0'0'2674'0,"0"0"-2213"0,0 0-189 16,0 0 74-16,0 0-14 0,0 0-73 16,86-11-31-16,-61 11-47 0,2 6-78 15,0 2-54-15,-1 6-49 0,0 1 0 16,-1 6-1-16,-1 0-2 0,-4 6-27 16,-3 1-22-16,-5 6-37 0,-9 4 4 0,-3 5-14 15,-3 4-11-15,-11 3-38 0,1 0-38 16,-4-1-44-16,-1-3-122 0,-2-3-207 15,7-15-591-15,-10 7-495 0</inkml:trace>
  <inkml:trace contextRef="#ctx0" brushRef="#br0" timeOffset="4310.039">19046 4171 1319 0,'0'0'982'0,"0"0"-591"16,0 0-70-16,0 0-42 0,0 0 76 16,0 0-40-16,0 0 21 0,-98-54-8 15,72 54-122-15,1 8-69 0,-2 6-11 16,-2 7-4-16,0 4-49 0,2 9-34 16,0 7-2-16,2 8-1 0,6 2-8 0,2 6-1 0,8 4 18 15,6 0-44-15,3 2 2 0,6-6 25 16,7-5 5-16,7-7 3 0,3-9 13 15,5-5 11-15,2-8 49 0,2-8-39 16,-1-6-55-16,4-6-15 0,-2-3-25 16,0-9-66-16,-1-7-39 0,-2-4-37 15,-2-5-67-15,-5-3-157 16,-7 6-391-16,-5-10-1014 0</inkml:trace>
  <inkml:trace contextRef="#ctx0" brushRef="#br0" timeOffset="4595.316">18860 4573 2028 0,'0'0'1419'0,"0"0"-1093"16,0 0-66-16,0 0 137 0,0 0-46 0,0 0-53 15,0 0-85-15,95 32-86 0,-58-32-75 16,5-7-52-16,-1-5-80 0,0-1-38 16,0-1-29-16,-4 0-39 0,1 1-57 15,-2 3-121-15,-5 2-160 0,-2 4-75 16,-5 4-95-16,-6 1-313 0,-8 10 313 0,-4 3 319 31,-3 5 375-31,-3 3 362 0,-4 1 133 0,-5 0 36 16,-1 2-45-16,-2 2-134 0,-1-1-88 0,2 1-43 15,-1-1-36-15,1 1-7 16,0 1-3-16,3-3-27 0,1-2-82 0,4-2-66 16,3-7-145-16,0-3-111 0,4-8-31 15,10-3-62-15,0-6-245 0,-1-2-555 16,14-23 189-16</inkml:trace>
  <inkml:trace contextRef="#ctx0" brushRef="#br0" timeOffset="4874.407">20131 4071 1721 0,'0'0'2003'0,"0"0"-1732"16,0 0-145-16,-69 67 86 0,37-35 91 15,-4 5-30-15,-1 4-77 0,-2 7-95 16,-1 4-53-16,-4 4-17 0,-5 6-19 16,-4 6-12-16,-11 8-1 0,-8 8-1 0,-7 7-38 15,-9 8-21-15,-6 2 6 0,-1 2 16 16,-1-5 36-16,6-2-43 0,5-11 3 0,12-10-12 16,11-10 15-16,11-15-9 0,15-12-27 0,13-16-14 15,13-11-30-15,10-11-44 0,3-3-254 16,16-17-198-16,7-7-517 0,-3 2-286 15,17-22 734-15</inkml:trace>
  <inkml:trace contextRef="#ctx0" brushRef="#br0" timeOffset="5059.229">19653 4906 261 0,'0'0'2667'0,"0"0"-2219"0,0 0-18 16,0 0 3-16,14 78-52 0,-21-40-40 15,-3 6-45 1,-3 5-98-16,0 0-50 0,0 0-26 16,-2-2-71-16,4-3-51 0,-1-3-10 15,4-5-66-15,2-6-66 0,2-7-28 16,2-4-31-16,2-9-62 0,0-7-198 16,0-3-291-16,2 0-869 0</inkml:trace>
  <inkml:trace contextRef="#ctx0" brushRef="#br0" timeOffset="5212.302">19644 5192 1284 0,'0'0'1705'0,"0"0"-1033"16,0 0-240-16,0 0 55 0,83 15-60 15,-56-5-67-15,1-3-45 0,4-2-124 16,4-5-83-16,-2 0-71 0,3-7-37 0,0-10-76 16,2-4-81-1,3-8-76-15,-2-3-80 0,-1-6-312 16,-10 10-805-16,7-16-1381 0</inkml:trace>
  <inkml:trace contextRef="#ctx0" brushRef="#br0" timeOffset="5396.786">20275 4820 1782 0,'0'0'1472'0,"0"0"-1036"0,0 0-263 0,-27 90 72 16,18-53 172-16,3 4-20 0,0 1-65 15,1 6-131-15,-1 1-89 0,2 2-45 16,-1 2-67-16,-2 0-58 0,1-3-130 15,-1-3-62-15,3-5-74 0,3-5-219 16,1-11-518-16,0 5-936 0</inkml:trace>
  <inkml:trace contextRef="#ctx0" brushRef="#br0" timeOffset="5781.278">21362 4729 2289 0,'0'0'1236'0,"0"0"-1027"0,0 0-71 0,89 36 61 16,-50-24 97-16,4-3-83 0,3 1 24 0,6-3 30 15,3-6-88-15,4-1-63 0,2-1-40 16,-4-10-61-16,-1-1-15 0,-8-5-94 16,0-1-52-16,-8-4-77 0,-4 0-62 15,-9 3-198-15,2-12-788 0</inkml:trace>
  <inkml:trace contextRef="#ctx0" brushRef="#br0" timeOffset="5997.778">22023 4385 1918 0,'0'0'1710'0,"0"0"-1438"16,0 0-125-16,0 0 110 0,101 47 18 0,-73-32-50 15,-5 4 63-15,-2 4-48 0,-5 3-82 16,-2 4-52-16,-5 3-48 0,-6 3-34 31,-3 3 3-31,-6 3-24 0,-7 5-3 0,0-3-12 0,-3 4-91 16,1-5-51-16,4-3-41 0,4-2-70 15,7-7-135-15,6-10-342 0,14-12-917 16,-1-7-315-16,24-17 1844 0</inkml:trace>
  <inkml:trace contextRef="#ctx0" brushRef="#br0" timeOffset="6245.259">22905 4822 372 0,'0'0'3215'0,"0"0"-2732"0,7 64-218 0,-4-44 16 16,3 2-93-16,5-10-72 0,6-4 7 15,1-6 2-15,9-4-125 0,2-12-3 16,4-10-104-16,3-7-61 0,1-5-23 0,-3-4 22 16,-2 2 20-16,-5 2 56 0,-7 1 65 15,-9 7 28-15,-9 2 25 0,-3 3 56 16,-18 4 27-16,-11 5 37 0,-10-1-65 0,-13 3-33 16,-14 3-47-1,-9-1-120-15,-9 4-47 0,-8 2-63 16,0 4-181-16,23 0-195 0,-39 8-655 0</inkml:trace>
  <inkml:trace contextRef="#ctx0" brushRef="#br0" timeOffset="7116.374">8675 4675 635 0,'0'0'2716'16,"0"0"-2250"-16,0 0-227 0,0 0 45 0,0 0 50 16,0 0-70-16,0 0-47 0,0 0 38 15,0 0-24-15,95 36-47 0,-47-30-57 16,5 0-39-16,2-6-28 0,-2 0-15 16,-1 0-21-16,0-7-21 0,-2 0-3 0,-2-3-2 15,0 0-31-15,-4-1-75 0,1-4-49 16,-5 0-49-16,-1-2-40 0,-1 0-119 0,-11 5-268 15,1-8-887-15</inkml:trace>
  <inkml:trace contextRef="#ctx0" brushRef="#br0" timeOffset="7317.013">9523 4411 980 0,'0'0'2311'16,"0"0"-1937"-16,0 0-304 0,0 0 84 15,0 0 120-15,0 0 55 0,0 0-73 0,0 0-100 16,0 0-82-16,74 73-74 0,-71-54 0 16,-3 5-13-16,0 2-63 0,-5 3 14 15,-10 5-20-15,-1-2 2 0,-4 5-25 16,-7-2-44-16,0 1-87 0,-5-1-154 0,-6 0-235 0,8-11-625 16</inkml:trace>
  <inkml:trace contextRef="#ctx0" brushRef="#br0" timeOffset="7695.73">7635 4888 912 0,'0'0'2073'16,"0"0"-1617"-16,85-62-120 0,-38 39 47 15,11-2-87-15,4 7-56 0,0 2-49 16,0 8-35-16,-4 6-37 0,-4 2-28 0,-7 2-48 0,-7 10-31 16,-9 1-6-16,-7 3-6 0,-7-1-39 15,-8 7 0-15,-5-2 38 0,-4 2 1 16,0 3-2-16,-7 1-10 0,-7 2-13 16,-1 0 4-16,-4-3 18 0,-6-4 0 15,0 0-24-15,-4-3 2 0,-3-5-21 16,-1-1 13-16,-2-4 11 15,2-5 22-15,4-3 13 16,-1-11 2-16,0-10 0 0,2-10-13 0,3-8-2 16,5-7 0-16,5-4-15 0,10 2-10 15,5-1 13-15,12 2-25 0,8 6 16 16,5 6-16-16,1 5-12 0,3 10-70 16,1 4-113-16,-9 8-273 0,8 7-704 0</inkml:trace>
  <inkml:trace contextRef="#ctx0" brushRef="#br0" timeOffset="29356.131">15450 7727 1307 0,'0'0'663'0,"0"0"117"0,0 0-280 16,0 0-255-16,-63-67-17 0,43 56-7 16,1 4 5-16,0 3-21 0,-3 4-47 15,1 0-53-15,-1 5-28 0,-2 8-10 0,-4 3 1 16,0 8-1-16,-3 5 1 0,0 6-13 16,0 4 6-16,0 5 6 0,2 3 27 0,0 6-18 15,2 3-33-15,5 3-10 0,0 2-11 16,5 1 2-16,7-1-9 0,4-4 3 15,6-5 16-15,3-3 2 0,13-6 0 16,4-4-5-16,4-8 8 0,5-6-3 0,-1-6 4 0,2-2 2 16,0-7-18-16,2-6-3 0,0-4-18 15,2-1 8-15,2-12-11 0,-2-5-24 32,0-7-39-32,-2-5-58 0,-5 0-19 15,-4-5-45-15,-7 0-43 0,-3 3-122 16,-9 2-194-16,-4 3-188 0,0 8-456 15,-15 0-136-15</inkml:trace>
  <inkml:trace contextRef="#ctx0" brushRef="#br0" timeOffset="29650.769">15084 8178 2086 0,'0'0'547'0,"0"0"-206"0,0 0-31 16,0 0 55-16,0 0 55 0,0 0-31 16,0 0-133-16,0 0-96 0,40 69-53 15,-21-67-34-15,0-2-24 0,4-5-34 0,-3-4-15 0,3-4-82 16,-3-2-31-16,0-1-7 0,-2 1-6 15,-2 3-7-15,-2 2 0 0,-4 3 18 16,-1 5 19-16,-3 2 30 0,0 2 63 16,0 10 3-16,-3 5 38 0,0 6 83 15,0 3-6-15,0 3 12 0,0 2-7 0,1 4-43 16,-1 1 12 0,2 1 34-16,2-1-22 0,-2 1-7 15,1-3-2-15,-1-3-34 0,2-5-55 16,1-4-3-16,0-7-58 0,0-3-46 0,1-5-36 15,2-2-10-15,0-5-29 0,1 0-49 16,1-7-43-16,1-5-71 0,1-7-248 16,-6 2-648-16,2-14-692 0</inkml:trace>
  <inkml:trace contextRef="#ctx0" brushRef="#br0" timeOffset="30105.16">14863 7375 2561 0,'0'0'979'0,"0"0"-610"0,0 0-180 0,0 0 35 16,0 0 92-16,0 0-34 15,0 0-98-15,0 0-105 0,0 0-30 0,0 0 12 16,42-44-13-16,-27 28-11 0,1-4-13 16,-2 0-6-16,2-2-15 0,-3 0 8 0,3 0-11 15,-5-1-2-15,4 3-11 0,-4-4 13 16,-1 4-11-16,3 1 11 0,-1 0 0 0,-2 5-1 15,0 3-11-15,-1 3-3 0,-2 1-9 16,4 2 5-16,-2 1-11 0,4 3 9 16,4 1-10-16,2 0 13 0,1 8 17 15,6 7 0-15,0 3 1 0,4 3-1 16,-2 2 1-16,0 0-15 16,3 2-19-16,-1 3-33 0,2-2-43 15,1-2-28-15,0-1 19 0,3 1-94 16,-3-5-116-16,2-1-111 0,-11-5-224 15,12 3-689-15</inkml:trace>
  <inkml:trace contextRef="#ctx0" brushRef="#br0" timeOffset="32193.384">18206 7895 901 0,'0'0'371'0,"0"0"-237"0,0 0 16 31,0 0-20-31,0 0 977 0,0 0-761 15,0 0-71-15,0 0-53 0,0 0-20 0,0 0 2 16,0 0 28-16,-11-19-34 0,4 14-53 16,-1 1-43-16,-1 0-31 0,-1 0 5 15,-4-1-14-15,0 3-32 0,-6-3-14 16,1 5-16-16,-6-2-17 0,-3 2-4 16,-6 0 21-16,-5 0-12 0,0 7-4 0,-6-2 4 15,-2 2 10-15,0 3-1 0,-3-2 2 0,1 0-17 16,3 1-1-16,0-2-30 0,3 0-34 15,2-2 12-15,4 2-15 0,-2-1-44 16,4-1 3-16,2 2 33 0,4-1-2 16,2 1-37-16,4-2 17 0,4 2 9 15,5-3-7-15,2 2-38 0,2-2-67 0,2 0-50 0,0-1-75 16,3-1-89-16,2-2-164 0,0 0-198 0</inkml:trace>
  <inkml:trace contextRef="#ctx0" brushRef="#br0" timeOffset="32763.403">17512 7624 1850 0,'0'0'548'15,"0"0"-190"-15,0 0-30 0,0 0-15 0,0 0-37 16,0 0-49-16,0 0-80 0,-82 20-49 16,56-4-23-16,-5 2-16 0,-4 1-16 0,-3 4 4 15,-2 1-13-15,-2 2 0 0,3 3-18 16,-4 0-15-16,6 2-1 0,-1-2-3 0,5 4-16 15,3-1 7-15,4-3-1 0,6 2-12 16,10-5 22-16,4 0 2 0,6-2 2 16,1-2 32-16,10 0-20 0,4-1 15 0,4-1 24 15,4-3-6-15,2 1 44 0,2-1 27 16,0-1-34-16,2-4-40 0,0-1-3 0,0-2-37 16,1-2 15-1,-2 0-9-15,2-2-9 0,-1 1-34 16,-2-5-64-16,2 2-74 0,0 0-66 15,1-2-60-15,0 2-131 0,-7-3-361 16,10 1-927-16</inkml:trace>
  <inkml:trace contextRef="#ctx0" brushRef="#br0" timeOffset="33365.672">20089 7288 1148 0,'0'0'335'0,"0"0"-221"0,0 0 1061 16,0 0-774-16,0 0-110 0,0 0-60 15,-89-10-36-15,66 15-6 0,-2 4-14 16,-1 3-20-16,1 1-28 0,-1 4 0 15,-2 2 2-15,3 6-22 0,-3 4-21 16,3 6-7-16,-1 5-9 0,5 6-18 16,3 4 0-16,1 3-9 0,8 1-1 0,2-1-2 0,6-5 8 15,1-1-8-15,4-6 5 0,6-8 10 16,7-2-10-16,0-4-17 0,4-7-16 16,0-4-12-16,1-4-2 0,1-5-13 15,2-5-16-15,-2-2-51 0,0 0-15 16,0-11 9-16,-1-1-34 0,-5-3-30 15,-1-1-96-15,-5-3-237 0,-2 2-638 0,-6-4-791 0</inkml:trace>
  <inkml:trace contextRef="#ctx0" brushRef="#br0" timeOffset="33544.839">19775 7763 1899 0,'0'0'1018'0,"0"0"-506"15,0 0-32 1,0 0-79-16,0 0-76 0,86 28-95 15,-57-26-74-15,4-2-70 0,-1-3-49 16,1-6-37-16,-2-3-35 0,0-2-87 16,-3-2-50-16,-2 1-83 0,-5-1-133 15,-1 4-236-15,-7 4-528 0,-3 0-346 0</inkml:trace>
  <inkml:trace contextRef="#ctx0" brushRef="#br0" timeOffset="33683.621">20109 7816 1941 0,'0'0'622'16,"0"0"-239"-16,0 0 4 0,-11 84-19 0,11-58 32 15,0-3 4-15,0 0-108 0,0-6-140 16,4-3-119-16,2-1-37 0,0-4-80 16,1-2-122-16,6-5-76 0,1-2-36 15,9-5-149 1,-3-2-293-16,22-19-976 0</inkml:trace>
  <inkml:trace contextRef="#ctx0" brushRef="#br0" timeOffset="33929.252">20906 7432 1516 0,'0'0'1809'0,"0"0"-1356"15,0 0-255-15,0 0 50 0,-82 75 108 0,51-42-36 16,-6 5-5-16,0 3-84 0,-5 8-101 16,2 3-45-16,-4 3 3 0,-4 8 5 15,-4 5-35-15,-5 4-25 0,-5 5-32 16,-4 4-1-16,0 1-2 0,3-3-25 0,1-6-34 15,7-7-23-15,7-9-28 0,11-10-15 0,6-9-13 16,11-12 24-16,7-5-45 0,6-9-87 16,7-7-183-16,3-5-233 0,6 0-446 15,8-17-610-15</inkml:trace>
  <inkml:trace contextRef="#ctx0" brushRef="#br0" timeOffset="34145.349">20539 8324 2062 0,'0'0'1463'0,"0"0"-940"0,0 0-96 0,-8 92-42 0,0-58-94 16,1 2-36-16,-2 3-58 0,0-1-91 15,-3-2-60-15,3 0-36 0,-1-1-10 16,1-4-33-16,1-6-46 0,2-2-45 15,3-6-28-15,1-7-64 0,2-3-90 16,0-7-234-16,0 0-472 0,5-8-705 0</inkml:trace>
  <inkml:trace contextRef="#ctx0" brushRef="#br0" timeOffset="34299.059">20612 8513 2466 0,'0'0'1022'0,"0"0"-599"0,0 0 0 0,0 0-114 15,0 0-85-15,90 9-16 0,-69-17-89 16,5-5-100-16,0-3-19 16,0-6-153-16,2-3-153 0,0-1-124 0,1-4-172 15,-4 4-498-15,-5 5-221 0,0-4 20 16</inkml:trace>
  <inkml:trace contextRef="#ctx0" brushRef="#br0" timeOffset="34446.597">20983 8243 1609 0,'0'0'749'0,"0"0"-188"16,0 0-100-16,-35 75-53 0,24-43-2 15,-4 4-37-15,2 2-74 16,1 2-14-16,-5 3-19 0,3 0-65 16,-2 1-75-16,2-3-53 0,-1-7-66 15,7-9-3-15,0-6-72 0,4-7-65 16,4-6-11-16,0-6-4 0,0 0-1 16,6 0-24-16,0-7-127 0,1-4-296 15,-1 4-725-15,1-12-1090 0</inkml:trace>
  <inkml:trace contextRef="#ctx0" brushRef="#br0" timeOffset="35185.305">19529 7106 1687 0,'0'0'133'16,"0"0"1100"-16,0 0-761 0,0 0-62 15,0 0-37-15,0 0-24 0,0 0-57 16,0 0-63-16,0 0-46 0,0 0-38 16,-11 5-38-16,17-13-47 0,0-6-27 0,4-3-8 15,3-2-7-15,0-6-3 0,4-4-14 16,1-1 1-16,0-1-2 0,4 2-3 0,-2-4-12 15,3 0-3-15,0 3-16 0,-1-1 31 16,-2 4-12-16,0 1-6 0,-1 4-3 0,-2 1 6 16,0 2 2-16,1 1 1 15,-1 1 0-15,-1 2 0 0,1 0 12 16,-1 1-18-16,0-2 20 0,0 3-2 0,0-1-9 16,0 3 9-16,-1 0-13 0,-3 5 4 0,2 0-9 0,-2 5-6 15,2 1-7-15,2 1-2 0,1 11 36 16,5 4 23-16,3 4-5 0,5 3-16 15,5 4 13-15,8 3 13 0,1-2-13 16,5 2-15-16,2-5-3 0,1 0-27 16,-1-2-52-16,0-1-10 0,2-4-42 15,1-3-37-15,-3 1-127 16,-13-4-440-16,8 2-1232 0</inkml:trace>
  <inkml:trace contextRef="#ctx0" brushRef="#br0" timeOffset="36234.108">13454 8020 1947 0,'0'0'77'0,"0"0"1169"0,0 0-858 0,0 0-76 16,0 0 7-16,0 0-18 0,0 0-31 15,0 0-77-15,0 0-83 0,0 0-55 16,-80-13-19-16,59 13-11 0,-2 1 11 16,-6 4-2-16,-2 2 2 0,-7 2-15 15,-6 1-20-15,-7 2-1 0,-7 2-12 16,-4 3 0-16,-4-2-24 0,-1 1-40 0,0 0-22 0,5-2 10 16,5 0-10-16,7-3-25 0,6-3-52 15,9-6-41-15,7-2-38 0,9-2-76 16,7-8-125-16,5-2-556 0,7-13-556 0</inkml:trace>
  <inkml:trace contextRef="#ctx0" brushRef="#br0" timeOffset="36512.698">12741 7843 2745 0,'0'0'509'15,"0"0"-317"-15,0 0-15 0,0 0 138 16,-102 52 27-16,75-36-45 0,-2 3-112 15,4-2-99 1,-1 1-43-16,3-1-16 0,-3 2 1 0,4 2-11 16,-2 1-17-16,1 3-12 0,4-1 9 15,4-1 2-15,8-3 1 0,6-1 2 16,1 2-2-16,6 0-9 0,8 4 9 16,8 2 6-16,5-1-6 0,5 2-3 0,5-2-34 15,6-2 35-15,4-1 2 0,4-5-55 16,3-5-37-16,-2-2-99 0,2-5-119 0,-2-5-148 15,-14-1-561-15,12 0-768 0</inkml:trace>
  <inkml:trace contextRef="#ctx0" brushRef="#br0" timeOffset="36973.776">11094 7653 1034 0,'0'0'563'0,"0"0"-180"0,0 0 582 0,0 0-521 0,34 85-42 15,-24-46-80 1,-1 6-33-16,0 9-70 0,0 6 64 16,-3 3-72-16,-1 1-83 0,-2 1-49 15,-3-3-33-15,0-7-46 0,0-3-1 16,-2-10-39-16,2-9-51 0,0-9 3 16,0-7-31-16,2-10-62 0,2-3-81 0,5-4-153 15,-1-7-177-15,-1-3-511 0,2-10-539 0</inkml:trace>
  <inkml:trace contextRef="#ctx0" brushRef="#br0" timeOffset="37121.068">11323 8135 1562 0,'0'0'1003'0,"0"0"-588"16,0 0 29-16,82 19-83 0,-55-12-100 0,1-2-73 16,-3-3-79-1,3-2-72-15,-1-7-37 0,2-7-3 16,0-5-165-16,0-4-108 0,-6-4-121 15,1 0-207-15,-8 5-656 0,0-6-395 0</inkml:trace>
  <inkml:trace contextRef="#ctx0" brushRef="#br0" timeOffset="37290.65">11628 7900 1535 0,'0'0'756'16,"0"0"-326"-16,0 0-48 0,0 0-6 15,-7 86-37-15,7-56-37 0,3 5-59 16,4 0-21-16,-3 4-12 0,2 2 10 15,-1 0-21-15,-4 1-59 0,-1-3-83 16,0-3-57-16,0-4-12 0,0-7-103 0,0-7-38 16,0-9 22-16,0-4 9 15,0-5-38-15,6 0-112 0,1-13-174 0,-3 2-505 16,2-18-832-16</inkml:trace>
  <inkml:trace contextRef="#ctx0" brushRef="#br0" timeOffset="37654.276">11039 7271 1907 0,'0'0'1769'0,"0"0"-1228"0,0 0-197 15,0 0-98-15,0 0-50 0,0 0-34 16,0 0-71-16,0 0-54 0,44-76-19 16,-26 47-18-16,5-3-13 0,0 1 11 15,0 3-16-15,0 3-1 0,2 3-14 16,-2 5 11-16,2 5 1 0,-2 1-9 0,-1 8 8 31,0 3-17-31,-1 0-1 0,-2 11 19 0,3 3 18 16,-1 3 0-16,0 3 3 0,2 5-2 15,1 3-22-15,-1 3-13 0,3 1-64 0,-1 4 58 16,-1 3-110-16,-1 2-169 0,-1-2-176 16,-6-8-475-16,5 8-1116 0</inkml:trace>
  <inkml:trace contextRef="#ctx0" brushRef="#br0" timeOffset="38339.733">9036 8136 1603 0,'0'0'293'16,"0"0"942"-16,0 0-824 0,0 0-121 15,0 0-59-15,0 0-63 0,0 0 40 16,80 5-10-16,-36-5-44 0,6 0-71 16,5 0-19-16,2 0-40 15,1 0-2-15,-3 0-1 0,0 0-21 16,-4-5-17-16,-6 4-11 0,0-5-8 16,-5-1-26-16,-2-2-91 0,-1-3-66 15,-4-3-114-15,-5-1-278 0,-7 4-662 16,-1-7-553-16</inkml:trace>
  <inkml:trace contextRef="#ctx0" brushRef="#br0" timeOffset="38678.183">9479 7893 1758 0,'0'0'435'16,"0"0"725"-1,0 0-748-15,0 0-142 0,0 0-62 0,0 0-94 16,0 0-114-16,-96 28-37 0,65-11-6 16,-2 6-4-16,-4 7 0 0,0 3-3 15,-5 4-12-15,-1 2-8 0,1 2 4 16,3-1 10-16,3-3 30 0,2-5 25 16,7-2-1-16,3-4 2 0,5-4-1 15,6-6 0-15,7-3-18 0,6-2-12 0,3-3 31 0,13 3 60 16,9 2 18-16,6 0-18 0,7-1-13 15,3 3-12-15,4-4 6 0,4 0-26 16,0-2 9-16,0-2-23 0,0 0-2 16,2-1-19-16,-3 0-103 0,0 1 7 15,-5-1-225-15,-11 0-471 0,3-1-1226 0</inkml:trace>
  <inkml:trace contextRef="#ctx0" brushRef="#br0" timeOffset="39148.659">7937 8155 2496 0,'0'0'742'0,"0"0"-382"15,90 26-45-15,-53-10-63 0,5 5-84 16,-6 3-60-1,-7 0-18-15,-5 3-41 0,-8 2-15 16,-6 0 3-16,-8 2 0 0,-2 4 22 16,-12 1-1-16,-5-3-24 0,-3 0-10 15,-1-3-23-15,-1-4 12 0,-3-4-13 0,-1-6-25 16,4-1-43-16,-2-6 10 16,5-5 37-16,3-4 20 0,1-2-2 0,0-8-1 15,1-8 3-15,-2-2-17 0,-3-9-7 0,2-7 7 16,-2 1-28-16,2-2 33 15,5-1 12-15,2 1-33 0,7 5 0 16,3 7-40-16,0 2-22 0,9 3-44 16,6 3-61-16,2 0-127 0,-3 9-318 15,14-10-834-15</inkml:trace>
  <inkml:trace contextRef="#ctx0" brushRef="#br0" timeOffset="40012.795">21708 7809 965 0,'0'0'313'0,"0"0"1369"15,0 0-1263-15,0 0-61 0,0 0-15 0,78 0-31 16,-48 0-99-16,6 0-41 0,5 0-12 31,4-3-20-31,3 0-54 0,3-3-50 0,-3-3-29 16,0 2-7-16,-4 0-13 0,-4-4-2 15,-2-1-46-15,-5 0-104 0,-4 0-86 16,-4-2-83-16,-4 4-180 0,-5-1-628 0,-9-3-977 0</inkml:trace>
  <inkml:trace contextRef="#ctx0" brushRef="#br0" timeOffset="40359.821">21978 7514 1228 0,'0'0'472'0,"0"0"934"15,0 0-1099-15,0 0-111 0,0 0 41 16,0 0 15-16,-87 72-62 0,62-54-53 16,1 2-48-16,-1-1-36 0,0 4 6 15,-3 2-4-15,0-1-15 0,-2 4-9 16,3-2-30-16,-1-1-1 0,5 2-2 15,4-5-17-15,4-2 16 0,3-1 3 16,6-2 12-16,2-3 4 0,4 2 2 16,4-2 4-16,8 0 15 0,3 1 18 0,3 2 0 15,4-2-3-15,2 3 0 0,2-5 12 0,2 3 9 16,-1-4-21-16,0 0-22 0,1-2-20 16,1-2-10-16,-1-4-37 0,5-1-48 15,1-2-50-15,3-1-64 0,2-1-112 16,-6-5-322-16,13-6-1093 0</inkml:trace>
  <inkml:trace contextRef="#ctx0" brushRef="#br0" timeOffset="40703.293">23080 7629 1070 0,'0'0'13'0,"0"0"1336"0,0 0-901 0,85 6-109 16,-59 2 33-16,-1 2-31 0,-2 3-68 16,-4 1-83-16,-2 2-70 0,-3-1-18 15,-2 2-40-15,-3-1-4 0,-3 3 1 16,-5-1-16-16,-1 0 18 0,0 0-9 16,-5 1 0-16,-6 2-9 0,-4 0-16 15,-3-2-11-15,0-2-1 0,-4-1 0 0,2-3-12 0,0-3-3 16,-2-6-27-16,2-1-7 0,0-3-30 15,1-3-22-15,2-5-9 0,1-6-15 16,1-3-17-16,4-7-18 0,2-4 43 16,1-5 36-16,3-3 22 0,2-5 42 15,3 0-15-15,0 3-48 0,8 3-62 16,0 4-17-16,4 8 9 16,1 4-42-16,1 4-106 15,-1 6-173-15,-3 2-196 0,4 4-554 0</inkml:trace>
  <inkml:trace contextRef="#ctx0" brushRef="#br0" timeOffset="53022.797">2349 10251 1372 0,'0'0'1923'0,"0"0"-1879"0,0 0 11 16,0 0-1-16,-2 98 145 0,1-56-19 15,-1 7 5-15,2 5-24 0,0 5-55 16,0 4-29-16,3 7-2 0,0 6-16 0,-1 6-31 0,-1 6 36 16,1 4-33-16,-2-4-29 0,2-4-2 15,-2-10-6-15,0-7 6 0,0-10-28 16,0-14-61-16,0-8-13 0,0-10-10 15,0-7-50-15,0-7-62 0,0-7-85 16,0-4-137-16,0 0-116 0,0-24-722 0</inkml:trace>
  <inkml:trace contextRef="#ctx0" brushRef="#br0" timeOffset="53269.933">2266 10500 2126 0,'0'0'369'0,"0"0"40"16,0 0-284-16,0 0 61 0,0 0 78 16,0 0-64-16,81-63-64 0,-61 59-55 15,2 4-21-15,0 0-13 0,-2 4-25 0,-2 5-22 16,-5 7 0-16,-1 4 0 0,-4 10 32 16,-6 4-3-16,-2 4-1 0,-3 3-13 15,-10-1 13-15,-3 0-13 0,-4-4-15 16,-3-1-84-16,-4-4-27 0,2-1-27 0,-2-6 18 15,-2-5-13-15,3-2-29 0,0-7-3 16,2-2-11-16,2-7-39 0,-1-1-162 16,9-1-232-16,-2-15-391 0</inkml:trace>
  <inkml:trace contextRef="#ctx0" brushRef="#br0" timeOffset="53624.293">2523 10593 2221 0,'0'0'411'0,"0"0"-237"0,0 0 44 0,0 0 165 16,7 70-15-16,-7-43-66 0,3 0-102 15,3 2-76-15,4 0-37 0,2-3-13 0,3 1-31 16,1-2-25-16,4-4-15 0,2-3-3 16,0-7-19-16,-1-5 1 0,1-6 15 0,-2 0 2 15,3-8-2-15,-1-6-21 0,-3-5-23 16,1-5-42-16,-2-2-51 0,-2-5-13 15,-2-3-11-15,-3 5 58 0,-4-2 36 16,-4 6 26-16,-3 4 44 0,0 6 41 16,-10 3 25-16,-6 1 10 15,0 3-13-15,-4 3 3 0,-1-1 19 16,0 4 11-16,2-1-40 0,3 3-6 16,2 0 3-16,2 3-13 0,4 2-40 15,1 3-24-15,1 3-41 0,3 1-12 16,0 2-82-16,3-1-62 0,0 3-72 15,3-4-236-15,3-3-507 0,5-1-232 0</inkml:trace>
  <inkml:trace contextRef="#ctx0" brushRef="#br0" timeOffset="53774.053">2944 10624 756 0,'0'0'698'0,"0"0"-373"0,0 0-10 15,0 0 154-15,10 79 20 0,-10-56-119 0,0-2-94 16,0 0-87-16,-3-2-82 0,1-3-85 15,1-1-22-15,0-5-35 0,1-3-128 16,0-3-52 0,0-3-52-16,0-1-84 0,0 0-123 15,0-14-522-15</inkml:trace>
  <inkml:trace contextRef="#ctx0" brushRef="#br0" timeOffset="53945.291">3045 10365 2899 0,'0'0'368'0,"0"0"-329"0,0 0 69 0,0 0 145 0,0 0-26 16,0 0-101-16,0 0-98 0,0 0-28 15,0 0-125-15,0 0-127 16,0 0-136-16,59-15-354 0,-52 15-542 0</inkml:trace>
  <inkml:trace contextRef="#ctx0" brushRef="#br0" timeOffset="54372.846">3211 10606 2073 0,'0'0'489'0,"0"0"-338"0,0 0 119 0,0 0 133 0,0 0-10 16,0 0-62-16,4 66-110 0,-4-54-107 15,0 1-39-15,0 0-23 0,1 1-27 16,2-4-22-16,-3 2-2 0,1-1-1 16,1-3-19-16,-1-2-15 0,1-3-65 15,-1-3-18-15,1 0 8 0,-1-2 25 16,2-2 18-16,1-4-10 0,2-1-9 0,0-1-12 0,1-3-1 15,0 2 13-15,1 1-4 0,-3 2 13 16,2 2 18-16,-1 3 20 0,0 0 38 16,0 3 32-16,0 0 35 0,1 1 41 15,-3 4-7-15,0 1-16 0,1 1 10 0,-2 2-7 16,0 0-13-16,-2 0-8 0,2-1-52 16,0-2-15-1,1-2-18-15,-1-2-14 0,-2-2-38 16,4 0-55-16,-1 0-64 0,2-4-46 15,3-7-145-15,-1 1-325 0,8-15-619 0</inkml:trace>
  <inkml:trace contextRef="#ctx0" brushRef="#br0" timeOffset="54641.939">3709 10166 2020 0,'0'0'760'0,"0"0"-615"15,0 0-43-15,0 0 148 0,0 0 90 16,0 0 66-16,16 69-41 0,-25-33-139 15,-2 6-57-15,1 5-21 0,-1 0 23 16,2 2-55-16,3-5-58 0,3 0-25 16,3-3-18-16,3-1-12 0,7-3-3 15,6-4 0-15,4-4-27 0,0-2 12 16,5-6-10-16,2-4-5 0,2-5 28 16,-1-2-41-16,1-5-18 0,-3-3-6 0,-3-2 6 15,-1 0-16-15,-2 0-21 0,-4-4-37 16,-2 1-44-16,-6-4-44 0,-4 2-109 15,-4-5-126-15,0-3-142 0,-16 1-192 16,3-1-30-16,-26-5-163 0</inkml:trace>
  <inkml:trace contextRef="#ctx0" brushRef="#br0" timeOffset="54773.012">3467 10667 717 0,'0'0'1003'16,"0"0"-390"-16,0 0-154 0,0 0-167 16,0 0-177-16,0 0-35 0,0 0 89 15,0 0 37-15,104-5-27 0,-58 2-75 0,3-3-10 0,0-1-46 16,-3 0-48-16,-3 4-32 15,-4-2-106-15,-3 2-48 0,-4 3-38 0,-3 0-137 16,-9 0-350-16,-4 6-729 0</inkml:trace>
  <inkml:trace contextRef="#ctx0" brushRef="#br0" timeOffset="55158.681">1952 11310 3004 0,'0'0'192'0,"0"0"-192"16,0 0 0-16,0 0 169 0,0 0 60 15,80 7-21-15,-49-5-16 0,7 1-7 16,5 0 14-16,3 3-50 0,6-3-17 15,7 0-27-15,9 3-56 0,7-4 68 0,10-1 51 16,7-1-77-16,5-3-33 0,8-7-24 16,1-4-13-1,8 0 9-15,4-2-11 0,5 1-18 16,-1 0 11-16,-1 3 3 0,-7 0-12 16,-3 2-3-16,-8 1-21 0,-8 0-4 15,-6 1 13-15,-4 2 0 0,-4 3-6 0,-8 0 9 16,-5 1 6-16,-10 1 3 0,-11 1-70 15,-12 0-25-15,-8 0 16 0,-8 0-10 16,-5 0-37-16,-5 0-52 0,-6 0-54 0,-3 0-48 16,0 0 26-16,-9 0-18 0,-1 0-304 0,-10 0-707 15</inkml:trace>
  <inkml:trace contextRef="#ctx0" brushRef="#br0" timeOffset="56475.997">7665 10776 859 0,'0'0'534'0,"0"0"752"0,0 0-1096 0,-79-29-46 16,57 28 80-16,-1 1 12 0,0 0-49 15,-3 7-23-15,0 8-57 0,0 4-35 16,-1 1 26-16,-1 10-26 0,2 4 15 16,2 7-12-16,4 4-7 0,1 8 6 15,6 4-12-15,6 2-19 0,7 5-9 0,0-1 6 0,11 2 7 16,8-4-1-16,3-1-19 0,4-3-11 15,1-6 14-15,3-8-5 0,-1-5-4 16,0-10 7-16,-3-5-10 0,1-7-16 16,1-8-2-16,-2-4 0 0,-2-4 1 15,0-6-1-15,-2-6-14 0,0-5-23 16,-1-5-73-16,-3 0-16 0,-4-5 5 0,-4 4-37 0,-4 1-63 16,-4 1-100-16,-2 4-259 0,-3 5-681 15,-13-2-696-15</inkml:trace>
  <inkml:trace contextRef="#ctx0" brushRef="#br0" timeOffset="56629.428">7613 11418 1026 0,'0'0'1474'16,"0"0"-1138"-16,0 0-60 0,0 0 103 16,82 36-6-16,-63-31-115 15,0 0-77-15,-1-5-107 0,0 0-74 0,2-3-48 16,0-7-124-16,-1 1-98 0,-2-7-46 15,-1 2-85-15,-2-2-193 0,-6 3-534 16,-4-1-66-16</inkml:trace>
  <inkml:trace contextRef="#ctx0" brushRef="#br0" timeOffset="56760.721">7851 11414 140 0,'0'0'1506'16,"0"0"-1036"-16,0 0-162 0,-6 79-5 0,6-50-10 16,1 0-2-16,4 3 23 0,1-1-83 15,1-1-53-15,0 0-20 0,2-1-46 16,-2-4-103-16,6-2-9 15,-3-5-131-15,5-2-89 16,2-7-50-16,-1-3-54 0,-2-2-243 0,7-4-904 16</inkml:trace>
  <inkml:trace contextRef="#ctx0" brushRef="#br0" timeOffset="57493.345">8809 11364 916 0,'0'0'36'0,"0"0"1155"16,0 0-712-16,0 0-74 0,29-71-72 15,-12 48-3-15,1 3-41 0,3-4-47 16,2 2-37-16,2-1-48 0,1 1-27 16,4 2-26-16,2 0-15 0,0 2-34 15,1 4 0-15,0 3-3 0,0 6-21 0,1 5-7 0,-6 0-24 16,-1 12 0-16,-1 6-1 0,-3 7-8 15,-3 6 9-15,-2 4 12 0,-1-1-10 16,-1 2-1-16,1-5 1 0,1-7-2 0,3-5-12 16,2-7 11-16,3-3 0 0,6-7 1 15,1-2 0-15,1-6 15 0,6-8-12 16,0-4-2 0,0-3-1-16,1-3-27 0,-4 3-28 15,-2 0-18-15,-5 2-50 0,-1 1-55 16,-8 6-10-16,-5 2-73 0,-7 3-103 0,-8 7-206 15,-1-2-667-15,-10 2-773 0</inkml:trace>
  <inkml:trace contextRef="#ctx0" brushRef="#br0" timeOffset="57708.743">9062 11605 2760 0,'0'0'509'0,"0"0"-299"0,0 0 85 15,0 0 91-15,0 0-25 0,0 0-69 16,103 32-59-16,-67-28-75 0,3-4-24 0,3 0-12 16,4 0-43-16,-1-4-34 0,5-1-27 0,2-3-17 15,2-2-1-15,2-3-21 0,4 1-82 16,7-1-91-16,0-1-23 0,4-1-21 16,-2 2-67-16,-19 2-357 0,15-1-709 0</inkml:trace>
  <inkml:trace contextRef="#ctx0" brushRef="#br0" timeOffset="58379.158">9265 12057 2639 0,'0'0'607'0,"0"0"-292"0,0 0-6 15,0 0 12-15,0 0-85 0,50 78-66 16,-43-47-19-16,-4 5-47 0,-3 1-37 0,0-4-36 16,0-2-3-16,0-1-28 0,0-7-1 15,0-6-24-15,0-3-21 0,0-7-18 16,2-6-10-16,-1-1-12 0,2-2 3 16,0-8 6-16,3-8 64 0,2-2 11 0,1-7 0 15,0 0-13-15,-2-2 13 0,4 3 2 16,-2 2 0-16,1 8 18 15,0 3 29-15,0 7-4 0,-1 4 6 16,2 2 7-16,-2 7 11 16,1 2-5-16,-1 8-7 0,-2 2 12 15,-1 0-12-15,-2 3-9 0,-1-1 6 0,1-1-15 16,-1-2-4-16,3-1-15 0,-3-4-18 16,0-5-20-16,0 0-32 0,-2-4-58 0,0-3-34 15,1-1-12-15,2 0-17 0,-2-3-47 16,2-7-87-16,3-2-153 0,0-2-226 15,-1 2-432-15,4-10 62 0</inkml:trace>
  <inkml:trace contextRef="#ctx0" brushRef="#br0" timeOffset="58648.665">9667 12255 1770 0,'0'0'749'0,"0"0"-302"16,0 0-72-16,0 0-20 16,0 0-25-16,49 78 1 0,-38-64-52 15,-2-2-73-15,1-3-87 0,0-5-51 16,3-4-32-16,3 0-17 0,0-8-17 15,2-8-2-15,0-3 0 0,2-5-65 16,-1-2-17-16,-3-1 8 0,-1 2 25 16,-4 1 9-16,-3 5 0 0,-5 1-6 15,-1 8-12-15,-2 1 11 0,-5 3 7 0,-8 0-6 0,-2 1 15 16,-3 3 22-16,-2-1 9 0,-2 3 37 16,2 3-19-16,0 6-16 0,1 7 42 15,-1 3 5-15,3 3-15 0,1 2-25 16,0-3-9-16,3-2-52 0,6-3-81 15,1-4-112-15,6-4-157 0,0 0-220 0,0-5-658 16,6 0-604-16</inkml:trace>
  <inkml:trace contextRef="#ctx0" brushRef="#br0" timeOffset="58934.153">9998 12153 1854 0,'0'0'770'0,"0"0"-409"0,0 0 9 15,0 0 86-15,0 0-35 0,22 80-74 0,-19-63-116 16,-3-3-127-16,5-4-73 0,-5-2-31 16,3-3-18-16,-1-3-22 0,1-2-22 15,1 0-5-15,3-5-32 0,-1-4 19 16,4-2 52-16,0-3-15 0,0-4-16 16,3 0 10-16,-4 1 21 0,4 2 12 15,-6 3 7-15,3 3 9 0,-2 2 0 0,1 6 47 0,-4 0 18 16,2 1 21-16,0 0 4 0,-1 4-7 15,1 1-31-15,-1 4-12 0,0-1-9 16,-2 3 0-16,0 1-4 0,2-1-16 16,-3 2-11-16,-2-1-24 0,2-1-105 15,-1-1-87-15,1 1-81 0,0-2-124 16,-2-3-306 0,3 1-1166-16</inkml:trace>
  <inkml:trace contextRef="#ctx0" brushRef="#br0" timeOffset="59351.021">10484 12253 2674 0,'0'0'536'16,"0"0"-259"-16,0 0 64 0,0 0-14 16,0 0-100-16,0 0-44 0,0 0-1 15,0 0-75-15,0 0-46 0,0 0-6 16,-13 5 28-16,29-5 48 0,4 0-33 16,3-2-65-16,4-2-22 0,1 0-11 15,-1-3-27-15,-1-1-68 0,0-1-54 0,-1-1-62 0,0-2-63 16,-7 4-262-16,9-3-744 0</inkml:trace>
  <inkml:trace contextRef="#ctx0" brushRef="#br0" timeOffset="59703.657">11076 12147 1159 0,'0'0'1969'16,"0"0"-1463"-16,0 0-185 0,0 0 45 15,0 0-118-15,0 0-72 0,-86 38-17 16,74-20-21-16,5 6-47 16,1 1-21-16,3 5-9 0,2-2-12 15,1 1-23-15,1-4-26 0,8-2-3 16,2-4-42-16,0-6-62 0,0-1-70 16,5-7-37-16,3-5-30 0,1-2-91 15,6-11-224-15,-8 0-493 0,10-15-734 0</inkml:trace>
  <inkml:trace contextRef="#ctx0" brushRef="#br0" timeOffset="59998.847">11308 12246 2088 0,'0'0'1140'15,"0"0"-835"-15,-23 64 30 0,15-34 73 0,-3 2-46 16,3-2-46-16,2-6-26 16,3-6-101-16,3-6-114 0,0-7-75 15,6-4-6-15,5-1-9 16,3-6-3-16,3-6-18 0,0-7-46 15,2-6-49-15,-1-3-16 0,1-3 13 16,-5 2-1-16,0 4 12 0,-3 2 18 16,-4 6 3-16,-1 4 28 0,-3 6 3 0,-3 2 15 15,0 5 28-15,0 0 28 0,0 7 72 16,0 5 65-16,0 3-8 0,0 4-27 16,0 3 0-16,0 2 17 0,0 0 4 0,0-1-10 0,0-2-25 15,1-4-27-15,4-5-61 16,-2-4-28-16,3-4-75 0,-1-4-62 0,4 0-22 15,0-7-22-15,2-2-98 0,-1-8-242 16,-3 7-591-16,4-12-930 0</inkml:trace>
  <inkml:trace contextRef="#ctx0" brushRef="#br0" timeOffset="60869.476">11719 12184 1580 0,'0'0'647'16,"0"0"5"-16,0 0-313 0,0 0-93 0,0 0 123 15,0 0 43-15,0 0-75 0,0 0-38 16,37 84-85-16,-31-46-68 0,-3 6-30 16,-3 1-28-16,0-3-40 0,0-2-45 15,0-9-3-15,0-6-27 0,0-10-34 16,3-5-9-16,1-10-21 0,5 0-46 15,1-10-31-15,3-7 58 0,1-8-19 0,1-4-29 0,1-5-40 16,-5 2 21-16,2 1 74 16,-3 4 48-16,-1 8 53 0,1 4-26 0,0 6 28 15,-3 4 26-15,1 3 82 0,0 2 20 16,-2 7 30-16,0 5-6 0,-2 5-29 16,3 1-25-16,-2 0-15 0,-1 0-18 15,0-3-20-15,0 0-45 16,2-4-31-16,-1-4-156 0,2-4-131 15,1-1-204-15,-2-2-747 0,7-7-930 0</inkml:trace>
  <inkml:trace contextRef="#ctx0" brushRef="#br0" timeOffset="61138.819">12151 12408 2541 0,'0'0'506'0,"0"0"-241"0,0 0 125 0,0 0 113 15,0 0-69-15,12 65-133 0,-8-63-148 0,4-2-89 16,1-4-12-16,0-6 27 15,4-7-79-15,-2-2-25 0,1-4-39 0,-2-1-9 16,0 3-6-16,-4 1 2 0,-3 5 19 16,-3 5 0-16,0 1 0 0,0 4 12 15,-7 4 18-15,-6 1-21 0,0 1 15 0,-3 9 34 16,0 3 6-16,0 5 46 0,5 3 13 16,-1 3-1-16,2 3 7 0,3-2-22 15,1-2-6-15,0-2-3 0,3-5-40 16,-1-4-13-16,4-8-94 0,0-2-46 0,3-2-23 15,3-6-81-15,2-9-84 0,4-5-183 16,-2 5-475 0,6-15-579-16</inkml:trace>
  <inkml:trace contextRef="#ctx0" brushRef="#br0" timeOffset="61502.298">12420 12298 1296 0,'0'0'1179'16,"0"0"-883"-16,0 0-42 0,0 0 85 0,0 0 16 15,0 0 11-15,-9 79-15 0,9-63-79 16,3-1-39-16,-2 0-13 0,1-1-34 16,1-4-83-16,-2 0-61 0,-1-5-30 15,4-1-12-15,-4-2-21 0,4-2-15 16,-1 0-34-16,3-2-67 0,3-5 24 15,2-5 9-15,2-4-21 0,-1-3-28 16,4 0 11-16,-2-2 28 0,-1 7 39 0,-3 2 23 16,-1 6 14-16,-1 2 20 0,-3 4 18 15,-2 0 22-15,-1 1 92 0,1 9 41 16,-3 2 26-16,0 6-52 0,0 0-16 16,0 3-36-16,-1-2-7 0,-2-1-18 0,0-3-16 0,0-3-36 15,2-6-6-15,1-1-33 0,-2-3-65 16,2-2-46-16,0-2-52 0,0-7-122 15,3-7-217-15,3-3-188 0,0 5-567 16,8-16-132-16</inkml:trace>
  <inkml:trace contextRef="#ctx0" brushRef="#br0" timeOffset="61633.853">12754 12291 737 0,'0'0'1804'0,"0"0"-1372"15,0 0-144-15,0 0 68 0,-2 66-3 16,2-55-87-16,0-3-176 0,0-4-90 15,2-4-93-15,5 0-38 0,4-9-39 16,3-5-98-16,-3 2-266 0,6-15-997 0</inkml:trace>
  <inkml:trace contextRef="#ctx0" brushRef="#br0" timeOffset="61887.375">13026 11841 1304 0,'0'0'1667'16,"0"0"-1220"-16,0 0-61 0,0 0 60 15,0 0-102-15,0 0-86 0,0 0-83 16,-32 71-29-16,25-35 15 0,3 7 55 16,-2 3-43-16,0 4-53 0,2-2-11 15,1 1-21-15,-1-1-25 0,2-2-36 0,2-2-27 16,-1-2-1-16,1-4-32 0,0-3-33 16,1 0-31-16,7-3-39 0,0-2-42 15,5-4-20 1,-1-5-14-16,3-8-5 0,1-4-38 15,3-9-121-15,2 0-69 0,0-10-108 0,3-4-14 16,2-4-40-16,-10 3-205 0,12-9-443 16</inkml:trace>
  <inkml:trace contextRef="#ctx0" brushRef="#br0" timeOffset="62373.131">13326 12426 271 0,'0'0'1350'0,"0"0"-598"16,0 0-136-16,0 0-80 0,0 0-66 0,0 0-33 0,0 0-89 31,0 0-38-31,0 0-91 0,0 0-94 15,0 0-49-15,17 45-31 0,-17-45-20 0,0 0-25 16,2 0-30-16,2-5-16 0,6-2-5 16,2-3 11-16,3-5-20 0,0-3-32 15,2-4-5-15,2-1-4 0,1-4 6 0,0-2 4 16,-2 1-8-16,0-1-5 0,-2 0-1 16,-2 2 3-16,-3-2 9 0,-3 8 50 15,-1 3 43-15,-2 5 15 0,-4 8 94 16,-1 5 45-16,0 0 12 0,0 12 24 15,-3 7 0-15,-4 4-35 0,0 4-18 16,3 4-10-16,-2-1 3 0,4-4 3 16,1-4-57-16,1-6-76 0,1-5-15 0,7-10-76 15,3-1-36-15,6-5-3 0,3-6 5 0,2-4-42 16,4-4-37-16,0 1-81 0,0 2-63 16,1 2-20-16,-1 6 122 0,-1 5 111 15,1 3 72-15,-2 12 63 0,-1 9 228 16,-1 7 145-16,-5 7 15 0,-5 3-96 0,1 5-78 15,-5 1-56-15,1-1-63 0,-3 1-35 0,-3-2-23 16,-3-1-13-16,0-2-24 0,-3-4-2 16,-7-4-34-16,-2-3-31 0,-3-5-18 15,0-1-10-15,-4-2-17 0,-3-3-11 0,-2-2-24 16,-2-3-3-16,-3 1 4 0,-4 0 35 16,-4-1 15-16,-3 0-1 0,-1-2-6 15,1-4 30 1,2-3 17-16,2-3-19 0,3-8-247 15,10 0-429-15,-17-14-765 0</inkml:trace>
  <inkml:trace contextRef="#ctx0" brushRef="#br0" timeOffset="63644.522">12257 10601 943 0,'0'0'437'0,"0"0"820"0,0 0-820 0,0 0-175 0,0 0-52 15,-78-58 43-15,52 57 8 0,-3 1-55 16,-3 7-44-16,2 10-66 0,0 10 6 15,-1 9 5-15,4 9 44 0,0 7-1 0,2 11 14 16,2 4 16-16,4 5-1 0,2 5-40 16,7-1-36-16,4-3-24 0,5-5-19 15,1-8-18 1,4-11-8-16,8-11-4 0,6-11-12 16,0-8-18-16,3-8-14 0,2-4-13 15,-1-7 6-15,4 0 19 0,0-12-2 16,0-6-62-16,-3-3-70 0,-3-2-36 15,-3-2-19-15,-5 3-28 0,-4 3-114 16,-5 0-238-16,-3 7-478 0,-4 0-450 0</inkml:trace>
  <inkml:trace contextRef="#ctx0" brushRef="#br0" timeOffset="63776.307">11938 11197 277 0,'0'0'131'16,"0"0"1907"-16,0 0-1513 0,0 0-94 0,0 0 56 15,0 0-36-15,98 24-93 0,-71-19-97 16,4-3-111-16,-3-2-80 0,3-3-51 15,0-6-19 1,-3-3-30-16,1-2-104 0,-2-3-84 16,1-2-25-16,-4 0-160 0,-4 2-183 15,-7 2-400-15,-6 2-339 0</inkml:trace>
  <inkml:trace contextRef="#ctx0" brushRef="#br0" timeOffset="63908.896">12275 11162 134 0,'0'0'1839'0,"0"0"-1266"0,0 0-196 16,-20 89-45-16,19-54-10 0,1-2 15 0,0 1-23 15,0-1-47-15,0-4-67 0,0-2-80 0,3-10-95 16,1-7-25-16,0-4-52 0,2-6-62 16,1-2-37-16,-1-7 11 0,0-10-168 15,-2 4-298-15,0-22-1055 0</inkml:trace>
  <inkml:trace contextRef="#ctx0" brushRef="#br0" timeOffset="70536.936">11623 10590 320 0,'0'0'2215'0,"0"0"-1832"0,0 0-130 0,0 0 126 0,0 0-28 16,0 0-28-16,0 0-41 16,0 0-66-16,0 0-32 0,0 0-16 0,-27-2-9 15,38-15-68-15,2-5-36 0,5-9 3 16,4-5-13-1,1-1-17-15,3-4-10 0,4-1-3 16,2 0-15-16,1 0 0 0,3-2-15 16,1 2 3-16,4-1-13 0,-1 0 10 15,3 2-6-15,-1 4 3 0,-3 2-13 0,0 5 4 16,-4 5 3-16,-4 3-7 0,-3 6 1 16,-5 5 12-16,-3 3-4 0,-1 7-2 15,-5 1-16-15,3 7 16 0,-2 7 23 0,2 9-2 16,2 4 0-16,2 10-12 0,4 6-16 15,1 0-36-15,3 4-3 0,2 0-41 16,5-4-15-16,5-3-99 0,3-2-116 0,1-7-292 16,-9-10-675-16,15-2-924 0</inkml:trace>
  <inkml:trace contextRef="#ctx0" brushRef="#br0" timeOffset="71091.561">15849 11156 2651 0,'0'0'989'0,"0"0"-683"15,0 0-114-15,0 0 19 0,0 0 40 0,-7 100 38 16,11-56-54-16,-2 6-70 0,-1 1-65 16,1-1-30-16,1-4-28 0,-2-8-20 15,3-8-22-15,-1-6-28 0,0-12-29 16,0-1-71 0,0-5-27-16,-1-6-13 0,-2 0-4 0,1-10-83 15,-1-9-211-15,0 4-544 16,-6-22-610-16</inkml:trace>
  <inkml:trace contextRef="#ctx0" brushRef="#br0" timeOffset="71238.401">15702 10874 2130 0,'0'0'1480'0,"0"0"-1246"0,0 0-190 16,0 0 139-16,0 0 79 0,91 0-89 15,-64 0-80-15,7 0-87 0,2-3-6 16,3-2-164-16,4 0-75 0,0-2-94 15,-10 3-90-15,15 3-1016 0</inkml:trace>
  <inkml:trace contextRef="#ctx0" brushRef="#br0" timeOffset="71425.036">16377 11333 3654 0,'0'0'491'0,"0"0"-366"0,0 0 166 0,0 0 81 16,104 63-113-1,-70-58-6-15,5-5-80 0,3-10-98 0,3-9-55 16,3-7-20-16,4-8-54 0,-4-8-98 16,2-2-60-16,-3-4-63 0,-4 1-241 15,-13 11-691-15,0-14-807 0</inkml:trace>
  <inkml:trace contextRef="#ctx0" brushRef="#br0" timeOffset="71692.71">16848 10807 2606 0,'0'0'808'16,"0"0"-612"-16,0 0-31 0,-37 90 11 0,25-48 25 16,3 8 88-16,4 6 10 15,3 2-69-15,2 5-52 0,0 2-47 16,10 2-40-16,0 4-37 0,0 5-20 16,1 2-33-16,-2 7 2 0,0-2 9 0,-1 2-10 15,-3 0-2-15,-2-5-18 0,-1-3 16 16,-2-6-13-16,0-7-4 0,0-8 18 15,-6-3-2-15,-3-12-12 0,-1-4 12 16,-6-8-15-16,-1-7-22 0,-5-5-5 16,-1-9-13-16,-3-5 0 0,-4-3-27 15,-2-5-19-15,-2-12-15 0,-5-4-47 0,-2-7-50 0,-5-4-129 16,0-5-213-16,10 8-465 0,-16-21-405 0</inkml:trace>
  <inkml:trace contextRef="#ctx0" brushRef="#br0" timeOffset="72393.506">19461 10825 75 0,'0'0'2516'16,"4"-89"-2162"-16,-1 52-149 0,0-5 34 16,-1 0 101-16,-2 3-61 0,0 9 16 0,-2 5-88 15,-5 7-62-15,-2 7 9 0,-4 6-10 16,-3 5-67-16,-5 0-38 0,-4 13-14 15,-5 11 20-15,-3 10 16 0,-3 14-15 16,1 11 12-16,0 10 0 16,5 11-13-16,4 5 10 0,5 5 33 15,5 4 30-15,6 1-42 0,6-2-22 0,4-5-27 16,8-14-9-16,7-10 13 16,7-18-29-16,7-13 16 0,4-11-6 0,6-10-9 15,3-10 0-15,4-2-3 0,-1-15-1 16,1-6-56-16,-2-5-7 0,-4-6-24 15,-6-1-33-15,-4-2-21 0,-6 0-38 0,-7 7-79 16,-8 3-196-16,-9 4-310 0,0 6-499 16,-16 1-419-16</inkml:trace>
  <inkml:trace contextRef="#ctx0" brushRef="#br0" timeOffset="72525.08">19310 11296 1717 0,'0'0'1589'0,"0"0"-1114"0,0 0-141 15,0 0-92 1,0 0 55-16,0 0-11 0,0 0-5 15,79 41-87-15,-45-44-87 0,4-9-89 16,-1-4-18-16,4-3-100 0,-3-3-40 16,-3 1-73-16,-2 2-87 0,-5-2-229 0,-9 9-659 15,-2-7-724-15</inkml:trace>
  <inkml:trace contextRef="#ctx0" brushRef="#br0" timeOffset="72662.74">19684 11272 1861 0,'0'0'1797'16,"0"0"-1460"-16,-3 79-245 0,6-48 54 15,5 5 3-15,4-4 12 0,2-2 98 16,1-4-45-16,4-4-113 0,4-4-98 16,4-5-3-16,2-2-134 0,3-5-47 15,1-4-59-15,3-2-151 0,-10 0-657 0,12-14-944 0</inkml:trace>
  <inkml:trace contextRef="#ctx0" brushRef="#br0" timeOffset="72841.111">20604 11329 2274 0,'0'0'1612'0,"0"0"-1335"0,4 74-88 0,-4-44 102 15,0 5-11-15,0-4-15 0,-1-4-49 16,-1-6-116-16,2-4-100 0,0-6-22 16,0-3-60-16,3-4-119 0,0-2-67 15,-2-2-219-15,-1 0-949 0,-4-11-1420 0</inkml:trace>
  <inkml:trace contextRef="#ctx0" brushRef="#br0" timeOffset="72994.767">20406 11133 1618 0,'0'0'2782'0,"0"0"-2446"0,0 0-170 16,0 0 15-16,80-46-66 0,-49 30-45 15,7-2-70 1,3-2 0-16,3 2-219 0,2 2-91 15,-1 1-141-15,-11 5-535 0,12 0-811 0</inkml:trace>
  <inkml:trace contextRef="#ctx0" brushRef="#br0" timeOffset="73241.281">21187 11166 2085 0,'0'0'1896'0,"0"0"-1645"0,0 0-34 0,0 0 70 0,-3 74-14 15,-4-57 2-15,-1-3-66 16,0 1-103-16,1-1-48 0,3 1-16 0,-1 1-15 15,5-1-27-15,0-1-2 0,2 2-23 16,7-2 1-16,5-1 9 0,3 2 13 16,-1 0-10-16,4-3 12 0,0 4-3 15,-3-2 2-15,-2 1 1 16,-2-1 1-16,-4 0 0 16,-5 2-1-16,-4 1-1 0,0 1-1 0,-13 2-1 15,-3-1-58-15,-7 2-51 0,-5 0-19 0,-3 0 0 0,-2-2-3 0,-2-4-43 16,-1-1-131-16,6-5-327 0,-19 0-821 0</inkml:trace>
  <inkml:trace contextRef="#ctx0" brushRef="#br0" timeOffset="74065.578">23301 11497 26 0,'0'0'166'0,"0"0"151"16,0 0-193-16,0 0 410 0,0 0-199 0,0 0-107 16,0 0-20-16,0 0-4 0,0 0-3 0,0 0 35 15,0 0 41-15,-41-40 18 0,34 34-2 16,-1 1-1-16,-2-1-19 0,0-1-47 16,-1 0-2-16,-5 0-33 0,0 2-28 0,-3 5-28 15,3 1-3-15,-2 12-35 0,1 9-39 16,0 12 18-16,0 10 30 0,3 9-15 15,3 3 0-15,0 2 21 0,8-7-18 0,2-10-49 0,1-7-42 16,4-12-3-16,7-7-22 16,4-8-2-16,4-7 0 0,4-4-3 0,4-10-3 15,5-7-34-15,1-8-9 0,-1-4-18 16,-3 0 22-16,-5-2 14 0,-2 4 12 31,-5 3 19-31,-3 5 23 0,-5 6-17 0,-2 7 3 16,0 5-4-16,-4 5-8 0,0 1 27 0,2 12 3 15,0 5 67-15,3 7-6 0,3 4-16 16,1 0 13-16,0 4-34 0,4-4-11 16,0-1-16-16,2-6-2 0,2-3-20 15,6-4-17-15,0-5-49 0,8-5-61 16,4-5-89-16,2 0-146 0,-7-7-274 16,18-9-783-16</inkml:trace>
  <inkml:trace contextRef="#ctx0" brushRef="#br0" timeOffset="74413.405">24238 11643 2677 0,'0'0'1408'15,"0"0"-1125"-15,0 0-215 0,0 0 37 0,0 0 157 16,0 0-38-16,98 25-66 0,-52-43-48 15,6-8-52-15,5-5-40 0,-1-6-18 0,1-1-31 0,-3-2-142 16,-4-1-62-16,-2 0-32 0,-4 0-102 16,-13 11-322-16,0-13-701 0</inkml:trace>
  <inkml:trace contextRef="#ctx0" brushRef="#br0" timeOffset="74667.377">24672 11114 303 0,'0'0'2356'15,"0"0"-1977"-15,0 0-177 0,0 0 65 0,0 0 65 16,-53 68-8-16,46-32-39 0,2 8-41 16,1 9-41-16,-1 4-23 0,3 8 34 15,-1 4-50-15,-1 1-40 0,-1 4-18 16,2-2-6-16,-1 1-30 0,0-2-43 16,-1-3-12-16,2-4-14 0,0-3-1 0,-1-6-2 15,2-8-1-15,0-5-12 0,1-6 13 16,1-10 0-16,0-7-35 0,0-6-11 15,0-7-15-15,0-6-28 0,0 0-21 0,0-1-4 16,-5-10 16-16,-1-5-71 0,2-6-39 16,0-10-95-16,1-6-154 0,3-11-257 15,0-5-657 1,0 8-577-16,3-20 1829 0</inkml:trace>
  <inkml:trace contextRef="#ctx0" brushRef="#br0" timeOffset="74829.868">24989 11553 2572 0,'0'0'1263'0,"0"0"-1018"0,0 0 67 16,0 0 86-16,0 0-74 16,68 84-14-16,-68-57-64 0,0 0-95 0,-6-1-60 15,2 0-40-15,-2-5-51 0,0-4-14 16,2-4-61-16,-1-3-67 0,-1-5-79 16,1-2-77-16,-1-1-177 0,0-2-609 15,-8-7-1005-15</inkml:trace>
  <inkml:trace contextRef="#ctx0" brushRef="#br0" timeOffset="74967.886">25060 11312 3082 0,'0'0'759'0,"0"0"-568"0,0 0 20 0,0 0 34 16,81-11-150-16,-66 10-95 0,-5 1-21 15,-1 0-121-15,0 1-123 0,-4 4-232 16,-2 1-811-16,-3 6-1042 0</inkml:trace>
  <inkml:trace contextRef="#ctx0" brushRef="#br0" timeOffset="75284.164">25144 11624 1182 0,'0'0'2380'16,"0"0"-2058"-16,0 0-184 0,0 0 156 0,-3 72 37 16,6-65-36-16,3-1-33 0,3-3-128 0,1-1-52 0,3-2-18 15,0 0-12-15,4-6-23 0,1-5-29 0,2-3-45 16,1-2-10-16,-2-1-36 0,1 3 24 15,-2 2 24-15,-2 5 19 16,-2 4-13-16,-3 3 25 0,0 1 12 0,0 9 37 16,-1 2 2-16,-2 4 34 0,0-1-3 15,-1 3 0-15,-2-1 6 16,0 2 0-16,-2-2 5 0,0-2 34 16,0-3-24-16,0-2-46 0,-1-2-21 15,0-2-24-15,1-3-2 0,-3-2-28 16,4-1-51-16,-1 0-58 0,0 0-22 15,2-4 0-15,0 1-21 0,4-4-50 16,2-2-62-16,1-1-83 0,2-4-131 16,-1 0-44-16,-2 0-35 0,0-2-141 0,-5 2-88 0,-3-3-296 15</inkml:trace>
  <inkml:trace contextRef="#ctx0" brushRef="#br0" timeOffset="75707.128">25737 11533 2282 0,'0'0'1703'16,"0"0"-1262"-16,0 0-302 0,0 0-22 0,0 0 46 15,-3 81 134-15,-7-47-8 0,-1 1-92 16,2-1-94-16,0-6-68 0,7-5-35 16,0-4-12-16,2-7-25 0,0-2-53 15,3-4-38 1,1-5-51-16,5-1-58 0,-1-4-88 16,1-8-192-16,2-7-267 0,-2 2-821 15</inkml:trace>
  <inkml:trace contextRef="#ctx0" brushRef="#br0" timeOffset="75832.721">25890 11180 1152 0,'0'0'1649'0,"0"0"-1649"0,0 0-219 0,0 0-49 16,0 0 15-16,0 0-6 0,96-66 5 16,-61 43-199-16,3-1-287 0,-7 4 480 15,15-5 165-15</inkml:trace>
  <inkml:trace contextRef="#ctx0" brushRef="#br0" timeOffset="76165.181">26273 10975 691 0,'0'0'180'0,"0"0"448"0,0 0 627 16,0 0-847-16,-6 89-96 0,-5-52-14 16,-3 6-50-16,-3 5 24 0,2 3 4 15,2 2-5-15,0 2-2 0,4 0-16 16,3 0-65-16,6-4-85 0,0-4-55 16,0-3-30-16,6-7-16 0,6-9-2 0,2-5-19 15,1-7-29-15,3-5 15 0,-2-4-1 16,1-4-29-16,-3 0-38 0,-2-3-38 0,-4-1-41 15,-5-4-22-15,-3-1-37 0,0 1-52 16,-3-6-122-16,-8 2-92 0,-6-2-3 16,-3-3 54-16,-2-2 289 0,-2-1 84 15,-3-5 81-15,-1-3 15 0,2 0 17 16,0 0 27-16,6 4 125 0,4 7 103 16,6 6 46-16,6 5 8 15,4 3-100-15,0 0-77 0,6 3-30 16,5 4 95-16,5 1 4 0,1 2-54 15,6-3-50-15,3-1-58 0,0-5-35 16,2-1-36-16,0 0-58 0,0-7-160 0,0-3-98 16,0-2-132-16,-6 3-524 0,4-7-745 15</inkml:trace>
  <inkml:trace contextRef="#ctx0" brushRef="#br0" timeOffset="76403.116">26564 11629 1246 0,'0'0'1345'0,"0"0"-377"16,0 0-738-16,0 0 67 0,0 0 35 15,0 0-115-15,0 0-20 0,94 30-1 16,-72-36-102-16,2-4-72 0,-1-1-22 16,-1-1-104-16,-5 4 6 0,-3-3 24 0,-6 8 28 15,-4 1 19-15,-4 2 27 0,-4 5 15 0,-11 11 68 16,-4 3 0-16,-8 7 2 0,-2 5-18 16,1 2-6-16,0-1-15 0,7-3-22 15,6-4-24-15,6-4-11 0,4-7-7 16,5-2-13-16,0-5-33 0,8-2-49 15,5-5 28-15,6 0 21 16,5-2-4-16,3-6-43 0,4-2 3 16,4-1 53-16,-1-1-475 0,-9 5-684 15,12-8-455-15</inkml:trace>
  <inkml:trace contextRef="#ctx0" brushRef="#br0" timeOffset="77067">28516 11837 1425 0,'0'0'283'16,"0"0"486"-16,0 0-312 0,0 0-70 0,0 0-104 15,-96-50 42-15,66 46-36 16,1 4-66-16,-2 2-28 0,0 12-44 0,3 5-4 15,0 6-13-15,2 4-9 0,7 4 3 16,2-5 3-16,10-3-52 0,6-7-51 16,1-3-28-16,0-8-12 0,8 0-6 0,3-3 6 15,3-4-4-15,3 0 1 0,2-6-3 16,2-7-21-16,0-5-4 0,0-1-21 16,1-2 3-16,-2 1 7 15,0 2 11-15,0 2-12 0,-4 9 21 0,0 2 4 16,-3 5-10-16,1 4 40 0,-3 7 31 0,0 4 24 15,-1 4-3-15,-3 3-4 0,-1 1-11 0,-1 0-10 16,-1-3-26-16,1-1 0 0,-2-5-1 16,2-4-24-16,1-4-19 0,-1-6-57 15,3 0-65-15,1-6-41 0,2-7-100 16,3-6-169-16,-2 1-555 0,6-19-600 0</inkml:trace>
  <inkml:trace contextRef="#ctx0" brushRef="#br0" timeOffset="77406.005">28960 11178 973 0,'0'0'2158'0,"0"0"-1712"0,0 0-213 16,0 0 82-16,-8 84 49 0,-5-40-72 0,-2 10 30 0,-4 4-60 16,-3 4-44-16,1 0-66 0,2-3-68 15,-1 2-66-15,2-9-18 0,5-2-36 16,3-10-73-16,0-4 0 0,4-6 12 15,5-7 21-15,1-4 13 0,1-5-10 16,10-4-22-16,4-5 4 0,5 1 33 16,2-2-4-16,6 1 23 15,2 1 8-15,0-3 13 0,0 3 18 16,-4-1 11-16,-1 2 4 0,-6 1 4 16,-2-1-4-16,-7 3 40 0,-6 1 6 15,-2 1-9-15,-2 2 3 0,-10 2 6 0,-8 0-22 16,-6 4-20-16,-4-2-18 0,-2-2 1 15,-2 0 0-15,4-4-2 0,2-5-61 16,3-2-92-16,5-5-21 0,5 0-44 0,3-7-147 16,6-8-140-16,4-6-148 0,0-7-428 0,6 5-437 15,12-21 1322-15</inkml:trace>
  <inkml:trace contextRef="#ctx0" brushRef="#br0" timeOffset="77722.565">29190 11897 1349 0,'0'0'1532'16,"0"0"-852"-16,0 0-302 0,46 77-55 0,-36-56 55 0,0-6-50 15,-1-3-89-15,2-3-84 0,3-6-58 16,1-3-36-16,3-1-4 0,5-10-13 16,4-8-44-16,0-6-73 0,1-3-61 15,-3-2-30-15,-5 3 12 0,-6 4 20 16,-3 4 19-16,-9 2 15 0,-2 4 2 16,-7 0 29-16,-11 2-32 15,-4 1 71-15,-7 8 28 0,-4 2 35 16,-2 7-13-16,0 12 58 0,1 7 12 15,3 7 16-15,3 5-1 0,0 2-24 16,7 3-7-16,3-3 25 0,3-3-4 16,7-5-2-16,5-2-25 0,3-7-34 15,6-5-21-15,8-6 6 0,5-6-21 16,4-6-18-16,8-6-6 0,3-11-19 0,5-6 19 16,1-6-97-16,2-5-185 0,-1-3 27 0,0-3-92 15,-9 11-386-15,8-20-891 0</inkml:trace>
  <inkml:trace contextRef="#ctx0" brushRef="#br0" timeOffset="77921.727">29923 11178 874 0,'0'0'2558'0,"0"0"-2150"16,0 0-201-16,0 0 78 0,9 92 64 15,-9-47 28-15,-7 7-21 0,-3 4-71 16,0 5-79-16,0 1-49 0,-2 0-58 0,2-3-62 15,1-4-37-15,4-1 0 0,-4-4-94 16,3-2-39-16,3-4-27 0,1-4-24 0,2-7-62 16,0-9-138-16,5-8-89 0,3-10-189 15,4-6-435-15,2-9-276 0,-2-3 254 0,7-17 846 16</inkml:trace>
  <inkml:trace contextRef="#ctx0" brushRef="#br0" timeOffset="78053.14">30072 11843 349 0,'0'0'1823'0,"0"0"-812"16,0 0-581-16,0 0-150 0,0 0-62 15,0 77-31-15,-6-58 17 0,-2-3-19 16,0-3-108-16,3-5-77 0,-2-1-61 16,1-3-91-16,-2-4-92 0,1 0-201 15,-3-6-675-15,5-1-1036 0,-6-11 1882 0</inkml:trace>
  <inkml:trace contextRef="#ctx0" brushRef="#br0" timeOffset="78191.246">30076 11665 2304 0,'0'0'1358'0,"0"0"-1166"0,0 0 23 0,0 0 81 16,0 0-126-16,98 6-47 0,-73-6-3 15,4 0-120-15,0 0-12 0,2 0-167 16,5 0-59-16,-1 0-71 0,1 0-132 0,0 0-255 0,-9 1-592 16</inkml:trace>
  <inkml:trace contextRef="#ctx0" brushRef="#br0" timeOffset="78492.301">30604 11726 787 0,'0'0'117'0,"0"0"1520"15,0 0-924-15,-78 82-328 0,46-50-20 16,-4 3 26-16,5-2 1 0,2 0-37 16,4-5-85-16,6-6-124 15,7-3-79-15,4-8-43 0,5-6-23 16,3-5-1-16,3 0-43 0,11-4-66 16,6-4 15-16,5-8 18 0,9-6-52 15,0-1-58-15,2-4-19 0,0 1-10 16,-1 1 20-16,-2 1 36 0,-4 4 10 15,-5 4 7-15,-2 1 114 0,-5 7 28 16,-7 3 94-16,-2 5 66 0,-3 0 30 0,-3 5 14 0,-1 3 24 16,-1 4-17-16,0 6-34 0,0 3-58 15,-3 3-16-15,-2 2 13 0,-3 4 62 16,5-3-30-16,2-2-39 0,1-5-54 16,1-2-55-16,10-6-33 0,1-5-48 15,4-2-55-15,4-3-43 0,2 0-73 16,1-2-126-16,-3 0-653 15,3 0-739-15</inkml:trace>
  <inkml:trace contextRef="#ctx0" brushRef="#br0" timeOffset="79140.329">31139 11837 199 0,'0'0'2284'0,"0"0"-1746"0,0 0-234 15,0 0-38-15,0 0 59 16,0 0 14-16,0 0-75 15,0 0-55-15,0 0-43 16,0 0-71-16,-54 71-37 0,46-55-6 0,2-1-6 16,3-7-13-16,3-4-15 0,0-2-18 15,7-2-15-15,5 0 12 0,5 0-7 16,4-6 8-16,4-2 2 0,3-2-12 0,0 1 12 16,-2 4-1-16,-4 5-15 0,-3 1 16 15,-4 14 22-15,-1 2 14 0,-2 7-5 0,-4 4-31 16,-3 1 0-16,-5 3-76 0,0-2-98 15,0 1-56-15,-1 0-60 0,-6 0-197 16,-1-7-626-16,-15 7-825 0</inkml:trace>
  <inkml:trace contextRef="#ctx0" brushRef="#br0" timeOffset="79678.933">28789 13012 1368 0,'0'0'1098'0,"0"0"-653"0,0 0-259 0,0 0-58 16,0 0 187-16,-53-66 76 0,47 60-49 16,0 2-67-16,2 2-56 0,-3 2-32 15,1 7 12-15,-5 7-108 0,-3 7-36 0,-4 6-13 16,-2 3-8-16,1 3 8 0,3-2 7 16,5-7-31-16,1-5-16 0,5-7-1 15,4-6-1-15,1-6-12 0,4 0-21 16,11-6-7-1,1-7 4-15,8-3 5 0,3-3-5 0,-1 0 36 16,2 0-21-16,-7 8-53 16,0 6 1-16,-4 5 25 0,-3 7 27 0,-1 9 21 15,2 8 40-15,-2 9 0 0,-1 5 11 16,-3 4 4-16,1 3-15 0,0 0 42 16,-1-1-40-16,-3-2-17 0,-3-1-1 15,-3-2 9-15,0-3 13 0,-5-2-7 0,-5-6-5 0,-1-5 2 16,-1-5 6-16,0-4 1 0,1-7-13 15,-3-6-30-15,-1-1-42 0,-1-9-89 16,-4-6-69-16,1-2-16 0,-1-4-22 16,0-5-125-16,1-2-251 0,5 4-533 15,-7-22-621-15</inkml:trace>
  <inkml:trace contextRef="#ctx0" brushRef="#br0" timeOffset="79894.865">29087 13078 2221 0,'0'0'1133'16,"0"0"-945"-16,45 80 5 0,-36-42 153 16,2 12-34-16,-8 6 3 0,0 6-52 15,-3 8-79-15,0 4-56 0,0 8-37 0,0 1-40 16,0 2-11-16,-3-4-7 0,-1 1-33 16,-4-7-12-16,3-5-52 0,-1-9-45 15,1-11-61-15,-1-11-32 0,0-10 9 16,3-10 48-16,0-12 18 0,3-7-87 0,0-11-307 15,0-13-466-15,0-13-48 0,0-9 9 16,0 8 433-16,0-33 518 0</inkml:trace>
  <inkml:trace contextRef="#ctx0" brushRef="#br0" timeOffset="80079.51">29220 13105 346 0,'0'0'2523'31,"0"0"-2075"-31,0 0-247 0,0 0 67 0,78-66 57 16,-58 60-55-16,2 6-59 0,-2 0-39 15,0 0-25-15,0 7-49 0,-2 3-59 16,-2 2-39-16,-8 4-21 0,-2 3 21 16,-4 6-3-16,-2 4-33 0,-8 4-19 15,-5 3-16-15,-7 5-9 0,-4 1-24 0,-5 5-1 16,-1 0-46-16,-2-1-79 0,0-2-214 16,9-12-542-16,-4 7-908 0</inkml:trace>
  <inkml:trace contextRef="#ctx0" brushRef="#br0" timeOffset="80211.04">30014 13636 2707 0,'0'0'2014'0,"0"0"-1668"16,0 0-276-16,0 0 13 0,-77 4-83 15,52-10-127-15,-1 1-90 0,2-2-128 0,3 4-698 16,-9-2-1536-16</inkml:trace>
  <inkml:trace contextRef="#ctx0" brushRef="#br0" timeOffset="83217.63">6897 14059 635 0,'0'0'1865'0,"0"0"-1655"15,0 0-162-15,0 0 88 0,0 0 142 16,-68-75 47-16,51 65-53 0,2 1-77 16,-5-3-62-16,0 5-18 0,1-3-6 0,-1 3 9 15,-1 0-10-15,0 3-12 16,-3 1-25-16,1 2-4 0,2 1 1 15,0 1 15-15,2 5-16 0,0 2-15 0,-1 4-31 0,-1 6-21 16,-1 3 0-16,-1 4-2 0,0 6-1 16,-1 5-9-16,0 4 0 0,0 6-3 0,1 2 11 15,0 6-17-15,4 2 21 0,3 5-31 16,8 1 19-16,5 1 10 0,3 3 2 16,8 1-15-16,11 2 13 15,3-5 2-15,5-2 15 16,2-5-3-16,4-7 47 0,2-8 8 15,2-9-6-15,-2-8-9 0,1-8-7 0,0-6 10 16,-3-6 15-16,2-5 70 0,-1 0-28 16,-2-7-49-16,-2-2-20 0,-4-4-13 15,-1-1-12-15,-4-2-16 0,-5-2 9 16,0-1-11-16,-6 0-39 0,-3-2-31 16,0 2-42-16,-4-3-49 0,-3 1-52 0,0 1-49 15,0 0-110-15,-10-1-321 0,-3 1-602 16,1 6-582-16,-13-5 1189 0</inkml:trace>
  <inkml:trace contextRef="#ctx0" brushRef="#br0" timeOffset="83534.182">6597 14712 1463 0,'0'0'306'0,"0"0"703"0,0 0-720 0,0 0-21 16,0 0 148-16,0 0 11 0,0 0-85 0,0 0-44 16,94 8-80-16,-65-12-81 0,1-4-49 15,-1-1-30-15,1-4-43 0,-1 0-15 16,-2-2-2-16,-2 0-68 0,-4 1-55 15,1 0-43-15,-2 1-28 0,-4 2-16 16,0 4-33 0,-6 2-87-16,-1 0-43 0,-2 3 19 0,-6 2 110 15,-1 0 131-15,0 5 115 0,0 5 102 16,-1 5-9-16,-2 2 57 0,-3 5 10 16,3 3 11-16,2 0-19 0,-1 4-20 15,2 0-9-15,0 4-9 0,0 1-2 0,0 4 3 16,5-1 9-16,-2 3-22 15,2-2-37-15,-1 0-41 0,1-2-24 0,1-6-16 0,1-1-61 16,0-6-71-16,3-5-76 0,2-3-62 16,1-5-182-16,1 1-347 0,-1-7-730 15</inkml:trace>
  <inkml:trace contextRef="#ctx0" brushRef="#br0" timeOffset="84138.909">7462 14525 1106 0,'0'0'716'0,"0"0"-35"15,0 0-362-15,0 0-101 0,0 0 44 0,0 0 116 16,62-67-88-16,-33 58-95 0,0 3-30 15,-1 2-41-15,0 2-32 0,-3 0-18 16,0 2 0-16,-3 0-6 0,-1 0-13 16,-1 0-12-16,2 0-9 0,0 0-10 15,2 4-23-15,1 0 12 0,2 0-11 16,-2 5 0-16,-1-1 0 0,1-1-2 16,-4 2-3-16,-2 0-9 0,0-5 8 15,-3-1-54 1,-2-2 3-16,1-1-31 0,-1-3-37 0,-4-4-50 0,0-3-54 15,-3 1-112-15,-4-1-270 0,-3 1-576 16,-2 3-520-16,-12 3 1675 0</inkml:trace>
  <inkml:trace contextRef="#ctx0" brushRef="#br0" timeOffset="84352.214">7736 14669 714 0,'0'0'33'0,"0"0"1091"0,0 0-677 0,0 0-46 16,-56 70-19-16,50-55 26 0,0-3-26 15,4 2-74-15,2-1-63 0,0-1-78 16,0-2-53-16,6-1-13 0,3-4-18 16,4-1 0-16,6-4 24 0,7 0-25 15,4-4-33 1,7-9-49-16,5-1-21 0,0-4-46 16,-1 0-37-16,0-1-31 0,-2 2-37 0,0 2-96 15,2-1-194-15,3 1-552 0,2 0-562 16,-12 5 382-16</inkml:trace>
  <inkml:trace contextRef="#ctx0" brushRef="#br0" timeOffset="85207.105">8648 14212 2684 0,'0'0'511'15,"0"0"-196"-15,0 0 149 16,96 13-39-16,-48-8-89 0,8-1-81 15,2-4-75-15,4 0-64 0,0-4-59 16,-2-5-20-16,1-4-10 0,-5-4-9 16,-1 1-14-16,-8-1-4 0,1-2-12 15,-6-1-15-15,-5 0-64 0,0 1-52 16,-5 0-28-16,-3 2-71 0,-7 3-24 16,-5 2-85-16,-7 3-188 0,-8 4-189 0,-2 3-533 15,-12 2-272-15</inkml:trace>
  <inkml:trace contextRef="#ctx0" brushRef="#br0" timeOffset="85399.153">9136 14268 114 0,'0'0'805'0,"0"0"599"16,-11 91-956-16,11-49-91 0,0 6 32 0,0 4-23 15,0-1-74-15,0 1-81 0,0-2-59 16,0-4-69-16,0-3-58 0,0-9-25 15,3-6-71-15,2-11-52 0,1-9-42 16,2-6-117-16,3-4-118 0,2-12-289 0,-3 2-918 16,6-22 299-16</inkml:trace>
  <inkml:trace contextRef="#ctx0" brushRef="#br0" timeOffset="85569.718">9321 14330 1365 0,'0'0'1143'0,"0"0"-763"0,0 0-232 0,4 84 60 0,-2-49 94 0,1 3 67 16,-2 0-67-16,3 1-101 0,2 1-95 16,3 2-48-16,-1 3-30 0,3 3-12 15,1 2-16-15,0-3-75 0,3-4-228 16,-1-8-99-16,-1-4-267 0,-2-12-1127 16,4 2 415-16</inkml:trace>
  <inkml:trace contextRef="#ctx0" brushRef="#br0" timeOffset="86255.395">10090 14215 1000 0,'0'0'1948'16,"0"0"-1580"-16,0 0-126 0,0 0 155 0,101-13-15 15,-59 9-67-15,6 0-78 0,-2 1-78 16,4-1-40-16,-3-1-28 0,0 0-9 0,-4-2-36 15,0 1-43-15,-8 0-1 16,0 1-2-16,-8 3-1 0,0 0-11 16,-8 2 0-16,-5 0-9 0,-3 6-19 15,-8 5-27-15,-3 6-46 0,-6 6 52 16,-10 7-27-16,-6 6-26 0,-4 6 22 16,-5 2 3-16,-3 3 15 0,1 3-9 15,-4 0 12-15,-2 1 5 0,3 0 35 16,1-3 31-16,4-3 28 0,2-5 34 0,3-3 19 0,7-6 5 15,3-5-21-15,6-5 15 0,6-5 9 16,4-3-6-16,1 0-13 0,12-2-6 16,7 0 3-16,6-1 0 0,6-5 7 15,6 1-11-15,2-6 4 0,3 0-6 0,2-4-6 16,1-5-1-16,-1-2 1 0,-2 0 8 16,0-4-14-16,-4-1-38 0,0-3-11 0,-3-2-30 15,-2-2-67-15,-3-1-61 0,-4-1-40 16,-4-1-18-16,-3 2-32 0,-5 1-141 15,-2 2-549-15,-6 7-598 0</inkml:trace>
  <inkml:trace contextRef="#ctx0" brushRef="#br0" timeOffset="86471.617">10967 14171 1881 0,'0'0'1770'15,"0"0"-1525"-15,0 0-125 0,0 0 90 16,0 0 97-16,0 0-8 0,-77 62-58 16,54-35-110-16,0 4-67 0,0 1-12 0,-2 3 0 15,1 3-10-15,-2-1-26 0,0 1-16 16,-2 2-1-16,2-2-18 0,-2 2-26 16,3-3-49-16,1-2-44 0,1-5-57 0,0-1-48 15,4-5-47-15,-1-3-248 0,3-4-524 16,1-5-694-16,-4 4 778 0</inkml:trace>
  <inkml:trace contextRef="#ctx0" brushRef="#br0" timeOffset="87311.185">11160 14636 143 0,'0'0'2282'0,"0"0"-1731"15,0 0-132-15,0 0-36 0,0 0-15 16,67 69-26-16,-56-47-86 0,-1 5-60 0,0-2-65 0,-3 1-48 15,-3-2-16-15,1-1-22 0,-2-3-20 16,-2-1-15-16,1-5-10 0,-1-4-18 16,2-4-10-16,-2-5-14 0,3-1-10 15,-1 0-6-15,0 0-12 0,2-8 12 16,3-2 27-16,0-4 10 0,4-4 2 16,-1 0 19-16,1-3 0 15,-1 2 12-15,0-1-11 0,3 5 1 16,1 2 29-16,-1 5 18 0,-1 4-6 15,-2 2-3-15,0 2-1 0,-4 4 25 16,2 5-27-16,-1 3-19 0,-2 0-18 16,0 4 0-16,-2 1-21 0,1 1-7 15,-1-2-27-15,2 0-45 0,-1-2-66 16,0 0-70-16,1 1-136 0,-2-3-402 0,3 7-1114 0</inkml:trace>
  <inkml:trace contextRef="#ctx0" brushRef="#br1" timeOffset="-160735.958">11853 14937 1208 0,'0'0'1713'16,"0"0"-1389"-16,0 0-158 0,0 0-1 0,0 0 21 15,0 0-13-15,0 0-3 0,0 0-17 16,0 0-69-16,0 0-38 0,20-72-14 15,-16 67 14-15,1 1 0 0,-1 3-5 16,1 1 2-16,0 3 18 0,4 5 13 16,-2 5-3-16,0 6-16 0,-1 4-18 0,0 3-16 15,-1 3-8-15,-2 0-13 0,2 0-3 16,-2-2 0-16,0-3-22 0,-2-4 1 16,2-4 20-16,0-5-14 0,-2-6 16 0,1-1-20 15,-1-2-5 1,-1-2-47-16,0 0-37 0,0-6-21 15,0-6-73-15,-4-5-137 0,-1 2-342 16,-5-16-716-16</inkml:trace>
  <inkml:trace contextRef="#ctx0" brushRef="#br1" timeOffset="-160603.943">11815 14673 1634 0,'0'0'1768'0,"0"0"-1464"0,0 0-146 0,0 0 63 15,0 0 15-15,0 0-133 0,0 0-103 16,77-40-103-16,-61 28-152 0,-5 1-215 16,1-3-727-16</inkml:trace>
  <inkml:trace contextRef="#ctx0" brushRef="#br1" timeOffset="-149524.735">11844 14938 1161 0,'0'0'270'16,"0"0"-140"-16,0 0 16 0,0 0-16 0,0 0-100 16,0 0 18-16,0 0 24 0,0 0 452 0,0 0-321 15,0 0-138-15,0 0-27 0,-1-5 11 16,1 5 12-16,0 0 3 0,0 0-19 16,0 0-23-16,0 0-21 0,0 0-1 0,0 0 0 15,0 0 13-15,0 0 3 16,0 0 0-16,0 0-14 0,0 0 1 0,0 0-2 15,0 0-1 1,0 0-20-16,0 0 4 0,0 0-9 16,0 0-20-16,0 0-3 0,0 0 12 0,0 0 1 15,0 0-10-15,0 0-6 0,0 0 5 16,0 0 17-16,0 1 10 0,1 2-10 16,1-2-61-16,-1 4-75 0,1-3-58 0,-1 0-69 15,0 0-131-15,1 1-150 0,2-3-252 0,-18-19 750 16</inkml:trace>
  <inkml:trace contextRef="#ctx0" brushRef="#br0" timeOffset="-142449.003">11747 14940 1717 0,'0'0'182'15,"0"0"71"-15,0 0 419 0,0 0-303 16,0 0-130-16,0 0 2 0,0 0-8 15,0 0-25-15,0 0-31 0,0 0-65 16,-5-4-78-16,7 2 3 0,2 1 22 16,1-3 34-16,1-1 14 0,2 0-27 0,-1-1-12 15,1 2-4-15,1-1-12 0,0 1-18 0,1-1-7 16,1 0-12-16,1-2-12 0,-1 3 0 0,-2-1 0 16,3-1 0-16,-3 2-3 0,0 0-1 15,0 2-2-15,-2-1-16 0,2 2 16 16,-5 1-15-16,0 0 2 0,1 7 16 15,-4 4 0-15,1 4 16 0,-2 6-4 16,0 1-11-16,0 0-1 16,0 3 1-16,-2 0-1 0,2 0 0 15,0-1-1-15,0-2-1 0,0 1 1 16,0-4-1-16,2-1-10 0,2-3 12 16,3-2 0-16,0-2 1 0,-1-3 1 15,0 0 19-15,1-5-6 0,2 2 7 16,-2-3 5-16,-1-2 7 0,1 0-4 15,0 0-5-15,-1 0-10 0,-2-3-3 0,2-4-12 0,-2-2-3 16,2-5-15-16,-2-3-61 0,-1-4-59 16,0 0-43-16,0-5-22 0,0 0-81 15,-2 1-167-15,-1 0-208 0,0 7-526 16,-4-7-445-16</inkml:trace>
  <inkml:trace contextRef="#ctx0" brushRef="#br0" timeOffset="-142230.598">11798 14708 1398 0,'0'0'1256'0,"0"0"-976"0,0 0-148 0,0 0 152 15,0 0 24-15,0 0-40 0,0 0-89 16,0 0-82-16,0 0-50 0,0 0-44 15,0 0-3-15,49-49-31 0,-43 48-7 16,0 1-122-16,-2 0-151 0,-1 0-166 16,-1 0-734-16</inkml:trace>
  <inkml:trace contextRef="#ctx0" brushRef="#br0" timeOffset="-138241.471">9918 16339 179 0,'0'0'163'0,"0"0"-26"0,0 0-23 16,0 0-9-16,0 0 12 0,0 0 4 0,0 0-30 15,0 0-45-15,0 0-46 0,0 0-39 16,-3 10-27-16,1-5-2 0,-1-1-20 15,0 1-75-15,-4 0-3 0,3 0-56 16,0-2-36-16</inkml:trace>
  <inkml:trace contextRef="#ctx0" brushRef="#br0" timeOffset="-137639.692">9720 16452 995 0,'0'0'752'0,"0"0"-492"0,0 0-91 0,0 0 116 0,0 0 262 15,0 0-224-15,0 0-59 0,0 0-21 0,0 0 15 16,0 0-34-16,0 0-38 0,-32-4-44 16,32 4-22-16,0 0-22 0,6-2-30 15,4 0-22-15,7-1 21 0,8-1 6 16,6 1 19-16,4-1-1 0,4 0-33 15,2 2-7 1,2 0-2-16,0-2-4 0,2 1 4 16,2-1-46-16,-2-1-3 0,1 0 0 15,-4-3-1-15,1-1 1 0,-4-1-12 0,-3-1 12 16,-1 2 1-16,-2-2-1 16,-4 1-1-16,-3 0-2 0,-5 3-12 0,-5 3 3 15,-2 0-13-15,-6 2-2 0,-4 2-16 16,-2 0-11-16,-2 3-25 0,0 6 30 0,-6 7-6 0,-6 4-18 15,-2 2-3-15,-4 6 14 0,-5-1 32 16,-3 2 27-16,-1 2 0 0,-6 0-9 16,0 3 8-16,-5 3 4 0,-3 3 2 15,0 0 13-15,1 4 3 0,1-1 1 16,-1 1-16-16,5 0 27 0,2 0-2 0,3-2-1 16,2-3 7-16,2-1-1 0,7-5-5 0,1-3 8 31,5-6-8-31,4-5 2 0,6-7-5 0,3-4-23 15,0-2-2-15,5-1 0 0,7-1 15 16,6-1 12-16,5-2 22 0,7 1-1 0,2-2-2 16,4 0-7-16,4 0 4 0,-1 0-22 15,0-6-6-15,-3 0-4 0,1 0-11 16,-5-3-2-16,-2 1-13 0,-2 0-9 16,-1-1-37-16,-1-1-33 0,-3 1-18 15,0-2-31-15,-4 3-41 0,1 0-15 16,-1 2-72-16,-3-3-130 0,-2 1-225 15,-2 1-475-15,-2-3-515 0</inkml:trace>
  <inkml:trace contextRef="#ctx0" brushRef="#br0" timeOffset="-137370.333">10674 16426 2662 0,'0'0'392'0,"0"0"-290"16,0 0-38-16,0 0 121 0,0 0 148 0,0 0-5 16,-94 53-82-16,71-28-97 15,-4 2-41-15,0 4-31 0,-1 6-31 0,-3 3-12 16,-4 2-12-16,3 4-20 0,-4 4-2 16,0-1-1-16,-1 1-1 0,2-2-23 15,1-1-43-15,2-7 19 0,8-3-19 16,3-9-18-16,4-5-42 0,7-4-24 0,5-8-40 0,4-4-123 15,1-3-178-15,4-4-253 0,14 0-504 0</inkml:trace>
  <inkml:trace contextRef="#ctx0" brushRef="#br0" timeOffset="-136984.608">10828 16981 3149 0,'0'0'604'0,"0"0"-365"15,0 0-144-15,0 0 64 0,0 0 110 0,-4 67-13 16,-3-36-63-16,0 1-70 0,-1 2-44 0,1 0-33 16,2-1-28-16,2-3-3 0,1-4-15 15,2-4 0-15,0-8-21 0,2-6-10 16,4-7-14-16,3-1 8 0,3-9 9 15,4-8 28-15,1-5 2 0,3-5-2 0,2-2-3 16,-2 0-16-16,2 1-2 0,-1 5 6 16,-2 5-16-16,0 6-3 0,0 6 10 0,-1 6 18 15,-1 0 6-15,-3 6 33 0,-1 7 13 16,-1 4-3-16,-4 0-6 0,-2 4 2 0,-4-1-17 16,0 2-10-16,-2-1-12 0,0-3 0 15,0-1-49-15,-3-3-49 0,-1-4-12 16,-2-2-31-16,-2-1-41 0,1-5-68 15,-4-2-154 1,-2 0-178-16,3 0-627 0,-9-12-484 0</inkml:trace>
  <inkml:trace contextRef="#ctx0" brushRef="#br0" timeOffset="-136462.729">9724 16173 1729 0,'0'0'1402'0,"0"0"-1074"0,0 0-84 16,0 0 71-16,0 0 69 0,0 0-72 16,0 0-70-16,0 0-68 0,0 0-46 15,0 0-12-15,0 0-13 0,-28 13-21 16,28-18-24-16,0 3-16 0,1-4 0 0,2 0-17 16,1-3-4-16,4-4 0 15,1-3-18-15,3-3-3 0,5-4-3 0,1-2-18 16,5-3 9-16,3-4 9 0,2-1 0 15,3 0-25-15,0 2-5 0,0 3 9 0,-1 3-6 16,-1 3-1-16,-3 4 7 16,1 4-9-16,-1 2-10 0,-3 3 28 0,-1 2 3 0,0 3 0 15,-1 3 3-15,2 1 9 0,0 0 2 16,-1 3-1-16,2 8 2 0,1 3-3 16,0 4-2-16,4 4 2 0,-2 3 2 15,0 0-2-15,3 4-2 0,-1-1-20 16,1 0-26-16,-1 0-7 0,0-3-15 15,0-2-6-15,-2-2-3 16,3-3-19-16,-2-3-28 0,-1-3-27 16,-1 0-79-16,-3-4-169 0,0-1-262 0,-6 1-583 15,2-1-629-15</inkml:trace>
  <inkml:trace contextRef="#ctx0" brushRef="#br0" timeOffset="-135798.402">11998 16637 2526 0,'0'0'624'15,"0"0"-242"-15,0 0-82 0,0 0 27 0,0 0-25 16,0 0-52-16,0 0-23 0,103-20-50 0,-63 15-55 15,2 4-52-15,-2-2-6 0,-1 1-16 16,-4 1-32-16,0-3-16 0,0 1-2 16,-3-3-20-16,0-2-29 0,-2-2-62 0,-7 2-73 15,0 1-62-15,-6 2-78 0,-6 2-274 16,-5 3-914-16</inkml:trace>
  <inkml:trace contextRef="#ctx0" brushRef="#br0" timeOffset="-135597.807">12190 16904 2977 0,'0'0'704'0,"0"0"-405"0,0 0-194 16,0 0 63-16,0 0 133 0,0 0-61 15,0 0-78-15,0 0-82 0,0 0 20 16,100-19-39-16,-58 6-15 0,2 0-46 0,0-1-18 15,1 0-34-15,-3 1-119 16,4 1-56-16,-1 2-87 0,2 1-255 0,-10 2-643 16,17 1-1116-16</inkml:trace>
  <inkml:trace contextRef="#ctx0" brushRef="#br0" timeOffset="-134178.461">13212 15942 2032 0,'0'0'269'16,"0"0"501"-16,0 0-498 0,0 0-88 0,0 0 25 16,0 0 55-16,0 0-38 0,0 0-58 15,0 0-26-15,0 0-43 0,-30 20-22 16,30 19 6-16,0 11 3 0,0 14-25 0,0 9-37 15,-2 10-23-15,-2 2-1 0,-2 3-3 16,1-1-18-16,0-9-31 0,5-6-59 16,0-9-5-16,0-9-11 0,3-9 19 15,4-11-1-15,-1-7-53 0,0-8-55 16,1-5-123-16,-1-4-224 0,-1-3-480 0,1-7-338 0</inkml:trace>
  <inkml:trace contextRef="#ctx0" brushRef="#br0" timeOffset="-134000.085">13205 16623 2459 0,'0'0'457'16,"0"0"-89"-16,0 0-170 0,0 0 39 0,0 0 33 15,0 0-15-15,88-25-16 0,-60 26-73 16,0 5-43-16,2 1-34 0,1-1-31 16,-4 0-12-16,0-1-43 0,-1-1-3 15,-3-3 0-15,0-1-39 0,-4 0-93 16,1-7-25-16,-4-1-28 0,1-2-64 15,-4-2-137-15,-1 0-249 0,-5-7-747 0</inkml:trace>
  <inkml:trace contextRef="#ctx0" brushRef="#br0" timeOffset="-133792.391">13679 16192 2662 0,'0'0'357'0,"0"0"-191"16,0 0 13-1,4 70 148-15,-2-35 67 0,-1 3-49 0,3 3-117 16,-2 3-77-16,-1 1-31 16,1 2-53-16,-1 3-24 0,-1 0-28 0,0 3-15 15,0-3-1-15,-1-3-23 0,-1-4-80 16,1-5-74-16,1-7-23 0,0-6-34 16,4-7-103-16,2-8-145 0,1-6-486 15,6-6-585-15</inkml:trace>
  <inkml:trace contextRef="#ctx0" brushRef="#br0" timeOffset="-133539.248">13900 16851 2451 0,'0'0'438'16,"0"0"-220"-16,0 0-4 0,0 0 202 15,38 66 55-15,-28-60-148 0,2-6-187 16,5-4-75-16,1-7-12 0,3-9 0 0,1-3-18 16,-2-5-31-16,2-1-61 0,-5 0-34 0,-3 1 14 15,-5 4 7-15,-2 5-12 16,-3 8 14-16,-4 3 66 0,0 6 6 0,-1 2 53 15,-9 0-50-15,-2 2 16 0,-1 7 33 16,-2 4-5-16,0 5 17 0,1 2 4 16,1 4-9-1,4 1-1-15,-1-1-24 0,4-3-34 0,3-2-3 16,3-4-65-16,0-4-135 0,0-1-82 16,6-4-107-16,0-6-210 0,2 0-509 0,4-7-316 0</inkml:trace>
  <inkml:trace contextRef="#ctx0" brushRef="#br0" timeOffset="-133191.332">14255 16751 1820 0,'0'0'545'0,"0"0"-168"0,0 0 21 16,0 0-47-16,0 0-13 0,0 0-70 15,55 76-37-15,-52-57-39 0,-2 2-4 16,-1-3-38-16,3-3-64 0,-3-3-47 0,0-3-39 16,3-4-40-16,-1-4-27 0,2-1-1 15,3 0 53-15,2-6 15 0,4-3 6 16,3-4-6-1,1-3-62-15,3 0 10 0,-1 0 15 16,3 3 3-16,-2 2 32 0,0 3-13 16,-1 3-22-16,-2 2 25 0,-3 3 11 15,-3 0 2-15,0 7 71 0,-2 2 33 16,-2 1-7-16,1 1-9 0,-3-1-18 16,-1-1-32-16,0-3-39 0,2 0-3 0,-1-5-24 15,2-1-40-15,1 0 15 0,1-6 52 0,4 0 19 16,-2-3-19-16,3 1-22 0,-2 2 1 15,0 4-16-15,-2 2-18 0,3 5 55 16,-1 5 0-16,0 4 31 0,-3 0-1 16,1 4-30-16,2-4-2 0,-1-1-127 0,1-4-130 15,-1-2-229-15,2-5-794 0</inkml:trace>
  <inkml:trace contextRef="#ctx0" brushRef="#br0" timeOffset="-132827.224">15411 16169 3372 0,'0'0'456'0,"0"0"-365"0,0 0 19 0,-70 69 125 15,45-34 97-15,-1 5 0 0,3 6-79 16,0 3-52-16,3 4-43 0,8 3-31 16,2 0-15-16,3 4-33 0,6-1-22 15,1-2-30-15,3-1-27 0,8-6 0 16,1-5-15-16,3-6-24 15,1-7-34-15,4-9-54 0,3-6-42 16,4-7-29-16,1-6 70 0,3-3-15 16,0-1-56-16,0 0-146 0,-3-2-282 15,-5-2-635-15,2-3-968 0</inkml:trace>
  <inkml:trace contextRef="#ctx0" brushRef="#br0" timeOffset="-132143.085">15947 16281 2395 0,'0'0'477'15,"0"0"-236"-15,0 0 14 0,0 0 66 16,0 0 12-16,0 0-33 0,0 0-67 16,0 0-21-16,0 0-3 0,107 6-69 15,-65-5-45-15,1-1-50 0,4 0-11 16,0-3 2-16,0-2-26 0,-1-2-10 15,-1 0-18-15,-5 0 6 0,-4 2-6 16,-5 1-22-16,-8 4-24 0,-6 0-24 16,-6 6-16-16,-8 9 0 0,-3 6 21 0,-7 7 6 15,-10 6 10-15,-9 6 14 0,-6 3 31 16,-2 6 4-16,-5-2 18 0,-1 1 27 0,-1 0-25 16,-1-2 0-16,2-1 41 0,3-3 43 15,5-3 6-15,5-3-15 0,8-4-4 16,6-3-21-16,7-4 13 0,6-5-23 0,0-1-5 15,13-2-13-15,3-2 22 0,7-3-19 16,7 0 34-16,6-3 18 0,5 0-12 16,4-6 3-16,2-2-13 0,0-1-5 15,1 0-28 1,-2-4-24-16,-4-5-27 0,-5 0-10 0,-1-3-78 16,-3 0-21-16,-3-1-7 15,-5 0-40-15,0 0-69 0,-5 1-205 0,-6 4-325 16,-2-3-980-16</inkml:trace>
  <inkml:trace contextRef="#ctx0" brushRef="#br0" timeOffset="-131911.286">16793 16422 3049 0,'0'0'507'16,"0"0"-337"-16,0 0 4 0,0 0 99 0,-56 90 47 15,34-56-64-15,-4 4-81 0,1 1-75 16,-3 4-54-16,-2-1-6 0,1 4-16 0,0-2-21 0,2 1-3 16,2-3-2-16,1-1-62 0,2-5-73 15,5-4 2-15,3-5-47 0,3-4-28 16,6-5-54-16,3-6-129 0,2-5-192 0,2-1-472 16,9-6-469-16</inkml:trace>
  <inkml:trace contextRef="#ctx0" brushRef="#br0" timeOffset="-131653.95">16833 16880 2489 0,'0'0'515'15,"0"0"-211"-15,0 0-3 0,0 0 40 0,41 68 22 16,-40-43-66-16,-1 1-82 0,0 1-74 16,0-1-37-16,0-5-33 0,0-3-62 15,0-7-9-15,3-4-28 0,2-5-24 0,1-2-21 0,3-1 15 16,0-10 56-16,4-1-13 0,1-5 15 15,1-1-13-15,1 2 11 0,-2 1 0 16,1 2-22-16,-2 6-7 0,2 0 19 16,-3 3-4-16,-2 3-20 0,3 1-1 15,-4 0 12-15,3 6 24 0,-3 3 1 16,1 3 0 0,2 2-45-16,-4 1-29 0,1 3-43 0,-1 0-10 0,0 0-35 15,-1 1-86-15,2-1-184 0,-2-6-586 16,3 4-882-16</inkml:trace>
  <inkml:trace contextRef="#ctx0" brushRef="#br0" timeOffset="-125745.123">17790 17090 333 0,'0'0'2400'0,"0"0"-1996"15,0 0-209-15,0 0-58 0,0 0 28 16,0 0 2-16,-34 69-19 0,27-47-22 0,0 3-73 16,1 0-22-16,-2 0 10 15,0 0-19-15,2-2-6 0,0-4-16 0,1-5-3 0,0-3-31 16,2-4-103-16,-1-7-75 0,1 0-59 15,-1-7-95-15,3-1-302 0,-2-14-578 0</inkml:trace>
  <inkml:trace contextRef="#ctx0" brushRef="#br0" timeOffset="-125344.882">18296 16481 218 0,'0'0'2605'16,"0"0"-2064"-16,0 0-101 0,0 0-22 15,0 0-53-15,0 0-66 0,0 0-27 16,0 0-120-16,0 0-76 0,-51 81-43 0,32-56-2 0,-3 4-7 16,1 2-24-16,0 1-1 0,1-2 0 0,3-2 1 15,3-5 3-15,5-4 18 16,4-7-10-16,4-2-11 0,1-2-21 0,3 0 6 15,6 1-6-15,5 1 18 0,3 2-9 16,3-1 12-16,2 0 0 0,0 0-1 16,2 1 1-16,-1-1 0 0,-2 1 2 0,-1 1 10 15,-4 0-10-15,-1 0 13 0,-2 3 58 16,-1 0-28-16,-5 3-11 0,-3 1-10 16,-4 2 0-16,0 2-12 0,-10 0 0 15,-4 0 6-15,-1 1-18 0,-5-2 0 16,1-3-24-16,-1-2-45 0,0-4-19 15,1-4-31 1,2-5-17-16,1-5-14 0,2-5-52 16,2-13-145-16,1-7-352 0,7 3-698 15,2-21-949-15</inkml:trace>
  <inkml:trace contextRef="#ctx0" brushRef="#br0" timeOffset="-125075.154">18620 16255 147 0,'0'0'1600'0,"0"0"-857"0,0 0-328 16,0 0-88-1,0 0 36-15,0 0-51 0,0 0-58 16,0 0-61-16,0 0 15 0,0 0 1 15,14 69-22-15,-13-41-43 0,-1 4-50 16,0 2-51-16,0 0-16 0,0 1-27 0,0-1 0 16,-1-4-30-16,1 0-55 0,0-3-96 15,0-2-24-15,3-3-85 0,0-6-281 16,-1 2-731-16</inkml:trace>
  <inkml:trace contextRef="#ctx0" brushRef="#br0" timeOffset="-124441.881">19070 16616 1182 0,'0'0'719'0,"0"0"348"0,0 0-724 0,0 0-26 15,0 0 46-15,81-1-50 0,-54 9-93 16,1 4-54-16,0 4-31 0,0 3-18 0,1 1-31 16,-3 5-28-16,-3-1-3 0,-5 4-28 15,-2 0-12-15,-7 0 16 0,0 1-16 16,-8 2 9-16,-1 2-12 0,-4 0 4 0,-8 3-16 15,-2 2-19-15,-5-3-11 0,2 0-40 16,-3-2-9-16,1-5-19 0,2-5-9 16,2-4-59-16,2-6-41 0,4-6-85 0,1-6-182 31,2-1-505-31,0-8-1014 0</inkml:trace>
  <inkml:trace contextRef="#ctx0" brushRef="#br0" timeOffset="-123535.282">19952 16777 696 0,'0'0'3'0,"0"0"75"16,0 0 1368-16,0 0-932 0,0 0-161 16,0 0-34-16,0 0-2 15,0 0-46-15,0 0-45 0,0 0-31 0,0-6-28 16,2 6-25-16,4 0-37 15,2 0-23-15,9 0 13 0,3 1 24 16,5 1 12-16,6 1-39 0,2-1-23 0,2 0-23 16,1 1-10-16,1-3-11 0,2 0-25 15,2 0-24-15,0-5 22 0,-2-6-13 16,-2-1-15-16,-1-1-13 0,-4-1-51 0,-5 2-40 0,-4-1-40 16,-4 1-43-1,-7 4-113-15,-7 3-314 0,-5 3-733 16,-2 2-778-16</inkml:trace>
  <inkml:trace contextRef="#ctx0" brushRef="#br0" timeOffset="-123308.098">20036 17075 1178 0,'0'0'1451'0,"0"0"-941"0,0 0-283 15,0 0-36-15,0 0 55 0,0 0 16 16,0 0-22-16,0 0-48 0,84 26-56 0,-54-25-65 0,2-1-10 16,1 0-36-16,2-1-16 0,2-6-9 15,-1-1-16-15,0-3-23 0,0-1-125 16,-2-2-102-16,1 2-141 0,-8 1-306 0,9-2-931 16</inkml:trace>
  <inkml:trace contextRef="#ctx0" brushRef="#br0" timeOffset="-114472.939">17084 14864 740 0,'0'0'33'0,"0"0"-33"0,0 0 1431 0,0 0-953 0,0 0-143 16,0 0-22-16,0 0-11 0,0 0-22 15,0 0-22-15,0 0-50 0,-6-30-44 16,6 30-37-16,0 2-23 0,-2 0-15 15,2 1-24-15,-1 0-16 0,-2 5-16 16,1 4-30-16,-1 4 16 0,2 6 5 16,-1 3-6-1,2 3-16-15,0 3 10 0,2 1-12 16,4 1-2-16,3 0 0 0,0-2-10 0,1-5 12 16,5-1 1-16,-1-5-1 0,3-8-3 0,-1-2-12 15,4-7 14-15,3-3 1 0,-1 0-21 16,3-3-7-16,-1-7 1 0,2-4-44 15,-2-2-12-15,-2 0-6 0,0 0-9 16,-2-2 27-16,-3-1-6 0,0 0 2 16,-2-2-24-16,-1 2-1 0,-4-1 4 0,1-1 55 0,-2 1-1 15,-4-1-17-15,-1 1 46 0,-2 3 10 16,-2 0 3-16,0 3 19 0,0 1 15 16,-2 2 4-16,-2 3 26 0,-2-1 1 31,-1 3 16-31,1 1-6 0,0 1-1 0,-1 3-6 15,3 0-3-15,-2 1-9 0,-1 0-19 16,1 0-12-16,0 2-7 0,-1 2-16 0,0 1 10 16,1 1-12-16,-1 4 0 0,1-1-2 15,0 2 1-15,-1 3-11 0,2 2 12 16,0 1 0-16,1 2 14 0,-1 2-14 16,1 0 0-16,1 0 10 0,-1 2-10 15,1 0-13-15,2 3 11 0,-1 2 2 16,2 0 3-16,-1-1 19 0,-1 3-7 0,1 0-14 15,-2 1 21-15,2-2-20 0,-1 4-2 0,1-1 2 16,1 0 23-16,-2 1-23 0,2 2 15 16,0-4-17-16,0 0-2 0,0 0 2 15,0-3 0-15,0 1 15 0,2-4-13 16,-1-2 17-16,2-3-17 0,1-3 0 16,-1-3-2-16,0-5-16 15,0 0-11-15,1-3 8 0,1-3 7 16,-3 0-3-16,0-3-4 0,-1 0-8 15,2 0-47-15,-1 0-25 0,2-6-9 16,2-3-29-16,2-2-72 0,0-5-207 0,-3 4-349 16,4-13-831-16</inkml:trace>
  <inkml:trace contextRef="#ctx0" brushRef="#br0" timeOffset="-112668.557">18912 14829 153 0,'0'0'2365'0,"0"0"-1866"15,0 0-256-15,0 0-65 0,0 0 16 0,0 0 105 0,0 0-29 16,36 81-80-16,-26-50-76 0,-2 2-43 15,1 4-6-15,-4 3-7 0,-1-1-54 16,-4 3 24-16,0-2-28 0,0-2-3 16,0-5-15-16,0-4-7 0,4-8-30 15,-3-3-16-15,2-6-16 0,-1-1-15 16,-1-4-13-16,-1-1-32 0,2-2-38 16,-2-3-112-16,1-1-209 0,1 0-296 15,1-1-715-15,0-11 716 0</inkml:trace>
  <inkml:trace contextRef="#ctx0" brushRef="#br0" timeOffset="-112367.159">19098 15136 264 0,'0'0'750'0,"0"0"286"0,0 0-631 16,0 0-60-16,0 0 34 0,0 0-26 16,0 0-100-1,91-31-30-15,-66 23-56 0,6 1-21 16,0 1-37-16,5 1-38 0,2-1-9 15,4 3-4-15,-1-1-11 0,7 4-23 0,-2 0 19 16,4 0-24-16,-2 0-17 0,3 0 1 16,0 0 0-16,-1 0 9 0,1 0 7 15,-1 0-19-15,1 4-6 0,0-2 5 16,-2 1-3-16,-3 1-14 0,-4 1 3 0,-3 0 15 16,-4-1-34-16,-1 1 12 0,-3-2-36 0,-3-2-38 15,-4 1-74-15,-1-2-54 0,-3-2-53 16,-1-4-58-16,-3-3-149 0,-6 1-522 15,-1-8-715-15</inkml:trace>
  <inkml:trace contextRef="#ctx0" brushRef="#br0" timeOffset="-112081.734">20331 14876 653 0,'0'0'414'0,"0"0"747"0,0 0-906 0,0 0-22 15,0 0 78-15,0 0 18 0,0 0-33 16,0 0-63-16,0 0-73 0,85 31-44 16,-66-24-10-16,-2 0-19 0,1 1-6 0,-1 0-10 15,2 0-12-15,-3-1-22 0,1 0 0 16,-3 0-34-16,-1 1 12 0,-3 1-15 16,-2 1 0-16,-3 1-2 0,-3 3-20 15,-2 4 22-15,-4 4 15 0,-7 0-5 16,-2 3-10-16,-2-1-33 0,-3-1-26 0,-1 0-15 15,-3 0-4-15,1-2-18 0,-2 1-16 0,0-1-41 16,0 0-71-16,1-2-193 0,4-5-327 31,-8 6-866-31</inkml:trace>
  <inkml:trace contextRef="#ctx0" brushRef="#br0" timeOffset="-103341.165">21667 14702 1740 0,'0'0'765'0,"0"0"-298"0,0 0-211 15,0 0-11 1,0 0 103-16,0 0 4 0,0 0-76 15,0 0-66-15,0 0-83 0,0 0-75 16,-43 10-31-16,43 3 13 0,0 5 27 16,0 5 0-16,7 4 19 0,3 2-19 0,0 4 12 15,4 0-37-15,1 1 10 0,1-2-9 16,4-1-16-16,0-4 9 0,3-3-29 16,-1-6-1-16,0-7 15 0,2-4-15 0,1-6 22 15,-1-1-10-15,1-3-12 16,-1-9-18-16,-1-3-43 0,-1-4-30 0,0-1-10 15,-2-3 7-15,-3-3 2 16,-1 0 0-16,-5-1 15 0,2 2 4 0,-6 0-4 16,-1 2 31-16,-1 0 21 0,-5 3 25 0,0 0 31 0,0 5-14 15,-2-1-16-15,-5 3 17 0,0 3-15 16,-2 2 37-16,3 1 15 0,1 3-9 16,0 4-3-16,-1 0-40 0,0 9-2 15,-2 1 12-15,-1 5 2 0,-1 1 12 0,0 2 4 16,2 3 9-16,-1 1-38 15,-1 3 19-15,1 1-9 0,1 3 7 0,-1 3-18 16,-1 4-1-16,1 0 0 0,0 6-11 0,-2-1 10 16,2 1 1-16,2 4-2 0,0-3-23 15,0 3 25-15,3-4 0 0,1-1 15 16,0-2-13-16,3-5-1 0,0-5-1 16,0-4 3-16,0-6-1 0,1-5-2 15,4-3-11 1,0-4-7-16,2-4-16 0,-1-1-15 15,0-2-40-15,1 0-9 0,1-6-3 0,1-4-32 16,0-2-56-16,1-2-71 16,-1-4-83-16,-2 0-194 0,-1-2-277 0,-2 5-711 15</inkml:trace>
  <inkml:trace contextRef="#ctx0" brushRef="#br0" timeOffset="-103022.186">22440 14766 36 0,'0'0'2534'16,"0"0"-2083"-16,0 0-195 0,0 0 87 15,0 0 29-15,0 0-38 0,0 0-95 16,0 0-125-16,0 0-53 0,0 0 16 15,-39 81 9-15,30-51 30 0,0 0-30 0,2 1-49 16,0 0-13-16,1 2-12 0,3-1-10 16,1-3 0-16,2-1 7 0,0-1-9 0,0-6-21 15,8 1 8-15,1-4 12 0,-1-1 1 16,3-3-12-16,-1-5-13 0,1-4-11 16,-1-2-71-16,2-3-31 0,-1-3-19 15,3-6-31-15,0-4-85 0,2-5-154 16,-1-3-327-16,-3 4-760 0</inkml:trace>
  <inkml:trace contextRef="#ctx0" brushRef="#br0" timeOffset="-102785.326">22712 14777 1914 0,'0'0'1150'0,"0"0"-783"16,0 0-206-16,0 0 70 0,0 0 149 0,0 0-26 15,0 0-77-15,0 0-130 0,0 0-65 0,3 74-15 16,-2-48 10-16,-1 4 8 0,2 1 0 16,-2 4-24-16,0 0-43 0,0 1-18 15,0-1-2-15,-2-5-47 0,2-2-97 16,-1-6-21-16,1-7-26 0,0-5-34 16,3-7-70-16,1-3-175 0,2-3-337 0,3-19-826 0</inkml:trace>
  <inkml:trace contextRef="#ctx0" brushRef="#br0" timeOffset="-102524.781">23115 14746 2176 0,'0'0'1093'0,"0"0"-908"0,0 0 46 15,0 0 170-15,0 0-47 0,79 43-61 16,-59-30-81-16,-1 1-93 0,-1 3-46 15,1-1-18-15,-3 3-6 0,-1 1-18 16,-6 2-14-16,-2 2-16 0,-4 4 0 16,-3-2-1-16,0 6-20 0,-8-1-54 0,-7 1-29 0,2-2-13 15,-5 3-1-15,-1 0-18 0,-3-3-22 16,-1 1-1-16,0-2-50 0,-2 0-21 16,1-3-64-16,1-1-142 0,3-3-256 15,3-7-623-15,-5 5 141 0</inkml:trace>
  <inkml:trace contextRef="#ctx0" brushRef="#br0" timeOffset="-97245.59">21438 17242 2017 0,'0'0'1456'16,"0"0"-1114"-16,0 0-62 0,0 0-62 15,20 66-4-15,-4-61-32 0,3-3-47 0,2-4-13 0,4-10-18 16,3-9-9-16,0-5-28 0,-2-5-18 15,2-4-16-15,-6-1-31 0,0 1-1 16,-2-1 1-16,-2 3-2 0,-4-3-24 16,0 3 3-16,-1-3-16 0,-1 1-27 0,2-1-6 15,-3-2 3-15,1 2-19 0,0-2-3 16,-2 3-3-16,1 2 6 0,-2 3 24 0,-3 3-5 16,0 4 2-16,-2 6 31 0,0 3 15 15,-4 6 19-15,2 2 16 0,-2 5 15 0,0-1 21 16,0 2-9-16,0 2-24 15,0 5-8-15,-2 1-10 0,-2 4-1 0,-2 4 16 16,4 5-13-16,-3 3 15 0,2 3 13 16,0 5 9-1,0 7 0-15,0 5-3 0,1 6 21 16,2 5-30-16,-3 3-10 0,3 1 13 16,0-2-7-16,0-3 1 0,5-7 14 0,1-9-11 0,3-7 12 15,1-8-13-15,2-8-15 0,-1-6-11 16,3-6-1-16,0-3-1 15,3-3 1-15,-1-12 1 0,1-3-1 0,-1-5-21 16,0-5-40-16,-2-3-10 0,0-4 7 16,-2-1-22-16,1-2-33 0,-2-3-14 15,0 1 16-15,1 1-4 0,-4-3 24 16,1 0-15-16,-1-1 33 0,-1-3-18 16,-1 1 9-16,-2 2 40 0,2 4 30 0,-1 3 18 15,3 8 3-15,-2 5 57 0,0 5-4 16,-3 6 26-1,-1 8 38-15,1 1 45 0,-3 3-38 16,0 0-19-16,0 3-9 0,0 4-13 16,0 7-3-16,0 4-6 0,0 6-3 0,0 4 11 15,0 8 10-15,3 3 21 0,0 7 9 16,1 6-34-16,-2 3-40 0,-1 4-34 16,1-1-17-16,-2-1-16 0,0-4-29 15,0-7-86-15,1-3-39 0,1-7-32 0,-1-7-31 16,0-6-88-16,2-6-151 0,0-7-225 15,-3-4-526-15,5-6-525 0</inkml:trace>
  <inkml:trace contextRef="#ctx0" brushRef="#br0" timeOffset="-96944.996">22437 17055 1315 0,'0'0'1106'0,"0"0"-128"0,0 0-762 0,0 0-17 16,17 74 137-16,-14-48-10 0,0 0-61 15,0 2-96-15,0-2-83 0,1-5-25 16,-1-4-50-16,-2-4-11 0,1-7-36 16,-1-3-32-16,1-3-8 0,1-8 14 0,-2-6 29 0,3-7-20 15,-1-5 4-15,3-2 0 0,2-1 0 16,3 2 21-16,0 2-6 0,6 1 22 16,2 4-29-16,0 2 41 0,1 2 12 15,-1 6 0-15,1 2-11 0,0 5 18 16,-2 3 18-16,-1 0 24 0,-3 7 4 15,1 4-28-15,-2 1-3 0,-2 2 24 0,-4 4 4 16,1 0-29-16,-4 1-11 0,-3-3-22 0,2 1-18 16,-3-5-43-16,0-1-117 0,0-5-54 15,-1-6-79-15,-1 0-234 0,0-12-814 0</inkml:trace>
  <inkml:trace contextRef="#ctx0" brushRef="#br0" timeOffset="-96729.461">23031 16799 3101 0,'0'0'1206'0,"0"0"-968"0,0 0 12 0,0 0 99 16,0 0-39-16,0 0-13 0,0 0-104 15,83-20-78-15,-63 9-55 0,3-1-28 0,-1-2-32 16,-3 2-15-16,-1 0-12 0,-1 0-45 15,0 4-73-15,-4 0-34 0,-1 3-27 0,-3 4-91 16,-4 1-258-16,-2 0-658 0,-3 3-941 0</inkml:trace>
  <inkml:trace contextRef="#ctx0" brushRef="#br0" timeOffset="-96545.047">23115 16931 1903 0,'0'0'1803'0,"0"0"-1535"0,0 0-73 0,0 0 137 16,0 0-39-16,0 0 19 0,0 0-38 16,0 0-113-16,86-26-98 0,-63 14-23 15,0-1-28-15,-2 1-12 0,-2 3-52 16,0 1-69-16,-2 2-76 0,0 4-59 16,-1 2-153-16,-3 0-698 0,8 5-1715 0</inkml:trace>
  <inkml:trace contextRef="#ctx0" brushRef="#br0" timeOffset="-95881.215">24207 16304 988 0,'0'0'1384'0,"0"0"-848"0,0 0-140 16,0 0-116-16,0 0 45 0,0 0-33 0,0 0-53 16,0 0-81-16,0 0-60 0,0 0-36 15,0 0-10-15,-35 75-24 0,21-25-16 16,-1 5 25-16,0 4 3 0,0 2-4 0,2-6-22 16,1-3-14-16,4-8-31 0,2-9 31 15,3-11-21-15,1-9-1 0,2-10-18 0,0-2-18 16,0-3-22-16,3-3 0 0,5-2 18 15,0-1 7-15,5 0 21 0,-3 3 6 16,1 3 0-16,1 1 28 0,0 11 16 16,1 4-1-16,-2 5 10 0,1 5-4 0,2 1 4 15,-5 1 3-15,3 0 0 0,-2 1-4 0,1-1-11 16,-3 2 21-16,1 1 3 0,0-2-19 16,-2 2-18-16,-1-1-18 0,3-2-13 15,-2-2-19-15,0-3-48 0,1-5-48 16,1-4-65-16,-3-5-138 0,-1-4-334 15,0-5-1133-15</inkml:trace>
  <inkml:trace contextRef="#ctx0" brushRef="#br0" timeOffset="-95178.267">24764 16725 1661 0,'0'0'1283'0,"0"0"-747"0,0 0-181 0,0 0-44 16,0 0 12-16,98-1-67 0,-67 2-87 15,0-1-50-15,-2 0-42 0,1 0-41 16,-2 0-8-16,-5 0-28 0,-4 0-3 15,-4 1-10 1,-6 6 1-16,-4 3-18 0,-5 6 2 16,0 5-39-16,-8 7-58 0,-6 5-41 15,-3 6 18-15,-6 2 18 0,1 0 21 16,-3-1 10-16,2-3-4 0,-1-2 50 0,2-5 53 16,2-5 6-16,1-8 44 0,6-1 28 15,4-6 3-15,7-1 18 0,2 0-15 16,2-1-10-16,10 2 6 0,8 0-6 0,4 1-6 15,1-4-4-15,4 0-2 0,1-2-10 16,-1-5-15-16,-3 0-13 0,1-3 16 16,-4-5-39-16,-1-3-1 0,-3-3-31 0,-4-2-64 15,-3-1-52-15,-4-4-81 0,-4 0-175 0,-3 6-659 16,-1-9-1146-16</inkml:trace>
  <inkml:trace contextRef="#ctx0" brushRef="#br0" timeOffset="-95011.014">24790 16989 836 0,'0'0'1135'0,"0"0"-536"0,0 0-241 0,0 0 7 16,0 0-32-16,75 55-14 0,-44-47-78 16,4-2-39-16,0-3-84 0,2-3-47 15,-2-1-71-15,1-7-47 0,-3-4-173 16,2-1-125-16,1-2-121 0,-8 4-499 15,17-5-650-15</inkml:trace>
  <inkml:trace contextRef="#ctx0" brushRef="#br0" timeOffset="-94757.531">25826 16598 59 0,'0'0'2722'0,"0"0"-2443"0,0 0-179 0,-91 25 234 15,63-4 108-15,0 5-97 16,3 3-119-16,-1 6-65 0,7 3-29 16,2 2-6-16,1 2 11 0,6-1-21 15,4-2-31-15,3-3-21 0,3-5-18 16,0-6-19-16,6-3-24 0,5-5-3 0,1-6 0 16,-1-3-15-16,4-2-12 0,-4-6-7 15,2 0-8-15,0-7-16 0,-3-3-43 16,-1-3-67-16,-1-3-86 0,-2-1-161 0,-3-1-368 0,-1 6-1021 15</inkml:trace>
  <inkml:trace contextRef="#ctx0" brushRef="#br0" timeOffset="-94594.619">25527 16885 473 0,'0'0'1980'0,"0"0"-1339"16,0 0-268-16,0 0-98 15,0 0 37-15,0 0 34 0,0 0-65 16,76-2-72-16,-46-4-84 0,4-6-60 15,4-4-38-15,-2-4-27 16,0 0-15-16,1 1-138 0,-6 1-53 0,0 2-84 16,-3 3-184-16,-8 4-549 0,5 2-716 0</inkml:trace>
  <inkml:trace contextRef="#ctx0" brushRef="#br0" timeOffset="-94009.087">26306 16464 1243 0,'0'0'420'0,"0"0"833"0,0 0-885 15,0 0-75-15,0 0 110 0,0 0 16 16,0 0-77-16,0 0-60 0,0 0-77 16,0 0-86-1,-31 13-59-15,15 8-23 0,-1 4-10 0,-3 6-15 16,3 2 9-16,3 3 7 0,5-5-16 16,4 2-12-16,3-5-1 0,2-4-20 15,5-1 9-15,6-4-10 0,3-2 1 16,3-1-9-16,1-1 8 0,4-1 1 15,-3 1 12-15,1-1 9 0,1 0 27 16,-5 0-24-16,1 0-2 0,-4 1 36 0,-1-1 11 0,-4-1-17 16,-2 4 11-16,-3-3-6 15,-3 3-11-15,0-3-10 0,0 1-12 0,-6-3 0 16,-2 1-3-16,-4-3-10 0,-1 1-39 16,0-4-38-16,-1-1-47 0,-3-4-21 0,2-2-59 15,-1 0-43-15,0-7-117 0,2-4-275 16,5 2-760-16,-4-19-909 0</inkml:trace>
  <inkml:trace contextRef="#ctx0" brushRef="#br0" timeOffset="-93755.753">26628 15977 16 0,'0'0'2641'0,"0"0"-2227"0,0 0-260 16,0 0 148-16,0 0 71 0,0 0-69 15,0 0-90-15,0 0-74 0,36 77-63 16,-29-48-19-16,-1 3-24 0,-2 2-33 16,2 3-1-16,-2-1-18 0,-3 1-19 15,2 1-108-15,-3-2-106 0,0-1-78 0,0-1-224 0,0-2-675 16,0-8-868-16,-3 5 2083 0</inkml:trace>
  <inkml:trace contextRef="#ctx0" brushRef="#br0" timeOffset="-93323.598">27334 16031 988 0,'0'0'1188'0,"0"0"-32"15,0 0-794-15,0 0-7 0,0 0 66 0,0 0-64 16,0 0-84-16,11 94-72 0,-3-58-64 16,0 9 14-16,2 7 25 0,0 7-67 15,1 7-22-15,-3 2-29 0,-1 5-25 16,-4 2-30-16,2 1 9 0,-5 3-12 15,0-2-2-15,0-3-28 0,0-3-31 16,-5-4-26-16,2-6-1 0,-2-6-3 0,2-3-36 16,-3-7-15-16,5-3-22 0,1-9-28 15,0-8-66-15,0-10-127 0,0-10-329 0,0-5-952 16</inkml:trace>
  <inkml:trace contextRef="#ctx0" brushRef="#br0" timeOffset="-92722.482">27823 16656 2688 0,'0'0'516'15,"0"0"-159"-15,0 0 18 0,105-4 17 16,-63-1-105-16,3 0-56 0,2-2-66 16,2 1-67-16,-5-2-13 0,-1 2-36 15,-6 0-31-15,-6 2-17 0,-8 3-1 16,-7 1-2-16,-5 4-25 0,-10 5 0 0,-1 7 2 15,-10 5-11-15,-8 4-22 16,-8 5-7-16,-2 5-5 0,-6 2 30 0,0 3 22 0,-3-2-16 16,3 0 23-16,1-1 11 0,4-3 25 15,7 0-13-15,5-5 31 0,7-2 27 0,7-4-18 16,3 0-9-16,10-4-22 0,7-1 19 16,7-5-38-16,3-3 19 15,6-5 22 1,1-4-40-16,0-1 21 0,2-5-12 0,-4-4 4 15,-1-1-16-15,-2-2-18 0,-5 1-21 0,-3-4-65 16,-5-2-107-16,-5-1-75 0,-5-3-238 16,-3 5-733-16,-4-7-1127 0</inkml:trace>
  <inkml:trace contextRef="#ctx0" brushRef="#br0" timeOffset="-92568.811">28021 16950 1520 0,'0'0'188'15,"0"0"807"-15,0 0-709 0,0 0 56 16,0 0 95-16,84 51-50 0,-53-48-126 16,4-3-118-16,1-6-97 0,2-7-46 15,-2-4-96-15,-1-3-99 0,-1-2-112 16,-5 0-181-16,-8 3-695 0,4-7-1065 0</inkml:trace>
  <inkml:trace contextRef="#ctx0" brushRef="#br0" timeOffset="-92236.888">28578 16343 1937 0,'0'0'699'16,"0"0"-124"-16,0 0-222 0,0 0 88 0,0 0-13 15,21 81-104-15,-19-61-174 0,0 0-104 16,-2-3-46-16,0 0-3 0,0-3-15 15,0 0-16-15,0-3-61 0,0 0-19 16,0-5 6-16,2-4-3 0,1-2-28 0,1 0-17 16,4-5 69-16,1-3 66 0,2-2 21 0,2-1 0 15,2-1 0-15,0 3 0 0,4 3 36 16,1 2 42-16,-1 4 16 0,2 0-14 16,-1 2-45-16,-2 6 11 0,-1 3 7 15,-1 0 2-15,-1 3 4 0,-3 1-16 16,-2 1-15-1,2 1-14-15,-2-2-14 0,-1 0-89 16,0-3-87-16,-1 0-64 0,0-3-131 16,-2-3-602-16,6 2-871 0</inkml:trace>
  <inkml:trace contextRef="#ctx0" brushRef="#br0" timeOffset="-92020.828">29164 16829 1030 0,'0'0'2421'15,"0"0"-1822"-15,0 0-448 0,0 0 70 0,0 0 103 16,84-24-94-16,-53 9-114 0,3-4-97 0,-4-1-19 16,-1 0-64-16,-7 6-110 15,-4 1-79-15,-8 6-44 0,-4 4-182 0,-6 3-644 16,0 2-702-16</inkml:trace>
  <inkml:trace contextRef="#ctx0" brushRef="#br0" timeOffset="-91857.084">29163 16908 434 0,'0'0'202'0,"0"0"443"0,0 0 902 0,0 0-1178 16,0 0-184-16,0 0 37 0,0 0 43 16,0 0-13-16,0 0-59 0,0 0-10 0,0 0-38 15,63 35-74-15,-33-44 6 0,-1-2-50 16,1-3-27-16,-1 2-29 0,1-4-128 15,-2 3-84-15,-1-1-109 0,-8 3-263 16,8-3-946-16</inkml:trace>
  <inkml:trace contextRef="#ctx0" brushRef="#br0" timeOffset="-91466.746">30002 16221 75 0,'0'0'2850'0,"0"0"-2279"15,0 0-248-15,-19 64-2 0,15-28 17 16,-2 8-54 0,4 4-45-16,2 6-68 0,0 1-40 0,0 0 9 15,3 2-25-15,2 1-45 0,-1 2-34 16,-2 0-33-16,-2 1-3 0,2-5-27 15,-2-8-73-15,1-9-19 0,2-7-39 0,2-12-43 16,2-9-35-16,4-9-105 0,-1-2-281 16,-1-7-501-16,7-22-679 0</inkml:trace>
  <inkml:trace contextRef="#ctx0" brushRef="#br0" timeOffset="-91034.296">30294 16212 1937 0,'0'0'1861'0,"0"0"-1468"0,0 0-375 0,0 0 113 16,0 0 107-16,0 0-28 0,62-70-115 16,-43 51-80-16,2 0-15 0,-1 1 0 15,-1 0-21-15,1 6-25 0,-6 5-22 16,0 5 22-1,-5 2-3-15,-4 8 33 0,-2 10 16 0,-3 7 22 16,0 10 15-16,-7 8-3 0,-3 4 2 16,-4 4 1-16,0 1-23 0,-1-1-14 15,3-2-1-15,3-4 1 0,0-4 24 16,6-7 16-16,1-3 15 0,2-3-9 16,2-2-22-16,4-3 10 0,5-1-31 0,0 0 9 15,2-2 10-15,2-1-7 0,0 0 3 0,1 2-6 16,4-2-11-16,-3 2-1 0,3-1-2 15,-3 1 1-15,-1 0 0 0,-1-1-29 0,0 0 2 16,-3 4-8-16,-1-1 11 0,-4 1 1 16,1 4 24-16,-4 2 2 0,-3-2 19 15,-1 4-21-15,0-2-1 0,-3 1-66 16,-5-2-31 0,-3-4-6-16,-3-5-32 0,0-1-62 15,0-7-183-15,3-2-410 0,-7-5-1008 0</inkml:trace>
  <inkml:trace contextRef="#ctx0" brushRef="#br0" timeOffset="-90285.555">27985 16904 702 0,'0'0'0'0,"0"0"0"0,0 0 1176 0,0 0-602 16,0 0-216-16,0 0-59 0,0 0-16 15,0 0-45-15,0 0-14 0,0 0-25 16,0 0-33 0,-44 31-20-16,42-27-16 0,2 0-16 15,0 0-21-15,3-1-7 0,7 1 3 16,0 1-34-16,5 1-25 0,3 0-30 0,5-1-24 16,-1 2-28-16,6-1-148 0,0 2-84 15,-5-1-216-15,11 1-961 0</inkml:trace>
  <inkml:trace contextRef="#ctx0" brushRef="#br0" timeOffset="-81503.737">30979 16592 1418 0,'0'0'614'0,"0"0"-22"0,0 0-260 16,0 0-124-16,0 0 31 0,0 0 43 15,0 0-30-15,41-77-78 0,-20 60-68 16,1-1-13-16,0 3-3 0,1 1-22 16,-3 0-3-16,-1 6-19 0,-2 1-15 15,0 0-6-15,0 2-7 0,-3 1-16 16,0 3-2-16,3 1-2 0,-2 0 2 0,1 3-2 0,3 7 2 15,-1 1 0-15,-2 4 0 0,3 6 29 16,-4 1-28-16,0 3 10 0,-2 1-10 16,2-2 0-16,-2 0 0 0,2-5-1 15,1-1 0-15,0-5-9 0,0-3 6 16,1-4-15-16,-1-4 17 0,1-2-12 16,0 0 10-16,0-6-12 15,0-5-13-15,0-2-9 0,0 0-37 16,-3-5-28-16,-3 5-57 0,-2-1-26 15,-4 0-38-15,-2 5-102 0,-3 2-279 16,-1 2-935-16</inkml:trace>
  <inkml:trace contextRef="#ctx0" brushRef="#br0" timeOffset="-81250.11">31080 16911 232 0,'0'0'2268'0,"0"0"-1849"16,0 0-201-16,0 0 88 0,0 0 71 0,0 0-78 15,0 0-90-15,104 1-70 0,-76-1-37 16,6 0-9-16,0 5-20 0,-3-1-27 16,3-2-30-16,-1 1-16 0,0 0 0 0,2-3-13 15,-4 0-79-15,2-3-124 0,1-4-66 16,-3 0-117-16,1-1-179 0,-9-1-660 15,7-1-517-15</inkml:trace>
  <inkml:trace contextRef="#ctx0" brushRef="#br0" timeOffset="-80432.997">32034 16156 72 0,'0'0'2834'0,"0"0"-2258"0,0 0-323 0,0 0-77 15,0 0-12-15,0 0 29 0,0 0-62 16,0 0-44-16,98 34-44 0,-64-31-22 16,2 2 23-16,0-1-27 0,-3-2-17 15,-3 2-1-15,-2 0-17 0,-8 1-1 16,-3 2 1-16,-6 0-4 0,-2 5-6 16,-6 0-3-16,-1 1-3 0,-2 4-37 15,-6 2-19-15,-7 3-16 0,-1 3 0 0,-6 1 1 16,0 3 36-16,-4 2 19 15,-2 0 15-15,0 5 7 0,-4-2 12 16,0 4 16-16,-2-2 35 0,0 1 25 16,2 1 34-16,0-1 17 0,3-1 1 15,2-1 6-15,5-1-21 0,6-4-35 0,3-4-38 16,8-5 6-16,3-3-30 0,0-3-15 16,9-2-4-16,4-2 19 0,3 1 1 15,3-2 18-15,0 0 12 0,4-1-28 16,2 0 9-16,1-1-3 0,5 0-6 15,0-1 41-15,2-1-29 0,1 0 38 0,-1-2-53 16,-2-2 1-16,3-2 7 0,-3 0-8 16,0-2 0-16,-3-5-37 0,1-2-87 15,-4-3-62-15,-3-3-41 0,1-1-91 16,-5-4-148-16,-5 3-559 0,1-8-641 0</inkml:trace>
  <inkml:trace contextRef="#ctx0" brushRef="#br0" timeOffset="-80185.92">32707 16443 1752 0,'0'0'732'16,"0"0"-149"-16,0 0-423 0,0 0-52 15,0 0 210-15,0 0 88 0,0 0-190 16,-60 74-145-16,42-54-52 0,-3 5-19 15,-2 0-3-15,-4 6-16 0,-2 3-24 16,-1 3-48-16,-2 3-30 0,-1 3-3 16,1 0-36-16,2 1 15 0,1-3-42 0,4-5-52 15,6-5-107-15,1-5-176 0,8-7-254 16,4-6-349-16,3-4 661 0</inkml:trace>
  <inkml:trace contextRef="#ctx0" brushRef="#br0" timeOffset="-79816.608">32729 16971 878 0,'0'0'72'0,"0"0"1441"0,0 0-1004 16,0 0-170-1,0 0 35-15,0 0 5 0,21 74-99 16,-21-58-110-16,0 2-52 0,0-5-41 15,0 0-19-15,0-4-39 0,1-3-19 16,3 0-12-16,-1-3-15 0,2-3-4 16,0 0 12-16,0 0 7 0,-1 0 12 0,5 0-2 15,-4-6-1-15,3-2-9 0,1 1 12 16,2-3 0-16,-2-1-1 0,2 0-21 0,0 2 7 16,1-2 2-16,-2 4-2 0,2 2 3 15,-4 3 8-15,-2 2-14 0,2 0 18 16,-2 3 22-16,0 7 18 0,-1 2 3 15,-1 2 0-15,0 3-3 0,1 4-3 16,-1 2-19-16,-1-1-18 0,0 1-27 16,1-2-34-16,0-2-112 15,1 1-90-15,-1-2-75 0,1-6-282 16,-1 3-1021-16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46:03.14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3636 1952 362 0,'0'0'59'0,"0"0"-59"0,0 0 420 0,0 0 329 0,0 0-391 16,0 0-173-16,0 0-20 0,0 0 48 15,0 0-16-15,1-31-4 0,-1 26-29 16,0 0-30-16,0-1-57 0,0-3-23 15,0 4 13-15,0-3 6 0,0 0-16 16,1 0 32-16,1 2-10 0,-2 1-7 0,0-2-2 31,0 2 8-31,0-2 7 0,0-3-15 0,0 2-23 16,0-2 15-16,-4 0 25 0,-1-1-28 16,-2-1-6-16,0 0 31 0,-2 2-22 15,-1 0-10-15,1-1-12 0,-3 1-3 0,1 3 6 0,-4-2-27 16,0 2-1-16,-1 1-13 0,0 0-1 15,-2 3 2-15,-1 0 9 0,-3 2-11 16,1 1 0-16,-2 0 14 0,-1 0 53 16,0 7-41-16,-2 1-15 0,-1 3-8 15,1 3 14-15,0 0-17 0,0 3 0 16,0 2 0-16,0 4-1 0,2-3 24 16,-1 4-5-16,3 1-17 0,-2 0-1 15,2 2-2-15,1 3 2 0,2 1-3 16,2 2 1-16,1 3-21 0,0 1 4 0,3 2-3 0,0 3 8 15,3 0-14-15,4-1-4 0,0 1 28 16,3-3-6-16,3 0-7 0,0-3-5 16,2 2-2-16,5 1 23 0,2-3 2 15,2 2 44-15,1-2-18 0,2-1-6 0,4-2 8 16,0-5-14-16,1-5 11 0,4-3 22 16,0-4-9-1,2-4 9-15,1-2-3 0,1-2-4 16,2-5-8-16,1 0 5 0,-1-3 4 15,1 0-9-15,-2-4-7 0,-4-1-9 16,-2-3-15-16,-2 1 9 0,-3-1-12 0,-1 0 0 16,-2 0-12-16,-2-1-21 0,-2-1-86 15,0-1-9-15,-3 1-19 0,-2 0-16 16,-4-1-34-16,-1 2-54 0,0-2-78 0,-4 1-128 0,-7 0-163 16,-1-1-346-16,-4 3 156 15,-3-2-224-15</inkml:trace>
  <inkml:trace contextRef="#ctx0" brushRef="#br0" timeOffset="315.655">3281 2581 204 0,'0'0'424'15,"0"0"-290"-15,0 0 850 0,0 0-478 16,0 0-127-16,0 0-48 0,0 0-40 16,0 0 12-1,0 0-63-15,-37-33-52 0,46 31-2 0,5-5-6 16,4 1 3-16,1-2-38 16,3 0-47-16,-1 1-49 0,-2 0-29 0,0 0-20 15,-2 2-55-15,2-3-93 0,-2 4-31 16,0-1-57-16,1-2-40 0,-2 3-112 15,-2-2-87-15,-2 1 12 0,-5 1-12 16,1 1 1-16,-5 2 100 0,-1 1 139 0,-2 0 235 16,0 0 153-16,-2 5 196 0,-1 0 21 15,2 4-17-15,-1 2-10 0,-3 3-41 0,5 2-45 16,-3 4-47-16,0 2-19 0,2 2-46 16,-1 2 16-16,2-1 25 0,0 2-9 15,0-1-31-15,0 2-22 0,2-3-65 0,2 0-7 16,-1 3-52-16,2-4-2 0,1-1-54 15,0-4-42-15,3 1-8 0,-1-4-9 16,4-3-100-16,-2-1-84 0,1-6-123 0,-2 0-174 16,0-5-413-16,0-1-272 0</inkml:trace>
  <inkml:trace contextRef="#ctx0" brushRef="#br0" timeOffset="22226.059">6054 2257 1876 0,'0'0'470'0,"0"0"-260"15,0 0-80-15,0 0 546 0,0 0-214 0,0 0-157 16,0 0-105-16,0 0-24 0,0 0-34 15,0 0-7-15,16 1 16 0,-10 24-8 16,-1 5-57-16,2 5-28 0,-5 3-34 0,-1 1-10 16,1-3-14-16,-2-5-18 0,1-4-25 15,-1-7-63-15,0-6-32 0,0-3-37 16,0-6-34 0,0-1-60-16,-1-1-170 0,-2-2-266 15,-11-1-779-15</inkml:trace>
  <inkml:trace contextRef="#ctx0" brushRef="#br0" timeOffset="22388.874">5905 2019 3198 0,'0'0'331'0,"0"0"-255"16,0 0-13-16,0 0 86 0,0 0 5 15,0 0-151-15,0 0-3 0,70-75-120 16,-46 61-145-16,-7 5-238 0,14 5-737 15</inkml:trace>
  <inkml:trace contextRef="#ctx0" brushRef="#br0" timeOffset="22727.46">6554 2145 2654 0,'0'0'540'16,"0"0"-292"-16,0 0-19 0,-49 89 148 15,34-62-46-15,1-4-142 0,4-5-106 0,3-3-33 16,2-5 20-16,0-2 7 0,5-5-25 16,0 0-52-16,0 1 0 0,5 0-27 15,4 1 14-15,3 1 13 0,5 3 0 16,0-1 1-16,6 0 14 0,0-1 3 16,0 2 16-16,-1-1-4 0,1 0-29 15,-3 0 2-15,-1-1 10 0,0-1-13 0,-5 0 0 0,-1-1-1 16,-3-2 1-16,-4 3 13 0,-3 0 2 15,1 1-12-15,-4 2 12 0,-3 3 50 16,-5 2 2-16,-4 3-31 0,-5-1-36 16,2-1-9-16,-5 0-37 0,-3-2-51 15,0-1-29-15,0-4 7 0,-4-2-35 0,-1 0-47 16,0-1-101 0,0-5-281-16,8 0-475 0,-5 0-473 0</inkml:trace>
  <inkml:trace contextRef="#ctx0" brushRef="#br0" timeOffset="23829.079">8964 1558 23 0,'0'0'111'0,"0"0"-92"16,0 0-19-16</inkml:trace>
  <inkml:trace contextRef="#ctx0" brushRef="#br0" timeOffset="29901.93">8995 2371 1163 0,'0'0'790'0,"0"0"-469"0,0 0-85 0,0 0 25 16,-69-66-52-16,52 56-23 0,1 3-112 0,-3 0 272 15,2 0-175-15,-2 2-42 0,2-1-32 16,4 3 36-16,0 1 7 0,0 1-13 0,3 1-6 15,-3 0-28-15,3 6-56 0,-2 1-37 16,-2 7 0-16,2 4-28 0,2 7 3 16,0 3-6-16,6 6 7 0,2-2 8 15,2 4 13-15,5-1-21 0,4-6 8 16,2-4-9-16,-1-6 22 0,3-7-28 16,-3-5-15-16,2-3-13 0,3-4-29 0,0-6 11 0,5-6 8 15,4-7-14-15,-2-7 33 0,4-5-44 16,-4 0-23-16,-4 3 67 0,-5 6 9 15,-5 5 22-15,-4 9 6 0,-1 3-12 16,2 5-39-16,1 0-10 0,2 6 74 31,0 4 165-31,5 5 12 0,2 3-26 16,2 2-32-16,-3 3-5 0,2-2-27 0,0 0-25 0,0-3-19 16,-2-2-19-16,2-3-24 0,1-6-31 15,5-2 3-15,1-5 25 0,4 0-25 16,1-10-43-16,3-3-70 0,0-1-45 15,0-1-94-15,-9 4-262 0,8-6-664 0</inkml:trace>
  <inkml:trace contextRef="#ctx0" brushRef="#br0" timeOffset="30425.6">10722 1458 2508 0,'0'0'313'0,"0"0"-204"0,0 0 16 0,0 0 102 16,0 0 53-16,0 0-78 0,0 0-26 0,0 0-24 15,-59 99-56-15,54-42-5 16,1 14 14-16,1 13 4 0,3 8 8 16,0 9-55-16,0 1-10 0,7 1-37 15,-1-1-15-15,2-7-21 0,1-7-19 16,2-13-68-16,0-14-13 0,-1-18-6 15,5-15-7-15,0-14-38 0,1-11-20 0,4-8-130 16,3-14-173-16,-8 0-276 0,12-26-629 16</inkml:trace>
  <inkml:trace contextRef="#ctx0" brushRef="#br0" timeOffset="30688.976">11055 2282 1535 0,'0'0'1360'15,"0"0"-1226"-15,8 67-95 0,-6-39 92 0,-1 2 207 16,1-5 31-16,1-5-111 0,2-8-143 15,2-5-62 1,4-4-35-16,1-3 4 0,3-5 9 16,4-10 9-16,0-4-18 0,1-6-3 15,-3-3-19-15,-1-3-2 0,-6-1-48 16,1 4-21-16,-5 2-23 0,-4 7 26 16,-2 7 65-16,-5 7 3 0,-9 3 0 15,-4 2-18-15,-6 8-44 0,-2 3 9 0,0 8 53 0,-1 2 68 16,4 3-18-16,3 2-16 0,6 1-21 15,2-1-1-15,6-5-12 0,4 1-53 0,2-6 0 16,5-1-73-16,9-3-81 0,2-2-81 16,7-3-190-16,-7-3-551 0,16-4-726 15</inkml:trace>
  <inkml:trace contextRef="#ctx0" brushRef="#br0" timeOffset="30912.348">11823 2215 2850 0,'0'0'668'16,"0"0"-520"-16,0 0-47 0,0 0 76 15,-81-2 43-15,55 9 10 0,0 5-48 16,-1 2 0-16,2 9-35 0,2 3-34 0,2 2-33 0,3 4-10 16,3 2-12-16,6-3-19 0,3 0-36 0,6-3-3 15,0-4-15-15,6-2-40 0,7-3-9 16,4-9-42-16,5-3-41 0,5-7-35 15,3-3-71-15,3-11-111 0,2-7-248 16,-8 2-398 0,8-11-389-16</inkml:trace>
  <inkml:trace contextRef="#ctx0" brushRef="#br0" timeOffset="31190.243">11974 2323 2516 0,'0'0'585'0,"0"0"-444"0,0 0-20 16,0 0 111-16,0 0 124 0,-30 69-64 15,22-54-81-15,3-3-66 0,1-3-56 16,4 0-24-16,0-2-38 0,0-5-27 0,1 3-43 0,3-4-27 16,6-1 17-16,-1 0 13 0,3 0 6 15,0-1 19-15,3-6-25 0,1-5-50 16,-3 1 3-16,0 3 9 0,-2-1 25 16,0 6 9-16,-2 0 7 0,-1 3 24 15,0 1 13-15,0 8 4 0,0 4 80 16,1 4 19-16,-3 1-20 0,-2 2-27 0,3 0-6 0,-3-1 15 15,1-1-65-15,-1-5-6 0,2-3-28 0,0-2-16 16,1-5-21-16,-3-1-103 0,3-2-100 16,-1-5-184-16,-1-2-349 0,1-9-962 0</inkml:trace>
  <inkml:trace contextRef="#ctx0" brushRef="#br0" timeOffset="31729.189">12477 1646 2764 0,'0'0'379'0,"0"0"-363"16,4 71 19-16,-4-25 185 0,0 15 119 0,-4 6-27 0,-2 8-57 15,-4 7-44-15,-3 5-54 0,2 5-62 16,-4 0-36-16,2-2-25 0,2-3-13 16,1-6-21-16,4-10-24 0,3-17-13 15,3-17-46-15,3-13 6 0,4-16-3 16,7-8-87-16,3-12-54 0,4-19 11 16,6-14-165-16,-5 4-298 15,8-40-822-15</inkml:trace>
  <inkml:trace contextRef="#ctx0" brushRef="#br0" timeOffset="32177.242">12778 1598 2857 0,'0'0'334'16,"0"0"-333"-16,0 0 136 0,-23 78 142 0,13-26 115 16,1 11-84-16,-1 7-50 0,5 3-32 15,0 0-35-15,2-2-74 0,3-4-87 0,0-5-32 16,0-9-28-16,2-9-8 0,5-12 5 15,3-9-33-15,2-11-31 0,-1-5-25 16,3-6 37-16,1-1 18 0,2-2 1 16,2-8-14-1,3 0 7-15,2-1 6 0,3 3 22 16,1 2 15-16,-2 5 0 0,1 1 24 0,-1 5-8 16,-3 7 12-16,-4 6 0 0,-2 5 69 15,0 1 2-15,-5 7 3 0,-2-1-24 16,2 3 15-16,-4 2 12 0,-2 2-9 15,-1 3-28-15,-4-2 6 0,2 7 9 16,1 1-15-16,-3 1 9 0,-1 0 27 0,0-5-21 0,0-5-21 16,-7-4 12-16,0-6-7 0,-3-3-14 15,-3-2-7-15,-1-5 9 0,-2-3 7 16,1-3-13-16,-3-7-6 0,0-4-15 16,0-2 0-16,-1-10-18 0,0-8-52 15,3-5 3-15,6-4-9 0,4-4-10 16,6 0-6-16,3-4 10 15,10-1 29-15,9-3-30 0,2 1-49 16,7-3-51-16,3 0-16 0,4 2-83 16,6-1-186-16,-8 9-307 0,26-15-390 0</inkml:trace>
  <inkml:trace contextRef="#ctx0" brushRef="#br0" timeOffset="32593.931">14480 1998 2096 0,'0'0'810'0,"0"0"-470"0,0 0-76 16,0 0 49-16,0 0-77 0,0 0-39 15,-81 62-23-15,67-23-35 0,1 6-10 16,3 5-15-16,4-2 12 0,5-2-22 0,1-10-61 16,0-8-43-16,6-9-42 0,5-7-25 15,4-6-47-15,3-6-24 0,3-10-35 0,5-7-84 16,1-9-244-16,-6 4-631 16,5-15-763-16</inkml:trace>
  <inkml:trace contextRef="#ctx0" brushRef="#br0" timeOffset="32831.896">14715 2286 3071 0,'0'0'630'0,"0"0"-438"16,0 0-85-16,0 0 66 0,39 66 147 15,-30-63-52-15,1-3-112 0,-2-5-91 16,6-7 23-16,0-7 13 0,2-8-37 16,-1-4-32-16,0-3-32 0,-1-2-30 0,-3 2-49 15,-6 7 9-15,1 4 2 0,-6 5 35 0,0 6-41 16,-6 5 47-16,-7 4-13 0,-5 3 6 15,-3 0-9-15,-3 10-34 0,-2 7 16 16,0 3 5-16,3 10 7 0,4 0 27 16,1 3-18-16,4-2 21 0,2 0 7 0,6-8-78 15,1-1-232-15,5-9-326 0,0 1-779 0</inkml:trace>
  <inkml:trace contextRef="#ctx0" brushRef="#br0" timeOffset="33211.021">15022 2089 2696 0,'0'0'485'0,"0"0"-227"0,0 0 59 0,0 0 1 16,0 0-10-16,49 84 78 0,-49-63-107 15,2 1-105-15,-1-3-80 0,2-4-51 16,0-4-43-16,0-3-16 0,2-7-23 16,0-1-28-16,2 0 3 0,4-4 9 15,1-5 37-15,1-2-13 0,1 2-8 16,0-1-16-16,-3 4-7 0,-1 5-5 0,-3 1-19 15,0 1 15-15,-2 10 44 0,-3 2 27 0,3 2 33 16,-1 2-5 0,-1-2-16-16,2-2-12 0,-1-4 0 0,1-3-21 15,1-3-4-15,3-3 25 0,0-3 16 0,2-5 42 16,2-5 6-16,3-5-24 0,-2 0-15 16,2-1-25-16,-1 2-1 0,2 4-9 15,-3 2 10-15,1 4 36 0,-2 5 32 16,-2 0-16-16,1 2 30 15,-4 2-6-15,0 6 7 0,0 3-7 0,-1 0-10 16,-2 0-17-16,-1 2-19 16,1 0-11-16,-4 0-18 0,2-3-1 0,-2 0-46 15,1-2-103-15,0 2-85 0,-2-3-76 16,0 0-237-16,0-4-919 0,0-3-1261 0</inkml:trace>
  <inkml:trace contextRef="#ctx0" brushRef="#br0" timeOffset="33449.629">15854 2077 3562 0,'0'0'485'0,"2"74"-403"15,0-29 108-15,-2 12 123 0,0 13 49 16,0 5 28 0,0 3-72-16,0 4-118 0,0 5-64 0,0-3-61 15,0 0-33-15,0-5-42 0,0-8-13 16,1-10-59-16,2-5-37 0,0-10-48 15,2-7-18-15,-1-12 5 0,0-8 21 16,0-11 0-16,-2-8-80 0,-1-16-183 16,-1-10-125-16,0-10 86 0,0-11 120 15,0-8-244-15,-6 11-231 0,-3-44-422 0</inkml:trace>
  <inkml:trace contextRef="#ctx0" brushRef="#br0" timeOffset="33612.61">15849 2106 2413 0,'0'0'619'0,"0"0"-328"0,0 0-15 0,0 0 58 15,0 0-64-15,0 0-34 0,80-35-54 16,-65 35-46-16,-3 0-29 0,2 0-52 0,-4 0-55 16,-2 5 0-16,-2 4-18 0,-3 7 0 15,-3 4 18-15,0 8 21 0,-8 7-21 0,-1 2-40 16,-1 0-92-16,0-1-28 0,5-6-72 16,2-4-172-16,3-9-257 0,0-7-428 15,11-10-19-15</inkml:trace>
  <inkml:trace contextRef="#ctx0" brushRef="#br0" timeOffset="33949.803">16475 2032 1646 0,'0'0'1671'16,"0"0"-1057"-16,0 0-319 0,-58 77-31 16,29-38 38-16,-2 1 28 0,2-1-29 15,3 0-70-15,8-6-89 0,4-8-69 0,6-7-73 16,5-6-6-16,3-6-49 0,1-2 4 15,11-4-19-15,3-1 13 0,8-10 2 16,2-5-21-16,5-3-18 0,-1-6-43 0,0-1-3 16,0 5-6-16,-5 1-7 0,-2 6-26 15,-5 5 19-15,-4 6 82 0,-4 3 47 16,-5 7 31 0,-1 4 99-16,-1 6 50 0,-2 3 26 15,0 3 12-15,-3-1-28 0,-2 0-31 16,2-2-16-16,-1-2-24 0,2-6-30 0,1-2-58 15,1-5-9-15,0-3-52 0,1-2-39 16,5-6-25-16,5-5 6 0,3-3-6 16,3-7-68-16,5-3-140 0,4-4-191 15,2-2 272-15,0 0-739 0,-8 5-110 0,8-14-404 0</inkml:trace>
  <inkml:trace contextRef="#ctx0" brushRef="#br0" timeOffset="34228.546">16819 1923 59 0,'0'0'1831'15,"0"0"-1076"-15,0 0-302 0,0 0-188 16,0 0-135-16,0 0-57 0,0 0-32 15,0 0-6-15,0 0-35 0,0 0-13 16,-4-57-66-16,4 51-67 0,1-5 22 0,4-1 80 0,2-4 44 16,1-3 32-16,1-1-6 0,-3-8 22 15,1 1-23-15,0-4 16 0,-1 2 26 16,-2 0-10-16,1 7-9 0,-1 8 34 16,-1 7 19-16,0 4-25 0,2 3-51 15,-5 10 22-15,3 12 158 0,-3 11 19 16,0 11-78-16,0 12-35 15,0 8 49-15,0 4 76 0,0 3-50 16,0 0-49-16,0-1-66 0,5-5-71 16,2-4-2-16,2-7-28 0,2-9-16 15,-1-8-94-15,-1-9 39 0,1-6 46 16,-4-10-89-16,-3-5-24 0,-3-7-51 16,0 0-170-16,0-12-249 0,-2 1-531 15,-11-13-208-15</inkml:trace>
  <inkml:trace contextRef="#ctx0" brushRef="#br0" timeOffset="34366.688">16731 2044 160 0,'0'0'1247'0,"0"0"-867"16,0 0 899-16,0 0-896 0,0 0-142 16,0 0 10-16,0 0 13 0,0 0-74 15,0 0-54-15,0 0-31 0,88 8-28 32,-52-8-19-32,4-6-38 0,4-2-20 0,1-4-46 15,5 0-133-15,2-1-143 0,-12 4-285 0,19-2-1004 16</inkml:trace>
  <inkml:trace contextRef="#ctx0" brushRef="#br0" timeOffset="35013.652">18657 2180 767 0,'0'0'160'0,"0"0"628"0,0 0 202 16,0 0-515-16,0 0-87 0,0-67-34 15,-15 55-66-15,-1 0-58 0,-1 3-85 16,-2 2-9-16,-1 5-10 0,2 2 24 16,0 2 30-16,0 11-43 0,0 9-28 15,-1 9-42-15,-1 12 0 0,4 4-3 0,2 3-16 32,5-5-15-32,4-5-24 0,3-12-9 0,2-7-21 15,4-9-36-15,8-5-22 0,4-7 15 0,5-6 1 16,3-11 11-16,3-6-12 0,5-6-15 15,-3-5-6-15,-2 0 8 0,-4 3 7 16,-2 5 30-16,-5 5 16 0,-1 4 12 0,-4 7-13 16,-2 5 13-16,-2 5-13 15,0 5 25-15,1 12 65 0,-1 5 75 0,-1 5-36 16,2 4-49-16,-2-2 6 0,-2-1-37 16,-1-4 6-16,0-8-30 0,1-4-16 15,-1-7-48-15,4-5-54 0,-2 0-47 16,0-13-22-16,4-9-112 0,-1 4-351 15,3-28-915-15</inkml:trace>
  <inkml:trace contextRef="#ctx0" brushRef="#br0" timeOffset="35383.499">19096 1420 1891 0,'0'0'1704'0,"0"0"-1433"0,0 0-92 15,39 96 158-15,-27-49 83 0,-4 6 14 16,0 7-85-1,-1 4-113-15,-2 3-85 0,-2 0-60 16,-3-2-49-16,0-2-41 0,-3-2-1 16,-8-4-63-16,-1-3-79 0,-2-5-36 0,1-7-1 15,1-8 33-15,3-14 52 16,4-10 57-16,4-8 19 0,1-4-46 0,1-10-76 16,9-9 51-16,6-4 40 0,3 0 25 15,1-1 8-15,3 4-6 0,0 4 22 0,-3 7 18 0,0 3 22 16,-2 5 27-16,-7 3 4 0,-2 0-16 15,-5 2-6-15,0 4-1 0,-1 1 32 16,-3 4-11-16,0 1 1 0,-7 6-18 16,0-2-19-16,-3 4-5 0,-3-1-25 15,0-2-3-15,1-2-34 0,0-3-66 16,1-2-43-16,4-6 21 16,0-2 3-16,3-2-12 0,-1 0-54 15,4-8-130-15,0-5-157 0,1-6-126 16,0 3-212-16,5-20-793 0</inkml:trace>
  <inkml:trace contextRef="#ctx0" brushRef="#br0" timeOffset="35700.122">19537 2203 1474 0,'0'0'1947'0,"0"0"-1558"16,0 0-86-16,0 0 88 0,0 0 21 16,0 0-97-16,0 0-154 0,0 0-128 15,0 0-33-15,0 0-24 0,0 0 23 16,88 24 0-16,-57-49-28 0,5-4-65 15,-1-2-40-15,1 2-7 0,-5-2 3 0,-5 4-9 32,-7 4-32-32,-5 5 49 0,-11 4 43 0,-3 3-53 15,-12 8 2-15,-5 3 138 16,-8 0 79-16,-2 8 64 0,-5 5-25 0,1 8-9 16,-3 6 23-16,3 4-5 0,0 7 14 0,3 1-19 15,3 1 7-15,2 2 20 0,6-6 0 0,3-4-61 16,9-7-44-16,5-6-44 0,0-7-42 15,13-4-19-15,5-7 15 0,7-1 19 0,4-7 3 16,7-12-16-16,4-4-54 16,-1-5-80-16,3-4-71 0,1-3-140 0,-10 9-335 15,15-16-675-15</inkml:trace>
  <inkml:trace contextRef="#ctx0" brushRef="#br0" timeOffset="35953.805">20115 1205 1292 0,'0'0'1742'16,"0"0"-1480"0,0 0-205-16,0 0 137 0,0 0 138 15,0 0 3-15,68 72 25 0,-61-23-31 0,-3 13-54 16,-4 9 2-16,0 8-80 15,-1 2-22-15,-7 0-24 0,-1-1-75 16,1-5-55-16,1-4-21 0,0-5-18 0,1-4-36 16,1-3-64-16,0-6-52 0,4-6-23 15,1-9-11-15,1-8-52 0,9-12-118 0,3-12-227 0,-1-6-540 16,9-17-765-16</inkml:trace>
  <inkml:trace contextRef="#ctx0" brushRef="#br0" timeOffset="36121.727">20432 1995 2387 0,'0'0'1459'0,"0"0"-1264"0,0 0-88 0,-19 83 101 15,11-54 145-15,-4-1-41 0,4-3-122 16,2-5-123-16,1-4-67 0,4-5-28 16,-2-3-42-16,3-3-122 0,0-5-75 15,0 0-163-15,0 0-672 0,0-14-944 0</inkml:trace>
  <inkml:trace contextRef="#ctx0" brushRef="#br0" timeOffset="36269.66">20427 1655 1314 0,'0'0'1871'0,"0"0"-1527"0,0 0-220 0,0 0 5 0,0 0-9 16,0 0-120-16,0 0-92 0,0 0-88 15,0 0-223-15,0 0-578 0</inkml:trace>
  <inkml:trace contextRef="#ctx0" brushRef="#br0" timeOffset="36874.732">20981 2071 2275 0,'0'0'491'16,"0"0"-167"-16,0 0-40 0,0 0 31 16,0 0-23-16,0 0-56 0,0 0-47 15,0 0-22-15,-78 66-19 0,66-36-28 16,1 4-25-16,4-3-28 0,4-6-61 16,2-5-6-16,1-5-24 0,0-7-13 0,4-3-6 0,3-5 10 15,4 0-20-15,4-9-42 0,4-4-10 0,1-5 25 16,3-2 21-16,-5-1 4 0,0 4 11 0,-2 6 7 15,-3 6-31-15,0 5 27 0,1 3 41 16,-2 10 48-16,-1 5 42 0,0 3 22 16,-4 3 2-16,-1 1 3 0,-3-1-22 31,2-5-18-31,-2-5-13 0,1-2-29 0,-1-5-35 16,0-5-43-16,0-2 6 0,0-2-21 0,2-9-136 15,1-4-112-15,2-6-245 0,-4 4-766 0,6-13-880 16</inkml:trace>
  <inkml:trace contextRef="#ctx0" brushRef="#br0" timeOffset="37117.816">21398 2088 1714 0,'0'0'1477'0,"0"0"-1203"16,3 67-195-16,-11-43 104 0,-1 3 283 16,0-4 45-16,0-6-174 0,3-5-215 15,2-5-119-15,4-3-1 0,0-4-2 16,4-5-21-16,6-6 15 0,6-4 6 15,4-6 0-15,2 0-17 0,2 0-50 16,0 4-12-16,0 5 20 16,1 5 23-16,-2 5 20 0,-2 2 16 15,-1 1-2-15,-2 9-25 0,-7 5 27 16,-1 6 0-16,-4 1 37 0,-2 2 8 16,-1 0-45-16,-1-2-52 0,-2-4-141 15,0-5-163-15,0-1-778 0,0-4-1259 0</inkml:trace>
  <inkml:trace contextRef="#ctx0" brushRef="#br0" timeOffset="37572.225">22200 2124 2353 0,'0'0'1323'0,"0"0"-1257"0,0 0-47 0,-36-82-19 0,21 66 126 16,-3 7 98-16,-3 9 59 0,-2 10-79 15,-2 15-84-15,0 8-31 0,1 9 6 16,0 4 3-16,4 0 39 0,4-2 4 16,4-8-81-16,6-7-47 0,4-8-13 15,2-8-49-15,1-8-27 0,9-5 15 16,3-1 43-16,5-11 5 0,1-6-2 15,4-5-31-15,3-2-24 0,-1-3 12 16,-3 3 21-16,-1 6 4 0,-1 6 8 16,-4 8-9-16,1 5 7 0,-4 4 27 15,2 11 19-15,-1 9 33 0,-1 6 25 0,-1 6-25 0,-1 5-31 16,1 2 4-16,-4 4 17 0,0 2-23 16,-4 3 11-16,-4 5 13 0,0 2 6 15,-13 5 6-15,-7-1 8 0,-6-1 4 16,-3-4-6-16,-2-5-34 0,0-6-25 15,3-9 8-15,3-9-10 0,5-10-36 16,3-12-61 0,6-7-19-16,5-13-61 0,6-18-126 0,0-13-135 15,5 6-313-15,10-42-824 0</inkml:trace>
  <inkml:trace contextRef="#ctx0" brushRef="#br0" timeOffset="37756.839">22503 2175 1281 0,'0'0'1630'0,"0"0"-1033"0,29 66-385 0,-25-26-58 0,1 10 114 16,-3 11 67-16,-2 10 7 0,0 10-27 16,0 7-56-16,-5 9-68 0,-3 8-58 15,-1 0-48-15,-5-3-40 0,0-6-45 16,3-14-6-16,-3-13-57 0,5-18-55 16,3-15 6-16,1-16 15 0,5-13-22 15,0-7-60 1,0-17-99-16,9-16-256 0,2-14-570 15,-3 7-554-15</inkml:trace>
  <inkml:trace contextRef="#ctx0" brushRef="#br0" timeOffset="37954.416">22512 2188 1934 0,'0'0'1301'16,"0"0"-964"-16,0 0-245 0,0 0 47 0,0 0 78 15,0 0-26-15,98-43-51 0,-72 43-40 16,0 6-48-16,-1 6-18 0,-4 4-17 0,-4 3-16 15,-7 4-1-15,-4 2 9 0,-6 6-9 16,-1 2-25-16,-14 5-58 0,-9 3-69 16,-10 7-88-16,-6 3-158 0,-10 5-184 15,-6 2-472-15,12-11-321 0,-33 20 720 0</inkml:trace>
  <inkml:trace contextRef="#ctx0" brushRef="#br0" timeOffset="40795.939">3950 4257 2636 0,'0'0'801'0,"0"0"-573"0,0 0-95 0,0 0 46 16,0 0 172-16,0 0-92 0,0 0-92 16,0 0-130-16,0 0-10 0,-6-16-27 15,39 16 77 1,8 0-25-16,6 1 6 0,3 2-9 16,4 0-9-16,1-3-7 0,-1 0 16 15,1 0-15-15,0 0-13 0,-2 0-6 16,-2 0-14-16,-4-5-1 0,-1-2 1 0,-7 2-1 15,-4-2 3-15,-5 2-3 0,-8 1-10 0,-8 3-11 16,-8 1-31-16,-6 0-21 0,0 5 15 16,-15 7 15-16,-6 7 12 0,-4 7-21 15,-11 7 25-15,-3 3 2 0,-4 5 24 0,-3 2 0 16,-3 1 0-16,-1 5 0 0,-4-2-2 16,2 3 2-16,-1-1 1 0,1 0 1 31,3 0-1-31,2 0-2 0,5-1-10 0,6 0 12 15,4 0-3-15,7-5 2 0,8-3 1 16,9-4-1-16,5-8-1 0,3 0 2 16,10-6 0-16,7-1 3 0,9-3 30 0,6-4 4 15,5-4 27-15,7-5-5 0,3-1 17 16,4-4-6-16,-1 0-24 0,2-5-7 16,-5-1-5-16,2-4-16 0,-5 1-6 15,-1-1-12-15,-4-2 0 0,-2 0-1 16,-5-1-54-16,1 0-48 0,-4-2-25 0,-2 2-16 0,-2-1-46 15,-1-3-76-15,-3-1-228 0,-4 6-469 16,4-12-734-16</inkml:trace>
  <inkml:trace contextRef="#ctx0" brushRef="#br0" timeOffset="41028.414">5113 4389 2289 0,'0'0'1021'0,"0"0"-929"16,0 0-92-16,-79 53 124 0,47-28 72 15,-4 6-7-15,0 5-67 0,-3 0-58 16,0 3 2-16,-3 3-33 0,0-2-32 0,-1 1-2 16,4 2-9-16,0-1-11 0,5 0-14 15,0-3-72-15,6-1-97 0,0 2-106 0,5-3-44 16,3 1-198-16,6-3-421 0,0 1-247 15,6-11 835-15</inkml:trace>
  <inkml:trace contextRef="#ctx0" brushRef="#br0" timeOffset="41228.168">5426 5065 2726 0,'0'0'998'0,"0"0"-865"15,0 0-45 1,7 67 132-16,-10-40 109 0,-6 2-95 16,-3 2-105-16,0-2-58 0,0-1-29 15,3-3-42-15,-1-5-3 0,5-1-33 16,2-3-62-16,1-4-115 0,2-1-84 0,0-4-179 16,5-1-692-16,5-6-974 0</inkml:trace>
  <inkml:trace contextRef="#ctx0" brushRef="#br0" timeOffset="41699.265">6740 4328 2629 0,'0'0'1569'0,"0"0"-1380"0,0 0-161 0,110-35 71 0,-62 26 13 16,4-4-29-16,-3 3-3 0,3 2 33 0,-3-2-39 16,-3 3-35-16,-2 2-8 0,-4 1-29 15,-7 3-2-15,-9 1-1 0,-9 5-39 16,-11 10 3-16,-4 10 18 0,-13 11 17 15,-13 10-51-15,-10 8-45 0,-7 7 6 16,-3 3 27-16,-6 2 46 0,0-3 1 16,2 1 15-16,-1-3 3 0,8-1 13 0,4-6 27 0,10-2 37 15,8-9-12-15,9-3-13 0,8-5 3 16,4-2-15-16,13-6-6 0,10 0 2 16,8 0 32-16,11-4 26 0,7-1-9 15,6-4 52-15,3-6 9 0,2-4-58 0,2-4-49 16,-4-4-15-16,1-5-9 15,-7-8-12-15,-4-4-3 16,-7-2-47-16,-5-5-71 0,-6 0-73 16,-2-4-29-16,-5-2-73 0,-3 3-179 15,-7 4-549-15,0-12-647 0</inkml:trace>
  <inkml:trace contextRef="#ctx0" brushRef="#br0" timeOffset="41914.059">7655 4359 254 0,'0'0'1225'0,"0"0"244"0,0 0-1257 16,0 0-152-16,0 0 112 0,-61 66 130 15,34-30 44-15,-2 12-68 0,-4 4-107 16,0 4-66-16,-4 5-37 0,-1 3-25 16,-1 5-13-16,-1 1-30 15,-2-3-3-15,2 2-15 16,-1-7-59-16,4-6-77 0,4-7-79 0,1-7-43 15,6-9-83-15,7-8-273 0,-5-5-923 0</inkml:trace>
  <inkml:trace contextRef="#ctx0" brushRef="#br0" timeOffset="42637.118">8141 5109 1026 0,'0'0'2212'0,"0"0"-1821"0,0 0-248 16,0 0 70-16,0 0 119 16,0 0-59-16,24 77-46 0,-24-50-74 0,-4 1-64 15,-2-2-46-15,3-3-25 0,0-4-18 16,3-5-6-16,0-5-34 0,0-3-5 0,0-5 2 0,2-1-25 16,5 0-11-16,2-8 8 15,5-2 28-15,0-4 6 0,5-3 6 16,0 1 29-16,2 1-1 0,1 4-9 0,-3 3 12 15,0 3 67-15,-3 5 9 0,-2 0-20 16,-1 1-19-16,-2 11 9 0,-5-1 27 0,1 3-6 16,-4 4-15-1,-3 1-12-15,0 2-10 0,0-1-12 16,0-1-5-16,-3 2-1 0,-1-5-12 16,-2 0-1-16,3-4-14 0,0-1-37 15,0-4-116-15,1-3-62 0,2-4-35 0,0 0-92 16,4-3-176-16,6-9-444 0,5-3-588 15,-3-1 572-15</inkml:trace>
  <inkml:trace contextRef="#ctx0" brushRef="#br0" timeOffset="42801.215">8903 5163 1311 0,'0'0'725'0,"0"0"319"0,0 0-814 16,0 0-65-16,0 0 114 0,42 73 77 15,-42-46-42-15,-9 2-92 0,-3 4-47 16,-2-1-67-16,0 2-44 0,0-3-64 0,-1 0-14 0,3-6-66 15,1 0-80-15,4-5-61 0,1-5-74 16,0 0-154-16,3-7-635 0,-1-2-1214 0</inkml:trace>
  <inkml:trace contextRef="#ctx0" brushRef="#br0" timeOffset="43586.299">10073 5097 23 0,'0'0'2497'0,"0"0"-1861"16,0 0-203-16,16 77-39 0,-3-65-49 0,4-9-110 16,5-3-60-16,4-5-3 0,3-12-28 0,4-7-25 15,-1-8-34-15,2-9-39 0,-2-7-31 16,1-7-3-16,0-6-11 0,2 0-1 16,-4 0-1-16,-3 0-32 0,-5 5-37 15,0-1-22-15,-5 4-11 0,-1-1-14 16,-5 4 13-16,-4 4-3 0,-4 6-7 0,-4 7-4 0,0 8 22 15,0 7 27-15,0 12 69 16,-3 5 62-16,-1 2 19 0,-1 12-13 16,0 10-28-16,-1 12 0 0,-1 8 18 15,2 11-5-15,-1 4 14 0,4 5-2 0,-2 4-10 16,1 3 6-16,1 3 6 0,1-2-8 16,1-4-1-1,0-8-19-15,0-12 1 0,7-14-40 0,4-10 0 16,-2-10-12-16,5-7-7 0,-1-6 19 15,5-7 0-15,1-10-9 0,2-8-46 16,5-8-18-16,-3-7-16 0,3-6 4 16,-1-3-14-16,0-2 10 0,1 0 21 15,0 1-27-15,-4-2 27 0,0-1-38 0,-4 2 65 16,-5 0 39-16,-4 3-18 0,-2 8 20 0,-3 8 20 16,-1 11 17-16,-1 10 53 0,-2 9 37 15,1 2-38-15,-1 13-15 0,0 8 21 16,0 10 13-16,0 8-32 0,-1 4-6 15,-4 6-15-15,1-1 9 0,-1 3 31 0,0-2-13 16,-1 1-46-16,3-2-30 0,-2-3-6 16,2-2-27-1,0-6-92-15,-1-1-73 0,2-5-43 16,2-4-95-16,0-8-303 0,0-4-984 0</inkml:trace>
  <inkml:trace contextRef="#ctx0" brushRef="#br0" timeOffset="43871.621">11183 4898 1137 0,'0'0'2577'0,"0"0"-2234"0,0 0-177 15,1 80 110-15,-5-49 81 0,0-4-39 16,-1-2-102-16,4-8-107 0,1-6-77 16,0-6-32-16,1-3-31 15,7-2 7-15,2-8 9 0,2-7 12 0,3-4 1 16,2-4-29-16,1-1-2 15,0-1-6-15,2 3-13 0,-5 7 9 0,1 4 22 16,-2 5-9-16,-2 1-1 16,-2 5-12-16,-2 0 16 0,0 5 6 0,-2 6 21 15,-1 3 11-15,-2 0 10 16,1 4-8-16,1-1-13 0,-1 1-42 0,0-2-38 16,2 1-48-16,1-3-69 0,-1-1-196 15,1-5-393-15,2 1-1162 0</inkml:trace>
  <inkml:trace contextRef="#ctx0" brushRef="#br0" timeOffset="44049.626">11978 5042 1888 0,'0'0'2159'0,"0"0"-1843"0,0 0-146 0,0 0 70 16,-24 88 24-16,14-61-84 0,-3 2-68 15,1 1-48-15,-2-3-28 0,0 3-36 16,0-1-67-16,0 0-79 0,1 1-71 15,-1-2-68-15,-1 0-173 0,4-6-544 16,-11 9-883-16</inkml:trace>
  <inkml:trace contextRef="#ctx0" brushRef="#br0" timeOffset="44988.861">13565 4278 1615 0,'0'0'1590'0,"0"0"-1325"0,0 0-208 0,0 0 82 0,9 79 148 16,-9-30 79-16,-2 12-112 0,-8 11-66 15,-1 10-56-15,-4 4-1 0,-3 8 1 0,-4 0-1 16,-4 1-46-16,1-4-34 0,-4-5-14 16,4-6-19-16,0-16-18 0,5-9-39 15,7-18-16-15,4-11-61 0,6-14-39 16,3-12-47-16,0-6-46 0,12-14-96 0,3-13-208 16,3-9-419-16,-1 6-622 0,5-32 422 0</inkml:trace>
  <inkml:trace contextRef="#ctx0" brushRef="#br0" timeOffset="45204.594">13741 4309 627 0,'0'0'2239'15,"0"0"-1683"-15,0 0-394 0,0 0-10 0,3 75 109 16,-13-29 40-16,-6 12-54 0,0 7-10 16,-1 4-25-16,-1 4-44 0,1 5-40 15,0 0-43-15,-2 0-30 0,3 0-31 16,0-5-24-16,-1-7-22 0,6-11-33 15,2-9-82-15,2-15-24 0,1-8 32 16,5-11 22-16,-1-7-25 0,2-5-78 0,0-5-113 0,0-11-168 16,5-9-145-16,4-11-157 0,0-7-291 15,1-5 285-15,0-11 587 0</inkml:trace>
  <inkml:trace contextRef="#ctx0" brushRef="#br0" timeOffset="45489.426">13712 4538 323 0,'0'0'375'0,"53"-78"1497"0,-28 60-1296 16,4-1-172-1,2 3-97-15,0 5-37 0,-4 7-30 16,-4 1-61-16,-3 3-12 0,-1 3-41 0,-7 9-47 16,-4 2-36-16,-2 7 3 0,-3 5-15 15,-3 5 8-15,-6 4-11 0,-7 6-13 16,-4 3-12-16,-2 3-1 0,-5 1-2 16,-2 2-36-16,-2 3-41 0,1-6-36 15,2-4 21-15,2-7 46 0,3-10 46 0,4-6 0 0,2-5 12 16,7-5-12-16,2 2 2 0,2-1 30 15,3 0-1-15,6 4-13 0,9-2 16 16,3 3 30-16,5-2 13 0,5-1-16 16,3 0-40-16,1-3 22 0,6-2-16 0,-1 1 25 15,2-4-19-15,3-1-29 0,-3-2-4 16,-2-2-40 0,1 0-100-16,-1 0-56 0,-4 0-62 15,-2 2-135-15,-11-2-557 0,1 1-1289 0</inkml:trace>
  <inkml:trace contextRef="#ctx0" brushRef="#br0" timeOffset="45658.212">14621 5151 703 0,'0'0'2391'16,"0"0"-1699"-16,0 0-450 0,0 0-35 16,-27 81 88-16,17-57-12 0,-4-1-75 15,-1 2-98-15,2-1-77 0,2-3-33 0,-1 0-28 0,2 0-69 16,0-3-72-16,-1 0-55 0,2-4-79 15,-1-2-226-15,2-1-788 0</inkml:trace>
  <inkml:trace contextRef="#ctx0" brushRef="#br0" timeOffset="48210.368">16450 4507 316 0,'0'0'1251'16,"0"0"-105"-16,0 0-811 0,0 0-102 16,-4-73 28-16,-3 55 48 15,-5-2-69-15,2 2-53 0,-3 1-1 16,-3 2-25-16,0 3-48 0,-2-1-33 15,-4 6-40-15,0 3 9 0,-4 3-18 16,-4 1-31-16,-3 8-9 0,-6 7 6 16,2 4-7-16,-4 5 10 0,-3 5 19 15,1 5-7-15,-2 4 9 0,0 2-5 16,3 5-13-16,3 3 27 0,5 2-2 0,5 2 9 0,10 5-16 16,4 3 3-16,10 3-22 0,5-1 23 15,5-1-10-15,12-3-12 0,7-8 9 16,6-7-9-16,5-7 37 0,6-8-7 15,4-7 4-15,0-5 27 0,3-9 69 0,-1-4-48 16,-1-3-39-16,-4-3-28 0,0-6-4 16,-3-3-14-1,-5-5-18-15,-2-4-85 0,-4-1-76 16,-4-5-25-16,-4-2-68 0,-1 0-107 16,-9 6-346-16,-1-10-985 0</inkml:trace>
  <inkml:trace contextRef="#ctx0" brushRef="#br0" timeOffset="48426.447">16113 4597 127 0,'0'0'2391'0,"0"0"-1960"0,0 0-191 0,0 0 31 16,0 0 62-16,0 0-19 0,-59 75-77 16,61-49-70-16,7 5-22 0,5 1-19 15,1 8-18-15,0 2-53 0,0 6-52 16,-1 1 6-16,-3 1-9 0,1 2-107 0,-2-2-71 0,0-1-38 15,1-4-48-15,1-5-151 0,2-7-288 16,-4-8-719-16,6-6-100 0</inkml:trace>
  <inkml:trace contextRef="#ctx0" brushRef="#br0" timeOffset="48580.281">16830 5079 1425 0,'0'0'1941'0,"0"0"-1586"0,0 0-110 0,0 0 32 0,11 67 66 16,-19-39-47-16,-4 2-122 0,-1 2-101 16,-2-1-53-16,2 4-20 0,-2-2-43 15,0 0-92-15,2 2-91 0,2 1-61 16,2-10-241-16,-7 12-785 0</inkml:trace>
  <inkml:trace contextRef="#ctx0" brushRef="#br0" timeOffset="58030.405">2431 6348 2059 0,'0'0'340'0,"0"0"-181"0,0 0 60 0,0 0 108 15,0 0 8-15,0 0-69 0,0 0-58 16,0 0-70-16,0 0-34 0,0 0-20 16,-6-17-18-16,6 17-1 0,0 1-6 15,0-1-13-15,0 2-2 0,0-1-10 16,0-1-10-16,0 0 1 0,0 1-7 16,0-1 4-16,0 0 0 0,0 2-1 0,0-2-2 0,0 0-7 15,0 0-11-15,0 0-1 0,0 1 0 16,0-1-1-16,0 3-11 0,0-3 12 15,0 0 1-15,0 0 1 0,0 0 1 0,0 0 12 16,0 0-12-16,0 2 16 0,0-2-7 16,0 0 0-16,0 0 0 0,0 0-12 15,0 0 13 1,0 0-1-16,0 0 0 0,0 0-9 16,0 0 10-16,0 0 5 0,0 0-15 0,0 0 13 15,0 0 8-15,0 0-9 0,0 0 10 16,0 0-1-16,0 0-2 0,0 0-1 15,0 0 4-15,0 0-1 0,0 0 0 16,0 0 10-16,0 0-7 0,0 0-2 16,0 0-10-16,0 1 3 0,-2 1-16 0,2-2 0 15,0 0 0-15,0 0 14 0,0 0-13 0,0 1 0 16,0-1 0-16,0 0-3 0,0 1-1 16,0 0-27-16,2 5 7 0,1-1 21 15,0 6 1-15,1 3 20 0,2 6-21 16,4 2 3-16,-2 5 25 0,4 3-7 15,1 2 7 1,0 8-25-16,1 0 18 0,-1 5-10 16,1-1-11-16,0 2 0 0,-4-3-1 15,3-1-14-15,-5-4 13 0,1-3 1 16,-1-4-39-16,-2-7 7 0,0-5-1 0,0-3-5 16,-3-5-31-16,3-5-22 0,-3-4-9 15,-2-1-4-15,2-1-8 0,-2 0-35 16,1 0-51-16,-1-1-44 0,2-6-106 0,0-4-198 15,-2 4-513-15,-1-13-478 0</inkml:trace>
  <inkml:trace contextRef="#ctx0" brushRef="#br0" timeOffset="58916.281">2964 6360 841 0,'0'0'189'16,"0"0"841"-16,0 0-790 0,0 0-133 0,0 0 61 16,0 0 135-16,0 0-21 0,0 0-72 15,0 0-92-15,0 0-48 0,3-6-20 16,-4 8-15-16,-2 2 6 0,-2 1 4 16,-2 2-23-1,0 5-22-15,-5 5 0 0,1 4 16 16,-5 7-3-16,0 1 0 0,-1 3-1 0,-2 4-10 15,-3 6-2-15,-2 3-18 16,-2 5 6-16,-3 0-39 0,2 2-5 0,-1-2-17 16,1-2 13-16,2-4 15 0,4-6 13 0,5-5-28 15,0-5 19-15,6-6 2 0,1-6 23 16,2-4 16-16,4-5-1 0,2-3-2 16,1-3-26-16,0-1-6 0,0 0 24 0,0 0 11 15,1 0 28-15,2 2 43 0,2 0-1 16,0-1-4-16,-2 4-5 0,1-1-1 15,1 3 19-15,-1 2 16 0,1 3-17 16,-1 1-18-16,3 7 16 16,-3 2 15-16,1 2-25 0,-1 6 12 0,-1 4-19 0,0 0-3 15,1 5 6-15,0-1-31 0,-1 2 1 0,0 1-32 16,0-4-2-16,0-2-16 0,0-4-1 31,1-1-9-31,2-10-15 0,-1-1-7 0,1-4-37 16,0-8-22-16,0-1-21 0,3-6-18 15,2 0-22-15,1-5-81 0,2-9-209 16,1-7-302-16,-1-5-475 0</inkml:trace>
  <inkml:trace contextRef="#ctx0" brushRef="#br0" timeOffset="59263.557">3062 7195 760 0,'0'0'1992'0,"0"0"-1559"0,0 0-311 0,0 0 21 15,-22 83 85-15,14-51 121 0,1-1-73 16,2 0-87-16,2-3-72 0,3-4-34 16,0-4-46-16,5-3-26 0,1-4-10 15,-1-8-1-15,5 1 22 0,-1-5-21 0,1-1 11 16,3-1 1-16,0-9-13 0,4-2 0 16,1-4-62-1,-1-6-30-15,-1 0-22 0,1-3 8 16,0 0 20-16,-4 0 14 0,-1 0 3 15,-2 2 13-15,-4 1 47 0,-4 4 9 0,-2 6 62 16,0 0 32-16,-7 5 14 0,-6 0-8 16,0 2-20-16,-4 5 6 0,1 0-6 15,-2 5-31-15,0 3-2 0,1 6-20 0,2 2-11 16,1 2-16-16,1 3-16 0,3-1 4 16,3-2-19-16,1-3-9 0,3 0-9 15,2-1-71-15,1 0-84 0,0-4-85 16,3 1-219-16,1-4-666 0,6-7-806 0</inkml:trace>
  <inkml:trace contextRef="#ctx0" brushRef="#br0" timeOffset="59564.038">3399 7232 186 0,'0'0'2530'0,"0"0"-2075"0,0 0-260 0,0 0 87 16,22 90 96-16,-22-63-12 0,0 1-54 15,0-4-88-15,0-6-108 0,0-5-61 16,0-6-53-16,0-3-2 0,4-4-15 15,1 0-10 1,6-5-2-16,1-5-31 0,5-5-7 16,0-4-2-16,3-3-34 0,0-1-16 0,-2-1 15 15,-1 2 37-15,-1 0-13 0,1 4 19 16,-4 5 25-16,1 3 0 0,-2 6 17 16,-3 4 17-16,2 0 72 0,-5 6-1 15,1 5 10-15,1 4 2 0,-4 5-2 16,3 3 2-16,-3 1-28 0,-1 1 3 0,0-3 16 15,-1 2-22-15,-1-3-31 0,-1-2-21 0,3-4-33 16,-2-1-78-16,2-3-64 0,3-2-50 16,1-5-102-16,-3-1-403 0,7-3-1153 0</inkml:trace>
  <inkml:trace contextRef="#ctx0" brushRef="#br0" timeOffset="60319.666">5426 7214 1429 0,'0'0'1120'16,"0"0"-567"-16,0 0-291 0,0 0-122 0,0 0 85 15,-74-67 29-15,51 61-28 0,0 3-18 16,1 3-41-16,-2 0-28 0,2 11-19 0,1 3-44 16,2 7-24-16,0 4-6 0,4 10-15 15,4 6 3-15,4 5 5 0,4 5 13 16,2 3-9-16,1 0-19 0,1-3-24 15,5-4-2-15,3-4 0 0,2-8-19 16,2-9-19-16,4-10-48 0,5-8-19 16,4-8-31-16,7-6-56 15,7-16-152-15,-8 2-371 0,17-19-1271 16</inkml:trace>
  <inkml:trace contextRef="#ctx0" brushRef="#br0" timeOffset="60673.192">5989 7385 1979 0,'0'0'1955'0,"0"0"-1644"16,0 0-116-16,-96 56 147 0,58-28 17 15,0 6-95-15,4-1-82 0,2 2-18 16,8-6-22-16,5-3-58 0,10-5-59 16,2-7-25-16,7-3-34 0,0-6-5 0,1-4-15 15,10-1-19-15,3-4-5 0,5-9 5 16,4-1 0-16,1-8-15 0,2-3-36 0,-1 0-7 15,-2-3 9-15,1 3 0 0,-2 0 12 16,-2 6-7-16,-3 1 12 0,-2 5 44 0,1 2 33 16,-8 7 28-16,0 4 74 0,-1 0 40 15,-3 4 12-15,-1 7-10 0,3 3-12 16,-3 6 18-16,0 3-13 0,-1 5-14 16,0-1 11-1,2 0-3-15,-1-3-25 0,0-5-78 16,1-5 0-16,2-4-45 0,1-5-34 0,3-5-30 0,2 0-27 15,1-9-38-15,4-8-61 0,2-5-245 16,-6 2-583-16,10-17-767 0</inkml:trace>
  <inkml:trace contextRef="#ctx0" brushRef="#br0" timeOffset="60967.137">6403 7336 1132 0,'0'0'2445'0,"0"0"-2048"0,0 0-249 16,0 88 129-16,-6-56 164 0,-4-2-29 15,3 1-120-15,1-4-132 0,0-8-90 16,6-6-70-16,0-7-15 0,0-2-79 16,0-4 3-1,10-5 3-15,3-7-9 0,1-7-9 16,5-5-34-16,0-5-16 0,1-1-25 0,2 5 0 16,-3 0 11-16,-1 5 30 15,1 5 44-15,-2 3 43 0,-2 5 53 0,-2 7 99 0,-3 0 29 16,1 6 26-16,-4 3-12 0,1 4-31 15,-1 3-10-15,-3 1-6 0,-1 2 9 0,0 4 15 16,-2-3-1-16,-1 3-20 0,0-1-38 16,0-1-60-16,0-5 0 0,-1-1-130 15,1 1-53-15,0-5-37 0,1-2-74 16,4 0-268-16,6-2-799 0</inkml:trace>
  <inkml:trace contextRef="#ctx0" brushRef="#br0" timeOffset="61606.244">8353 7382 2391 0,'0'0'1329'0,"0"0"-1201"0,0 0-127 0,0 0 39 16,0 0 92-16,0 0 28 0,-93-40 76 16,74 45-1-1,-1 6-66-15,2 6-49 0,3 7 8 0,2 6 13 16,5 7-35-16,3 4-12 0,4 5-15 16,1 1-6-16,0 2-3 0,7-5-4 15,4-5-8-15,0-3-16 0,0-11-18 16,3-7-24-16,1-5 0 0,2-9-14 15,4-4 13-15,2-11 1 0,4-13-24 16,3-12-27-16,0-8-25 0,2-11-30 0,-3-4-22 0,1-2 7 16,-1-2 8-16,0 1 25 0,-2 0 27 15,-3-4 9-15,-2-5-55 0,-3 0-16 16,-4 0 24-16,-4 3 99 0,-5 4 0 16,-2 8 34-16,-2 7 40 0,-2 8 21 15,0 10-3-15,0 12 3 0,1 9 27 16,-1 5-3-16,0 5-31 15,0 10-30-15,0 10 8 0,0 10 31 16,-4 15-27-16,-1 7 6 0,-2 10 2 16,0 1 43-16,3 3-30 0,1-2-52 15,1-3-39-15,2-2-1 0,0-4-81 16,3-5-47-16,3-5-35 0,5-7-45 16,1-9-43-16,4-8-145 0,0-9-337 15,4-6-620-15,-7-6-342 0,10-10 641 0</inkml:trace>
  <inkml:trace contextRef="#ctx0" brushRef="#br0" timeOffset="61853.503">8930 7461 121 0,'0'0'1975'0,"0"0"-465"0,31 67-1172 0,-24-35-140 16,3 7 20-16,-3-7 63 0,0-2 17 15,1-5-57-15,1-8-95 0,3-9-64 16,3-8-36-16,3-3-25 0,4-11 9 0,0-8-30 16,2-9 0-16,-1-4-51 0,0-2-28 15,-4 1 3-15,0 2 27 0,-5 5 19 0,-3 3 11 16,-3 4 18-16,-5 3-11 0,-3 5 12 15,-8 2 2-15,-7 4 44 16,-6 4-9-16,-6 2-16 0,-2 2 0 0,-1 4-18 16,0 7 0-1,-2 4 18-15,5 3-21 0,-1 3-15 0,2 1-6 16,2-1-6-16,2 3-10 0,2-1-85 16,1-1-55-16,6 0-65 0,-1 0-164 15,5-3-367-15,-2 9-1213 0</inkml:trace>
  <inkml:trace contextRef="#ctx0" brushRef="#br0" timeOffset="62323.143">10454 6872 1456 0,'0'0'1769'0,"0"0"-1211"0,77 12-143 31,-35-2-46-31,10 2-61 0,4-1-49 16,-1-2-48-16,2-3-63 0,-3-6-48 0,2 0-42 15,-2-10-22-15,-2-3-36 0,-2-6 0 16,0-2-25-16,-8-1-114 0,-4-3 8 16,-8-1-51-16,-7 4-14 0,-7 3-135 15,-9 3-325-15,-6 7-853 0,-5 4-871 0</inkml:trace>
  <inkml:trace contextRef="#ctx0" brushRef="#br0" timeOffset="62501.25">10902 6890 1448 0,'0'0'1642'0,"0"0"-1364"15,-27 69-81-15,22-31 75 16,2 11 98-16,2 10-16 0,1 7-28 0,0 3-69 0,0 7-56 16,0 0-41-16,0 1-35 0,0-1-59 15,0-8-40-15,-2-7-26 0,2-13-43 0,0-13-66 16,2-11 0-16,2-12 18 16,2-8-25-16,1-4-51 0,0-6-60 0,0-10-155 15,-1-3-227-15,-3 2-656 16,-3-14-589-16</inkml:trace>
  <inkml:trace contextRef="#ctx0" brushRef="#br0" timeOffset="62654.674">10775 7384 1064 0,'0'0'2189'0,"0"0"-1684"16,0 0-263-16,0 0-4 0,0 0 66 16,0 0 19-16,0 0-29 0,94 7-93 15,-60-4-101-15,5-3-45 0,3 0-28 0,-2-1-27 0,2-8-9 16,1-1-91-16,-2-4-77 0,-1 0-55 15,0-2-59-15,-2 2-263 0,-11 4-820 16,6 1-1151-16</inkml:trace>
  <inkml:trace contextRef="#ctx0" brushRef="#br0" timeOffset="62939.573">11461 7455 691 0,'0'0'2507'0,"0"0"-1954"0,-21 92-396 0,15-58 16 16,1 1 101-16,4-4-1 0,1-6-15 15,0-9-96-15,7-5-64 0,7-7-19 16,0-4-21-16,4 0-16 0,1-10-8 0,3-6 20 16,-1-8-14-16,1-4-40 15,-3-3-21-15,1-2-13 0,-4 1-5 0,-1 5-10 16,-4-1 10-16,-4 7-19 0,-6 2 6 16,-1 4 15-16,-7 3 34 0,-5 5 2 0,-6 3 1 15,-3 4 37-15,-2 1-7 0,0 13-11 16,2 6 8-16,-1 5-6 0,3 5-2 15,2 3-19-15,1 0 13 0,5-4-13 16,1-3-22-16,2-2-32 0,4-5-84 0,4-3-88 16,0-5-66-16,0-9-241 0,6-2-590 15,8-11-617-15</inkml:trace>
  <inkml:trace contextRef="#ctx0" brushRef="#br0" timeOffset="63240.932">11815 7406 2556 0,'0'0'1447'16,"0"0"-1268"-16,3 64-8 0,-3-32 163 16,-4 2 19-16,-1-1 3 0,0-3-86 15,4-7-110-15,1-10-110 16,1-6-50-16,10-7-34 0,1 0 4 0,4-10-24 16,3-6-16-16,4-8-36 0,0-7-58 0,-1-2-55 15,-1 2-46-15,1 0-30 0,-6 1 20 0,-1 5 7 16,-3 3-41-16,-3 5 41 0,-4 5 134 15,-2 5 134-15,-2 7 145 0,-1 0 133 16,0 5-10-16,0 9-43 0,0 5-15 16,0 3-40-16,0 4-26 0,-1 2 22 0,0 0-16 15,-1-1-35-15,1 0-14 0,-1-4-31 16,0-1-70 0,2-5 0-16,-2-6-137 0,2-3-49 15,0-6-31-15,0-2-66 0,0 0-287 16,0-8-1037-16</inkml:trace>
  <inkml:trace contextRef="#ctx0" brushRef="#br0" timeOffset="63509.659">12277 7372 2214 0,'0'0'1749'16,"0"0"-1348"-16,0 0-194 0,0 0 82 0,0 83-17 15,0-64-7-15,0 0-53 0,0-2-112 16,1 1-75-1,3-4-4-15,-1 1-21 0,0 2 0 16,-3-3-58-16,2-2-11 0,-1-5 14 16,2-3 19-16,-1-4-4 0,2 0 4 15,4-7 12-15,0-5 24 0,3-4 24 16,5-6-3-16,-1-4-18 0,5-3-3 0,0-1-36 16,0-1-61-16,2 3-34 0,-2 2-37 15,-3 3-59-15,0 4-161 0,-5 4-256 0,-3 5-616 16,-4 1-823-16</inkml:trace>
  <inkml:trace contextRef="#ctx0" brushRef="#br0" timeOffset="63989.344">12837 7386 300 0,'0'0'3136'0,"0"0"-2411"16,0 0-501-16,-18 93-63 0,9-56 76 0,-1 0 67 0,0 0-33 31,0-3-95-31,2-9-94 0,0-2-80 16,5-10-2-16,-1-2-73 0,2-6-24 16,1-3-31-16,-1-2-55 0,1-2-76 15,-1-7-173-15,-1-4-310 0,2 2-773 16,-3-13-578-16</inkml:trace>
  <inkml:trace contextRef="#ctx0" brushRef="#br0" timeOffset="64142.839">12709 7282 886 0,'0'0'2510'0,"0"0"-1982"0,0 0-243 16,0 0 10-16,0 0-15 0,0 0-53 0,0 0-44 16,0 0-94-16,84-15-89 0,-66 11-16 15,2-1-112-15,-1 0-101 0,1-1-81 0,-2 3-250 16,-4 0-829-16,-1 3-1084 0</inkml:trace>
  <inkml:trace contextRef="#ctx0" brushRef="#br0" timeOffset="64412.369">12973 7578 2345 0,'0'0'1500'0,"0"0"-1327"16,0 0-44 0,0 0 58-16,0 0 63 0,0 0 12 15,89 17-78-15,-64-38-105 0,2-8-79 16,0-2-79-16,1-2-53 0,-1 2 3 0,-1 1 31 15,-4 4 8-15,-2 4-15 0,-6 3-22 16,-5 4 31-16,-5 4 96 0,-4 2 3 16,-1 6 93-16,-12 3-40 0,-5 2 3 15,-2 12 0-15,-3 8 12 0,-2 5 18 0,-1 6 25 16,2 5 5-16,-2 3 7 16,2 2-4-16,1 2 24 0,3-3 15 0,1-3-58 15,4-4-70-15,3-9-33 0,4-5-56 16,4-8-38-16,4-6 6 0,0-7-25 15,9 0-73-15,5-10-58 0,2-7-198 16,8-6-533-16,-5 2-851 16</inkml:trace>
  <inkml:trace contextRef="#ctx0" brushRef="#br0" timeOffset="64659.423">13539 7328 2402 0,'0'0'2028'0,"0"0"-1769"0,0 0-157 0,0 0-7 16,6 69 33-16,-12-44 141 15,1 0-90-15,2 0-79 0,1-4-45 0,2 2-34 16,0-3-21-16,0 1-12 16,0 0-25-16,0 0-11 0,0-6 5 0,0 1 28 15,0-3-3-15,0-3 3 0,0-3 13 16,0-6 0-16,0-1 1 0,3 0 1 16,4 0 0-16,2-8 12 0,5-3-12 0,6-6-18 15,6-4-19-15,5-3-33 0,6-4-21 0,4-2 6 16,6 0 2-16,-1 1-76 0,2 2-182 15,-3 1-216-15,-11 7-234 0,9-6-1270 0</inkml:trace>
  <inkml:trace contextRef="#ctx0" brushRef="#br0" timeOffset="65245.015">15273 7357 2224 0,'0'0'992'0,"0"0"-880"0,0 0-14 0,0 0 42 16,0 0 75-16,-59-65 39 0,40 65 56 15,0 0-102-15,-1 11-51 0,3 5-37 0,-2 9 8 16,2 9 16-16,5 7-4 0,-1 6-12 0,3 1-16 16,5-1-6-16,2-4-51 0,3-6-25 15,0-12-15-15,1-7-15 0,3-8-11 16,2-5 10-16,4-5 1 0,0-2-1 16,3-11-10-16,6-6-13 0,4-10-16 15,1-7-47-15,1-4-14 0,3-1 1 0,-3 4 18 16,-2 5 6-16,-4 9 30 0,0 9 19 0,-3 7 8 15,-5 7 10-15,1 5 9 0,-1 11 61 16,-2 7-18-16,-2 2 33 0,2 5 0 16,-4 1-9-16,1-1-3 0,0-1-25 15,0-5-24-15,2-1-15 0,-3-9-27 16,2-4-110 0,0-4-55-16,-1-6-43 0,3 0-156 15,-2-6-264-15,0-11-868 0</inkml:trace>
  <inkml:trace contextRef="#ctx0" brushRef="#br0" timeOffset="65545.598">15634 7378 2508 0,'0'0'1521'16,"0"0"-1270"-16,0 0 18 0,-8 92 107 16,1-58-32-16,-2-3-10 0,5-3-49 15,1-5-140-15,3-7-121 0,0-7-24 16,3-2-36-16,5-6-46 0,3-1 10 0,6-8-7 15,4-8-6-15,3-4-24 0,0-8-6 16,2 0-6 0,-2 0 14-16,-2 0 10 0,-2 6 17 0,0 1-2 15,-4 8 12-15,-3 3 54 0,-3 7 16 16,-2 3 58-16,-4 5 49 0,3 7 31 16,-3 4-11-16,-1 6-26 0,0 3-41 15,-1 5-20-15,-2-1 17 0,1 2-8 16,2 0 8-16,-2-2 19 0,2-4-27 0,0-6-49 15,3-3-33-15,-2-6-88 0,3-1-49 0,1-6-39 16,4-3-84-16,-1 0-391 0,10-9-892 0</inkml:trace>
  <inkml:trace contextRef="#ctx0" brushRef="#br0" timeOffset="65861.691">16293 7377 1585 0,'0'0'2166'15,"0"0"-1742"-15,0 0-144 0,-69 70 68 16,37-26-66-16,-1 6 13 0,1 4 60 16,4-3-47-16,8-9-112 0,9-10-103 15,5-8-93-15,6-8 0 0,3-7-39 0,6-4-15 16,7-5-19-16,4-9-5 0,8-7-22 16,0-8-14-16,4-5-19 0,-2-6-10 0,1 3-36 15,-3-2-18-15,-2 2 5 0,-4 2 14 16,0 6 77-16,-5 5 57 0,-7 4 44 0,0 7 73 15,-7 7 72-15,1 1 11 0,-2 1-13 16,-2 10-25-16,0 2 4 0,0 5-40 16,0 4-12-16,0 3-1 0,-6 0 13 15,3 0 30-15,0-5-37 0,2-2-47 0,-1-4-28 16,2-4-84-16,0-6-49 0,3-1 3 0,3-3-22 16,2 0-33-16,3-7-83 0,-4 0-379 15,7-5-956-15</inkml:trace>
  <inkml:trace contextRef="#ctx0" brushRef="#br0" timeOffset="67317.061">16698 6738 1603 0,'0'0'598'0,"0"0"35"0,0 0-290 16,0 0-130-16,0 0 32 0,0 0 20 16,0 0-23-16,0 0 34 0,3 91-53 0,-3-30-72 15,0 15-50-15,0 11 18 0,-6 9 67 16,-1 0-21-16,1-5-53 0,-2-7-33 15,2-7-73-15,3-15-6 0,2-5-21 0,1-13-76 16,0-8-55-16,8-12-28 0,4-12-34 16,2-10-32-16,8-4-66 0,2-17-189 15,2-9-294-15,-7 4-810 0</inkml:trace>
  <inkml:trace contextRef="#ctx0" brushRef="#br0" timeOffset="67664.577">16963 7382 931 0,'0'0'1479'0,"0"0"-659"16,0 0-426-16,-6 85-135 0,-2-46-48 15,-1 5-43-15,2 1 15 0,-2 1 43 16,2-3-42 0,3-2-34-16,3-6-22 0,1-9-54 0,7-6-29 15,8-5-45-15,3-8-18 0,9-7-6 16,2 0-16-16,4 0 3 0,4 1 13 16,0 5-3-16,-1 4 11 0,0 5-5 15,-5 8-13-15,-2 7-9 0,-6 6-9 0,-5 1 16 16,-6 6 34-16,-4 3 2 0,-7 3 15 15,-1-2-15-15,-9 0 3 0,-8 0 12 0,-2-2-15 16,-8-4 1-16,-2 1 18 0,-5-10 5 16,-5-3 4-16,4-5-13 0,-1-8-15 15,3-7 0-15,4-5 9 0,5-4 19 16,6-6-27-16,1-7 17 0,6-9 3 16,1-8-21-16,8-7-15 0,2-11-18 15,4-4-7 1,12-3-24-16,4-4-10 0,8 2 6 0,3 3-45 15,4-1-29-15,1 4-35 0,2-3-167 16,-10 18-316-16,14-23-852 0</inkml:trace>
  <inkml:trace contextRef="#ctx0" brushRef="#br0" timeOffset="68065.801">17684 7303 430 0,'0'0'2870'0,"0"0"-2423"0,0 0-236 0,0 0 28 0,0 0 43 15,-18 86-44-15,7-56 10 0,4 1-70 16,0-3-78-16,2-3-57 0,4-4-31 16,-1-1-12-16,1-1-1 0,-2-1-11 15,3 0-13-15,-1 1-23 0,-1-5-22 16,2 3-16-16,-2-5-3 0,0-1-2 15,1 2-29-15,-1-2-13 0,1 0-18 0,-1-3-54 0,1-1-80 16,-1-2-87-16,2-4-127 0,0-1-514 16,0-6-419-16,0-1 1132 0,0-14-3 0</inkml:trace>
  <inkml:trace contextRef="#ctx0" brushRef="#br0" timeOffset="68719.677">17677 7347 668 0,'0'0'2790'0,"0"0"-2429"0,0 0-242 16,0 0-9-16,0 0-25 0,0 0 15 15,-84 73 34-15,73-54-4 0,0 3-47 0,4 2-6 16,3-2-27-16,4 0-48 0,0 1 19 16,4-3 10-16,5-2 9 0,1-1 27 15,2-2 19-15,3-5-9 0,1-1-44 0,0-6-21 32,2 0-12-32,-1-1 16 0,1-2 2 15,-3 0 3-15,-3 0 1 0,0 0-19 0,-3 5 9 16,-2 2 15-16,0 4 7 0,-5 2 2 15,-2 5 7-15,0 3 0 0,-9-1-10 16,-2 4 10-16,0-6-25 0,-3 0-17 0,3-6-1 16,-1-4-27-16,2-4-33 15,1-3-25-15,2-1-16 0,0-3-39 0,6-10-66 16,1-7-105-16,4-6-169 0,9-9-294 0,-3 9-777 16</inkml:trace>
  <inkml:trace contextRef="#ctx0" brushRef="#br0" timeOffset="68855.853">18031 7425 1509 0,'0'0'1337'0,"0"0"-637"16,0 0-422-16,0 0-64 0,26 85 24 16,-29-55 7-16,-7 1 44 0,-3 1-7 15,2-4-112-15,-1-3-109 16,2-4-61-16,2-9-12 0,0-2-131 16,4-6-101-16,-1-4-116 0,0-2-311 15,2-3-1039-15,-1-13-473 0</inkml:trace>
  <inkml:trace contextRef="#ctx0" brushRef="#br0" timeOffset="69220.102">18175 7221 2651 0,'0'0'1389'0,"0"0"-1217"16,0 0 102-16,0 0 0 0,0 0-167 16,0 0-27-16,0 0-44 0,0 0-36 15,0 0-55-15,0 0-86 0,79 7-53 16,-67-7-69-16,2 5-79 0,-2 6-188 0,1-1-257 15,0 4 0-15,-3 3 550 0,0 2 237 0,-3 1 299 16,-2 2 41-16,-2-1 57 16,-3 3 53-16,0-2-26 0,-6 1-68 0,-3-2-39 15,-2 1-44-15,0 2-85 0,0-5-56 0,2-1-37 16,2-1-27-16,1-3-29 0,3-3-17 16,3 1-22-16,0-2-12 0,0 0 12 15,3 1 15 1,5 0-15-16,3 0-1 0,5-2 0 0,3 1-1 15,2-2 0-15,5 0-1 16,-3-1-77-16,-1-2 1 0,-2 0-23 0,-1-3 32 16,-5 0-13-16,-5 1-50 0,-1-1-47 15,-6 3 6-15,-2 1 29 0,-4 2 13 16,-9-1-111-16,-5 3-372 0,-5 1-516 16,5-3-165-16</inkml:trace>
  <inkml:trace contextRef="#ctx0" brushRef="#br0" timeOffset="69899.765">19445 7403 711 0,'0'0'1393'0,"0"0"-927"0,0 0-28 16,0 0 0-16,0 0-31 0,0 0-52 16,0 0-100-16,0 0-67 0,0 0-34 15,-32 94-1-15,25-46-6 0,-2 6-10 16,2-7-15-16,2-8-10 0,3-9-36 0,2-13-37 16,2-8-39-16,7-9-20 0,3-3-37 0,7-13 2 15,3-7-6-15,2-10-33 0,2-7-31 16,-2 0-18-16,-2-1 11 0,-5 3 37 15,0 6 9-15,-6 4 6 0,-4 3 40 16,-3 3-19-16,-4 2 50 0,-1 5 9 16,-9 4 43-16,-5 6-6 0,-3 5 62 0,-1 5-1 15,-2 11-33 1,0 6-4-16,0 5-24 0,0 4-13 16,2 0-12-16,2-1-10 0,4-3-2 15,4-8-19-15,4-1-61 0,2-7-141 16,3-3-137-16,0-3-399 0,6-5-747 15,-1 0-348-15,11-11 1725 0</inkml:trace>
  <inkml:trace contextRef="#ctx0" brushRef="#br0" timeOffset="70121.794">19743 7447 1638 0,'0'0'1902'0,"0"0"-1612"0,0 0-86 16,49 66 115-16,-42-39-50 0,-4-1-4 16,-3 0-2-16,0-4-78 0,0-5-109 15,0-4-51-15,0-4-25 0,0-8-13 16,3-1-5-16,3 0-18 0,4-5-49 15,2-8 27-15,5-4 0 16,2-2-12-16,2 0-19 0,1-3-3 16,0 3 16-16,2 5 8 0,0 4 22 15,2 3 22-15,-4 7 11 0,1 1 1 16,-1 11 9-16,-5 2 3 0,0 6 0 16,-1 0-9-16,0 3-13 0,-3 0-15 15,1-1-31-15,0-1-96 0,1-4-199 16,0 1-294-16,-4-7-821 0</inkml:trace>
  <inkml:trace contextRef="#ctx0" brushRef="#br0" timeOffset="70716.216">21291 6918 2647 0,'0'0'673'16,"0"0"-441"-16,0 0-99 0,0 0 50 0,0 0 153 16,0 0-29-16,0 0-75 0,0 0-73 0,-70 109-58 15,52-42-9-15,5 10 8 0,0 2 43 16,0 0-6-16,6-2-40 0,3-8-24 16,4-4-10-16,0-13-14 0,11-10-22 15,7-11-12-15,2-12-15 0,6-7-1 0,3-7-17 16,2-5 0-16,1-5-12 0,-2-12-40 15,-1-4-42 1,-3-3-43-16,-6-3-40 0,-8 0-24 16,-5 1-45-16,-7 3-48 0,-3 1-97 15,-12 4-32-15,-5-1 26 0,-7 1 91 16,-5 0 18-16,-1 4 206 0,-3 0 100 16,3 6 268-16,3 2 95 0,5 5-2 15,9 1 13-15,6 7-37 0,5 4-39 0,5 3-38 0,8 3 7 16,12 0 11-16,11-2-29 0,8-3-19 15,11-6-60-15,5-6-59 0,0 0-44 16,2-11-67-16,-4-4-6 0,-2-4-61 16,-5-3-47-16,-3 0-77 0,-4-2-42 15,-6 3-69-15,-4 1-157 0,-5 4-210 16,-7 4-428-16,-5 4-244 0</inkml:trace>
  <inkml:trace contextRef="#ctx0" brushRef="#br0" timeOffset="70816.488">21792 7386 798 0,'0'0'75'15,"0"0"2055"-15,-30 81-1509 0,20-49-262 16,0 5-64-16,4 2-69 0,3-3-65 15,1 2 1-15,2-7 16 0,0-3-83 16,5-4-95-16,3-2-174 0,0-6-211 16,-1-4-598-16,1 5-1934 0</inkml:trace>
  <inkml:trace contextRef="#ctx0" brushRef="#br0" timeOffset="70939.081">22408 7895 3094 0,'0'0'1799'0,"0"0"-1591"0,0 0-80 0,0 0-128 16,0 0-208-16,-19-67 25 0,11 52-39 15,2 5-340-15,-9-2-1227 0</inkml:trace>
  <inkml:trace contextRef="#ctx0" brushRef="#br0" timeOffset="77503.558">4797 9782 143 0,'0'0'1138'0,"0"0"357"0,0 0-1152 16,0 0-116-16,0 0 106 0,-20-70 16 15,16 52-36 1,-2-1-72-16,-4-1-102 0,3-3-44 15,-2 2-18-15,-1 0-10 0,-3 2-3 0,0 1-15 16,-4 2 0-16,1 4-21 0,-4 3-7 16,0 4-19-16,-2 3 13 0,-4 2 13 15,-3 9-26-15,-1 4-1 0,-3 12-1 16,-4 4 0-16,-1 12-1 0,2 7-15 16,-2 7 16-16,5 6 17 0,3 2 7 0,4 4-6 0,6 2-18 15,8 4 13-15,6 2 20 16,5 3-12-16,1-4 4 0,9 2-22 0,6-8 27 15,6-6-18-15,5-8 25 0,4-6-10 16,3-11 9-16,5-4-14 0,0-7 14 16,1-7-6-16,-1-5 4 0,-2-6-13 15,1-5-20-15,-1-3 11 0,-3-4 6 0,-1-5-18 0,-3-6-15 16,-6-1-52-16,-4-2-24 0,-5-1-27 16,-4 0-49-16,-4 0-102 0,-6-2-109 15,0 2-195-15,-3 4-442 0,-14-2-522 16</inkml:trace>
  <inkml:trace contextRef="#ctx0" brushRef="#br0" timeOffset="77672.314">4496 10397 3026 0,'0'0'697'0,"0"0"-420"16,0 0-107-16,0 0 66 0,0 0 134 16,0 0-9-16,78 0-78 0,-49 0-122 15,1 0-61-15,4-6-36 0,-2-6-34 0,1-2-30 16,-1-2-27-16,-2-2-91 0,-5-1-55 15,1 0-67-15,-6 0-66 0,-3 2-140 0,-5 3-245 16,-5 2-476-16,-4 5-48 0,-3 3-147 16</inkml:trace>
  <inkml:trace contextRef="#ctx0" brushRef="#br0" timeOffset="77819.791">4856 10288 1984 0,'0'0'783'0,"0"0"-312"0,-3 72-57 0,3-35-81 16,0 6-7-16,2-1-38 0,2 4-42 15,3 2-59 1,-1-3-29-16,4-1 46 0,-3-6-92 15,1-8-112-15,-1-7-60 0,0-8-40 16,0-5-47-16,0-4-23 0,-1-4-20 16,0-2-90-16,-3-2-183 0,1-9-210 0,-3-1-595 15,-1-12-813-15</inkml:trace>
  <inkml:trace contextRef="#ctx0" brushRef="#br0" timeOffset="78389.785">4039 9332 46 0,'0'0'2880'0,"0"0"-2321"15,0 0-297-15,0 0 2 0,0 0 136 16,0 0-42-16,0 0-70 0,0 0-90 15,0 0-40-15,0 0-30 0,-13 12-4 0,13-12-12 16,3-1-27-16,3-5-34 0,1-3-12 0,4-4-3 16,4-5 1-16,2-5-1 0,2-2-15 15,4-6-18-15,1 1-2 0,2-4-1 16,-1 1-1-16,2-3-2 0,2-2-9 16,-1 1-12-16,-1-1 0 0,0 1-16 15,1 2 10-15,-3 4-3 16,-1 5-6-16,-3 7 2 0,-2 4 7 15,-6 9 0-15,1 0 9 0,-2 6-3 16,0 0-1-16,-1 2 0 0,2 6 25 16,1 2 21-16,2 5-8 0,4 0-11 15,-1 6 1-15,6 3 24 0,2 2-12 16,6 2 30-16,2 0-24 0,1 1-18 16,4 0-1-16,1 2 1 0,-2-1-3 0,2 3-9 0,-3 0-72 15,-1 0-58-15,-1-1-40 0,-4-2-49 16,0 1-142-16,-5-1-280 0,-5-7-712 15,-2 9-1075-15</inkml:trace>
  <inkml:trace contextRef="#ctx0" brushRef="#br0" timeOffset="80617.739">5516 9926 3079 0,'0'0'984'0,"0"0"-791"16,0 0-143-16,0 0 49 0,0 0 182 15,0 0 44-15,0 0-20 0,82 25-80 16,-56-23-86-16,3-1-36 0,6-1-30 16,1 0-7-16,1-1-24 0,-1-2-18 0,-1-3-21 0,-2 0-3 0,-1 0 0 15,-3 2-48-15,-3-3-49 0,-2 2-33 16,-4 0-51-16,-2 2-38 0,-4 1-58 16,-4 2-178-16,-6 0-183 0,-1 0-371 15,-3 7-190 1,-4 0-200-16</inkml:trace>
  <inkml:trace contextRef="#ctx0" brushRef="#br0" timeOffset="80811.621">5639 10169 623 0,'0'0'2129'0,"0"0"-1317"16,0 0-471-16,0 0-180 0,0 0 29 16,0 0 92-16,0 0 44 0,0 0-60 15,0 0-53-15,0 0-36 0,89 2-29 16,-56-5-42-16,-1-2-49 0,4 3-23 0,-1 0-33 15,-2 0-1-15,3 2-16 0,-2 0-68 0,-1 0-80 16,1 4-48-16,-3 3-41 0,0 4-120 16,-8-3-315-16,0 9-1180 0</inkml:trace>
  <inkml:trace contextRef="#ctx0" brushRef="#br0" timeOffset="81529.22">7092 9445 362 0,'0'0'1595'0,"0"0"-386"15,0 0-922-15,0 0-53 0,0 0 84 16,0 0 11-16,0 0-23 0,0 0-69 15,0 0-63-15,0 0-43 0,0 0-15 16,31 68-1-16,-21-21-21 0,0 9-15 16,-2 9-24-16,-4 4-13 0,3 6-15 15,-4-1-5-15,-2 3 2 0,-1 0-21 16,0-5-3-16,0-4-20 0,0-4-32 0,-3-9-23 0,2-5-29 16,-3-9-20-16,4-10-4 0,0-6 6 15,0-9-12-15,0-9-41 0,0-4-58 16,0-3-93-16,5-6-103 0,-2-9-171 15,2-6-219-15,-1 2-224 0,-1-18 28 0</inkml:trace>
  <inkml:trace contextRef="#ctx0" brushRef="#br0" timeOffset="81698.234">7149 10115 1385 0,'0'0'654'0,"0"0"-33"0,0 0-60 0,0 0-144 16,0 0-86-16,0 0-46 0,0 0 43 16,0 0-38-16,0 0-52 0,81 13-61 15,-51-4-22 1,6-3-31-16,5-6-36 0,3 0-34 15,2-6-17-15,5-7-22 0,-2-4-15 16,0-3-17-16,-4 0-62 0,-4-4-51 0,0 0-46 16,-5 1-56-16,-3 1-107 0,-6-1-299 15,-7 10-670-15,-7-4-835 0</inkml:trace>
  <inkml:trace contextRef="#ctx0" brushRef="#br0" timeOffset="81928.597">7780 9482 3138 0,'0'0'433'0,"0"0"-259"0,0 0 3 15,0 75 171-15,0-35 48 0,-5 6-50 16,0 5-86-16,1 9-72 0,0 4-24 16,-2 3-22-1,-3 4-51-15,1-2-37 0,0 2-41 0,1-5-13 16,3-6-18-16,2-7-49 0,2-8-47 15,3-9-29-15,9-9-36 0,3-11-22 16,6-8-37-16,3-8-96 0,2-14-116 16,1-10-250-16,-6 4-616 0,8-24-344 0</inkml:trace>
  <inkml:trace contextRef="#ctx0" brushRef="#br0" timeOffset="82213.407">8064 10131 42 0,'0'0'3288'0,"0"0"-2829"0,6 81-317 16,-3-47 0-16,1 2 163 0,1-5 78 15,2-3-40-15,1-7-142 0,3-9-128 0,4-7-34 16,4-5 1-16,3-4-10 0,2-9-15 16,-1-11-15-1,-1-2-18-15,1-4-15 0,-6-1-4 0,-2 1 1 16,-5 3-4-16,-3 5-14 0,-6 3 51 16,-1 3-13-16,-3 0 1 0,-8 2 2 15,-5 1 13-15,-3 3 15 0,-2 8 28 16,-1 2-13-16,-1 8-5 0,-1 9 5 15,1 8 9-15,1 6 7 0,0 5 0 16,1 0-22-16,3 0-24 0,3-6-12 0,3-5-67 16,3-4-79-16,4-6-59 0,3-5-64 15,2-6-105-15,6-4-259 0,1 0-643 16,8-14-403-16</inkml:trace>
  <inkml:trace contextRef="#ctx0" brushRef="#br0" timeOffset="82598.989">8355 10114 2583 0,'0'0'639'15,"0"0"-349"-15,0 0 26 0,0 0-11 16,0 0-12-16,46 73 49 0,-46-47-33 16,0 0-89-16,0-2-32 0,0-3-30 15,0-4-86-15,0-3-72 0,3-5-22 0,0-4-14 16,3-3 6-16,1-2 5 0,5-2-2 16,-1-7-27-1,2-3-25-15,3 0 3 0,1-2 12 16,-1-2 6-16,0 4 0 0,-1 5 13 15,-1 0 26-15,-4 4 18 0,0 3 1 16,0 0 46-16,-3 5 15 0,-4 4 12 16,2 3 0-16,-4 3-9 0,1-3-13 0,-2 3-5 15,0-3-19-15,1-4-26 0,0-2-1 16,4-5-21-16,2-1-9 0,0-3 16 0,5-6 12 16,3-5-8-16,0-3-26 0,2-1 5 0,1 0 28 0,-3 2 2 15,1 4-14-15,0 5 15 0,-3 0 12 16,1 5 22-16,-1 2-7 0,0 2-6 15,-3 5 10-15,1 4-10 0,-3 2-9 16,-1 2 0-16,-1-1-10 0,0 3-2 31,-2 0-18-31,3-2-37 0,-4 2-57 16,2-1-98-16,-4-1-80 0,2 3-234 0,-3-7-658 16,0 9-1207-16</inkml:trace>
  <inkml:trace contextRef="#ctx0" brushRef="#br0" timeOffset="86554.854">9622 9491 1524 0,'0'0'442'16,"0"0"73"-16,0 0-144 0,0 0-111 0,0 0 1 15,0 0-4-15,0 0-36 0,0 0-57 0,0 0-10 16,-84 8-14-16,69 5-19 0,-1 1-13 15,-1 7-12-15,-1 1-19 0,-2 5-7 0,3-1-17 16,-1 5-17-16,1 4-8 0,3 1-25 16,-2 5 22-16,7 3-15 0,0 3-10 15,5 1 0-15,2-1 3 0,2 3 0 16,2-4 16-16,5 1-19 16,4-3-15-16,0-1 12 0,1-4 0 15,1-5 0-15,2-4-12 0,-1-6-4 16,1-3 18-16,1-6-23 0,3-3-44 15,-2-1-15-15,6-4-22 0,0-2-24 16,0-1-57-16,2-1-42 0,-2-3-121 16,1 0-204-16,-5 0-482 0,0 0-290 0</inkml:trace>
  <inkml:trace contextRef="#ctx0" brushRef="#br0" timeOffset="87295.215">10393 9578 1770 0,'0'0'1185'16,"0"0"-875"-16,0 0-163 0,0 0-8 16,0 0 26-16,0 0 127 0,0 0 49 15,-73-66-106-15,58 66-93 0,1 0-22 16,-4 6 5-16,-2 8 1 0,-3 8-20 15,-3 8-14-15,-1 7-28 0,1 7-25 16,-3 8 1 0,2 3 5-16,2 4-21 0,2 3-5 0,4 2-16 15,4-2-3-15,4-2 3 0,6-5-2 16,5-2 23-16,0-9-22 0,4-4 19 16,8-8-19-16,2-6-1 0,2-5-1 15,3-7 1-15,0-4 12 0,2-5-13 0,-1-3-2 16,2-2 1-16,1-7-17 0,-3-5-18 15,3-3-101-15,-7-4-76 0,1-3-83 0,-7-2-73 16,-2 1-168-16,-5 7-500 0,-3-9-531 0</inkml:trace>
  <inkml:trace contextRef="#ctx0" brushRef="#br0" timeOffset="87442.396">10008 10062 1881 0,'0'0'1466'0,"0"0"-1168"0,0 0-197 0,0 0 57 0,0 0 233 16,0 0 2-16,0 0-89 0,101 14-133 15,-67-14-92-15,3-4-36 0,-3-6-43 16,2-3-26-16,-1-4-120 0,0 2-68 16,-2-2-75-16,-1-1-98 0,-2 5-119 15,-9 2-768-15,2 0-589 0</inkml:trace>
  <inkml:trace contextRef="#ctx0" brushRef="#br0" timeOffset="87596.198">10426 10056 2418 0,'0'0'993'0,"0"0"-803"0,0 0-51 0,-18 94 72 16,13-59 90-16,1 1 80 0,2-3-53 16,2 1-111-16,0-4-80 0,0-4-43 15,3-2-57-15,5-2-37 0,0-7-70 0,4-1-104 0,1-5-70 16,5-3-66-16,3-3-183 0,-3-3-537 16,13-6-600-16</inkml:trace>
  <inkml:trace contextRef="#ctx0" brushRef="#br0" timeOffset="87765.123">10900 10256 1277 0,'0'0'1999'0,"0"0"-1520"15,0 0-369-15,0 0 12 0,0 0 23 16,15 69 132-16,-15-50 69 0,-6 5-98 16,0-1-123-16,-2 0-55 0,-1-3-51 15,-1 2-19-15,3-4-76 0,-1-5-53 0,0 0-67 16,4-2-62-16,-1-4-74 0,2-1-256 15,-1-5-857-15</inkml:trace>
  <inkml:trace contextRef="#ctx0" brushRef="#br0" timeOffset="88729.965">12069 9646 26 0,'0'0'1320'0,"0"0"-1125"16,0 0 962-16,0 0-777 0,0 0-42 15,12-68-37-15,-12 58 32 0,0-1-17 16,-3 3-47-16,-4 2-51 0,-4 0-43 16,-3 6-29-16,-3 0-24 0,-6 0-34 0,-3 12-27 15,-6 5-16-15,0 4-5 0,-4 8-19 0,2 5-9 16,-2 2 0-16,8 0 0 15,4-1-9-15,5-1 11 0,6-1-14 0,6-3-15 16,7-2 3-16,0-1 11 0,6-1-11 16,8-2-6-16,5-1 17 0,4-4-1 15,2-1 0-15,5-4-19 0,2-1 5 0,1 0 14 16,1 0 4-16,-5-2 9 0,0 2-10 16,-2 0 0-16,-5 0 11 0,-4 2-11 15,-6-2 17-15,-2 3 9 0,-3 0 10 0,-2 1-13 16,-4-1-12-16,-1-2 3 0,0 0-14 15,-4-1 2-15,-5-1 12 0,1-2 0 16,-4-1-15 0,-4-3 0-16,0-2-51 0,-1-1-34 15,-3-3-27-15,1 0-28 0,2-6-34 16,-1-4-30-16,1-4-39 0,4-5-88 16,0-4-229-16,5 2-504 0,3-17-579 0</inkml:trace>
  <inkml:trace contextRef="#ctx0" brushRef="#br0" timeOffset="88983.699">12565 9356 1121 0,'0'0'1883'0,"0"0"-1462"0,0 0-116 0,0 0 57 15,0 0-23-15,0 0-3 0,0 0-33 0,15 77-98 0,-13-50-57 16,1 6-35-16,0-1-4 0,-2 1-27 16,1 1-28-16,-1 2-51 0,1-2-3 15,1-2-24-15,1 3-12 0,0-4-70 0,5-3-76 16,-2-3-13-16,3-3-64 16,2-6-119-16,-1-5-279 0,9-4-848 0</inkml:trace>
  <inkml:trace contextRef="#ctx0" brushRef="#br0" timeOffset="89262.219">13124 9783 3429 0,'0'0'439'0,"0"0"-237"0,0 0 4 0,0 0 66 15,87 66-16-15,-66-46 44 0,0 4-96 16,-3 1-101-16,1 1-36 0,-3 1 0 16,-3 3-13-16,-2 2-20 0,-5 0-22 0,-5 3-9 15,-1-1-3-15,-4 4-18 0,-8 1-55 16,-8 3-27-16,-6-1-3 0,-2 3-4 16,-6 0 4-16,-2 2-29 0,-3 1-15 0,-4-3-12 15,-3-2-67-15,-1-2-87 0,-1-7-131 16,9-10-285-16,-23 7-736 0</inkml:trace>
  <inkml:trace contextRef="#ctx0" brushRef="#br0" timeOffset="90163.17">5910 12466 1850 0,'0'0'283'15,"0"0"-92"-15,0 0 607 16,0 0-292-16,0 0-162 0,0 0-12 0,0 0-35 15,0 0-54-15,0 0-50 0,0 0-47 16,0 0-51-16,3-50-47 0,-23 60-17 16,-2 5-19-16,-6 5-12 0,-2 4 0 15,0 2-2-15,1 2-16 0,5-1 16 16,5-4-20-16,9-6 4 0,4-1-9 0,6-2-13 16,1-2 25-16,13 1 3 0,3 3 0 0,7 2 11 15,2 1 2-15,4-2 0 0,-2-1 16 0,1 2-17 16,-5-2 0-16,-2 0-9 15,-5 1 9-15,0 0 3 0,-5 0 30 0,-2 3-18 16,-3 1 13-16,-4 0-7 0,-3 2 9 16,0-1-11-16,0-5-16 0,-1 2 18 15,-7-3 0 1,1-4 0-16,-4-1-8 0,-1-2 2 16,-2-3-15-16,-2-1-15 0,-1-1-22 15,-2-3-24-15,-3 1-15 0,-1-2-9 0,-1 0-22 16,-1-3-12-16,-2-6-13 0,1-1-27 15,3-3-51-15,1-6-148 0,8-1-140 16,5 2-179-16,6-15-595 0</inkml:trace>
  <inkml:trace contextRef="#ctx0" brushRef="#br0" timeOffset="90356.289">6403 12097 2779 0,'0'0'481'16,"0"0"-268"-16,0 0 135 0,0 0 91 16,0 0-21-16,22 75-105 0,-17-44-139 15,-1 3-92-15,1-2-48 0,-1-1-34 0,-1-2 0 16,0 1-61-16,2 0-70 0,-2-3-62 16,0 4-68-16,0-1-117 0,0-10-301 15,3 11-734-15</inkml:trace>
  <inkml:trace contextRef="#ctx0" brushRef="#br0" timeOffset="90532.244">6723 12586 2103 0,'0'0'1188'0,"0"0"-1001"0,0 0 38 16,0 0 241-16,0 0-26 0,85 14-133 0,-67-13-138 15,0-1-108-15,2 0-61 0,0 0-25 16,-3-1-121-16,0-1-149 0,-2 1-98 15,-2 1-235-15,-6 0-745 0,-7 11-753 0</inkml:trace>
  <inkml:trace contextRef="#ctx0" brushRef="#br0" timeOffset="90685.544">6764 12883 737 0,'0'0'2124'0,"0"0"-1784"0,0 0-120 15,0 0 217-15,0 0-11 0,0 0-107 0,0 0-73 16,0 0-53-16,0 0-16 0,0 0-4 15,83 36-39-15,-52-36-62 0,1 0-66 16,1 0-6-16,4-1-106 0,-2-3-103 16,1 0-69-16,2 2-65 0,-8 0-304 15,9 2-1021-15</inkml:trace>
  <inkml:trace contextRef="#ctx0" brushRef="#br0" timeOffset="92003.484">8350 12203 1638 0,'0'0'578'0,"0"0"-155"15,0 0-278-15,0-66 3 0,-3 54 99 16,0 3 65-16,1 2-46 0,-2 4-37 0,1 3-62 15,-2 1-55 1,-1 8-22-16,-3 10 31 0,-1 10-65 16,-4 7-7-16,-4 8-5 0,-2 8-26 15,-1 5 6-15,-5 4-24 0,1 3-1 16,-3-3-21-16,4-4-6 0,3-6-40 16,3-7-27-16,5-9 20 0,5-11 32 15,2-5-7-15,3-5-31 0,3-7-16 0,0-1-1 16,0-3 17-16,4 2 9 0,2 0 31 0,4 5 40 15,3-1 1-15,0 6 21 0,3 0 42 16,-3 2-26-16,1 5 26 0,-2 1 13 16,-3 5 8-16,-4 3 22 0,2 4-50 15,-4 0-19-15,-1 2 10 0,-1-1-10 16,-1 0-37-16,0-4-1 0,0 0-30 16,0-3-56-16,0-3-34 0,0-5-46 0,3-4-43 0,3-6-84 15,0-7-309-15,-1-3-499 0,1-5-125 0</inkml:trace>
  <inkml:trace contextRef="#ctx0" brushRef="#br0" timeOffset="92567.385">8909 12597 2024 0,'0'0'1869'0,"0"0"-1552"0,0 0-226 0,0 0 17 0,0 0 68 15,0 0 64-15,0 0-34 0,0 0-96 16,0 0-50-16,0 0-38 0,89 13 8 16,-57-7-10-16,-2 2-20 0,2 1-16 15,-5-1 15-15,-2 1 0 16,-5 1-29-16,-9 5-40 0,-5-1-10 15,-6 5 4-15,-1 1-22 0,-12 6-31 16,-7 1-25-16,-6 0 0 0,-3 0 55 16,-3 2 43-16,-1-4 12 0,1 0-2 15,1 0 5-15,0-3 41 0,4 1 22 16,4 0 18-16,7-3 82 0,7-2 17 16,6 1-19-16,3-5-3 0,9-2-12 0,9 0-29 0,6-2-33 31,8-2-3-31,4-5-19 0,5 1 1 15,-2-4-20-15,0 0-2 0,-4 0-22 0,-3-5-5 0,-4-1-65 0,-2-1-9 16,-7-2-47-16,-4 0-40 0,-3-4-60 0,-4-1-242 16,-6 2-674-16,-2-9-975 0</inkml:trace>
  <inkml:trace contextRef="#ctx0" brushRef="#br0" timeOffset="92736.741">8838 12877 2183 0,'0'0'1287'16,"0"0"-1110"-16,0 0-98 0,0 0 63 16,0 0 163-16,0 0-19 0,100 12-58 0,-64-12-90 15,4 0-70-15,-1 0-44 0,-2 0-24 16,1 0-3-16,-1-3-95 0,-1 0-102 16,3 2-153-16,-10 1-83 0,13-1-850 0</inkml:trace>
  <inkml:trace contextRef="#ctx0" brushRef="#br0" timeOffset="92974.95">9845 12627 1520 0,'0'0'2351'0,"0"0"-1984"16,0 0-156-16,0 0 129 0,-106 39-98 15,77-12 5-15,-1 3-10 0,3 8-80 0,5 0-54 16,3 4-31-16,7 3-29 0,4-3-13 0,5-1-15 15,3-4-4-15,3-6-11 0,11-4-2 16,5-6-19-16,1-4 6 0,5-7-36 16,2-6-16-16,0-4-24 0,1 0-15 15,-1-13-36-15,1-5-62 0,-2-5-147 16,-3-3-282-16,-9 5-679 0,-1-7-784 0</inkml:trace>
  <inkml:trace contextRef="#ctx0" brushRef="#br0" timeOffset="93122.083">9602 12871 287 0,'0'0'2977'0,"0"0"-2479"0,0 0-297 0,0 0 50 15,0 0 26-15,-17 66-15 0,31-57-48 16,2-2-94-16,8-2-44 0,5-5-37 0,0 0-39 16,4-5-12-16,0-5-91 0,2-2-145 15,-2-4-100-15,-7 4-252 0,6-8-996 0</inkml:trace>
  <inkml:trace contextRef="#ctx0" brushRef="#br0" timeOffset="93438.605">10658 12489 2959 0,'0'0'1159'0,"0"0"-1038"0,0 0-15 0,0 0 15 16,0 0 9-16,0 0 48 0,0 0-40 15,-90 15-95 1,72-3-24-16,-3 6-16 0,-5 4-3 16,-5 6-22-16,-2 9 10 0,-4 2 10 15,-1 10 2-15,1 3 0 0,4 3 49 0,4 0 18 16,6 1-21-16,6-4 3 0,6-4 30 16,3-4 70-16,8-6-58 0,5-6-48 15,10-3-13-15,6-6-9 0,7-5 6 16,2-2-15-16,5-4-9 0,2-4 0 0,2-4-3 0,0-2-9 15,-3-2-18-15,-1-3-40 0,-4-7-51 16,-3-3-52-16,-5-4-71 0,-3-4-60 16,-3-2-111-16,-4-4-223 0,-5 4-681 15,-7-8-898-15</inkml:trace>
  <inkml:trace contextRef="#ctx0" brushRef="#br0" timeOffset="93628.517">10317 12773 2801 0,'0'0'1067'0,"0"0"-935"15,0 0 0-15,9 82 65 0,-1-53 112 16,-1 2 29-16,-1 0-67 0,1-1-155 0,1 1-74 16,-2-2-42-16,0 1-19 0,-1 0-75 0,-1-3-83 15,0 2-101-15,2-4-80 0,0-9-352 0,1 1-939 0</inkml:trace>
  <inkml:trace contextRef="#ctx0" brushRef="#br0" timeOffset="94224.685">11494 11972 916 0,'0'0'1449'0,"0"0"-811"0,0 0-382 0,0 0-81 16,0 0 85-16,0 0 35 0,0 0 16 15,3 68-30-15,2-32-90 0,0 10-47 16,-1 10-21-16,2 5-1 0,-1 12-9 15,-1 5-19-15,-1 10-18 0,-2 2-6 16,2 2-25-16,1 1-19 0,-1-3-25 0,2-4-2 16,0-3-33-1,1-8-12-15,4-4-51 0,0-9-43 16,2-5-33-16,4-6-44 0,0-4-29 16,2-6-129-16,0-5-263 0,-4-11-649 15,2-1-706-15</inkml:trace>
  <inkml:trace contextRef="#ctx0" brushRef="#br0" timeOffset="94942.063">12618 12322 150 0,'0'0'2553'16,"0"0"-2171"-16,0 0-190 0,0 0 8 16,0 0 107-16,0 0 39 0,29 68-35 15,-22-27-39-15,-2 8-73 0,-2 5-73 0,-3 5-41 16,0 1-33-16,0-1-18 0,-2-5-4 0,-2-4-18 0,2-4-12 15,-1-8-21-15,0-7-7 0,3-9-60 16,0-4-80-16,0-6-31 0,3-4-66 0,3-5-71 16,0-3-162-16,1-4-302 0,-1-15-872 15</inkml:trace>
  <inkml:trace contextRef="#ctx0" brushRef="#br0" timeOffset="95295.758">12905 12653 909 0,'0'0'2479'0,"0"0"-2105"0,0 0-242 0,0 0 61 15,0 0 115-15,0 0-52 0,85 23-34 16,-65-23-30-16,6-4-85 0,0-2-73 16,3-1 7-16,1 1-40 0,-4 1-2 15,-3 4-19-15,-5 1-5 0,-4 6-2 16,-8 12-3-16,-6 5-19 0,-2 6-34 15,-12 9-18-15,-6 5 37 0,-8 3 9 0,-2 0 21 16,-2-1 34-16,-1 0 6 16,6-5 16-16,4-4 39 15,7-4 52-15,6-5-9 0,7-4-15 16,3-2-28-16,14-4-25 0,5-3-14 0,7-2-10 16,4-2 18-16,6-6 4 0,2-4-10 15,2 0-6-15,0-8-18 0,0-4-18 16,-3-1-46-16,-6-4-46 0,-4 1-33 15,-6-4-56-15,-4 0-72 0,-8 1-113 16,-6 0-265-16,-3 5-707 0,-9-3-748 0</inkml:trace>
  <inkml:trace contextRef="#ctx0" brushRef="#br0" timeOffset="95480.662">12915 12977 78 0,'0'0'2338'0,"0"0"-1319"15,0 0-902-15,0 0-31 0,0 0 185 16,0 0 65-16,102 9-11 0,-67-6-27 16,4-1-93-16,1 1-67 0,2-3-17 15,1 0-51-15,-5 0-50 0,2 0-20 16,-4-4-72-16,-1-2-84 0,-4 1-70 16,-2-2-62-16,-1-1-74 0,-8-1-250 15,-4 2-676-15,-2-5-819 0</inkml:trace>
  <inkml:trace contextRef="#ctx0" brushRef="#br0" timeOffset="95712.508">13636 12397 1714 0,'0'0'1491'0,"0"0"-1226"15,0 0-107 1,0 0 63-16,4 86 94 0,-1-49 11 15,-2 7-37-15,2 2-74 0,0 4-78 16,0 2-48-16,0 0-37 0,1-2-52 16,0 1 0-16,1 0-49 0,-1 4-58 0,1-1-27 15,-1-3-59-15,-1 1-51 0,-2-6-44 16,3-2-132-16,-4-14-327 0,0 9-1024 0</inkml:trace>
  <inkml:trace contextRef="#ctx0" brushRef="#br0" timeOffset="96043.972">14077 12733 2880 0,'0'0'1068'15,"0"0"-951"-15,0 0-99 0,77 23 48 0,-45-17 18 16,0-2 31-16,0 2 0 0,-2-3-29 15,0-1-45-15,2-2-41 0,-3 0-39 0,-5-2-211 16,-2-1-142-16,-8-1-184 16,-7 2-668-16</inkml:trace>
  <inkml:trace contextRef="#ctx0" brushRef="#br0" timeOffset="96213.651">14065 13014 646 0,'0'0'2585'0,"0"0"-2197"0,0 0-233 0,0 0 40 16,0 0 40-16,0 0 7 0,41 64-29 16,-17-64-59-16,5 0-74 0,1-12-74 15,6-2-6-15,0-5-132 0,2-2-161 0,0-5-92 16,-13 6-358-16,12-9-1293 0</inkml:trace>
  <inkml:trace contextRef="#ctx0" brushRef="#br0" timeOffset="96784.035">14617 12333 3487 0,'0'0'483'0,"0"0"-458"0,0 0-25 0,0 0 0 16,0 0 34-16,0 0 123 0,0 0-1 16,98-37-63-16,-65 19-62 0,3 0-28 15,-1 2 10-15,0 5-13 0,-4 6 0 16,-2 5 0-16,-6 4 19 0,-4 10 3 15,-8 9 5-15,-8 6 10 0,-3 7-6 0,-4 5-6 16,-9 0 0-16,-4 2 5 16,-2 0-5-16,0-2-13 0,-2 0 4 0,1-1 5 15,2-4 13-15,2-2 12 0,2-5-6 16,5-3 3-16,1-3-13 0,5-4-14 0,1-1-16 0,2 1-1 16,0-1-21-16,0 1 19 0,2 3-12 15,4 1 14-15,2 1 1 0,-1 3-15 16,2-1 2-16,4 1 12 0,-2 0 1 15,1 0 3-15,2-1-3 0,-1 1 1 16,0-1-1-16,0 4-33 0,-2-2-10 16,-2 1 3-16,0 3 6 15,-2 4-3-15,-4-2 16 0,0 5 7 16,-3 0 14-16,0-1 3 0,-6 0 19 16,-4 2-1-16,-4-1 4 0,1-3 0 0,-6-2 14 15,2-5-20-15,-2-4-19 0,3-9-68 16,-1-6-200-16,4-8-148 0,2-2-579 15,-4-10-1415-15</inkml:trace>
  <inkml:trace contextRef="#ctx0" brushRef="#br0" timeOffset="96921.455">15243 13543 4025 0,'0'0'718'0,"0"0"-717"15,0 0-1-15,0 0-132 0,-91 8-196 16,63-6 2-16,7 1-208 0,-15 3-1268 16</inkml:trace>
  <inkml:trace contextRef="#ctx0" brushRef="#br0" timeOffset="109316.398">15431 9916 2285 0,'0'0'429'0,"0"0"-293"16,0 0-50-16,0 0 337 0,0 0-150 16,0 0-53-16,0 0-15 0,0 0-45 15,0 0-24-15,-84 18-15 0,60-10-13 16,-2 1-3-16,-1-1-13 0,-3 3-6 16,-5 1 0-16,0-1-16 0,-5 2-18 0,-5 5-21 0,-3-4-7 15,-3 4-24-15,-5 0 0 0,-2 1-12 16,1-2 10-16,0-1-31 15,7-1-32-15,2-2-29 0,9-5-41 0,8-2 2 16,6-6-15-16,7 0-38 0,5-4-35 16,4-3-135-16,3-4-155 0,3 3-283 15,3-9-578-15</inkml:trace>
  <inkml:trace contextRef="#ctx0" brushRef="#br0" timeOffset="109579.469">14650 9882 2251 0,'0'0'321'16,"0"0"-244"-16,0 0 16 0,0 0 91 16,0 0 94-16,0 0 44 0,-91 42-66 0,66-20-96 15,-1 2-84-15,-2 7-38 0,1 0-16 16,0 2 10-16,2 1-1 0,2-1 3 16,1-1 16-16,6 1-16 0,4-4 0 0,1-2-15 15,5-2-16-15,4-2-3 0,2 0-1 16,0-4-18-16,10-2 17 0,4-1-16 15,6-1 17-15,8-3-2 0,2-2-23 0,6-1 24 16,2-5-37-16,6-2-17 0,1-2-76 0,5 0-69 16,2-2-103-16,3-2-213 0,-12 0-664 15,22-5-442-15</inkml:trace>
  <inkml:trace contextRef="#ctx0" brushRef="#br0" timeOffset="110619.605">16698 9924 836 0,'0'0'368'16,"0"0"429"-16,0 0-509 0,0 0-129 16,0 0-30-16,0 0 64 0,0 0 51 15,0 0-32-15,0 0-53 0,0 0-48 16,0 0-38-16,0-4-13 0,0 4 4 0,0 0-1 15,0 2 6-15,0 5 7 0,0 3 30 0,0 7 11 16,3 3-8-16,0 9-19 0,-1 2-3 16,0 5-34-16,0-1-13 0,-1 3-3 15,0-2-9-15,-1-1-28 0,0-7-1 0,2-6-18 16,-1-4-5-16,1-8-75 16,-1-3-63-16,1-7-51 0,-1 0-70 0,1-5-138 31,-1-2-330-31,-1-17-901 0</inkml:trace>
  <inkml:trace contextRef="#ctx0" brushRef="#br0" timeOffset="110797.698">16628 9729 3335 0,'0'0'403'15,"0"0"-353"-15,0 0 73 0,0 0 44 16,0 0-39-16,0 0-10 0,0 0-55 15,84 12-63-15,-65-17-152 0,3-2-105 16,-1 2-112-16,-5-1-342 0,10 0-1150 0</inkml:trace>
  <inkml:trace contextRef="#ctx0" brushRef="#br0" timeOffset="111067.242">17095 9918 2406 0,'0'0'429'0,"0"0"-93"0,0 0-55 0,0 0 48 16,0 0-33-16,-47 70-40 0,43-57-74 16,4-1-101-16,3 0-54 0,5 1 11 15,6-1-2-15,3 0 4 0,3 0-12 16,2-4-16-16,-1 0-11 0,1-1 15 16,-3-1-14-16,-1 0-2 0,-5-1 0 15,-1 2 3-15,-5 0 0 0,-4 2 12 0,-3-1 4 16,0 4 2-16,-9-1-5 0,-5 1-13 15,-2 1-3-15,-4-2-28 0,-3 0-21 0,-3-2-37 16,1-3-28-16,-1 1-44 0,-3-2-50 16,2-1-74-16,1-1-106 0,6-3-315 15,-6 0-760-15</inkml:trace>
  <inkml:trace contextRef="#ctx0" brushRef="#br0" timeOffset="111684.023">18175 10043 2115 0,'0'0'369'0,"0"0"-136"16,0 0 11-16,0 0 54 0,0 0 1 0,-90 12-40 15,69 0-68-15,1 0-30 0,0 5-12 16,4 2 16-16,0 4-11 0,2 5-13 16,3 3-12-16,3 2-22 0,5 2-30 15,3-4-35-15,0-6-20 0,0-3-22 16,8-9-3-16,1-2-28 0,2-6-2 0,2-3 8 15,5-2 22 1,2-12-15-16,2-7-19 0,3-4-33 16,-2-3-16-16,0 0 6 0,-4 0 19 15,-1 2 27-15,-2 6 9 0,-2 5 13 0,-3 7-22 16,-1 4 12-16,0 2 1 16,-3 3 21-16,2 9 33 0,-1 2 22 0,-1 4-15 15,-1 2 9-15,-1-1-12 0,-1-2-3 16,4 2-16-16,-3-2-15 0,2-3-3 0,0-3-3 0,2-3-67 15,4 0-115-15,0-5-53 0,3-3-75 16,1 0-188-16,-3-3-302 0,5-12-746 16</inkml:trace>
  <inkml:trace contextRef="#ctx0" brushRef="#br0" timeOffset="112100.481">18658 9471 2156 0,'0'0'360'0,"0"0"-151"0,0 0-3 0,0 73 111 15,0-35 1-15,0 9 39 16,-3 6-50-16,-1 8-83 0,-2 5-70 0,-1 3-40 15,0-1-16 1,-4-2-12-16,2 0-34 0,-2-4-21 16,4-7-31-16,1-6-18 0,-1-9-76 15,7-9-75-15,0-5-63 0,5-8-69 16,8-9-133-16,-2-3-372 0,14-12-887 0</inkml:trace>
  <inkml:trace contextRef="#ctx0" brushRef="#br0" timeOffset="112385.73">19004 10024 2756 0,'0'0'360'0,"0"0"-124"0,0 0-58 0,0 0 151 15,-88 71-9-15,62-45 3 16,4-1-39-16,1 0-116 0,5-4-88 0,8-6-50 16,3-4-30-16,5-5-16 0,2-1-33 0,9 0 33 15,6-2 16-15,6-1 12 0,2-1-12 0,-2 1-1 16,2 0-27-16,-3 1 13 0,0 1 14 15,-6 2 1-15,0 2 0 0,-5 2 0 16,0 3 2-16,-6 0 26 0,-2 6 45 16,-3 2-15-16,-5 0 0 0,-6 3-18 15,-7-1-7-15,-3 0-9 16,-5-2-21-16,2 0 0 0,-2-8-2 16,4-1-1-16,4-5-77 0,1-6-66 15,3-1-41-15,4-3 3 0,3-7-25 16,3-8-43-16,4-1-153 0,1-4-318 15,8 4-558-15,10-10-470 0</inkml:trace>
  <inkml:trace contextRef="#ctx0" brushRef="#br0" timeOffset="112654.886">19276 10253 3074 0,'0'0'459'16,"0"0"-303"-16,0 0 51 0,9 71 142 15,-6-54-21-15,0-3-72 0,2-7-131 16,4-1-97-16,1-6-25 0,5 0 18 15,2-9-3-15,3-7-17 16,3-3 1-16,0-5-2 0,-3-1-3 16,1 1-42-16,-5 2-10 0,-4 4-1 15,-6 6 13-15,-3 0-6 0,-3 5 22 16,-6 2 11-16,-8 2 1 0,-3 0-22 16,-6 3 15-16,-5 0 22 0,-1 0 3 0,1 2 30 15,-3 3-20-15,1 3-13 0,1 2-22 0,-1 4 7 16,3 2-16-16,3 0-40 0,1 2-130 15,3 0-114-15,4 2-263 0,5-6-598 16,2 5-802-16</inkml:trace>
  <inkml:trace contextRef="#ctx0" brushRef="#br0" timeOffset="113187.043">20287 10115 1467 0,'0'0'341'0,"0"0"19"16,0 0 19-16,0 0 10 0,0 0-56 0,0 0 42 16,0 0-145-16,0 0-73 15,0 0-9-15,0 0 23 0,-80 86 6 0,67-45-23 16,1-1-16-16,1-4-24 0,5-4-23 15,2-8-32 1,4-5-40-16,0-7-19 0,3-5-25 0,7-5-8 16,3-2-1-16,6-5-6 15,2-9-2-15,5-7-29 0,-1-6-18 0,1-2 9 16,1-2 3-16,-2 2 6 0,-2 3 16 16,-1 6 5-16,-4 7 19 0,-1 4 9 15,-3 6-3-15,-4 3 25 0,-2 10 0 16,-1 5 100-16,-4 5 2 0,0 5-19 0,0 0 3 0,-1 0-31 15,-1 0-21-15,1-2-7 0,0-4-27 16,1-2-34-16,6-4-123 0,1-3-105 16,6-3-104-16,3-4-291 0,-4-3-161 15,11 0-1622-15</inkml:trace>
  <inkml:trace contextRef="#ctx0" brushRef="#br0" timeOffset="113958.476">21500 9599 1987 0,'0'0'421'0,"0"0"-237"0,0 0-100 16,0 0 112-16,0 0 137 15,0 0 52-15,0 0-53 0,0 0-90 16,-29 94-71-16,10-49-35 0,-4 7-9 15,-4 7 11-15,0-1-18 0,-4 4-37 16,1 1-16-16,-1 1-24 0,-3-1-12 16,1 0-7-16,4-3-9 0,1-5 7 15,5-4-21-15,4-6 0 0,2-6 1 16,6-7-2-16,1-8-3 0,8-8-1 0,-1-6-17 0,3-3-12 16,0-2 2-16,0-5 0 0,0 2-17 15,0-2-38-15,0 0-28 0,0 0 4 16,3 0 2-16,-1 0-7 0,1 0-6 0,-2 0-22 15,1-2-14-15,-1 2 3 0,-1-1 0 16,3-1-11-16,-3 0-29 0,3-1-58 16,0-2-63-1,0-1-101-15,1-4-28 0,-1 1-34 16,0-3-66-16,3 0 98 0,-3 2 110 0,-37 84 214 16</inkml:trace>
  <inkml:trace contextRef="#ctx0" brushRef="#br0" timeOffset="114189.641">21128 10457 197 0,'0'0'371'0,"0"0"-32"0,0 0 0 0,0 0-62 0,0 0-17 16,0 0 32-16,0 0 13 0,0 0-50 15,0 0-68 1,2 0-43-16,-2 0-22 0,0 0-13 16,0 0 3-16,0 0 9 0,0 0-10 15,0 0-10-15,1 0-25 0,2 0-29 16,3 2-22-16,2 3 45 0,3 2 8 0,2 2 4 16,2-1-22-16,4 3-22 0,0 1-4 15,5-2 0-15,2 0-6 0,4 1-27 16,1-4 28-16,0 0-26 0,0-2-3 0,-4-3-25 15,-4-2-44-15,-3 0-41 0,-2 0-38 16,-4 0-56-16,0 0-85 0,-5-1-72 16,-2 0-202-16,-4 1-186 0,-3 0-776 0</inkml:trace>
  <inkml:trace contextRef="#ctx0" brushRef="#br0" timeOffset="115044.848">22248 9904 2032 0,'0'0'518'0,"0"0"-212"0,0 0-126 0,0 0 69 16,0 0 88-16,0 0 10 0,0 0-50 0,0 0-110 31,0 0-64-31,0 0-30 0,-58-66-29 0,43 66-11 16,-3 2-23-16,-2 7 4 0,-3 3-3 15,-3 6 12-15,0 2 2 0,0 6-11 16,-3 3-6-16,3 5-1 0,0 3 13 16,2 2 3-16,3 4 8 0,3 0 7 15,2 1 9-15,6 0-27 0,4 0-10 0,3-6-12 0,3 1 7 16,0-5-23-16,5-5-1 0,6-4 0 16,4-1 2-16,2-2-3 0,5-4-10 15,5-5-3-15,3-5-2 0,3-3 3 16,6-5-73-16,-1-7-55 0,2-5-31 15,-1-7-56-15,-1-4-26 0,-4 0-116 16,0-4-303-16,-9 8-625 0,3-13-614 0</inkml:trace>
  <inkml:trace contextRef="#ctx0" brushRef="#br0" timeOffset="115276.329">22685 9906 382 0,'0'0'2575'15,"0"0"-2172"-15,0 0-263 0,0 0 40 16,0 0 94-16,0 0-29 16,-51 69 16-16,28-32-57 0,-3 6-48 0,-1 9-30 15,-5 3-13-15,-2 4-21 0,-2 4-28 16,0 0-13-16,-1-3-14 0,4-3-22 16,2-5-15-16,5-9-12 0,4-6-34 15,8-12-69-15,5-7-69 0,5-7-37 16,4-6-41-16,1-5-104 0,9-2-180 15,5-8-250-15,-1-1-410 0,9-21-358 0</inkml:trace>
  <inkml:trace contextRef="#ctx0" brushRef="#br0" timeOffset="115629.47">22617 10022 2443 0,'0'0'442'15,"0"0"-237"-15,0 0-16 0,0 0 103 0,0 0 40 16,0 0 10-16,28 71-32 0,-23-38-86 15,-1 9-61-15,-1 2-7 0,0 5-1 16,-1 0-51-16,-2 0-56 0,1-3-26 16,-1-1-19-16,0-5-3 0,0-2 0 15,0-7-3-15,0-2-43 0,0-5-36 16,0-5-13-16,0-7-29 0,0-4-42 0,0-8 1 16,2 0 8-16,-2-4-4 0,0-9-22 15,0-3-1-15,0-6 32 0,-3-3 20 16,-9 0-23-16,-1 0 32 0,-5-1 62 15,-1 5 61-15,-3-3 38 0,1 5 23 0,5 2 40 16,1 6 16-16,7 1 6 0,3 7-20 16,2 0-8-16,3 3-23 0,0 0-13 0,5 4 4 15,3 1 55-15,4 2 21 0,2 0-13 16,6-2-33-16,-1 2-41 0,4-3-24 16,0-4-28-16,-3 0-19 0,-1 0-88 15,1 0-119-15,-2-4-72 0,-3 1-205 0,-3 1-726 16,1 0-873-16</inkml:trace>
  <inkml:trace contextRef="#ctx0" brushRef="#br0" timeOffset="116224.131">21550 11185 2455 0,'0'0'468'0,"0"0"-254"0,0 0-99 0,0 0 54 16,0 0 132-16,0 0 26 0,0 0-95 16,-92 8-83-16,75 15-50 0,0 8-19 15,-1 4 19 1,2 1-1-16,1-3 0 0,5-5 0 16,-2-4-43-16,6-12-53 0,3-2-2 0,3-9-15 15,0-1-7-15,0 0-69 0,3-3-53 16,3-6 27-16,6-5 40 0,1-4-4 15,2 0-5-15,-2 1 8 0,3 2 22 16,-3 5 16-16,0 6 11 0,-1 3 29 16,-1 1 56-16,1 5-31 0,-2 7 18 0,-1 5 32 0,-1 8 2 15,-1 2-31-15,-1 5-18 0,-4 1-9 16,-1 2 2-16,-1 1-5 0,0 0 21 16,-6 1 12-16,0-1 22 0,-5 0 21 15,2-2-22-15,-5-5-21 0,1-3-6 16,-2-6-3-16,-2-5-13 0,-3-5-6 15,3-3 1 1,-5-4-19-16,2-3-3 0,-2 0-37 16,1-6-21-16,-1-5-21 0,3-3-19 15,2-5 15-15,3-2-37 0,1-3-7 16,3-2-40-16,2 0-7 0,5 0-30 16,2 3-82-16,1 1-91 0,1 1-139 0,5 3-175 15,7-6-318-15</inkml:trace>
  <inkml:trace contextRef="#ctx0" brushRef="#br0" timeOffset="116869.549">21744 11293 1438 0,'0'0'345'15,"0"0"-114"-15,0 0-14 0,0 0 32 16,0 0 3-16,0 0-27 0,0 0-78 0,0 0-70 16,0 0-45-16,0 0-31 0,59 16-1 15,-56-16-3-15,-2 0-13 0,1 0 14 16,-1 0-27-16,-1 1-13 0,0-1 19 16,0 0 23-16,0 0 35 0,0 0 3 15,0-4-19-15,0-1-19 0,-1-2-29 16,-2 2 16-16,0-2 11 0,1 1 1 15,1 1 1-15,-1 3-13 0,-1-2-35 16,3 1-19-16,-3-1-4 0,3 1 20 16,0-1 19-16,0 1 29 0,-1 1 3 0,1 0 29 0,0 1 16 15,0 0 10-15,0-1 15 0,0 2 4 16,0 0-7-16,0 0-9 0,0 0-4 16,0 0 0-16,0-1-3 0,0 1-10 15,0-4-22-15,0 3 0 16,1-1 10-16,-1-2 9 0,0 4 0 15,0 0 3-15,2 0 16 0,-2 0 0 16,0 0 9-16,0 0 10 0,0 0-4 16,0 4-10-16,0-4-17 0,0 2-23 15,0-2-20-15,0 1-2 0,0-1 0 0,0 0 13 16,0 0 2-16,0 0 1 16,0 0-13-16,0 0 13 0,0 0-4 0,0 4 4 15,0-1 18-15,0 5 0 0,0 4 16 16,-2 8 9-16,1 10 6 0,-3 9-3 0,0 10-10 0,-2 8 10 15,-1 7-6-15,-2 4-1 0,-1 2-6 16,-2-1-9-16,-2 2-11 0,2-6-27 0,1-5 20 16,-1-6-19-16,4-6-3 0,3-10-2 15,1-5-19-15,2-9-37 0,2-8-35 0,0-7-33 16,2-8-47-16,4-1-64 0,4-16-68 16,3-8-14-16,1-7-130 0,-2 1-298 31,5-21-398-31</inkml:trace>
  <inkml:trace contextRef="#ctx0" brushRef="#br0" timeOffset="117110.402">21865 11232 1611 0,'0'0'1145'16,"0"0"-884"-16,0 0-136 0,0 0 21 16,0 0 23-16,0 0 53 0,0 0-1 15,0 0-48-15,0 0-64 0,0 0-50 16,82-10-36-16,-65 14-23 0,2 2-12 15,-2 1 12-15,0 1 2 0,-3 2-2 16,-2 3-16-16,-3 1-9 0,-5 3 23 16,-2 3-19-16,-2 2 8 0,-7 2 13 0,-7 3 0 0,-6 2 0 15,-3 2-24-15,-1 2-32 0,-2-4-23 16,-2-1 0-16,3-2-9 0,0-3-57 16,4-2-35-16,5-3-106 0,4-6-183 15,4 6-603-15</inkml:trace>
  <inkml:trace contextRef="#ctx0" brushRef="#br0" timeOffset="117279.431">22363 11743 3891 0,'0'0'519'0,"0"0"-407"0,0 0-112 0,0 0-71 0,0 0-159 15,0 0-59-15,0 0-232 0,-95 10-1207 0</inkml:trace>
  <inkml:trace contextRef="#ctx0" brushRef="#br0" timeOffset="120467.194">5930 15254 108 0,'0'0'2375'16,"0"0"-1696"-16,0 0-450 0,-65-82-86 0,43 56 117 16,-5 1 33-16,1 3 27 0,-1 3-57 0,-1 5-64 15,1 6-46-15,2 4-33 0,-2 4 4 0,2 0-35 32,1 8-10-32,-2 7-31 0,0 5 7 15,-2 5-40-15,-3 7 12 0,-2 4-16 0,0 5-11 16,-2 5-21-16,2 6 6 0,4 2 0 15,2 3-16-15,8 7 1 0,6 3 15 16,9 3-15-16,4 4 8 0,7 0 7 0,10-1 13 16,5-5 1-16,1-9-1 0,3-13-9 15,4-11 10-15,-1-12 1 0,0-10 0 0,3-4 11 16,-1-9 7-16,1-2-3 0,0-9 1 16,-1-5-14-16,1-7 25 0,-3-3-25 15,-5 1-2-15,-2-1-58 0,-6 2-51 16,-5 5-59-16,-5 0-18 0,-6 4-29 0,0 4-28 15,-1 0-121-15,-9 3-191 0,-3 3-124 16,-4 3-363-16,-2 2 268 0,-6 0 106 16,-1 0 335-16,-1 0 333 0,1 0 124 15,3-4 231-15,4 0 392 0,6 0 36 0,6 0-230 16,6 3-164-16,1 1-88 0,0 0-15 16,6 0 54-1,6 0 20-15,1 4-60 0,6-1-54 16,1-1-47-16,0-1-25 0,5-1-46 15,-2-3-46-15,1-4-52 0,0-2-14 16,-3-3-16-16,2-1-36 0,-4-3-86 16,0 0-48-16,-2 0-41 0,-3 1-37 0,-5 5-74 15,1 2-188-15,-6 5-200 0,-2 3-389 16,-1 0-6-16,-1 0 149 0</inkml:trace>
  <inkml:trace contextRef="#ctx0" brushRef="#br0" timeOffset="120587.864">5803 15830 1030 0,'0'0'681'0,"0"0"-165"0,0 0-138 0,-6 82-40 16,15-49-18-16,-2 2 137 0,5 2-152 15,0 2-110-15,0 1 22 0,1 0-4 16,-1 3-105-16,-1-4-56 0,1 2-52 16,1-3-49-16,0-5-161 15,0-5-62-15,0-6-117 16,1-6-244-16,-4-7-620 0,3-8-697 0</inkml:trace>
  <inkml:trace contextRef="#ctx0" brushRef="#br0" timeOffset="125311.623">5136 14961 1668 0,'0'0'1313'0,"0"0"-1044"0,0 0-116 0,0 0 19 16,0 0 112-16,0 0 27 0,0 0-59 0,0 0-82 16,0 0-72-16,-2 27 4 0,10-27-10 15,3-3-34-15,3-3 6 0,4-4 10 16,2-2-13-16,4-7-19 0,2-3-14 15,-2-3-7-15,2-1-20 0,-2-2 1 16,2 1-2 0,-2 0-12-16,-2-2 10 0,1 2 0 15,-1 0 0-15,-2 4-11 0,-1 4-5 16,-2 4 15-16,-3 8-27 0,-1 4 8 0,0 3-5 0,2 2 6 16,-1 9 19-16,1 7 2 0,2 5 18 15,-3 6 12-15,2 1-30 0,-3-1 13 16,1-2-13-1,-1 0-11-15,2-4-19 0,-2-3 12 0,-3-5-77 0,3-5-86 0,-5-5-47 16,1-5 2-16,0 0-162 0,-5-6-340 16,-1-2-532-16,-3-4-713 0</inkml:trace>
  <inkml:trace contextRef="#ctx0" brushRef="#br0" timeOffset="125728.284">4892 14777 2767 0,'0'0'548'0,"0"0"-325"15,0 0 14-15,0 0-24 0,0 0 17 16,0 0-13-16,0 0-93 0,0 0-47 15,0 0-3-15,0 0 6 0,-23-68-19 16,28 52-18-16,3-1-12 0,4-2 2 16,-1-2 7-16,5-1-19 0,0-1 10 0,3-2-28 15,-2-1 0-15,3-3 9 0,2 0-10 0,1-2-2 16,-1 0-1-16,2 1-1 0,0 4-10 16,1 1 10-16,-2 7-19 0,3 2 21 0,-3 5-13 31,4 3 11-31,-1 3-16 0,0 2 3 0,4 3 13 15,1 0-8-15,3 5 8 0,2 2 2 16,-1 5 0-16,4 1-12 0,4 5 12 16,0 1 3-16,5 0-3 0,-2 0-3 15,1-1-33-15,0-1-90 0,-1-3-22 0,-3-1-22 16,-2-1-47-16,-1-2-118 0,-4-2-206 16,-9-3-524-16,6-1-585 0</inkml:trace>
  <inkml:trace contextRef="#ctx0" brushRef="#br0" timeOffset="126298.135">6833 15418 2020 0,'0'0'350'0,"0"0"-121"0,0 0 52 16,0 0 23 0,0 0-36-16,0 0-72 15,0 0-44-15,0 0 5 0,0 0-2 0,0 0-9 16,70-79-40-16,-43 56-32 0,2 0 0 15,3 1 7-15,1-1-10 0,1 1-1 16,4 1-8-16,1 4-19 0,0 6 0 16,0 2-31-16,2 7 25 0,-2 2-4 0,-1 2 16 15,-1 9-21-15,-5 0-7 0,0 4 10 16,-5 3-1-16,0 0-11 0,1 2-17 0,-2-1 49 16,-2-1-32-16,-2 0-8 0,2 0-11 15,-1-3-2-15,-1-1-10 0,-3-2-13 16,-1-5-39-16,-3-4-55 0,1-2-6 15,-5-1-50-15,-2-4-35 0,-1-5-60 0,-5 2-167 16,-3 0-227-16,-1 2-553 0,-19 5-584 0</inkml:trace>
  <inkml:trace contextRef="#ctx0" brushRef="#br0" timeOffset="126513.942">7031 15616 2636 0,'0'0'450'0,"0"0"-201"0,0 0-23 0,-32 67 99 15,32-52 1-15,0-1-40 0,9-2-101 16,5-3-80-16,8-3-38 0,5-1 10 16,8-3 24-16,4-2-16 0,4-2-27 15,5-7-24-15,-1-2 2 0,5-5-11 16,1-1-25-16,2-1-4 0,-3-1-11 16,4 0-128-16,2 0-74 0,1 1-47 15,1 1 88-15,1 4-318 0,-15 5-867 0,16 8-515 0</inkml:trace>
  <inkml:trace contextRef="#ctx0" brushRef="#br0" timeOffset="126867.043">8920 15054 2974 0,'0'0'949'0,"0"0"-843"0,0 0-52 15,0 0 65-15,0 0 111 0,0 0 131 16,0 0-55-16,0 0-78 0,0 0-79 16,-82-43-52-16,65 65-42 0,-3 11-22 0,-2 9-15 15,-2 12-3-15,2 10 9 0,-1 7-2 16,3 3-10-16,5 3-11 0,4 1 14 16,5-2 3-16,6-4 0 0,6-3 15 15,8-6 16-15,5-8 41 0,4-8-14 16,4-10-37-16,2-9-27 0,0-11-11 15,1-6 2-15,2-8-2 0,0-3-1 0,-1-12 2 0,3-7 1 16,-4-4-3-16,-1-6-3 0,-5-5-57 16,-5-1-19-16,-3-1-8 0,-5 0-16 15,-5 2-45-15,-2 0-46 0,-4 3-56 16,-4 2-236-16,-9 1-486 0,3 8-365 16,-22-5-755-16</inkml:trace>
  <inkml:trace contextRef="#ctx0" brushRef="#br0" timeOffset="127129.994">8801 15614 1767 0,'0'0'2339'0,"0"0"-1938"16,0 0-240-16,0 0 60 0,0 0 127 0,0 0 16 15,79 52-82-15,-53-52-128 0,4-7-61 16,-1-6-23-16,1-7-34 0,-2-4-33 16,-3-2-3-16,0-2-32 0,-5-4-74 0,-3 3-39 15,-1 4-27-15,-1 3 6 0,-5 6-13 16,0 5-16-16,-3 6-12 0,0 5-48 0,-4 3-22 15,-1 9-15-15,-1 5 26 0,-1 8 108 16,0 4 139-16,2 6 19 0,2 1 76 16,3 4-13-16,0 2 72 0,0 1-59 15,2 2-42-15,-3 3 63 0,1 0 5 0,0 2-18 16,-2-2-28-16,-1-4 18 0,2-2 25 16,-1-5-37-1,0-5-62-15,1-5-64 0,1-4-134 16,-3-8-153-16,6 4-782 0</inkml:trace>
  <inkml:trace contextRef="#ctx0" brushRef="#br0" timeOffset="127282.587">10261 16018 3948 0,'0'0'1361'0,"0"0"-1085"0,0 0-70 0,0 0-28 16,0 0-178-16,0 0-6 0,0 0-115 15,0 0-60-15,-98 13-122 0,78-17-689 16,-20 4-1966-16</inkml:trace>
  <inkml:trace contextRef="#ctx0" brushRef="#br0" timeOffset="131039.441">15466 16331 646 0,'0'0'414'15,"0"0"-95"-15,0 0-228 0,0 0-36 16,2-80 747-16,-1 58-411 0,2-5-60 0,2-1 20 16,-2 2-62-16,0 2-3 0,0 5-16 0,0 1-25 15,-3 8-26-15,0 4-38 0,0 3-7 16,0 3-15-16,0 0-41 0,0 3-36 15,0 9-24-15,-1 6-6 0,-4 10-7 0,-1 12 7 16,-5 10-16-16,-2 10-12 0,-6 5-12 16,0 4-11-16,-4 2-1 0,-1 3-3 15,-2 1 0-15,-1 1-18 0,-2 1-24 16,2-4-37-16,3-5-18 0,1-9-13 16,5-11-5-16,6-12-1 15,5-13 0-15,2-10 2 0,5-9-12 16,0-4-43-16,0-9-116 0,8-8-67 15,2-7 43-15,1-9-69 0,2-5-36 16,-1-6-132-16,-1 11-165 0,0-21-68 0</inkml:trace>
  <inkml:trace contextRef="#ctx0" brushRef="#br0" timeOffset="131293.661">15418 16226 718 0,'0'0'382'15,"0"0"87"-15,0 0-47 0,47-77 6 16,-33 68-16-16,-3 3-68 0,3 6-61 15,1 0-48-15,-2 7-37 0,5 8 23 16,-2 6-25-16,1 7-38 0,-3 7-31 16,3 6-10-16,-5 7-16 0,2 3-12 15,-5 6-25-15,0 1-30 0,-2 2-4 16,-4 1-30-16,-3-2-1 0,0-5-15 16,0-4-27-16,-2-8-24 0,1-8 9 15,-1-4 6-15,2-7-1 0,0-7 10 16,0-4 3-16,0-5 3 0,0-2-31 15,0-5-46-15,0 0-10 0,0-1-1 0,0-9-63 16,-7-1-152-16,2-3-131 0,-4-5-155 0,-1 0-103 16,0 6-248-16,-9-10 221 0</inkml:trace>
  <inkml:trace contextRef="#ctx0" brushRef="#br0" timeOffset="131456.242">15364 16696 1370 0,'0'0'439'0,"0"0"-88"15,0 0-79-15,0 0-88 0,0 0-30 16,0 0 20-16,0 0 47 0,0 0-61 0,0 0-8 0,0 0-22 15,101 2 0-15,-73-2-48 0,4-2-32 16,1-4-18-16,0 1-32 0,2-1-2 16,2 0-52-16,-4-2-113 0,2 1-99 15,0-2-147-15,-8 3-325 0,9-4-1282 0</inkml:trace>
  <inkml:trace contextRef="#ctx0" brushRef="#br0" timeOffset="131662.848">16197 16619 2861 0,'0'0'554'0,"0"0"-332"0,0 0-127 0,0 0 197 16,0 0-1-16,90 21-25 0,-55-19-87 16,7-2-84-16,5-3-58 0,4-9-13 15,-1-3-21 1,4 0-3-16,-1-5-39 0,-5-2-38 15,-3-2-101-15,-7 3-48 0,-3 1-79 16,-8 1-295-16,-9 4-625 0,-4-4-833 0</inkml:trace>
  <inkml:trace contextRef="#ctx0" brushRef="#br0" timeOffset="131895.432">16688 16318 2647 0,'0'0'491'0,"0"0"-239"0,0 0-137 0,0 0-7 15,0 0 72-15,0 0 52 0,0 0-3 16,0 0-96-16,78 59-58 0,-58-40-1 0,0 0 9 16,-2 0-30-16,-3 2-26 0,-3 1-24 0,-3-1 6 15,-4 3-9-15,-5 2-16 0,-1-1-67 16,-12 2-13-16,-2 2 22 0,-5 0 9 16,-3 0-9-16,0 2 2 0,-3-3-15 15,0 0 6-15,2-4-5 0,2-1-74 16,3-8-61-16,7-5-104 0,6-5-216 0,4-5-803 0</inkml:trace>
  <inkml:trace contextRef="#ctx0" brushRef="#br0" timeOffset="132612.478">17351 16384 863 0,'0'0'1747'0,"0"0"-1393"0,0 0-40 16,0 0 38-16,85 40-30 0,-65-12-12 15,-5 10-62-15,-7 5-32 0,-4 5-53 16,-4 2-53-16,-2-2-55 0,-7-6-30 15,3-4-23-15,1-7-2 0,2-9-4 16,3-3-29-16,0-7-62 0,0-5-37 0,0-6-28 0,1-1 6 16,5-8 8-16,3-6-9 0,2-10-2 15,1-7 19-15,2-6 21 0,-4-1 17 16,0-3 55-16,-1-1 17 0,-2-1-1 16,-1-1 29-16,1-2 0 0,0 3 3 15,3 4 45-15,3 6 69 0,4 9-13 16,0 7 34-16,3 7-12 15,0 4-39-15,-3 4 13 0,-1 2-10 16,-2 4-28-16,-3 7 9 0,-2 7 6 16,-4 3-21-16,-4 6 11 0,-1 5-5 15,-4 0-13-15,-7 1-9 0,-1-1-22 16,-1-2-18-16,0-3-1 0,6-3-1 16,2-1-10-16,2-3 0 0,3-1-7 0,5 0 4 15,5 2-7-15,4 0-5 0,2-1 24 0,0 2 2 16,-3-3 1-16,-3 1 1 0,0-3 2 15,-6-1 18-15,-1 1 10 0,-3-2 0 0,0 2 8 16,-3-2-5-16,-7 2-13 0,-5-1-20 16,-1-1-1-16,-5-2-70 0,0-2-34 15,3-1-56-15,-2-4-41 0,0 0-13 16,3 0-15-16,1-3-130 0,2 1-189 0,2-3-483 16,1-1-439-16</inkml:trace>
  <inkml:trace contextRef="#ctx0" brushRef="#br0" timeOffset="132796.728">18054 16799 3097 0,'0'0'484'0,"0"0"-266"0,0 0 112 0,0 0 59 15,81 0-134-15,-54 0-46 0,6 0-23 16,5-3-98-16,5-5-64 0,6-1-24 15,-4-2-52-15,2-1-91 0,-5 0-78 16,-4 2-28-16,-7 2-126 0,-10 3-345 0,-6 1-793 0</inkml:trace>
  <inkml:trace contextRef="#ctx0" brushRef="#br0" timeOffset="133028.083">18541 16600 3026 0,'0'0'485'0,"0"0"-380"0,0 0 5 16,0 0 42-16,31 73 140 0,-20-53-68 15,4-4-94-15,-1 0-90 0,3-4-22 16,-2 2 1-16,-2-3-5 0,-3 1-14 16,-4 2-12-16,-6 2-4 0,0 2-24 15,-8 3-18-15,-8 3-20 0,-4 2-18 0,-3 0-13 16,-1 0 31-16,2-3-10 0,2-4-35 0,3-2-122 15,5-6-299-15,3-2-707 0</inkml:trace>
  <inkml:trace contextRef="#ctx0" brushRef="#br0" timeOffset="133329.23">19346 16649 3577 0,'0'0'632'0,"0"0"-433"0,0 0 36 0,0 0 20 16,0 0-99-1,0 0-31-15,-80-19-46 0,62 25-54 16,-2 7-7-16,2 6 40 0,-1 7-1 16,3 5 1-16,2 4 0 0,5 3-22 15,2 2-6-15,6-1-11 0,1 0-19 16,3-5 0-16,10 0-19 0,2-6 18 15,7-3-17-15,3-7-15 0,3-5 15 0,6-6-7 16,0-7-11-16,1 0-55 0,-2-12-34 0,0-2-33 16,-3-2-29-16,-1-2-111 0,2-2-303 15,-10 6-635-15,5-4-414 0</inkml:trace>
  <inkml:trace contextRef="#ctx0" brushRef="#br0" timeOffset="133545.263">19742 16763 2421 0,'0'0'813'0,"0"0"-422"0,0 0-76 0,0 0 43 16,0 0-64-16,0 0 4 0,0 0-84 15,83 17-117-15,-54-14-54 0,4-2-25 0,3-1 13 0,3 0-30 16,1 0-1-16,0-3-22 0,-1 1-64 15,-5-5-54-15,-1 2 11 0,-7-3-24 16,-6 0-127-16,-5-1-289 0,-5 1-507 16,-7-5-844-16</inkml:trace>
  <inkml:trace contextRef="#ctx0" brushRef="#br0" timeOffset="133783.519">20203 16546 2371 0,'0'0'384'16,"0"0"-188"-16,0 0 140 0,0 0-34 16,0 0-18-16,81 28-7 0,-68-18-53 0,-2-1-82 15,-1 2-12-15,-4 3 55 0,-3 2-26 0,-3 4-70 16,-1 1-35-16,-10 5 1 0,-6 3-24 16,-3 3-16-16,-2 1-15 0,-4 1-1 15,-1-2-20-15,4-1-46 0,4-6-49 16,3-3-65-16,9-9-25 0,7-6-44 0,0-7-94 15,13 0-201-15,0-5-130 0,17-12-629 0</inkml:trace>
  <inkml:trace contextRef="#ctx0" brushRef="#br0" timeOffset="134030.584">20774 16734 2387 0,'0'0'1168'0,"0"0"-737"0,0 0-31 15,0 0-14-15,21 71-104 0,-18-47-35 16,4 1-56-1,1-5-79-15,2-2-69 0,4-9-43 16,2-4-3-16,6-5-18 0,2-2-28 0,2-10-63 16,2-7 27-16,0-4-18 0,1-1 17 15,-4 0 7-15,-7 3 9 0,-5 5 18 16,-8 2 43-16,-5 4 9 0,-2 0 1 16,-12 3-1-16,-9-2 12 0,-8 0-12 15,-8-1-1-15,-9-1-24 0,-9 2-30 0,-6-1-52 16,-6-1-34-16,-5 4-91 0,-4 1-165 15,19 1-403-15,-33 4-1253 0</inkml:trace>
  <inkml:trace contextRef="#ctx0" brushRef="#br0" timeOffset="134731.656">14134 16598 1759 0,'0'0'1603'0,"0"0"-1154"0,0 0-134 16,0 0-128-16,0 0-38 0,0 0 79 16,82 1-53-16,-47-2-43 0,4-5-59 0,0-5-42 15,4-2-16-15,-4-1-15 0,0-4-14 16,-3-1-23-16,-3-2-82 0,2 1-123 0,-8-2-74 16,1 2-219-16,-10 8-602 0,1-5-613 15</inkml:trace>
  <inkml:trace contextRef="#ctx0" brushRef="#br0" timeOffset="134932.099">14671 16356 1611 0,'0'0'1070'0,"0"0"-812"0,0 0-72 0,0 0 69 15,0 0 33-15,0 0 18 0,0 0-49 16,73 73-55-16,-67-60-81 0,-2 1-54 31,-1-2-39-31,-3 1-15 0,0 1-11 0,0 0-2 16,-9 3-13-16,-2 2-58 0,-5 2-71 15,-6 1-60-15,-1 5-24 0,-6 0 0 16,-2-2-27-16,-5 2-142 0,-3-3-213 16,9-6-501-16,-20 2-257 0</inkml:trace>
  <inkml:trace contextRef="#ctx0" brushRef="#br0" timeOffset="135233.008">13425 16556 2058 0,'0'0'788'0,"0"0"-250"0,98-13-170 16,-60 13-41 0,0 0-136-16,-6 8-95 0,-5 5-44 15,-7 3-14-15,-5 4 14 0,-5 4-2 16,-4 4 18-16,-6-1 5 0,0 0-33 15,-7-4-27-15,0-3-13 0,-3-4 0 0,1-4-56 16,3-8-14-16,0-1 11 0,2-3 37 16,2-4 20-16,-1-9-35 0,0-8-74 15,-2-8-29-15,2-7 22 0,-1-2-49 0,1-1-28 16,0 2 49-16,0 6 36 0,3 5 40 16,0 6-61-16,0 6-198 0,2 2-190 15,2 7-515-15</inkml:trace>
  <inkml:trace contextRef="#ctx0" brushRef="#br0" timeOffset="136991.05">13620 16530 1041 0,'0'0'182'0,"0"0"-123"0,0 0-10 0,0 0 971 0,0 0-707 0,0 0-100 16,0 0-2-16,0 0-6 0,0 0-2 15,0 0-28-15,0 0-46 0,-29-30-38 16,28 26-19-16,-1 0 16 0,2-1 16 16,-3 1 12-16,2 0 11 0,-2 1 0 15,-1-1-10-15,-2 0-31 0,-3 0-21 16,2 0-10-16,-2 2-9 0,1-1-9 16,-4 3-7-16,2 0 1 0,-3 0-10 15,2 4 7-15,0 4-16 0,-3 4 0 16,3 4-10-16,-4 3-2 0,2 5-15 15,0 4 4-15,0 3 11 0,0 1 1 0,-1 1-1 16,5 3-1 0,2 2-15-16,1-2 4 0,5 0-3 15,1-4-13-15,1-3 13 0,9-3 3 16,2-4 9-16,5-4 0 0,1-3 3 16,3-3 24-16,2-4 7 0,0-5-17 15,3-3-13-15,3-5-1 0,1-8 25 0,1-3-13 16,0-7 6-16,1-5-18 0,-2-1-1 15,-1-1-36-15,-3-1-27 0,-6 1-6 0,-4 4-16 16,-2 4 0-16,-8 4 12 0,-3 3 3 16,-3 3 0-16,-1 3 15 0,-10-1 25 0,-1 2 0 15,-4 0-9-15,-4 3-13 0,-5 1-65 16,0 4-27-16,-5 0-72 0,3 9-140 16,-1 7-167-16,7-1-514 15,-8 16-455-15</inkml:trace>
  <inkml:trace contextRef="#ctx0" brushRef="#br0" timeOffset="154662.821">19296 16123 620 0,'0'0'1420'0,"0"0"-906"0,0 0-163 15,0 0-88-15,0 0 37 0,0 0-6 16,0 0-27-16,0 0-25 0,0 0-41 15,-20-18-43-15,20 12-23 0,0 1-9 16,-1-2-19-16,1-3-37 0,0-1-33 16,0-3-22-16,0-3-14 0,0-3-1 0,3-3-13 15,0-4 10-15,0-5-34 0,0-1-24 0,2-5-55 16,-1 1-10-16,-1-1 31 0,2 0 8 16,-4 4-2-16,1 2-1 0,-1 3-37 15,-1 1-67-15,0 4-77 16,0 2-86-16,0 2-100 0,0 5-100 15,0 0 19-15,0 4-181 0,0 1 12 16,0 0 230-16</inkml:trace>
  <inkml:trace contextRef="#ctx0" brushRef="#br0" timeOffset="154909.635">19312 15480 148 0,'0'0'345'15,"0"0"-214"-15,0 0 895 0,0 0-646 0,0 0-59 16,0 0-40-16,0 0-17 0,0 0-46 16,0 0-62-16,0 0-85 0,-28 2-59 15,17 3-12-15,-1 6-17 0,-3 3-40 16,-2 4 19-16,-1 2 12 0,1 2-25 15,1-1-13-15,2-2-29 0,5-4-51 0,1-4-24 16,3-3-13-16,1-6 30 0,4-2-15 0,0-1-100 16,6-9-146-16,1-3 50 0,2 1 121 15,1-2 88-15,1 0 104 0,1 4 49 16,-1 2 245-16,1 4 142 0,-2 4-26 16,4 0-29-16,-2 2-54 0,2 6 23 0,1 2-21 15,0-1-14-15,1 2-68 0,4-2-49 0,-2-2-25 16,2-2-74-16,0 1-50 0,-1-4-28 15,1-2-204-15,-2 0-99 0,-3 0-161 16,0 0-514-16</inkml:trace>
  <inkml:trace contextRef="#ctx0" brushRef="#br0" timeOffset="157869.334">19518 14347 297 0,'0'0'65'0,"0"0"137"0,0 0 456 15,0 0-36 1,0 0-307-16,0 0-105 0,0 0-19 16,0 0-11-16,0 0-22 0,3-69-23 15,-3 63-14-15,0 3-9 0,-3-2 3 0,0 1 9 16,-3 3 6-16,-2 0-13 0,-3 1-7 15,-4 0-3-15,-4 7-38 0,-2 5-18 16,-3 4-14-16,-2 3-21 0,2 2 21 16,-2 1 16-16,2 3-9 0,3-3 15 15,4-1-7-15,5-1-8 0,4-4-19 0,5 0-1 16,3-2-5-16,0-2-17 0,2-1 10 16,7 1-11-16,3-2 0 0,2-1 21 15,4 1-19-15,1 1 28 0,1-3-12 16,2-1-1-16,-2 4-6 0,-1-2 4 0,-1 0 5 15,-5 1 26-15,0 1-23 0,-3-1 4 0,-4 1-1 16,-3 0 32-16,-1 0 24 0,-2 1-10 16,0 1-24-16,-5-2-19 0,-4 1-14 15,0-2-1-15,-2-1-15 0,-2-1-10 16,1-1-97-16,-2-3-62 0,0-4-6 0,1 0-13 16,1 0-30-16,1-2-51 0,4-7-94 15,-1-4-220 1,3 1-540-16,-1-17-708 0</inkml:trace>
  <inkml:trace contextRef="#ctx0" brushRef="#br0" timeOffset="158069.074">19811 14104 1615 0,'0'0'1318'16,"0"0"-1007"-16,0 0-120 0,0 0-1 0,0 0 12 15,0 0 21-15,0 0-16 16,-9 78-108-16,2-39-61 0,-3 4-38 0,2 4 0 16,2-1-50-16,1 0-146 0,2 0-156 15,3-12-293 1,-5 19-973-16</inkml:trace>
  <inkml:trace contextRef="#ctx0" brushRef="#br0" timeOffset="158986.863">18897 14937 26 0,'0'0'326'0,"0"0"1206"15,0 0-1214-15,0 0-118 0,0 0 17 16,0 0 5-16,0 0-49 0,0 0-32 16,0 0-38-16,0 0-81 0,0 0-22 15,-76 48-32-15,64-34-3 0,0 2-122 16,-3 2-100-16,-1 1-114 0,-1 2-154 16,-2 2-291-16,-1-1-271 0,4-4 1087 0</inkml:trace>
  <inkml:trace contextRef="#ctx0" brushRef="#br0" timeOffset="159188.225">18431 15451 170 0,'0'0'117'0,"0"0"-6"0,0 0 19 0,0 0 610 16,0 0-382-16,0 0-134 0,0 0-42 15,0 0-46-15,0 0-26 0,-77 70 0 16,68-62-35-16,-1 3-36 0,3 1-39 15,-2-2-2-15,1 2-10 0,-2 1-53 16,0 2-145-16,-1-1-121 0,0 4-245 0,-1-2-17 16,-2 2-13-16,3-2 499 0</inkml:trace>
  <inkml:trace contextRef="#ctx0" brushRef="#br0" timeOffset="159318.905">18102 15862 212 0,'0'0'147'0,"0"0"-36"15,0 0-72 1,0 0 6-16,0 0 643 0,0 0-688 16,0 0-49-16,-67 69-238 0,59-60-87 15,1 0-96-15,2-2 408 0</inkml:trace>
  <inkml:trace contextRef="#ctx0" brushRef="#br0" timeOffset="159464.735">17950 16059 391 0,'0'0'242'15,"0"0"-210"-15,0 0 591 0,0 0-334 0,0 0-146 16,0 0 13-16,0 0-64 0,0 0-92 16,0 0-42-16,0 0-16 0,-25 12-20 15,25-10-46-15,-2 0-52 0,1 2-139 16,-1 1-102-16,2 0-216 0,-3 2 548 0</inkml:trace>
  <inkml:trace contextRef="#ctx0" brushRef="#br0" timeOffset="160366.71">18761 14964 615 0,'0'0'52'0,"0"0"1274"16,0 0-882-16,0 0-102 0,0 0 14 0,0 0-2 0,0 0-35 15,0 0-45-15,0 0-71 0,0 0-73 16,0 0-58-16,-3-12-45 0,11 12 4 16,2 0 19-16,3 2-1 0,1-1-15 15,3 2 9-15,1 1-15 0,1-2-27 16,1 0 14-16,2 3-15 0,-3-4-15 15,1 1 12-15,-3 1-25 16,-1 0-12-16,-3 0 9 0,-2-1-6 16,-2 1-34-16,-3 2 28 0,-5-1 0 15,1 3-7-15,-2 1-18 0,-2 3-32 16,-5 3-24-16,-2 4-47 0,-8 4-74 16,1 3-133-16,-5 0-134 0,-4 4-190 15,8-6-463-15,-17 10 226 0</inkml:trace>
  <inkml:trace contextRef="#ctx0" brushRef="#br0" timeOffset="201777.912">19689 17819 1220 0,'0'0'309'15,"0"0"348"-15,0 0 56 0,0 0-281 0,0 0-80 16,0 0 13-16,0 0-80 0,0 0-59 15,0 0-41-15,-71 12-32 0,59-9-12 16,-3 2-37-16,1 1 2 0,-3-1 7 0,1 1 2 16,-1 0-12-16,3 2-15 0,-4 1-18 15,1-1-13-15,-2 4-12 0,-1 1-14 16,-3 1-16-16,1 2 6 0,0 1-3 16,0 0-7-1,4 0-11-15,1-2-1 0,4 2 0 0,3 0-2 16,6 0-9-16,3 3-3 0,1-1 12 15,1 5 2-15,7-1 1 0,3 1 1 16,3 0 1-16,2 1 1 0,1-1-2 16,3-3-1-16,3-3-2 0,0-2-10 15,-2-5 9-15,2-2-15 0,-2-3 15 16,-2-4-16-16,1-2 19 0,-4 0-2 0,1-5-1 0,1-4-15 16,-5-1-3-16,0-4-24 0,-2 0-40 15,-1-5-18-15,-4 0-18 0,1-2-34 16,-5 0-31-16,-2 1-102 0,0 1-181 15,-7-1-303-15,-1 6-679 0,-8-8-584 0</inkml:trace>
  <inkml:trace contextRef="#ctx0" brushRef="#br0" timeOffset="202147.656">19266 17715 2507 0,'0'0'669'0,"0"0"-344"0,0 0-35 16,0 0 32-16,0 0-55 0,0 0-32 16,0 0-66-16,0 0-86 0,0 0-18 15,0 0-1-15,0 0-18 0,66-32-9 16,-54 19-25-16,1-1 0 0,-1 1-9 0,-1-1 7 15,1 1-10-15,-1 2-3 0,-1 4 1 16,2 1-10-16,-4 3-6 0,1 1 14 0,0 2 4 16,-1 0 3-16,-2 0 12 0,2 5 6 15,0 2 7-15,-1 2-26 0,0 3 0 16,2-1-2-16,2 5 0 16,1 1-3-16,0 3-19 15,1 2-27-15,-2 2-18 0,3 2-31 16,-3-3-31-16,0-1-58 0,4-3-114 15,-2-5-188-15,-2-3-322 0,8-4-795 0</inkml:trace>
  <inkml:trace contextRef="#ctx0" brushRef="#br0" timeOffset="203065.538">17582 17755 1114 0,'0'0'2662'16,"0"0"-2073"-16,0 0-237 0,0 0-24 15,0 0-33-15,0 0-64 0,17 72-25 16,-13-49-73-16,0 4-67 0,-1 2-35 16,-3 7-13-16,0 1 0 0,0 1-2 15,-1 1-16-15,-5-4-30 0,-1-4-64 16,1-8-36-16,3-6 0 0,-1-9-3 0,3-4-34 0,1-4-28 15,0-5-71-15,0-9-155 0,4-7-38 16,3-7-121-16,3-5-446 0,2-4-103 16,-2-4 338-16</inkml:trace>
  <inkml:trace contextRef="#ctx0" brushRef="#br0" timeOffset="203365.858">17668 17843 547 0,'0'0'580'0,"0"0"25"16,37-71-53-16,-23 57-39 0,0 2-32 16,-4 3-91-1,0 6-72-15,-1 0-36 0,-4 3-27 16,1 0-46-16,-3 2-25 0,0 6-6 15,-3 2-14-15,0 6-39 0,0 4-49 16,-6 5-31-16,-2 1-26 0,-1 4-7 16,0 0-12-16,1-2-2 0,3-2-10 0,2-3 10 15,3-5-11-15,0-5 1 0,0-2-18 16,6-3-10-16,4-3 7 0,2-1 0 0,1-1 11 16,1 2 22-16,1 1 1 0,-1 0 0 0,-1 2 12 15,-1 3 17-15,0 3 22 16,-4 3 17-16,-1 1 1 0,-3 1-18 0,-1 2-4 15,-3-2-12-15,0 1-8 0,0 0-7 16,0-4-6-16,-7 1-12 0,0-4 0 16,-4-1-3-1,-1-4 0-15,-1-1-51 0,-3-2-43 16,0-3-24-16,-3-2 5 0,2 0-24 0,-3-8-42 16,-2-5-57-16,3-6-41 15,-2-7-192-15,4 3-276 0,-5-22-737 0</inkml:trace>
  <inkml:trace contextRef="#ctx0" brushRef="#br0" timeOffset="203655.68">17436 17608 821 0,'0'0'2328'0,"0"0"-1746"16,0 0-251-16,0 0 51 0,0 0-58 0,0 0-88 15,0 0-120-15,0 0-61 0,0 0-18 16,82-47-1-16,-64 28-36 0,0-3 0 16,1 1-3-16,-2 1 2 0,-1 0-9 0,-1 3 8 15,-3 2 2-15,1 3-3 0,-4 2-9 16,1 3-1-16,-3 3 13 0,-1 3-3 16,0 1-9-16,1 0 9 15,0 6 3-15,-1 6 15 0,1 6-15 16,1 3 0-16,-4 5-42 0,3 0-41 0,-3 2-42 15,-2 0-62-15,-1-1-97 0,1-7-256 16,-2 8-761-16</inkml:trace>
  <inkml:trace contextRef="#ctx0" brushRef="#br0" timeOffset="204384.453">15665 17921 1163 0,'0'0'1224'0,"0"0"-743"0,0 0-65 0,0 0-41 0,0 0-45 16,0 0-104-1,0 0-58-15,0 0-53 0,0 0-32 0,-87 77-43 0,72-51-21 16,0 4 12-16,1 4 3 0,-1 4 9 15,0 3-13-15,0 1-8 0,3 1-4 16,-3-3-16-16,3-6-2 0,4-6-3 16,3-9 3-16,1-9 0 15,2-6-3-15,2-4-28 0,0 0-39 16,0-10-100-16,0-6 6 0,5-6-10 16,2-6-39-16,4-6-105 0,-2-1-165 15,1 2-260-15,0 1-280 0,-1 5 372 0,0 3 191 16,3 3 206-16</inkml:trace>
  <inkml:trace contextRef="#ctx0" brushRef="#br0" timeOffset="204685.56">15561 18054 422 0,'0'0'639'16,"0"0"-76"-16,0 0-18 0,0 0-108 0,82-12-112 16,-62 14-53-16,-1 5-20 0,3 4-36 0,-1 6 36 15,1 2 2-15,0 5-46 0,-2 3-16 16,-3 4-13-16,0 1-59 0,-5 4-50 16,-1-1-39-16,-3-4-28 0,-3-2-2 15,-2-5 0-15,0-3 1 0,-1-7-1 16,1-4-1-1,-3-3-10-15,0-3-9 0,0-1-51 16,0-3-22-16,0 0-37 0,0 0-32 16,-2-2-37-16,-4-3-30 0,-2 0-27 0,-7-1 37 15,2 0-7-15,-5-1-15 0,0-1-13 16,-3 0 102-16,-1-4 128 0,0 3 23 16,-1-1 29-16,0-1 39 0,7 4 121 15,1-2-51-15,4 2-42 0,8 1-42 0,3 2-54 16,2-1 29-16,10 0 0 0,5 3 98 0,2-1-26 15,1 1-18-15,1 2-33 0,-2-4-43 16,1 2-7-16,-4-4-51 0,1-2-190 16,-5-1-139-16,-1 0-390 0,-5-4-737 15</inkml:trace>
  <inkml:trace contextRef="#ctx0" brushRef="#br0" timeOffset="205039.18">15407 17801 2809 0,'0'0'665'16,"0"0"-383"-16,0 0-18 0,0 0 11 0,0 0-24 15,0 0-35-15,0 0-69 0,26-84-86 16,-19 59-33-16,3-1 3 0,-1 0-31 16,2-1-11-16,2 1-19 0,0 1 5 15,4 5-2-15,-3 1-1 0,1 4-12 16,1 5 10-16,-3 0-22 0,3 6 21 16,1 1 3-16,-1 3 28 0,3 3 0 15,-2 6 0-15,2 2-12 0,-2 2-16 16,-1 1-9-16,1 5-15 15,-2 2-38-15,-1 1-55 0,-1 3-83 16,0 1-184-16,-3-6-314 0,6 9-864 0</inkml:trace>
  <inkml:trace contextRef="#ctx0" brushRef="#br0" timeOffset="205439.87">16992 17987 473 0,'0'0'792'16,"0"0"-688"-16,0 0 692 0,0 0 27 15,0 0-338-15,0 0-153 0,0 0-14 0,0 0-94 0,0 0-84 16,0 0-54-16,0 0-46 0,-91-31-27 16,64 29 5-16,-6 2 4 0,-6 0-22 15,-6 0 0-15,-2 4-44 0,-4 4 17 16,-2 1 27-16,5 3-3 0,2 0-16 15,7 0 7-15,3 1 9 0,4 0-56 16,7-1-59-16,3-1-3 0,6-4-66 0,3-1-75 0,6-5-117 16,3-1-310-16,2-9-854 0</inkml:trace>
  <inkml:trace contextRef="#ctx0" brushRef="#br0" timeOffset="205681.006">16442 17836 297 0,'0'0'1971'0,"0"0"-1378"16,0 0-262-16,0 0-16 0,0 0-40 0,0 0-64 15,-71 69-82-15,52-51-42 16,2-1-40-16,1 2-13 0,-1-1-6 0,5 3-12 16,1-1-16-16,-1 3 0 15,7 0-3-15,3-1-32 0,2 0 1 0,4-1-9 0,9-2 5 16,5-3 13-16,6 1 25 0,6-3 0 0,4-3-11 15,2-1-4-15,1-3 14 0,3-6-32 16,-1 1-175 0,-3-2-203-16,-8 0-386 0,12-5-889 0</inkml:trace>
  <inkml:trace contextRef="#ctx0" brushRef="#br0" timeOffset="206372.003">14969 17962 752 0,'0'0'2027'0,"0"0"-1601"0,0 0-250 0,-95 4 18 0,60-2-33 15,0 0-23-15,-3-1-9 16,-3 1-43-16,-1 0-50 0,-5-1-35 0,-2 2 1 16,1-2 17-16,-2 2-19 15,5 1 1-15,3-2-2 0,2 1 1 16,7-1 0-16,6-1-1 0,5 2-43 16,5 0-41-16,4-2-63 0,1 1-57 15,6-2-80-15,2 0-112 0,3-2-221 16,-1-1-200-16,2-6 17 0</inkml:trace>
  <inkml:trace contextRef="#ctx0" brushRef="#br0" timeOffset="206641.012">14269 17884 821 0,'0'0'433'0,"0"0"-49"16,0 0 2-16,0 0 3 0,0 0 2 15,0 0-55-15,0 0-122 0,0 0-80 16,0 0-45-16,0 0-13 15,0 0-32-15,-45 63-28 16,37-56 3-16,0 0 6 0,1-1-22 0,2 1 6 16,-2-1-9-16,3 1-18 0,-2-1 17 15,3 3-2-15,0 1 2 0,-1 2-18 16,4 0-3-16,0 0-6 0,1 0 9 16,7-2-22-16,2-1-10 0,0-1 0 15,0 0-98-15,4-3-58 0,-1 0-15 0,2 0 7 16,-4 2-150-16,2-2-225 0,-1 0-113 15,4 1-339-15</inkml:trace>
  <inkml:trace contextRef="#ctx0" brushRef="#br0" timeOffset="207443.206">13512 18180 1296 0,'0'0'1359'0,"0"0"-941"0,0 0-204 0,0 0-42 16,0 0-51-16,0 0-1 0,0 0 16 15,26 84-30-15,-13-56-27 0,1-3-25 16,-2 0-23-16,-4-4 1 16,-2 0 5-16,-1-1 19 15,-3-7-22-15,1-1 13 0,-3-4-13 0,0-3-6 16,0-3 3-16,0-1-12 0,0-1-16 15,3 0 12-15,0 0-2 0,3 0-12 16,2-4 54-16,7-1 7 0,2-2-22 16,3-5-3-16,3-1-35 0,-2-3-2 15,0-2 0-15,1-3-31 0,-5-1 28 0,0 1-37 0,-4 0 3 16,2 0-12-16,-7-1-16 0,0 3-13 16,-4 0 16-16,0 1 3 0,-4 5 0 15,0 1 16-15,-4 5 43 0,-5 2 0 16,-5 4-3-16,-5 1-60 0,-5 0-41 15,-5 1-3-15,-4 5 25 0,-5 3 26 16,1 1 21-16,-3 1 16 16,3-1-73-16,6 1 3 0,3 2-60 15,5 1-94-15,4 2-175 0,9-4-372 16,4 8-566-16</inkml:trace>
  <inkml:trace contextRef="#ctx0" brushRef="#br0" timeOffset="208314.883">18665 17920 1519 0,'0'0'1'0,"0"0"1189"16,0 0-760-16,0 0-120 0,0 0-25 16,0 0 33-16,0 0-37 0,-93 14-61 15,73-8-79-15,-1-1-42 0,-2 2-41 16,-3-3-3-16,-1 2-21 0,-2-2-31 15,-4-2 0-15,1 1-3 0,-2-1-33 16,1-1-34-16,1-1-53 0,3 0-52 0,5 0-17 16,5 0-139-16,2 0-148 0,6 0-278 15,0-3-573-15</inkml:trace>
  <inkml:trace contextRef="#ctx0" brushRef="#br0" timeOffset="208593.16">18227 17748 1987 0,'0'0'608'16,"0"0"-311"-16,0 0-6 0,0 0 72 0,0 0-9 15,0 0-90-15,0 0-124 0,0 0-91 16,-82 53-11-16,69-37-4 0,-3 0-3 16,5 3-29-16,-3 3-2 0,3 2 0 15,1 1-13-15,4-3-5 0,2 1 16 16,3-2-1-16,1-2 3 0,1-1 1 15,9-1-1-15,3-1 12 0,4 1 10 0,2-4-19 0,4 0 19 16,-1 0-22-16,1-2-14 0,0-4-11 16,3-1-15-16,1-2-22 0,4-2-19 15,0-2 31-15,2-2-113 0,1-7-189 16,-9 4-240-16,12-9-1050 0</inkml:trace>
  <inkml:trace contextRef="#ctx0" brushRef="#br0" timeOffset="209194.94">21294 17877 1520 0,'0'0'802'16,"0"0"-318"-16,0 0-154 0,0 0-20 16,0 0-70-16,0 0-69 0,-91-19-43 0,64 23 8 15,-2 3-5-15,-4 3 12 0,-2-1-26 16,-1 2 7-16,0-1-23 0,0 1 1 16,0-2-10-16,0-2-71 0,-3 1-9 0,3-1 1 31,-3-2-13-31,2 1 0 0,-3 0-16 0,-1 0-33 15,1 0-24-15,0 1-102 0,4-1 101 16,2 0-100-16,10 0 112 0,6-3-78 16,4 0-120-16,4-3-166 0,3 0-225 15,2 0-426-15,4-10-234 0</inkml:trace>
  <inkml:trace contextRef="#ctx0" brushRef="#br0" timeOffset="209481.453">20579 17814 1349 0,'0'0'725'0,"0"0"-327"0,0 0-94 16,0 0 132-16,0 0-4 0,0 0-73 16,0 0-124-16,0 0-101 0,0 0-38 15,0 0-19-15,-65 24-33 0,48-10 11 0,-2 3-9 0,-1 2-44 32,4 2 11-32,1 3-12 0,3-1-1 15,2 0-16-15,3 0-5 0,2-1 2 16,2 2 1-16,1-2 5 0,2 0-8 15,0-2 18-15,0-3-19 0,4-1 10 16,5-3-19-16,5-2 9 0,3 0 19 0,6 1 3 16,2 0 6-16,2-4-6 0,0 1-9 0,-1-1-19 15,-2-4-3-15,2 0-99 0,-1-2-7 16,3-2-20-16,2-2-29 0,0-5-44 16,3-4-196-16,-7 1-635 0,10-7-888 0</inkml:trace>
  <inkml:trace contextRef="#ctx0" brushRef="#br0" timeOffset="209911.945">21686 17885 1618 0,'0'0'620'15,"0"0"-312"-15,0 0-9 0,0 0-32 0,0 0-47 16,79 1-42-16,-69 5-26 0,-4 0-4 16,0 1 28-16,-2 4 22 0,-3-1-27 15,-1 3-47-15,-1 2-25 0,-7-1-9 16,-3 5-1-16,0-1-31 0,-2 0-18 16,0-4 15-16,0 1-3 0,1-3 22 0,2-4-22 0,0-1-1 15,5-6-14-15,-1-1-16 0,3 0 7 16,0 0-13-16,1-3-15 0,1-6-22 15,0 0-45-15,1-6 6 0,0-3 15 16,2-3 9-16,4-5 7 0,0-4-32 16,3-1-36-16,-1 0-18 0,-2 0 11 15,0 2 0 1,-5 3-19-16,-1 2-35 0,0 2-29 16,-4 3-1-16,-9 1 51 0,0 6 24 15,-5 1-39-15,-3 3-9 0,-2 4 34 0,-3 4 99 16,0 0 3-16,2 8 24 0,-2 6-51 15,1 6-110-15,2 7-279 0,7-3-259 16,-4 18-431-16</inkml:trace>
  <inkml:trace contextRef="#ctx0" brushRef="#br0" timeOffset="212771.404">21660 17746 310 0,'0'0'1084'0,"0"0"-684"0,0 0-163 0,0 0-59 16,0 0-77-16,0 0 31 0,0 0 352 15,0 0-238-15,0 0-127 0,-36-26-2 16,30 24 7-16,2 2 19 0,-2-1-27 15,1 1-15-15,0 0-4 0,2 0-23 0,-1 0 1 16,0 0-4-16,1 5-2 16,-2 0 5-16,-2 1-9 0,2 3-37 0,-1 3-26 0,1 1 14 15,-2 1 6-15,-1 1 2 0,3 1-2 16,-2-2 0-16,1 2 5 0,0-2 1 16,-1 3-13-16,4 2-11 0,-1 0-1 15,1 1 15-15,3 3-18 0,0 0 0 16,0 2 2-16,3-2-1 0,3 0 0 15,1-3 0-15,-1 0 2 16,1-2-2-16,0-2 0 0,-1-2-1 16,2-1-3-16,-2-1 3 0,2-4 13 15,0 0-11-15,2 0-1 0,2-1 1 16,1-4-1-16,1 1-1 0,3-4-16 0,-1 0 15 16,1 0 0-16,1-7-10 0,1-2-23 15,-2-4 13-15,0-1 2 0,0-4-27 0,-4 0 21 16,-1-1-46-16,-1-2 30 0,-2 0-8 15,-2-1-1-15,-1-1-28 0,-2 1-15 16,-1 0-21-16,-3 0 20 0,0 1 9 0,0 0-3 16,-7 3 44-16,-3 3 44 0,0 3 25 15,-6 1 16-15,0 3 9 0,-2 2-6 16,-4 1-9-16,0 1-19 0,-1 3 3 16,0 1 3-1,0 0-22-15,0 0-22 0,-1 4-10 16,1 2 32-16,0 1-69 0,2 4-60 0,1 2-96 15,3 1-180-15,2-3-343 0,-1 10-572 0</inkml:trace>
  <inkml:trace contextRef="#ctx0" brushRef="#br1" timeOffset="-67090.837">8106 8646 1011 0,'0'0'202'0,"0"0"965"0,0 0-732 0,0 0-149 0,0 0-21 15,0 0-14-15,0 0-59 0,0 0-60 16,0 0-44-16,0 0-2 0,3-54-15 15,0 38-8-15,5-3-17 0,0 0-21 16,0 0-22-16,4-3 10 0,-2 1-11 16,0 1 16-16,1 0-14 0,0 2-4 15,-1 0 0-15,1 4-4 0,-1 0-14 16,-1 4 5-16,-2-1 10 0,2 6-31 16,-2 0 3-16,-3 3-3 15,2 2-19-15,-3 0 6 0,3 0 10 16,-2 3 11-16,3 6 26 0,-1 3 21 15,0 7 11-15,4 4-20 0,-3 5 13 16,2 6-25-16,-2 2 1 0,1 5-1 0,1 3-44 16,0 3 10-16,2 0-18 0,-2 3 50 15,1-1-21-15,0-4 23 0,3-2 0 16,-1-5-3-16,1-4 3 0,-2-9 1 0,2-4-1 16,-3-7-18-16,-1-2 16 0,2-1-14 0,-3-6 15 15,-1-2-15-15,2-3 14 0,0 0-20 16,2 0-37-16,-3-11-64 0,5-2-76 15,-4-6-161-15,1 4-232 0,1-16-653 0</inkml:trace>
  <inkml:trace contextRef="#ctx0" brushRef="#br1" timeOffset="-66853.506">8595 8519 241 0,'0'0'2013'0,"0"0"-1655"0,0 0-145 16,-51 66 57-16,35-40-47 0,-2 4-76 15,2 0-49-15,-3 2-13 0,3 3-59 16,-1 1-23-16,1 0-3 0,-1 3-3 0,1 0-23 0,-2-2-21 16,5 0-74-16,-2-2-38 0,3-1-10 15,1-5-33-15,2-2-61 0,5-4-125 16,-1-5-251-16,4-3-97 0</inkml:trace>
  <inkml:trace contextRef="#ctx0" brushRef="#br1" timeOffset="-66631.689">8847 8893 502 0,'0'0'1864'0,"0"0"-1380"0,0 0-129 16,0 0 27-16,0 0-22 16,0 0-47-16,0 0-108 0,1 78-88 0,-1-64-61 15,0 2-40-15,2-4-16 0,-1 3-27 16,-1 0-1-16,2-3-62 0,2 1-71 0,-1-2-63 16,1-3-72-1,3 1-160-15,-1-5-593 0,5-4-785 0</inkml:trace>
  <inkml:trace contextRef="#ctx0" brushRef="#br1" timeOffset="-66290.11">9514 8829 333 0,'0'0'1827'0,"0"0"-1391"0,0 0-139 15,0 0 16-15,0 0-10 0,0 0-9 16,0 0-49-16,0 0-110 0,20 74-63 0,-20-59-53 0,0 4-8 15,0 1-11-15,-4 1-12 0,-2-2-60 16,-1 2-62-16,0-3-33 0,1-4-38 16,2-4-58-16,2-7-72 0,2-3-89 15,0 0-275-15,0-14-592 0</inkml:trace>
  <inkml:trace contextRef="#ctx0" brushRef="#br1" timeOffset="-65966.992">9792 8438 1558 0,'0'0'1055'15,"0"0"-611"-15,0 0-178 0,0 0-25 16,0 0 97-16,0 0 7 0,0 0-109 0,0 0-98 0,0 0-39 16,68-72-28-16,-48 57-47 0,3 6-21 15,-1 1-1-15,1 2 17 0,0 6 5 16,1 0-5-16,-2 4-7 0,0 10-9 15,-2 3 15-15,-1 6 22 0,-1 1-9 16,-2 4-13-16,-3 3 3 0,-1 3 4 16,0 1-22-1,-4 6 18-15,-2-2-19 0,-2 6-2 0,0-5 0 16,-2 0 0-16,-1-4 0 0,1-3-2 16,2-7 0-16,0-7-13 0,-1-1-12 0,4-10-13 15,-1-3-24-15,1-2-65 0,5-3-37 16,1-9-35-16,1-5-51 0,4-9-116 15,-4 2-311-15,5-18-989 0</inkml:trace>
  <inkml:trace contextRef="#ctx0" brushRef="#br1" timeOffset="-65788.659">10346 8399 1516 0,'0'0'1559'16,"0"0"-1211"-16,0 0-170 0,-58 86 5 0,35-55 91 0,3 2 50 31,-3 2-73-31,0 1-97 0,-2 0-99 16,5 1-55-16,-2-4-6 0,2 3-86 0,3-3-59 15,0-2-66-15,6-1-57 0,1-6-60 16,3-5-113-16,4-6-200 0,3-4-560 0</inkml:trace>
  <inkml:trace contextRef="#ctx0" brushRef="#br1" timeOffset="-65565.988">10521 8712 2511 0,'0'0'611'16,"0"0"-209"-16,0 0-26 0,0 0-31 15,0 0-26-15,0 0 13 0,0 0-87 16,0 0-87-16,0 0-67 0,0 0-45 0,36 85-31 0,-43-60-14 16,2-2 1-16,-1 3-1 0,1-3 0 0,4 1 1 15,1-7 15-15,0-3-17 0,6-1-33 16,4-4-16-16,1-2-3 0,2-6-17 15,6-1-32-15,1-4-42 0,-1-8-50 16,4-2-106-16,-2-3-209 0,-6 4-637 16,-1 0-964-16</inkml:trace>
  <inkml:trace contextRef="#ctx0" brushRef="#br1" timeOffset="-65001.829">9298 9435 336 0,'0'0'772'0,"0"0"823"0,0 0-1079 0,0 0-125 16,0 0-41-16,0 0-46 0,0 0-124 15,0 0-99-15,0 0-47 0,-25-80 9 16,25 57 0-16,3 2-12 0,5-1-16 16,0-1 4-16,2 1 11 0,3 0 1 15,0 0 0-15,2-2-3 0,3 2-13 16,-2 0 6-16,1 0-8 0,2 0-11 0,-1 2-1 0,-1 1 0 16,-1 1-1-16,1 0-2 0,-1 5 0 15,1 1-14-15,-1 2 16 0,1 2 15 16,0 4-14-16,-2 4-1 0,1 0 1 15,0 9 26-15,-1 4 28 0,1 2-21 16,-4 7-31-16,2 3 15 0,-5 0-2 16,1 5-13-1,-6 1 10-15,1-1-13 0,-3-2-67 0,0-4-16 16,1-7 3-16,-2-3-27 0,-1-9-57 16,0-1-65-16,0-4-178 0,0 0-325 15,0-9-901-15</inkml:trace>
  <inkml:trace contextRef="#ctx0" brushRef="#br1" timeOffset="-64831.529">9622 9093 803 0,'0'0'212'0,"0"0"1196"0,0 0-931 0,0 0-153 16,-27 70 13-16,21-46 41 0,3 0-21 31,2 2-84-31,-1 3-70 0,2 2-65 0,-3 4-73 16,0 1-59-16,-1 1-6 15,1 1-77-15,-1 0-70 0,-2-1-81 0,2-5-138 0,1-7-220 16,-7 11-740-16</inkml:trace>
  <inkml:trace contextRef="#ctx0" brushRef="#br1" timeOffset="-63847.312">5179 11450 1444 0,'0'0'741'0,"0"0"303"0,0 0-634 0,0 0-83 16,0 0-7-16,0 0-72 0,-13-82-106 16,17 59-44-16,5-3-39 0,5-4-13 15,-1-1-22-15,6 1-22 0,-1 3 0 16,0 4-2-16,1 1 0 0,0 8-12 0,-1 3-3 15,0 6 2-15,2 5 10 0,1 0 1 16,0 7 0-16,3 9 2 0,-1 6 1 0,1 4 12 16,0 8 5-16,0 4-15 0,-1 5-3 15,-1 5 0-15,-3 1 2 0,1 1-2 0,-4-3-19 16,1-6-9-16,-2-5 3 0,-1-9 13 16,-1-8-19-16,0-5-48 0,-3-7-57 15,0-6-34-15,0-1-26 0,2-7-90 16,-1-8-229-1,-2 3-625-15,-2-21-618 0</inkml:trace>
  <inkml:trace contextRef="#ctx0" brushRef="#br1" timeOffset="-63646.746">5751 11228 421 0,'0'0'2022'15,"0"0"-1606"-15,0 0-181 0,0 0 45 0,-56 94 41 16,40-61-10-16,3 3-63 0,0-1-68 15,2 7-69-15,-1-4-34 0,1 2-43 16,1 0-34-16,2-1-23 0,1 0-30 0,2-3-104 16,0-5-55-16,4-5-58 0,1-7 15 15,0-5-33-15,0-5-92 0,4-4-200 16,3-5-515 0,-3 0-248-16,2-5 1343 0</inkml:trace>
  <inkml:trace contextRef="#ctx0" brushRef="#br1" timeOffset="-63484.146">5894 11615 277 0,'0'0'333'0,"0"0"312"0,0 0 473 0,0 0-676 15,0 0-41-15,0 0 3 0,40 68-32 16,-38-50-93-16,-1 0-140 0,0 2-100 0,1-3-39 16,-2-1-24-16,4-1-38 0,1-5-128 15,2 0-96-15,3-5-90 0,1-3-215 16,0-2-525-16,7-7-226 0</inkml:trace>
  <inkml:trace contextRef="#ctx0" brushRef="#br1" timeOffset="-62728.405">6028 11250 1349 0,'0'0'420'0,"0"0"619"0,0 0-651 0,0 0-127 15,0 0-45-15,0 0-11 0,0 0-42 16,-16-68-25-16,16 47-79 16,0-3-24-16,4 1-14 0,5-1 7 15,-2 1 3-15,-1 2 19 0,1 4 12 16,2 2 12-16,-5 4-3 0,0 1-3 16,1 6-3-16,-4-1-1 0,2 3-6 15,-1 2-15-15,-1 0-9 0,2 0-4 0,0 0-8 16,4 0 2-16,0 5 1 0,6 2 5 15,3 8 4-15,1 2-13 0,5 4 10 0,1 5-19 16,1 4 6-16,-2 2 7 0,4 4 14 16,-3 0-5-16,0 3-1 0,-4 1-2 15,-2-2-4-15,-2 0 6 0,-1-3-11 0,-4-2-4 16,-1-6-17-16,2-6-1 0,-5-2-12 16,3-5-7-16,-3-5-8 0,0-3-40 15,0-2-51-15,-1-1-44 0,-2-3-19 0,1 0-31 16,-1-3-32-16,0-4-98 0,2-4-169 15,0-5-234-15,-2 1-532 0</inkml:trace>
  <inkml:trace contextRef="#ctx0" brushRef="#br1" timeOffset="-62518.914">6487 11154 957 0,'0'0'229'0,"0"0"1254"0,0 0-1132 0,0 0-143 16,0 0 34-16,0 0 81 0,0 0-9 15,-41 86-46-15,29-55-98 0,-2 7-71 16,-2 1-22 0,0 3-22-16,2-1-21 0,-3 1-25 15,2-1-9-15,3-4-33 0,0 1-75 0,0-5-65 16,5 0-94-16,0-5-62 0,1-8-107 16,4-1-158-16,1-8-399 0,1-7-303 0</inkml:trace>
  <inkml:trace contextRef="#ctx0" brushRef="#br1" timeOffset="-62264.317">6672 11454 1395 0,'0'0'666'0,"0"0"81"16,0 0-391-16,0 0-28 0,0 0 7 16,0 0-45-16,0 0-72 0,75 3-54 0,-72 6-59 15,-3 3-50-15,0 3-21 16,0 3-18-16,-3 1-1 0,-3 2-13 0,-1-1 1 15,0 2-1-15,1-3 0 0,3-6 1 0,0 1 19 16,3-5-22-16,0-1-3 0,0-2-16 16,2 0 17-16,2-2-16 0,3-4-4 15,3 2-8-15,2-2 11 0,1 0-9 16,1 0-55-16,2-2-84 0,0-5-132 16,-4 2-336-16,2-2-1494 0</inkml:trace>
  <inkml:trace contextRef="#ctx0" brushRef="#br1" timeOffset="-60754.072">7267 11083 463 0,'0'0'241'0,"0"0"1130"0,0 0-1089 0,0 0-85 16,0 0 35-16,0 0 77 0,0 0-19 16,0 0-39-16,0 0-49 0,0 0-45 15,0 0-40-15,-53-7-39 0,44 14-22 16,-2 4-7-16,-1 2 4 0,4 3-6 0,2 5-10 15,1 3-12-15,5 2 9 0,0 5 0 0,0 1-6 16,5 2-13-16,2-1-15 0,0-4-31 16,3-4-6-16,-1-3-28 15,3-7-53-15,0-4-25 0,3-4-8 16,2-7-25-16,1-2-38 0,2-8-126 16,1-5-244-16,-3-5-463 0,-4 3-60 15,2-9 751-15</inkml:trace>
  <inkml:trace contextRef="#ctx0" brushRef="#br1" timeOffset="-60252.894">7489 11162 635 0,'0'0'163'0,"0"0"1520"0,0 0-1319 0,0 0-165 0,0 0 57 15,0 0 103-15,0 0-13 0,0 0-61 16,-45 75-86-16,41-55-70 16,-1-1-24-16,3 1-47 0,1-2-51 15,1-1-7 1,0-1-16-16,0-1-5 0,0-5 8 15,0 1-8-15,0-3-62 0,1-4-10 16,2-3-27-16,2-1 5 0,1 0 21 16,2-5 10-16,0-4-29 0,4-5-13 15,-2-3 0-15,0-1 31 0,0-3 26 16,-1 3 9-16,-2 3 25 0,3 1 16 16,-3 0 18-16,-1 7-1 0,1 2 2 0,-1 0 50 15,1 5 42-15,-1 0 25 0,0 6 12 16,0 4-60-16,1 2 13 0,1 2-3 15,1 3-1-15,1 2 6 0,4 0 34 0,-2 1 28 16,4 1-26-16,-3 1-21 0,1-1-13 16,-1 6-1-16,-1-1-11 0,1 3-13 0,-5-3-15 15,1 2-16-15,-2-1-2 0,-4-4 8 0,1 2 4 16,-4-1-4-16,0-2-8 0,0-1-7 16,0 0-6-16,-6-7-13 0,0 2 14 15,-3-3 2-15,-1-3-6 0,-2-1-9 16,-1-1-3-16,0-3 0 0,-1-1 3 15,-1-3 11-15,-2-1-14 0,-1 0-24 0,0 0-3 16,-2-7 8-16,2 1-14 0,1-4-10 16,1 0-15-16,2-1-21 0,5 0 0 0,2 0-10 15,6 0 0-15,-2 1-6 0,3-2-6 16,0 0-11-16,4 0-17 0,3-4-42 16,1 2-93-16,-1-2-101 0,4 1-186 15,-4 2-458 1,2-6-491-16</inkml:trace>
  <inkml:trace contextRef="#ctx0" brushRef="#br1" timeOffset="-59951.876">7917 11130 741 0,'0'0'2188'15,"0"0"-1785"-15,0 0-149 0,0 0 143 16,0 0-21-16,79-5-92 0,-60 8-78 0,1 6-47 16,3 1-49-16,-4 4-21 0,3 0-29 15,-4 5-11 1,-2 2-18-16,-1 1-10 0,-4 3-9 16,-5-1-11-16,-1 2-1 0,-4-1-2 15,-1 3-13-15,0-2-16 0,-6-2-45 16,-1 0-9-16,-2-2-34 0,1-5-25 15,-1-3-15-15,5-5-17 0,-2-1-47 16,1-5-108-16,0-3-263 0,2 0-693 16,3-3-852-16</inkml:trace>
  <inkml:trace contextRef="#ctx0" brushRef="#br1" timeOffset="-59735.704">8513 11262 1269 0,'0'0'2679'16,"0"0"-2273"-16,0 0-285 0,0 0 135 15,0 0 48-15,0 0 3 0,0 0-58 16,93 25-137-16,-71-25-81 0,1-5-31 0,1-1 0 16,0-2-79-16,-3-4-100 15,0 2-61-15,-3-1-71 16,-5 4-312-16,-6 5-759 0,-7 2-977 0</inkml:trace>
  <inkml:trace contextRef="#ctx0" brushRef="#br1" timeOffset="-59551.384">8602 11433 2659 0,'0'0'807'15,"0"0"-589"-15,0 0 6 0,0 0 115 16,0 0 57-16,0 0-71 0,0 0-123 15,0 0-105-15,0 0-42 0,86 16-12 0,-60-25-43 16,0-5-58-16,1 2-140 0,2-3-47 16,-4-1-99-16,-5 5-350 0,10-4-1378 0</inkml:trace>
  <inkml:trace contextRef="#ctx0" brushRef="#br1" timeOffset="-58218.075">9044 11036 29 0,'0'0'2041'0,"0"0"-1452"16,0 0-216-16,0 0-98 0,0 0-21 0,0 0-14 15,0 0-67-15,0 0-75 0,3-79-39 16,9 62-9-16,2 2-12 0,-1-1-10 0,3 4-13 16,-2 4 7-16,-1 1 15 0,3 3 7 15,-1 4-7-15,3 0-6 0,-1 11-6 16,1-1-4-16,2 5-2 0,-1 3 12 15,4 5-3 1,0 4-25-16,1 3 24 0,0 5-2 16,0 2-23-16,3 5 17 0,-4 3-18 15,2 0 12-15,-3 1-12 0,-1-1-1 0,-2-1 3 16,-5-4 10-16,0-5-11 0,0-7 10 16,-3-4 13-16,2-8-25 0,-3-4-1 15,-2-3-27-15,1-4-6 0,-1-3-6 16,-1-2-3-16,3 0-38 0,-3-6-83 0,2-4-63 15,-2-4-92-15,1-5-124 0,-2 5-299 16,-1-14-716-16</inkml:trace>
  <inkml:trace contextRef="#ctx0" brushRef="#br1" timeOffset="-58017.297">9654 11003 1186 0,'0'0'263'0,"0"0"914"0,0 0-897 0,0 0-100 15,0 0 15-15,0 0 21 0,0 0-19 16,0 0-8-16,-75 80-67 0,56-49-71 16,-1 2-29-16,-6 7-20 0,0 1-1 15,-4 9 9 1,-3 3-10-16,-3-1-16 0,-3 4-138 0,-3 1-83 16,2-6-99-16,1 2-192 0,10-17-484 15,-14 6-254-15</inkml:trace>
  <inkml:trace contextRef="#ctx0" brushRef="#br1" timeOffset="-57029.944">9838 11371 863 0,'0'0'300'16,"0"0"770"-16,0 0-695 0,0 0-91 15,0 0 1-15,0 0 14 0,31 82-33 16,-24-60-77-16,-3 0-66 0,2-1-48 0,-3 0-31 16,1-2-44-16,1-2 0 0,-3-2-28 15,2 0-117-15,2-6-103 0,-3-3-44 16,3-4-52-16,1-2-180 0,0-3-289 0,-2-2-491 16</inkml:trace>
  <inkml:trace contextRef="#ctx0" brushRef="#br1" timeOffset="-56813.89">10140 11099 980 0,'0'0'2039'0,"0"0"-1748"0,0 0-129 0,0 0 60 0,0 0 105 15,-61 66-36-15,55-44-49 0,3 6-76 16,3-3-71-16,0 3-43 0,9-2-21 15,2 1-30-15,1-2-1 0,1-2-17 0,1-1-48 16,0-5-135-16,3-7-84 16,3-7-20-16,0-3-86 0,-1-3-260 0,8-19-762 0</inkml:trace>
  <inkml:trace contextRef="#ctx0" brushRef="#br1" timeOffset="-56428.962">10451 11176 2764 0,'0'0'484'0,"0"0"-286"0,0 0 99 0,-68 67 115 16,47-40-45-16,5 0-44 0,1-2-109 16,8-7-98-16,3-5-79 0,2-6-37 15,2-3-55-15,0-3-18 0,6-1 14 16,1 0 26-16,6-8 31 0,-1-2-44 16,2-4-37-1,1-1 22-15,0-2 6 0,0 5 51 0,-1-1-17 16,1 6-7-16,2 3-12 0,-1 4-3 15,2 0 43-15,0 6 23 0,-1 5-5 16,3 4-2-16,-2 3-4 0,-1 3 62 16,-3 2-13-16,-1 1-18 0,-3 2 18 0,-1 2 4 15,-5 4 11-15,-1 2-6 16,-3 3-3-16,0 4 0 0,0-2 0 0,-7 3-3 0,0-1 15 16,-1-4 21-16,-3-2-24 0,2-4-28 15,-2-4-20-15,-1-2-13 0,2-7-14 16,0-4 2-16,-1-3-1 0,-1-4-2 15,2-3-37-15,-4-4-32 0,-1 0-34 0,-1-4-37 16,0-10-76-16,-4-2-37 0,0-9-113 16,1-5-183-1,-1-3-232-15,6 7-677 0,-8-17-155 16</inkml:trace>
  <inkml:trace contextRef="#ctx0" brushRef="#br1" timeOffset="-56228.902">10722 11053 1292 0,'0'0'2036'0,"0"0"-1627"0,0 0-164 0,0 0-34 15,0 0 0-15,92 62-10 0,-72-45-62 16,-2-2-75-16,-1 3-50 0,0-3-14 16,-1 1-12-16,-4 0-77 0,-3 4-68 0,-6-1-38 15,-3 5-35-15,0 2-57 16,-11 4-66-16,-4 3-126 0,1-6-214 15,-11 15-497-15</inkml:trace>
  <inkml:trace contextRef="#ctx0" brushRef="#br1" timeOffset="-55644.545">11142 11149 1516 0,'0'0'1771'0,"0"0"-1447"0,0 0-197 0,0 0 30 16,0 0-88-16,0 0-50 0,0 0 13 16,-4-74-11-16,8 52-17 0,5 3-3 15,5 2 12-15,-2 1 9 0,3 5-20 16,0 3-1-16,0 1 27 0,2 6-25 16,-1 1 15-16,1 0 7 0,0 1 25 15,-1 8 65-15,3 3-9 0,-1 4-35 0,2 3-9 16,0 3-16-16,-3 6-34 0,5 2 28 0,-3 3 7 15,1 5-14-15,-2 2 26 0,0 6-16 16,-3-2 21-16,0 4 6 0,1-5-8 16,-3-3-16-16,-1-8-19 0,0-6-27 15,1-5-1-15,0-8-33 0,-1-6-18 0,0-5 0 16,2-2-58-16,1-10-62 0,-2-6-59 16,1-9-133-1,-2 4-389-15,-3-16-1229 0</inkml:trace>
  <inkml:trace contextRef="#ctx0" brushRef="#br1" timeOffset="-55466.06">11620 11133 1800 0,'0'0'713'0,"0"0"-50"0,0 0-322 0,0 0-85 0,-45 74 34 16,35-49-47-16,-2 5-8 15,1-3-31-15,-1 3-106 0,-1-1-64 0,3-1-34 16,-3-1-43-16,3 1-108 0,1-5-74 15,1-1-102-15,5-2-161 0,2-8-481 16,1-2-470-16</inkml:trace>
  <inkml:trace contextRef="#ctx0" brushRef="#br1" timeOffset="-55224.209">11925 11324 942 0,'0'0'352'0,"0"0"1255"0,0 0-1162 0,0 0-74 16,0 0-44-16,0 0-77 0,0 0 35 15,0 0-54 1,0 0-102-16,61 72-62 0,-72-49-24 16,0 1-3-16,1 1 2 0,0 0-11 15,1 0-29-15,1-1-1 0,3-4 23 0,5-1 16 16,0-6-27-16,0-2-13 0,6-4-1 16,5-2-11-16,1-3 10 0,7-2-10 15,0 0-7-15,5-7-60 0,3-4-52 16,2-3-4-16,3-5-28 15,0-3-127-15,-1-4-214 0,-8 5-648 0,9-10-1103 0</inkml:trace>
  <inkml:trace contextRef="#ctx0" brushRef="#br1" timeOffset="-54992.736">12421 11076 3283 0,'0'0'542'0,"0"0"-246"0,0 0 30 0,0 0-82 15,0 0-50-15,0 0 50 0,-84 86-12 16,71-55-68-16,3 4-34 0,4 1-15 16,3-2-30-16,-1 1-37 0,4-3-33 15,0-2-15-15,3-4-1 0,3-3-62 16,2-8-89-16,6-6-26 0,4-9-23 16,5 0 28-16,3-14-78 0,6-7-239 15,-2-4-268-15,-8 4-502 0,10-13-592 0</inkml:trace>
  <inkml:trace contextRef="#ctx0" brushRef="#br1" timeOffset="-54643.521">12683 11161 3201 0,'0'0'650'0,"0"0"-363"0,0 0 48 0,0 0-82 16,-58 92 20-16,41-59 71 0,1-4-73 16,6-3-123-16,2-8-88 0,3-5-60 15,5-7-24-15,0-2-54 0,0-3-25 16,5-1-25-16,3 0 22 0,-1-5-6 15,4-2 17-15,1-5 19 0,-1-1 6 16,-1 0-7-16,1-1-2 0,-1 1 20 16,-1 1 19-16,0 5 13 0,1 1 8 15,-3 3 17-15,0 3 2 16,2 0 56-16,-2 8 58 0,-1 3 18 0,1 4-47 16,-1 6-9-16,1 3-36 0,-1 6-16 15,-1 4 1-15,1 2 29 0,0 1-8 16,-3 3 3-16,1 1-7 0,-1 2-21 0,-3-2-18 0,0 0 19 0,-3-2-7 15,-4-2-6-15,0-2-9 0,-2-5-3 16,0-1 0-16,-1-9-9 0,3-2-10 16,0-8-29-16,-3-4-28 0,1-5-40 15,-1-1-3-15,-1-1-12 0,-4-8 2 16,1-5-34-16,-4-3-56 0,1-8-132 31,-2-6-236-31,4 4-687 0,-10-23-911 0</inkml:trace>
  <inkml:trace contextRef="#ctx0" brushRef="#br1" timeOffset="-54396.299">13103 11157 2387 0,'0'0'718'16,"0"0"-287"-16,0 0 54 0,0 0-126 0,79 47-56 15,-65-32-91-15,1 0-117 16,-4 2-74-16,-1 1-5 0,0 2-16 0,-7 1-4 16,-3 3-41-1,0 4-26-15,-13 3 4 0,-3 2-16 0,-8 5-25 16,-1 4-34-16,-8 3-69 0,-3 0-92 16,-6 2-231-16,9-11-609 0,-24 18-949 0</inkml:trace>
  <inkml:trace contextRef="#ctx0" brushRef="#br0" timeOffset="79354.186">24570 1595 2255 0,'0'0'716'15,"0"0"-460"-15,0 0-81 0,0 0 158 16,0 0 1-16,0 0-48 0,0 0-54 0,0 0-44 16,0 0-37-16,0 0-2 15,28 1 83-15,-11-14-44 0,5-10-60 0,4-8-35 16,2-10-26-16,5-12-31 0,3-11-9 16,4-9-26-16,3-10-1 0,4-9-15 0,0-4-21 15,-1-2-39-15,-3-1-31 16,-1 4-4-16,-3 4-17 0,-5 10 51 0,-1 10 15 15,-4 14-9-15,-4 10 0 0,-2 14 9 16,-4 8 30-16,-4 9 4 0,-4 7 14 16,-1 2-20-16,-1 7 2 0,3 0-9 0,2 4 40 0,5 9 10 15,5 10 39-15,6 8-37 0,1 13 15 16,3 10-8-16,-2 12-19 0,-2 7 0 16,-5 7-6-16,-2 1 18 0,-3-4-14 15,-4-8 4-15,-1-15 5 0,-1-11-7 16,-6-12-29-16,-3-10 29 0,-5-6 25 15,-5-3-25-15,-12-2-9 0,-14-1-68 0,-10 0-33 16,-13 0-10-16,-13-2 18 0,-10 1 59 16,-13 2 27-16,-10 0 29 0,-12 3-26 0,-9 1-8 15,-5 1 19-15,1-1-1 16,8-1 3-16,13-5 12 0,17-7 10 0,14-1 52 16,14-5-25-16,16-4-15 0,17-3 50 15,12 1-82-15,14-4 107 16,7-5-106-16,23-7-3 0,18-9 0 15,12-5 16-15,12-7-13 0,13-1-3 16,8 0 26-16,6-4-26 0,10 2-21 16,4 0 20-16,5-3 0 0,-3 4-20 15,-1 0 21-15,-8 5 3 0,-11 6-3 16,-10 7-16-16,-12 7-2 0,-11 8 3 16,-9 7-1-16,-11 8-2 0,-4 2 6 0,-14 10-25 0,-4 5 0 15,-8 8 15-15,-8 8 22 0,-4 8 38 16,-17 8 11-16,-12 11-47 0,-8 8-2 15,-14 5-20-15,-11 7 20 0,-10 4-3 16,-13 9-16-16,-8 4-107 0,-10 3-44 0,-6 2-75 16,0-2-13-16,7-6-9 15,13-11-60-15,18-14-9 16,24-24-156-16,7-6-603 0</inkml:trace>
  <inkml:trace contextRef="#ctx0" brushRef="#br0" timeOffset="84234.55">22619 1634 2009 0,'0'0'1077'0,"0"0"-920"0,0 0 31 0,0 0 27 16,0 0 110-16,0 0-18 0,0 0-28 15,0 0-27-15,0 0-31 0,17-27-93 0,-11 0-40 16,1-5-12-1,0-6-9-15,0-8 0 0,-1-6-28 16,0-9-23-16,4-11-15 16,-5-6-1-16,4-10-16 0,1-2 13 0,3 0-24 15,0 1-12-15,3 2-4 0,1 4-21 16,5 5 34-16,2 3-10 0,2 8 4 16,2 5-13-16,-1 3-27 0,4 3 2 15,0 4 16-15,3 0 3 0,0 2 12 0,0 0 3 0,2 15-3 16,-2 11 19-16,2 12 21 0,-2 12-13 15,2 0-21-15,0 0 34 0,-3 0-31 16,0 0 31-16,-1 0-12 0,-2 0 15 16,1 3 0-16,-3 19 0 0,0 20 0 15,-3 15 15-15,-1 11-15 0,2-1 0 16,-2 2-24-16,1 1 22 16,-3-1 2-16,-2-2 3 0,-2-5 9 15,-5-3-9-15,-4-8 34 0,-3-8-12 0,-2-6-1 16,-4-6 7-16,0-6-29 0,-7-6-2 15,-7-2-3-15,-6-3-37 0,-11-3-28 16,-11-3-27-16,-9-2 45 0,-13-1 44 16,-10-2 6-16,-12-3 22 0,-11 0-4 15,-7 0 7-15,-9 0-10 0,-5 0 22 0,-2 3-15 16,2 0 30-16,8 1 34 0,8 0-36 16,15-1-4-16,16-2 12 0,21-1-15 15,15 0 15-15,19-1-6 0,11-6-7 16,7-3-45-16,17-2-100 0,18-8 8 0,12-8 37 15,21-6 27-15,11-9 10 0,9-3-1 16,6-2-8-16,4 3-32 0,0 2 26 0,-3 4-11 16,-3 3 14-16,-5 5-14 0,-8 7 29 0,-6 4-28 15,-10 6 15-15,-6 3-12 0,-8 5-7 16,-6 5 19-16,-9 1 10 0,-10 5 15 16,-6 8-28-16,-9 6 31 0,-9 7-13 15,-4 6 29-15,-16 14-10 0,-12 7 44 16,-12 11-4-1,-10 7-15-15,-10 7 9 0,-5 4 16 16,-6 4 9-16,-6 3-22 0,-2 3-22 0,-4-4-7 16,-1 0-14-16,7-6-19 0,5-9-18 15,12-12-3-15,12-12-62 0,13-14-56 16,12-15-88-16,10-10-249 0,8-7-303 16,1-6-954-16</inkml:trace>
  <inkml:trace contextRef="#ctx0" brushRef="#br0" timeOffset="85157.858">21365 1570 874 0,'0'0'2238'0,"0"0"-1707"15,0 0-141-15,0 0-37 0,0 0-41 16,0 0-78-16,40-76-66 0,-28 27-80 16,3-8-65-1,1-12-23-15,4-8-19 0,0-6 1 0,2-2-6 16,1-1-13-16,0-6-21 0,-1 4 6 15,-2 0-37-15,-1 4-12 0,-2 4 15 16,2 7-25-16,-1 6 25 0,1 6-1 16,1 9 16-16,2 10 37 0,-3 6 9 15,1 8-3-15,-1 7 0 0,-3 8-6 16,1 8-16-16,0 5-6 0,0 4 56 16,2 11 6-16,4 7 19 0,0 8 22 0,2 8 6 0,3 9-10 15,-1 12-9-15,2 10-15 0,5 10 6 16,2 10 3-16,3 3-13 0,1 1 26 0,-1-2-29 15,-1-7 3-15,-7-6-2 16,-5-9-11-16,-7-11 19 0,-2-9 26 16,-7-9 2-16,-4-10-18 15,-6-5-6-15,0-8-22 0,-3-3 6 0,-10-2-9 16,-8-3-18-16,-12 1-38 0,-15-3-49 16,-12-1-31-16,-15-4-26 0,-15 0 8 15,-12-2 38-15,-15-7 25 0,-8-4-89 16,-9-5-169-16,-5 1-58 0,2-1 173 15,7 2 234-15,12 2 167 0,18 0 87 16,20 3-34-16,21-1 66 0,16-2-131 16,21-1 30-16,11-4-24 0,11-6-33 15,17-6-128-15,19-9-34 0,15-11 3 0,16-5 28 0,18-6 1 16,13-4 2-16,12-4-18 0,10 0 18 16,2 2 0-16,2 1 0 0,-3 4 0 15,-6 5-19-15,-8 3-15 0,-5 4-2 16,-7 7 2-16,-7 6-4 0,-7 6-9 15,-6 5-44-15,-12 4 6 0,-9 7-7 16,-15 7 23-16,-16 7 2 0,-15 7 10 0,-8 13 57 0,-21 8 44 16,-12 11 83-16,-14 10-23 0,-10 10-28 15,-16 11 0-15,-11 12-11 0,-15 9-8 16,-13 12 28-16,-12 12-22 0,-15 11 33 16,-11 12-24-16,-6 6-51 0,-2 9-21 15,4 0-2-15,12-4 2 0,13-14 0 16,20-11-10-16,14-16-152 15,16-12-202-15,26-33-197 0,-8 14-730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52:31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7863 2009 1971 0,'0'0'137'16,"0"0"567"-16,0 0-402 0,0 0-82 15,-50-76 25-15,33 60-2 0,3 2-10 16,-2 3 14-16,1 2-61 16,1 1-54-16,1 4-24 15,-1 0-6-15,-1 3 23 0,1 1-6 0,-2 0-21 0,-4 3-28 16,1 4-15-16,-5 5 0 15,-2 5-28-15,-6 5-6 0,0 8-9 0,-1 8 7 16,-2 7-2-16,2 5-17 16,0 8-37-16,6 7 13 0,5 6-6 0,9 7 30 15,8 5 0-15,5 2 15 0,11 4 9 0,6-6 7 16,6-5-7-16,3-10 15 0,-1-9 19 16,1-15-25-16,-3-10-15 0,4-10 16 15,-1-7-22-15,0-8 18 0,3-5 31 16,-3-4-31-16,1-4-18 0,-2-8-12 15,-1-3 0-15,-1-3-3 0,-4-3-30 16,-2-3-49-16,-1-2-15 0,-4 1 3 0,-4-3-37 16,-2 3-27-16,-4-2-31 0,-2 5-75 0,-3 1-91 15,-10 2-193-15,-6 2-470 0,3 5-120 16,-17-3-151-16</inkml:trace>
  <inkml:trace contextRef="#ctx0" brushRef="#br0" timeOffset="113.818">7462 2657 2425 0,'0'0'525'0,"0"0"-224"0,0 0-46 0,0 0 58 16,0 0 26-16,0 0 0 0,89 26-80 16,-57-19-72-16,3-5-56 0,-1-2-54 15,-1 0-44-15,2-4-33 0,-4-8-17 0,1-2-65 16,-2-4-120-16,1-6-127 0,-3-1-176 16,-6 6-535-16,6-15-1044 0</inkml:trace>
  <inkml:trace contextRef="#ctx0" brushRef="#br0" timeOffset="282.867">7933 2671 2659 0,'0'0'497'0,"0"86"-299"0,0-44 50 0,0 5 130 15,4 7 13-15,-1-9-113 0,2-7-149 16,-1-8-113 0,2-11-16-16,-2-6-53 0,3-7-107 15,-3-6-72-15,1-5-81 0,-2-2-162 16,-3-25-707-16</inkml:trace>
  <inkml:trace contextRef="#ctx0" brushRef="#br0" timeOffset="614.671">7057 1665 3127 0,'0'0'423'16,"0"0"-353"-16,0 0 60 0,0 0 137 0,0 0-23 0,14-78-123 16,1 57-34-16,3-1-19 15,1-2-28-15,6 0-9 0,2-1-28 0,3 0 25 16,2 0-13-16,1-4-15 0,2 1 0 16,-1 0-12-16,4-3 11 0,-4 2-11 15,-1-1-7-15,1 7-12 0,-3 2-9 0,0 6 12 16,0 5-37-1,0 8 28-15,0 2 0 0,-1 11 3 16,2 9 33-16,-2 8-21 0,1 8-6 16,-1 6-44-16,2 4-37 0,-1 4-4 15,4-2-89-15,0-3-22 0,2-5 78 16,3-4-48-16,-11-12-291 0,15 2-827 0</inkml:trace>
  <inkml:trace contextRef="#ctx0" brushRef="#br0" timeOffset="1616.067">10406 1667 1873 0,'0'0'447'0,"0"0"-211"0,0 0-13 0,0 0 178 16,0 0-29-16,0 0-97 16,0 0-80-16,0 0-35 0,6 88-4 0,3-41 24 15,3 8-48-15,2 12-30 0,0 8-38 0,0 8-5 16,2 8-43-16,-1 5-16 0,-3 1-12 16,0 0-31-16,0-3-59 0,0-10 25 15,2-13 43-15,-2-17 34 0,-1-16-2 16,-3-16 1-16,1-13 0 0,-1-7-23 15,0-4 5-15,2-10 7 0,3-10-7 0,1-8-30 16,-1-6-13 0,2-7-9-16,-4 0 18 0,1 1-12 15,-4 4 18-15,1 6 9 0,2 10-11 16,-2 5-2-16,4 8 7 0,0 5 44 16,2 4 9-16,0 2 26 0,0 7 28 15,-1 5-7-15,1 3 6 0,-3 2 4 16,-1 4-4-16,-3 2-22 0,-2 0-6 15,1 1-3-15,-4-2-6 0,1-1-25 0,-2-3 0 0,-1-4 0 16,1-3-1-16,-1-2-18 0,1 0-33 16,-1-7-82-16,-1 0-40 0,2-1-56 15,1-3-101-15,-1 0-211 0,4 0-525 0,3-8-392 16</inkml:trace>
  <inkml:trace contextRef="#ctx0" brushRef="#br0" timeOffset="2039.137">11246 2376 2297 0,'0'0'391'0,"0"0"-224"0,0 0 26 16,0 0 167-16,0 0-8 0,-83 14-34 16,65 1-90-16,1 5-33 0,4 4-41 0,1 3-34 15,3 3-15-15,3 1-14 0,4-2-14 16,2-1-19-16,0-3-25 0,5-6-13 16,2-6-20-16,4-5-22 0,1-4-11 15,4-4-31-15,1-6-34 0,6-12-25 16,0-2 3-16,-1-8-28 0,2-2-22 15,-1-1 6-15,-3 3-3 0,-4 3 32 16,2 6 69-16,-4 6 10 16,0 7 15-16,-2 4 41 0,-2 2 60 15,0 3 60-15,-1 8 60 0,-3 4-3 0,-1 1-34 16,1 4-4-16,-2-1-37 0,-2 2-13 16,1 0-15-16,0-3-29 0,0-3-45 0,2-3-43 15,1-1-65-15,4-7-92 0,0-3-70 16,5-1-94-16,2-9-256 0,-4 1-640 15,10-18-568-15</inkml:trace>
  <inkml:trace contextRef="#ctx0" brushRef="#br0" timeOffset="2302.188">11744 2320 3153 0,'0'0'439'0,"0"0"-334"0,0 0 87 15,-44 88 147-15,33-61-13 0,-1-5-71 0,8-5-111 16,2-6-80-16,2-4-64 0,6-3-3 0,8 1-18 15,4-2 3-15,6 1 18 16,4-2 39-16,2-1-28 0,2 1-9 0,1 0 0 16,-3 0 13-16,0 2-13 0,-4 2 10 15,-4 4-11-15,-5-1 17 0,-5 5 4 16,-4 2 5 0,-5 0-5-16,-3 4 2 0,-10 1 10 15,-6 3-13-15,-8-2-21 0,-3 1-98 16,-4-4-12-16,-3-1-27 0,1-5-35 0,-4 1-100 15,1-3-237-15,9-3-485 0,-17 1-904 0</inkml:trace>
  <inkml:trace contextRef="#ctx0" brushRef="#br0" timeOffset="2956.609">14523 2367 2360 0,'0'0'455'0,"0"0"-265"15,0 0 50-15,-80-7 8 0,54 9 18 16,0 7-62-16,3 1-2 0,1 7-50 16,4 5 25-16,1 4 8 0,3 8-10 0,4 2-31 0,3 4-28 15,4-1-24-15,3-5-19 0,1-3-47 0,7-6-26 16,2-8-3-16,3-7-31 0,0-6-17 15,5-4 8-15,0-6-6 0,5-10 28 16,1-5-28-16,-2-6-15 0,1-4-7 0,-3 0 7 16,-1 0 21-16,-2 5 3 0,2 6-3 15,-3 5-6-15,-1 5 34 0,0 5-10 16,-1 5-3-16,-1 0 28 0,1 10 56 0,1 4 27 16,1 2 12-16,1 6-22 0,-1 2-14 15,-1 1-4-15,2-1-28 0,0 0 4 16,0-3-31-16,2-4-3 0,1-3-77 15,5-6-30-15,1-5-40 0,5-3-51 16,1-4-112 0,-7-3-284-16,18-14-822 0</inkml:trace>
  <inkml:trace contextRef="#ctx0" brushRef="#br0" timeOffset="3388.404">15663 2213 3874 0,'0'0'650'15,"0"0"-508"-15,0 0-96 0,-82 20 98 16,55-3 61-16,0 4-19 0,2 7-31 16,5 1-52-16,4 3-9 0,7 2-30 15,3-1-64 1,6-1-14-16,0-4-19 0,9-5-16 15,3-8-42-15,4-5-27 0,1-6-10 0,3-4 27 16,3-4 40-16,0-8 6 0,2-7-9 16,-1-3 6-16,1-3 9 0,-1 0-3 15,0-2 27-15,1 5-24 0,-2 8 6 16,3 4 0-16,-1 10 24 0,0 0 19 16,-1 14 32-16,0 8 23 0,-1 6 7 0,0 6-7 0,-4 7 10 15,0 5-4-15,-5 4-3 0,1 5 9 16,-5 4 3-16,-4 7 22 0,-3 2-13 15,-3 5 6-15,-3 0-21 0,-8-1-9 0,0-3-19 16,-5-7-34-16,1-8 0 16,0-8 13-16,0-9-12 0,-3-6 12 0,-1-12 6 15,-1-3-14-15,-3-11-7 0,-2-5-82 0,-2-11-64 16,0-13 30-16,0-9-8 0,1-10-14 16,-1-11-101-16,3-10-134 0,-4-7-329 0,11 13-757 15,-11-38-728-15</inkml:trace>
  <inkml:trace contextRef="#ctx0" brushRef="#br0" timeOffset="3658.271">15930 2132 718 0,'0'0'2655'0,"0"0"-2407"16,0 0-150-16,88 31 75 0,-61-14-16 15,-2 5 128-15,-5 3 46 0,2 1-92 16,-2 3-95-16,-1 2-71 0,-1 0-45 0,-5 2-16 15,-4 3 3-15,-5 0-14 0,-2-3-1 0,-2-2-2 16,0-5-8-16,-2-8 10 0,-1-8 21 16,3-6 7-16,0-4 8 0,0-2-36 15,2-11-28-15,5-6-51 0,3-8 21 0,4-7 21 16,1-4 16-16,4-4-28 16,1-2-68-16,-3 2-12 0,3 1-16 0,-2-1-28 15,0 2-72 1,-5 2-192-16,3 2-292 0,-7 9-604 15,2-1-62-15</inkml:trace>
  <inkml:trace contextRef="#ctx0" brushRef="#br0" timeOffset="3942.911">16456 2161 1072 0,'0'0'1617'15,"7"78"-1129"-15,-3-36-208 0,-2 6-14 16,-1 6 61-16,1-5 10 0,1-8-52 0,3-13-73 16,4-12-65-16,3-8-89 0,3-6-31 0,4-2 7 15,1-12-19-15,4-8-15 0,-1-5 0 0,1-7-79 16,-1-4-41-16,-2-3-5 0,-3 0-1 15,-2 3 6-15,-5 0 2 0,-4 5 53 16,-4 2 6-16,-4 3 28 0,-5 4 31 0,-7 5 31 16,-2 6 72-16,-4 5 45 15,1 6 9 1,-2 3-31-16,-1 9-44 0,-3 7-11 16,4 4-22-16,-1 6 9 0,1 2 3 15,2 5 18-15,3 0 9 0,1-6-27 16,4-2-61-16,3-7-35 0,3-4-114 15,3-7-58-15,0-5-26 0,6-5-38 16,4-1-126-16,6-12-167 0,-4 2-517 16,9-20-556-16</inkml:trace>
  <inkml:trace contextRef="#ctx0" brushRef="#br0" timeOffset="4234.178">16851 2220 2009 0,'0'0'1402'0,"0"0"-1082"0,17 66-141 15,-15-37 97-15,-2 5 103 0,0-1 14 16,1-5-78-16,-1-3-154 0,4-8-101 15,2-5-60-15,2-6-33 0,3-6-31 0,3-1-9 16,4-14-21-16,2-6-1 0,4-5-66 16,-2-8-63-16,-1-1-97 0,-3 2-21 15,-2 2 8-15,-5 3 87 0,-5 2 88 16,-1 4-39-16,-2 3 52 0,-3 6 146 0,0 5 166 16,0 6 150-16,0 2 28 0,0 7-29 15,-3 7-54 1,0 7-72-16,0 5-48 0,0 4-2 15,-2 4 78-15,1 1-16 0,0-3-52 16,-1 1-73-16,1-7-76 0,4-2-28 0,0-6-160 16,3-5-80-16,5-6-24 0,6-4-7 15,-2-3-326-15,6-10-579 0</inkml:trace>
  <inkml:trace contextRef="#ctx0" brushRef="#br0" timeOffset="4443.569">17391 2305 3343 0,'0'0'544'16,"0"0"-412"-16,-12 90 94 0,7-47 170 16,1 8 27-16,2 6-39 0,2 9-127 15,0 3-72 1,0 9-52-16,0 9-37 0,3 1-36 16,2 5-2-16,-2-4-32 0,-1-6-26 15,-2-8-60-15,2-14-40 0,-1-14 13 16,-1-13-16-16,4-15 21 0,-1-9-17 0,-3-7-16 15,2-6-13-15,-1-12-14 0,-1-13-23 16,3-10-91-16,-1-10-98 0,-2-11-152 16,0-9-257-16,0 16-681 0</inkml:trace>
  <inkml:trace contextRef="#ctx0" brushRef="#br0" timeOffset="4659.477">17300 2265 1413 0,'0'0'1538'15,"0"0"-1297"-15,0 0-101 0,0 0 101 16,0 0 37-16,0 0 12 0,91-55-66 0,-69 55-88 15,1 0-65-15,0 3-40 0,-1 3-30 0,-2 2-1 16,-1-1-1-16,-2 4-1 0,-3 1 0 16,-2 1-20-16,-4 3-36 0,-3 3-10 15,-5 3-1-15,0 3-2 0,-10 2-7 16,-5 3-3-16,-6 5-42 0,-4-4 20 16,-6 1 18-16,-1 2-6 0,-3-4-83 0,-2 0-52 15,1-4-180 1,8-8-559-16,-20 4-718 0</inkml:trace>
  <inkml:trace contextRef="#ctx0" brushRef="#br0" timeOffset="5276.281">19031 2248 2598 0,'0'0'489'0,"0"0"-265"0,0 0-56 0,0 0 51 0,0 0 89 16,0 0-23-16,-89 12-105 0,60 5-78 16,-1 8-16-16,1 5 13 0,0 1-4 15,4 1 0-15,8-2-19 0,6-6-24 16,5-4-24-16,6-7-28 0,3-1-14 16,11-3-11-16,3-1 1 0,8-2 22 15,9-2-14-15,3 0 16 16,3-2 2-16,-1 3-2 0,0-3 0 15,-6 3 0-15,-4 2 0 0,-4 3 28 16,-4 3 12-16,-6 1 5 0,-3 4-8 16,-4 4 3-16,-5 3 51 0,-3 3-15 15,0 1-27-15,-9 1-10 0,-5-2-12 16,-2-2-27-16,-1-4-39 0,1-6-61 16,0-5-34-16,1-5-52 0,0-4-29 0,1-2-71 15,0-8-124-15,1-6-148 0,4 3-215 0,-5-20-714 16</inkml:trace>
  <inkml:trace contextRef="#ctx0" brushRef="#br0" timeOffset="6610.091">19468 1856 1474 0,'0'0'481'0,"0"0"122"0,0 0-310 16,0 0 21-16,0 0 49 16,10 71 16-16,-3-32-59 0,1 9-78 0,2 5-60 15,1 5-53-15,1 4-33 0,-1 2-14 16,4 2-11-16,-4-4 20 0,3 3-9 15,-3-8-57 1,0-7-25-16,1-9-21 0,-1-10-4 0,-2-10-48 16,2-8-34-16,-5-4-61 0,-1-6-42 15,-2-3-83-15,-3-3-218 0,0-3-515 16,-5-13-879-16</inkml:trace>
  <inkml:trace contextRef="#ctx0" brushRef="#br0" timeOffset="6749.396">19337 2314 3131 0,'0'0'458'0,"0"0"-385"0,0 0 16 0,0 0 128 0,0 0 74 16,0 0-15-16,94-2-116 15,-61 0-107-15,1-3-32 0,4 0-21 0,1-3-37 16,-3-1-74-16,0 0-158 0,-2-2-65 31,-8 5-199-31,5-6-734 0</inkml:trace>
  <inkml:trace contextRef="#ctx0" brushRef="#br0" timeOffset="7026.571">19837 2137 2556 0,'0'0'416'0,"0"0"-394"16,0 0 58-16,0 0 166 0,0 0 126 16,0 0 12-16,0 0-82 0,59 84-107 15,-50-52-56-15,-2 4-16 0,-3 4 11 16,-2 2 10-16,-2 3-31 0,0-2-43 0,0-1-40 15,-2-4-18-15,1-8 1 0,-1-5 14 16,2-12-3-16,0-6-21 0,0-6 7 16,5-1-10-16,0-7-3 0,4-6-14 0,4-8 17 15,0-7 0-15,4-5-15 0,-1-5-40 16,1 0-30-16,2-3-3 0,-2 4-37 0,1 1-38 16,-1 1-67-16,0 5-95 0,-4 2-104 15,1 4-157-15,-5 7-492 0,-1-2-455 16</inkml:trace>
  <inkml:trace contextRef="#ctx0" brushRef="#br0" timeOffset="7323.066">20202 2300 2749 0,'0'0'615'0,"0"0"-387"0,13 85-41 16,-8-54 190-16,0 4 88 0,-1-4-44 15,0-3-171-15,1-5-132 0,3-5-98 16,2-5-20-16,-1-4-22 0,1-6-11 0,4-3-1 0,3-5-5 15,1-8-28-15,4-8 9 0,0-8-36 16,2-4-17-16,0-4-5 0,-2 0-1 16,-3-1 16-16,-2 6 11 0,-4 3 26 15,0 8 23-15,-6 5 39 0,0 8 2 16,-4 4 43-16,0 4 43 0,-1 5 53 16,-1 6 14-1,1 6-21-15,0 4-10 0,-2 7-34 16,2 3-20-16,-2 1-2 0,0-2-5 0,1 1-6 15,2-3-10-15,1-4-45 0,4-2-13 0,0-4-32 0,4-5-101 0,1-6-92 16,2-5-25-16,4-2-79 0,-1-7-281 16,7-15-1043-16</inkml:trace>
  <inkml:trace contextRef="#ctx0" brushRef="#br0" timeOffset="7528.045">20892 2266 2556 0,'0'0'1750'0,"0"0"-1481"0,-51 70-176 0,31-37 122 16,-3 5 163-16,4-1 5 0,2-2-63 16,7-6-115-16,6-3-114 0,4-7-91 0,1-2-18 15,9-5-12-15,7-3-1 0,1-5-71 0,5-4-7 16,4-7-30-16,4-11-24 0,2-8-4 16,0-10-82-16,0-5-268 0,-8 6-627 15,6-20-794-15</inkml:trace>
  <inkml:trace contextRef="#ctx0" brushRef="#br0" timeOffset="7731.916">21161 1730 1330 0,'0'0'2471'0,"0"0"-2162"16,0 0-247-16,3 83 125 0,-3-41 171 16,0 8 40-16,0 7-69 0,6 0-84 15,4 6-91-15,3 3-54 0,6 0-36 16,1-3-7-16,3-5-57 0,0-7-20 0,2-10-32 15,-2-7-32-15,0-10-40 0,-2-8-12 0,-3-6-16 16,-4-6-30-16,-4-4-46 0,-1-7-146 16,-8-6-227-16,-1-6-196 0,-1 4-435 15,-15-14-215-15</inkml:trace>
  <inkml:trace contextRef="#ctx0" brushRef="#br0" timeOffset="7871.459">21016 2107 362 0,'0'0'2587'16,"0"0"-2162"-1,0 0-202-15,0 0 124 0,0 0 62 16,0 0-66-16,17 67-82 0,8-56-114 0,3-2-59 16,6-5-27-16,2-4-12 0,0 0-25 15,1-7-24-15,0-5-54 0,-2-3-53 16,0-1-110-16,-2-2-84 0,-3-3-226 0,-7 7-527 16,7-7-600-16</inkml:trace>
  <inkml:trace contextRef="#ctx0" brushRef="#br0" timeOffset="8481.696">21631 2098 150 0,'0'0'2972'16,"0"0"-2377"-16,15 86-356 0,-12-50-31 16,-1 7 130-16,-2 1 77 0,0-5-48 0,2-3-130 0,1-5-122 0,1-11-76 15,5-4-39-15,1-7-23 0,3-6-13 16,3-3-31-16,4-9-27 0,2-10-3 31,3-5 8-31,1-6-26 0,2-4-7 0,-3-3 30 16,-3 2-18-16,0 0 39 0,-5 4 46 0,-4 4 25 15,-1 7 3-15,-2 5 50 16,-5 8 60-16,0 7 3 0,-4 0 13 0,2 11 53 16,-1 7-27-16,-1 6-34 0,1 5-45 15,-2 2 6-15,3 2 18 0,0-2 69 16,0-2-55-16,3-6-53 0,-1-4-50 16,2-3-11-16,0-5-21 0,3-5-13 15,0-4-14-15,1-2-51 0,1-2-7 0,1-9-6 16,4-6 12-16,3-3 13 0,0-7 2 0,2 0-12 15,1-2-31-15,-4-1-24 0,1 5-44 16,-1 5 15-16,-1 3 34 0,-1 8 72 16,-3 6 75-16,-3 3 59 0,-2 10 89 0,-1 4-19 15,-3 5 18-15,-2 5-31 16,0 1-52-16,0-1-25 0,3-1-38 0,-1-4-1 16,6-2-36-1,4-7-40-15,7-5-16 0,7-5 22 16,6-1 8-16,8-8-2 0,4-4-3 15,4-2 63-15,3 2 4 0,3-2 53 0,-4 6 26 0,0-2 22 16,-4 2-6-16,-5 1 0 16,-8 2-13-16,-7-1-18 0,-7 1-31 15,-5-1-18-15,-5-4-15 0,-3-2-36 16,-5-2-62-16,-1-3-11 0,-3 0 5 0,-1 0 6 0,-12 4-21 16,-6 1 20-1,-3 7 99-15,-7 4 39 0,-2 4 32 0,-6 12 9 16,1 11-35-16,-1 9 56 15,1 6 37-15,5 5 2 0,3 5-43 0,2 0 0 0,6-6 39 16,6-1-6 0,5-6-60-16,5-8-64 0,4-7-6 0,5-5-91 0,14-9-36 0,10-8-9 15,11 0 45-15,5-14-101 0,-6-1-260 16,19-20-1016-16</inkml:trace>
  <inkml:trace contextRef="#ctx0" brushRef="#br0" timeOffset="8620.458">23743 2329 4939 0,'0'0'1003'0,"0"0"-1003"0,0 0-124 16,-85-3-163-16,43-4-206 0,-9-4-104 16,12 5-183-16,-26-2-1191 0</inkml:trace>
  <inkml:trace contextRef="#ctx0" brushRef="#br0" timeOffset="12491.038">4454 3820 729 0,'0'0'385'15,"0"0"1472"-15,0 0-1429 0,0 0-146 0,0 0 90 0,0 0-63 16,0 0-84-16,0 0-107 0,0 0-69 15,-3-80-31-15,13 57 16 0,2-3-21 16,2 2-13-16,-1 0-21 0,3 5 5 16,-3 4 4-16,0 4 10 0,0 4-29 15,2 4 1-15,0 3 11 0,0 3 17 16,3 7 2-16,1 6-3 16,-2 5 3-16,2 5 10 0,-1 5 6 15,0 8 2-15,2 6-18 0,-1 8 0 0,3 6 0 0,1 7-18 0,0 5-47 16,0 2-6-16,4 3 16 0,-2 0 5 15,1-6 50-15,-3-7 9 0,-2-11 7 16,-1-13 21-16,-2-15 28 0,-2-10-22 16,-2-7-43-16,-1-6-9 15,0-1-10-15,0-13-12 0,0-6-71 16,-1-11-109-16,-1-5-184 0,-4 4-366 16,-2-23-915-16</inkml:trace>
  <inkml:trace contextRef="#ctx0" brushRef="#br0" timeOffset="12750.564">5069 3686 1497 0,'0'0'1615'16,"0"0"-1382"-16,0 0-147 0,0 0 202 0,-59 87 115 16,39-57-104-16,0 8-89 0,0 3-75 15,-2 6-46-15,-2 3-18 0,-2 5-29 16,0 3-20-1,-3 1-7-15,-1 1-15 0,-1 3-2 16,1 2-10-16,0-3-3 16,3-3-16-16,2-6-61 0,4-7-28 0,3-7 19 15,4-9-1-15,2-4-41 0,2-5-21 16,2-7-43-16,3-1-54 0,2-4-94 16,3-3-121-16,0-3-231 0,5 0-496 15</inkml:trace>
  <inkml:trace contextRef="#ctx0" brushRef="#br0" timeOffset="12992.103">5382 4311 1929 0,'0'0'1272'0,"0"0"-1077"16,0 0-87-16,0 0 157 0,0 0 119 15,0 0-5-15,0 0-105 0,36 75-90 16,-33-51-80-16,0 0-43 0,-1 3-28 16,-1 1-15-16,-1-1-18 0,3-1-13 0,-2-1-2 15,2-6-73-15,1-1-117 0,1-5-50 0,-1-2-52 16,0-3-197-16,1-4-564 16,1-4-708-16</inkml:trace>
  <inkml:trace contextRef="#ctx0" brushRef="#br0" timeOffset="13525.04">6022 4411 2689 0,'0'0'670'0,"0"0"-480"0,0 0-54 0,0 0 101 16,0 74 95-16,-4-49-75 0,1 1-62 15,2 1-76-15,-4-2-51 0,2 1-34 0,-1-1-31 0,1-5 9 16,-1-4-12-16,1-3-15 0,-1-6-68 16,2-3-80-16,-1-1-78 0,3-3-70 15,-4-3-95-15,4-4-381 0,-3-13-979 0</inkml:trace>
  <inkml:trace contextRef="#ctx0" brushRef="#br0" timeOffset="13926.035">6197 3940 470 0,'0'0'3124'15,"0"0"-2693"-15,0 0-415 0,0 0 131 0,15-67 37 0,-9 40-32 16,0 1-35-16,4-3-59 0,1-2-58 16,4 1-6-16,1-2-28 0,1 1 19 15,3 2 12-15,-1 4-6 0,-2 4-4 16,-1 5-5-16,-3 5 18 0,-4 5 0 16,2 4 3-16,-2 2 12 0,0 0 13 0,2 2 6 15,1 6 6-15,2 2 9 0,0 6 3 0,5 4 1 16,1 5-17-16,5 3-5 0,1 7 3 15,3 6 5-15,1 9-14 0,0 6 21 0,0 9-16 16,1 3 19-16,-4 3 9 0,-2 2 9 16,-1-3-22-16,-2-5-20 0,-2-5 2 15,-4-10 9-15,-2-9-8 0,1-11-7 16,-4-10-19 0,2-3-2-16,-3-6-14 0,-1-5 2 15,1-5 0-15,-3-1-13 0,-1-4-54 0,0-9-76 16,1-7-28-16,-3-10-19 0,3-9-97 15,-5-6-210-15,1 10-615 0,-3-18-757 0</inkml:trace>
  <inkml:trace contextRef="#ctx0" brushRef="#br0" timeOffset="14127.11">6929 3730 912 0,'0'0'645'0,"0"0"1055"16,0 0-1436-16,0 0-128 0,0 0 107 15,0 0 120-15,-51 86-13 0,38-56-82 16,-1 8-85-16,-2 4-43 0,0 5-45 16,-3 5-25-16,-1 2-28 0,-1 1-17 15,0 3-15-15,-2-2-10 0,0 3-22 16,3-5-60-16,0-4-67 0,4-5-34 0,6-6-47 16,3-10-93-16,4-7-227 0,1-9-448 15,2-12-427-15</inkml:trace>
  <inkml:trace contextRef="#ctx0" brushRef="#br0" timeOffset="14380.623">7207 4177 2839 0,'0'0'468'0,"0"0"-287"16,0 0 141-16,0 0 9 0,0 0 7 16,83 7 32-16,-74 0-89 0,0 3-107 0,1 3-59 15,-2 5-36-15,-2 4-18 0,-1 3-22 0,-1 5-14 31,1 0-7-31,-2 1 3 0,0 0-3 16,2-3-3-16,2-4-15 0,0-4 0 0,4-4-21 0,3-7-6 0,1-3-13 16,3-3 7-16,3-3-21 0,2-11-83 15,2-3-18-15,1-7 6 0,1 2-53 32,-2 0-192-32,-7 5-651 0,0-1-1133 0</inkml:trace>
  <inkml:trace contextRef="#ctx0" brushRef="#br0" timeOffset="14981.783">7613 3601 1444 0,'0'0'416'15,"0"0"-241"-15,0 0 62 0,0 0 556 16,0 0-271-16,0 0-225 0,0 84-111 16,0-48-49-16,5 10-15 0,0 2 2 0,4 3-35 15,1 0-21-15,6 3 0 0,0-5-3 0,4-6-10 16,-1-4 0-16,2-7-9 0,2-10 6 15,0-5 0-15,-1-6 98 0,0-7-53 16,-1-3-62-16,-3-1-35 0,0-1-19 16,-5-6-26-16,0-4-34 0,-3 0-47 0,-5-2-39 15,-4-3-112-15,-1 2-217 0,-1 4-598 0,-14 0-920 0</inkml:trace>
  <inkml:trace contextRef="#ctx0" brushRef="#br0" timeOffset="15129.648">7623 4111 2274 0,'0'0'777'16,"0"0"-353"0,0 0-67-16,0 0 14 0,0 0-48 15,0 0-98-15,91-90-38 0,-57 54-95 16,3-6-83-16,-3 0-9 0,2-2-40 16,-3 2-49-16,1 0-113 0,-3 3-151 0,-6 12-248 15,2-9-834-15</inkml:trace>
  <inkml:trace contextRef="#ctx0" brushRef="#br0" timeOffset="16231.111">5930 6422 1251 0,'0'0'1362'16,"0"0"-812"-16,0 0-270 0,0 0-51 16,0 0 101-16,0 0 2 0,0 0-63 15,0 0-45 1,0 0-21-16,0 0-124 0,-59-50-76 16,59 20 15-16,0-6-16 0,7-6-2 15,3 0 0-15,3 1-3 0,0 2 1 0,4 3-1 0,-1 3 3 16,1 7-21-16,-2 4 0 0,2 4 2 15,-1 3 17-15,1 7 0 0,-1 2 0 16,0 3-16-16,1 3 16 0,2 0 2 16,3 3 1-16,-2 8 11 0,3 6 9 15,4 5 10-15,1 7-13 0,2 10 13 16,0 4-16-16,3 10 6 0,-2 7-19 16,-1 5 1-16,-1 4 6 0,-2 6-9 0,2-1-12 15,-3 0 9-15,-2-4 3 0,1-8 12 16,-5-9 7-16,-4-11 20 0,0-11 22 0,-5-7-30 15,-2-8-29-15,-2-7-2 0,0-6-2 16,-2-3-20-16,-1 0-20 0,3-10-41 0,-1-8-81 16,0-6-57-16,-4-8-136 0,0-9-275 15,-2 10-639-15,0-16-784 0</inkml:trace>
  <inkml:trace contextRef="#ctx0" brushRef="#br0" timeOffset="16447.458">6548 6231 893 0,'0'0'1860'16,"0"0"-1420"-16,0 0-173 0,0 0 37 16,0 0 46-16,0 0-108 0,0 0-84 15,0 0-28-15,-69 86-13 0,59-49-3 16,1 7-29-16,-2 5-2 0,1 2-13 0,-2 4-9 16,-2 1-3-16,1 3-34 0,-3 2-23 0,0-1-1 15,3-2-12-15,0-8-31 0,3-3-75 16,-1-7-48-16,3-6-15 0,1-2-3 15,4-7-39-15,0-4-109 0,2-4-198 16,1-8-443-16,0-4-497 0</inkml:trace>
  <inkml:trace contextRef="#ctx0" brushRef="#br0" timeOffset="16647.358">6977 6763 2062 0,'0'0'1356'16,"0"0"-1033"-16,0 0-153 0,0 0 113 0,22 85 86 15,-22-55-46-15,0-4-121 0,-3 2-99 16,-1-3-63-16,1-2-40 0,0-3-10 16,0-3-24-16,3 0-85 0,0-7-64 0,0-1-66 15,0 1-92-15,0-7-271 0,5-3-768 16</inkml:trace>
  <inkml:trace contextRef="#ctx0" brushRef="#br0" timeOffset="17164.671">7270 6323 3417 0,'0'0'452'15,"0"0"-452"-15,0 0-75 0,-9-71 75 16,9 35 3-16,3-3 31 0,6-4-30 16,1 2-4-16,4 2-26 0,4 7 4 0,-1 5-19 15,5 7 41 1,-3 4 53-16,1 7 13 0,0 3 0 16,-3 2-22-16,3 4 19 0,-4 0-15 15,-2 0 20-15,1 5 23 16,1 3 2-16,0 2-9 0,1 5-22 0,3 2-22 15,-1 6 6-15,2 6-6 0,2 8 19 0,-1 3 11 16,3 9 26-16,-1 6 14 0,2 5-9 16,-2 5-6-16,1 4 39 0,-3 2-49 0,-1 2-52 0,-2-3-6 15,-3-3 1-15,0-7-18 0,1-10-10 16,-1-9-18-16,-2-11-7 0,-2-7-5 16,1-11-9-16,-3-3-38 0,-1-9-81 15,-1 0-25-15,-2-6-23 0,-2-7-90 16,-1-12-151-16,-1 5-310 0,-2-22-870 0</inkml:trace>
  <inkml:trace contextRef="#ctx0" brushRef="#br0" timeOffset="17365.218">7969 6125 2966 0,'0'0'508'16,"0"0"-340"-16,0 0 78 0,-36 92 90 0,20-45 2 15,0 7-49-15,-2 6-90 0,1 3-80 0,-1-1-46 16,4-4-46-16,-1-1-27 0,2-7-15 16,5-3-37-16,-1-5-100 15,5-8-65-15,2-8-67 0,2-5-185 0,0-9-529 16,3-10-447-16</inkml:trace>
  <inkml:trace contextRef="#ctx0" brushRef="#br0" timeOffset="17565.895">8117 6585 1444 0,'0'0'1417'0,"0"0"-1144"15,77-38 17-15,-54 32 128 0,1 1-60 16,-6 5-79-16,-4 0 26 0,-2 3-23 16,-2 5-99-16,-2 5-61 0,-2 5-46 0,-1 3-9 15,-3 3 5 1,0 5-11-16,-2 3-28 0,0 1-6 16,1 1-24-16,2-1 0 0,0-6 0 15,4-2 18-15,-1-7-21 0,4-3-25 16,2-5 1-16,2-1-6 0,2-3-15 15,4-3-68-15,0-3-111 0,2-2-36 16,1-5-74-16,-6 3-344 0,5-8-942 0</inkml:trace>
  <inkml:trace contextRef="#ctx0" brushRef="#br0" timeOffset="18714.367">8969 6311 2161 0,'0'0'204'0,"0"0"260"0,0 0-124 15,0 0-171-15,0 0-6 16,0 0-91-16,61 64-72 0,-57-55-69 16,2-1-164-16,-3 1-186 0,0-3-405 15,-2 7-840-15</inkml:trace>
  <inkml:trace contextRef="#ctx0" brushRef="#br0" timeOffset="18875.267">8936 6642 1726 0,'0'0'661'16,"0"0"-129"-16,0 0-46 0,0 0-81 16,0 0-56-16,0 0-81 0,0 0-111 15,0 0-107-15,0 0-50 0,0 0-59 16,79 69-89-16,-63-63-60 0,3 0-106 0,-6-1-281 16,9 2-1150-16</inkml:trace>
  <inkml:trace contextRef="#ctx0" brushRef="#br0" timeOffset="19555.758">10491 6306 1626 0,'0'0'1216'0,"0"0"-962"0,0 0-88 16,0 0 95-16,0 0 86 0,0 0-39 16,0 0-62-16,0 0-79 0,-78 50-47 15,77-22-22-15,1-1-37 0,0 0-30 16,0-6-18-16,3-5-13 0,1-5-33 0,5-5-23 0,-1-6-2 15,3 0 21-15,1-7 13 0,3-9-35 16,-1-6-30-16,2-3-16 0,0-1 2 16,-2-2 29-16,2 8 11 0,0 2 26 15,3 7 0-15,-2 6-4 0,3 5 13 16,2 0 28-16,-2 11 69 0,2 6 40 0,-2 2-7 16,-3 5-12-1,3 5-34-15,-4 0-4 0,0 3-8 16,0 4-1-16,-3 5-3 0,-2 1 3 15,1 3-22-15,-5 5 13 0,0 0 3 16,-2 3 6-16,-2-2-3 0,-2 1-3 16,-1-5 12-16,0-3 15 0,0-5 6 0,-6-5 52 15,-1-5-19-15,0-4-33 0,-5-4-24 16,1-6-19-16,-3-5-16 0,-3-2-11 0,0-4-33 16,-2-1 6-16,-1-3 2 0,0-2-26 15,-2-6 8-15,-1-3-27 0,2-6 0 16,-1 0-34-16,2-2-30 0,8-3 20 15,1-2-42-15,10 0-79 0,1-3-190 0,1 3-334 16,13-17-918-16</inkml:trace>
  <inkml:trace contextRef="#ctx0" brushRef="#br0" timeOffset="19793.135">11336 6232 2805 0,'0'0'544'0,"0"0"-347"0,0 0 31 16,57 67 74-16,-37-36 106 0,-4 5-70 15,0 5-87-15,-1 5-71 0,-4 1-55 16,-1 1-61-16,-4 3-52 0,0-2-12 16,-2-5-43-16,-1-2-78 0,1-10-77 15,-1-6-47-15,0-11-66 0,0-9-231 0,-2-2-582 16,-1-11-856-16</inkml:trace>
  <inkml:trace contextRef="#ctx0" brushRef="#br0" timeOffset="19977.894">11553 6550 2199 0,'0'0'1122'16,"0"0"-886"-16,0 0 70 15,79 3 98-15,-45 3-17 0,0-5-34 16,4 2-94-16,2-3-82 0,5 0-38 15,1-4-18-15,3-8-63 0,0-1-55 16,0-5-3-16,3-4-18 0,-3 1-85 16,0-4-21-16,-2 2-25 0,-5 1-40 15,-4 3-58-15,-4 0-199 0,-9 7-352 16,-1 1-998-16</inkml:trace>
  <inkml:trace contextRef="#ctx0" brushRef="#br0" timeOffset="20240.825">12219 6197 3216 0,'0'0'540'0,"0"0"-361"0,0 0 29 0,0 0-40 0,0 0 30 16,86 45 107-16,-62-33-118 0,2 0-77 16,2 0-3-16,0-1 11 0,1 0-5 15,-1 0-49-15,-2 1-28 0,-2 0-9 16,-1-2-27-16,-5 1 0 0,-2 1-12 15,-2 4 0-15,-5 3 10 0,-4 5-13 16,-5 2-3-16,0 5-19 0,-11 2-2 0,-6 4-1 16,-3 0 7-16,-5 1-10 0,-6-4-18 0,-3 1-33 15,-3-4-40-15,-5-3-71 0,-4-3-128 16,0-3-263-16,10-9-635 0,-16 5-945 0</inkml:trace>
  <inkml:trace contextRef="#ctx0" brushRef="#br0" timeOffset="21095.967">13559 6127 2707 0,'0'0'574'16,"0"0"-288"-16,0 0-14 0,0 0-118 16,-23-79-44-16,23 42-10 0,2-4-25 15,6-5-25-15,4 0-1 0,4 0-9 16,0 3 10-16,1 7 15 0,0 5 24 16,-1 6 19-16,0 3-40 15,1 3-10-15,-4 4-30 0,0 5 2 16,-6 1-28-16,1 5-2 0,-1 2-2 15,1 2 0-15,3 0 2 0,3 1 28 0,0 8-10 16,5 5 7-16,1 7-4 0,2 9 4 16,2 6-7-16,-1 6 9 0,4 8 1 15,-2 4-25-15,3 8 8 0,-2 5-10 16,-2 3 10-16,2 2 0 0,-3 1-11 0,0 2 0 0,2-2 12 16,-4-4 2-16,-2-9-14 15,0-7 0-15,-3-10 1 0,-1-8-1 0,-4-12 0 16,-3-10 0-16,2-2-37 0,-4-7-8 15,1-4-10-15,-1 0-22 0,3-9-24 16,-1-8-86-16,1-5-58 0,1-9-41 16,-3-3-148-16,0-6-225 15,-1 9-620-15,-1-18-336 0</inkml:trace>
  <inkml:trace contextRef="#ctx0" brushRef="#br0" timeOffset="21296.22">14328 5975 1281 0,'0'0'1415'0,"0"0"-1068"16,0 0-120-16,0 0 31 0,0 0 23 0,-54 81 18 0,38-45 0 16,-4 6-61-16,0 1-53 0,-2 4-57 15,-4 4-27-15,1 0-12 0,-1 1-28 16,1-2-19-16,-1-3-11 0,2-1-31 16,1-7-3-16,5-4-22 0,1-4-109 15,7-5-34-15,2-6-40 0,3-7-30 0,5-2-85 31,0-8-167-31,0 1-208 0,8-4-566 0</inkml:trace>
  <inkml:trace contextRef="#ctx0" brushRef="#br0" timeOffset="21481.195">14529 6406 2126 0,'0'0'547'0,"0"0"-123"0,0 0 57 16,0 0-2-16,45 86-71 0,-39-56-66 15,-2 0-69-15,-3 0-91 0,1 1-63 0,-2-2-58 16,3-3-39-16,-2-2-22 0,3-5-40 16,4-7-81-16,1-1-86 0,3-6-47 15,0-5-88-15,1 0-346 0,7-11-865 0</inkml:trace>
  <inkml:trace contextRef="#ctx0" brushRef="#br0" timeOffset="21762.192">15162 5938 1990 0,'0'0'1760'0,"0"0"-1500"0,0 0-140 0,0 0 89 16,-94 40 100-16,72-18-35 0,5 7-6 15,3 6-103-15,1 4-68 16,7 4-21-16,5 3-10 0,1 2 13 16,0-4 15-16,4-5-9 0,6-2-82 0,2-8-3 15,1-4-37-15,2-5-47 0,4-7-47 16,4-7-41-16,6-6-38 0,6-12-59 16,2-13-242-16,-6 3-646 0,16-24-861 0</inkml:trace>
  <inkml:trace contextRef="#ctx0" brushRef="#br0" timeOffset="22145.038">15583 6079 3343 0,'0'0'673'15,"0"0"-482"-15,-23 64-23 0,8-28 83 16,-5 6 65-16,-1 1 62 0,0 0-74 16,3-8-120-16,3-5-81 0,7-10-55 15,3-5-47-15,2-8-1 0,3-6-54 0,0-1-7 0,0-4-17 16,8-4-19-16,4-9 40 0,0-2 8 15,2-6-2-15,2-1-4 0,0-1-6 0,-1 2 13 16,0 6 8-16,0 3 0 0,-1 8 25 16,-1 3 3-16,0 5-3 0,0 0 15 15,0 8 42-15,1 8 16 0,1 3-9 0,1 4-25 16,0 6 7-16,2 2 20 0,1 2-8 31,-2 3-19-31,-1 6 12 0,-1 3 22 0,-2 4 8 16,-2 7-8-16,-2 2-16 0,-5 4-6 15,-1 1-2-15,-3-2-1 0,0-2 0 16,0-4-18-16,-6-5-15 0,-1-5 1 16,-3-7-1-16,-3-4 12 0,1-8-10 0,-5-9 1 15,0-10-3-15,-6-4-30 0,-2-3-42 16,-3-12-25-16,-3-7 9 0,-2-7-27 16,-2-9-40-16,2-7-67 0,0-6-144 0,1-9-306 15,8 12-725-15,-8-30-1075 0</inkml:trace>
  <inkml:trace contextRef="#ctx0" brushRef="#br0" timeOffset="22330.072">15734 6018 2899 0,'0'0'375'0,"0"0"-159"16,83-18 40-16,-52 18-67 0,3 0 37 16,-2 9 76-16,1 2-95 0,0 4-84 15,-2 3-65-15,-3-1-33 0,-2 1-24 16,-5 3-1-1,-6 2-16-15,-4 1-51 0,-5 5-62 0,-6 2-57 16,0 3-43-16,-11 2-28 0,-2 1-87 16,-5 1-209-16,4-10-437 0,-13 10-518 0</inkml:trace>
  <inkml:trace contextRef="#ctx0" brushRef="#br0" timeOffset="22915.3">16623 5976 2277 0,'0'0'420'16,"0"0"-143"-16,0 0 62 0,29-66-9 15,-19 37-122-15,3-4-70 0,3-2-52 16,-1-1-36-16,2 0-34 0,3-1-5 16,-1 6-11-16,1 2-30 0,1 5 30 0,0 2 1 15,0 10 30-15,-2 5-16 0,-2 6-14 16,2 1 32-16,-2 12 73 15,3 7 40-15,3 4-29 0,-1 8-9 16,1 9-22-16,3 4-34 0,0 5-3 16,1 6-18-16,-1 4-14 0,-1 6-17 0,4 2 0 15,-2 1 19-15,0 1 42 16,-1-1-12-16,0-6-19 0,-4-10-30 0,0-10-1 16,-1-11-32-16,-1-10-4 0,-2-11-30 15,0-8 12-15,-3-2-19 0,-1-11-49 0,-1-11-71 16,0-8-83-16,-3 4-229 0,0-27-835 0</inkml:trace>
  <inkml:trace contextRef="#ctx0" brushRef="#br0" timeOffset="23100.176">17412 5770 2970 0,'0'0'555'0,"0"0"-362"0,0 0-23 16,-28 77 75-16,20-38 32 0,-3 7 17 0,1 4-52 15,0 6-104-15,0 0-53 0,1 0-27 16,-2-1-19-16,1-3-25 0,1-6-14 16,-1-7-34-16,4-6-103 0,1-5-108 15,2-6-56-15,3-4-165 0,0-8-562 0,0-7-967 0</inkml:trace>
  <inkml:trace contextRef="#ctx0" brushRef="#br0" timeOffset="23331.708">17678 6209 2711 0,'0'0'478'16,"0"0"-115"-16,0 0 32 0,0 0-144 0,85-11-46 0,-70 11 24 16,-3 5-100-16,-3 2-58 0,0 0-31 15,-3 5-16-15,-2 6 4 0,-4 1 5 16,0 4 13-16,-4 5-6 0,-5-1-19 16,0 2-18-16,0 1 0 0,1-4 16 15,4-4-4-15,1-4 15 0,3-6-23 16,0-7-7-1,0-3-37-15,7-2-12 0,6 0 6 16,2-9 7-16,2-3-68 0,3-4-65 16,2-3-91-16,-1 0-152 0,-5 3-579 0,4-2-959 0</inkml:trace>
  <inkml:trace contextRef="#ctx0" brushRef="#br0" timeOffset="23817.847">18606 5860 2020 0,'0'0'518'0,"0"0"-167"16,0 0-21-16,0 0-11 0,0 0-7 15,0 0-25-15,-85 79-54 0,75-43-41 16,4 6-38-16,3 7-13 0,2 4-3 16,1 1 5-1,1 1-30-15,7-7-46 0,3-3-64 16,2-6-3-16,2-10-52 0,3-5-45 15,-2-10-62-15,4-7-28 0,3-7-31 0,2-7-67 16,4-17-219-16,-9 5-572 0,15-23-821 16</inkml:trace>
  <inkml:trace contextRef="#ctx0" brushRef="#br0" timeOffset="24203.019">18974 6035 3011 0,'0'0'644'0,"0"0"-354"0,-12 68 42 0,-1-33-47 16,-1 8-24-16,-3 0 73 0,2-3-82 15,2-9-82-15,6-8-85 0,3-9-85 16,2-7-27-16,2-7-40 0,0 0-9 16,6-7-33-16,7-6 45 0,0-4 31 15,2-5 8-15,2-4-2 0,0 0-13 0,-1 1 7 16,1 3 2 0,-1 4 30-16,3 5-50 0,0 6 29 15,1 3 12-15,3 4 10 0,-2 4 40 0,2 8-10 16,0 2-12-16,0 3 16 0,-1 7-13 0,1 2 7 15,-1 2-1-15,-1 3-6 0,0 4 16 16,-3 3 2-16,-2 5 28 0,-2 6 0 16,-5 4 0-16,-3 5-1 0,-6 2-5 15,0 1 0-15,-9 0-25 0,-2-1-12 16,-7-6 3-16,2-4-9 0,-5-6 4 16,-1-6-20-16,-2-10 22 0,-1-9-21 0,-1-6 0 15,0-11-3-15,-2-2-76 0,0-10-42 16,-1-7-27-16,1-6-4 0,0-3-33 15,0-7-50-15,0-3-112 0,3-7-236 16,4 10-618 0,-12-29-683-16</inkml:trace>
  <inkml:trace contextRef="#ctx0" brushRef="#br0" timeOffset="24387.902">19385 5872 3258 0,'0'0'422'0,"0"0"-145"0,0 0 68 0,97-5-125 0,-75 11 5 16,0 5 96-16,-1-2-126 0,-2 3-94 16,1 3-59-16,0-1-42 0,-7 2 2 15,2 5-2-15,-8 2-45 0,-6 6-68 16,-1 8-30-16,-8 6-28 0,-10 4-22 16,-4 6-63-16,-6 3-120 0,-1 2-287 15,7-15-594-15,-18 17-646 0</inkml:trace>
  <inkml:trace contextRef="#ctx0" brushRef="#br0" timeOffset="25536.646">6489 10133 2229 0,'0'0'661'0,"0"0"-359"15,0 0-105-15,0 0 25 0,-65-78 213 16,52 52-163-16,3-3-142 0,3-3-18 16,4-2-26-16,3-1-15 0,0-1-25 15,6-1 37-15,1 4-43 0,6-3-6 16,1 3-34-16,-2-2 0 0,5 3 0 15,-1 0-13-15,1 0 12 0,-1 1 0 0,3 1-29 0,-2 4 30 16,-1-4-25-16,1 7 0 0,1 1 25 16,0 3-3-16,-3 4-21 0,1 5-16 0,-2 5 15 15,-1 4 25-15,0 1 1 0,-1 0 2 16,-1 6 22-16,1 6-4 0,0 1 1 16,0 4-10-16,1 5 7 0,3 3 8 15,0 6-5-15,1 9-1 0,3 3 4 0,1 10-22 16,3 9 0-16,-1 9-3 0,4 10 0 0,1 11-1 15,2 6-11-15,0 5-7 16,2 5-6-16,-2 1 25 0,0-8 0 0,-2-8 0 16,-2-11 24-16,-2-18 25 15,-2-14 0 1,-5-12 6-16,-1-8-38 0,-4-12-17 16,-1-8-15-16,1-6-25 0,-2-4-36 0,1-8-7 0,1-10 19 15,1-6-96-15,-2-8-81 0,1-9-89 16,-1-3-229-16,-5 9-248 0,-2-23-767 0</inkml:trace>
  <inkml:trace contextRef="#ctx0" brushRef="#br0" timeOffset="25822.103">7338 9845 2636 0,'0'0'418'0,"0"0"-236"16,0 0 44-16,0 0 34 0,0 0 14 15,0 0-30-15,0 0-101 0,-65 87-62 16,56-56-47-16,2 7 0 0,-4 4-6 16,1 6 6-16,-5 6-16 0,-1 9 16 15,-4 5-34-15,-2 6 1 0,-5 4 24 0,-3 5 12 16,-2 0-35-16,0 1-1 0,-1-3-1 16,-1-3-2-16,6-9 2 0,2-7-13 0,3-12-2 15,6-11-3-15,7-7-38 0,3-10-6 16,2-8-9-16,2-7-19 0,3-2-46 0,2-5-74 15,5 0-39-15,6-9-13 0,3-1-101 16,-1-2-283-16,6-13-870 0</inkml:trace>
  <inkml:trace contextRef="#ctx0" brushRef="#br0" timeOffset="26011.128">7626 10566 2526 0,'0'0'672'0,"0"0"-350"0,0 0-6 0,9 78 82 0,-9-46 14 16,0 6-87-16,-2 1-138 0,-5 0-90 15,2-1-54 1,0-3-43-16,1-4-19 0,2-6-82 0,2-7-76 0,0-6-53 16,0-12-59-16,6 0-142 0,1-12-238 15,0-3-634-15,1-24-776 0</inkml:trace>
  <inkml:trace contextRef="#ctx0" brushRef="#br0" timeOffset="26307.263">7521 9446 3097 0,'0'0'503'0,"0"0"-320"0,0 0-10 16,0 0 25-16,0 0 135 0,0 0-7 16,0 0-133-16,0 0-68 0,97 47-33 15,-72-44-60-15,1 0-31 0,0-3-2 16,-1 0 2-16,-3 0-2 0,-1-3-13 15,1 0-68-15,-3-7-59 0,-1 3-52 0,-1-4-40 0,-5 1-121 16,-2 2-360-16,-4-6-1264 0</inkml:trace>
  <inkml:trace contextRef="#ctx0" brushRef="#br0" timeOffset="26507.85">7952 9325 2999 0,'0'0'612'0,"0"0"-343"16,0 0 26-16,0 0-12 0,0 0 0 16,0 0-108-16,-3 80-95 0,3-53-28 15,0 4 0-15,3 2-49 0,3 2-3 16,2 2-34-16,-1-2-91 0,2 4-87 0,0-2-84 16,2 2-176-16,-5-12-735 0,0 11-1246 0</inkml:trace>
  <inkml:trace contextRef="#ctx0" brushRef="#br0" timeOffset="27609.379">8867 10079 3049 0,'0'0'503'0,"0"0"-363"0,0 0-8 16,0 0 91-16,0 0 90 0,0 0-122 16,0 0-140-16,0 0-51 0,0 0-28 15,32 30-3 1,-29-26-74-16,1-2-156 0,-1 4-160 16,0-2-304-16,-3 4-995 0</inkml:trace>
  <inkml:trace contextRef="#ctx0" brushRef="#br0" timeOffset="27794.159">8945 10415 1387 0,'0'0'1389'0,"0"0"-985"0,0 0-82 16,0 0 110-16,0 0-25 0,0 0-150 16,0 0-149-16,23 66-108 0,-17-62-31 15,2-2-12-15,1-2-65 0,0 1-91 0,3-1-95 0,0 0-197 16,-3 0-636-16,1 0-1276 0</inkml:trace>
  <inkml:trace contextRef="#ctx0" brushRef="#br0" timeOffset="28742.516">11035 10074 2062 0,'0'0'515'0,"0"0"-270"0,0 0 124 15,0 0 3-15,0 0-50 0,-97-73-64 0,74 65-50 16,1-3-65-16,-1 3-26 0,2 3-6 16,3 4-13-16,2 1 40 0,5 2 3 15,2 12-47-15,4 8-39 0,3 9-9 16,2 10-1-16,5 7-2 0,6 2-1 0,2 0-2 16,4-7-14-16,-1-7-26 0,1-9-12 15,1-9-24 1,0-6-4-16,-2-6-21 0,3-6-24 15,0 0-46-15,-2-12 15 0,2-3-12 16,-3-6 14-16,-1-2-6 0,-3-3 28 0,-1 2 17 16,-2 1 23-16,-2 2 33 0,1 2 18 15,-1 4-2-15,0 3-19 0,0 6-14 16,4 4 36-16,1 2 59 0,3 1 25 16,3 6-16-16,1 8 9 0,0 3-3 0,1 4-10 15,1 5 4-15,-3 4 2 0,-1 4 4 16,1 3-19-16,-4 5-3 0,-3 3 12 15,-2 3 3-15,0 2 9 0,-5 2-9 16,-3 0-6-16,-1-3 11 0,0-1-5 16,0-3 39-16,-4-3-3 0,0-1-46 15,-5-9-20-15,-1 0-22 16,0-5 3-16,-3-6-6 0,1-6 3 16,0-4-12-16,0-3 0 0,0-6 0 15,0-3-3-15,-3 0-2 0,-4-6-31 16,-2-6-12-16,-2-3-4 0,-2-4 1 15,2-2 9-15,4-2 5 0,5 2-20 0,7-1 2 16,4-1 1-16,3 1-19 0,0-4-3 16,3 1-3-16,4 0-12 0,3-1-1 0,4 1 13 15,1 0-25-15,4 0-34 0,-1 5-68 0,3-4-115 16,-1 1-250-16,-6 5-434 16,6-6-820-16</inkml:trace>
  <inkml:trace contextRef="#ctx0" brushRef="#br0" timeOffset="29333.273">12003 9785 2917 0,'0'0'499'0,"0"0"-280"0,0 0 64 0,0 0 62 16,0 0-50-16,29 89-46 0,-15-48-28 16,3 6-75-16,-1 3-52 0,-1 5-21 15,-1-1-21-15,0 0-15 0,-3-3-34 16,-1-1-3-16,0-6-13 0,-2-4-20 15,0-7-55 1,-1-8-28-16,1-6-36 0,-3-9-50 16,-1-4-85-16,0-6-169 0,1 0-513 15,-1-8-524-15</inkml:trace>
  <inkml:trace contextRef="#ctx0" brushRef="#br0" timeOffset="29544.139">12200 10187 2572 0,'0'0'556'15,"0"0"-298"-15,0 0 62 0,0 0 23 0,0 0-55 16,0 0-25-16,82-18-5 0,-50 13-13 16,7-2-77-16,7-4-38 0,3-2-20 15,6-5-53-15,4-1-30 0,3-3-2 16,4-1-25-16,2 0 0 0,-1 0 0 16,-2 0 0-16,-3 0-41 0,-5 4 14 0,-5 3-49 0,-3 0-54 15,-7 4-41-15,-5-2-67 0,-5 3-88 16,-6 1-155-16,-9 2-264 0,-8-1-607 15</inkml:trace>
  <inkml:trace contextRef="#ctx0" brushRef="#br0" timeOffset="29797.237">13101 9763 2779 0,'0'0'516'0,"0"0"-405"0,0 0 42 16,0 0 87-16,0 0 112 0,0 0-44 15,0 0-126-15,0 0-74 0,85 49-28 16,-60-43-13-16,2 2-12 0,0-2-12 0,2 2 15 16,-2 2 0-16,-2 1 9 0,-2 3-36 0,-3 3-7 15,-7 4-9-15,-1 6 0 0,-10 3-15 16,-2 5-14-16,-1 0-16 0,-9 3 5 16,-6-1 10-16,-2 1-6 0,-5-3-22 15,-1-1-24-15,0-3-46 16,-3-6-56-16,2-3-47 0,1-4-109 15,8-7-222-15,-7-2-814 0</inkml:trace>
  <inkml:trace contextRef="#ctx0" brushRef="#br0" timeOffset="30546.11">14208 9706 2726 0,'0'0'517'16,"0"0"-142"-16,0 0-120 0,0 0-15 16,0 0-53-16,-7-72-29 0,7 41-25 15,6-4-44-15,3-3-24 0,2-2-1 16,0 1-39-16,3 0 11 0,1 1-20 15,2-4-13-15,-1 4-3 0,1 0-10 16,-1 4 9-16,2 0 2 0,-1 9-2 0,-3 2-14 16,3 4-21-16,-5 3 35 0,4 6-31 15,-2 2 13-15,2 4 19 0,-1 4 0 16,-1 0-2-16,3 5 2 0,-1 6 25 16,0 4-13-16,4 4 31 0,0 5-6 0,3 4-7 15,2 5 4-15,-1 10-6 0,1 4-7 16,2 8 4-16,2 6-4 0,1 3-3 0,2 9 59 15,1 0-29-15,-1 5 7 0,1 0 30 16,-1 0-27-16,2-6-9 0,-1 0-4 0,-4-6 19 16,1-6-16-16,-5-8 10 15,1-8-10-15,-3-10-29 0,0-9-19 0,-2-6-4 16,-1-7-20-16,-5-10-6 0,0-2-25 16,-5-1-38-1,3-11-47-15,-6-8 0 0,-1-7-46 16,-3-4-59-16,-2-5-122 0,-1-4-230 15,0 9-523-15,-7-15-611 0</inkml:trace>
  <inkml:trace contextRef="#ctx0" brushRef="#br0" timeOffset="30830.883">15179 9426 3186 0,'0'0'404'16,"0"0"-189"-16,0 0 53 0,0 0 3 0,0 0 44 15,-65 77-60-15,50-51-111 0,0 1-61 16,-1 4-7-16,0 3-34 0,-1 5-2 16,0 1-13-16,-3 3 4 0,-2 2-4 0,-1 4-3 15,-2-1-2-15,-3 1-1 0,-1 1-9 0,1 0-9 16,-3-1-3-16,2 1 0 0,-1-2-18 16,2 0-13-16,0-1 1 0,3-3-31 15,5-2-27 1,1-4-28-16,3-5-12 0,5-7-19 15,5-6-31-15,1-6-32 0,4-7-48 16,1-1-132-16,0-5-171 0,1-1-197 0,5 0-431 16</inkml:trace>
  <inkml:trace contextRef="#ctx0" brushRef="#br0" timeOffset="31501.747">15761 10145 2553 0,'0'0'467'15,"0"0"-186"-15,0 0 125 0,0 0 19 16,0 0-70-16,25 90-66 0,-21-54-89 0,-1 1-66 15,1 1-46-15,1-1-18 0,-1-5-15 16,1-1-9-16,-1-3-19 0,0-7-17 0,-1-4-10 16,0-4-36-16,-2-7-19 0,1 0 0 15,-1-6-30-15,1 0-55 0,1-9-38 0,-2-4-15 16,3-8-36-16,-1-5-98 0,1-9-190 16,-4 7-491-1,0-17-914-15</inkml:trace>
  <inkml:trace contextRef="#ctx0" brushRef="#br0" timeOffset="32598.481">16080 9307 1010 0,'0'0'495'16,"0"0"15"-16,0 0-8 0,0 0-96 0,0 0-45 0,0 0-43 0,0 0-62 15,0 0-36-15,0 0-45 0,0 0-17 16,0 0-9-16,-61 13-20 0,57-9-15 16,0 0-16-16,-1 0-24 0,1 1-10 15,-1 1-3-15,0 2 12 0,1 4 12 16,-2 4 0-16,0 4-9 0,0 5-6 16,1 2-3-1,0 4-9-15,1 3 5 0,1 0-5 16,3 1-16-16,0 1-15 0,0 0-16 0,3 0-11 15,7-4-3-15,3 0-36 0,2-6-6 16,3-2-52-16,2-5-79 0,4-7-37 16,1-5-40-16,4-7-122 0,4-1-260 15,-8-6-470-15,12-17-680 0</inkml:trace>
  <inkml:trace contextRef="#ctx0" brushRef="#br0" timeOffset="33136.828">16535 9426 3052 0,'0'0'523'0,"0"0"-208"16,0 0-17-16,0 0 84 0,0 0-56 16,-65 103-27-16,53-58-71 15,1 2-58-15,4 2-30 0,3-2-7 16,2-7-37-16,2-7-56 0,0-8-40 16,6-7-37-16,1-7-11 0,4-6-22 15,1-5 16-15,0-6-18 16,4-8-31-16,0-8 42 0,-1-2-6 0,0-5-6 0,-1-1-27 15,-2-1 21-15,-2 0 18 0,1 3-6 16,-3 1 21-16,-1 1-3 0,0 6 13 0,0 2 11 16,-1 4 23-16,-2 4-1 0,2 5 3 15,0 5 27-15,2 0 21 0,0 5 11 16,2 6 23-16,1 3-18 0,-2 4-18 16,3 4-16-16,-1 2 19 0,-1 3-7 15,0 5 1-15,2 1-7 0,-2 3-3 0,0 2-8 16,3 3-23-16,-1 5 1 0,-1 0 21 0,1 4-24 15,-4 0 15-15,0 3-13 0,-2-3 1 16,0 2 12-16,-3-1-3 0,0-1 4 16,-1-1-1-16,-2-4 3 0,0-3 12 15,0-3 0-15,-2-3-2 0,-4-6-4 16,0-3 6-16,-2-4-6 0,-1-5 13 16,-2-2-19-16,-2-4-3 15,0-4 9-15,-3 0-6 0,2-3-8 16,-4 0-10-16,-1-3 0 0,-2-2 0 15,-2 0 0-15,-3-3-1 0,1-4-14 16,-1-5-15-16,1-1 15 0,0-4-22 16,2-2-14-16,3-3-9 0,0-1 5 0,4 1 4 15,1 0-4-15,5-1-2 0,4 2-4 16,-1 0-21-16,6-1 9 0,1 1-21 0,0-1-22 0,0 2-40 16,3-2-93-16,4-3-140 0,-1 0-252 15,0 5-536-15,-1-14-959 0</inkml:trace>
  <inkml:trace contextRef="#ctx0" brushRef="#br0" timeOffset="33453.302">17146 9164 437 0,'0'0'2825'0,"0"0"-2428"0,0 0-224 0,0 0 10 16,94 48 27-16,-70-30 97 0,-2 3-8 15,1 2-125-15,0 3-64 0,-2 0-25 16,-1 5-27-16,-2 0-18 0,-5 5 15 16,-4 3-10-16,-3 1-14 0,-5 4-7 15,-1-1-24-15,-3 2 0 0,-4 2-3 31,-3-3-37-31,0 2-27 0,-4-4-18 0,0 0-34 16,0-5-49-16,-3-1-92 0,-2-3-83 16,-4-2-180-16,7-7-562 0,-16 6-844 0</inkml:trace>
  <inkml:trace contextRef="#ctx0" brushRef="#br0" timeOffset="34138.851">14254 8989 1694 0,'0'0'636'0,"0"0"-152"0,0 0-29 0,0 0-61 16,-45 74-92-16,38-37-41 0,-2 8-41 15,-1 6-34-15,0 7-32 0,0 8-23 0,0 5-14 16,0 7-10-16,1 6-13 0,6 5-3 15,-1 5-18-15,4 3-15 0,0 4-16 16,7 1-17-16,8-1-7 0,4-3-16 16,6-2-1-16,6-8-1 0,5-7-12 15,4-9-9-15,5-7-13 0,0-9-45 16,3-6-42-16,0-6-26 0,5-9-15 0,3-3-15 0,5-4-36 16,5-4-28-16,5-6-106 0,5-3-130 15,-20-8-255-15,37-2-747 0</inkml:trace>
  <inkml:trace contextRef="#ctx0" brushRef="#br0" timeOffset="34740.012">17887 8736 1079 0,'0'0'1519'16,"0"0"-1232"-16,0 0-59 0,0 0 119 0,94 81 26 16,-68-47-49-16,1 8-56 0,-1 3 19 15,0 6-75-15,0 4 8 0,-2 5-59 16,-2 4-27 0,-5 3-34-16,1 1-21 0,-7 3-37 0,-1-2-3 15,-3 0-17-15,-4-1-5 0,-3 3-17 16,-1-3-12-16,-10 0 12 0,-4-4-13 15,-4 0-2-15,0-10-3 0,-1-5 6 0,-3-10-15 16,1-5-4-16,-2-7-35 0,1-7-49 16,-1-4-1-16,-1-7-24 0,2-4 6 15,0-5-87-15,1-11-87 0,2-8-156 0,1-5-205 16,5 1-612-16,-5-19-755 0</inkml:trace>
  <inkml:trace contextRef="#ctx0" brushRef="#br0" timeOffset="35025.461">18510 8732 2714 0,'0'0'412'16,"0"0"-151"-16,0 0 179 0,86-33-22 0,-56 25-158 16,-1 5 8-16,0 2-32 15,1 1-7-15,0 0-50 0,2 2-66 0,-2 0-38 16,1 0-38-16,-1-2-37 0,-1 0 0 16,-1 0-43-16,0-6-8 0,0-3-55 15,-2-3-34-15,-2-1-40 0,-3-2-58 0,-6-2-150 16,-5 4-309-16,-4-7-797 0</inkml:trace>
  <inkml:trace contextRef="#ctx0" brushRef="#br0" timeOffset="35256.833">18945 8381 1646 0,'0'0'1886'0,"0"0"-1557"0,0 0-90 16,0 0 72-16,0 0-2 0,20 76 31 16,-10-47-17-16,4 4-105 0,0 2-90 15,1 3-50-15,1 0-48 0,-3 3-30 0,2 5-15 0,-2 1-54 16,-2 3-61-16,-1 2-49 0,-1 1-49 16,2 2-121-16,-5-14-259 0,4 18-805 0</inkml:trace>
  <inkml:trace contextRef="#ctx0" brushRef="#br0" timeOffset="51447.462">4702 6656 3306 0,'0'0'790'15,"0"0"-544"-15,0 0-175 0,0 0-15 0,0 0 46 16,0 0 64-16,0 0 86 0,0 0-84 0,0 0-80 16,78 41-30-16,-51-35-19 0,2 0-23 15,-2-4-13-15,1-2-3 0,-2 0 0 16,-4 0-40-16,0-1-85 0,-2-3-6 15,-3 1-22-15,-5-3-34 0,-7 5-84 16,-4 1-226-16,-1 0-552 0,-9 3-596 0</inkml:trace>
  <inkml:trace contextRef="#ctx0" brushRef="#br0" timeOffset="51585.542">4738 6909 2202 0,'0'0'1222'0,"0"0"-1133"0,0 0-73 15,0 0 13-15,0 0-29 0,0 0 15 16,89 19-15-16,-70-26-31 0,1-5-153 0,-1 0-130 16,-3-3-278-16,-2 5-739 0</inkml:trace>
  <inkml:trace contextRef="#ctx0" brushRef="#br0" timeOffset="52054.478">2745 6732 2402 0,'0'0'1123'0,"0"0"-981"16,0 0-119-16,0 0 49 0,0 0 123 15,0 0 19-15,0 0-83 0,0 0-54 16,-7-83 13-16,15 63-10 0,5-2-30 16,2-3-32-16,2 2-17 0,-1 0 0 0,4 3-1 15,-2 0-3-15,2 5-18 0,-2 1 5 16,0 3-18-16,-1 5-21 0,-1 2-1 15,1 4 19-15,0 0 15 0,2 10-3 16,2 4 25-16,0 8 10 0,2 9 27 16,1 5 0-16,1 8 6 15,-2 7-9-15,2 5-34 0,-1 1-17 16,-1 5 17-16,0 0 12 0,-3-1-9 16,-1-3-3-16,-3-9 12 0,0-8-12 15,-3-10-16-15,-2-9 1 0,-2-8-26 0,-2-7-39 16,-1-3-66-16,2-4-55 0,0-7-79 0,-3-9-170 15,1 0-601-15,-1-20-639 0</inkml:trace>
  <inkml:trace contextRef="#ctx0" brushRef="#br0" timeOffset="52254.631">3373 6396 1365 0,'0'0'1934'0,"0"0"-1670"0,0 0-204 0,-47 77 117 15,27-40 85-15,1 12 9 0,-3 1-64 16,-1 9-83-16,0 7-60 0,0 0-44 16,1 3-20-16,1 2-19 0,2 0-58 15,2-4-77-15,2-3-91 0,2-9-47 16,6-5-137-16,1-9-242 0,3-7-473 0,2-14-31 16,1-6 856-1</inkml:trace>
  <inkml:trace contextRef="#ctx0" brushRef="#br0" timeOffset="52502.197">3565 7051 333 0,'0'0'661'0,"0"0"1063"0,0 0-1284 0,0 0-163 16,0 0 96-16,85-21-39 0,-78 25-120 0,-4 3-22 16,0 3-50-16,0 4-68 0,-3 5-28 15,0 3-27-15,0 4-1 0,-6 3-18 16,0 5 3-16,-1-1-3 0,0-2 0 0,3-4-18 15,-1-3 15-15,4-9-13 16,-1-5 16-16,2-3-12 0,0-3-7 0,2-3-5 16,5-1-1-16,0 0 23 15,5 0 1-15,1 0-1 16,1-8-32-16,1-2-61 0,2-2-63 0,0-5-62 16,2-1-82-16,-3-3-127 0,-2 7-304 15,1-11-746-15</inkml:trace>
  <inkml:trace contextRef="#ctx0" brushRef="#br0" timeOffset="52902.969">3651 6416 1818 0,'0'0'1408'16,"0"0"-1157"-16,0 0-162 0,0 0 63 15,0 0 43-15,0 0-46 0,0 0-78 16,0 0-71-16,36-74-19 0,-21 62 19 16,1 0-3-16,-2 3-29 0,3 3 0 15,-5 3-15-15,4 3 25 0,-2 0 6 0,-1 9 16 0,2 3 15 16,-1 5 29-16,3 5 7 0,-1 3-1 15,-1 7-19-15,2 6 10 0,-3 4-23 16,-1 6-5-16,3 6-10 0,-3 4 19 16,0 5-20-16,0 1-2 0,0 5 37 0,-3-3-15 15,0 0 21-15,0-4 7 0,-3-6-7 16,1-9 1-16,-1-7-13 0,0-13-19 0,0-6-12 16,-1-7 0-16,0-7-22 0,1-3-39 0,0-4-82 15,-1-6-53-15,3-10-63 0,-2-9-107 16,1 0-283-16,0-25-863 0</inkml:trace>
  <inkml:trace contextRef="#ctx0" brushRef="#br0" timeOffset="53119.457">4206 6435 1038 0,'0'0'2254'0,"0"0"-1949"16,0 0-176-16,0 0 82 0,0 0 93 15,-63 89-18-15,44-53-67 0,2 4-81 16,-1 4-50-16,0 4-17 0,2 2-25 0,-4 4-19 16,0 4-15-16,-1 4-12 0,0 1-12 15,-2 0-46-15,2 0-107 0,4-4-41 0,4-6-41 16,2-7-61-16,6-10-237 0,4-6-516 16,1-10-508-16,1-4 807 0</inkml:trace>
  <inkml:trace contextRef="#ctx0" brushRef="#br0" timeOffset="53288.486">4463 7191 271 0,'0'0'2783'0,"0"0"-2317"0,0 0-295 0,17 78 33 16,-14-47 67-16,0 3-32 0,-2 2-115 15,2 1-124-15,-1 2-31 0,0 1-161 16,0 0-153-16,-1-12-246 0,-1 18-928 0</inkml:trace>
  <inkml:trace contextRef="#ctx0" brushRef="#br0" timeOffset="60452.855">5764 13586 1850 0,'0'0'619'16,"0"0"-171"-16,0-66-297 0,0 39-10 15,-4-2 142-15,-3-2 58 16,-3 2-1-16,-2 1-48 0,-1 1-82 16,-3 3-26-16,0 1-40 0,-2 1-13 15,-4 3-27-15,2-1-7 0,-2 4-24 16,-2-1-3-16,-2 5 12 0,2 0-24 16,-1 3-7-16,0 4 10 0,-1 4-10 15,2 1 0-15,-2 6-14 0,0 9-37 0,-5 9-16 16,0 8-15-16,-1 12-8 0,-2 10 36 0,5 7-18 15,1 11 21-15,7 2 1 0,4 6 2 16,5 3 8-16,9-1-11 0,3 0 0 16,9-1 0-16,11-4 0 0,6-5-3 0,3-8 3 15,4-9 0-15,0-13 3 16,2-9 9-16,1-14 9 0,-2-7-19 0,1-9 19 16,1-3-6-1,-2-8 13-15,-1-6 2 0,-1-5-15 16,-3-4-12-16,-4-1-3 0,-4-2-19 15,-1 1-75-15,-8-1-39 0,-3 3-18 16,-4 2-38-16,-5 2-82 0,0 1-112 16,-8 5-307-16,-1 4-472 0,-14 2-441 0</inkml:trace>
  <inkml:trace contextRef="#ctx0" brushRef="#br0" timeOffset="60606.588">5366 14036 2088 0,'0'0'1318'0,"0"0"-1010"0,0 0-198 16,0 0 57-16,0 0 164 0,0 0-6 0,0 0 4 15,97 7-91-15,-70-6-77 16,2-1 15-16,-1 0-28 0,-1-4-78 0,0-3-57 16,-1-4-13-16,-4 0-45 0,1-4-89 0,0 2-57 15,-3-2-61-15,2 0-109 0,-2 2-317 0,-4 2-709 16,1-2-720-16</inkml:trace>
  <inkml:trace contextRef="#ctx0" brushRef="#br0" timeOffset="60775.749">5809 13994 1916 0,'0'0'1280'0,"0"0"-1105"0,-2 68-89 0,2-33 146 16,0 1 123-16,0 2-33 0,3 0-62 15,-1-2-88-15,-1-2-68 0,2 1-40 16,-2-4-53-16,1 1-11 0,2-4-59 16,-1 0-103-16,3-3-85 0,1-6-91 15,0 0-267-15,1-3-679 0,-4-6-896 0,0 1 2178 0</inkml:trace>
  <inkml:trace contextRef="#ctx0" brushRef="#br0" timeOffset="61593.673">6403 13650 1770 0,'0'0'1625'15,"0"0"-1349"-15,0 0-160 0,0 0 10 0,0 0 129 16,0 0 55-16,0 0-44 0,0 0-67 0,0 0-89 16,0 0-43-16,51 2 22 0,-26-4 5 15,8 1 64-15,0-2-64 0,-1 1-49 16,-2-1-14-16,-1-2-10 0,0 0-6 15,-3-4-12-15,-2 2-3 0,-1-1-13 0,-5-1-36 16,-1 1-72-16,-4-2-61 0,0 2-59 16,-6 2-84-1,-4 2-307-15,-3 2-774 0,0 2-991 0</inkml:trace>
  <inkml:trace contextRef="#ctx0" brushRef="#br0" timeOffset="61759.796">6540 13911 1429 0,'0'0'1747'16,"0"0"-1308"-16,0 0-408 0,0 0 92 15,0 0 141-15,0 0 52 0,99-20-56 16,-69 7-81-16,5-5-81 0,-4-3-73 16,1 2-25-16,-2 0-39 0,1 2-109 15,-4-1-77-15,-1 5-98 0,-6 4-323 0,5 0-1059 0</inkml:trace>
  <inkml:trace contextRef="#ctx0" brushRef="#br0" timeOffset="62495.721">2834 13458 1395 0,'0'0'2023'0,"0"0"-1631"0,0 0-329 0,0 0 16 15,0 0 213-15,82-12 21 0,-51 5-107 16,0-4-37-16,1 1-68 0,0-1-34 16,-2-1-55-16,0 0-11 0,-2-2 2 15,-5 3-3-15,0-2-9 0,0 1-98 16,-6 1-74-16,-1 1-34 0,-6 1-29 15,-4 4-56-15,-2 3-125 0,-4 2-30 16,0 0-33-16,-7 4-204 0,-3 5-11 16,-3 1 264-16,-4 4 439 0,-3 2 149 0,-1 3 311 15,-2 0 63-15,0 3-105 0,4 3-18 16,-1-1-31-16,6 5-16 0,1 2-59 16,7 4-39-1,3 8-24-15,3 2-33 0,0 8-40 16,6 2-8-16,3 4-21 0,1 1 45 15,-2-2-34-15,1-3-61 0,-3-5-64 16,2-7-15-16,-3-5-13 0,-2-7-20 16,0-4-34-16,-2-6-21 0,0-2-44 0,-1-2-48 15,0-4-82-15,-1-1-132 0,-5-4-289 16,-5 1-659-16,4-2-668 0</inkml:trace>
  <inkml:trace contextRef="#ctx0" brushRef="#br0" timeOffset="62658.24">2758 14264 762 0,'0'0'36'0,"0"0"1597"16,0 0-1166-16,0 0-160 0,0 0-39 16,0 0-46-1,0 0 30-15,0 0 42 0,82 8-5 16,-43-6-49-16,3-2-28 0,1 0-90 0,0-3-43 16,2-7-67-16,2-3 7 0,-2-5-19 15,4-2-48-15,-3-6-114 0,2 0-65 16,-2-5-41-16,-3 1-117 0,-10 10-246 15,3-10-893-15</inkml:trace>
  <inkml:trace contextRef="#ctx0" brushRef="#br0" timeOffset="63212.459">3749 13811 2568 0,'0'0'390'0,"0"0"-272"0,0 0 179 16,0 0 74-16,0 0-66 0,77-2-101 15,-51 1-95-15,-2-6-85 0,2-3-20 16,-4-4 20-16,2-4-24 0,-2-6-121 0,-1-4-132 0,-3-6-166 16,-4 7-219-16,-2-17-895 0</inkml:trace>
  <inkml:trace contextRef="#ctx0" brushRef="#br0" timeOffset="63513.274">3820 13260 417 0,'0'0'2799'0,"0"0"-2433"0,0 0-252 0,-26 66 119 16,25-37 96-16,1 5-62 0,4 4-39 0,10 4-59 15,1 4-32-15,5 8-18 0,1 4-9 16,3 5-28-16,0 2-37 0,1 2-14 16,-1 2-4-1,-4-1-21-15,0-1-5 0,-2-4-1 0,-4-4 2 16,-2-6 10-16,-4-6-10 0,-2-4 0 15,-2-6 20-15,-2-3-20 0,1-6 1 16,-3-4-2-16,0-6 0 0,0-6 2 16,0-4-3-16,-6-4-3 0,-3-4-40 0,-3 0-57 15,-3-5-31-15,-7-6-12 0,-3-4-25 16,-7-6-38-16,-1-5-43 0,-6-3-118 0,-3-5-235 16,-3 0-483-16,11 8-546 0,-14-8 1041 0</inkml:trace>
  <inkml:trace contextRef="#ctx0" brushRef="#br0" timeOffset="64239.997">7503 12994 2449 0,'0'0'682'0,"0"0"-309"16,0 0-139-16,0 0 27 0,0 0 61 16,0 0-86-16,0 0 4 0,0 0-38 15,41 100-37-15,-25-44-31 0,3 8-19 16,-4 6-27-16,-3 4-15 0,0 1-24 0,-4 0-25 15,-1-3-21-15,-2 3 12 16,-1-6-15-16,-1-3 0 0,1-9-39 0,-2-8-64 0,-1-12-28 16,2-8-6-16,-2-8 0 0,-1-10-40 0,0-9-66 15,0-2-240-15,0-3-546 0,0-12-213 16,0 3-382-16,-7-13 1542 16</inkml:trace>
  <inkml:trace contextRef="#ctx0" brushRef="#br0" timeOffset="64383.823">7609 13690 336 0,'0'0'2321'16,"0"0"-1900"-16,0 0-125 0,0 0 100 0,85-17-40 16,-58 16-60-16,2 0-9 0,1-1-76 15,-1-2-73-15,1-2-74 0,-2-4-52 16,2-6-12-16,-1-3 0 0,-2-8-58 16,1-2-79-16,-4-8-106 0,-1-1-78 15,-4-2-180-15,-5 8-580 0,-4-13-706 0</inkml:trace>
  <inkml:trace contextRef="#ctx0" brushRef="#br0" timeOffset="64600.149">7940 13084 398 0,'0'0'2377'16,"0"0"-1964"0,0 0-205-16,0 0 58 0,0 0 2 15,0 0 39-15,15 68 3 0,-4-38-82 16,2 2-62-16,-1 5 5 0,1 3-3 0,-2 8-62 15,1 2-42-15,-4 7-37 0,0 0-27 16,-4 4-2-16,0 1-40 0,0-5-62 16,-1 0-39-16,2-7-34 0,1-7-50 0,1-7-84 15,0-8-292-15,3-7-564 0,-3-9-849 16,-1-1 1540-16</inkml:trace>
  <inkml:trace contextRef="#ctx0" brushRef="#br0" timeOffset="65280.628">8465 13272 2191 0,'0'0'1156'0,"0"0"-962"0,0 0-134 16,0 0 129-16,0 0 204 0,92 56-79 0,-53-26-28 0,2 3-99 16,0 3-58-16,-2 1-56 0,-3-3-12 15,-4-2-58-15,0-1-1 0,-5-3-2 16,0-3-15-16,-4-5-58 0,0-4-74 16,-4-7-37-16,1-4-34 0,-2-5-48 15,0-12-173-15,-7 1-312 0,0-21-955 0</inkml:trace>
  <inkml:trace contextRef="#ctx0" brushRef="#br0" timeOffset="65480.228">8926 13233 909 0,'0'0'2017'0,"0"0"-1531"0,-42 70-315 0,25-34-19 15,-2 6 77-15,-3 5 47 0,1 3-3 0,1 4-66 16,2-3-75-16,0 0-61 0,2-2-44 15,0-2-15-15,3-6-12 0,0-4-55 16,4-9-104-16,5-8-85 0,1-7-32 16,3-10-101-16,0-3-234 0,2-10-502 0,2-3-413 15,2-14 1246-15</inkml:trace>
  <inkml:trace contextRef="#ctx0" brushRef="#br0" timeOffset="65702.806">9229 12894 1982 0,'0'0'1598'0,"0"0"-1324"0,16 74-151 0,-4-33 53 16,0 12 116-16,1 7 14 0,4 5-34 0,-1 3-67 16,3 2-93-16,1 2-39 0,0 1-36 15,3 1-25-15,2 0-12 0,-2-3-14 16,-3-8-83-16,2-9-56 0,-2-13-48 15,-1-11-84-15,2-16-151 0,-1-12-240 32,-1-6-404-32,-2-17-253 0,-5 1 146 15</inkml:trace>
  <inkml:trace contextRef="#ctx0" brushRef="#br0" timeOffset="65965.6">9783 13220 1699 0,'0'0'1178'0,"0"0"-817"0,0 0-236 15,0 0 50-15,0 0 40 0,-86 26-36 0,62-7-28 16,-2 6-29-16,1 4-38 16,0 4-34-16,4 4-16 0,1 1 19 15,4 4-4-15,0-1-12 0,6 0 10 16,4-5 30-16,2-2 37 0,4-9 42 0,0-3-55 16,10-7-46-16,3-1-36 0,7-3 11 0,5-3 1 15,6-5 5-15,2 0-8 0,7-3-16 0,0-3-10 16,3-2 1-16,0-5-3 0,2 1-13 15,-3 3-61-15,-2 0-87 0,0 3-45 16,-2 3-43-16,-2 1-71 0,-9 5-284 16,9 15-778-16</inkml:trace>
  <inkml:trace contextRef="#ctx0" brushRef="#br0" timeOffset="66582.744">13690 13189 1641 0,'0'0'1089'0,"0"0"-938"16,0 0-7-16,3-67 74 0,-13 50 56 15,-4 5-18-15,-6 0 11 0,-5 6-7 0,-1 0-77 0,-3 6-23 16,-2 0-19-16,0 9-27 0,2 4-16 15,2 10 6-15,1 7 33 0,0 10-24 16,5 9-31-16,3 9-22 0,3 9 4 16,6 8 12-16,8 2 84 0,1 4-57 15,1-1-49-15,11-4-12 0,3-7-8 16,1-11-22 0,7-11-3-16,0-15-9 0,2-8-15 0,1-11 13 15,-2-6-1-15,4-5-9 16,-1-2 0-16,-3-5 10 0,-2-6-50 0,-3-4-66 15,-5-3-51-15,-4-3-37 0,-2 0-40 16,-5-3-109-16,-3 2-269 0,0 3-460 16,-6 0-118-16,-3 6-291 0,-7-5 1053 0</inkml:trace>
  <inkml:trace contextRef="#ctx0" brushRef="#br0" timeOffset="66705.38">13548 13712 1003 0,'0'0'1082'0,"0"0"217"0,0 0-859 16,0 0-91-16,0 0 54 0,89 23-98 15,-62-17-49-15,2-1-12 0,0-4-59 16,1-1-82-16,2-3-73 0,0-7-30 15,-1-5-13-15,-2-4-126 0,-1-4-71 16,-4-2-18 0,-1 0-57-16,-3 0-156 0,-6 2-286 15,-4 6-556-15,-5-1-226 0</inkml:trace>
  <inkml:trace contextRef="#ctx0" brushRef="#br0" timeOffset="66852.288">13963 13589 703 0,'0'0'147'0,"0"0"1964"0,-7 76-1543 0,7-44-249 15,0 6-67-15,6-1-68 0,5 0-32 16,-1 0 49-16,2-3 17 15,0-2-59-15,2-3-73 0,-2-6-65 16,0-7-21-16,1-6-46 0,-3-6-48 16,0-4-23-16,-2-4-21 0,-2-9-62 15,-1-9-98-15,-4 4-407 0,-1-21-1091 0</inkml:trace>
  <inkml:trace contextRef="#ctx0" brushRef="#br0" timeOffset="67184.482">13213 12832 711 0,'0'0'2740'0,"0"0"-2295"0,0 0-187 0,0 0 112 15,-7-79-96-15,16 59-26 0,1-4-41 16,7-1-97-16,3 1-68 0,1-3-24 15,3-3-18-15,1 2-2 0,-1 1-1 16,3 0-12-16,-3 3 12 0,0 0-15 16,1 5 6-16,-4 1-12 0,2 1-10 0,-3 6 22 15,3 0-12-15,-4 5 5 0,4 5-5 0,0 1-10 16,0 9 4-16,4 8-4 0,1 4 16 16,3 8 18-16,0 6-18 0,1 3-16 15,0-2-42-15,2 3-50 0,-1-1-52 16,0-4-44-16,3-2-89 0,-1-3-215 15,0-3-275-15,-8-8-643 0</inkml:trace>
  <inkml:trace contextRef="#ctx0" brushRef="#br0" timeOffset="67538.651">14609 13589 3621 0,'0'0'747'0,"0"0"-475"0,0 0-177 0,0 0 68 15,99-21-4-15,-54 8-52 0,2-3-40 16,-1-1-35-16,-4 0-32 0,0 1-3 16,-8-1-61-16,-3 3-70 0,-5-1-43 0,-6 2-51 0,-1 3-84 15,-5 5-176-15,-4 2-223 0,-3 3-554 16,-8 9-587-16</inkml:trace>
  <inkml:trace contextRef="#ctx0" brushRef="#br0" timeOffset="67673.654">14825 13737 2183 0,'0'0'1431'16,"0"0"-1144"-16,0 0-184 0,0 0 67 0,0 0 69 16,0 0-84-16,0 0-4 0,85 36 36 15,-55-38-80-15,5-8-70 0,1-4-37 16,4-3-10-16,0-2-39 0,2-1-107 15,0 2-195-15,-2 3-174 0,-4 2-727 16,-8 4-1258-16</inkml:trace>
  <inkml:trace contextRef="#ctx0" brushRef="#br0" timeOffset="68466.525">15894 12825 1246 0,'0'0'1593'15,"0"0"-1311"-15,0 0-36 0,0 0 144 16,0 0-22-16,84 39-38 0,-62-3-4 0,0 10-108 16,-2 11-65-16,-5 9 2 0,-1 6 9 0,-4 3-40 15,-2 0-24-15,-3-2-33 0,0-2-34 16,-3-3-14-16,0-2-19 0,-1-7-3 16,-1-4-48-16,0-11-43 0,0-6-6 15,0-12 6-15,0-6 24 0,0-10 6 16,0-4-45-16,0-6-50 0,0 0-67 15,2-5-82-15,-1-5-58 0,1-6-78 0,-1-7-144 0,-1-1-149 16,0-6-38-16,0-2 7 0,-1 0 106 16,-2-1 528-16,0 2 134 0,1 6 443 15,2 2 388-15,3 7-77 0,8 1-136 16,4 5-95-16,6 2-37 0,5 3-61 16,4 0-71-16,3 1-68 0,4 1-44 15,1 1-55-15,-1-2-32 16,-1 2-46-16,3-5-33 0,1-2-25 15,-2-3-48-15,1-4-3 0,-1-2-57 16,-3-2-89-16,-4-3-58 0,-1-1-34 0,-4-1-93 0,-3-1-276 16,-6 5-719-16,-4-6-933 0</inkml:trace>
  <inkml:trace contextRef="#ctx0" brushRef="#br0" timeOffset="68625.488">16623 13081 424 0,'0'0'2395'0,"0"0"-1992"0,0 0-87 15,-13 84 59-15,13-46-77 0,0 6-62 0,3 3 18 32,6 2-55-32,-3-1-67 0,2 4-35 0,-2-1-17 0,1-1-23 15,-3 1-32-15,1-5-25 16,-2-6-82-16,0-9-117 0,0-8-58 16,-2-9-21-16,3-10-20 0,-4-4-237 0,0-10-706 15</inkml:trace>
  <inkml:trace contextRef="#ctx0" brushRef="#br0" timeOffset="68994.975">15802 12714 3705 0,'0'0'528'0,"0"0"-310"16,0 0-73-16,0 0-13 0,0 0-12 16,0 0 9-16,0 0 14 0,36-85-70 15,-12 56-48-15,5-3-22 0,3 0-2 0,0 0-1 16,-1 1-12-16,0 2-1 0,0 1 12 16,-2 3-2-16,1 2-12 0,-1 1-6 15,1 4-1 1,-2 2-11-16,-1 4-4 0,-1 5 1 15,-3 5 2-15,-1 2-3 0,1 0 16 0,-1 11-7 16,2 3 25-16,3 4-12 0,1 7-10 16,-1 3 13-16,2 3 9 0,-2 5-18 15,1 1-22-15,-4 5-50 0,4-1-52 16,-1-1-96-16,3-1-286 0,-2-3-632 0,-7-11-903 16,9 8 1670-16</inkml:trace>
  <inkml:trace contextRef="#ctx0" brushRef="#br0" timeOffset="69426.89">17412 13232 2589 0,'0'0'489'16,"0"0"-196"-16,0 0 2 0,86 45 4 15,-51-19-47-15,-1 11-20 0,3 4 22 0,0 1-82 16,-3 1-68-16,1 1-19 0,-3-3-27 16,-4-5-15-16,0-2-43 0,-5-6 0 15,-1-6-55 1,-1-6-37-16,-1-8-122 0,-2-4-26 15,-3-4-33-15,-2-13-185 0,-3 0-530 16,-4-15-759-16</inkml:trace>
  <inkml:trace contextRef="#ctx0" brushRef="#br0" timeOffset="69611.872">17849 13246 1790 0,'0'0'1527'0,"0"0"-1219"0,0 0-172 16,-63 88 78-16,40-51 68 0,-3 7-68 15,0 2 14-15,-1 4-19 0,-2 1-83 16,3-2-68-16,0-1-25 0,2-5-33 16,1-4-14-16,3-3-56 0,5-10-89 15,3-2-81-15,3-8-63 16,6-4-205-16,3-7-589 0,0-4-668 16,4-4 1012-16</inkml:trace>
  <inkml:trace contextRef="#ctx0" brushRef="#br0" timeOffset="69859.094">18280 12961 1372 0,'0'0'1856'16,"0"0"-1433"-16,0 0-237 0,12 89-11 0,-6-45 73 15,-2 8 56-15,2 5-3 0,0 5-62 16,-2 4-78-16,0 0-72 0,-1 3-41 0,2 4-14 31,-2-2-34-31,1-1 0 0,1-7-49 16,-2-9-97-16,3-10-43 0,3-10-38 15,1-13-43-15,6-11-75 0,2-10-173 16,0-7-270-16,-4-3-948 0,9-27 598 0</inkml:trace>
  <inkml:trace contextRef="#ctx0" brushRef="#br0" timeOffset="70113.124">18765 13294 1641 0,'0'0'1798'0,"0"0"-1579"0,0 0-61 0,-97 46 2 15,58-24 22-15,0 2 14 0,-1 4-47 16,3-1-62-16,5 2-63 0,3-2 1 16,6 1 6-16,7 2-31 0,3-1-22 0,9 1 10 15,4 0 12-15,1-1 9 0,15-2 19 16,4-3-4-16,6-1 7 0,3-4-6 15,6-2 9-15,3-6-10 0,-1-4-24 16,2-6-2-16,0-1-19 0,-1-5-26 0,0-7-100 16,-4-3-107-16,-2-2-50 0,-5-1-89 15,-8 2-270 1,-3-6-748-16</inkml:trace>
  <inkml:trace contextRef="#ctx0" brushRef="#br0" timeOffset="70461.73">18041 12881 3617 0,'0'0'538'0,"0"0"-441"16,0 0-96-16,6-67 74 0,3 34 5 16,2 1 50-16,-1-3-13 0,5-2-70 15,2 0-47-15,3 2-11 0,1 0 10 16,3 5 1-16,2 2-12 0,0 2 12 16,-2 2-2-16,0 5 5 0,-2 4 15 15,-2 3 10-15,-3 3 18 0,0 4-9 16,-1 2-25-16,4 3-11 0,3 0 12 0,3 5-11 0,1 5 0 15,8 6 0-15,1 4 10 0,0 8-9 16,0 3 8-16,0 6-11 0,-1 3-12 0,0 3-28 16,0 3-138-16,-3 0-119 15,-9-11-119-15,7 15-680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55:52.4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3986 1783 2345 0,'0'0'629'0,"0"0"-440"0,0 0-106 0,0 0 79 0,105-31 212 15,-68 25-81-15,4 2-112 0,2 2-32 16,-1 0 18-16,2-1-65 0,-2 1-31 16,0-3-41-16,1 1-28 0,-2-1-2 15,-4-2 0-15,1-1-104 0,-4-1-72 16,-4-1-47-16,-5-1-53 0,-5 4-134 16,-7-2-334-16,-9 4-947 0</inkml:trace>
  <inkml:trace contextRef="#ctx0" brushRef="#br0" timeOffset="187.535">4345 1894 346 0,'0'0'2147'16,"0"0"-1815"-16,4 83-139 0,3-41 155 16,5 6 61-16,-1 6-76 0,1 5-77 0,-1 5-15 0,-1-1-75 0,2 3-116 15,-2-2-50-15,0-7-15 0,0-5-37 16,-1-9-65-16,-2-8-31 0,-3-8-26 0,-2-5-98 15,-2-1-226-15,0-7-583 0,-16 5-641 0</inkml:trace>
  <inkml:trace contextRef="#ctx0" brushRef="#br0" timeOffset="369.535">4026 2741 82 0,'0'0'2579'0,"0"0"-2142"0,0 0-172 0,0 0 36 15,0 0-74-15,0 0-98 0,0 0 12 16,0 0 118-16,82 25-43 0,-44-17-65 16,1-4-56-16,1-2-49 0,4-2-44 0,0 0-2 15,3-9-46-15,-3 1-68 0,-1-7-86 16,2-1-104-16,-4-4-151 0,-9 4-578 0,6-14-1020 0</inkml:trace>
  <inkml:trace contextRef="#ctx0" brushRef="#br0" timeOffset="522.928">5013 2367 2699 0,'0'0'670'15,"0"0"-454"-15,0 0-36 0,85 46 154 0,-57-38-82 16,8-4-69-16,0-4-106 0,3-9-27 16,3-9-50-16,2-7-31 0,-1-7-198 15,2-9-127 1,-13 10-205-16,2-24-865 0</inkml:trace>
  <inkml:trace contextRef="#ctx0" brushRef="#br0" timeOffset="823.93">5276 1902 874 0,'0'0'2614'16,"0"0"-2279"-16,0 0-206 0,0 0 128 0,0 0 23 0,-36 69-61 15,36-42-50-15,4 2-23 0,9 4-14 16,3 8-16-16,2 3-40 0,5 7-40 15,-2 10-15-15,3 5-19 0,-1 6 15 16,-2 4-17-16,0 2-12 0,-2 0 11 16,-2-5-32-16,-1-3 6 0,-3-8-13 0,0-6 10 15,-3-8-10 1,-3-6 10-16,-2-6 29 0,-5-8 1 16,0-6 1-16,-3-6 1 0,-8-6 10 15,-3-4 0-15,-9-3-12 0,-4-3-64 16,-8 0-12-16,-8-5 15 0,-6-7-56 15,-9-4-42-15,-7-5-72 0,-5-3-223 16,2-1-194-16,16 6-521 0,-21-14-745 0</inkml:trace>
  <inkml:trace contextRef="#ctx0" brushRef="#br0" timeOffset="1371.3">7643 1871 767 0,'0'0'2072'15,"0"0"-1675"-15,0 0-158 0,0 0 71 0,0 0 92 16,0 0-125-16,-102-5-95 0,72 27-77 16,-2 7 8-16,0 11 4 0,4 8 14 15,2 9-3 1,4 6-49-16,5 6 6 0,4 7-12 0,4 4 0 16,6 3-25-16,3 0-23 0,0-3-13 15,12-7-9-15,5-13-1 0,3-9 0 16,5-14-1-16,1-10 14 0,3-10 15 0,1-7-15 15,2-4-3-15,2-6 4 0,2-4 2 16,0-5-17-16,-1-6-1 0,-4-2-22 16,0-2-57-16,-4-2-54 0,-4-1-34 15,-4 1-56-15,-6 1-58 0,-2 1-154 16,-6 4-361-16,-5-9-975 0</inkml:trace>
  <inkml:trace contextRef="#ctx0" brushRef="#br0" timeOffset="1524.935">7479 2582 2410 0,'0'0'1277'0,"0"0"-943"0,0 0-227 16,0 0 99-16,0 0 180 0,0 0-18 15,0 0-43-15,89 31-100 0,-54-31-101 16,1 0-52-16,2-8-59 0,2-3-13 16,-3-6-93-16,-2 0-59 0,1-1-36 15,-4 1-61-15,-2 2-97 0,-3 1-107 0,-7 5-247 16,-6 2-880-16,-10 2-438 0</inkml:trace>
  <inkml:trace contextRef="#ctx0" brushRef="#br0" timeOffset="1680.391">7877 2521 1083 0,'0'0'1425'0,"0"0"-788"0,0 0-382 0,0 0-71 15,10 75 62-15,0-50 84 0,3 3 34 16,-1 0-102-16,3-3-60 0,0 1 36 16,2 0-95-16,-2-3-98 0,0-1-45 0,-3-1-76 15,2-6-64-15,-1-2-49 0,-1-5-28 16,4-6-70-16,-6-2-243 0,3-6-865 0</inkml:trace>
  <inkml:trace contextRef="#ctx0" brushRef="#br0" timeOffset="1841.013">8241 2444 1626 0,'0'0'2270'0,"0"0"-1984"0,0 0-77 0,80-12 167 16,-47 5-94-16,7-1-72 0,-1 0-21 15,2-2-113-15,-1 0-70 0,0-1-6 16,-4 2-97-16,-3 2-68 0,-4 2-63 16,-6 2-69-16,-7 3-236 0,-6 1-630 15,-10 15-716-15</inkml:trace>
  <inkml:trace contextRef="#ctx0" brushRef="#br0" timeOffset="2004.7">8394 2657 1691 0,'0'0'2151'15,"0"0"-1815"-15,0 0-115 16,0 0 158-16,0 0-54 0,0 0-103 16,0 0-18-16,0 0 53 0,0 0-76 0,114-3-63 15,-72-6-73-15,3-3-45 0,-2 0-67 16,3-1-90-16,-3 1-100 0,2-1-37 16,-2 1-192-16,-10 5-599 0,7-1-1102 0</inkml:trace>
  <inkml:trace contextRef="#ctx0" brushRef="#br0" timeOffset="3265.362">9390 1935 2854 0,'0'0'452'0,"0"0"-252"0,0 0 34 0,0 0 178 16,0 0-76-16,0 0-114 0,0 0-102 15,0 0 2-15,98 0 141 0,-37 0-66 16,9 0-69-16,9 0-22 0,2 0-15 0,-3-1-10 16,-2 0-8-16,-8 0-10 0,-5-2-23 15,-5 0-40-15,-4-4-3 0,-4-1-18 16,-3-2-36-16,-3 0-49 0,-7-2-51 0,-8 2-28 16,-7 1-34-16,-8 2-71 0,-7 5-183 0,-5-1-323 15,-8 3-712-15</inkml:trace>
  <inkml:trace contextRef="#ctx0" brushRef="#br0" timeOffset="3474.234">9925 1939 1311 0,'0'0'1420'0,"0"0"-971"16,-6 92-181-16,6-47 89 0,0 6 67 15,0 6-24-15,0 1-99 0,0 4-106 16,0 0-91-16,-4 0-80 0,1 1-24 15,1-6 0 1,-1-3-103-16,3-7-75 0,0-11-5 16,3-12 4-16,3-12 6 0,1-7-63 15,5-10-299-15,-5-4-509 0,5-26-608 0</inkml:trace>
  <inkml:trace contextRef="#ctx0" brushRef="#br0" timeOffset="3667.261">10176 1965 1539 0,'0'0'1864'0,"0"0"-1585"0,0 0-146 16,8 75 106-16,-5-39 175 0,1 8-38 15,1 5-113-15,1 5-108 0,3 5-48 16,-1 3-40-16,2 3-13 0,-1 3-53 0,3 1-1 31,-3-3-67-31,1-7-66 0,3-4-81 0,0-6-58 0,0-7-73 0,3-7-268 16,-3-11-717-16,0-4-1096 0</inkml:trace>
  <inkml:trace contextRef="#ctx0" brushRef="#br0" timeOffset="5007.401">11356 1903 1463 0,'0'0'1488'15,"0"0"-983"-15,0 0-192 0,0 0-64 0,0 0 36 16,0 0-1-16,0 0-13 0,0 0-14 16,95-4 14-1,-49 4-74-15,7-3-70 0,4-1-36 16,-1-1-18-16,0-3-22 0,-4 2-3 15,-2-2-8-15,-3 1-16 0,-4 2-24 16,-7 3 0-16,-5 2-15 0,-8 0-13 16,-8 4-26-16,-2 6-21 0,-10 4-25 15,-3 6 24-15,-9 8 1 0,-10 7 8 0,-7 3 0 16,-7 6-9-16,-3 1 3 0,-5 3 9 0,0-1 22 16,-2-1 2-16,-5 3 4 0,2-1 11 15,0-1 22-15,3-1 3 0,1-3 3 16,6-4 9-16,6-3 4 0,4-4 5 15,8-2 25-15,4-7 9 0,7-2-1 16,4-5 1-16,3-2-13 0,0-2-2 0,10-2 12 16,4-1 17-16,4-1 16 0,6-1 9 0,5-6-10 15,4 3-11-15,5-3-4 0,2-1-17 16,-1 0 5-16,1 0-9 0,2 0 13 16,-3 0-4-16,0 0-18 0,2 0-21 15,-1 0-16-15,-3-5-2 0,1 0-2 0,-2-1-10 16,-3-2-12-16,3 1-9 0,-5 1-6 15,0-4-13 1,-7 2-5-16,1 1-24 0,-7-2-10 0,-3 2 0 16,-1 0-5-16,-5 2-4 15,-3-2 6-15,-3 2-6 0,-2 1-13 0,-1 1-57 16,0-2-90-16,-6 0-161 0,-5-1-295 16,3 1-545-16,-12-2-723 0</inkml:trace>
  <inkml:trace contextRef="#ctx0" brushRef="#br0" timeOffset="5747.268">12285 1957 457 0,'0'0'599'0,"0"0"770"0,0 0-1072 0,0 0-133 16,0 0 51-16,0 0 85 0,0 0 1 16,0 0-62-16,0 0-106 0,0 0-64 15,0 0-19-15,-14 19 0 0,4-3 21 16,-5 5 16-16,-3 4 12 0,-4 4 28 16,-1 3-1-16,-6 2-28 15,-3 6-24-15,-5 0-35 0,-3 4-20 16,-4 4-17-16,-3 1-1 0,-1 1-1 15,-1 0-1-15,2-1-15 0,5-6 4 16,3-1 9-16,9-10 2 0,7-4 1 16,7-9-12-16,6-8-13 0,7-6-33 15,2-2-28-15,1-3-21 0,0 0-35 16,1-5-41-16,6-3-69 0,5-3-82 0,1-5-219 0,-2 3-738 16,2-12-596-16</inkml:trace>
  <inkml:trace contextRef="#ctx0" brushRef="#br0" timeOffset="6833.996">12575 2638 134 0,'0'0'1384'0,"0"0"-370"0,0 0-657 0,0 0-75 15,0 0 37-15,0 0 16 16,0 0-70-16,0 0-53 0,0 0-39 0,17-67-6 16,-4 54-19-16,3 1-26 0,0 0-18 15,1 3-12-15,-1 5-4 0,1 2-8 16,-2 2-35-1,-1 5-45-15,-2 6-1 0,-1 5-2 16,-1 6 3-16,-4 5 21 0,-1 4-8 0,-4 4 2 16,-1 1 0-16,0 2-15 0,0-1-1 15,-3-1-17-15,0-5-28 0,0-5 4 16,0-8 11-16,2-4 16 0,-1-6-3 16,2-4 5-16,0-3 11 0,0-1 2 15,0 0 0-15,0-2-1 0,0-4-11 0,5-6-9 16,1-3-1-16,1-4 10 0,4-5-6 15,1-2 15-15,1 2-9 0,1 0 10 16,-2 1-1-16,4 4 3 0,-3 6 3 0,-2 3 15 16,-2 2 9-16,-2 4 7 0,-2 4-10 15,0 0-2-15,-1 0 5 0,-1 5-9 16,0 3-2-16,2 5-4 0,0 2 3 0,0 4-12 16,0 5 24-16,-2 4 7 0,-1 1-7 0,-1 2-12 15,-1 0 1-15,0 0-16 16,0-3-2-16,-1-5-22 0,1-6-49 0,0-3-36 15,0-8-28-15,1-1-13 0,3-4-31 16,2-1-69-16,2-2-101 0,1-8-286 16,3-6-656-16,-2 4-514 15,6-14 1647-15</inkml:trace>
  <inkml:trace contextRef="#ctx0" brushRef="#br0" timeOffset="7012.071">13274 2830 362 0,'0'0'1717'0,"0"0"-1184"0,0 0-159 0,0 0 60 0,0 0 53 16,12 86-61-16,-11-63-77 0,-1 1-61 0,4-2-65 16,-1-3-58-16,3-2-80 0,-2-6-85 15,2-2-3-15,0-4-82 0,1-3-64 16,-4 1-50-16,0-3-52 0,-3-5-135 16,0 0-561-16,-5-9-1018 0</inkml:trace>
  <inkml:trace contextRef="#ctx0" brushRef="#br0" timeOffset="7149.999">13203 2619 2251 0,'0'0'1337'0,"0"0"-1037"0,0 0-222 0,0 0 114 0,0 0 125 16,0 0-131-16,0 0-186 0,91-31-65 15,-71 20-248-15,-2 4-176 0,2 0-934 0</inkml:trace>
  <inkml:trace contextRef="#ctx0" brushRef="#br0" timeOffset="8598.695">8324 5030 1117 0,'0'0'618'0,"0"0"414"0,0 0-701 0,-9-85 4 16,5 57-37-16,-2 3 29 0,-3-2-40 16,1 3-21-16,-4-1-38 0,-4 1-57 15,-1 4-43-15,-3-1-42 0,-3 5-1 0,-3 4-15 16,-3 3-15-16,1 8-22 0,-2 1-15 15,-3 13-6-15,3 9-9 16,1 14 16-16,0 9 5 0,3 17 9 0,3 10 22 16,7 10 11-16,1 7 98 0,6 5-19 15,-1 0-70-15,7 1-39 0,2-5-15 16,1-7-9-16,3-12-11 0,9-14 1 16,7-14 1-16,3-15 24 0,5-10-2 15,5-8-10-15,2-8-13 0,4-2 1 0,2-10 0 16,-2-4-3-1,-1-4 0-15,-1-6-12 0,-5-2-37 16,-3-3-44-16,-5-1-37 0,-7 1-27 16,-4 0-15-16,-8 4-26 0,-4 0-85 15,0 6-148-15,-9 1-322 0,-2 5-627 0,-14 0-520 0</inkml:trace>
  <inkml:trace contextRef="#ctx0" brushRef="#br0" timeOffset="8767.97">8054 5456 947 0,'0'0'1263'16,"0"0"-81"-16,0 0-767 0,0 0-91 15,0 0 95-15,0 0-22 0,97 53-28 16,-69-48-96-16,4-5-70 0,1 0-76 16,-1-7-61-16,1-4-38 0,0-4-28 0,-2-6-26 15,-3-3-64-15,0-1-76 0,-5-1-59 16,-3 2-48 0,-4 2-137-16,-7 4-174 0,-8 6-395 15,-1 4-107-15,-3 4-204 0</inkml:trace>
  <inkml:trace contextRef="#ctx0" brushRef="#br0" timeOffset="8883.78">8457 5314 18 0,'0'0'610'15,"0"0"221"-15,-33 72 327 0,22-36-625 0,5 3-110 16,3 4-72-16,-1 1-19 0,4 3-25 16,0-1-36-16,0-3-66 0,0-5-37 15,6-7-53-15,0-7-66 0,-1-12-49 0,5-5-40 16,-1-7-42-16,-2-4-24 0,2-11-32 0,-1-8-76 16,0-6-107-16,-5 3-417 15,-2-20-1007-15</inkml:trace>
  <inkml:trace contextRef="#ctx0" brushRef="#br0" timeOffset="9237.371">7677 4326 437 0,'0'0'3036'15,"0"0"-2459"-15,0 0-252 0,0 0 58 16,0 0-52-16,0 0-79 0,0 0-81 16,14-78-65-16,2 57-55 0,8-3-18 15,-1-2-2-15,3-2-17 0,-1 2-14 16,2-3-15-16,1 2 12 0,-2-1-10 16,-2 5 13-16,2 2-2 0,-3 5-10 0,0 4 9 15,0 7-15-15,0 2 3 0,-1 3 12 0,1 0-15 16,1 8 15-16,2 3 1 0,2 6-1 15,0 2 1-15,3 5-10 0,0 1-6 16,1 6 17-16,3 3-13 0,-2 2-46 16,0 3-74-16,-1 0-45 0,-2 0-44 15,2 0-84-15,1-6-195 0,-9-8-453 0,12 0-453 16</inkml:trace>
  <inkml:trace contextRef="#ctx0" brushRef="#br0" timeOffset="15816.24">9429 4910 1914 0,'0'0'1067'0,"0"0"-648"16,0 0-137-16,0 0-68 0,0 0-3 15,0 0 11-15,0 0-30 0,0 0-20 16,115-59 10-16,-63 51 90 0,6-1-126 0,8 1-58 31,0-3-24-31,-1 3-25 0,-1 0-21 0,-4 1-8 16,-2 3-10-16,-8 0-25 0,-1-1-51 15,-8 3-39-15,-3-2-37 0,-4 4-68 0,-6 0-78 16,-6 0-111-16,-8 2-549 0,-11 8-503 0</inkml:trace>
  <inkml:trace contextRef="#ctx0" brushRef="#br0" timeOffset="16032.418">9631 5259 1558 0,'0'0'558'0,"0"0"-101"16,0 0-33-16,0 0-37 0,0 0-70 16,0 0-112-1,0 0-7-15,0 0 42 0,0 0 8 0,104 0-33 16,-57-11-74-16,2-1-40 0,4 0-56 16,2-1-45-16,-1 2-19 0,0 0-17 15,0 3-151-15,0 1-87 0,-2 2-79 16,-9 0-242-16,16-3-688 0</inkml:trace>
  <inkml:trace contextRef="#ctx0" brushRef="#br0" timeOffset="16317.82">11246 4498 2088 0,'0'0'1329'0,"0"0"-1031"0,0 0-125 0,108 28 26 15,-60-22 140-15,5-2-123 16,5-2-35-16,2-2-34 0,4-4-6 0,2-6-40 16,3-4-44-1,5 0-23-15,-4 2-19 0,1-6-15 16,-3 3-19-16,-6-1-94 0,-3 1-36 15,-7-1-47-15,-9 4-38 0,-4 0-85 16,-16 3-255-16,-6-3-738 0</inkml:trace>
  <inkml:trace contextRef="#ctx0" brushRef="#br0" timeOffset="16543.072">11702 4515 2035 0,'0'0'1327'0,"0"0"-982"16,-19 88-134-16,16-47 150 16,-3 9-21-16,2 5 23 0,-2 3-101 15,0 0-70-15,2 0-68 0,1-3-82 16,3-2-42-16,0-5-21 0,7-8-100 0,2-8-49 16,4-7-4-16,4-8-12 0,-1-9 17 0,6-8-93 0,-1-3-170 15,-3-7-350-15,3-19-655 0</inkml:trace>
  <inkml:trace contextRef="#ctx0" brushRef="#br0" timeOffset="16696.933">12072 4597 2448 0,'0'0'1070'0,"0"0"-998"0,0 71 77 15,0-33 65-15,-1 5 124 0,1 6-31 16,0 3-12-16,0 2-96 0,3 1-65 0,2-1-76 0,1 3-58 15,3-4-46-15,1 0-112 0,0-6-87 16,4-10-110-16,2-5-207 16,-3-11-461-16,6-6-451 0</inkml:trace>
  <inkml:trace contextRef="#ctx0" brushRef="#br0" timeOffset="17488.901">13379 4555 954 0,'0'0'2129'15,"0"0"-1553"-15,0 0-296 0,0 0-153 16,0 0 97-16,0 0 107 0,0 0-72 16,104-27-85-16,-61 18-73 0,9-1-31 15,6-3-21-15,1 1-4 0,3-2-33 0,-2 3-12 16,-1-1 0-16,-5 1-21 0,-5 3 19 16,-6 1-19-16,-8 3-46 15,-8 3-12-15,-7 1-13 0,-10 4-40 16,-7 8-9-16,-3 4 28 0,-13 9 32 15,-8 5-30-15,-8 9-7 0,-7 5-3 16,-5 4 6-16,-3 2 39 0,-4 4-12 0,-1 3-28 16,1 1 40-16,-3-1 35 0,4 0 41 15,1-3 30-15,6-2 67 0,5-3 60 16,5-4 19-16,7-2 20 0,7-6-16 0,9-6-29 16,7-8-10-16,7-7-15 0,12-5-23 0,8-3 10 15,9-5 24-15,3-3-3 0,7-1-22 16,4-12-33-16,1-3-22 0,1-7-8 0,0-2-46 15,-3 0-3-15,-4-1-3 0,-2 0-18 16,-6 2-58-16,-2 2-63 0,-5 4-38 31,-4 1-24-31,-3 2-46 0,-4 5-104 0,-3 0-157 16,-6 3-274-16,-4 5-566 0</inkml:trace>
  <inkml:trace contextRef="#ctx0" brushRef="#br0" timeOffset="17989.073">14281 4577 479 0,'0'0'2136'16,"0"0"-1718"-16,0 0-143 0,0 0 42 0,0 0-55 16,0 0-89-16,-88 64-16 0,61-37-24 0,-5 4-49 15,-2 4-34-15,-2 4-47 0,-6 8 18 16,0 0-21-16,-1 3 1 0,0 4-2 15,1-2-10-15,2-2-4 0,5-3 11 16,8-7-51-16,6-5-48 0,4-6-34 31,7-5-23-31,6-2-69 0,4-6-69 0,0 0-167 0,4-7-530 16,9 3-771-16</inkml:trace>
  <inkml:trace contextRef="#ctx0" brushRef="#br0" timeOffset="18358.108">14340 5084 676 0,'0'0'2031'0,"0"0"-1700"0,0 0 4 0,0 0 156 0,0 0-59 16,0 0-70-16,15 97-91 0,-15-59-51 16,0 3-62-16,-3 1-24 0,2-2-16 15,-1-4-36-15,2-8-39 0,0-5-43 31,0-7-2-31,3-8-19 0,1-4-15 16,2-4-31-16,3 0-9 0,1-9 9 0,1-5 1 16,4-9 2-16,-1-2 15 15,3-1 6-15,-2-3 7 0,1 2 17 0,-2 4 17 16,0 2-1-16,-2 8-9 0,-2 1 10 0,-1 6 2 16,-3 5 1-16,-1 1 39 0,-2 0 15 15,2 6 9-15,-2 1 9 0,2 5-10 0,-4 1-20 16,2 3 2-16,-1 3-17 0,-1-2 5 15,-1 3-21-15,2-2-12 0,-2-1-24 16,1-1-37-16,1-1-54 0,-1-1-46 0,2 2-56 16,-1-5-31-16,2-3-73 0,0-2-264 15,-1-2-606-15,0-3-670 0</inkml:trace>
  <inkml:trace contextRef="#ctx0" brushRef="#br0" timeOffset="18558.25">14885 5335 1949 0,'0'0'1291'16,"0"0"-859"-1,0 0-190-15,0 0 137 0,0 71 48 16,0-54-90-16,0-1-136 0,0-2-112 16,3-4-86-16,3-3-3 0,0 1-16 15,-1-2-32-15,0-2-44 0,-2 0-27 16,-3-1-30-16,0-1-45 0,0-1-55 15,0-1-115-15,-2 0-216 0,-1 0-210 0,-7-9-865 16</inkml:trace>
  <inkml:trace contextRef="#ctx0" brushRef="#br0" timeOffset="18685.572">14916 5120 919 0,'0'0'2208'0,"0"0"-1791"0,0 0-136 15,0 0 196-15,0 0-131 0,0 0-143 31,0 0-178-31,0 0-25 0,90-10-222 16,-68-3-112-16,-4 2-145 0,6-12-772 0</inkml:trace>
  <inkml:trace contextRef="#ctx0" brushRef="#br0" timeOffset="21025.202">13278 4269 222 0,'0'0'1206'16,"0"0"-89"-16,0 0-667 0,0 0-63 0,0 0 25 16,0 0-51-16,0 0-41 15,0 0-36-15,0 0-33 0,0 0-34 16,0 0-47-16,-45 26-39 0,45-28-37 0,2 0-22 16,-1-3-11-16,5-3-16 0,-1-3-15 15,2-5-12-15,7-6-5 0,2-4-1 0,6-7-12 16,2-3-1-16,5 0-2 0,1-3-31 0,5 0 13 15,2-3-9-15,1 0-6 0,3 1-7 16,1 0-2-16,0 3 24 0,0 1-6 16,-3 0 8-16,-3 2 7 0,-4 5 10 15,-5 3 0-15,-5 6 0 0,-6 8-1 16,-4 2-9-16,-4 6 12 16,-3 3-12-16,0 2-3 0,-1 0 12 15,0 0 1-15,2 2 2 0,1 3 12 16,2 3-11-16,2 2 20 15,3 5 9-15,1 1 1 0,1 1-1 0,1 3-18 16,1 2-9-16,0-3 9 0,4 0-12 16,-2 0-1-16,3-1 1 0,0 0-1 15,-1-1-11-15,1-1-6 0,-1-1-18 0,-1 0-46 0,0-2-3 16,0 0 9-16,1 1-6 0,-2 0-7 16,2-1-97-16,-2 1-90 0,0 2-135 15,0 0-286-15,-7-3-586 0,4 5-896 0</inkml:trace>
  <inkml:trace contextRef="#ctx0" brushRef="#br0" timeOffset="23147.472">18178 4248 1079 0,'0'0'1530'0,"0"0"-1144"16,0 0 42-16,0 0-51 0,0 0-53 15,0 0-56-15,0 0-43 0,0 0 49 16,82 19-39-16,-37-15-64 0,8-4-34 15,9 0-7-15,3 0-3 0,7-4-12 16,0-3-18 0,3-3-19-16,2-1-35 0,-2-1-10 15,2-4-9-15,-3 0-24 0,-1-2-25 0,-4-2-45 16,-4 0-20-16,-4-1-37 0,-8 1-40 16,-7 3-15-16,-8 1-30 0,-9 5-72 15,-11 4-184-15,-10 4-296 0,-5 3-578 16,-14 2-233-16</inkml:trace>
  <inkml:trace contextRef="#ctx0" brushRef="#br0" timeOffset="23384.791">18862 4285 871 0,'0'0'146'15,"0"0"1359"-15,0 0-1167 16,-25 91-27-16,22-54 65 0,0 6-4 0,3 4-45 15,0 5-27-15,0 2-84 0,0 0-66 16,0 3-33-16,0 1-44 0,0-2-33 16,0-2-24-16,0-2-16 0,0-10-28 0,3-6-51 15,0-9-43-15,1-6-23 0,3-9-42 16,-1-6-48-16,5-5-106 16,-2-1-183-16,0-5-234 0,5-19-494 0</inkml:trace>
  <inkml:trace contextRef="#ctx0" brushRef="#br0" timeOffset="23600.808">19083 4292 1982 0,'0'0'809'16,"0"0"-428"-16,0 0-211 0,0 65 58 15,0-33 116-15,5 4-18 0,0 5-31 0,4 4-64 16,2 1-65-16,1 4-1 0,1 0-40 15,1-1-70-15,-2-2-43 0,2 3-12 16,-1-3-14-16,0 1-63 0,-3-1-60 16,-2-2-31-16,-2-1-35 0,0-5-41 15,-1-2-98-15,-2-5-238 0,1-10-226 16,-1 0-510-16</inkml:trace>
  <inkml:trace contextRef="#ctx0" brushRef="#br0" timeOffset="27958.45">16771 4773 1425 0,'0'0'1937'15,"0"0"-1588"-15,0 0-189 0,0 0 33 16,0 0-12-16,0 0-8 0,0 0 41 16,113-5-30-16,-67 2-58 15,3-2-59-15,3-1-9 0,1 0-21 16,-2 0-13-16,1-4-11 0,-2 1 4 0,-1-3-17 15,-3 0 0-15,-4 2-22 16,-4-1-72-16,-7 1-56 0,-6 2-25 0,-7 3-44 16,-7 5-98-16,-10 0-249 15,-1 4-672-15,-16 15-580 0</inkml:trace>
  <inkml:trace contextRef="#ctx0" brushRef="#br0" timeOffset="28175.102">16952 5006 466 0,'0'0'1694'16,"0"0"-997"-16,0 0-185 0,0 0-144 16,0 0-66-16,0 0-98 0,0 0 16 15,0 0 42-15,81 17-69 0,-50-17-34 16,4 0-12-16,6-3-29 0,3-6-14 16,6 0-28-16,5-2-37 0,6-2-6 15,2 2-19-15,3 1-14 0,-2 0-21 16,-3 3-76-16,0 3-103 0,-6 4-53 15,0 0-75-15,-16 0-261 0,11 9-893 0</inkml:trace>
  <inkml:trace contextRef="#ctx0" brushRef="#br0" timeOffset="30217.845">19948 4897 1482 0,'0'0'1064'15,"0"0"-652"-15,-39 63-130 0,33-34 74 16,1 0 25-16,2-3-46 0,3-2-44 0,0-6-33 0,6-5-71 16,2-3-32-16,6-5-11 0,3-4-32 15,4-1-24-15,3-8 3 0,2-7-16 16,2-4-17-1,0-10-7-15,-1-6-27 0,0-7-13 16,0-6-11-16,-1-2-2 0,2-3-29 0,-3 2-23 16,1-3-52-16,-1 3-12 0,-2 0 0 15,-1 2 8-15,-2-1-2 0,-4 0 8 16,1 1 9-16,-4-1 31 0,-1 5-6 16,-3 3 17-16,0 7 32 0,-4 9-13 15,-1 6 34-15,-3 9 34 0,-1 6 0 0,0 5 2 16,0 0-29-16,-5 11-7 0,-3 8 0 0,0 5 21 15,-4 11 25-15,1 6 18 0,0 8-6 16,2 5-15-16,-2 4-13 0,3 6 1 16,-1 2 2-16,0 0-20 0,4-5 20 15,2-7-31-15,3-11-1 0,0-12 14 0,3-8 19 16,2-7-34 0,4-8-15-16,1-4-16 0,3-4 7 15,4-6 12-15,2-10 11 0,4-9-51 16,0-4-33-16,2-7-29 0,-5 0 16 15,3-3-12-15,-2 0-13 0,1-3-35 16,-2-2-6-16,-1 0 2 0,-3 0 39 0,0 0 42 16,-2 0-51-16,-3 3 54 0,1 5 78 15,-3 6 41-15,-2 5-38 0,0 7 120 0,-2 6 21 16,-2 6-24-16,-1 6 11 0,-2 0-45 16,0 9-58-16,0 5 44 0,0 10 42 15,0 4-22-15,-4 8-6 0,-2 3 10 16,-4 4-14-16,2 1-8 0,-1 5 2 15,-1 2-21-15,1 3-44 0,1-2-11 16,0 1-24-16,1 0-37 0,2-4-105 0,0-2-85 0,2-4-34 16,0-1-177-16,0-13-637 0,2 0-756 0</inkml:trace>
  <inkml:trace contextRef="#ctx0" brushRef="#br0" timeOffset="30565.41">20811 4846 1148 0,'0'0'1069'0,"0"0"-362"0,0 0-352 0,0 0 73 15,0 0 4-15,-3 75-10 0,0-55-102 16,3 2-140-16,-2-3-76 0,2 1-46 16,0-2-37-16,0-2-19 0,0-3-2 15,0-2-49-15,2-5-27 0,0-2-12 0,2-4-4 0,3 0 18 16,1-7 7-16,3-3 33 0,1-4 34 15,1 0 13-15,1 0-12 0,-1 4-1 16,1 1-12-16,0 5-3 0,-2 0 15 16,1 2 21-16,1 2 10 0,0 0 15 15,-1 2 12-15,0 5 16 0,-2 4-10 16,0 0-24-16,-2 2 5 16,-1 3 16-16,-3 1 0 0,-2 0-6 15,0 3-12-15,-3-1-16 0,0 0-25 16,0-3-2-16,0-3-18 0,0-2-80 15,0-4-48-15,0-2-25 0,0-5-84 16,0 0-91-16,0 0-290 0,0 0-604 16,3-12-466-16</inkml:trace>
  <inkml:trace contextRef="#ctx0" brushRef="#br0" timeOffset="30719.047">21285 5045 691 0,'0'0'1394'16,"0"0"-715"-16,0 0-240 0,0 0 10 15,0 0-27-15,0 0-52 0,-2 70-61 16,-3-56-98-16,1 0-104 0,-1-2-73 0,2-3-34 0,-1-3-55 0,2-2-138 16,-1-4-84-16,0 0-89 0,1 0-626 15,-7-5-1118-15</inkml:trace>
  <inkml:trace contextRef="#ctx0" brushRef="#br0" timeOffset="30866.087">21314 4878 1964 0,'0'0'1565'0,"0"0"-1306"0,0 0 41 16,0 0 45-16,0 0-123 0,0 0-96 15,0 0-107-15,0 0-19 0,84-21-179 16,-70 12-133-16,-2 2-275 0,-4 0-1140 0</inkml:trace>
  <inkml:trace contextRef="#ctx0" brushRef="#br0" timeOffset="34672.291">22394 4536 2610 0,'0'0'591'0,"0"0"-222"0,0 0-28 16,0 0-58-16,0 0-56 16,0 0-54-16,0 0-47 0,0 0-43 0,26-64-16 15,-12 51-11-15,5-2 8 0,2 0-15 16,0-3-16-16,3 3 4 0,3-1-3 16,-1 2 2-16,0 1-15 0,0 4 1 0,-3 1-1 0,2 4-3 15,-2 4 1-15,-2 0 4 0,-3 2-23 16,0 8 0-16,-3 2 1 0,1 0 1 15,-2 5 19-15,0 1-6 0,0 0-12 16,0 2 24-16,0-2-6 0,3-1 0 16,0-2 1-16,1 1-10 0,1-6-10 15,1 0 13-15,2-3-3 0,-2-5-12 0,2-2 2 0,1 0 1 16,-4 0 9-16,1-2-12 0,-2-5-33 16,-2-1-95-16,-2 2-36 0,-3 0-22 15,-4 2-20-15,-3 2-68 0,-4 2-216 16,0 0-628-16,-4 2-603 0</inkml:trace>
  <inkml:trace contextRef="#ctx0" brushRef="#br0" timeOffset="34910.483">22433 4898 26 0,'0'0'1631'0,"0"0"-48"15,0 0-1060-15,0 0-167 0,0 0-64 0,0 0-78 16,0 0-39-16,0 0 18 0,0 0 27 16,0 0-71-16,106 11-31 0,-67-11-21 15,6 0-15-15,2-3-3 0,5 0-31 16,0-3-33-16,3-3-15 0,1 0-3 0,3-1-27 16,5-2-22-16,0 1-87 0,1 0-116 15,0 3-59 1,-4 1-116-16,-15 3-563 0,11 2-677 0</inkml:trace>
  <inkml:trace contextRef="#ctx0" brushRef="#br0" timeOffset="35427.103">23884 4267 1516 0,'0'0'1353'0,"0"0"-953"0,0 0-60 0,0 0-78 16,0 0 6-16,0 0-29 0,0 0 2 16,0 0 70-16,106 12-79 0,-54-10-49 15,6-2-77-15,4 0-36 0,1-7-16 16,1 0-14-16,-1-3-1 0,-2 1-24 16,-2-1-15-16,-7-1 0 0,-3 1-2 15,-7 0-13-15,-6-1-15 16,-1 0-79-16,-8 3-62 0,-4 0-48 15,-5 3-35-15,-8 0-96 0,-5 5-256 16,-5 0-723-16,-10 2-1042 0</inkml:trace>
  <inkml:trace contextRef="#ctx0" brushRef="#br0" timeOffset="35642.937">24294 4407 1501 0,'0'0'1597'0,"0"0"-1269"0,-23 84-106 0,18-47 109 16,0 5 32-16,2 2-11 0,-1-1-88 16,1-2-71-16,2-1-71 0,0 0-34 15,1-2-37-15,0-1-29 16,0-6-22-16,0-8-14 0,0-6-34 16,2-6-56-16,5-7-63 0,2-4-53 0,1-5-42 15,5-10-156-15,-5 2-570 16,5-17-690-16</inkml:trace>
  <inkml:trace contextRef="#ctx0" brushRef="#br0" timeOffset="35828.012">24505 4346 2013 0,'0'0'1248'16,"0"0"-975"-16,0 0-155 0,-9 65 71 0,7-34 116 15,2 6 18-15,0 3-24 0,0 2-60 16,0 2-80-16,6 3-62 0,0 0-42 15,3 2-12-15,-2 1-41 0,-1 2-2 0,2-2-40 0,-2 3-124 16,0-4-75-16,0-2-52 0,0-4-153 16,-1-12-581-16,1 7-821 0</inkml:trace>
  <inkml:trace contextRef="#ctx0" brushRef="#br0" timeOffset="36799.967">25997 4298 2005 0,'0'0'805'0,"0"0"-455"0,0 0-124 16,0 0 15-16,0 0 118 0,0 0 1 16,0 0-72-16,0 0-91 0,0 0-75 15,0 0-52-15,0 0-11 0,31-8 17 16,5 8 27-16,4 0 58 0,4 1-63 0,-1 0-53 16,-1 2 0-16,-2-2-5 0,-2 1-13 0,-1-2-3 15,-2 0-21-15,-4 0 13 0,-3 0-13 16,-4 0-3-16,-2 0 0 0,-3 0-3 15,-6 0-13-15,-5 0-5 0,-2 5-18 16,-5 1-28-16,-1 6 4 0,-9 2 8 16,-8 8-42-16,-4 5-40 0,-6 3 3 15,-4 3 33-15,-5 4 18 16,-1-2-15-16,-5 1 9 0,2 1 12 16,-2 2 34-16,0-3 21 0,2-2 22 15,2-3 19-15,6-2 2 0,2-1 23 16,6-3 8-16,4-3-6 0,7-2-6 15,4-2 6-15,4-4-6 0,5 2-7 16,0-4 16-16,11 0-9 0,2 0 18 16,5-2 15-16,2-1 4 0,2 2-16 0,3-5 2 0,1 0 4 15,0-2-9-15,2-1 3 0,3-2-1 16,-3 0-20-16,1-1-28 0,1 0 0 16,-3-3-12-16,2-4-2 0,1-3-28 0,-1-2-98 15,-1 0-45-15,-2-4-31 0,2 1-13 16,-5-1-44-16,-2-2-239 0,-6 5-646 15,1-10-726-15</inkml:trace>
  <inkml:trace contextRef="#ctx0" brushRef="#br0" timeOffset="37031.724">26670 4404 1668 0,'0'0'1351'0,"0"0"-1006"0,0 0-215 0,0 0 48 15,0 0 146-15,-65 73 20 0,43-43-56 16,-2-1-107-16,0 8-83 0,-4-1-43 31,0 3-21-31,-1 1-10 0,-1-2-21 16,-2 2 1-16,2 1-4 0,1-3-2 16,1 1-40-16,2-6-68 0,1 2-19 0,6-9-32 0,2-2-15 0,6-6-51 15,2-4-87-15,3-6-196 0,6-2-295 0,0-6-707 0</inkml:trace>
  <inkml:trace contextRef="#ctx0" brushRef="#br0" timeOffset="37401.295">26709 4850 395 0,'0'0'2124'0,"0"0"-1686"16,0 0-45-16,0 0 132 0,0 0-77 15,20 72-92-15,-20-49-86 0,0 3-65 16,0-2-59-16,0 2-28 0,-2-3-42 0,1-4-30 16,1-3-46-16,0-6-9 0,0-3-31 0,3-4 1 15,4-1 2-15,2-2 1 0,6-3-4 16,1-6 13-16,3-7 3 0,2-1-1 0,1-5-2 16,3-1 6-16,-4 2-1 0,1 3 19 31,-5 5 1-31,0 1-1 0,-3 5-12 0,-3 2 15 15,-4 5 21-15,0 0 10 0,-4 1 14 16,2 8 13-16,-2 0 3 0,0 4-12 16,-1 4 2-16,-1 1-11 0,-1 1 14 15,0 2 1-15,0 0-10 0,-3 0-9 16,0-2-8-16,0-3-16 0,1-1-12 16,1-4-27-16,-1-5-76 0,2-1-76 0,0-2-25 15,0-3-3-15,3 0-54 0,5-6-112 16,-2 0-414-16,5-9-1004 0</inkml:trace>
  <inkml:trace contextRef="#ctx0" brushRef="#br0" timeOffset="37617.526">27233 5025 1494 0,'0'0'1976'0,"0"0"-1628"16,0 0-68-16,0 0 149 0,0 0-66 15,-3 78-76-15,3-66-80 0,0 1-76 16,0-3-59-16,2 2-41 0,-1-3-31 16,1 1-2-16,-2-2-1 0,0 1-28 15,0 1-54-15,-3 0-51 0,-2-2-41 16,-3 0-6-16,-1-2-7 0,-1-3-56 0,1-2-176 0,3-1-361 16,-6-4-858-16</inkml:trace>
  <inkml:trace contextRef="#ctx0" brushRef="#br0" timeOffset="37761.992">27294 4748 2327 0,'0'0'1728'15,"0"0"-1562"-15,0 0-116 0,0 0 77 16,0 0-40-16,0 0-87 0,0 0-72 16,0 0-415-16,0 0-1192 0</inkml:trace>
  <inkml:trace contextRef="#ctx0" brushRef="#br0" timeOffset="40436.896">27247 4799 157 0,'0'0'436'0,"0"0"-403"0,0 0-10 0,0 0 505 16,0 0 145-16,0 0-212 0,0 0-86 16,0 0-22-16,0 0-21 0,0 0-46 0,29-34-47 15,-27 34-28 1,-2 0-27-16,0 0-35 0,1 0-10 15,0 0 6-15,1 0 24 0,-1 1-19 16,-1 0-16-16,0 0-3 0,0 3-16 0,0-4-36 16,0 0-39-16,0 0-16 0,0 0-12 15,0 0-12-15,0 0 0 0,0 1-15 16,0-1-9-16,-4 0-37 0,-2 0-24 16,-4 0-27-16,0 0-10 0,0 4 12 0,-3-2 12 15,2 0-6-15,3 2-37 0,1 0-81 16,1 2-161-16,5-2-312 0,0 0-615 0,1 0-786 15,87-38 2096-15</inkml:trace>
  <inkml:trace contextRef="#ctx0" brushRef="#br0" timeOffset="40869.135">28079 4482 55 0,'0'0'2693'0,"0"0"-2250"0,0 0-163 16,0 0 84-16,0 0 3 0,0 0-66 15,0 0-82-15,0 0-81 0,0 0-58 16,0 0-19-16,0 0 34 0,57 10 11 15,-23-7 41-15,0-2-44 0,2 0-55 16,0-1-20-16,-2 0-25 0,0 0 12 0,1-1-13 0,-2-3-2 16,-6-2-30-16,-1 2-74 0,-3-1-60 15,-6 0-55-15,-6 1-45 0,-6 3-165 16,-3 1-605-16,-6 1-801 0</inkml:trace>
  <inkml:trace contextRef="#ctx0" brushRef="#br0" timeOffset="41054.342">28099 4753 329 0,'0'0'2509'15,"0"0"-2041"-15,0 0-224 0,0 0 59 0,0 0 21 16,0 0 18-16,0 0-44 0,99 8-117 31,-64-8-80-31,3 0-46 0,4-7-25 0,1 1-30 16,0-3-1-16,4 0-57 0,-2-1-104 15,3 1-65-15,-1 2-29 0,2-2-135 16,-13 4-365-16,16 1-892 0</inkml:trace>
  <inkml:trace contextRef="#ctx0" brushRef="#br0" timeOffset="41477.696">29909 4028 2526 0,'0'0'1150'0,"0"0"-945"16,0 0-80-16,0 0 101 0,0 0 100 15,0 0-74-15,0 0-96 0,-85-64-85 0,58 66-60 0,-2 10-10 16,-5 2-2-16,2 8 2 0,-1 8 13 15,2 2-2-15,3 8 13 0,1 4-1 16,3 5 22-16,2 5-6 0,1 4 2 16,3 3 7-16,3 3-16 0,5-1 7 15,1-2 5-15,6-3 16 0,3-8 88 0,1-5-31 16,12-7-46-16,5-7-23 0,4-7 8 16,3-2 0-16,3-7 7 0,1-4-10 15,4-5-12-15,0-2-6 0,2-4-11 16,1-4-24-1,-1-6 12-15,1-5-13 0,-2-3-73 16,-3-5-41-16,0-1-31 0,-6 0-15 16,-3 0-28-16,-5 1-40 0,-6 2-34 0,-4-1-72 15,-7 3-74-15,0-2-160 0,-15-1-145 0,-2 2-369 16,0 3-130-16,-15-8 531 0</inkml:trace>
  <inkml:trace contextRef="#ctx0" brushRef="#br0" timeOffset="41640.906">29757 4461 163 0,'0'0'287'0,"0"0"117"0,0 0 1253 0,0 0-1196 16,-78-8-113-16,71 8 49 0,2 0-38 15,5 3-38-15,0 0-52 0,0-2-42 16,3 0-53-16,6 4-43 0,-1 1-6 16,4-1-18-16,4 2-32 0,3-3-29 15,4-3-26-15,1-1-20 0,2 0-109 16,1-5-95-16,1-6-61 0,0 3-48 0,-4-3-148 0,-3 4-324 16,-4 2-586-16,-6 1-520 0</inkml:trace>
  <inkml:trace contextRef="#ctx0" brushRef="#br0" timeOffset="41772.04">29954 4498 274 0,'0'0'2363'0,"0"0"-1823"16,0 0-301-16,0 0-11 0,-14 90 93 15,14-61 52-15,0 1-61 0,0 1-75 0,0 0-78 16,0-1-49-16,4-1-28 0,0 0-70 16,3 0-12-16,-1-7-97 0,0 2-102 15,-2-4-65-15,4 2-97 0,-4-7-305 0,6 15-801 16</inkml:trace>
  <inkml:trace contextRef="#ctx0" brushRef="#br0" timeOffset="60507.266">15910 8426 1944 0,'0'0'425'0,"0"0"-25"0,0 0 46 0,-22-85-109 16,9 57-119-16,0 3-73 0,-3 5 47 0,-1 2 45 15,-1 8-67-15,0 7-37 0,-5 3-25 16,0 5-10-16,-6 10 3 0,-2 8 6 16,-5 9-21-16,-6 7-13 0,-4 7-9 15,-1 7-3-15,0 6 8 0,5 7-11 0,3 5-9 16,6 2 14-16,4 5 13 0,9 1-22 16,4 5-20-16,9-1 11 0,7-2 0 0,0-4 4 15,14-4-4-15,5-4-6 0,9-9 13 31,5-9-25-31,7-6-9 0,2-13-15 16,1-10 9-16,5-12 6 0,-1-8-15 16,4-6-2-16,-3-13 11 0,-1-8-12 0,-3-6-30 15,-2-4-70-15,-6-6-35 0,-5-2-17 16,-10-1-42-16,-6-2-58 0,-11 2-126 0,-4-3-221 16,-7 15-492-16,-24-20-678 0</inkml:trace>
  <inkml:trace contextRef="#ctx0" brushRef="#br0" timeOffset="60807.715">15443 8966 2077 0,'0'0'1371'0,"0"0"-1143"0,0 0-89 0,20 70 256 0,-3-55-23 15,2 0-82-15,6-7-64 0,2-6-86 16,8-2-79-16,-1-2-28 0,5-10-14 16,0-3-17-16,-3-3-2 0,2-3-82 15,-5 1-68-15,-3-2-21 0,-3 2-22 0,-5 2-7 16,-8 3 14-16,-4 8 37 0,-7 4 52 15,-3 3 63 1,0 7 34-16,-8 8 90 0,-2 9 72 16,-4 9 5-16,0 5 12 0,1 9-22 0,0 2-19 15,0 3-37-15,4 5-10 0,0 2-15 16,1 1-3-16,3 1 12 0,0-1-33 16,2-1-25-16,3-8-18 0,0-5-9 15,3-5-57-15,7-4-74 0,2-5-70 16,4-3 2-16,0-2-96 0,-1-5-129 0,0-5-308 0,-4-3-675 15,0-5-573-15</inkml:trace>
  <inkml:trace contextRef="#ctx0" brushRef="#br0" timeOffset="61324.701">12781 8929 2877 0,'0'0'597'16,"0"0"-249"-16,0 0 1 0,0 0-35 0,0 0-28 15,0 0-44-15,56 72-53 0,-18-58-3 16,8-3-46-16,4-1-49 0,7-7-37 16,3-3-15-16,2 0-20 0,4-7-7 15,5-4 6-15,2-3-3 0,1-8-13 16,-2-1-2-16,-7-2-20 0,-5-2-62 0,-8-1-66 15,-3 3-53-15,-8 1-30 0,-8 3-82 16,-7 4-218-16,-11 5-508 0,-7 3-609 0</inkml:trace>
  <inkml:trace contextRef="#ctx0" brushRef="#br0" timeOffset="61531.364">13670 8724 222 0,'0'0'1702'0,"0"0"-1277"0,0 0 49 0,0 0 26 15,0 0-136-15,82 4-87 0,-64 7-29 16,0 5-30-16,-4 3-45 16,0 4-56-16,-4 4-6 0,-3 2-16 0,-4 3-16 15,-1 1 7-15,-2 3-28 0,-5 3-28 16,-5-3-30-16,-3 1 0 0,-3-4-73 0,-2 0-34 0,-3-3-34 16,-3-4-6-16,-5 4-1 0,-3-6-41 0,-7-1-85 15,-4-3-170-15,10-4-363 0,-26-2-903 0</inkml:trace>
  <inkml:trace contextRef="#ctx0" brushRef="#br0" timeOffset="61873.221">11363 8763 3014 0,'0'0'381'0,"0"0"-264"0,0 0 183 16,0 0 124-16,0 0-107 16,0 0-77-16,94 87-47 0,-73-49 11 15,0 6-39-15,-1 8-53 0,0 5-54 16,-3 6-1-16,-4 4-33 0,-3 2-24 0,-1 1 0 0,-3-4-78 15,-1-2-10-15,0-9-22 0,-2-12-5 16,2-7 8-16,-2-11-6 0,2-9-31 0,-2-7-40 16,2-5-107-16,-2-4-159 15,0 0-196-15,0-10-337 0,-2 0-10 16,-1-13-209-16</inkml:trace>
  <inkml:trace contextRef="#ctx0" brushRef="#br0" timeOffset="61995.447">11634 9346 2202 0,'0'0'613'0,"0"0"-167"15,0 0-59-15,89-26-75 0,-53 21-64 16,-3 1-46-16,2 1-41 0,0-1-28 16,-1-1-14-16,2-5-24 0,3-5-49 15,2-5-20-15,-2-3-26 0,-1-1-101 16,-3-3-71-16,-5 0-47 0,-5 2-70 0,-4 1-106 0,-8 7-579 16,0-7-736-16</inkml:trace>
  <inkml:trace contextRef="#ctx0" brushRef="#br0" timeOffset="62211.753">12098 8762 2463 0,'0'0'489'0,"0"0"-258"16,0 0 56-16,0 0-31 0,0 0 62 16,0 0 22-16,36 66-89 0,-24-37-45 15,-1 2-53-15,1 6-22 0,0 1-27 16,-3 2-43-16,-2 7-3 0,2 2-43 15,0 5-15-15,-1 3-2 0,1 1-13 16,-2 0-58-16,3-2-31 0,-1-2-9 0,3-7-40 0,3-4-65 16,5-8-100-16,2-7-218 0,-2-10-704 15,12-7-1078-15</inkml:trace>
  <inkml:trace contextRef="#ctx0" brushRef="#br0" timeOffset="62813.518">16408 8809 2251 0,'0'0'758'0,"0"0"-400"16,0 0-129-16,0 0 55 0,0 0 11 15,0 0 43-15,0 0-33 0,78 38-72 16,-32-26-68-16,9-2-34 0,7-3-16 16,4-3-21-16,1-4-46 0,2 0-14 15,2-6-19-15,1-7-12 0,-5-4-3 16,-2-3-27-16,-6-1-125 0,-3-3-61 0,-9 4-12 0,-3-1-60 15,-8 3-179-15,-11 5-514 0,-6-3-762 0</inkml:trace>
  <inkml:trace contextRef="#ctx0" brushRef="#br0" timeOffset="63029.877">17156 8651 737 0,'0'0'2049'15,"0"0"-1702"-15,0 0-159 0,0 0 63 16,0 0-58-16,0 0 8 0,0 0 32 15,0 0-50-15,102 9-65 0,-68 2-53 0,3 3 0 16,-2 2-7-16,-3 7 56 0,-5 0-48 16,-7 5-65-16,-5 7-2 0,-10 6-2 15,-5 3-40-15,-5 5-12 0,-10 3-34 16,-4-1 3-16,-5-1 12 0,1-1-7 0,1-3-27 16,2-7-29-16,0-2-30 0,5-8-62 0,3-5-132 15,3-7-388-15,0-4-994 0</inkml:trace>
  <inkml:trace contextRef="#ctx0" brushRef="#br0" timeOffset="63461.253">18924 8219 3439 0,'0'0'506'0,"0"0"-377"0,0 0-38 0,0 0 58 16,0 0-22-16,0 0-3 0,0 0-1 16,-79 49-18-16,55 5-10 0,-2 10 21 15,0 9 76-15,-1 6-39 0,1 5-38 16,3-5-42-16,6-2 21 0,8-10-3 16,7-9-22-16,2-12-27 0,15-11-27 0,5-7-14 15,7-9-1-15,4-7 3 0,3-6 9 0,4-5-10 16,2-1 7-16,0-7-9 0,-2-7-37 15,-2-2-56-15,-4-3-31 0,-3-3-25 16,-7-1-24-16,-4 2-56 0,-10-3-145 0,-5 3-258 16,-3 7-476-16,-10-5-274 0</inkml:trace>
  <inkml:trace contextRef="#ctx0" brushRef="#br0" timeOffset="63730.926">18794 8774 457 0,'0'0'2364'16,"0"0"-1852"-16,0 0-213 0,0 0 53 0,0 0 5 15,0 0-11-15,0 0-24 0,105 29-96 16,-71-33-126-16,2-7-69 0,3-3-31 16,3-5 0-16,-4 0-79 0,-1-2-61 15,-4 2-19-15,0 1 15 0,-5 3-13 16,-5 3-16-16,-6 4-56 0,-5 4-28 16,-5 4 31-16,-6 2 11 0,-1 8 105 15,0 8 110-15,-3 4 70 0,-5 5 117 16,-1 4 30-16,0 2-31 0,2 1-28 15,1 0-27-15,-2-1-26 0,4 2-9 0,1-4 5 16,1-2-3-16,2-4-21 0,3-3-77 0,8-4 0 16,5-7-141-16,5-9-84 0,7-2-35 15,4-9-41-15,-5-4-163 0,20-22-825 0</inkml:trace>
  <inkml:trace contextRef="#ctx0" brushRef="#br0" timeOffset="63947.182">20059 8404 3332 0,'0'0'450'0,"0"0"-255"0,0 0 187 15,-102 89-24-15,58-50-36 0,-3 9-30 16,-5 2-85-16,-2 7-101 0,-2 5-21 16,-3 3-4-16,-3 6 4 0,-6 4 5 0,-5 3-35 15,-6 5-28-15,-3 2-15 0,-2-1 0 0,5 0-12 16,6-11-11-16,9-7-40 0,16-11-16 15,15-16-38-15,13-12-68 0,14-14-48 16,6-10-62-16,15-7-207 0,1-5-478 16,18-25-679-16</inkml:trace>
  <inkml:trace contextRef="#ctx0" brushRef="#br0" timeOffset="64131.317">19583 9131 3372 0,'0'0'434'16,"0"0"-305"-16,0 0 94 0,-3 99 119 15,-8-55 24-15,-1 4-2 0,2 4-100 16,-1-2-94-16,2 0-55 0,3-6-52 0,2-6-60 16,2-7-3-1,1-5-54-15,1-7-52 0,0-5-45 16,1-7-53-16,2-3-39 0,3-4-113 16,0-2-101-16,0-9-162 0,-3-4-365 15,-2 2-41-15,-1-9-249 0</inkml:trace>
  <inkml:trace contextRef="#ctx0" brushRef="#br0" timeOffset="64268.025">19527 9478 1513 0,'0'0'741'0,"0"0"-45"0,0 0-118 16,0 0-89-16,0 0-65 0,0 0-48 0,88-11-82 16,-61 13-75-16,4 0-58 0,0-2-39 15,3-6-38-15,2-5-41 0,0-5-43 0,1-4 0 16,3-5-103-16,-4-3-97 0,-1-1-47 16,-3-3-64-16,-3 2-161 0,-8 7-503 31,0-9-608-31</inkml:trace>
  <inkml:trace contextRef="#ctx0" brushRef="#br0" timeOffset="64432.237">20055 9129 630 0,'0'0'2437'0,"0"0"-2035"15,0 0-161-15,0 0 85 0,-8 93-41 16,7-64 22-16,-1 5 21 0,0 2-114 16,-1 0-56-16,1 4-6 0,1 0 12 15,-2 1-58-15,3 0-59 0,-1 0-47 0,-1-2-33 0,2-3-134 16,-3-1-81-16,3-2-33 0,0-4-99 15,3-4-209-15,3-6-626 0,7 5-1186 0</inkml:trace>
  <inkml:trace contextRef="#ctx0" brushRef="#br0" timeOffset="65634.801">21156 8795 1702 0,'0'0'671'0,"0"0"92"16,0 0-473-16,0 0-128 0,0 0 78 15,0 0 62-15,-20 68 34 0,43-46-43 16,8-1-85-16,11-3-67 0,6-3-34 0,6-3-40 16,5-6-3-16,0-5-19 0,5-1-33 15,1-7-11-15,3-2 0 0,-2-8-1 16,-1-2-39-16,-5-2-123 0,-5-2-85 16,-6-1-69-16,-6 2-77 0,-13 5-363 15,4-6-1083-15</inkml:trace>
  <inkml:trace contextRef="#ctx0" brushRef="#br0" timeOffset="65850.007">21970 8682 2839 0,'0'0'270'0,"0"0"-165"0,0 0 13 0,0 0 108 16,101 25 17-16,-73-13 72 0,0 1-79 15,1 4-65-15,-3 1-57 0,-5 0-28 16,-5 4-34-1,-4 0-33-15,-6 3-17 0,-6 2 25 16,0 2-16-16,-9-1-11 0,-2 0-25 0,0-3-82 16,5-3-75-16,4-4-42 0,2-6-92 15,5-5-151-15,4-6-505 0,21-3-346 0</inkml:trace>
  <inkml:trace contextRef="#ctx0" brushRef="#br0" timeOffset="66104.104">23025 8942 2944 0,'0'0'447'16,"0"0"-221"-16,6 79-43 0,-6-46 135 16,0 0 76-16,0-3-49 0,0-6-121 15,10-6-136-15,11-6-42 0,7-9 5 16,6-3-11-16,5-12-28 16,3-10-12-16,4-4-79 0,-2-6-18 15,0 0-16-15,-4 0-4 0,-3-1 16 16,-6 5 6-16,-9 1 2 0,-9 4 56 15,-8 4 37-15,-8-1 7 0,-17 3 30 16,-10 4-13-16,-10 0-14 0,-11 2-10 16,-9 1-56-16,-9 5-58 0,-8 3-78 0,-7 2-162 15,19 0-276-15,-44 12-700 0</inkml:trace>
  <inkml:trace contextRef="#ctx0" brushRef="#br0" timeOffset="67004.925">9133 9320 117 0,'0'0'2418'0,"0"0"-1996"16,0 0-204-16,0 0 91 0,0 0 26 15,0 0-52-15,0 0 3 0,0 0 23 0,90-7-26 0,-47 7-88 16,2 0-64-16,8 0-40 0,2 0-15 15,1 2-6-15,3 3 9 0,-1-4-4 16,0-1-29-16,-1 0-31 0,-4-2-15 16,-2-6-30-16,-6-2-85 0,-3-2-49 15,-5 1-34-15,-4-4-40 0,-6 2-56 0,-8 0-126 16,-2 0-167 0,-8 1-216-16,-6 1-394 0,-3 3-278 0</inkml:trace>
  <inkml:trace contextRef="#ctx0" brushRef="#br0" timeOffset="67221.25">9867 9090 1102 0,'0'0'1175'0,"0"0"-939"16,0 0-90-16,0 0 28 0,0 0 79 15,0 0 101-15,0 0-3 0,0 0-86 0,0 0-112 16,0 0-50-16,79 45-7 0,-67-27-12 0,-1 3-7 16,0-1 0-16,-6 0-25 0,-2 4-21 15,-3 0-13-15,0 4-18 0,-11 3-22 16,-6-1-58-16,-5 5-53 0,-4-3-9 15,-6 1-23-15,0-2-23 0,-4-1-29 16,-4-5-33 0,-2 0 15-16,-7-2-75 0,-1-5-154 0,7-3-135 15,-28-1-395-15</inkml:trace>
  <inkml:trace contextRef="#ctx0" brushRef="#br0" timeOffset="67527.582">8058 9443 1277 0,'0'0'1505'0,"0"0"-1203"0,91-40-168 16,-42 27 67-16,7 1 62 0,5 4-74 15,-5 7-54-15,-3 1-24 0,-9 7-27 0,-5 8-3 16,-9 4-41-16,-6 2-27 0,-9 5 5 0,-8 0-17 15,-7 4 1-15,-3-3 20 0,-10-1 6 16,-3-5-13-16,-4-5-15 0,-1-3 0 16,-1-7-44-16,-4-2-24 0,-1-4-26 15,1-4 17-15,1-7 58 0,6-4 0 0,1-7-38 32,5-3-81-32,1-6-1 0,6 1 29 15,5 1 21-15,1 5-35 0,9 2-48 0,3 5-58 0,5 3-139 16,-3 6-204-16,6-3-668 0</inkml:trace>
  <inkml:trace contextRef="#ctx0" brushRef="#br0" timeOffset="68639.155">16512 13073 375 0,'0'0'985'0,"0"0"-708"0,0 0 398 0,0 0-120 15,0 0-193-15,0 0-88 0,0 0 64 16,-39-66-83-16,25 62 0 0,-2 4-47 16,-4 0-48-16,-4 0-19 0,-4 11 9 15,-8 2-43-15,-3 5-15 0,-6 8-28 16,-4 7-22-16,-1 7-11 0,-2 10-10 16,2 7 12-16,0 10 19 0,3 8 6 0,7 7 45 15,6 4-25-15,7 5-2 0,9-6-31 0,9-2-2 16,7-10-13-16,2-13-9 0,12-9-20 15,12-12 0-15,5-11 11 0,10-10-10 16,7-6 19-16,3-10-18 0,2-2-3 16,0-7-9-16,-3-9-42 0,0-6-7 15,-5-2-8-15,-5-3-31 0,-4-2-9 0,-6-1-21 16,-7 0-38-16,-4 1-85 0,-7-2-99 16,-4 3-135-16,-4 3-171 0,-2 5-381 15,-5-6-267-15</inkml:trace>
  <inkml:trace contextRef="#ctx0" brushRef="#br0" timeOffset="68940.098">16221 13659 3112 0,'0'0'572'0,"0"0"-232"15,0 0-108-15,0 0-18 16,0 0 33-16,0 0 47 0,51 72-86 0,-37-66-117 16,2 0-48-16,1-5-4 0,1-1-27 15,2 0-12-15,-2-7-27 0,1-3-61 0,0-2-52 16,-1-1-31-16,-4 0-32 0,-1 1 15 15,-4 4 28-15,-1 4 26 0,-5 3 35 0,0 2 36 16,-3 11 63-16,0 6 113 0,0 6 20 16,-6 9-12-1,0 4 2-15,-1 4-18 0,0 4-50 0,1 2 7 16,0 3-25-16,0 1 30 0,3 3 16 16,-2-3 8-16,3-4-30 0,2-7-61 15,0-8-3-15,7-10-52 0,2-8-94 16,4-7-42-16,1-7-21 0,2-1-36 15,3-12-127-15,-4 1-331 0,8-22-838 0</inkml:trace>
  <inkml:trace contextRef="#ctx0" brushRef="#br0" timeOffset="69494.838">15936 12514 1971 0,'0'0'574'0,"0"0"-175"0,0 0-108 0,0 0 50 0,0 0 2 31,0 0-4-31,0 0-51 0,0 0-90 0,0 0-66 15,0 0-47-15,-40 44-11 0,42-47 5 0,4-6-9 0,3-3-6 16,-1-2-18-16,4-5-16 0,2-2 1 16,-1-1-4-16,2-2 0 0,-1 1-8 15,0-4-7-15,1 2-11 0,2-1 0 16,-1-2-1-16,1-2-15 0,2 3-19 16,0 0-5-16,1 0-13 0,0 3 9 15,0 3 19-15,0 3-3 16,1 5-1-16,-3 9 4 0,1 4-13 15,0 7 4-15,0 9 33 0,0 11 24 16,-1 3 3-16,0 4 10 0,2 2-23 16,0 0-13-16,2 1-2 0,2 1-10 15,5-2-1-15,1-3 10 0,0 1-47 0,2-3-73 16,-2 0-102-16,2-1-106 0,-2-2-289 16,-7-8-746-16,7 7-919 0</inkml:trace>
  <inkml:trace contextRef="#ctx0" brushRef="#br0" timeOffset="70127.535">19057 13394 254 0,'0'0'1843'0,"0"0"-1361"0,0 0-215 15,0 0 38-15,0 0 14 0,0 0-34 16,0 0 20-16,0 0-86 0,0 0-61 16,0 0-44-16,-7-66-18 0,-6 64-7 0,-4-2-27 0,-5 4-31 15,-7 0 8-15,-5 6-8 0,-8 5-10 16,-6 2-2-16,-8 4-19 0,-6 3 9 15,-5 5-9-15,-6-3 24 0,-4 3-11 16,-2 3-10-16,4-6-2 0,1 0-1 16,4-4-12-16,6-1-25 0,10-7-52 15,6-4-25-15,9-4-12 16,8-2-7-16,10-4-74 0,6-6-119 16,8-3-247-16,4 1-552 0,3-11-458 0</inkml:trace>
  <inkml:trace contextRef="#ctx0" brushRef="#br0" timeOffset="70390.367">18128 13211 1608 0,'0'0'824'0,"0"0"-537"15,0 0-168-15,0 0 86 0,0 0 70 16,0 0-11-16,0 0-84 0,0 0-41 0,0 0-45 16,-87 78-6-16,61-45 37 0,1 3 18 15,-1 5-9-15,2 0-14 0,0 1-37 0,2-2-34 16,5 0 4-16,6 1-13 0,0-1-13 15,7-3-5-15,2-1-20 0,2-5 11 16,3-1-13-16,12-6-12 0,5-4-1 0,10-2 11 16,3-4-10-16,8-2 0 0,6-3-22 15,4-3-49-15,7-2-105 0,4-1 89 16,3-3-212-16,3 0-126 16,-17 0-675-16,27 0-894 0</inkml:trace>
  <inkml:trace contextRef="#ctx0" brushRef="#br0" timeOffset="70829.111">20749 12851 2455 0,'0'0'583'0,"0"0"-254"0,0 0-116 0,0 0 8 0,0 0 44 15,0 0-35-15,0 0-71 0,-91-12-107 16,73 31-52-16,-4 9 1 16,-3 10 49-16,0 10 2 0,0 10 19 15,2 6 24-15,1 8 43 0,2 2 34 16,0 0-11-16,7-2-12 0,3-6-37 16,4-7-36-16,6-10-42 0,2-11-13 0,12-7-21 15,5-10-1-15,6-9-14 0,6-9 12 16,2-3-40-16,5-13-69 15,-2-6-61-15,-2-6-65 0,-6-4-41 0,-4 1-82 0,-8-1-142 16,-6 3-124-16,-6 1-92 0,-4 7-261 0,-9-5-180 16</inkml:trace>
  <inkml:trace contextRef="#ctx0" brushRef="#br0" timeOffset="71098.293">20419 13284 1269 0,'0'0'602'0,"0"0"-58"0,0 0-57 0,0 0-128 15,0 0-82 1,0 0 10-16,0 0 31 0,0 0-48 15,0 0-97-15,0 0-68 0,118 37-56 16,-71-37-36-16,3 0-13 0,0-7-14 16,1-5-62-16,-1-1-107 0,-2-4-49 0,-1 3-32 15,-3-3-35-15,-4 4-107 0,-7 0-136 16,-6 3-14-16,-9 1-2 16,-7 4 333-16,-4 3 225 0,-7 2 274 0,0 0 141 0,-2 7 67 15,-7 3-63-15,-2 4-61 0,-1 5-22 0,-2 0-68 16,1 2-45-16,1 2-80 0,2 0-41 15,3-2 1-15,4 1 11 0,3-4 3 16,0-2-62-16,9-3-55 0,2-3-32 16,6-4-72-16,3-1-44 0,1-2-69 15,5-3-137 1,-5-3-327-16,15-12-801 0</inkml:trace>
  <inkml:trace contextRef="#ctx0" brushRef="#br0" timeOffset="71345.461">21781 12894 2850 0,'0'0'410'0,"0"0"-315"16,0 0 68-16,-65 78 115 0,35-44 68 0,0 5-11 16,-6 6-88-16,-3 6-118 0,-4 8-58 15,-5 5-10-15,-5 6 6 0,-2 8-9 0,-5 3-6 16,-1 3-31-16,-2 1-5 0,-1-3-16 0,4-6-12 15,6-6-9 1,5-10-58-16,13-11-71 0,9-12-22 16,11-11-7-16,10-11-19 0,6-12-22 15,6-5-95-15,13-12-188 0,-5-3-312 16,22-16-526-16</inkml:trace>
  <inkml:trace contextRef="#ctx0" brushRef="#br0" timeOffset="71562.967">21514 13560 2866 0,'0'0'426'0,"0"0"-274"16,0 0 96-16,-27 81 104 0,8-46 16 15,-1 3-53-15,-2 2-97 0,-2 3-68 0,3 1-47 16,0 4-11-16,1-1-19 0,3 0-22 16,1 0-23-16,2-5-28 0,4-6-1 0,1-5-21 15,4-12-66-15,5-2-46 0,0-8-36 16,2-4-48-16,5-5-34 0,6-7-71 0,1-10-201 15,0 1-479-15,7-17-215 0</inkml:trace>
  <inkml:trace contextRef="#ctx0" brushRef="#br0" timeOffset="71698.703">21471 13941 2108 0,'0'0'1109'16,"0"0"-610"-16,0 0-152 0,0 0 4 0,0 0-60 15,91 53-25-15,-65-51-55 0,3-2-92 16,3 0-77-16,-1-9-17 0,2-6-25 15,1-4-63-15,0-4-71 0,-4-4-58 16,1 1-103-16,-5-2-129 0,-2 1-331 16,-9 8-554-16,0-4-407 0</inkml:trace>
  <inkml:trace contextRef="#ctx0" brushRef="#br0" timeOffset="71861.271">21938 13709 2141 0,'0'0'663'15,"0"0"-301"-15,0 0-59 0,-8 75 42 16,2-44 7-16,0 3-11 0,-4 6-51 15,1 1-45 1,1 5-53-16,-1 2-10 0,-2 0-36 16,0-2-82-16,-1-6-64 0,0-5-46 15,0-4-102-15,-1-7-62 0,3-4-59 0,1-5-93 16,1-8-258-16,4-3-745 0,-4-7-930 16</inkml:trace>
  <inkml:trace contextRef="#ctx0" brushRef="#br0" timeOffset="72478.243">20187 12560 1800 0,'0'0'1072'16,"0"0"-601"-16,0 0-125 0,0 0-13 0,0 0-14 15,0 0-22-15,0 0-33 0,0 0-74 16,0 0-62-16,0 0-61 0,58-58-31 16,-36 33-8-16,0-5-7 0,1-1-12 15,2-2-9-15,1-3-21 0,1 3 2 0,-1-3-20 16,3 2-13-16,-2 2-3 0,2 0-6 16,-3 4 3-16,0 2 3 0,-1 4 10 15,-1 3-7-15,-4 3 6 0,1 5 18 16,-1 3 16-16,0 3-4 0,-1 5 13 0,2 0-15 15,2 5 16-15,1 6-27 0,4 3 29 0,3 2 0 16,3 4-1-16,8 0-14 0,0 3 13 16,5 1-94-16,2 3-27 0,0 1-29 15,0 1-143-15,-8-9-391 0,15 12-870 0</inkml:trace>
  <inkml:trace contextRef="#ctx0" brushRef="#br0" timeOffset="74884.319">12307 13280 2323 0,'0'0'339'0,"0"0"-188"0,0 0 29 0,37 86-33 16,-23-45 400-16,1 6-257 0,-2 7-86 15,3 0-57-15,-3 6-61 0,1 1-17 16,-5 3-36-16,-2-2 1 0,-1 1-34 0,-1-8-13 16,-1-4 1-16,-2-7-19 0,3-8-12 0,-1-8-4 15,1-6-3-15,-1-9-37 0,3-6-90 16,0-5-110-16,-1-2-96 0,-2-5-186 16,1-2-220-16,-4-14-517 0</inkml:trace>
  <inkml:trace contextRef="#ctx0" brushRef="#br0" timeOffset="75037.745">12500 13915 1668 0,'0'0'542'0,"0"0"-86"0,0 0-105 16,0 0-9-16,0 0-16 0,0 0-36 16,88-36-33-16,-53 34-61 0,4-1-39 15,5 1-46-15,-1-1-49 0,2-2-16 16,0-1-21-16,-2-4-9 0,0-1-16 16,-2-4-71-1,-4-1-86-15,-1-5-44 0,0 1-60 16,-4-6-110-16,-1-1-232 0,-12 6-578 15,6-12-716-15</inkml:trace>
  <inkml:trace contextRef="#ctx0" brushRef="#br0" timeOffset="75222.977">13091 13500 2224 0,'0'0'414'0,"0"0"-188"0,-4 69-66 0,4-35 90 15,1 8 71-15,3 0-31 0,4 2-67 0,0-2-92 16,-1 0-56-16,-1-2-25 0,0-5-13 15,-2-7-37-15,3-5-21 0,-4-7-66 16,3-9-96-16,-1-5-19 0,0-2-6 31,1-8-61-31,0-2-188 0,-2-17-788 0</inkml:trace>
  <inkml:trace contextRef="#ctx0" brushRef="#br0" timeOffset="75572.283">12363 12997 2073 0,'0'0'971'0,"0"0"-782"0,0 0-64 0,0 0 27 16,0 0 3-16,15-68 44 0,-2 51 6 0,4-1-49 15,0 2-66-15,3-1-9 0,0 0-29 16,-1 0-21-16,4-4-15 0,0 0 8 16,2-2-24-16,0 0 0 0,0-2-16 15,3 1 14-15,-1 0-20 0,-1 5-2 0,1 5 21 16,-2 3-16-16,0 5-3 0,2 5-9 31,2 2-3-31,2 12 12 0,1 5 21 0,4 7 1 16,1 6 2-16,-3 5 1 0,-3 3-3 15,-2 4-78-15,-6 2-84 0,0 3-78 0,-3-1-53 16,-6-12-189-16,10 9-602 0</inkml:trace>
  <inkml:trace contextRef="#ctx0" brushRef="#br0" timeOffset="76257.124">14238 13307 2884 0,'0'0'362'0,"0"0"-203"16,0 0-44-16,0 0 46 0,0 0 9 0,0 0 19 15,0 0 33-15,0 0-91 16,-39 74-91-16,16-39-12 0,-4 5 0 0,-2 4 9 16,-4 3-13-16,1 1-11 0,-1 0 5 15,3-4-17-15,4-3 2 0,5-3 38 16,7-7-14-16,7-4-24 0,6-3 22 0,1-2-3 16,4-1 2-16,7 2 1 0,4-1-22 15,3 2 34-15,3 0 9 0,3 0 18 16,1-1 28-16,2-1-10 0,0-3-33 15,2-2-9-15,1-5-13 0,-3-5-8 0,1-4-5 16,1-3-14-16,-1 0-2 0,-3-8-10 16,1-5-65-1,-4-3-85-15,-3-3-71 0,-2-3-50 16,-4 0-66-16,-6-3-250 0,-1 7-569 16,-6-6-673-16</inkml:trace>
  <inkml:trace contextRef="#ctx0" brushRef="#br0" timeOffset="76455.227">14025 13805 2704 0,'0'0'389'15,"0"0"-217"-15,0 0-10 0,0 0 83 16,0 0 54-16,0 0 48 0,0 0-56 16,101-15-103-16,-65 2-84 0,6 0-9 15,4-4-19-15,4 1-12 0,2-1-12 16,7-2-21-16,0 1-29 15,-1 2-2-15,-1 0-31 0,-2 2-54 16,-1 1-62-16,-3 2-80 0,-1 0-84 16,-5 2-199-16,-10 1-616 0,6 1-900 0</inkml:trace>
  <inkml:trace contextRef="#ctx0" brushRef="#br0" timeOffset="77872.112">22645 13422 1421 0,'0'0'686'0,"0"0"-256"0,0 0-217 0,0 0-113 0,0 0 507 16,0 0-237-16,0 0-127 0,0 0-72 16,0 0-12-16,79-35-11 0,-54 31-9 15,6-3-25-15,8 2-13 0,4-2-24 16,7-2-13-16,1 0-34 0,1 2-17 15,0-4-11-15,1 2 10 0,-2-1-10 16,0-1-2-16,0-1-2 0,-4 0 2 16,-1 0-67-16,-7 3-62 0,-3-1-58 0,-5 1-47 0,-4 2-24 15,-4 0-87-15,-6 1-193 0,-5 2-445 16,-8-1-325-16</inkml:trace>
  <inkml:trace contextRef="#ctx0" brushRef="#br0" timeOffset="78310.718">22822 13128 2368 0,'0'0'526'31,"0"0"-315"-31,0 0-73 0,0 0 94 16,0 0 62-16,-75 74-52 0,50-44-90 15,-1 6-78-15,0-1-33 0,1 5-1 16,-1 0-3-16,4 0 10 0,0 1 3 0,5-3-16 16,4-1-32-16,3-1 1 0,1-2 12 15,5-2-13-15,3-4 0 0,1 0 17 0,5-3 9 16,7-1 9-16,2-4 3 0,5 3-16 16,1-4-2-16,0 0-3 0,6-2-19 15,3 1-3-15,3-1-12 0,2 0-1 0,2-1 14 0,2-1-49 16,-2-2-82-16,0-1-56 0,-2-2-35 15,3 0-73-15,-12-1-268 0,12 4-866 0</inkml:trace>
  <inkml:trace contextRef="#ctx0" brushRef="#br0" timeOffset="80932.492">24787 13389 734 0,'0'0'1237'0,"0"0"-903"0,0 0-178 15,0 0 404-15,0 0-142 0,-85 72-101 0,77-40-110 16,5 4-43-16,3 4-36 0,0 2 2 16,8 0-27-16,6-1-26 0,4-7-59 15,4-7 18-15,4-5-35 0,4-10 1 16,3-7 14-16,5-5 12 0,1-7-26 15,1-9-2-15,2-6-49 0,-3-5-22 0,-2-2 25 16,-4-5 0 0,-2 1-13-16,-6-2-19 0,-3 5 13 15,-7 2 6-15,-4 3 6 0,-7 6 6 16,-4 0 22-16,-6 3 23 0,-11 3-1 16,-9 2 3-16,-7 2 21 0,-9 0-20 0,-7 4 23 15,-7 2-8-15,-6 3-16 0,-4 0-22 16,-5 3-70-16,-2 5-27 0,-8 4-82 15,-5 2-171-15,-4 6-424 0,20-4-291 0,-43 9-167 0</inkml:trace>
  <inkml:trace contextRef="#ctx0" brushRef="#br0" timeOffset="86889.267">11608 13799 137 0,'0'0'1057'0,"0"0"-884"0,0 0-89 0,0 0 47 16,0 0 80-16,0 0 16 0,0 0 10 16,0 0-33-16,0 0-30 0,0 0-10 15,-38-14 7-15,30 14-43 0,-1 0-26 0,1 4 4 16,-4-2-27-16,2 3-9 0,0 0-13 0,-3-1-9 16,0 0-17-16,1 2 4 0,-5-2-6 15,-1 1-1-15,-3 0-25 0,-2 2 1 16,-4-2-1-16,-3 2-3 0,-4 0 0 15,0 0-2-15,-2 0-14 0,-3 1-10 16,-4 1-8-16,1 1-55 0,0 0 13 16,2 0 6-16,4 0 41 0,4-6 10 0,3 0-22 0,5-2-68 15,-1-2-51-15,5 0-17 0,0 0-45 16,1-6-85-16,3-2-75 0,7 2-220 16,-3-8-573-16</inkml:trace>
  <inkml:trace contextRef="#ctx0" brushRef="#br0" timeOffset="87173.886">10704 13733 1436 0,'0'0'533'0,"0"0"-400"0,0 0-133 0,0 0-16 16,0 0-3-16,0 0 19 0,0 0 19 15,0 0 91-15,-76 66-13 0,69-51-29 16,2 1-6-16,1 2-14 0,-1 2-2 0,0-1 2 15,2 0 39-15,3-1-3 0,0-1-16 16,0 1-27-16,0-5-5 0,6 1-14 16,4-1-9-16,2 0 10 0,5-1-22 15,2 3 44-15,5 0 6 0,3 2-9 16,2 1-42-16,0-1 0 0,-2-1-16 0,-2-1-20 16,-3-4-47-16,-2-1-4 15,-4-4-6-15,-3 0-46 16,-3-2-103-16,-6-3-114 0,-1 1-203 0,-6-2-620 15</inkml:trace>
  <inkml:trace contextRef="#ctx0" brushRef="#br0" timeOffset="87643.635">9576 14250 1577 0,'0'0'280'0,"0"0"-14"0,0 0 38 16,0 0-13-16,0 0-66 0,0 0-97 16,0 0-41-16,0 0-8 0,0 0-39 0,0 0-40 15,-35-14-71-15,41 14-31 0,3 4 102 16,4 2 46-16,1 5-33 0,0 1-13 16,0 3-7-16,0 6-21 0,-4 0-49 15,-3 0 9-15,-1 3 24 0,-4-1 8 16,-1-1 35-16,-1-3 1 0,0 1 3 15,-3-4 39-15,-3 0-10 16,-1-4-16-16,0-2-14 16,-5-3 30-16,2-1 20 0,-1-6 15 0,-5 0-16 15,-3 0-22-15,0-8 41 16,-5-4 32-16,1-1-19 0,-3-6-1 0,3-4-6 16,-2-1-6-16,2-2-11 0,-1-5-45 0,5 0-14 15,2-2-17-15,5 0 15 0,6 0-33 0,6 0 16 16,3 4-13-16,12 2 29 0,3 2 3 15,4 6-2-15,4 2-30 0,2 8 19 16,0 0 10-16,0 6-25 0,-1 3-1 16,-1 1 17-16,-4 6-17 0,-2 5-66 0,-6 0-1 15,-4 2 10-15,-7 0 51 0,-3 0 32 16,0 0 3-16,-9 2-58 0,-5-2-38 16,1-3-42-1,-4 3-112-15,5-7-190 0,-9 2-581 0</inkml:trace>
  <inkml:trace contextRef="#ctx0" brushRef="#br0" timeOffset="89109.383">9246 13366 851 0,'0'0'580'15,"0"0"-287"-15,-91 39-82 0,62-17-17 0,-4 5-67 16,0 8 161-16,-3 9-150 0,0 9-122 0,1 7 10 16,1 8-26-16,2 7 58 0,3 5-3 15,6 3 93-15,6 8 28 0,4 1-10 16,7 3-49-16,5 8-21 0,1 1-14 15,4 6-25-15,12 2-13 0,7 1-44 16,9-2 1-16,14-9-3 0,13-8 2 16,13-8 0-16,16-8 0 15,10-6 0-15,10-10-1 0,10-9-11 16,11-9-4-16,9-8-44 0,6-12 3 16,0-12 25-16,2-12-3 0,-4-6-25 15,-3-16 12-15,-3-10 7 0,-7-6 40 16,-4-9-25-16,-5-5 13 0,-6-6 13 15,-3-4-25-15,-10-6-61 0,-8-4-65 16,-6-2-38-16,-10-4 44 0,-7 1 36 0,-10-3 28 0,-11 0 29 16,-6 1 52-16,-12-2 55 0,-9-1 48 15,-7-4 36-15,-8-2-46 0,-4-2-16 16,-3-2-38-16,0-5-20 0,-3-5 7 0,-2-4-14 16,-6-8-2-16,-4-3-9 0,-7-2-2 15,-11-1-10-15,-9 1 10 16,-14 8-52-16,-10 9 21 0,-14 15 32 0,-11 14 41 0,-11 16-18 15,-9 18-23-15,-6 16-1 0,-8 15-41 0,-6 11 23 16,-7 17 6-16,-8 11-19 0,0 11 10 16,-4 12-59-16,2 10-148 0,-2 9-62 15,2 8-143-15,1 8-57 0,37-22-122 16,-57 44-141-16</inkml:trace>
  <inkml:trace contextRef="#ctx0" brushRef="#br0" timeOffset="89765.186">9805 15487 2572 0,'0'0'257'0,"0"0"-176"0,0 0-49 0,0 0 61 16,0 0 48-16,0 0 47 0,9 101 15 15,2-53 6-15,1 7-39 0,2 9-38 16,-1 5-38-16,-1 3-26 0,-5 1-24 16,0 0-4-16,-4-5-27 0,-1-7-13 0,-2-9-1 15,1-8-21-15,1-11-15 0,-1-10-97 16,3-11-58-16,-4-5-76 0,1-7-55 0,2-7-48 16,-3-11-141-16,0 1-146 0,0-29-745 0</inkml:trace>
  <inkml:trace contextRef="#ctx0" brushRef="#br0" timeOffset="89911.654">9760 15734 2624 0,'0'0'325'15,"0"0"-261"-15,-69 84-41 0,43-43 25 16,-7 5 16-16,1 3 16 0,1-6-13 16,3-5-23-16,2-8-28 0,9-9-16 15,6-11-86-15,6-10-154 0,5-5-165 16,0-16-187-16,0 0-91 0,6-24-363 0</inkml:trace>
  <inkml:trace contextRef="#ctx0" brushRef="#br0" timeOffset="90029.515">9662 15659 1292 0,'0'0'504'0,"0"0"-72"0,0 0-106 15,83-4-103-15,-59 14 43 0,-1 2-80 16,0 1-33-16,-2 3-20 0,2 5-44 0,-2-1-38 16,2 1-51-16,0 2-39 0,0 0-183 15,-3 1-171-15,-5-4-343 0,-2 15-1044 0</inkml:trace>
  <inkml:trace contextRef="#ctx0" brushRef="#br0" timeOffset="90513.773">9077 17039 2214 0,'0'0'271'0,"0"0"-203"0,-99 5-3 0,63-1 67 15,0 4 16-15,1 3 32 0,5 1-14 16,4 3-13-16,7 5-7 0,5 3-45 0,7 4-63 0,7 5 0 16,0 3-13-16,7 4 13 0,6 0-10 15,1-3 32-15,2-2 0 0,0-8-13 16,0-6 6-16,-2-7-27 0,-2-8-24 15,4-5-2-15,-2-7 4 0,2-12 33 16,0-11-15-16,0-8-10 0,-2-7 7 16,-1-11-19-16,-4-8-27 15,-2-5-58-15,0-7 0 0,-3-4 3 16,-4-3-6-16,0-3-13 0,0-2 35 16,0 1 12-16,-11 3 35 0,4 11-6 15,-4 7 6-15,3 13-12 0,-1 14 31 16,5 12 3-16,1 13 19 0,2 9 13 15,1 5-13-15,0 0 29 0,0 8 0 16,0 10 3-16,0 10 5 0,4 12-5 0,9 8 12 0,1 8 9 16,1 9-25-16,5 3 5 0,3 3-30 15,-2 3-6-15,1-2-19 0,0-5-16 16,-1-5-67-16,1-8-111 0,1-9-59 16,0-7-65-16,2-5-163 0,-8-11-327 15,3 0-917-15</inkml:trace>
  <inkml:trace contextRef="#ctx0" brushRef="#br0" timeOffset="90852.195">9327 17118 1679 0,'0'0'1280'0,"0"0"-1161"0,0 0-107 16,36 78 68-16,-22-51 128 0,2-7 4 16,-1-4-44-16,2-7-111 0,1-7-56 15,3-2-1-15,2-12 12 0,0-4-12 0,-4-7-3 16,-1-1-50-16,-5-3-29 0,-1 0-42 0,-8-2 0 15,0 3 16-15,-4 0 9 0,0 2 3 16,-4 3 16-16,-3 3-16 0,-6 2 48 16,-2 5-3-16,-5 3 2 0,-3 2-2 15,-3 6-33-15,0 0-16 0,2 6 84 16,2 5 16 0,8 3 58-16,5 7 65 0,5 5 2 15,4 5-9-15,0 5 9 0,8 1 6 16,1 4-7-16,1-3-6 0,3-1-14 15,2-6-44-15,0-3-44 0,1-7-16 0,0-6-12 16,0-4-7-16,3-6-29 0,-2-5-44 16,2-3-48-16,-3-8-7 0,-1-6-77 15,0-2-59-15,-2-4-78 0,-3-2-80 0,0 6-105 16,3-6-194-16</inkml:trace>
  <inkml:trace contextRef="#ctx0" brushRef="#br0" timeOffset="91321.146">9755 17061 277 0,'0'0'541'0,"0"0"-120"0,0 0-132 16,0 0-38-16,0 0-17 0,0 0 22 15,0 0-1-15,0 0-48 0,0 0-59 0,0 0-39 31,0 0 6-31,5 62 0 0,9-51-13 0,4 1-25 16,1-3-14-16,1-2 14 0,0-2-52 16,2-4-22-16,-3-1 29 0,-1 0-1 15,-6-4-27-15,2-5-1 0,-7-4 38 16,1-3-3-16,-5-5-26 0,0-3-12 16,-3-2-60-16,0-2-66 0,0 0 5 15,-2 2-22-15,-2 5 9 0,-4 0 18 0,0 6 14 0,-7 4 44 16,1 4 38-16,-5 4 19 0,-1 3 1 15,-2 2 4-15,2 6 18 0,0 6 13 16,3 4 75-16,1 4-50 0,3 4 20 16,6 2 0-16,1 4 16 0,5 2 34 15,1 1-15-15,0-1-24 0,7-3-49 16,0-5-5-16,2-5-37 16,2-5 0-16,2-4-31 0,0-8 2 0,0-3-2 15,0-1-20-15,1-1 16 0,0-8-18 16,0-2-33-16,0-3-26 0,-3-2-54 15,1-2-20-15,-3-2-74 0,1-2-131 16,-3 4-125-16,2-8-258 0</inkml:trace>
  <inkml:trace contextRef="#ctx0" brushRef="#br0" timeOffset="91522.078">9998 16919 1375 0,'0'0'420'0,"0"0"-235"0,0 0-88 16,0 0 124-16,0 0 70 0,0 0-82 0,54 78-80 15,-39-38-1-15,0 10-16 0,4 9 3 16,1 7-26-16,0 8-25 0,0 7 9 15,2 3 25-15,-3 3 22 0,-1 0-6 16,0-2-26-16,-1-7-41 0,-4-5-22 0,1-10-25 0,-2-10-1 16,-2-10-2-16,-3-12-22 0,-3-12-51 15,-1-10-34-15,-3-9-26 0,0-5-54 16,0-15-36-16,-4-12-17 0,-6-16-98 31,-6-12-34-31,6 10-206 0,-18-40-616 0</inkml:trace>
  <inkml:trace contextRef="#ctx0" brushRef="#br0" timeOffset="91739.327">10177 16994 1357 0,'0'0'377'16,"0"0"-185"-16,36-83-17 0,-23 58 20 15,6 1 54-15,-3 5-46 0,-1 10-103 16,0 6-97-16,-1 3 42 0,-2 9 45 16,-2 5 12-16,3 6-31 0,-5 6-36 15,0 4 6-15,-2 3-12 0,-2 3-3 0,-4 2 12 16,0-1-19-16,-4 0 0 0,-4-2-16 15,-3-2 16-15,-5-4-17 0,1-6 14 0,-5-2 16 16,3-6 9-16,-3-5-41 0,3-2-3 16,2-4-57-16,3-4-68 0,3 0-38 0,3-3-36 15,1-2-258-15,5-14-332 0</inkml:trace>
  <inkml:trace contextRef="#ctx0" brushRef="#br0" timeOffset="91870.972">10879 16958 3772 0,'0'0'489'0,"0"0"-489"0,0 0-47 0,0 0-2 16,-68 79-58-16,48-60-148 0,4-5-338 0,-14 10-1491 16</inkml:trace>
  <inkml:trace contextRef="#ctx0" brushRef="#br0" timeOffset="96379.677">16594 15007 1668 0,'0'0'594'16,"0"0"-10"-16,0 0-234 0,0 0-82 16,0 0 67-16,0 0-11 0,0 0-60 15,0 0-47-15,0 0-51 0,-28-28-49 16,17 28-47-16,-4 0-48 0,-1 4-4 15,0 4 0-15,1 3 10 0,-2 3-25 0,3 3 0 16,-1 1-3-16,4 2 12 0,2 2 10 16,4 1 2-16,3 0 0 0,2 0-21 15,4-1-2-15,9-2 0 0,0-1 0 16,4-1-1-16,0 0 2 0,1 2 11 0,0 0 8 16,-1 2-19-16,1 3 10 0,-2-1 10 0,-1 2-7 31,-4 1 9-31,-1-1-23 0,0 4 27 15,-4-3-10-15,0 0-17 0,-3 0 14 0,-2-1-3 16,-1-3-11-16,2-3 0 0,-2-6-1 16,0-3 1-16,0-3 0 0,0-4-1 15,-2-2-54-15,-1 0-47 0,-2-2-30 16,0 0-28-16,-2-8-29 0,0-5-46 0,0-6-108 16,-1-9-137-16,3 6-274 0,1-25-528 0</inkml:trace>
  <inkml:trace contextRef="#ctx0" brushRef="#br0" timeOffset="96564.568">16881 15079 2719 0,'0'0'465'16,"0"0"-229"-16,0 0 84 0,0 0 64 16,6 89-61-16,-4-52-23 0,-1 6-89 0,2 2-95 15,-1 3-70-15,1 2-46 16,0 2-12-16,3-2-25 0,0-2-112 0,1 4-63 15,2 1-47 1,-1-2 1-16,-2-1-255 0,-1-13-490 16,-2 13-420-16</inkml:trace>
  <inkml:trace contextRef="#ctx0" brushRef="#br0" timeOffset="96981.321">16978 16293 3109 0,'0'0'376'15,"0"0"-360"-15,0 0 50 0,0 0 102 0,-83-25-14 16,52 25 35-16,-1 6-8 0,-1 6-97 15,2 6-47-15,4 5 47 0,4 6-10 16,5 4 19-16,3 7 21 0,4 2-19 16,4 2 0-16,5 3 3 0,2-1-10 15,3 0 4 1,11-3 5-16,2-3-6 0,4 0-18 0,5-7-18 16,0-6-25-16,5-6-12 0,2-7-18 15,0-7 15-15,0-7-13 0,-2 0 29 16,-3-7-13-16,-2-4-18 0,-3-2-1 15,-4-2-60-15,-6 0-42 0,-2 1-6 16,-1 1 15-16,-6 2-53 0,-3 3-36 16,0-1-69-16,-3 2-97 0,-10 3-162 0,0 1-193 0,0 2-316 15,-13-3-73-15</inkml:trace>
  <inkml:trace contextRef="#ctx0" brushRef="#br0" timeOffset="97097.321">16793 16702 1387 0,'0'0'602'0,"0"0"-123"0,0 0-69 0,0 0-48 0,0 0-51 15,96 4 8 1,-73-4-45-16,-1-4-100 0,1-4-71 16,-4 1-90-16,-1-3-13 0,-2 0-155 0,-1-2-127 15,-2 0-96-15,-1-1-119 0,-4 4-639 16,-3-1-746-16</inkml:trace>
  <inkml:trace contextRef="#ctx0" brushRef="#br0" timeOffset="97244.718">17102 16699 1679 0,'0'0'1325'0,"0"0"-856"0,15 68-137 0,-6-44 39 15,0 3-94-15,4-2-27 0,-2 0-26 16,1-1-50-16,-1-2-52 0,1-1-28 16,2-2-27-16,-1 0-49 0,0-3-18 15,0-1-57-15,0-4-68 0,3 0-83 0,0-1-43 16,1-3-92-16,-5-2-298 0,5-1-850 16</inkml:trace>
  <inkml:trace contextRef="#ctx0" brushRef="#br0" timeOffset="98168.163">21627 15132 98 0,'0'0'645'0,"0"0"-407"16,0 0-117-16,0 0-4 0,-19-71 17 15,11 53 32-15,2 2-20 0,-1 1-91 16,-2 0-16-16,0-1 46 0,-2-1 508 0,1 0-293 16,-3 1-56-16,0-1-4 0,0 0-29 0,1 3 23 15,3-3-4-15,0 3-31 0,1 3-40 16,4 4-19-16,0 2 14 0,1 1-30 15,1 3-29-15,1 1-3 0,1 0 15 16,-2 1 0-16,2 6-27 0,-3 4-29 16,-1 6-20-16,4 6-7 0,-3 4-11 0,3 4 5 15,0 2 21-15,6 0-17 0,4-3-10 0,5 1 6 16,3-1-6-16,4-1 1 0,0 0-13 16,2-2-15-16,2-2 0 0,-2-4-9 15,-2 0 22-15,-2-2 2 0,-1 0 3 16,-4 0 15-16,-3 0 6 0,-2-2-21 15,-2 2 0 1,-4 1 28-16,-1-3-4 0,0 2-24 16,-3-1 18-16,0 0-6 0,0-2 10 15,-6 1-22-15,3-5 0 0,-3 0 9 0,2-2-9 16,-2-5-3-16,-1-2-9 0,1-2-40 16,-1-1-27-16,-2 0-30 0,-2-1-13 15,-1-7-33-15,-1-4-44 0,-2-4-57 16,1-2-59-16,0-3-109 0,4-1-165 0,3 5-394 0,5-11-287 0</inkml:trace>
  <inkml:trace contextRef="#ctx0" brushRef="#br0" timeOffset="98431.338">21795 14926 2134 0,'0'0'501'0,"0"0"-208"0,0 0-11 0,0 0 87 16,0 0-10-16,0 0-54 0,29 90-57 15,-19-57-69-15,-1 5-56 0,2 2-37 16,-3 5-37-16,-1 1-46 0,0 1 0 16,3 6 6-16,-3 2-9 0,2-1-25 15,-1-1-97-15,1-3-63 0,-1-1-28 16,0-7-24-16,2-5-74 0,-1-2-148 15,0-7-191-15,-3-8-473 0,5 2-123 0</inkml:trace>
  <inkml:trace contextRef="#ctx0" brushRef="#br0" timeOffset="103331.168">22259 16279 1304 0,'0'0'715'0,"0"0"399"0,0 0-884 16,0 0-55-16,0 0 40 0,0 0 83 0,0 0 5 15,0 0-34-15,0 0-90 0,0 0-81 16,-95-62-12-16,72 62-10 0,0 0-12 15,-2 5-6-15,-3 6 18 0,-1 6-21 0,-4 7-37 16,-1 7-18-16,-2 7 1 0,1 6 0 16,2 2 15-16,2 2 14 0,4 2 9 15,7-1-2-15,7-2-4 0,7-3 7 16,6-3-1-16,9 1-15 0,9-3-4 0,8-1-20 16,5-4-22-16,2-4 19 0,1-7-15 15,2-10-6-15,3-2-3 0,-1-10 8 0,1-1-8 16,-2-9-6-16,-1-6-25 0,-3-4-30 15,-2-4-4-15,-4-2-29 0,-4 0-8 16,-7-1-6-16,-3 2-99 0,-9-1-228 0,-2 9-483 16,-7-9-537-1</inkml:trace>
  <inkml:trace contextRef="#ctx0" brushRef="#br0" timeOffset="103612.626">22029 16612 2443 0,'0'0'702'0,"0"0"-428"0,0 0-166 15,0 0 76-15,0 0 111 0,0 0 18 16,0 0-93-16,88 35-133 0,-61-36-63 16,4-8-24-16,0-1-46 0,0-2-62 15,-1-2-41-15,-4 0 0 0,-3 3-21 0,-6 2 16 0,-3 4 3 16,-8 2 41-16,-3 3 83 0,-3 0 27 31,0 9 139-31,-3 7 47 0,-3 4-38 0,-1 5-32 16,-1 1-10-16,0 4 3 0,3 0-4 0,-2 3-31 15,4-2-28-15,3 2 1 0,0 3 5 16,0-3-31-16,0 2 19 0,0-6-9 16,5-3-31-16,2-7-53 0,-1-3-107 15,3-7-79-15,2-4-73 0,-2-4-78 16,1-1-161-16,-1-3-518 0,2-13-660 0</inkml:trace>
  <inkml:trace contextRef="#ctx0" brushRef="#br0" timeOffset="103914.256">23221 16363 3138 0,'0'0'692'16,"0"0"-449"-16,0 0-84 0,0 0 27 0,0 0 120 15,-84 89-6-15,59-61-89 16,-2 2-86-16,-2 3-49 0,-5 3-22 15,-5 4-2-15,-6 9-39 0,-9 7-13 16,-8 7-12-16,-9 8 1 0,-7 6 10 0,-7 6-10 16,-1 5-26-16,-2 2 19 0,0 0 6 15,4 0 0-15,8-4 12 0,6-5 0 16,8-4-3-16,9-10-13 0,10-12-17 16,12-10-9-16,10-14-19 0,11-13-25 0,10-12-23 15,2-6-66-15,13-13-67 0,8-11-73 0,5-5-221 16,-8 2-449-16,15-13-585 0</inkml:trace>
  <inkml:trace contextRef="#ctx0" brushRef="#br0" timeOffset="104384.034">22865 17133 2455 0,'0'0'685'0,"0"0"-334"0,0 0-142 0,0 0 2 15,0 0 81-15,0 0 31 16,-19 90-40-16,15-51-121 0,-1 7-61 15,0 2-40-15,1 5-6 0,-1-3-18 16,1-3-17-16,2-2-20 0,-1-4-27 16,0-4-31-16,0-8-58 0,3-6-25 0,-2-5-31 15,-1-7-19-15,3-8-19 0,-1-3-30 16,-1 0-126-16,1-7-171 0,-2-4-241 16,0 2-477-16</inkml:trace>
  <inkml:trace contextRef="#ctx0" brushRef="#br0" timeOffset="104516.209">22806 17512 1408 0,'0'0'601'15,"0"0"-115"-15,0 0 7 0,0 0-8 16,88-21-33-16,-61 19-101 0,5 2-63 0,-2 0-51 16,2 0-50-16,-2 2-65 0,2-2-37 15,0 0-36-15,2-4-46 0,0-7-3 0,0-4-116 16,-3-3-95-16,-3-2-25 0,-3-2-42 0,-5-3-150 16,-5 7-576-16,-2-10-864 0</inkml:trace>
  <inkml:trace contextRef="#ctx0" brushRef="#br0" timeOffset="104685.048">23312 17254 2436 0,'0'0'573'16,"0"0"-339"-16,3 77-72 0,-2-41 51 16,0 8 77-16,2 4 2 0,0 2-68 15,0 3-98-15,-3 1-61 0,0 1-52 16,0 3-13-16,-3-1-158 0,-4 0-121 15,-3 0-174-15,1-15-500 0,-7 21-777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5-23T08:58:04.2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7388 1694 1649 0,'0'0'1657'15,"0"0"-1372"-15,0 0-126 0,0 0 4 0,0 0 185 16,0 0-35-16,-86-55-14 0,67 54-91 16,-3-3-65-16,-1 2-55 0,-1 2 18 15,-5 0-24-15,-1 2-48 0,-2 5 11 0,-4 4-45 16,-1 6 1-16,-1 5-3 0,-2 6-13 16,4 8-18-16,-2 10-7 0,4 6-5 15,3 9 17-15,6 5 4 0,6 4 3 16,10 5 0-16,9 2-7 0,5-2 16 0,15 2 10 15,7-3 0-15,9 0-10 0,6-6 12 16,7-3 33-16,4-8-2 0,2-5 11 0,4-9 7 16,0-7-4-16,2-8-17 0,-2-8-1 15,-3-6-3-15,0-4 9 0,-7-5-5 16,-4-5-28-16,-8 0-3 0,-5-4 3 16,-5-4-3-1,-4-1-49-15,-7-1-57 0,-1-2-49 0,-7 1-64 16,-3-3-72-16,-5-2-98 0,-2-1-228 15,-5 5-561-15,-17-12-612 0</inkml:trace>
  <inkml:trace contextRef="#ctx0" brushRef="#br0" timeOffset="147.93">7240 2494 290 0,'0'0'2057'0,"0"0"-1589"16,0 0-67-16,0 0 73 0,109 2-68 15,-74 3-55-15,2-2-51 0,1 0-86 16,1 0-85-16,0-3-102 0,-3 0-27 15,-2-2-50-15,0-2-115 0,-3-2-65 16,0-1 51-16,-3-2-308 0,-9 3-262 0,0-7-1005 16</inkml:trace>
  <inkml:trace contextRef="#ctx0" brushRef="#br0" timeOffset="301.142">7757 2496 1763 0,'0'0'1386'0,"0"0"-988"0,0 77-293 15,3-38 2-15,3 6 144 0,1 6 193 16,0-2-102-16,0-2-113 0,4-5-45 31,0-3-72-31,1-3-69 0,-1-2-43 0,5-4-13 16,0-6-103-16,1-5-61 0,3-5-56 0,1-5-62 15,2-8-197-15,-6-1-315 0,5-10-1038 0</inkml:trace>
  <inkml:trace contextRef="#ctx0" brushRef="#br0" timeOffset="485.856">8572 2169 2123 0,'0'0'2063'15,"0"0"-1786"-15,89 10-147 0,-60-5 8 0,1-1 10 16,0 0-29-16,-4-2-73 0,-1 0-45 16,-1-2-1-1,-2 0-64-15,-2 0-83 0,-4 0-109 16,-2-2-91-16,-7-1-231 0,-2 1-826 15,-8 2-845-15</inkml:trace>
  <inkml:trace contextRef="#ctx0" brushRef="#br0" timeOffset="655.191">8439 2521 1740 0,'0'0'1800'0,"0"0"-1588"16,0 0-102-16,0 0 157 0,0 0 162 0,27 67-48 15,-1-60-67-15,10-3-37 0,6-4-96 16,7-4-60-16,0-8-42 0,3-5-46 15,0-3-33-15,-3 1-78 0,3-4-89 16,-1 1-105-16,4-2-109 0,-13 6-318 0,29-9-1056 16</inkml:trace>
  <inkml:trace contextRef="#ctx0" brushRef="#br0" timeOffset="1118.298">9653 1537 4642 0,'0'0'374'0,"0"0"-374"16,0 0 0-16,97-43 80 0,-58 29 84 15,3 4-21-15,7 3-6 0,4 1-10 16,5 1 6-16,4 4-39 0,0-1-71 0,-1 1-23 0,-7 1 0 15,-6 0-1-15,-8 6-17 0,-8 3 6 16,-5 5-18-16,-8 4-19 0,-7 7 31 16,-4 6 18-16,-6 5-15 0,-2 8 15 15,-9 2 0-15,-7 7 15 0,-3 2 12 16,-9 4-26-16,-6 2 20 0,-2 0-21 0,-7 1 1 16,0-1-1-1,-3-2 0-15,4-5 1 0,2-5-1 16,6-6-1-16,6-6-2 0,8-6-21 15,9-7 3-15,8-3 18 0,3-3 3 16,15 1 27-16,8-4 19 0,9 1 8 16,5-2 6-16,9-4-2 0,2-5-10 15,5-2 21-15,0-3 4 0,0-1-37 0,1-4-15 16,-2-2-18-16,-4-2-3 0,-4-2-24 0,-5 0-43 16,-3-3-17-16,-4 0-27 0,-2-1-28 15,-2-1-25-15,-5 1-42 0,-4-3-89 0,-1-1-216 16,-8 3-476-16,2-13-771 0</inkml:trace>
  <inkml:trace contextRef="#ctx0" brushRef="#br0" timeOffset="1334.068">10740 1476 2440 0,'0'0'1567'0,"0"0"-1400"0,0 0-61 15,-66 99 99-15,39-51 133 0,-1 6-19 16,-3 8-97-16,-3 6-83 0,0 5-84 0,-6 7-52 0,-1 2-3 16,-1 2-40-16,-1-4-58 0,7-5-2 15,4-12-25-15,10-11-24 0,7-8-84 16,4-8-146-16,3-9-221 0,4-6-366 16,3-8-497-16,1-5 55 0</inkml:trace>
  <inkml:trace contextRef="#ctx0" brushRef="#br0" timeOffset="1819.94">11362 2241 851 0,'0'0'2036'0,"0"0"-1419"16,0 0-380-16,0 0-67 0,4 101 141 16,3-51 82-16,3 10-61 0,3 9-88 15,3 6-79-15,-3 12-47 0,6 6-27 0,-3 7-18 0,1 2-22 16,-3-3 1-16,2-5-46 0,-4-14-6 15,-5-15-12-15,0-18-16 0,-1-15-2 16,-3-11-18-16,-3-11-31 0,0-7-33 16,0-3-25-16,-2-12-40 0,-6-11-67 15,-4-12-89-15,-2-12-203 0,-5-12-474 16,7 10-614-16,-12-32 270 0</inkml:trace>
  <inkml:trace contextRef="#ctx0" brushRef="#br0" timeOffset="2004.513">11252 2174 2296 0,'0'0'1158'0,"0"0"-1012"0,0 0-64 16,85-35 151-16,-58 31 97 0,2 4-45 15,-4 5 1-15,-1 12-65 0,-2 5-32 16,1 5-25-16,0 5-70 0,-7 1-24 16,0 4-12-16,-8 1-55 0,-5-1-3 0,-3 1-34 15,0-1-32-15,-7-1-38 0,-3-3-35 16,-4-4-38-16,-2-6-16 0,-3-6-25 15,-1-5-144-15,2-7-202 0,-5-5-471 0,2-12-597 16,6 0 601-16</inkml:trace>
  <inkml:trace contextRef="#ctx0" brushRef="#br0" timeOffset="2288.698">11631 1894 1342 0,'0'0'1444'15,"0"0"-960"-15,0 0-340 0,78-14 33 0,-52 14 148 16,-3 0-11-16,-3 4-10 0,0 6-67 16,0 1-99-16,-4 4-46 0,0 3-61 15,-3 1-29-15,-3 5 13 0,-3 0 9 16,-2 4-2-16,-4 3 2 0,-1 1-12 16,0 0-9-16,0-2 40 0,0-4 33 15,0-7 58-15,0-3-16 0,5-5-45 16,3-2-39-16,2-2-19 0,3-1-12 15,3-1 12-15,3-2 0 0,2-3-12 0,4 0-3 16,1 0-9-16,-1-3-97 0,3-6-70 0,4 0-55 16,0 0-85-16,-8 3-292 0,14 1-938 15</inkml:trace>
  <inkml:trace contextRef="#ctx0" brushRef="#br0" timeOffset="3337.532">7759 4236 767 0,'0'0'2307'0,"0"0"-1975"0,0 0-135 0,0 0 169 0,0 0 18 16,0 0-13-16,0 0-119 0,-26 75-94 15,20-18-27-15,0 17-24 0,2 18-25 16,-2 10-28-16,2 10-32 0,1 4-19 15,3 1-3-15,0-6 0 0,0-5-49 0,0-15-33 16,0-13-9-16,0-17 0 0,1-14-7 16,1-12-30-1,2-11-13-15,2-10-13 0,-2-8-21 16,0-6-5-16,2-1-22 0,0-11-12 16,0-5 72-16,4-7 70 0,-3-4 28 0,2-3 44 15,1-1 28-15,3-1 63 0,4 5 57 16,2 1 22-16,10 4 5 0,4 3-17 15,4 2-13-15,6 3-24 0,2 1-35 16,1 0 3-16,1 2-13 0,-3 0-15 0,1 1-30 0,-2-1 12 16,-3-1-43-16,-2 1-77 0,-1-4-66 15,1-2-54-15,-5-1-63 0,-3-5-54 16,0-2-168-16,-11 5-575 0,-3-14-542 0</inkml:trace>
  <inkml:trace contextRef="#ctx0" brushRef="#br0" timeOffset="3538.781">8420 4561 992 0,'0'0'1982'0,"0"0"-1732"16,0 0-75-16,0 0 110 0,51 90 131 16,-40-47-18-16,2 7-93 0,0 9-36 15,0 1-61-15,-1 5-63 0,-1 8-69 0,2 4-39 0,-3 1-37 16,3 6 0-16,-1-4-73 0,2-3-67 15,-1-8-39-15,3-10-57 0,1-11-37 16,2-14-83-16,-2-15-121 0,-1-14-155 16,-3-5-602-16,0-17-636 0</inkml:trace>
  <inkml:trace contextRef="#ctx0" brushRef="#br0" timeOffset="3693.153">9265 5045 1547 0,'0'0'2000'15,"0"0"-1700"-15,78 6-127 0,-54-3 15 0,-1 3 76 16,-5-5-103-16,-3 4-69 0,-3-4-92 16,-1 0-3-1,-2 1-133-15,-2 1-124 0,-4-1-131 16,-1 2-299-16,-5 5-1071 0</inkml:trace>
  <inkml:trace contextRef="#ctx0" brushRef="#br0" timeOffset="3839.746">9263 5322 1785 0,'0'0'1177'16,"0"0"-825"-16,0 0-253 0,0 0 164 0,0 0 159 16,0 0-6-16,83 39-65 0,-60-39-91 15,1-2-101-15,5-6-71 0,0-3-88 16,1 1-6-16,2-2-128 0,-1 0-58 16,5 0-136-16,-10 2-202 0,18-3-720 0</inkml:trace>
  <inkml:trace contextRef="#ctx0" brushRef="#br0" timeOffset="4277.062">10465 4838 1854 0,'0'0'1841'0,"0"0"-1605"0,0 0-103 0,62 86 29 0,-35-32 37 16,2 13 85-16,-1 15 4 0,-5 4-62 16,4 8-92-16,-5 3-55 0,-2 5-13 15,-1-1-26-15,-4-4-37 0,-1-5-3 16,-3-10-14-16,-1-15-32 0,-3-18-21 15,-4-17 16-15,0-14-7 0,-3-12-36 16,0-6-86-16,0-8-78 0,-6-12-109 0,-4-14-215 0,0 5-591 16,-12-33-999-16</inkml:trace>
  <inkml:trace contextRef="#ctx0" brushRef="#br0" timeOffset="4493.273">10642 4857 2206 0,'0'0'989'0,"0"0"-855"15,75-31-83-15,-43 25 41 0,3 1 98 0,-4 5 103 16,0 0-39-16,-4 7-2 0,-1 5-67 16,-5 4-7-16,-3 4-73 0,-2 5-75 15,-8 3-5-15,-5 3-1 0,-3 3 13 16,-7-1-19-16,-9 2 4 0,-4 0-22 16,-9-3-34-16,-6 1-39 0,-2-3-47 15,-2-3-43-15,-3-4-46 0,1 1-33 0,-3-2-110 0,11-6-208 16,-20 3-865-16</inkml:trace>
  <inkml:trace contextRef="#ctx0" brushRef="#br0" timeOffset="5135.737">11308 4314 1672 0,'0'0'1831'16,"0"0"-1692"-16,0 0-82 15,0 0 101-15,100 2 106 0,-53-1 3 16,5-1-53-16,7 0-54 0,3 0-53 16,4 0-30-16,-1-3 36 0,-1-1-9 15,-5 3-89-15,-6 1 0 0,-8-2-12 16,-9 2-3-16,-6 0-18 0,-7 7 0 16,-8 7-7-16,-4 3-11 0,-8 9-38 15,-3 9-20-15,-11 7-35 0,-8 6 9 0,-6 4 24 0,-6 4 4 16,-4 1 21-16,-3 3-29 0,-5 0 10 15,0 2-3-15,0-1 30 0,4-1 57 16,3-6 6-16,6-6 28 16,7-8 16-16,8-7 52 0,9-5 13 15,6-7 0-15,3-3-20 0,15-5 22 16,8-3 9-16,7-3-21 0,8-2-8 16,6-5 10-16,4 0 6 0,0-3-3 0,2-6 11 0,-1-3-3 0,-1-4-45 31,-4 1-40-31,-2-5-27 0,-5 0-69 15,-2 1-68-15,-4-4-64 0,-2 3-52 0,-3-3-153 16,-9 4-316-16,2-9-1047 0</inkml:trace>
  <inkml:trace contextRef="#ctx0" brushRef="#br0" timeOffset="5344.201">12321 4557 3201 0,'0'0'625'0,"0"0"-537"16,0 0-13-16,-54 90 80 0,30-51 32 15,-4 7 39-15,-1 6-60 0,0-2-83 16,2 7-83-16,1 0 0 0,1-2-55 16,6 2-87-16,4-6-31 0,3-2-69 15,6-4-123-15,2-14-308 0,4 9-770 0</inkml:trace>
  <inkml:trace contextRef="#ctx0" brushRef="#br0" timeOffset="5564.785">12718 5134 434 0,'0'0'3003'0,"13"70"-2482"0,-8-27-376 0,0 12 2 16,-1 11 58-16,0 11 103 0,-1 2-44 15,0 2-81-15,-1 0-92 0,-1-3-61 0,1-6-30 16,-2-8-54-16,0-11-56 0,0-12-3 16,0-13-9-16,0-15-65 0,-2-12-131 15,-4-3-163-15,-1-16-267 0,-2 0-885 16,-8-23 123-16</inkml:trace>
  <inkml:trace contextRef="#ctx0" brushRef="#br0" timeOffset="5749.071">12725 5066 427 0,'0'0'1102'0,"0"0"465"0,0 0-1372 15,0 0-43-15,91-63 64 0,-73 57 2 0,-2 3 2 0,-1 3-27 16,-4 3-62-16,-2 6-69 0,1 5-38 16,-4 8-24-1,-5 6-17-15,-1 6-79 0,-1 8-60 16,-12 0-38-16,1 2-61 0,-5 0-32 15,-2-6-118-15,-2-3-84 0,5-11-223 16,-13-3-812-16</inkml:trace>
  <inkml:trace contextRef="#ctx0" brushRef="#br0" timeOffset="6050.904">13160 4661 2365 0,'0'0'1540'0,"0"0"-1311"0,0 0-123 0,90-19-15 16,-72 19-57-16,-5 3 71 0,-7 6 108 15,1 8-47-15,-6 4-77 0,-1 10-49 0,0 5-40 16,-5 6-18-16,-7 7-3 0,1 5-4 16,-2 1-14-16,4-7 26 0,3-4 13 15,6-10 34-15,0-8-32 0,5-7-2 16,5-7-15-16,9-3 15 0,2-7 6 15,6-2 17-15,1 0-23 0,6-10-2 16,-2-1-34 0,1-5-93-16,0-1-93 0,-1 2-163 0,-9 1-594 15,10 3-1479-15</inkml:trace>
  <inkml:trace contextRef="#ctx0" brushRef="#br0" timeOffset="7268.37">9089 8230 576 0,'0'0'127'0,"0"0"1295"0,0 0-837 0,0 0-308 16,-80-48 4-16,56 40 28 0,0 0-6 15,-2-1-49-15,0 2-95 0,0 0 3 16,4 4-57-16,-2-1 3 0,1 4-22 16,-2 4-22-16,3 6-12 0,-5 6 7 15,3 6-17-15,-1 8-8 0,5 6-32 0,-2 9 26 16,5 7-1-16,4 10-15 0,0 7 19 16,6 9-10-1,7 6-21-15,0 4-30 0,11 5 5 16,10-5-2-16,5-2-7 0,7-10-6 15,0-7-8-15,4-14 11 0,1-16-9 16,-4-12 19-16,-2-13 27 0,-2-11 22 16,-1-3 2-16,-2-10 7 0,-3-6-7 15,-1-5 7-15,-2-7 0 0,-2 2-19 0,-3-5-12 16,-4-1-16-16,-1 4-32 0,-5 0-32 16,-2 3-15-16,-1 1-19 0,-3 5 0 0,0 3-23 15,0 1-21-15,-3 3-43 0,-3 2-91 16,-7-1-175-16,0 3-178 0,-4-1-376 0,-2 4 217 15,-2 1 54-15,-1 0 750 0,2 3 81 16,0 1 421-16,4 0 62 0,3 0 223 16,4 0-198-16,5 0-100 0,4 0-112 0,0 0-76 15,0 4-43-15,4-1-36 0,5 3 5 0,5 0 29 16,4 4-16-16,2-4-66 0,3 1-86 16,0-5-54-16,0-2-13 0,3 0-21 15,-2 0-12-15,-2-1-61 0,3-6-52 16,-1 1-59-16,0-5-77 0,2 3-52 15,-1-3 44-15,-2-1-538 0,-6 1-719 16,-1-6-132-16</inkml:trace>
  <inkml:trace contextRef="#ctx0" brushRef="#br0" timeOffset="7400.215">9292 8880 684 0,'0'0'1234'0,"0"0"-747"0,-6 69-252 15,6-39 0-15,0 10 118 0,0 0 22 16,0 0-60-16,0-4-23 0,3-3-105 15,4-7-147-15,-2-6-40 0,2-4-158 0,0-8-99 0,5-3-23 16,-1-5-116-16,-3-5-310 0,9-22-611 0</inkml:trace>
  <inkml:trace contextRef="#ctx0" brushRef="#br0" timeOffset="7627.491">9791 8400 1246 0,'0'0'2049'0,"0"0"-1788"0,0 0-141 0,-32 86 97 16,16-44 94-16,-3 9 33 0,-1 1-76 15,-3 8-50-15,3 3-72 0,-5 5-58 16,0 5-24-16,-3 8-24 0,-5 6-40 16,-3 3-2-16,-3 6-41 0,-1 1-42 0,2 0-22 15,-1-3-42-15,3-6-66 0,3-7-37 16,6-9-43-1,4-12-107-15,4-6-92 0,6-14-86 0,4-13-395 16,1-8-184-16</inkml:trace>
  <inkml:trace contextRef="#ctx0" brushRef="#br0" timeOffset="7970.236">9713 9386 1337 0,'0'0'1625'0,"0"0"-1085"0,0 0-303 0,14 67 5 15,-8-30 112-15,-2 8 7 0,2 7-45 16,0 5-84-16,-2 4-49 0,0 3-53 16,1 0-48-16,-2 2-52 0,-2-2-30 15,1-3-9-15,-2-6-52 0,1-8-39 0,-1-9-42 16,2-9-32-16,-2-13-21 0,1-9-35 16,1-7-193-16,-2-12-312 0,0-2-761 15</inkml:trace>
  <inkml:trace contextRef="#ctx0" brushRef="#br0" timeOffset="8102.074">9910 9706 954 0,'0'0'1619'0,"0"0"-1143"15,0 0-163-15,74-17 77 0,-51 16-7 16,-6 0-28-16,2 0-96 0,-2-3-112 16,-1 1-95-16,1-2-52 0,-1-6-54 0,-2-2-103 15,1-5-89-15,-1-3-62 0,-2-3-176 16,-3 5-650-16,-2-14-766 0</inkml:trace>
  <inkml:trace contextRef="#ctx0" brushRef="#br0" timeOffset="8302.751">10155 9303 1368 0,'0'0'1433'0,"0"0"-961"0,0 0-275 16,0 0-39-16,0 0 22 0,18 79 151 0,-10-47 32 15,-1 4-67-15,2 2-66 0,-2 3-44 16,3 4-55-16,-2 3-43 0,0 6-64 15,-2 6-24-15,3 1-12 0,-2 4-16 16,-1 2-66-16,1-3-40 0,0-6-67 16,-3-3-1-16,1-10-73 0,-4-3-150 0,1-14-526 15,-2 4-743-15</inkml:trace>
  <inkml:trace contextRef="#ctx0" brushRef="#br0" timeOffset="9370.44">11542 9007 277 0,'0'0'339'16,"0"0"1002"-16,0 0-809 0,0 0-191 15,0 0-58-15,0 0-12 0,0 0-30 16,0 0-23-16,0 0-33 0,50-42-34 0,-37 26-20 16,-1-3-26-16,3-5-21 0,1-6-10 15,3-1-21 1,4-1-16-16,2-2-7 16,4 4 1-16,2 5 0 0,3 1 0 0,1 3-16 15,1 5 6-15,0 4-21 0,2 3 22 16,-3 4-10-16,-1 3-10 0,-2 2 10 15,0 0 7-15,-5 7-16 0,0 4-2 0,-1 5 2 16,-1 3 21-16,-2 3-24 0,0 3 31 16,1 2 0-16,-1-1 2 0,-1 3-14 0,-2-2-16 15,2-3 12-15,-2-4 3 0,-1-2-17 16,-1-6-1-16,-2-5-3 0,0-2 2 16,-1-1-17-16,-3-4-19 0,-4 0-42 0,-1 0-59 15,-4 0-90-15,0 0-60 0,-3 0-113 0,-3 1-252 16,-3 2-858-16</inkml:trace>
  <inkml:trace contextRef="#ctx0" brushRef="#br0" timeOffset="9590.727">11880 9313 150 0,'0'0'2088'0,"0"0"-1442"0,0 0-204 0,0 0-112 0,0 0-47 15,0 0-66-15,0 0-21 0,0 0 107 0,84-24-81 16,-44 17-63-16,1 0-52 0,3 0-10 16,1 0-36-16,0 0 0 0,2 0-40 15,2 0-21-15,3-2-1 0,3 2-14 16,1-4-40-16,3-1-85 16,-1 3-37-16,1-3-65 0,-3 0-113 0,-13 1-243 0,13 0-892 15</inkml:trace>
  <inkml:trace contextRef="#ctx0" brushRef="#br0" timeOffset="20293.507">14585 8994 2058 0,'0'0'1031'0,"0"0"-782"15,0 0-32-15,0 0 32 0,0 0 22 0,0 0-25 0,0 0-17 16,0 0-62-16,0 0-75 0,0 0 18 16,-7 78 16-16,23-18 26 0,2 15-36 15,2 10-46-15,0 10-28 0,-3 8-11 16,2 4-13-16,-5 2-12 0,1 0-6 15,-4-2-18-15,2-5-22 0,-4-13-60 16,-1-12 3-16,2-16 18 0,-2-12 27 0,-3-17 15 0,1-10-67 16,-3-12-77-16,0-9-84 0,-1-4-161 15,-2-6-228-15,0-24-780 0</inkml:trace>
  <inkml:trace contextRef="#ctx0" brushRef="#br0" timeOffset="20540.88">14745 9074 2790 0,'0'0'551'15,"0"0"-348"-15,0 0 31 0,0 0 84 0,94-17-78 16,-74 22-73-16,-1 3 15 16,-3 5-44-16,-5 4-36 0,0 5-38 0,-5 3-21 15,-3 10-25-15,-3 2-17 0,0 7 2 0,-9 0-3 16,-5 0-22-16,-3-4-33 0,1-5-16 0,-4-1-27 15,-3-4-25-15,4-2-56 0,-4-9-25 16,3-6-47-16,1-2-57 0,1-10-200 16,5-1-707-16,-7-6-704 0</inkml:trace>
  <inkml:trace contextRef="#ctx0" brushRef="#br0" timeOffset="20926.62">15306 8649 1246 0,'0'0'2163'15,"0"0"-1849"-15,86-33-75 0,-49 21 196 0,3 0-234 16,0 1-47-16,-1 2-13 0,0 1-22 0,-1 5-36 16,0-1-59-16,-3 4-24 0,-5 0-27 15,-4 12 26-15,-7 7-27 0,-5 8-15 16,-6 7-18-16,-7 6-40 0,-1 8 12 15,-9 5 18-15,-5 2 16 0,-5-1-10 16,-1-2 65-16,-1-2 16 0,0-4 2 0,-2 0-2 0,2-6 2 16,-1-1 4-16,6-4-1 0,0-7 25 15,8-6 3-15,3-5 1 0,4-3-20 32,1-3-5-32,4-2-4 0,6 2 4 0,8-2 24 0,4 0 15 0,3-2-3 0,6 0 24 15,3 4-8-15,3-5-5 0,2 1 44 16,3 0-4-1,1-1-15-15,-2-1-55 0,-1 1-41 16,-3-2 2-16,-2-3-3 0,-5-1-18 16,-2 0-73-16,-5-3-72 0,-2-4-44 15,0-1-13-15,-5-4-80 0,-2-2-242 16,-5 1-753-16,-7-13-1286 0</inkml:trace>
  <inkml:trace contextRef="#ctx0" brushRef="#br0" timeOffset="21142.674">16224 8707 3194 0,'0'0'530'16,"0"0"-360"-16,0 0 16 0,0 0 29 16,-58 88 52-16,35-51 7 0,-2 6-88 15,-4 3-91-15,-2 3-46 0,1 2-49 16,-4 3-9-16,0 3-3 0,1-2-43 0,3-4-117 15,3-1-49-15,3-6-78 0,4-7-98 16,3-7-248-16,7-8-658 0,3-8-703 16,4-6 1967-16</inkml:trace>
  <inkml:trace contextRef="#ctx0" brushRef="#br0" timeOffset="21365.476">16293 9303 1884 0,'0'0'1299'0,"0"0"-990"0,25 73-94 16,-20-32 87-16,1 6-17 16,-3 7 25-16,0 3-36 0,-1 3-106 15,3 4-67-15,-1-1-47 0,2 1-29 16,2-3-25-16,0-1 0 0,-1-6-18 16,-1-12-46-16,-2-9-7 0,1-12-2 15,-4-9-65-15,2-6-71 0,-3-6-66 16,0 0-78-16,0-12-208 0,-4 0-696 15,-5-19-877-15</inkml:trace>
  <inkml:trace contextRef="#ctx0" brushRef="#br0" timeOffset="21553.616">16401 9303 1304 0,'0'0'2021'16,"0"0"-1698"-16,0 0-105 0,0 0 43 15,0 0-62-15,0 0 9 0,84-66 20 0,-76 66-84 16,-2 0-83-16,-3 5-58 0,-1 4-2 0,-2 6 15 15,0 7-16-15,-5 3-12 0,-8 5-83 16,0 2-44-16,-5 5-39 0,0-2-85 16,-2 1-138-16,0-1-326 0,7-11-693 0,-7-3-244 15</inkml:trace>
  <inkml:trace contextRef="#ctx0" brushRef="#br0" timeOffset="21915.594">16706 9079 775 0,'0'0'2846'0,"0"0"-2556"0,0 0-54 16,0 0-46-16,0 0-88 0,0 0 16 15,0 0 5-15,79 0-58 0,-74 7-65 16,1 3-7-16,-4 6-11 0,-2 5 17 16,0 3-51-16,-2 7 15 0,-4 0-7 0,-1 4 11 15,1 1 2-15,-1-1 19 0,3-3 12 16,3-4 19-16,1-6 39 0,0-3 41 15,9-7-13-15,2-4-21 0,3-5-19 0,6-3 0 16,0-2-13-16,5-7-30 0,-2-3-3 0,4-2-156 16,-1-5-130-16,2 4-143 0,-8 4-569 0,11-5-1537 15</inkml:trace>
  <inkml:trace contextRef="#ctx0" brushRef="#br0" timeOffset="23431.576">18533 8629 635 0,'0'0'0'15,"0"0"0"1,0 0 397-16,0 0 342 0,0 0-336 15,0 0-102-15,0 0 11 0,0 0-19 16,0 0-25-16,0 0-11 0,0 0-23 16,8-11-49-16,-9 11-28 0,-2 0-26 15,2 0-26-15,-2 0-24 0,0 0-29 0,-3 0-2 16,2 0-10-16,-2 0-9 0,0 0 6 16,-1 0-10-16,-3 0-25 0,0 0 11 0,-2 4-13 15,-3 3 0-15,-3-1-3 0,-1 6-40 16,-2-1 18-16,-2 5-3 0,0-1 28 15,-2 3-15-15,-1 0-1 0,3 0-8 0,0 1-1 16,2-2 3-16,-1 0 7 0,2 0 14 16,-2-1-13-16,1 1 13 0,0 1-2 15,-3 1-19-15,-1 2 20 0,1 0 4 0,0 0 19 0,2-2-2 16,2-4-16-16,2-2 31 0,7-5-3 16,2-1 9-16,2-2-6 0,1 0 0 15,3-4 6-15,0 0 0 0,3-1-7 16,0 0-2-16,0 1 3 0,0-1-7 15,0 0 4-15,0 0-7 0,0 0-2 16,0 0-10-16,0 3 0 16,0-3-10-16,0 0-1 0,0 1 0 15,3 0 2-15,4 4-3 0,1 0 16 16,2 2 17-16,5 0-8 0,2 0-10 16,5 3 12-16,7-3 10 0,0 4 6 15,7-3 36-15,2-2-21 0,-1 0-10 16,3-2-36-16,-1-1-10 0,-3-3 14 15,-1 0-16-15,0 0 0 0,-4-5 0 0,-2 1-1 0,-4-3 1 16,-2-1-61-16,-6 1-27 0,-1 0-25 16,-6 1-37-16,0 1-52 0,-7 4-66 15,-3 1-213-15,0 0-500 0,-6 1-528 0</inkml:trace>
  <inkml:trace contextRef="#ctx0" brushRef="#br0" timeOffset="23670.912">18103 9347 209 0,'0'0'2409'0,"0"0"-1927"0,0 0-147 16,0 0 67-16,0 0-91 0,77-3-65 0,-53 3-24 15,2-1-43-15,4 1-23 0,-1 0-34 16,4-3-18-16,-1 2-31 0,1 0-48 15,0-1-23-15,2-2-2 0,1 0-20 0,3-3-35 16,1 1-42-16,2-2-80 0,3-2-131 16,-2 1-166-16,-8 1-695 0,5-1-1345 0</inkml:trace>
  <inkml:trace contextRef="#ctx0" brushRef="#br0" timeOffset="25202.653">19465 8347 1520 0,'0'0'1815'0,"0"0"-1488"0,0 0-65 0,0 0-45 16,0 0 25-16,0 0 18 0,0 0 53 16,46-67-50-16,-8 55-84 0,7-5-73 0,6 6-48 15,2 2-25-15,0 3 10 0,-2 0-10 16,0 6 3-16,-5 0-8 0,-2 0-27 16,-7 5-1-16,-4 1-12 0,-6 2 10 15,-6 4-26 1,-6 6-14-16,-6 2-16 0,-9 7-14 15,-1 5 11-15,-16 8-12 0,-6 4 3 16,-4 6 3-16,-5 1 0 0,-4 5-3 16,-1 0 3-16,-3 1 18 0,-1 1 21 15,1-3 7-15,-2-1 21 0,3-1 15 16,2-3-12-16,3-2 0 0,4-4 28 16,3-3-10-16,5-5 10 0,5-5 24 0,6-6 21 0,6-7-30 15,5-3-7-15,6-2-11 0,10-2 17 16,8 1 25-16,6-1 0 0,4 1 3 15,5-3 6-15,3-3-31 0,0-1-8 16,2-5-16-16,-1 0-6 0,2-5-15 0,-2-4 18 16,0-3-21-16,-4-2-9 15,-3-1-79-15,-3-1-36 16,-2 0-34-16,-3 1-39 0,-2-3-63 16,-1 2-146-16,-9 3-365 0,2-8-1030 0</inkml:trace>
  <inkml:trace contextRef="#ctx0" brushRef="#br0" timeOffset="25434.092">20267 8510 2696 0,'0'0'734'0,"0"0"-560"16,0 0-32-16,0 0 22 0,0 0 75 15,-93 96 87-15,64-60-91 0,-1 7-91 16,1 4-70-16,-2 7-62 0,0 1-12 15,3 4 15-15,0 1-14 0,2 0-1 0,2-2-24 16,2-1-50-16,5-4-89 0,5-6-49 0,4-4-77 16,3-8-126-16,5-9-275 0,0-10-694 15,7-13-256-15</inkml:trace>
  <inkml:trace contextRef="#ctx0" brushRef="#br0" timeOffset="25649.742">20503 9232 855 0,'0'0'2766'0,"1"71"-2448"15,1-28-147-15,-2 10 50 0,1 8 32 0,-1 4 58 16,2 2-21-16,-2-1-92 16,2 1-125-16,-2 3-40 0,0-4-32 0,0-5-1 15,0-7-38-15,0-6-41 0,0-15 0 0,0-7-25 16,0-12-21-16,0-5-31 0,0-9-34 15,0-3-78-15,0-13-103 0,0-7-209 16,0-8-491-16,-1-6-366 0,0 6 445 0</inkml:trace>
  <inkml:trace contextRef="#ctx0" brushRef="#br0" timeOffset="25834.732">20486 9213 1075 0,'0'0'224'0,"0"0"1222"0,0 0-1084 16,45-67-43-16,-27 57 33 0,-1 2-68 0,1 4-57 15,-1 1-16-15,-3 3-54 16,2 0-67-16,-6 5-47 0,0 7 6 0,-4 3 21 16,-3 3 10-16,-3 5-31 0,0 2-49 0,-9 5-61 15,-4 0-47-15,-3-1-36 0,-4 6-53 16,-3-4-73-16,4-4-116 0,-2-2-251 16,2-8-631-16,8-7-416 0,-4-10 1491 0</inkml:trace>
  <inkml:trace contextRef="#ctx0" brushRef="#br0" timeOffset="26088.25">20956 8935 1501 0,'0'0'2006'0,"0"0"-1762"0,0 0 7 0,0 0 43 16,0 0-92-16,0 0 88 0,0 0-61 15,0 0-122 1,45 72-85-16,-45-50-7 0,3-1-14 15,0 3-1-15,0-5 1 0,5 0 23 16,4-2 28-16,3-1-12 0,3-4 23 0,5-5 68 16,3 0-40-16,1-4-49 0,4-3-42 15,1 0-18-15,2-3-127 0,2-2-77 0,0-2-90 16,0 1-236-16,-8 0-690 0,8-5-1179 0</inkml:trace>
  <inkml:trace contextRef="#ctx0" brushRef="#br0" timeOffset="61297.615">1002 11064 2229 0,'0'0'346'0,"0"0"328"16,0 0-413 0,0 0-80-16,0 0 33 0,0 0-13 15,0 0-17-15,0 0-22 0,0 0-33 0,77-52-33 0,-47 47-4 0,0 1-18 16,5-2-19-16,1 2 9 0,3 0-15 15,0 1-12-15,0-1-13 0,3-2-23 16,2 4 12-16,1-4-10 0,1 0-3 16,0 0-7-16,2 1 7 15,-2 0 0-15,3 2-3 0,0 0 1 16,0 3-9-16,4 0 10 0,2 0-10 16,0 6 8-16,4-1 2 0,1 1 1 0,4-1 20 15,2-2 5-15,2-1-24 0,-1-2 14 16,3 0-14-16,-1 0-1 0,3-5-3 15,-1-2 2-15,-2-2-2 0,4 2 0 16,-2-1 1-16,0-2 0 0,2 1 2 0,-1 0 0 0,6 2 2 16,-2 0 10-16,6-4-10 0,2 1 41 15,4-4 18-15,1 2-38 0,2-4-23 16,-3 1 0-16,4-2-30 0,-1-1 28 16,1 2-19-16,3 0 21 0,-1 0 1 15,4 3 11-15,0 1-11 0,3 2 12 16,-2 3-12-16,2-1 2 15,3 4 12-15,-2-3-12 0,2 0-3 16,1 0 0-16,-1-2-15 0,0 1 14 16,2-4 0-16,0-3-11 0,3 3 11 15,-1-3-2-15,5-1 2 0,0 1 1 16,1 3 3-16,3 1 9 0,0 1-12 16,2 1-6-16,-2 3 6 0,2 2-13 15,0-1 12-15,2-1-1 0,0 5 2 0,3-4 0 0,-1 2 0 16,1-1 1-16,-2-2 2 0,0 0-3 15,1 0-32-15,-2-2 14 0,0-1 2 16,2 0 15-16,-1 0 1 0,3-1 1 16,1 1 2-16,-1-1 16 0,1 0-6 15,-2 1-13-15,0-1-15 0,-2 1 13 0,2-3 1 16,0 1 1 0,5 3 1-16,-3-3-1 0,2-1 2 15,3 4 1-15,-2-3-3 0,2 1-1 16,0 1-45-16,-1-1-24 0,-1-3 36 15,3 1-6-15,1-3 34 0,-1 1 6 0,2 2 2 16,-2 0 23-16,2 0-23 0,-4 5-2 16,4-3 15-16,-4 4-15 0,1 3 1 15,0-3 2-15,3 1 0 0,-1 5-2 0,2-1 2 16,0-2 0-16,1 2-3 0,1-2-30 0,-2-1-13 16,1-1 9-16,2-1 4 0,-1 0 27 15,4 2-25-15,-1-2 28 0,0 2 20 16,-3 0-4-16,4 3-16 0,-3-1-3 15,1 2 3-15,0-2 3 0,1 2 15 16,1 0-6 0,2 0-10-16,1 0 2 0,2-2 14 0,0-1-18 15,1-1-38-15,2-2-8 0,1-3 19 16,4 0-1-16,2 0 3 0,1 1 25 16,3-3 1-16,0 4 1 0,-2 1-2 15,2-1 1-15,2 0 2 0,2-1 25 16,3 4 9-16,2 0-16 0,1 0-6 15,0 0-15-15,3 0-28 0,1-3 13 0,2 3-16 16,3-4 13-16,3 1-7 0,1-3-6 16,0 3 28-16,1-2-31 0,1 0 24 0,0-1 10 15,4-1 3-15,3 3 25 0,1-3-10 16,-1 3-18-16,1-3-23 0,0 2 23 16,4-1 0-16,2 2 11 0,1 0 1 15,0 1-12-15,0 1 0 0,-1-1-2 0,2 0-1 0,1 0 3 16,4 1 10-16,-3 0 5 0,2 0-15 15,0 1-31-15,1 0 31 0,0 0 9 16,1-2-8-16,2 2 2 0,-4 2-3 16,0-1-34-16,-1-1 32 0,0 0-14 15,0 2 13-15,-2 0 3 0,0 1-1 0,-1-1-14 16,-5 0-10 0,1 3 25-16,0 0 12 0,-2 0-9 15,-4 0 7-15,-2 0-10 0,-3 0-3 16,-1 0 3-16,-2 0 12 0,-3 1 6 0,0 4 10 15,-5-4-4-15,-1-1-23 0,-5 0-1 16,-3 0 30-16,-2-1-17 0,-2-5 24 16,-4 0-22-16,-2 0 13 0,-5-1-16 15,-4-2-10-15,-7 1 1 0,-2 1 15 0,-8-4-6 16,-4 1 19-16,-5 1-3 0,-8-3-1 16,-6 1-15-16,-6-1-11 0,-5-1-1 15,-9 1-27-15,-5-3-4 0,-10 1 28 16,-3 1-18-16,-10-2-22 0,-9 2-31 15,-7-1-6-15,-10 3-15 0,-10 0-16 0,-6 2-7 16,-9 1-21 0,-8 0-11-16,-3 1-11 0,-13-2-84 15,-7 1-142-15,1 2-296 0,-26-2-623 0</inkml:trace>
  <inkml:trace contextRef="#ctx0" brushRef="#br0" timeOffset="67295.275">2431 11464 1649 0,'0'0'746'16,"0"0"-295"-16,0 0-300 0,0 0-51 15,0 0 37-15,0 0 102 0,0 0 14 16,0 0-45-16,0 0-66 0,0 0-8 0,13 52 25 16,1-18-23-16,4 9-31 0,0 7 0 0,2 7-22 15,-2 7-31-15,0 2-6 0,-5 9-46 16,2 1 0-16,-5 1-15 0,0-4-19 15,0-3-61-15,-1-9-19 0,-2-11-3 16,0-9-4-16,-1-11-41 0,-2-9-26 16,-3-7-69-16,1-7-79 0,-2-7-140 0,0 0-165 31,-7-17-660-31</inkml:trace>
  <inkml:trace contextRef="#ctx0" brushRef="#br0" timeOffset="67595.058">2385 11644 375 0,'0'0'1807'0,"0"0"-1441"0,0 0-137 16,8-63 47-16,1 44-20 0,8-1 7 15,2 1-26-15,4 2-51 0,6-2-57 16,4 4-14-16,0 1-46 0,3 3-32 16,2 7-37-16,-1 3-2 0,2 2 2 0,0 13 16 15,-1 7 8-15,0 12-24 0,-5 7-40 16,-2 10-3-16,-8 8 5 0,0 2-24 0,-7 4-35 15,-5-4 72-15,-5-2 22 0,-4-1 3 16,-2-6 28-16,-5-4 7 0,-5-4-32 16,-3-5 19-16,-1-3-22 0,-2-4-32 15,0-2-43-15,-4-6-10 0,4-6 19 0,-1-3 6 16,2-6-56-16,-1-2-8 0,5-3-66 16,-2-3-37-1,4-5-29-15,2-3-153 0,3-1-193 16,1-12-598-16</inkml:trace>
  <inkml:trace contextRef="#ctx0" brushRef="#br0" timeOffset="67895.682">3023 12026 1137 0,'0'0'1277'0,"0"0"-861"0,0 0-98 0,52 67 20 0,-39-42 50 16,0 4-17-16,-3-1-108 0,2-2-121 0,-1-5-68 0,1-4-61 15,2-5-13-15,-1-3-2 0,3-5-1 16,1-2-15-16,2-2-16 0,0 0-43 15,1-8 6-15,1-6 12 0,-3-1-9 16,-1-5-6-16,-3 0 24 0,-1 0 3 31,-7 0-9-31,0 2 12 0,-6 5 7 16,0 3 37-16,0 2 20 0,-9 3 23 16,-5 3-39-16,-4 0 20 0,-3 2-24 15,-2 0-31-15,1 2 29 0,-2 2 1 0,2 3 1 16,5 0-22-16,-1 0-3 0,7 0 10 15,0-1-99-15,5 3-53 0,0-2-114 16,6 4-139-16,0-3-295 0,0 4-715 0</inkml:trace>
  <inkml:trace contextRef="#ctx0" brushRef="#br0" timeOffset="68375.079">4166 11966 1570 0,'0'0'1625'0,"0"0"-1408"15,0 0-176-15,0 0 152 0,0 0 160 0,0 0-18 16,0 0-35-16,61 68-70 0,-50-36-89 16,-4 6-64-16,-1 1-20 0,-3 3-44 15,0-2-13-15,-3-3-28 0,0-6-85 16,0-5-31-16,-2-6-18 0,-2-9-33 15,0-3-106-15,1-6-240 0,-13-2-714 0</inkml:trace>
  <inkml:trace contextRef="#ctx0" brushRef="#br0" timeOffset="68528.521">4094 11737 1876 0,'0'0'1851'0,"0"0"-1615"0,0 0-91 16,0 0 95-16,0 0-23 0,0 0-152 15,0 0-65-15,0 0-55 0,0 0-56 16,0 0-203-16,0 0-152 0,85-18-328 0,-72 36-1132 16</inkml:trace>
  <inkml:trace contextRef="#ctx0" brushRef="#br0" timeOffset="68797.868">4444 12159 1239 0,'0'0'640'0,"0"0"379"0,0 0-667 0,0 0-126 16,0 0-102-16,0 0-61 0,0 0-41 16,0 0 79-16,0 0-76 0,0 0-6 15,0 0-19-15,62 26-13 0,-51-41-66 0,1-2-57 16,1 1-19-16,0 0-1 0,2 3 5 0,0 4 33 16,0 3 44-16,0 2 26 0,0 4 48 15,1 0 3-15,-3 6 103 0,1 3 105 16,-4 3-99-16,-1 2-55 0,-2 0 23 15,-1 1-20-15,-2-2-60 0,-1-1-28 16,0-2-93-16,3-3-83 0,2-2-156 0,1-3-247 16,-2-2-211-1,10 0-381-15</inkml:trace>
  <inkml:trace contextRef="#ctx0" brushRef="#br0" timeOffset="69214.536">5104 11926 2372 0,'0'0'779'0,"0"0"-543"16,0 0-99-16,-63 88 135 0,43-50 130 15,-1 0-73-15,5 2-58 0,4-4-81 16,3-5-92-16,6-7-56 0,3-6-42 16,0-9-16-16,0-4-5 0,3-3-19 15,4-2-3-15,6-3-27 0,0-6 36 0,6-6 13 16,-3-7-7-1,2-6-64-15,-3-3-28 0,2-7-7 16,-2-3 13-16,0-5-7 0,-3-1-32 16,2-3 21-16,-4-5 0 0,-1-3 3 0,-2-3 24 15,-4 3-5-15,-3-1 17 0,0 4 93 16,-3 4 0-16,-4 4 70 0,0 9 13 16,0 4 28-16,-1 9 40 0,1 10-16 15,3 6 51-15,1 6 22 0,2 3-29 0,-1 3-46 16,1 13-13-16,1 7-40 0,0 11-28 0,0 9 9 15,0 9 6-15,1 7 13 0,5 4 14 16,1 1-24-16,0 3-67 0,-1-1-3 16,3-1-52-16,1-3-100 0,-3-8-71 15,3-9-8-15,-1-10 62 0,2-12 82 16,-1-8-25-16,3-9-173 0,-1-6-163 0,-1-5-213 0,1-5-342 16,-1-15-197-16</inkml:trace>
  <inkml:trace contextRef="#ctx0" brushRef="#br0" timeOffset="69499.433">5384 11925 2032 0,'0'0'792'16,"0"0"-388"-16,0 0-127 0,34 78 42 16,-25-47 24-1,1 4-51-15,-3-2-24 0,-1-4-56 0,3-2-35 16,-2-8-40-16,1-7-72 0,1-4-65 16,0-4-36-16,2-4-7 0,1-1-3 15,0-9 1-15,2-5-47 0,-1-6-9 16,1-3-24-16,-2-3-14 0,-1-3-12 15,-2 2-4-15,-2-1 0 0,-1 4-7 16,1 6 35-16,0 3 49 0,-4 4 46 0,3 9 32 0,-2 3 79 16,1 2 46-16,-1 10 76 0,1 5-2 15,1 6-48-15,-1 4-61 0,-2 3-1 0,1-1-9 16,-1-2-19-16,1-4-33 16,2-7-28-16,-2-4-65 0,3-5-94 0,2-7-66 31,1 0-11-31,3-5-72 0,2-9-175 0,-3 2-311 15,11-20-591-15</inkml:trace>
  <inkml:trace contextRef="#ctx0" brushRef="#br0" timeOffset="69705.012">5983 11703 1216 0,'0'0'2090'16,"0"0"-1719"-16,0 0-210 0,-10 84 52 15,3-40 112-15,-2 9 30 0,4 4 28 0,2 0-94 16,3-2-67-16,0-9-77 0,7-8-82 15,6-10-60-15,1-10-3 0,3-10-29 16,5-8-40-16,-2-6 5 0,6-14-45 16,0-10-31-16,0-10-39 0,1-6-59 15,-3-7-90-15,2-2-49 0,-3-3-90 0,-3-3-521 16,-4 0 332-16,-6 14-319 0,-3-34 238 0</inkml:trace>
  <inkml:trace contextRef="#ctx0" brushRef="#br0" timeOffset="69884.749">6234 11287 798 0,'0'0'1570'0,"0"0"-794"0,0 0-191 0,0 0-139 15,0 0-114-15,0 0-91 0,3 73-2 16,7-19 29-16,3 10-40 0,6 9-25 16,4 2-21-16,-2 4-4 0,5-1-3 15,-3-2-97-15,2-3-63 0,-3-8-15 0,-1-9-24 16,1-9-33-16,-5-12-4 0,0-9-14 16,-5-7-34-16,1-8-42 0,-6-5-33 15,0-6-31-15,-7-1-23 0,0-10-107 16,-4-8-133-16,-9 0-16 0,-6-9-82 15,-4-2-118-15,-4-6 2 0,5 9 100 0,-21-16-115 0</inkml:trace>
  <inkml:trace contextRef="#ctx0" brushRef="#br0" timeOffset="70000.632">6189 11818 1239 0,'0'0'1038'0,"0"0"-499"15,0 0 6-15,0 0-89 0,0 0-98 16,0 0-32-16,0 0 4 0,0 0-82 16,0 0-69-16,107 21-15 0,-68-21-9 15,1-9-61-15,-1-3-45 0,-3-3-46 16,0-1-3-16,-4-4-155 15,-5-1-103-15,-1 1-13 0,-1 2-156 16,-7 3-540-16,1-4-810 0</inkml:trace>
  <inkml:trace contextRef="#ctx0" brushRef="#br0" timeOffset="70163.394">6797 11900 3268 0,'0'0'574'0,"22"65"-405"0,-12-35 154 0,0 3 127 16,1 3-46-16,-3-9-154 0,-2-4-159 15,-3-9-91-15,0-5 0 0,-2-3-61 16,-1-5-57-16,0-1-50 0,0 0-27 16,0-7-57-16,-6-5-196 0,2 1-319 0,-13-14-901 15</inkml:trace>
  <inkml:trace contextRef="#ctx0" brushRef="#br0" timeOffset="70749.001">6756 11743 3399 0,'0'0'622'0,"0"0"-527"16,0 0 1-16,0 0-15 0,0 0 50 16,0 0 153-16,0 0-73 0,0 0-195 15,79 47-16-15,-69-43-138 0,4 1-65 0,1 2-32 16,5-1-100-16,1 3 11 0,4 4 29 0,1 2 88 16,4 7 207-16,2 3 3 0,-2 5 252 15,1 4-5-15,-6 1 24 0,-3-2 49 16,-3-2-5-16,-3-3-56 0,-5-7-88 15,-3-4-61-15,-2-5-49 0,0-6-64 16,0-6-24-16,2 0-37 0,1-10 3 0,0-7 15 16,1-4-24-16,0-5-68 0,0-2-28 0,-2-3 24 15,-1 2 19-15,-3 1 73 0,0 6-18 16,-4 1 3-16,-1 7 62 0,-9 7 53 16,-2 7 68-16,0 0 61 0,0 12-40 31,0 3-20-31,1 6-11 0,4 2-29 0,-1 0 1 15,2-1-29-15,4-5-28 0,-2-5-26 16,2-5-40-16,2-7-60 0,0 0-29 16,0-2 22-16,7-8 3 0,-1-3-23 0,4-3-33 15,4-5-129-15,1-2-215 16,8 0-155-16,1 2 267 0,4 2-331 0,3 4-359 16,0 9 880-16,-4 6 202 0,2 6 602 15,-3 7 147-15,-3 8 11 0,-3 4-84 0,-4 0-130 16,-2 3-102-16,-4-3-73 0,-1-3-135 15,-1-3-117-15,-2-7-70 0,2-3-49 0,-2-5-22 16,2-4-8-16,7-1-19 0,-1-11-58 16,6-4-22-16,2-5-30 0,1-1-33 15,3 2 15-15,3 0 50 0,0 7 61 0,-1 4 66 32,-2 5 19-32,-1 4 90 0,-5 1 53 0,-3 11 29 15,-4 4-3-15,-1 1-59 0,-4 3-92 16,-5 0-37-16,-3 4-89 0,0 0-132 15,0 1-192-15,-4-6-362 0,-5 7-1395 0</inkml:trace>
  <inkml:trace contextRef="#ctx0" brushRef="#br0" timeOffset="71821.209">9653 12097 284 0,'0'0'2313'0,"0"0"-1907"0,0 0-185 16,0 0-11-16,0 0-61 0,-28 75-79 16,15-41-70-16,3 3-26 0,-3 1-21 15,4-3-115-15,2 1-64 0,1-5-53 0,3-3-101 16,-1-11-239-16,4 2-573 0</inkml:trace>
  <inkml:trace contextRef="#ctx0" brushRef="#br0" timeOffset="72892.937">4463 13393 2544 0,'0'0'661'0,"0"0"-399"0,0 0-173 16,0 0 107-16,0 0 175 0,0 0-54 16,0 0-101-16,0 0-74 0,0 0-38 15,0 0 22-15,29 89 44 0,-10-24-42 0,2 16-55 16,-2 10-36-16,-2 8-1 0,-3-1-15 0,-3 0-9 16,-4-4-12-16,0-8-15 15,-3-3-21-15,-1-13-40 0,-2-9-18 16,1-14-10-16,-2-13-27 0,0-9-50 15,0-10-31-15,0-10-75 0,0-5-164 0,-3-2-230 0,-14-28-575 16</inkml:trace>
  <inkml:trace contextRef="#ctx0" brushRef="#br0" timeOffset="73125.013">4490 13453 1896 0,'0'0'1500'0,"0"0"-1348"0,0 0-70 0,75-64 114 15,-49 50 169-15,-3 5-64 0,1 5-85 0,-3 4-35 16,-1 6-53-16,0 11-33 0,-4 10 3 16,3 8-28-16,-8 12-31 0,-2 9-39 15,-4 8-79-15,-5-1-43 0,0 0 21 16,-8-4 16-16,-2-6-1 0,-3-6 3 0,-3-7-25 16,0-7-3-16,0-6 3 0,1-7-60 15,2-5-73 1,1-6-45-16,1-8-91 0,-1-1-132 15,2-11-479-15,0 0-228 0,-2-15 627 0</inkml:trace>
  <inkml:trace contextRef="#ctx0" brushRef="#br0" timeOffset="73557.155">4882 13537 1729 0,'0'0'1275'15,"0"0"-1029"-15,0 0-150 0,0 0 34 16,0 0-22-16,81-19-10 0,-72 19-13 15,2 6 22-15,-1 7-16 0,-1 3-15 0,1 6-28 16,-1 5-33-16,-2 2-15 16,-3-1 0-16,0 2-1 0,-1-5-46 15,-3-4 22-15,0-3 25 0,0-5 23 0,0 1-23 0,0-4-33 16,0-1-24-16,-1-2 23 0,-1-1 6 16,0-2-1-16,2 0 7 0,0-3 7 0,0-1 2 15,0 0 10-15,0 0 2 0,0 0 1 16,0 0 12-16,0-1 1 15,0-1-10-15,0-4 13 0,0 2 9 0,0-3 3 16,0-3-12-16,2 2-15 16,-2-4-1-16,2 2-3 0,1 0-19 15,-1 0-13-15,3 4 4 0,-1-2 31 16,2 3 3-16,0-1 19 0,1 1 10 16,-3-1-1-16,1 1 0 0,-1 0 7 15,-1 3-7-15,1-4 2 0,-1 2 1 0,-1-1-12 16,2 0-3-16,-3 0-4 0,2-2-2 15,-2-2-13-15,2 1-2 0,0-3-14 0,2 0-3 16,-2 3-6-16,1 1-12 0,0 0-5 16,2 3 4-16,0-1-5 0,-2 5-86 15,2-1-77-15,-2 1-67 0,1 0-117 16,0 0-320-16,-5 5-751 0</inkml:trace>
  <inkml:trace contextRef="#ctx0" brushRef="#br0" timeOffset="73942.753">5335 13633 1808 0,'0'0'1076'0,"0"0"-545"0,0 0-293 0,0 0-134 15,0 0 72-15,0 72 150 0,0-42-28 0,6 1-61 16,0 4-78-16,3-4-49 0,0-3-30 15,2-6-38-15,-2-7-27 0,1-4-15 16,-1-5-18-16,2-4-6 0,1-2-19 16,2 0-15-16,-1-6-18 0,3-7-19 0,-3-4 0 31,-1-5 2-31,-2-2-27 0,-5-2-6 16,1 1 11-16,-4 0-16 0,-2 1-9 15,0 2-27-15,-5 3 47 0,-3 2 63 0,-5 5-3 16,-2 1-6-16,-2 8 66 0,-2 3 58 15,-1 0 43-15,-1 7-32 0,2 5 22 16,2 2 3-16,0 5-65 0,5 2 0 16,2 0-29-16,1 0-10 0,2-3-19 0,4-4-21 15,3-3-91-15,0-3-121 0,0-5-226 16,6-3-566-16,-1-1-39 0,3-20 317 0</inkml:trace>
  <inkml:trace contextRef="#ctx0" brushRef="#br0" timeOffset="74143.399">5473 13555 274 0,'0'0'372'0,"0"0"-125"15,0 0 1210-15,85-12-1015 0,-59 22-121 0,0 6 14 16,0 2-47-16,-3 6-24 0,-4 4 21 0,-2 1-25 16,-1 0-56-16,-3-2-57 15,-3-2-43-15,-3-4-18 0,2-7-25 0,-5-4-19 16,2-5-20-16,-2-1-10 0,-1-4-12 16,2 0-23-16,0 0-7 0,-1 0-1 0,4-7 16 31,-1-5 13-31,3-2-44 0,-2-4-39 15,3-3-38-15,-1-2-27 0,1-2-35 0,-2-3-57 16,4 2-99-16,-3 2-203 0,-1 6-509 16,3-1-175-16</inkml:trace>
  <inkml:trace contextRef="#ctx0" brushRef="#br0" timeOffset="74429.063">6080 13649 2221 0,'0'0'501'0,"0"0"-292"0,0 0-39 15,0 0 73-15,0 0 23 0,0 0-32 16,0 0-39-16,82 3-76 0,-70-22-63 15,-1-5-46-15,2-6-10 0,-2-1-84 16,0-1 15-16,-3 1 18 0,1 4-6 16,-5 2-27-16,-1 6 21 0,-3 4 63 15,0 5 15-15,-4 7 33 16,-8 3 11-16,-2 3 13 0,-3 8-47 16,-1 7 30-16,-1 5-33 0,5 6 12 15,-2 4-19-15,5 5 17 0,-1 1 14 16,5 3 23-16,1 0 15 0,3-1 15 15,3-2-31-15,0-5-50 0,2-4-18 0,5-11-15 16,3-5-7-16,7-7 10 0,2-7-47 16,4-1-40-16,6-9-63 0,4-7-61 0,7-2-47 15,-11 3-373-15,25-4-1132 0</inkml:trace>
  <inkml:trace contextRef="#ctx0" brushRef="#br0" timeOffset="74845.623">7154 13387 2164 0,'0'0'1127'0,"0"0"-933"0,0 0-87 16,0 0 39-16,90 95 15 0,-67-48 59 15,-3 8 10 1,-7 6-32-16,-1-1-56 0,-4 0-96 0,-2-9-46 16,-3-6-18-16,-3-8-87 0,0-9-83 15,0-10-17-15,0-9-53 0,-10-4-142 16,2-5-696-16,-13-8-937 0</inkml:trace>
  <inkml:trace contextRef="#ctx0" brushRef="#br0" timeOffset="75008.493">7142 13236 3165 0,'0'0'480'0,"0"0"-416"0,0 0 30 0,0 0 48 15,78 23-29-15,-58-11-72 0,0 0-41 16,2 2-94-16,1 3-271 0,-6-6-170 15,7 7-871-15</inkml:trace>
  <inkml:trace contextRef="#ctx0" brushRef="#br0" timeOffset="75160.679">7743 13672 2206 0,'0'0'1308'0,"0"0"-1105"15,0 0-93-15,89 15 104 16,-69-15 129-16,-1-4-80 0,-3-7-94 15,-2-3-71-15,1-5-55 0,-2-5-18 16,0-1-25-16,-3-3-144 0,0 3-87 16,-3-1-72-16,-3 2-70 0,-1 2-241 15,0 4-709-15,-3 2-588 0</inkml:trace>
  <inkml:trace contextRef="#ctx0" brushRef="#br0" timeOffset="75545.765">7731 13154 646 0,'0'0'1616'0,"0"0"-1003"0,0 0-340 0,0 0-101 16,0 0-3-16,0 0 31 0,2 70 14 0,4-30-6 15,2 10-31-15,5 5-34 0,0 7-23 16,3 5-27-16,0 4-19 0,3 0-13 16,-4-2-8-16,3-3-20 0,0-4-30 15,1-8 28 1,1-9 12-16,-1-9 6 0,-2-8-12 0,1-9-34 15,-4-7-3-15,0-8-12 0,-1-4-33 16,3-4-32-16,0-11-119 0,3-5-89 16,-2-5-80-16,-1-5-199 0,-3 10-710 15,1-10-736-15</inkml:trace>
  <inkml:trace contextRef="#ctx0" brushRef="#br0" timeOffset="76341.336">9899 13315 2884 0,'0'0'499'16,"0"0"-343"-16,0 0-55 0,44 101 10 0,-36-56 99 16,-5 5 51-16,-3 0-50 0,-2-1-97 15,-7-6-86-15,2-6-28 0,-3-11-28 16,0-5-83-16,0-7-103 0,-4-6-66 16,-2-6-76-16,0-2-288 0,-14-9-928 0</inkml:trace>
  <inkml:trace contextRef="#ctx0" brushRef="#br0" timeOffset="76485.326">9442 13025 2621 0,'0'0'1026'0,"0"0"-871"16,0 0 30-16,0 0 54 0,101-60-16 16,-70 50-139-16,3 1-56 0,0 3-28 0,1-1-90 15,4 2-189 1,0-1-139-16,-9 3-311 0,7 3-1137 0</inkml:trace>
  <inkml:trace contextRef="#ctx0" brushRef="#br0" timeOffset="76648.494">10402 13415 1873 0,'0'0'1789'15,"0"0"-1455"-15,0 0-111 0,0 0 50 16,96 8-27-16,-78-20-123 0,-1-5-68 0,0-8-30 0,-1-4-25 15,0-8-98-15,0-2-62 0,-2-5-84 16,1 2-193-16,-8 8-348 0,1-13-1136 0</inkml:trace>
  <inkml:trace contextRef="#ctx0" brushRef="#br0" timeOffset="76918.18">10467 12804 160 0,'0'0'2770'15,"0"0"-2208"-15,0 0-369 0,0 0 9 16,-3 90 40-16,7-50 1 0,6 9 32 16,0 4 23-16,5 5-72 0,3 4-59 15,1 4-39-15,3 3-37 0,-2 8-43 16,-1 2-11-16,-1 6-7 0,-6-1-15 0,2 4-15 0,-5-3 0 16,-2-2-2-16,-4-5-13 0,-3-5-18 15,0-6-13-15,-6-8 16 0,-4-7-28 16,-4-8 1-16,-1-10-22 0,-3-8-19 15,-1-8-23-15,-4-8 8 0,-3-8-19 16,-4-2-95-16,-5-16-92 0,-1-7-125 16,-7-9-119-16,10 5-438 0,-23-26-452 0</inkml:trace>
  <inkml:trace contextRef="#ctx0" brushRef="#br0" timeOffset="77566.967">12822 12531 1846 0,'0'0'1340'0,"0"0"-1031"0,0 0-125 16,0 0 118-16,0 0 92 0,60 81-82 15,-41-29-33-15,-2 11-98 0,-1 9-66 16,-3 8-11-16,-2 2-22 0,-2 2-37 0,-2-6-17 15,-2-1-28-15,0-9-1 0,-3-6-21 16,-1-9-20-16,1-11-43 0,-1-9-15 0,-1-14-22 16,1-7-46-16,1-11-50 0,-2-1-100 15,0-10-150-15,0-9-247 0,0-7-359 16,0-10-99-16,0 6 261 0</inkml:trace>
  <inkml:trace contextRef="#ctx0" brushRef="#br0" timeOffset="77682.601">13076 12986 179 0,'0'0'2508'0,"0"0"-1963"0,0 0-125 0,104-33-99 15,-65 26-61-15,1 4-55 0,-1 1-26 16,-2 2 15-16,-3 0-22 0,-1 2-29 16,-4-2-51-16,0 0-77 0,-3 0-15 15,-2-6-128-15,-2-6-111 0,1-3-136 0,-4 1-263 16,1-12-1012-16</inkml:trace>
  <inkml:trace contextRef="#ctx0" brushRef="#br0" timeOffset="77890.393">13525 12558 1937 0,'0'0'1458'15,"0"0"-1227"-15,0 0-79 0,-5 67 55 16,5-32 75-16,6 7 50 0,0 3-31 0,7 2-53 16,0 5-81-16,3 2-58 0,-2 1-54 0,2 4-34 15,-4 0-21-15,-2 1-32 0,1-4-144 16,-1-5-68-16,1-5-26 0,3-6-56 15,0-8-212-15,-2-10-538 0,5-5-821 0</inkml:trace>
  <inkml:trace contextRef="#ctx0" brushRef="#br0" timeOffset="78083.018">14207 12953 4088 0,'0'0'540'16,"0"0"-371"-16,0 0-59 0,0 0 25 15,96-28-53-15,-73 18-42 0,-3 0-22 0,-1-2-18 16,0 0-64-16,-1-1-61 0,-3-2-74 16,-2 5-119-16,-6 2-228 0,-3 5-733 15,-7 3-1160-15</inkml:trace>
  <inkml:trace contextRef="#ctx0" brushRef="#br0" timeOffset="78251.9">14231 13144 3491 0,'0'0'505'0,"0"0"-388"0,0 0 17 0,0 0 49 16,0 0-19-16,0 0 119 0,0 0 1 16,83 0-114-1,-57-9-76-15,2-1-51 0,-1-1-43 16,2-1-45-16,0-1-149 0,1 2-66 15,-1 2-114-15,-6 4-350 0,16 3-1021 0</inkml:trace>
  <inkml:trace contextRef="#ctx0" brushRef="#br0" timeOffset="79868.595">15289 12821 1266 0,'0'0'247'15,"0"0"888"-15,0 0-749 0,0 0-92 16,0 0-15-16,0 0-45 0,0 0-77 16,-77-12-15-16,60 28-8 0,3 5-41 15,-1 7-16-15,5 6-27 0,7 5 9 16,3 4-19-16,0 0 3 0,9 5-12 0,7-1-10 0,1-3-21 31,3 0-18-31,3-7-16 0,2-6-53 0,-2-8-42 0,3-12-11 16,1-7-50-16,2-7-81 0,1-13-204 15,-8 3-527-15,5-22-682 0</inkml:trace>
  <inkml:trace contextRef="#ctx0" brushRef="#br0" timeOffset="80273.502">15616 12851 485 0,'0'0'355'0,"0"0"1202"0,0 0-1060 15,0 0-158-15,0 0 49 0,-22 73-38 0,15-33-34 16,1 4-16-16,0 2-50 0,3-1-70 15,3-5-67-15,0-8-97 0,5-9-16 16,2-7-43-16,3-8-18 0,3-8-3 0,2 0 2 16,3-10-33-16,4-8-21 0,-3-3-23 15,-1-5 0-15,-2-1-7 0,0-2 24 0,-4 4 51 16,-1 0 26-16,-1 6 23 16,-2 3 20-16,-1 5-14 0,1 6 16 0,0 5 3 15,0 1 77-15,4 12 1 0,1 5-7 16,1 7-14-1,3 5 36-15,3 5-31 0,-1 3-25 16,3 5 19-16,-1 1-4 0,-2 6 25 0,0 6 10 16,-4 4-17-16,-4 6 4 0,-7 1 2 15,-4 1 7-15,0-2 8 0,-9-1 10 16,-3-7 5-16,-1-8-5 0,-2-7-53 16,-1-9-34-16,-1-10-17 0,0-11 0 15,0-4 0-15,-2-7-30 0,3-2-25 0,-3-12-60 0,0-4-16 16,-1-8-24-16,-3-6 14 0,4-8-52 15,-1-3-32-15,3-4-54 0,7-4-129 16,7 2-181-16,2 11-467 0,4-16-398 0</inkml:trace>
  <inkml:trace contextRef="#ctx0" brushRef="#br0" timeOffset="80479.113">16290 12977 840 0,'0'0'2037'0,"0"0"-1272"0,0 0-519 16,0 0 12-16,0 0 81 0,-31 69-120 16,16-39 8-16,5 3-1 0,1 2-83 0,2 1-49 15,6 3-9-15,1-2-9 0,3 2-9 0,8-4-43 16,6-4-24-16,2-7-25 0,6-6-9 16,2-6-2-16,3-9-28 0,2-3-60 15,1-7-53-15,-1-15-40 0,-2-5-99 0,-1-9-245 16,-7 7-535-16,-1-24-999 0</inkml:trace>
  <inkml:trace contextRef="#ctx0" brushRef="#br0" timeOffset="80689.78">16633 12450 1380 0,'0'0'1952'0,"0"0"-1543"0,0 0-170 0,0 0 102 15,0 0-37-15,-34 78-37 0,32-38 35 16,2 4-55-1,0 4-81-15,8 6-66 0,0 0-45 16,2 3-43-16,0 1-12 0,-1-1-70 16,2-2-111-16,-3-6-59 0,0-7 5 15,4-8 8-15,-1-10 18 0,3-7-35 16,1-8-203-16,1-9-234 0,4 0-345 16,-7-8 223-16,7-13-243 0</inkml:trace>
  <inkml:trace contextRef="#ctx0" brushRef="#br0" timeOffset="80812.278">16920 13064 1053 0,'0'0'1115'0,"0"0"-575"0,0 0-90 15,0 0-33-15,45 71-70 0,-41-42-56 16,-4 1-33-16,0 3-51 0,0-1-53 0,-3-2-59 16,-3-5-46-16,-1-3-49 15,3-6-20-15,-2-6-124 0,3-6-105 0,-4-4-120 16,3 0-398 0,-8-17-1529-16</inkml:trace>
  <inkml:trace contextRef="#ctx0" brushRef="#br0" timeOffset="80975.011">16851 12871 1638 0,'0'0'1862'0,"0"0"-1638"0,0 0 78 15,0 0 157-15,0 0-216 0,0 0-25 0,88-5-4 0,-67 7-114 16,3-2-100-16,3 0-9 0,3-2-168 16,2-5-77-16,8 0-106 0,2-5-243 15,5 0-550-15,1-1-92 0,-10 1 668 16,12-2-192-16</inkml:trace>
  <inkml:trace contextRef="#ctx0" brushRef="#br0" timeOffset="81133.495">17489 12765 878 0,'0'0'1068'16,"0"0"-479"-16,0 0-13 0,0 0-61 0,11 69-102 0,-23-44-51 16,-4 5-47-16,0 3-36 0,-2 3-44 15,4-3-34-15,0 3-53 0,8-2-21 16,2-4-15-16,4-3-33 0,4-2-52 16,12-2-12-16,9 0-3 0,9 0 9 15,8 1 22-15,10-4-13 0,3-4-29 16,2-5-1-16,1-8-97 15,-3-3-169-15,-4-3-86 0,-13-6-185 16,13-6-1241-16</inkml:trace>
  <inkml:trace contextRef="#ctx0" brushRef="#br0" timeOffset="81291.602">18713 13064 4117 0,'0'0'1359'0,"0"0"-1065"0,0 0 95 15,0 0-136-15,0 0-168 0,0 0-52 16,0 0-33-16,0 0-12 0,0 0-94 0,-78 16-95 16,66-20-116-16,-2 0-605 0,-15 3-2214 15</inkml:trace>
  <inkml:trace contextRef="#ctx0" brushRef="#br0" timeOffset="84667.893">8782 11646 1884 0,'0'0'279'0,"0"0"238"0,0 0-160 15,0 0-18 1,0 0 16-16,0 0-24 0,0 0-73 16,0 0-75-16,0 0-69 0,0 0-18 15,-35 64-22-15,47-28-7 0,4 5-6 0,-2-2-9 16,2-3-12-16,-1-5-25 0,0-6-12 15,-2-10-3-15,0-4-21 0,0-7-9 16,0-4-1-16,0-1-15 0,2-10 0 16,0-7-43-16,-3-7-12 0,2-4-23 0,-5-4 10 0,-2 1 14 15,-1 0-2-15,-3 2 30 0,-2 1 28 16,-1 4-26-16,0 1 70 0,-7 6 7 16,-4 2 34-16,-3 3 6 0,-3 6 9 15,-3 3 16-15,0 4-19 0,0 0-16 16,0 7-37-16,2 5-6 0,3 5-10 15,0 1-11-15,8 3 11 0,-2-2-21 0,6-4-101 16,2 0-205-16,1-7-331 0,0 4-865 0</inkml:trace>
  <inkml:trace contextRef="#ctx0" brushRef="#br0" timeOffset="84952.659">9069 11601 2466 0,'0'0'499'0,"0"0"-275"0,0 0-48 16,0 0 87-16,0 0 112 0,24 80-6 0,-21-60-91 16,0-2-106-16,3-4-77 0,-2-1-61 15,0-2-34-15,4-6-43 0,-1-3-15 16,3-2 6-16,0-7 9 0,2-5 3 0,2-5 0 16,-1-4-19-16,1-3-6 0,-1-1 25 15,-1 3 6-15,-2 4 22 0,0 5-16 0,3 4 0 16,-3 6 28-1,3 3 22-15,1 0 98 0,-2 5-89 0,2 7 19 16,-2 3-1-16,-2 3 3 0,3 1-3 16,-3 2-30-16,3-1-19 0,-3-1-1 15,0-1-11-15,0-1-25 0,0-1-46 16,-2-2-65-16,4-1-85 0,-1-2-115 16,-3-4-202-16,5 1-806 0</inkml:trace>
  <inkml:trace contextRef="#ctx0" brushRef="#br0" timeOffset="85870.73">10612 11383 2406 0,'0'0'335'0,"0"0"-203"0,0 0 58 0,0 0 56 15,0 0 30-15,0 0-4 0,0 0-52 0,0 0-70 16,-30 68-35-16,30-38-10 16,0-2-6-16,3-2-6 0,3-8-49 0,-1-5-44 15,3-4-25-15,0-6 13 0,-1 0 10 0,1-3-1 16,2-5 3-16,3-5 0 15,0-5 0-15,1-8-31 0,-2-1-40 0,-4-2-34 16,1-1-10-16,-3 6 22 0,-5 3 24 16,2 2 23-16,-3 4-8 0,0 4 9 0,-3 3-11 15,-4-1 22-15,-6 5 30 0,0-3 1 16,-6 4-19-16,2 0 22 0,-3 7 19 16,1 2-19-16,5 2-11 0,-1 3-33 0,2 0-1 15,3 4 8-15,2-4-39 0,2 3-117 16,4-5-164-16,-2-3-309 0,4 2-558 0</inkml:trace>
  <inkml:trace contextRef="#ctx0" brushRef="#br0" timeOffset="86155.66">10746 11240 2194 0,'0'0'324'0,"0"0"-150"0,0 0 70 0,0 0 54 16,78-6-49-16,-61 11-15 15,-5 0 18-15,2 4-45 0,-2 6-27 0,-2-1-25 16,-4 7-34-16,-2 1-44 0,-3 6-25 16,-1 1-21-16,0 3-16 0,0-1-12 0,-4-3-3 0,1-4-12 15,2-9 0-15,-2-5-1 0,3-4 13 16,-3-6 0-16,3 0 31 0,0 0-31 16,0-7-9-16,0-6-62 0,6-6 13 15,-2-6 36-15,5-6 4 0,1-6-4 16,1 1 10-16,1 1-29 0,4 3-8 0,0 1-4 15,2 1-24 1,1 5-50-16,0 2-74 0,1 3-73 16,-3 3-106-16,-4 7-241 0,0-1-691 0</inkml:trace>
  <inkml:trace contextRef="#ctx0" brushRef="#br0" timeOffset="86619.189">11393 11178 3014 0,'0'0'333'0,"0"0"-273"0,0 0 77 0,-85 40 24 0,57-19 79 15,-1 5 70-15,5 3-83 0,4 3-76 16,3 6-40-16,6-1-13 0,3 4-28 15,5-5 10-15,3 0-22 0,0-8-9 16,3-8-26-16,6-7-23 0,1-7-39 16,7-6 17-16,1-6 4 0,3-11-37 0,4-13-19 15,1-6-18 1,-2-11-55-16,-2-3-1 0,1-2-23 16,-2 2 13-16,-2-1 27 0,0-1 23 15,1-1 11-15,-4-2-4 0,-2-3-66 0,-2-1 37 16,-5 3 95-16,-4 9 35 0,-1 7 50 0,-2 8 109 15,0 11-8-15,0 5 25 0,0 10 7 16,-2 6-12-16,1 0 3 0,-2 6-1 16,-3 10-17-16,2 8-64 0,-1 7-30 0,-2 6 5 15,3 8 27-15,4 0 16 0,0 5-3 16,0-3-50-16,0 0-57 0,4-3-29 16,3-3-77-16,-1-1-71 15,4-7-56-15,0 0-53 0,2-9-182 0,-1-5-275 16,1-7-697-16,4-10-489 0</inkml:trace>
  <inkml:trace contextRef="#ctx0" brushRef="#br0" timeOffset="86873.429">11706 11319 2282 0,'0'0'976'16,"0"0"-849"-16,0 0-57 0,0 0 101 16,0 0 132-16,62 68 45 0,-49-65-79 15,-2-3-145-15,4-12-72 0,1-6 0 16,1-9-6-16,0-8-46 0,-1-4-98 0,-1 0-50 0,-4-1 12 15,-2 3-31-15,-5 5 39 0,-3 3 40 16,-1 4-4-16,-1 5 20 0,-6 7 25 16,-5 3 47-16,2 8 6 15,-2 4 117-15,1 13-54 0,0 9 19 0,-1 10 3 16,4 4-13-16,-1 5 8 0,4 0-17 0,-1 3 5 16,0-3 0-16,3-3-31 0,1-4-43 0,2-5-30 31,0-8-96-31,0-8-79 0,2-9-36 15,4-6-51-15,2-2-127 0,1-16-103 0,-2 1-218 16,9-25-535-16</inkml:trace>
  <inkml:trace contextRef="#ctx0" brushRef="#br0" timeOffset="87077.24">12141 11111 2244 0,'0'0'455'0,"0"0"-358"15,26 69-36-15,-21-40 32 0,-2 5 122 0,-3-1 151 16,0-2-47-16,0-2-61 0,-2-5-24 15,1-6-39-15,-1-6-99 0,2-6-47 16,0-2-18-16,0-4 18 0,0 0 22 16,0-9-71-16,6-4-10 0,2-6-8 0,1-4-22 15,1-7-43-15,6 0-46 0,0 0-48 16,3-2-47-16,2 0-46 0,-3 9-208 16,9-8-1067-16</inkml:trace>
  <inkml:trace contextRef="#ctx0" brushRef="#br0" timeOffset="87674.617">12977 11060 1588 0,'0'0'413'0,"0"0"-63"0,0 0 5 0,0 0 37 0,0 0-64 16,0 0-14-16,0 0-37 0,0 0-64 15,-37 71-55-15,37-37-15 0,0 2-13 0,0-3-4 16,4-5-7-16,0-8-33 0,3-8-51 16,1-5-35-16,0-7-22 0,5 0 4 15,2-8 18-15,3-9-2 0,-2-6-59 16,1-4-13-16,-2-5 6 0,-1 0 13 16,-3 2-6-16,-3 2-1 0,-3 6 9 15,-1 4 29-15,-4 5-19 0,0 5-19 0,-4 4 21 16,-4 1 38-16,-5 3-22 0,-1 0-6 15,-1 5 0 1,0 2-6-16,0 5-10 0,1 3 0 16,5-1-2-16,3-2-46 0,2-1-88 15,4-2-110-15,0-4-192 0,0 0-305 0,7-1-514 16</inkml:trace>
  <inkml:trace contextRef="#ctx0" brushRef="#br0" timeOffset="87805.84">13216 11084 2179 0,'0'0'533'0,"0"0"-125"0,0 0 32 0,94 0-81 15,-65-1-104-15,-3-6-93 16,1-1-85-16,-1-7-49 0,1-2-28 0,0-7-24 16,1-6-78-16,-2-2-217 0,-1-3-119 15,-7 9-368-15,0-14-723 0</inkml:trace>
  <inkml:trace contextRef="#ctx0" brushRef="#br0" timeOffset="88043.948">13447 10718 2659 0,'0'0'389'0,"0"0"-239"16,-20 66 32-16,18-34-30 0,-1 6-25 16,3 5 144-16,0 0 67 0,5 8-86 15,2-1-52-15,4 4-43 0,0 1-35 16,-3 2-42-16,1 0-35 0,-1-2-5 0,-3-2-22 16,-4-2-15-16,1-6 0 0,-2-4-1 15,0-7 0-15,0-6 1 0,-2-6 0 0,-1-7-1 16,2-4-2-16,-2-5-1 0,-1-2-23 15,-3-4-46-15,-1 0-34 0,-2-4-9 16,-4-7-7-16,2-5 3 0,-2-6-46 16,2-8-64-16,1-8-55 0,2-9-175 0,2 8-598 0,3-28-519 15</inkml:trace>
  <inkml:trace contextRef="#ctx0" brushRef="#br0" timeOffset="88306.958">14208 10653 3209 0,'0'0'524'0,"0"0"-187"0,0 0 33 0,0 0-141 15,-3 69-26-15,-6-38 87 0,-1 5-80 16,-3 6-74-16,3 5-32 0,0 7-23 16,0 1-23-16,4 1-10 0,3 1-24 15,3-1-14-15,0-5-10 0,6-5-3 16,7-5-30-16,2-10 15 0,3-3 3 0,1-10-3 0,4-7-13 15,0-6 4-15,3-5-30 0,-1-4-22 16,1-10-6-16,-2-7-30 0,-1-3-53 16,-6-6-42-16,-1 1-45 0,-6 3-113 15,-7-1-246-15,-1 11-531 0,-8-5-636 0</inkml:trace>
  <inkml:trace contextRef="#ctx0" brushRef="#br0" timeOffset="88462.211">14081 11106 3194 0,'0'0'521'0,"0"0"-285"16,0 0 43-16,0 0-21 16,0 0-85-16,0 0 8 0,84 48 21 0,-57-58-80 15,2-8-58-15,0-2-64 0,1-8-12 16,-3-2-162-16,-4 1-68 0,-1 1-88 0,-3 1-157 16,-5 3-247-16,-5 10-579 0,-4 6-123 0</inkml:trace>
  <inkml:trace contextRef="#ctx0" brushRef="#br0" timeOffset="88576.309">14382 11065 2077 0,'0'0'728'0,"0"0"-286"0,-3 85-111 0,3-45-69 16,3 2-35-16,0 1 13 0,2 1-51 16,0 1-72-16,-1-1-46 0,1-1-65 0,1-1-6 31,-1-1-182-31,1-3-187 0,-3-9-306 16,3 11-1335-16</inkml:trace>
  <inkml:trace contextRef="#ctx0" brushRef="#br0" timeOffset="92136.422">18752 12780 1289 0,'0'0'58'0,"0"0"167"0,0 0 766 0,0 0-608 16,0 0-72-16,-38-68-69 0,28 59-34 15,2 2-9-15,-1 5-1 0,-2 1-32 16,0 1-39-16,0 6-31 0,-3 9-4 16,0 4-30-16,0 9-16 0,2 4-9 15,1 3 15-15,1 6-9 0,3-2-12 0,2-6-21 0,4-2-10 16,1-6-33-16,0-6-7 0,1-5 3 15,2-5-15-15,3-7-19 0,1-2-9 16,3 0 27-16,3-8-21 0,0-4-1 16,0-6 32-16,2-2 2 0,-1-2 13 15,-2 4 0-15,0 0 25 0,-1 5-19 16,0 4 7 0,1 6 15-16,-2 1 25 0,0 2 40 15,3 10 4-15,-2 2 14 0,2 8 1 16,0 4-13-16,-2 3-25 0,0 5-6 0,-2 3-6 15,-1 4 9-15,-1 0-3 0,-1 5-6 16,-2 1-3-16,-1 2 48 0,-1 2 1 16,-2-2 9-16,0 0 20 0,-7-4-2 15,-2-1-22-15,-2-5-33 0,0-5-10 0,-3-3-18 16,2-5-21-16,-1-6 10 0,-1-6-13 0,2 0-19 16,-2-8-35-16,3 0-16 0,0-4 12 15,-1 0-39-15,-2-7-47 0,0-6-15 16,0-5-6-16,-3-7-29 0,0-6-45 15,3-6-108-15,1-3-219 0,6 8-472 0,1-19-468 0</inkml:trace>
  <inkml:trace contextRef="#ctx0" brushRef="#br0" timeOffset="92399.266">19147 12816 1406 0,'0'0'1463'0,"0"0"-1143"15,0 0-84-15,0 0 106 0,60 78 95 0,-47-41-49 16,-3 4-26-16,3 8-112 0,-3 2-85 16,3 4-50-16,-3 2-30 0,-1 2-18 15,-2 5-22-15,0-2-42 0,-2 4 0 16,-5 0-3-16,0-1-1 0,0 0-29 0,-5-2-34 16,-2-5-14-16,0-7-47 0,3-8 13 15,-1-11 11-15,2-11 19 0,1-9 2 0,-1-9-21 16,-3-3-46-16,0-12-75 0,0-8-175 15,-4-11-15-15,0-12-32 0,0-10-98 16,3 9-460-16,-6-38-16 0</inkml:trace>
  <inkml:trace contextRef="#ctx0" brushRef="#br0" timeOffset="92599.724">19155 12989 1436 0,'0'0'455'0,"0"0"-36"0,6-78-32 0,-3 56-8 15,3-1-50-15,2 1-24 0,3 1-47 0,3 2-79 16,3 1-39-16,5 1-22 0,1 5-50 0,2 0-9 15,0 4-19-15,1 4-12 0,-1 4 0 16,-1 0-10-16,-3 2-18 0,-4 6 16 16,-3 3-4-16,-5 4-11 15,-6 5-1-15,-3 5-43 0,-7 7-34 16,-8 5-72-16,-8 5-62 0,-4 5-53 0,-3 0-83 16,-4 2-217-16,11-13-457 0,-16 13-343 0</inkml:trace>
  <inkml:trace contextRef="#ctx0" brushRef="#br0" timeOffset="92785.274">19948 13472 3742 0,'0'0'515'15,"0"0"-329"-15,0 0 89 0,0 0-57 0,0 0-87 16,0 0-93-16,0 0-38 0,0 0-80 16,0 0-125-16,0 0-149 0,0 0-646 15,-50-23-2014-15</inkml:trace>
  <inkml:trace contextRef="#ctx0" brushRef="#br0" timeOffset="95991.503">20919 12844 1038 0,'0'0'39'0,"0"0"-39"0,0 0-248 0,0 0-19 16,0 0 81-16,0 0 46 0,0 0 6 15</inkml:trace>
  <inkml:trace contextRef="#ctx0" brushRef="#br0" timeOffset="103912.252">20344 12648 2644 0,'0'0'418'15,"0"0"-268"-15,0 0 51 0,0 0-20 0,0 0 14 0,0 0 50 16,0 0-6-16,-62 68-106 0,61-48-43 31,1 2-35-31,0 1 1 0,3 0-19 0,2 0 0 16,3-4 0-16,1-4-12 0,0-4-22 15,-1-2-3-15,0-6 0 0,0-1-25 0,1-2 13 16,0-2 10-16,2-4-17 0,-2-3-2 16,0-2-13-16,-2-3-19 0,1-2-24 15,0 2 9-15,-2-3-13 0,-2 1 1 16,-1 3 14-16,-3 2 26 0,0 1 2 16,0 4 23-16,0 0 15 0,-4 2 2 15,-4 0 0-15,0 2 1 0,-1 0 25 16,-1 2-6-16,1 0-22 0,-2 5-3 15,2 0-38-15,2 3 16 0,-1 1-9 0,3-1-30 0,2 0-52 16,2 1-22-16,1-3-58 0,0-1-104 16,1-1-258-16,5-1-565 0,3-3-162 0</inkml:trace>
  <inkml:trace contextRef="#ctx0" brushRef="#br0" timeOffset="104059.478">20599 12718 2413 0,'0'0'345'0,"0"0"-190"0,0 0 111 0,98 17 11 0,-66-15-14 15,-2-2-27-15,-2 0-78 0,-1-4-80 16,-3-4-41-16,0-5 3 0,0-4-40 16,-2-6-93-16,-2-1-127 0,-6-3-98 15,-2 4-223-15,-2-11-1003 0</inkml:trace>
  <inkml:trace contextRef="#ctx0" brushRef="#br0" timeOffset="104329.034">20743 12428 2338 0,'0'0'709'16,"0"0"-460"-16,0 0-119 0,-12 76 29 15,12-43 56-15,5 2 75 0,8 4-32 0,0 3-97 0,7 1-37 16,-1 4-38-16,3 3-31 0,-1 3-3 16,-2 1-24-16,0 4-13 0,-4-1 19 15,-1 1-22-15,-4-1 13 0,0-3 2 16,-4-4-8-16,-1-4 5 0,-2-4-21 15,-3-2 0-15,0-5 19 0,0-7-10 16,-3-4-10 0,-4-4 11-16,-4-6-13 0,-1-7-46 15,-3-1-30-15,-5-6-28 0,-2 0-31 0,-4-6 11 16,-5-6-36-16,-3-2-77 0,-2-6-165 16,-2-3-185-16,9 2-644 0,-10-15-616 0</inkml:trace>
  <inkml:trace contextRef="#ctx0" brushRef="#br0" timeOffset="109409.816">21852 12597 1626 0,'0'0'0'15,"0"0"665"-15,0 0-306 0,0 0-60 0,0 0 28 16,0 0-22-16,-65 79-84 0,61-47-83 16,4 5-37-16,0 3-19 0,9 0-7 0,6 0 12 0,2-4-56 15,2-4-3-15,1-7 3 0,0-7-28 16,-4-7 22-16,3-7-24 0,-3-4-1 15,0 0-19-15,0-13 16 0,-1-4-87 16,1-7-72-16,-3-2-36 0,-3-4-7 16,-4-4-3-16,-1 3-12 0,-2-1-36 15,-3 4 44 1,0 2 26-16,-5 5 73 0,-4 5 6 16,-2 2 84-16,-4 6 23 0,-1-3 63 0,-1 4 69 15,0 0-51-15,1 0 48 0,2-1-42 16,2 1 38-16,3 1-23 0,4 0-31 15,0 3 2-15,1 0 13 0,3 2 6 16,-1-1-12-16,2 0-23 0,0 1-13 16,0 1-3-16,0 0-6 0,0 0-10 0,3 0 4 0,1 0-10 15,-2 0-4-15,1 0-4 0,1-2-9 16,0 1-2-16,-1-2 3 0,2 2-1 16,-1-1 0-16,2 1-2 0,-4 0-12 15,1 1-17-15,-1-2-8 0,-1 2-8 16,1 0-8-16,-1 0-14 0,1 0 4 15,-1 0 9-15,-1 0 3 16,0 0 9-16,2 0 4 0,-2-1 9 16,0 1 14-16,0 0 13 0,0 0 0 0,0-2-17 15,0 2 0-15,0-1 6 0,0 1 11 16,0-1-11-16,0 1 10 16,0 0-10-16,0 0 10 0,0 0-19 0,0 0-23 15,0 0 19-15,0 0 23 16,0 0-19-16,0 0 19 0,0 0 3 0,0 0 9 0,0 0 42 15,0 0 7-15,0 0 3 0,0 0-13 16,0 0-10-16,0 0-16 0,0 0-3 16,0 0-17-16,0 0-2 0,0 0-11 15,0 0-24-15,0 0-4 0,0 0-9 16,0 0-15-16,0 0 21 0,0 0-3 16,0 0 32-16,1 0 13 15,1 0 1-15,-2 0 12 0,0 1 42 16,0-1-33-16,0 0-19 0,0 0 13 15,1 0 3-15,-1 0-6 0,1 0-13 16,-1 0 0-16,0 0-13 0,0 0 1 0,0 0 8 16,0 0-15-16,0 0-22 0,0 0 39 15,0 0 2-15,2 0-3 16,-1 1 3-16,-1 1 13 0,0-2-10 0,0 0 36 0,2 1-4 16,-1-1-6-16,-1 2-4 0,0-2-9 0,3 0 10 15,-3 0-7-15,0 0 3 0,0 0 16 16,0 1 0-16,0-1 10 0,0 1-10 15,0-1 0-15,0 0 7 0,0 2-11 16,0-1 4-16,0 1 13 0,0 2 3 16,0 1 18-16,1 1-15 0,1 1-4 0,2 3-6 0,2 1 10 15,1 0 12-15,7 3-16 0,0 5-9 16,4 1 21-16,3 5-34 0,3 4-3 16,2 4-12-16,1 4-13 0,2 1-2 15,0-2 17-15,-2-4-4 0,-1-7-14 16,0-6 0-16,-3-7 1 0,-1-4-1 15,-3-3-18-15,-1-4-6 16,-1-1-23-16,-5 0-43 0,-2-7-47 16,-1 1-97-16,-3-3-50 0,-4-1-130 15,-2 3-378-15,0-9-987 0</inkml:trace>
  <inkml:trace contextRef="#ctx0" brushRef="#br0" timeOffset="109872.239">22252 12648 1346 0,'0'0'179'0,"0"0"-124"0,0 0 296 16,0 0 64-16,0 0-124 0,0 0-91 15,0 0-62-15,0 0-71 0,0 0-25 0,0 0-25 16,0 0-17-16,-7-42-61 0,7 42-80 16,0 0-55-16,0 0-40 0,-3 0 6 15,3 4-26-15,-3 1-13 0,1 2-31 16,-1-2-87-16,-2 7-151 0</inkml:trace>
  <inkml:trace contextRef="#ctx0" brushRef="#br0" timeOffset="110326.578">22032 12677 1444 0,'0'0'351'0,"0"0"-169"16,0 0 68-16,0 0 57 0,-77-44-7 16,60 36-18-16,1 5-81 0,-1-1-70 15,4 2-23-15,0 2 6 0,3 0 18 16,3 0-16-16,-1 6-28 0,-1 5-24 16,1 4-23-16,3 8 5 0,2 2-5 15,3 9 6-15,0 2-7 0,8 6 35 0,7 0 2 16,4-1-6-16,3 1-31 0,4-6 7 15,2-3-16-15,-2-9-29 0,1-7 1 16,-2-10 0-16,1-5-1 0,-1-5-2 16,0-11 12-16,0-7 10 0,-1-4-22 0,-1-8-16 15,-1-3-55-15,-5-3 10 0,-3-3 2 16,-1 0 9-16,-5 1-6 0,-1 3 22 0,-4 4-6 16,-3 8 38-16,0 2-14 0,-9 6 16 15,-2 3 19-15,-7 3-17 0,-3 0-2 16,-5 3-2-16,-3 2-14 0,-1 2 15 15,-1 5-17-15,1 0 18 0,3 8 22 16,2 9-19-16,6 5 31 0,2 6-31 0,4 1 37 16,3 2-21-1,6-1-4-15,2-1-15 0,2-4 0 16,0-3-46-16,6-3-125 0,6-3-144 16,-1-9-220-16,3-7-557 0,-2 0-99 15</inkml:trace>
  <inkml:trace contextRef="#ctx0" brushRef="#br0" timeOffset="110595.534">22314 12521 1653 0,'0'0'409'15,"0"0"-263"-15,0 0 129 0,41 79 144 16,-31-48 16-16,-3 4-54 0,0 3-89 16,-3 2-103-16,-2-1-49 0,-1-1-75 15,2-3-37-15,0-4-3 0,-1-7-7 0,1-6-2 16,0-6-15-16,-2-1-1 0,0-10-16 0,1-1-2 0,0 0 16 15,1-10 2-15,2-8 73 0,-1-4-24 16,3-7-27-16,-1-6-8 0,0-5-13 16,2 0-2-1,0-3-15-15,1 4 3 0,5 3-30 16,0 4-19-16,3 4-21 0,2 5-10 16,4 4-72-16,0 2-93 0,3 6-102 0,1 2-241 15,-5 3 86-15,7 1-1025 0</inkml:trace>
  <inkml:trace contextRef="#ctx0" brushRef="#br0" timeOffset="110996.832">22895 12603 2880 0,'0'0'365'0,"0"0"-190"0,0 0 117 16,0 0-12-16,0 0-14 0,0 0 41 15,0 0-162-15,-87 12-93 0,73 12-21 16,3 6 27-16,-1 8 0 0,7 4 3 15,2 2 25-15,1 2 33 0,2-4-34 16,3-8-54-16,4-6-31 0,5-7 0 16,1-13-25-1,2-2-17-15,4-6-19 0,1-12-15 0,3-9-62 16,-1-10-6-16,3-9-50 0,-2-6-72 16,0-4-31-16,-1-3-42 0,-2-4 53 15,0-2-42-15,-4-4 19 0,-1-5 71 16,-4-2 70-16,-3 1 122 0,-2-1 46 0,-5 4 36 15,-1 10 26-15,0 9 167 0,0 13 25 16,0 14 108-16,0 8 19 0,0 12-38 0,0 6-49 16,0 13-24-16,-1 11-76 0,-3 9-80 0,-1 11-13 15,0 6 63-15,0 4 13 16,2 4-37-16,0-3-61 0,3 0-58 0,0-2-21 16,5-7-45-16,3-3-116 0,1-10-53 15,5-6-21-15,-2-10-11 0,5-8-82 16,-1-6-223-16,-4-4-529 0,4-5-347 0</inkml:trace>
  <inkml:trace contextRef="#ctx0" brushRef="#br0" timeOffset="111260.079">23363 12747 1767 0,'0'0'1099'0,"0"0"-763"15,0 0 27-15,0 0 0 0,0 0-28 16,70 72-65-16,-59-71-131 0,1-1-90 16,1-12 6-1,0-6-21-15,0-6-34 0,0-7-126 16,-2-2-81-16,-4-3-35 0,-4 4 10 15,-3 4 56-15,0 5 0 0,-6 6 62 16,-8 4 66-16,-3 6 26 0,-6 7 22 0,-2 0 73 16,-1 12-13-16,5 12 92 0,1 5-33 15,2 7 26-15,7 7 3 0,3 0-11 16,3-1 33-16,2-1-3 0,3-5-19 0,0-5-69 16,0-6-79-16,4-9-6 0,3-7-110 0,1-8-1 15,4-4 9-15,2-16 64 0,6-7-70 16,0-10-98-16,6-10-99 0,1-1-234 15,3-1-469-15,-7 11 186 0,16-16-309 0</inkml:trace>
  <inkml:trace contextRef="#ctx0" brushRef="#br0" timeOffset="111444.8">23784 12465 1108 0,'0'0'668'0,"0"0"-62"0,0 0-80 16,88 47-168-16,-71-19-53 0,-3 4-8 16,-4 4-73-16,-5 2-43 0,-3 0 2 15,-2 4 5-15,-3-4-37 0,-3-3-16 16,0-7 15-16,1-8-41 0,2-9-45 15,1-4-21-15,2-4 12 0,0-3-10 16,0-4-14-16,2-8-22 0,5-3-9 0,2-6-2 0,4-4 2 16,0-2-13-16,4-1-14 0,2-1-55 15,2 0-58-15,5-1-83 0,4 0-112 16,-7 5-309-16,15-13-661 0</inkml:trace>
  <inkml:trace contextRef="#ctx0" brushRef="#br0" timeOffset="111682.689">24770 12262 3350 0,'0'0'1184'0,"-1"102"-1061"0,1-48 62 0,0 17 169 16,6 12-19-16,3 10-30 0,2 6-54 15,4 5-130-15,3 4-103 0,3 3-18 16,-2 0-21-16,3-6-40 0,-2-5-65 15,-3-14-50-15,3-17 77 0,-3-19 47 0,-3-18 16 16,-1-13-55-16,-2-14-42 0,-2-7-32 16,-3-17 22-16,-2-15-62 0,-1-15-185 15,-3-14-172-15,-6 9-460 0,-9-43-440 16</inkml:trace>
  <inkml:trace contextRef="#ctx0" brushRef="#br0" timeOffset="111860.698">24828 12402 1121 0,'0'0'1085'0,"0"0"-44"0,0 0-866 15,44-78-22-15,-25 60 74 0,1 3-32 16,0 2-22-16,4 4-42 0,2 4-63 16,-1 3-15-16,0 2-22 0,-3 6-13 15,-1 5-15-15,-4 4 37 0,-5 7 7 16,-5 3-19-16,-4 10-19 0,-3 3-9 0,-6 6-34 16,-11 6 31-16,-8 4-59 0,-5 3 0 15,-3 0 0-15,-2-3-15 0,-1-6-45 16,4-6-120-16,10-14-254 0,-4 2-870 0</inkml:trace>
  <inkml:trace contextRef="#ctx0" brushRef="#br0" timeOffset="112029.976">26098 12719 3041 0,'0'0'1770'0,"0"0"-1513"0,0 0-31 16,0 0 138-16,0 0-98 15,0 0-31-15,0 0-108 0,0 0-118 16,0 0-9-16,-86 31-106 0,66-28-114 16,0 0-67-16,1 0-122 0,4 0-694 15,-16 3-1360-15</inkml:trace>
  <inkml:trace contextRef="#ctx0" brushRef="#br0" timeOffset="118746.319">27956 12497 2035 0,'0'0'111'0,"0"0"705"0,0 0-400 16,-87 6-131-16,56 5 46 16,4 3-24-16,0 4-66 0,-1 4-44 0,6 3-43 15,-1 4-23-15,3 2-18 0,6 7-21 16,3 1-31-16,5-1-19 0,4 2-20 16,2-2-22-16,2-2-13 0,5-6-8 0,3-3-49 15,3-7-94-15,3-7-29 0,1-6 21 0,6-3-28 16,4-4-148-16,-6-4-336 0,14-11-693 0</inkml:trace>
  <inkml:trace contextRef="#ctx0" brushRef="#br0" timeOffset="119061.975">28125 12739 1251 0,'0'0'452'16,"0"0"861"-16,0 0-1016 0,-10 67-18 15,-3-33 178-15,-3 9 23 0,-1 2-99 16,0-1-78-16,2-4-87 0,4-9-92 15,6-10-97-15,4-10-27 0,1-6-51 16,3-4-25-16,7-1-15 0,4-3 21 0,4-9-52 16,2-7-43-16,4-3-68 0,-2-6-56 0,0 3-69 15,-4-2 12-15,-3 2 109 0,-3 5 37 16,-3 2-2-16,-1 5 52 0,-4 2 108 16,-1 9 42-16,-2 2 88 0,1 2 88 15,2 9 88-15,0 6 49 0,0 3-48 16,-1 7-28-16,3 1-29 0,-1 2 14 15,1-2 45-15,0-3-78 16,-1-5-88-16,1-6-101 0,-2-3-22 16,2-6-106-16,1-5-46 0,0 0-19 15,0-7-75-15,-1-5-216 0,0-1-657 16,-1-13-976-16</inkml:trace>
  <inkml:trace contextRef="#ctx0" brushRef="#br0" timeOffset="119364.702">28485 12835 2463 0,'0'0'688'0,"0"0"-423"16,-1 70 121-16,-6-41 181 0,-2 3-34 0,2-2-185 15,0-4-150-15,2-7-162 0,2-3-36 16,3-7-54-16,0-4-50 0,0-4-18 16,5-1-27-16,3-6 14 0,7-8 28 0,2-5-16 15,2-5-43-15,1-2-51 0,0-1-23 16,-3 4 47-16,-1 5 115 0,-1 4 46 0,-4 7 4 15,0 4 28-15,-2 3 60 0,-1 0 106 16,0 9 48-16,0 2 1 0,1 3-30 16,-3 4-49-16,0 0-23 0,-1 4 1 15,-1-2-13 1,-1-2-13-16,-2 0-36 0,3-3-41 16,-4-3-11-16,2 0-39 0,-1-3-93 0,1-2-73 15,1 1-16-15,0-2-77 0,-2-3-244 16,3 1-870-16</inkml:trace>
  <inkml:trace contextRef="#ctx0" brushRef="#br0" timeOffset="120750.083">28153 12209 661 0,'0'0'1109'0,"0"0"-882"0,0 0-55 0,-3-66 455 16,3 51-185-16,0 1-152 0,0 3-59 16,0 3-20-16,0 3-13 0,3 2-18 15,-3 1-19-15,1 2-47 0,0 0-30 0,2 2-11 16,4 5 1-16,1 3 21 0,0 7 40 0,0 3-26 16,1 5-51-16,-3 6-18 0,-1 0-16 15,1 3-22-15,-5 0 1 0,0 4 0 16,-1 4-3-16,0 5-1 0,0 8-11 15,-5 7-12-15,-3 7-49 0,-3 3-19 16,-1 3-15 0,1-3 31-16,-1-7 8 0,7-10-24 0,-1-12 40 15,3-16 31-15,3-10-13 0,0-8-12 16,0-7-22-16,3-2 3 0,3-1 15 16,2-11 29-16,5-3 2 0,-1-7 7 15,2-3 12-15,-2-3 0 0,-1 1 3 16,1 2 12-16,-4 3 4 0,1 5-7 15,1 4 19-15,-3 7 19 0,-1 1-23 0,-2 5-14 16,2 4 18-16,0 4 27 0,-1 5-9 16,-2 4 10-16,0 2-19 0,0 3-16 0,-1 0-2 15,-1 0-19-15,1 1-3 0,1 1-1 16,0-4 1-16,0-1-22 0,0-5 20 16,2-3-50-16,2-4-49 0,0-4-13 0,5-3-72 31,2 0-54-31,6-5-128 0,1-7-121 15,-3 2-256-15,13-13-565 0</inkml:trace>
  <inkml:trace contextRef="#ctx0" brushRef="#br0" timeOffset="121282.025">28834 12808 1596 0,'0'0'808'16,"0"0"-479"-16,0 0-85 0,0 0 156 0,0 0 46 0,0 0-88 15,0 0-137-15,0 0-88 0,-76 53-28 16,48-25 0-16,-2 7-1 0,-2 1-21 15,4 1-1-15,3-1-14 0,8-8-17 16,2-5-27-16,5-8-24 0,7-6-15 0,2-5-13 16,1-4-21-16,1 0-27 0,7-7-34 15,5-2 33-15,7-7 34 0,1-3-19 0,1-3-8 16,3-2 8-16,-2 5-3 0,-1 1 31 16,-3 4 12-16,0 3 10 0,-4 5 11 15,0 4 1-15,-4 2 1 0,-2 0 73 16,-1 8 19-16,-3 0 15 0,1 5-7 15,-3 3-36-15,0 1 8 0,-1-1 16 16,2 1-4-16,-4-3-30 16,1-2-37-16,0-2-18 0,1-3-15 15,-1-4-28-15,2-2-21 0,0-1-18 16,0 0-59-16,5 0-22 0,1-6 18 16,6-2-3-16,2-3-51 0,2-2-21 15,3-3-29-15,0 2-71 0,0-2-5 16,1 3-51-16,0-1-67 0,-1 2-37 15,-2 1-8-15,-3 4 12 0,-2 2 242 0,-2 4 234 0,-2 1 52 16,-3 0 85-16,-2 1 22 0,0 5-2 16,-3 2-1-16,-1 1 69 0,-1-1 77 15,-1 4-26-15,0-2-26 0,0-2-43 16,0-2-14-16,2-2-19 0,-2-2-36 0,0-2-42 16,0 0-25-16,1 0-41 0,1 0-30 15,-2 0-25 1,0 0 12-16,0 0 11 0,0-5-27 15,0 4-16-15,0-4-32 0,0 2-44 16,0-2-21-16,0-1-39 0,-3 0-48 0,0-1-108 16,1 0-235-16,-4-2-181 0,20 63 74 0</inkml:trace>
  <inkml:trace contextRef="#ctx0" brushRef="#br0" timeOffset="121936.491">29372 12853 2221 0,'0'0'646'0,"0"0"-316"0,0 0-24 0,0 0 41 16,0 0-48-16,0 0-41 0,-94 48-48 16,74-21-47-16,1 4-46 0,2 4-22 15,3-1-16-15,2 2 4 0,5-6-22 16,1-4-31-16,4-7-30 0,2-6-16 0,2-7-45 31,9-5 9-31,3-1 3 0,6-5-33 0,5-6 30 16,3-2-9-16,2-2 5 0,2 3 13 15,-1 6 3-15,4 6 6 0,-2 2-6 16,3 15 40-16,1 8 4 0,-6 8 66 0,0 4-51 16,-9 3 5-16,-4 4-2 0,-10 1 24 15,-3 2 24-15,-5 2-5 0,0 4-35 16,-9-1 1-16,-8 4 36 0,-4-1 27 16,-6-2 1-16,-5-3 8 0,-5-4 40 0,0-8-64 15,-2-7-40-15,0-8-12 0,2-8-25 16,2-9 10-16,5-5-9 0,3-2-3 15,4-11-15-15,6-10-70 0,5-7-42 16,2-14-31-16,5-10-3 0,5-9 5 0,0-5-22 16,13-3-46-16,6 4-52 0,9 9-40 15,6 4-81 1,6 6-54-16,-9 12-280 0,17-13-770 0</inkml:trace>
  <inkml:trace contextRef="#ctx0" brushRef="#br0" timeOffset="122420.79">30463 12171 2141 0,'0'0'1483'0,"0"0"-1199"0,0 0-126 0,18 95 162 16,-16-43 72-16,-2 7-27 0,0 7-119 15,-5 5-100-15,-3 2-40 0,-1 0 3 16,-2-3 6-16,-4-7-58 0,2-4-57 16,1-8-15-16,0-6-52 0,2-6-32 15,1-11 20-15,5-7 12 16,2-10-14-16,2-4-47 0,0-7-24 15,3 0 15-15,6-4 69 0,2-5 66 16,6-5-9-16,2-1-4 0,3-1-6 16,2 3 5-16,1 1 14 0,1 2-10 15,1 8 0-15,-2 1 12 0,-1 1 19 16,-3 1 24-16,-3 6 43 0,-6 3-4 0,-4 0 9 16,-5 4-2-16,-3 0-23 0,0 3-8 0,-10-1-6 15,-3 3-10-15,-7-1-9 0,-2-3-14 16,-2 1 2-16,-2-4-21 0,2-5-16 15,2-2-84-15,5-5-28 0,1 0-39 16,6-5-19-16,5-9-99 0,5-7-138 16,0-6-176-16,8 4-456 0,15-18-375 0</inkml:trace>
  <inkml:trace contextRef="#ctx0" brushRef="#br0" timeOffset="122736.514">30983 12762 718 0,'0'0'2005'0,"0"0"-1447"0,0 0-117 0,0 0 40 15,0 0 8-15,0 0-81 0,0 0-101 16,-41 81-79-16,26-62-41 0,2 1-48 16,1-4-42-16,4 0-55 0,3-2-42 15,4-1-1-15,1-2-35 0,0-3 6 16,6 0-10-16,4-4-11 0,3 1-21 16,-2-4-43-16,6-1 21 0,1 0 3 15,0-4-9-15,2-2 15 0,-3-3 21 0,0 0 28 16,-3 0 8-16,-1 0 28 0,-3 2 15 15,0 4-15-15,-1 0 0 0,0 3 28 0,-4 3 69 16,3 3 28-16,-1 3-10 0,1 2-12 16,-3 1-10-16,1 0-29 0,-3-1-25 0,-1-3-22 15,3-2-17-15,0-1-27 0,3-5-27 16,0 0-76-16,3-5-55 0,3-8-18 16,0-5-65-16,6-5-381 0,-4 4-919 15,4-12-1112-15</inkml:trace>
  <inkml:trace contextRef="#ctx0" brushRef="#br0" timeOffset="122999.076">31468 12609 3343 0,'0'0'730'0,"0"0"-577"0,0 0 64 0,-25 66 199 16,10-39-16-16,-1 1-38 16,1-1-108-16,4-4-94 0,3-4-73 15,6-4-48-15,2-7-39 0,0-2-29 16,8-2-22-16,3-4 6 0,5 0-34 15,4-4-14-15,0-8 2 0,3 0 15 0,0-1-2 16,-2 0 23-16,-1 3 1 0,-2 3 17 16,-2 2 25-16,-1 5 12 0,-4 0 2 0,-3 1 19 15,-3 7 58 1,-1 2 0-16,-2 0-25 16,-2 2-11-16,0 0-19 0,-2 0-24 15,-4-1-49-15,-3-3-41 0,1 2-47 0,0-7-54 16,-2 2-74-16,0-5-190 0,-1 0-294 15,3-2-691-15,-5-7-651 0</inkml:trace>
  <inkml:trace contextRef="#ctx0" brushRef="#br0" timeOffset="123153.201">31530 12387 3127 0,'0'0'789'0,"0"0"-578"0,0 0-77 0,0 0 62 16,0 0 60-16,0 0-57 0,0 0-120 15,0 0-79-15,76-40-55 0,-59 39-105 0,0-1-120 0,3 2-143 16,-4-3-339-16,9 3-1115 0</inkml:trace>
  <inkml:trace contextRef="#ctx0" brushRef="#br0" timeOffset="123415.576">31956 12502 2598 0,'0'0'700'0,"0"0"-515"0,0 0 27 0,0 0 207 0,-57 72 3 15,40-55-90-15,4 1-130 0,3-3-113 16,4-2-50-16,6-3-23 0,0 0-16 16,5-2-25-16,8-1 25 0,1 0 1 15,5 0-1-15,-1 0 2 0,3-1 8 0,0 1 3 16,1 1-10-16,0 3 15 0,2 1 12 16,1 5 74-16,-3 0 148 0,-3 2-116 0,-1 0-55 15,-4 0-32-15,0 4 2 0,-2-4-24 16,-2 0-12-16,-1 0-12 0,-5-3-1 15,-3-3-2-15,1-2-11 0,-2-4-43 16,0-2-49-16,-3-1-30 0,-1-4-49 0,-1 0-64 16,-2-6-145-16,4 0-594 0,1-10-658 0</inkml:trace>
  <inkml:trace contextRef="#ctx0" brushRef="#br0" timeOffset="123546.891">32521 12804 2741 0,'0'0'1891'0,"0"0"-1612"0,0 0-117 15,0 0 164-15,0 0 8 0,0 0 49 16,0 0-145-16,0 0-238 0,0 0-30 16,0 0-115-16,0-69-78 0,-26 62-106 0,4 4-371 15,-15-1-1319-15</inkml:trace>
  <inkml:trace contextRef="#ctx0" brushRef="#br0" timeOffset="124972.542">30889 14233 1772 0,'0'0'78'0,"0"0"282"0,0 0-250 15,0 0 30-15,0 0 208 0,0 0-11 16,0 0-25-16,0 0 14 0,90 81-30 16,-73-64-71-16,2 1-49 0,-1 2-37 0,-2 0-28 15,1-1-3-15,-3 0 8 0,-2-2 13 0,-2 0-35 16,-2-1-9-16,-1 0-30 0,0-3-21 15,-3-1-4-15,1-5-6 0,-2 0-6 16,0-6-5-16,2-1-13 0,8-4 1 16,5-11 2-16,13-10 63 0,14-13-2 15,15-14-21 1,15-8-19-16,18-10-21 0,13-2 0 0,8-3-3 16,7 3-12-16,0 3-91 0,2 3-79 15,-5 4-4-15,-4 3-56 0,-9 4-207 16,-27 16-603-16,18-12-895 0</inkml:trace>
  <inkml:trace contextRef="#ctx0" brushRef="#br0" timeOffset="125677.096">27188 14007 1683 0,'0'0'721'0,"0"0"-383"0,0 0-109 0,0 0 148 15,0 0 57-15,113 12-38 0,-53-12-58 0,15 0-106 16,14-5-61-16,17-7-70 0,15-4-24 16,16-2 8-1,14-4-29-15,15-2-56 0,12-2-15 0,13 2 14 16,9 3 0-16,11 3 1 0,3 3 14 16,5 0-14-16,3 2-25 0,4 1 14 0,-2 0 11 15,-4 5 0-15,-11 1 0 16,-10 2-6-16,-19 4-36 0,-16 0-44 0,-21 2 40 15,-19 5 22-15,-19 1 24 16,-21 1-40-16,-13 1-39 16,-21 2-23-16,-10 0 38 0,-12 0-16 0,-14-1-25 15,-9-4-22-15,-5 1-97 0,-11 0-166 16,-3-5-251-16,-20 1-834 0</inkml:trace>
  <inkml:trace contextRef="#ctx0" brushRef="#br0" timeOffset="125828.384">31595 13574 4404 0,'0'0'1175'0,"0"0"-984"0,0 0-191 0,0 0-33 16,0 0-82-16,0 0-19 0,0 0-27 16,-87-40-137-1,50 33-414-15,-32-2-1358 0</inkml:trace>
  <inkml:trace contextRef="#ctx0" brushRef="#br0" timeOffset="128095.29">3950 16065 2050 0,'0'0'328'16,"0"0"133"-16,0 0-214 0,0 0 15 15,0 0 17-15,0 0-4 0,0 0-14 0,0 0-56 16,0 0-72-16,-58 34-37 0,54-10-13 15,4 5 18-15,6 6 1 0,6 8-17 16,6 1-14-16,6 3-35 0,4-2-34 16,0-5-2-16,3-9-11 0,-1-6-19 15,0-8 5-15,-1-12 1 0,0-5-4 16,0-3-12-16,-2-10 10 0,2-9-19 0,-3-7-46 0,-2-7-32 16,-2-5-36-16,-3-6-39 0,-6-3 21 15,-5-2 8-15,2 1 31 0,-7 2 44 16,0 1 12-16,-3 3 85 0,0 5-8 15,-4 6 9-15,-6 8 25 0,-2 7 73 16,-3 5 16-16,-1 8 9 0,-5 5-17 16,1 1-30-1,-1 2-74-15,1 11 11 0,1 4-10 0,0 7-3 16,7 5-28-16,1 1 15 0,5 1-5 16,3 0-21-16,2-1-49 0,1-3-126 15,1 1-170-15,2-7-315 0,6 7-732 0</inkml:trace>
  <inkml:trace contextRef="#ctx0" brushRef="#br0" timeOffset="128249.048">4528 16117 2898 0,'0'0'597'0,"0"0"-394"0,93 7 124 16,-58-2 54-16,-2 0-91 0,-7-2-102 16,-3 0-87-16,0-3-68 0,-4 0-32 15,-1 0-1-15,-1-7-27 0,-3-1-117 16,-1-4-105-1,-2-2-139-15,-4 2-320 0,-1-12-922 0</inkml:trace>
  <inkml:trace contextRef="#ctx0" brushRef="#br0" timeOffset="128434.051">4649 15902 388 0,'0'0'2635'16,"0"0"-2255"-16,-5 100-281 0,5-54 144 15,2 10 207-15,2 1-41 0,2 0-135 16,1-1-121-16,3-3-104 0,0-6-49 0,2-10-31 16,1-11-67-16,-2-12 3 0,4-10-31 15,1-7-86-15,1-13-43 0,0-10-105 16,2-9-197-16,-6 4-498 0,3-28-596 0</inkml:trace>
  <inkml:trace contextRef="#ctx0" brushRef="#br0" timeOffset="128982.967">4910 15483 3059 0,'0'0'542'0,"0"0"-501"0,0 0 111 31,0 0 153-31,12 104 28 0,-6-48-52 0,0 9-39 16,0 7-43-16,2 6-50 0,0 2-70 16,-1 3-49-16,3-2-30 0,3-4-2 15,0-7-43-15,3-13-68 0,-2-11 7 0,-1-15 29 16,0-12 25-16,0-11-9 15,-1-7-68-15,-1-1 0 0,0-5 9 0,1-5 46 16,0-3 12-16,-1-4-18 0,-2 0-1 0,0 1 0 16,-1 3 47-16,-2 1 21 0,1 4 12 15,-2 6 1-15,-1 2 78 0,4 0 37 16,0 6 18-16,0 3 6 0,4 5 0 16,-1 3-35-16,0 2-9 0,1-1-15 15,0-1-10-15,-2-3-18 0,3-3-37 16,-3-5-15-16,2-5-27 15,-1-1-4-15,2-5 1 0,0-5 14 16,0-6 13-16,1-2-33 0,-3-1-7 16,-1-1 0-16,0 1-3 0,-2 0-6 15,0 2 6-15,-1 3 9 0,-3 3 25 16,2 4 9-16,-2 2-25 0,-2 3 18 0,-1-1 10 16,-1 3 55-16,0 0 28 0,0 0 9 15,-1 0-16-15,-5 0-30 0,-4 0-31 0,1 0 10 16,-4 3 15-16,2 3-39 0,-2-1-1 15,1 3 2-15,4 4 10 0,2 1 9 16,0 1 0-16,4 4-8 0,1 0-13 0,1-2 0 16,0-1-12-16,0-2-3 0,0-6-9 15,3-1 6-15,0-1-13 0,0-4-18 16,1-1-24-16,2 0-34 0,4-3-28 0,0-3-7 31,3-3-19-31,3-4-109 0,-2-3-227 0,-1 4-271 16,3-8-847-16</inkml:trace>
  <inkml:trace contextRef="#ctx0" brushRef="#br0" timeOffset="129351.674">5601 16199 2546 0,'0'0'524'0,"0"0"-393"0,0 0 60 0,0 0 212 16,0 0 36-16,59 82-73 0,-47-61-56 16,-1-2-105-16,1-4-65 0,-2 0-42 15,0-4-53-15,0-2-27 0,-3-3-17 16,2 0-1-16,0-3-24 0,-4-2-9 0,3-1-101 15,-1 0-12-15,0-7 14 0,2-3 43 16,-1-4 6-16,1-3-15 0,0-1-22 16,-4-1-16-16,1 1 12 0,0 1 39 15,0 4 45-15,1 1 9 0,-1 1 15 16,0 6 1-16,-1 1-17 0,1 3 32 16,1 1 72-16,-1 1 18 0,-2 8 13 15,1 2-22-15,-1 2-10 0,-1 3-16 16,0-1-2-1,-1 3 12-15,0-2-7 0,-2-2-18 16,3-4 0-16,-2-3 3 0,-1-6-6 0,2-1-4 16,1 0-8-16,0-8-4 0,2-3-2 15,4-6 14-15,1-3-14 0,3-5-7 16,1-1-12-16,1 2-67 0,2 1-47 0,-1 4-8 16,1 0-26-16,2 2-41 0,1 3-134 15,0 3-309-15,-7 2-545 0,5-2-520 0</inkml:trace>
  <inkml:trace contextRef="#ctx0" brushRef="#br0" timeOffset="130331.844">6454 16059 3617 0,'0'0'457'15,"0"0"-438"-15,0 0 12 0,0 0 128 16,0 0 138-16,0 0 60 0,57 77-101 15,-47-41-113-15,-3 1-67 0,0-1-30 16,1-8-27-16,-2-5-19 0,2-11-30 16,-1-5-16-16,6-7-15 0,0-2-54 15,4-9 17-15,2-10 28 0,2-5-16 0,1-6-51 0,-4-4-11 16,-1 1-12-16,-3 5 30 0,-1 4 43 16,-3 7 65-16,-1 4-3 0,2 8 13 15,-3 4 12-15,0 3 50 0,0 6 89 0,0 9 34 16,1 3-22-16,-1 2-37 0,1 0-26 15,0-2 16-15,-2-2 6 0,0-5 9 16,1-6 2-16,-3 0-20 0,2-5-41 0,-1 0-17 16,0-5-1-16,4-5-9 0,0-6-11 15,-1-3-22-15,1-5-22 0,1-1-62 0,-1-4-4 16,3 1-25-16,0 0-11 0,2 3-26 16,2 2-2-16,2 2 2 0,0 7 33 15,-2 6 49-15,0 3 10 0,-1 5 58 16,-3 2 18-1,0 7 108-15,-3 5 0 0,-3 3 3 16,-1 3-7-16,-2 4-21 0,-4 1-25 16,0 2 0-16,0 0-15 0,-5 0-25 0,0-1-15 15,-2-2-21-15,1-5-21 0,0-3-58 16,-1-3-100-16,2-5-41 0,0-6-62 16,-1-2-239-16,0-4-684 0,-5-19-890 0</inkml:trace>
  <inkml:trace contextRef="#ctx0" brushRef="#br0" timeOffset="130474.731">7002 15693 3577 0,'0'0'501'0,"0"0"-476"15,0 0 147-15,0 0 32 0,0 0-25 16,0 0-16 0,0 0-77-16,0 0-86 0,87-25-25 0,-70 23-126 15,0 2-133-15,2 0-121 0,-5 0-239 0,12 4-894 16</inkml:trace>
  <inkml:trace contextRef="#ctx0" brushRef="#br0" timeOffset="130732.617">7443 15787 3011 0,'0'0'628'0,"0"0"-455"0,0 68 35 0,-3-40 207 0,-4 1 7 16,1 1-64-16,-1-6-118 0,3-6-125 16,1-4-66-16,1-4-22 0,2-5-27 15,2-2-18-15,5-2-25 0,5-1-5 16,6 0-7-16,2 0 7 0,2-1 11 15,4 0-2-15,0 1-16 0,1 0 55 16,-2 1 1 0,-5 6 17-16,-1 4 3 0,-5 3 10 15,-1 1 8-15,-4 5-5 0,-3 2-7 16,-5-2-9-16,-1 1-18 0,0-2-47 16,-4-5-26-16,-4-3-40 0,3-6-18 15,0-5-40-15,1-2-120 0,1-10-331 0,3-4-358 16,0 0-287-16,2-10-215 0</inkml:trace>
  <inkml:trace contextRef="#ctx0" brushRef="#br0" timeOffset="131001.961">7796 16035 143 0,'0'0'2856'16,"0"0"-2130"-16,0 0-307 0,0 0 12 15,82 36-47-15,-64-30-85 0,-3-2-46 16,0-4-96-16,4 0-69 0,-1-6-37 16,0-10-51-16,2-6-18 0,-3-4-82 15,3-5-33-15,-4-2 18 0,-4 1-43 0,-5 5-10 0,0 6 52 16,-7 6 64-16,0 5-18 0,-10 6 27 15,-5 4 43-15,-2 8 70 0,-4 10 37 16,0 8-46-16,0 5 10 0,2 6 11 16,6 1 21-16,3-1-2 0,3-2-16 0,6-2-25 15,1-4 16-15,0-4-34 0,2-4-27 16,8-6-15 0,2-4-2-16,4-1-16 0,4-5-24 15,3-1-19-15,4-2-15 0,4-1-115 0,3-1-50 16,2 0-65-16,-7 0-347 15,18 0-908-15</inkml:trace>
  <inkml:trace contextRef="#ctx0" brushRef="#br0" timeOffset="131688.185">11694 14768 1239 0,'0'0'1712'16,"0"0"-1392"-16,0 0-116 0,0 0 12 16,0 0 7-16,0 0 78 0,-79-60 25 15,63 64-79-15,-4 11-70 0,-1 10-54 16,2 10-41-16,0 10 6 0,5 9-6 0,1 9-12 16,4 3 6-16,8 1-12 0,1-1-19 15,0-3 7-15,10-1-22 0,4-5-15 16,2-8-12-16,3-7-3 0,-2-9-1 15,3-10 0-15,2-9-14 0,-2-6 13 16,2-5-19 0,-1-3 6-16,1-3 0 0,-2-6-79 0,-1-4 3 15,-5-2 3-15,-1-1-4 0,-4-1-54 16,-3 0-62-16,-5 1-115 0,-1 2-218 16,0 3-582-16,-6-1-798 0</inkml:trace>
  <inkml:trace contextRef="#ctx0" brushRef="#br0" timeOffset="131988.469">11576 15323 3097 0,'0'0'595'0,"0"0"-400"0,0 0 13 0,0 0 78 0,0 0 106 16,0 0-49-16,0 0-118 15,0 0-103-15,98 28-40 0,-72-31-31 0,2-6-50 16,-3-4-1-16,0-2-21 0,1-5-30 16,-1-2-83-16,0-1-24 0,3-2-40 15,-2-1-54-15,1 2-25 0,-2-1-181 16,-2 4-135-16,-5 4-224 0,-3 3-162 15,-4 5 435-15,-5 7 130 0,-3 2 414 16,-3 4 264-16,0 6 355 0,0 6 88 16,-3 4-135-16,0 6-182 0,0 2-97 15,1 6-34-15,0 0-4 0,2 2-24 16,0 0-29-16,0-1-5 16,2-6 6-16,3-2-84 0,1-6-119 15,3-5-43-15,1-8-177 0,4-5-11 16,2-3-46-16,4-12-162 0,-3-2-340 15,7-25-1149-15</inkml:trace>
  <inkml:trace contextRef="#ctx0" brushRef="#br0" timeOffset="132257.271">12905 14468 3283 0,'0'0'705'0,"0"0"-460"16,0 0 0-16,0 0 21 0,0 0-61 15,-63 93 61-15,37-49-20 0,-3 8-119 16,-1 3-63 0,-5 10-10-16,-3 2-8 0,-2 7-4 15,-6 5-18-15,-6 8-24 0,-3 4-14 0,-7 6-4 16,-7 4-39-16,0 1-4 0,-3 2 7 16,0-3-1-16,4-2-30 0,2-5-15 15,7-9-19-15,10-8-15 0,6-13 0 16,11-11-4-16,8-14 15 0,9-13-25 15,6-12-112-15,5-9-156 0,4-5-179 0,0-5-529 0,3-17-299 0</inkml:trace>
  <inkml:trace contextRef="#ctx0" brushRef="#br0" timeOffset="134606.403">13039 15643 414 0,'0'0'447'0,"0"0"-203"15,0 0-35-15,0 0 9 0,0 0-10 16,0 0-33-16,0 0-32 0,0 0-42 16,0 0-20-16,0 0-1 0,0 0-8 15,-13-20-37-15,12 16 27 0,-1 1-14 0,1 3-12 16,-1-4-17-16,-1 3 9 0,0-2-28 0,-1 0-36 16,2 0-48-16,-1 1-84 15,0 0-68-15,1-1-47 0,-1-1-35 0,0 3-128 16,0-1-262-16,37 33 367 0</inkml:trace>
  <inkml:trace contextRef="#ctx0" brushRef="#br0" timeOffset="136325.926">15224 14862 2906 0,'0'0'464'0,"0"0"-283"0,0 0 6 16,0 0 36-16,0 0-87 0,0 0-2 16,0 0 40-16,0 0-25 0,-94 81-75 0,67-45-7 0,-2 7-8 15,-7 10-41-15,-9 9-2 0,-8 13-13 16,-10 12 24-16,-10 11-25 0,-9 11 17 16,-8 12-16-16,-8 12-3 0,-6 9 0 15,-7 8 1-15,-3 4 14 0,1 3-13 0,1 2-1 16,1-4 0-16,7-3 1 15,3-11-2-15,6-9-26 0,6-11 1 0,5-7-33 0,11-10-28 16,5-10 30-16,13-11 1 0,5-14 5 16,11-10-12-16,7-19-15 0,9-12-54 0,8-12-3 15,7-9-14-15,3-7-41 0,3-1-92 16,2-11-269-16,0 0-627 0,3-21-259 0</inkml:trace>
  <inkml:trace contextRef="#ctx0" brushRef="#br0" timeOffset="136779.721">14542 16286 2857 0,'0'0'630'0,"0"0"-371"0,0 0-158 15,0 0 91-15,0 0 151 0,19 89-24 16,-16-51-83-16,0 5-108 0,-2 5-73 16,-1-1-30-16,0 3-7 0,0 1-6 15,0-1-12-15,0-3-1 0,0-3-26 16,0-6-22-16,0-5-40 0,0-9 0 0,0-8-24 15,0-8-53-15,2-6-100 0,-1-2-178 0,1-9-349 32,0 1-598-32,3-16-301 0</inkml:trace>
  <inkml:trace contextRef="#ctx0" brushRef="#br0" timeOffset="137913.811">16025 16799 798 0,'0'0'296'15,"0"0"-169"-15,0 0-52 0,0 0-42 0,0 0-30 16,0 0 36-16,0 0-39 0,0 0-45 16,0 0-89-16,0 0-32 0,0 0-43 15,-6 10-94-15,6-9-7 0</inkml:trace>
  <inkml:trace contextRef="#ctx0" brushRef="#br0" timeOffset="142976.187">19810 10696 85 0,'0'0'195'15,"0"0"-45"-15,0 0-22 0,0 0-76 0,0 0-52 16,0 0-107-16,0 0-183 0</inkml:trace>
  <inkml:trace contextRef="#ctx0" brushRef="#br0" timeOffset="150953.493">20467 10628 1641 0,'0'0'1468'0,"0"0"-1226"15,0 0-80-15,0 0 129 0,0 0 8 16,0 0-59-16,0 0-57 0,112 34-23 0,-67-40-19 15,3-6-18 1,3 0-43-16,0-5-16 0,-1-1-34 16,-1-1-8-16,0 0-22 0,-1 0-2 15,-3-2-11-15,-2 2-54 0,-6 2-67 16,-2 2-44-16,-8 3 2 0,-7 1-53 16,-7 3-137-16,-8 4-298 0,-4 3-682 15,-7 1-363-15</inkml:trace>
  <inkml:trace contextRef="#ctx0" brushRef="#br0" timeOffset="151122.773">20942 10626 673 0,'0'0'107'0,"0"0"972"16,0 0-706-16,-14 71-33 0,14-47 52 15,0 2-62-15,0 3 16 0,1 2-37 0,4 5-74 16,-1-1-54-16,0 5-54 0,-1-1-38 16,0 1-49-16,2-4-40 0,1-4-9 0,3-6-16 15,1-5-61-15,3-10-75 0,3-4-32 16,6-7-40-16,1-4-180 0,-6-4-320 15,11-16-962-15</inkml:trace>
  <inkml:trace contextRef="#ctx0" brushRef="#br0" timeOffset="151439.571">21506 10904 638 0,'0'0'1998'15,"0"0"-1731"-15,0 0-77 0,0 0 78 0,0 0 27 16,-81 46 45-16,52-22-74 0,2 5-89 15,0-1-44-15,4 0 0 0,5-4-14 16,5-1-33-16,5-8-34 0,5-5-52 16,3-4-15-16,0-6-34 0,6 0 0 0,4-7 9 0,5-9-15 15,1-4-71-15,4-5-38 0,1-3 0 16,-2-1-17-16,-4 7 23 0,0 2 33 16,-1 7 33-16,-4 6 61 0,0 3-17 15,0 4 48-15,-1 3 60 0,0 5 54 16,-1 5 15-16,1 4 3 0,-2-1-10 15,0 5 2 1,0-4 9-16,-2-1-18 0,-1-2-17 16,0-3-12-16,-1-3-24 0,0-3-62 0,0-4 0 15,0-1-43-15,3-1-31 0,1-11-71 16,2-6-96-16,-1-7-172 0,-1 2-596 16,2-19-1214-16</inkml:trace>
  <inkml:trace contextRef="#ctx0" brushRef="#br0" timeOffset="151887.258">21713 10399 2047 0,'0'0'1193'15,"0"0"-1053"-15,0 0 104 0,0 84 137 0,-1-46 13 16,-1 4-21-16,2 3-88 0,0 6-78 16,0 3-55-1,0 4-33-15,0 2-37 0,2 2-62 16,1-2-20-16,1-3-40 0,2-7-60 15,2-9-33-15,4-10 17 0,4-12 13 0,3-8 2 16,2-11-55-16,5-3-47 0,1-13-103 16,-2-9-163-16,3-6-100 0,-2-3-160 15,-2-1 33-15,-3 1 46 0,-2 1 171 16,-1 8 110-16,-5 3 291 0,-4 7 78 0,-3 2 561 16,-4 5 181-16,-2 4-86 0,0 2-101 0,-6 2-139 15,-5 0-101-15,-2 6-106 0,-5 4-46 16,-1 5-33-16,-2 1-18 0,1 3-16 0,2-1-15 15,1-2-25-15,6-2-37 16,3 1-19-16,4-3-59 0,4 2 3 0,0-2 15 16,4 3 23-16,4-2 5 0,3-3-12 15,3-1 25-15,0-2 16 0,1 0-13 16,1-3 16-16,4-4 12 0,-2 0-9 16,3-1-9-16,-1-8-13 0,4-2-106 15,0-5-68-15,1-1-72 0,0-5-80 0,-2 1-230 16,-1 0-727-16</inkml:trace>
  <inkml:trace contextRef="#ctx0" brushRef="#br0" timeOffset="152140.405">22265 11015 55 0,'0'0'731'0,"0"0"617"0,0 0-902 16,5 78-246-16,-1-62 28 0,2-4 28 16,2-5-74-16,3-5-2 0,0-2 10 15,6-11-2-15,3-5-15 0,2-8-58 16,0-4-71-16,-1-2-29 0,-2-2 7 0,0 0-10 0,-7 7 1 0,-3 1 2 15,-4 6-12-15,-5 6 38 16,-2 2 24-16,-10 3-12 0,-2 5-53 0,-6 2-21 16,1 3 5-16,-1 11-2 0,-1 7 18 15,0 7 30-15,4 4-5 0,3 4 15 16,2 2-12-16,4 0 12 0,2-1 12 16,4-6 7-16,2 0-26 15,0-6-33-15,2-4-1 0,7-7-42 16,1-3-6-16,7-4-12 0,4-7-1 15,4 0-3-15,9-14-40 0,1-2-128 16,4-7-134-16,2-2-149 0,-10 4-716 16,18-12-861-16</inkml:trace>
  <inkml:trace contextRef="#ctx0" brushRef="#br0" timeOffset="153412.966">23264 10388 466 0,'0'0'2143'0,"0"0"-1805"0,0 0-56 0,0 0-62 15,0 0-14-15,0 0 96 0,9 81 2 16,-4-37-99-16,3 9-72 0,-2 2-16 0,-1 5-16 0,1 0-24 16,-3-2-31-16,0-4 6 15,-2-4-49-15,4-3-3 0,-3-8-12 0,4-7 9 16,1-8-25-16,0-9 25 0,2-3-18 15,-1-8-22-15,1-2-22 0,2-2-21 16,0-7 13-16,3-7-17 0,0-3-3 16,1-5 7-16,-2-2 27 15,0 4 34-15,-3-3-12 0,-1 4 34 16,2 7 1-16,-3 1-10 0,0 5 12 16,0 4 16-16,2 2 18 0,-2 7 28 15,3 5 6-15,1 5-6 0,-1 1-25 16,-3 2-6-16,1-1-6 0,-1 1 8 15,1-2-14-15,0-2-19 0,2 0 0 16,2-2-25-16,1-3-21 0,1-5-140 0,1-2-160 0,-2-3-162 16,-2-1-561-16,4-4-729 0</inkml:trace>
  <inkml:trace contextRef="#ctx0" brushRef="#br0" timeOffset="154099.021">24294 10537 1194 0,'0'0'3'0,"0"0"408"0,0 0 371 16,0 0-366-16,0 0-105 0,0 0 21 0,0 0-63 0,0 0-77 16,0 0-34-16,0 0-33 0,0 0-38 15,-64 12-25-15,52 2 3 0,2 5-9 16,-2 0-10-16,0 8-9 0,1 1-15 16,-3 2 6-16,5-1 3 0,-2 1 3 15,3 1-7-15,-1 4 7 0,4-2-12 0,1 1-1 31,2 3 7-31,2-3 2 0,3-4 7 0,6-4-18 16,2-3-4-16,3-5-12 0,1-4 15 16,1-2-17-16,4-6-1 0,-1-3-1 15,3-3-11-15,1-3-18 0,0-8-29 16,-1-3-67-16,-1 1-28 0,-2-3-29 16,-3-2-47-16,-5 2-47 0,1 0-109 0,-6 4-347 15,-6-6-891-15</inkml:trace>
  <inkml:trace contextRef="#ctx0" brushRef="#br0" timeOffset="154261.993">24153 10932 848 0,'0'0'2003'0,"0"0"-1638"0,0 0-155 16,0 0 95-16,0 0 82 0,0 0-39 15,0 0-80-15,0 0-126 0,85-33-84 16,-60 18-55-16,1-1-3 0,-2-1-40 0,4 0-101 15,-1 1-127-15,0-2-149 16,-7 5-339-16,11-5-1208 0</inkml:trace>
  <inkml:trace contextRef="#ctx0" brushRef="#br0" timeOffset="154684.311">24822 10289 3019 0,'0'0'491'0,"0"0"-450"0,0 0 0 0,0 0 140 15,0 0 105-15,0 0 125 0,7 73-124 16,-5-45-137-16,1 0-58 0,2 0-6 16,-1 0-7-16,2-3 3 0,-1-3 0 15,1-1-9-15,-1-2-15 0,1 2-22 16,-2 2 4-16,1 0-1 0,-1 4-6 16,-1 0-5-16,-2 5-7 0,2 0-9 15,-1 3-10-15,-1 2-1 0,1-1 1 0,1 0-2 16,-1-1-3-16,-1-4-15 0,2-5 0 0,3-5 3 15,0-2-4-15,1-5-11 0,3-4-9 16,0-3-31-16,-2-3-33 0,2-4-46 16,-3 0-35-16,-1-4-39 0,0-4-60 15,-1-4-159-15,-2-4-231 0,1 2-709 16,-4-8-472-16</inkml:trace>
  <inkml:trace contextRef="#ctx0" brushRef="#br0" timeOffset="154884.891">24975 10728 2304 0,'0'0'783'0,"0"0"-502"0,0 0-147 16,0 0 84-1,0 0 141-15,0 0 58 0,0 0-69 16,0 0-128-16,80-4-89 0,-59 2-39 16,5-2 5-16,-1 0-12 0,3-1-15 15,-1-1-28-15,0-1-40 0,-2-1-1 0,1-1-1 16,-1 0-48-16,-2 1-80 0,-3-4-54 15,-1 0-62-15,1-1-91 0,-6 0-255 16,0 2-596-16,0-8-725 0</inkml:trace>
  <inkml:trace contextRef="#ctx0" brushRef="#br0" timeOffset="155116.548">25401 10355 2312 0,'0'0'1047'15,"0"0"-920"-15,0 0-7 0,0 0 51 16,0 0 156-16,0 0 74 0,0 0-68 16,0 0-147-16,0 0-69 0,-12 94-11 15,13-62 10-15,4 5 11 0,3 2-15 0,0 5-18 16,3 5-18-16,1 2-19 0,-1 4-26 16,1-4-31-16,-1 3-12 0,-3-6 10 15,2 0-46-15,0-5-94 0,-4-3-107 0,2-4-67 16,-4-9-154-16,-2 7-877 0</inkml:trace>
  <inkml:trace contextRef="#ctx0" brushRef="#br0" timeOffset="158959.948">12999 15390 1334 0,'0'0'404'0,"0"0"908"0,0 0-923 0,0 0-44 16,0 0 29-16,0 0-20 0,0 0-30 16,0 0-70-16,0 0-84 0,-5-31-60 0,-2 38-46 15,-4 7-49-15,-4 5-14 0,-5 7 0 16,0 7 0-16,-3 2 0 0,0 5-1 0,-2-1-2 15,1 1-1-15,1 3 1 0,0-1-10 16,3-2-1-16,2 0 1 0,5-6 11 16,3-2-2-16,4-6 1 0,2-7-13 15,4-3 12 1,0-5-12-16,1-2-3 0,7-2 18 0,3-2 22 16,5 1 11-16,3-5 4 0,3 4-1 15,3-3-5-15,3 2 20 0,2-4-12 16,-1 1-5-16,-2-1-7 0,-1 0 0 15,-3 0-15-15,-1 0-10 0,-4 0-1 16,0 0-1-16,-2 0-12 0,-2 0 9 16,0 0-12-16,0 0-15 0,-4-1-61 0,0-1-40 0,-2-1-30 15,-2 3-12-15,0-1-17 0,2 0-50 16,0 1-106-16,-1 0-263 0,0-2-567 16,0 0-567-16</inkml:trace>
  <inkml:trace contextRef="#ctx0" brushRef="#br0" timeOffset="159498.878">13362 15502 280 0,'0'0'613'15,"0"0"-446"-15,0 0-102 0,0 0-23 0,0 0 20 16,0 0 13-16,0 0 397 0,0 0-281 16,0 0-145-16,0 0-30 0,0 0 26 0,-17-11 33 15,17 11 28-15,0 0 17 0,0 0 16 0,0 0 32 16,0 0 15-16,0 0 0 0,0 0-55 15,0 0-38-15,0 0-14 0,0 0-3 16,-2 0 10-16,2-1-1 0,0-2-2 16,-1 3-14-16,-1-1-16 0,2-1-9 15,0 2-9 1,-1 0-10-16,1-1-6 0,0 1 6 16,0 0 3-16,-2 0 0 0,2-1 6 0,-1-1 4 15,1 1 9-15,-1 1 7 0,-1-2-2 16,2 2-2-16,-1-2 0 0,-1 1 0 15,1 1-7-15,-1-1-9 0,1 0-6 16,1-1-23-16,-2 0-2 0,2 2-13 16,0 0-2-16,0 0-7 0,0 0-3 0,0 0-6 15,0 0 6-15,0 0 4 0,0 0 5 16,0 0 0-16,0 0 1 0,0 0 12 0,-1 0-13 16,1 0 1-16,0 0-1 0,-2 0-21 15,2 0-33 1,0 0-34-16,0 0-9 0,-4 0-29 15,3 0-67-15,-2 0-90 0,2 0-176 16,-1 0-244-16,1 0-473 0,16 0 402 0</inkml:trace>
  <inkml:trace contextRef="#ctx0" brushRef="#br0" timeOffset="160701.259">13101 15179 147 0,'0'0'460'15,"0"0"-327"-15,0 0 1041 0,0 0-691 0,0 0-70 16,0 0-114-16,0 0-22 0,0 0-4 16,0 0 1-16,0 0-16 0,13-35-16 0,-3 45-17 15,4 4-65-15,1 8-37 0,2 6-19 16,-1 6-28-16,1 4 13 0,-4 5-7 16,2 3-24-16,-4 0-16 0,-2 3-21 0,2 0-2 15,-3-1-19-15,-1-3-3 0,-1-5-13 16,1-5 4-16,-3-5-27 0,3-8-10 15,-4-7 16 1,2-5 2-16,-1-7-27 0,-1-3-45 16,5 0-1-16,-2-3 24 0,0-9 28 15,1-1 3-15,2-5 6 0,-2-1-6 16,-1-2 24-16,-2 2 22 0,2 3 2 16,-2 2 0-16,2 4-1 0,-2 3-29 0,2 4-1 15,0 3 32-15,1 0 53 0,3 0-1 16,-3 7 19-16,2 1-25 0,-2 1-6 0,2 3-25 15,-2-1 6-15,-3 3-5 0,2-4-1 16,-4 1-13-16,1-3 0 0,-2 2-2 16,-1-2-1-16,0-1-109 0,0-1-44 0,0 1-46 15,0-2-114-15,0 0-250 0,0-4-599 16,-3-1-662-16</inkml:trace>
  <inkml:trace contextRef="#ctx0" brushRef="#br0" timeOffset="160963.586">13545 15482 680 0,'0'0'483'16,"0"0"1068"-16,0 0-1261 0,0 0-73 15,0 0 130-15,0 0 22 0,85-41-36 0,-71 40-55 16,0 1-44-16,1 0-53 0,2 0-34 16,-1 1-34-16,1 4-22 0,0-2-15 0,0 3-18 15,-3-3-16-15,2 2 1 0,-1 0-10 16,0 0 0-16,0-1-8 0,-1-1-14 15,-2 3-11-15,-1-1-2 0,2 0 2 16,-3 1-1-16,-2 1 1 0,-2 2 0 16,-1 2-2-16,-4 1-16 0,-1 9-10 0,-3-1-14 0,-8 4-19 15,-3 1-9-15,-4 3-27 0,-1-1-25 16,-1 0-18-16,-1-1-31 0,-1-2-44 16,2 0-160-16,4-7-294 0,-9 3-746 0</inkml:trace>
  <inkml:trace contextRef="#ctx0" brushRef="#br0" timeOffset="162203.208">14655 16233 1223 0,'0'0'189'16,"0"0"-127"-16,0 0-46 0,0 0 478 15,0 0-208-15,0 0-128 0,0 0-48 16,0 0-29-16,0 0-17 0,0 0 4 15,0 0 19-15,-29 0-29 0,29 9 16 16,0-1 38-16,0 0-3 0,0 1 18 0,4-3 29 16,-1 2-16-16,0-3-11 0,0 2-6 0,-2-1-13 15,2 0-12-15,-3 2-7 0,0 0-7 16,0 2-13-16,0 5-12 0,0 2-6 16,-3 7-22-16,-4 7-19 0,-2 5-12 15,-3 3 0-15,1 5-18 0,1 4 2 0,0 1-2 16,2 4 5-16,2-1-2 0,1 0-7 15,1-3 10 1,1-3-1-16,2-5 12 0,-2-3-2 16,3-5-18-16,-1-4 21 0,1-2 1 0,0-6 0 15,0-4-1-15,0-5-2 0,0-6 0 16,0-4-10-16,0 0 10 0,0-2 2 16,0 0 0-16,0 0 3 0,0 0 22 15,1-2 18-15,3 1 13 0,2-1 18 16,1 1 16-16,6-1 11 0,4 2-27 0,2 0-3 0,4 0-1 15,3 0-27-15,0 3-3 16,1 0-13-16,2 2-11 0,-1-2 2 0,-1 0-16 16,-2 1-1-16,-2-2-1 0,0 0-18 15,-2 3-19-15,-3-3-61 0,0 1-49 16,-5 1-38-16,3 1-56 0,-3 0-122 16,1 2-203-1,-3-2-532-15,0 2-401 0</inkml:trace>
  <inkml:trace contextRef="#ctx0" brushRef="#br0" timeOffset="163183.56">14982 16142 404 0,'0'0'766'0,"0"0"-489"16,0 0 911-16,0 0-821 0,0 0-124 16,0 0-46-16,0 0-41 0,0 0-30 15,0 0-12-15,0 0-26 0,2-1-44 16,-2 1-32-16,0 0-12 0,0 0-22 0,0 0-6 0,0 0-3 15,0 0 2-15,2 0-2 0,-2 0-10 16,1 0-13-16,-1 1-21 0,0 2-36 16,2-2 3-16,-1 1-54 0,-1 2-91 15,0-2-149-15,0-1-265 0,0 3-533 0,-6-22 432 16</inkml:trace>
  <inkml:trace contextRef="#ctx0" brushRef="#br0" timeOffset="163969.569">14598 16262 764 0,'0'0'1313'16,"0"0"-795"-16,0 0-157 0,0 0-16 0,0 0 14 16,0 0 3-16,0 0-52 15,0 0-60-15,0 0-65 0,0 0-38 16,0 0-24-16,-13-17-29 0,21 38-14 0,0 6-1 0,1 10-18 15,4 6-1-15,-3 6 13 0,3 5-6 16,-3 1 9-16,3 7-10 0,-2 6-23 16,0 1-31-16,-3 5-12 15,1 2-1-15,-3-2-11 0,-1-1-10 0,1-2-11 16,-3-10-15-16,0-8-4 0,0-9 22 0,1-8 9 31,-1-11 3-31,-2-9-40 0,1-7-45 0,-1-7-44 16,-1-2-20-16,0 0 1 0,0-5-46 15,0-4-72-15,0-4 32 0,0-2 7 16,0-4-43-16,0-2-33 0,-7-3-127 16,0 3-46-16,-2-3 141 0,-1 3 115 0,-3 0 193 15,0 3 45-15,-1 3 120 0,2 2 81 16,1 2 36-16,2 4 54 0,2 3 22 0,4 1-15 16,2 2-46-16,1 1-65 0,0 0-32 15,0 0-7-15,4 0-22 0,6 0 34 16,7 0 61-16,3 1 32 0,5 2-62 15,1 0-56-15,4-2-25 0,-1 3 5 16,1-3 16-16,2-1-36 0,-2 0-47 16,2 0-14-16,-2-1-16 15,1-6-7-15,0-1-11 0,-3-3-3 16,-1-2-21-16,0-2-52 0,-2-2-67 16,-3 1-46-16,-1-4-1 0,-1 1-77 15,-4-1-182-15,-3 5-250 0,-3-7-708 0</inkml:trace>
  <inkml:trace contextRef="#ctx0" brushRef="#br0" timeOffset="164223.384">15122 16486 2523 0,'0'0'621'0,"0"0"-344"15,0 0-74-15,0 0 122 0,0 0 16 16,0 0-31-16,8 68-67 0,-2-36-93 0,2 6-58 0,1 5-1 15,-1 1 10-15,0 1 29 0,-2 1-36 16,0 2-51-16,-2 0-25 0,0 1-16 16,1-3-2-16,-2-2-2 0,2 0-28 15,-1-5-31-15,2-5-39 0,2-7-28 16,0-4-12-16,1-4-28 0,0-8-7 16,-1-5-47-16,4-4-97 15,-4-2-112-15,1-11-92 0,2-4-109 16,-3-1-404-16,0-15-504 0</inkml:trace>
  <inkml:trace contextRef="#ctx0" brushRef="#br0" timeOffset="164787.211">15838 16393 2115 0,'0'0'602'15,"0"0"-271"-15,0 0-47 0,0 0 62 16,0 0-38-1,0 0-94-15,-41 67-77 0,30-34-44 16,-2 7-13-16,1 7 1 0,-5 7-32 16,0 5-34-16,-5 4 25 0,-2 10 6 15,-5 3-12-15,-1 6-21 0,-5 6 2 0,-2 4-5 16,-4 2-10-16,-3 1-18 0,2 3 5 16,-1-4 10-16,2-5-24 0,5-9-7 15,6-6-3-15,4-11 9 0,7-11 10 0,6-11-28 16,3-13-35-16,6-10-18 0,0-9-28 0,4-6-23 15,0-3-70-15,0-7-108 16,8-4-95-16,1-6-133 0,-2 3-257 0,7-12-608 0</inkml:trace>
  <inkml:trace contextRef="#ctx0" brushRef="#br0" timeOffset="165273.309">15734 17114 779 0,'0'0'1876'0,"0"0"-1448"0,0 0-236 0,0 0 37 16,0 0 93-16,0 0 49 0,0 0-79 15,58 88-104-15,-44-50-84 0,3 2-15 16,-2 4-21-1,-1-1-1-15,-1 0-18 0,0-2-12 16,-3-3-4-16,0-3-18 0,0-5-15 16,-2-7-3-16,-3-5-9 0,1-5-3 0,-3-7-3 0,0-4-13 15,0-2-9-15,4-4 28 0,-1-4-31 0,0-7 28 16,2-1 15-16,1-2-1 0,-1 0 0 16,1 3-13-16,2 2-5 15,0 4 7-15,0 2 12 0,-1 5-3 0,0 2 1 16,-2 0 2-16,-1 1 21 0,3 5 7 15,-3-2-28-15,0 3-29 0,2-1-69 16,0 1-55-16,-1-3-88 0,0-1-200 16,-3-2-731-16,2-1-1443 0</inkml:trace>
  <inkml:trace contextRef="#ctx0" brushRef="#br0" timeOffset="166160.009">17688 15425 1296 0,'0'0'420'16,"0"0"-34"0,0 0-195-16,0 0-74 0,0 0 543 15,0 0-299-15,0 0-79 0,0 0 7 16,-73-66-23-16,65 66-51 0,-6 0-36 15,0 7-60-15,-5 4-60 0,-1 5-41 0,-3 4-18 16,-2 4-15-16,-1 7 15 0,1 3-2 16,-3 2-10-16,-1 6 9 0,2 2-15 15,-4 3 18-15,0 0 0 0,0 3 1 0,3-3-1 16,-1 0-1-16,1 0 1 0,3-4-3 0,3-2 3 16,3-4 0-16,2-4 11 0,4-3-9 15,0-5-1-15,4-3 0 0,5-8 15 16,1-4 21-16,3-5-37 0,0-1-10 15,4-1 10-15,5-2 16 0,5 1 14 0,5 0 19 16,4-2 95-16,5 0-31 0,3 0-4 0,4 0-30 16,1 0-9-16,3 0-12 0,1-2-22 15,1-3-21-15,3 3 19 0,2-2-31 16,3-2 9-16,1 0 9 0,1-2 1 16,2 0-22-16,0-3-21 0,-2 2 18 15,1-1-12-15,-3-1 5 0,0-1 8 0,-4 2 2 16,-2 1-3-1,-5-3-40-15,-5 2-33 0,-3-3-39 16,-3 1-46-16,-1-1-37 0,-7 1-45 16,-2-3-136-16,-5 2-275 0,-4 4-649 15,-5-5-674-15</inkml:trace>
  <inkml:trace contextRef="#ctx0" brushRef="#br0" timeOffset="166413.989">18144 15801 1524 0,'0'0'666'16,"0"0"-201"-16,0 0-66 0,0 0-45 0,80 29-43 16,-54-22 16-16,0-1-64 0,3 1-68 15,0-1-90-15,-2 2-12 0,1 0-29 16,-5 1-28 0,-2 5-35-16,-5 2 1 0,-4 2 13 15,-4 3-15-15,-6 6-22 0,-2 1-40 16,-3 4-8-16,-10 4-20 0,0 0 13 0,-6 0 6 15,-1-2-13-15,-5 2-40 0,0-2-20 16,-3-2-17-16,-2-4-75 0,1-2-119 16,6-7-296-16,-7-3-708 0</inkml:trace>
  <inkml:trace contextRef="#ctx0" brushRef="#br0" timeOffset="173076.529">27011 10468 1068 0,'0'0'492'0,"0"0"-213"16,0 0-68-16,-76 81-35 0,58-59-53 15,1-1-39-15,6-1-36 0,0-6 97 16,6-1-3-16,-2-2-10 0,4-4 19 0,3-1-7 0,0 3-23 16,0-2 0-16,3 1-32 0,5 1 3 15,2 1 15-15,0 1 0 0,6 1-3 16,0 2-7-16,1-1-39 0,2-1-27 15,-2 1 0-15,3-2-11 0,-4-2-20 16,-1 1 0-16,-1-3 2 0,-2-1-2 16,-4-2-16-16,0-1-21 15,-1 0 3-15,-3 0-14 16,2-3-40-16,-3 0-95 0,-2 0-136 0,-1 0-221 16,0 0-483-16,0 0-230 0</inkml:trace>
  <inkml:trace contextRef="#ctx0" brushRef="#br0" timeOffset="173992.427">26912 10326 2436 0,'0'0'329'15,"0"0"-136"-15,0 0 28 0,0 0 129 16,0 0 45-16,0 0-41 0,0 0-97 16,0 0-90-16,0 0-51 15,0 0-21-15,-8 12 34 0,8 9-7 16,0 4-19-16,2 8-14 0,1 3-13 15,2 3-28-15,0 0-2 0,-1 2-16 16,2 5 9-16,0-2-8 0,-1 3-21 16,-2 1-10-16,-1 2 0 0,-1-1 0 15,-1-2-11-15,0-4 8 0,2-5-10 16,1-5-8-16,0-7-9 0,2-9-12 0,2-5-10 0,1-5-9 16,0-4-48-16,3-3-34 0,0-4-25 15,0-7-25-15,2-3-69 0,-1-5-126 16,0 0-107-16,-3 3-280 0,2-9-506 0</inkml:trace>
  <inkml:trace contextRef="#ctx0" brushRef="#br0" timeOffset="174496.725">27241 10356 2459 0,'0'0'428'0,"0"0"-123"0,0 0-66 15,0 0 40-15,0 0 35 0,0 0-29 16,0 0-96-16,0 0-53 0,0 0-7 0,0 0 6 15,17 90 6-15,-12-55-31 0,1 2-40 0,3-1-6 16,-5 4-16-16,0 0 1 0,-1 0-13 16,-3 3-33-16,0-3-1 0,0 2 14 15,0-10-16-15,0-2-15 0,0-9 3 16,0-6-3-16,3-6-6 0,2-6-13 16,1 0-20-1,2-3-25-15,1-3 24 0,-1-5 15 16,2-4-3-16,0-3 4 0,-2-1 8 15,1 1 10-15,-3 3 21 0,-1 3-2 16,-2 5-17-16,-1 0 1 0,0 4-1 0,1 0 19 16,1 4 19-16,3 2 18 0,-2 2-7 15,2 3-5-15,-1 2-1 0,0 1-22 16,0 0 13-16,2-1-3 0,0-1-11 0,1 0 1 0,0-1-2 16,-1-4 0-16,-2 0-62 0,0-4-66 15,1-2-65-15,-1-1-42 0,3-4-94 16,1-10-191-16,0 3-545 0,6-13-503 0</inkml:trace>
  <inkml:trace contextRef="#ctx0" brushRef="#br0" timeOffset="174733.884">27755 10432 23 0,'0'0'2825'16,"0"0"-2377"-16,0 0-286 0,0 0 76 15,0 0 143-15,0 0-29 0,-5 77-87 16,5-49-139-16,0 1-37 0,6 5 12 0,0 0 9 16,2 2 6-16,1 1-55 0,-1 0-32 15,1-5-29-15,2 4 0 0,-4-5-18 16,0-3-34-16,4-3-73 0,-3-6-40 16,1-2-15-16,0-3-11 0,0-5-38 15,1-7-87-15,-1-2-147 0,-1 0-307 16,3-13-746-16</inkml:trace>
  <inkml:trace contextRef="#ctx0" brushRef="#br0" timeOffset="174897.481">28076 10628 3026 0,'0'0'431'0,"0"0"-298"0,0 0 19 15,0 0 170-15,0 0 42 0,0 0-56 0,0 0-102 16,94 28-114-16,-75-28-59 0,2 0-33 15,-1-3-18-15,-2-1-117 0,-1-2-83 0,-4 1-69 16,-3 1-84-16,-4 2-178 0,-4 2-624 16,-3 0-371-16</inkml:trace>
  <inkml:trace contextRef="#ctx0" brushRef="#br0" timeOffset="175049.772">28113 10782 1858 0,'0'0'486'0,"0"0"-163"15,0 0 117-15,0 0-38 0,0 0-54 16,50 67-44-16,-29-60-80 0,4-2-56 15,2-4-57-15,2-1-61 0,1-4-50 16,0-7-68-16,3-5-95 0,-2-1-101 16,0-5-104-16,-6 5-390 15,7-13-1227-15</inkml:trace>
  <inkml:trace contextRef="#ctx0" brushRef="#br0" timeOffset="175266.481">28713 10592 2801 0,'0'0'589'0,"0"0"-382"0,0 0 86 0,9 94 149 16,-7-58-13-16,-2 2-74 0,0 3-99 15,0 5-104-15,-1 1-49 0,-7 5-22 16,-3-1-23-16,-2 0-37 0,-2-2-21 16,0-6-17-16,2-7-41 0,2-8-35 15,3-6-62-15,0-6-43 0,4-7-9 0,1-3-19 16,1-6-88-1,1-1-163-15,1-9-275 16,0-2-493-16,0-15-23 0</inkml:trace>
  <inkml:trace contextRef="#ctx0" brushRef="#br0" timeOffset="175457.244">28637 10684 1099 0,'0'0'1894'0,"0"0"-1514"0,0 0-157 0,0 0 64 15,87-59 8-15,-63 54-65 0,-3 5-7 0,2 0-57 0,-3 0-44 16,-1 5-27-16,-2 2-43 15,-3-1-24-15,-2 2-16 0,-3 2 0 0,-5 1 0 16,-4 3-10-16,0 1-2 0,-11 3-24 16,-8 4-16-16,-2 6-27 0,-7-2-34 15,-5 6-46-15,-6 2-4 0,-4 0-19 16,-8 2-54-16,-8 2-68 0,-4 3-252 0,11-10-585 31,-39 15-610-31</inkml:trace>
  <inkml:trace contextRef="#ctx0" brushRef="#br0" timeOffset="178773.452">20037 14747 1444 0,'0'0'1237'0,"0"0"-803"0,0 0-271 0,0 0-33 0,0 0 70 16,-82-35 43-16,59 31 19 16,0 0-29-16,1 0-84 0,-1 4-57 0,-2 0-2 15,0 4 8-15,2 8 4 0,-2 6-14 16,-1 7-30-16,-1 9-24 0,1 7 3 15,0 8 18-15,7 5 15 0,2 6 27 16,3 4 40 0,6 2-64-16,1 2-28 0,3-2-9 15,4-4-17-15,0-5-7 0,3-8 0 16,7-5 9-16,1-8-9 0,3-7-12 16,3-5 1-16,3-5-2 0,2-5-1 0,2-4 2 15,3-3 1-15,2-7 0 0,-1 0 0 16,0-1-1-16,-3-10-42 0,-5-3-37 15,-3-3-24-15,-2 0-16 0,-2-5-11 0,-5 2-35 16,-5 0-86-16,-3-2-191 0,0 8-302 16,-13-7-895-16</inkml:trace>
  <inkml:trace contextRef="#ctx0" brushRef="#br0" timeOffset="179074.319">19671 15408 3004 0,'0'0'415'0,"0"0"-310"0,0 0-35 15,0 0 195-15,0 0 55 16,78 0 59-16,-49 0-90 0,1 0-148 0,6-7-71 16,1-3-27-16,0 1-31 0,-1-7-12 15,0 4-79-15,-2-5-74 0,-3 3-41 16,-2-1-25-16,-2 0-54 0,-4 5-95 16,-4 1-244-16,-4 4-433 0,-4 1 44 0,-7 3 304 0,-2 1 250 15,-2 0 447-15,-2 4 500 0,-5 2 126 16,-4 3-44-16,2 3-1 0,0 1-71 15,0 3-81-15,3 3-57 0,-1 1-79 16,5 2-26-16,-1 1-61 0,1 2-70 16,1 0-47-16,1-1-24 0,0-1-13 15,0-1-15-15,0-3-15 0,0-1-22 0,3-3-40 0,2-1-108 16,-1-2-109-16,2-1-90 0,-3-4-154 16,2 4-879-16</inkml:trace>
  <inkml:trace contextRef="#ctx0" brushRef="#br0" timeOffset="179908.024">21176 14883 1433 0,'0'0'569'0,"0"0"-232"0,0 0-24 0,0 0 12 0,0 0-5 16,0 0-53-16,0 0-90 0,0 0-35 16,0 0 11-16,0 0 11 0,-66 79-5 15,45-50-20-15,-3 3-22 0,-5 4-34 16,-4 4-12-16,-5 4-9 0,-8 6-26 0,-3 5-17 15,-8 8-17-15,-5 5-2 0,-6 5-3 16,-5 4 0-16,0 5 0 0,0 1-13 0,-1 3 15 16,-2 5 1-16,-2-1-27 0,-2 3 12 15,2-1 14-15,0 0-1 0,6-1-19 16,3-5 2-16,5-3 4 0,5-8 15 16,6-5-22-16,7-9-8 0,7-9-10 15,10-10-7 1,9-11-11-16,6-11-4 0,6-7-9 15,5-7-22-15,3-5-38 0,0-1-9 16,0 0-2-16,0 0-25 0,0-4-4 16,3-3-76-16,3-3-83 0,4-5-130 15,-4 4-227-15,5-12-787 0</inkml:trace>
  <inkml:trace contextRef="#ctx0" brushRef="#br0" timeOffset="180662.355">20658 16023 1668 0,'0'0'804'0,"0"0"-439"0,0 0-147 0,0 0 86 16,0 0 16-16,0 0 26 0,0 0-39 15,0 0-131-15,0 0-80 0,-1 86-37 16,-13-61 2-16,-2 3-6 0,-1 1-18 0,-1-1-22 15,-1-1-15-15,2 1-13 0,1 0-2 16,1-1 14-16,3-2-2 0,2-2 0 16,1-2-16-16,4-1 19 0,2-2-1 15,1-2-11 1,2 0 12-16,0 0 10 0,5 1-9 16,4 0 12-16,3 1 5 0,1-2 3 0,6 0 1 15,-1 0-4-15,3-1 1 0,0-2-16 16,4 1 21-16,-3-3-8 0,2-1-16 15,0-3-3-15,-4-3-16 0,1-3-94 16,-3-1-23-16,-3 0-15 0,1-3-44 16,-2-2-64-16,-1-4-91 0,-4 1-277 0,0-7-715 0</inkml:trace>
  <inkml:trace contextRef="#ctx0" brushRef="#br0" timeOffset="181047.639">21043 15850 3019 0,'0'0'491'15,"0"0"-352"-15,0 0 38 0,0 0 113 16,17 85 86-16,-14-51-77 0,0 8-106 0,3 3-56 16,-1 3-48-16,1 0-32 0,-3 2-8 15,2-3-18 1,-1 0-28-16,1-4 0 0,0-5-3 15,0-4-13-15,0-5-2 0,1-10-12 16,0-5 12-16,0-7 12 0,0-4-25 16,3-3-2-16,-1-4 5 0,2-7-20 15,3-5-4-15,0 0 34 0,1-3 13 0,-1 0 1 16,2 2 0-16,-3 4-1 0,2 3-23 16,0 4 8-16,-3 3 17 0,2 3 2 0,0 0 1 15,-4 3-1-15,2 3 10 0,-2 4-9 16,-2-2-1-16,1 2-2 0,0 0-2 15,-2 0-13-15,0 2-40 0,-2-1-37 0,1 0-18 16,-3-3-19-16,2 0-54 16,-1-3-109-16,2-1-227 0,-4-4-582 0,5 0-536 0</inkml:trace>
  <inkml:trace contextRef="#ctx0" brushRef="#br0" timeOffset="181512.301">21594 16075 2312 0,'0'0'445'0,"0"0"-297"16,0 0-90-16,0 0 80 0,0 0 105 16,0 0 36-16,0 0-67 0,0 0-74 15,0 0-37-15,0 0 2 0,0 0 3 16,77 62 24-16,-63-51-9 0,1-1-38 0,-2 0-36 0,3 1-20 15,-3-3-24-15,0 1 13 0,2 0-14 16,-4 0 10-16,2 0-12 0,-3-1 0 16,0-2 0-16,-3 0 1 0,1 1 1 15,-3-2 0-15,-2 2 0 0,0 2-1 16,-1-1 1-16,-1 1-2 0,-1 2 0 16,0 1-1-16,-6 1-17 0,-2 5-4 0,-7-2-8 0,1 5-35 15,-8 1-59-15,-4 2-93 0,-5 5-37 16,-8 3-48-16,-6 5-139 0,6-8-649 15,-26 23-641-15</inkml:trace>
  <inkml:trace contextRef="#ctx0" brushRef="#br0" timeOffset="185707.635">22937 15394 134 0,'0'0'1502'0,"0"0"-1129"0,0 0-149 16,0 0-33-16,0 0-7 15,0 0 516-15,0 0-291 0,0 0-148 0,0 0-51 16,0 0 5-16,0 0-8 0,39-48-38 0,-39 48-40 15,-3 0-31-15,-3 0-37 0,-4 5-18 0,-1 2-31 16,-3 1 13-16,-3 8-10 0,-3 1-3 16,1 5-12-16,-4 5-2 0,0 2-10 15,-1 4 10-15,-2 3-10 16,1 4-4-16,-1 0-2 0,3 2 16 0,3-2-16 16,1-1 16-16,6-6-11 15,4-4 11-15,3-7 1 0,3-1-1 16,3-8 0-16,0-1-1 0,0-2-12 15,4-2 13-15,3-1-10 0,2-4-1 0,2 3 13 16,3-5 4-16,3 4 14 0,3-3 0 16,3 2-16-16,4-4 20 0,4 1-4 15,2-1-16-15,3 0 16 0,4 0-16 0,3 0 1 16,6 0 34-16,7-5-16 0,3-2 1 16,3-3-7-16,3-4 0 0,0-1 0 15,3 0-13-15,-2-3 11 0,-2 1-13 16,-2 0 0-16,-3 2 0 0,-4 1-3 15,-4 2-12-15,-7 1-3 0,-5 3-9 16,-8 2-10-16,-5 3-3 0,-7 0 4 16,-6 2-19-16,-6-1-22 15,0 2-24-15,-5-1-18 0,-2 0-26 16,0-1-28-16,0-1-35 0,-5-3-103 16,-2-1-271-16,0 0-473 0,-5-4-242 0</inkml:trace>
  <inkml:trace contextRef="#ctx0" brushRef="#br0" timeOffset="185937.537">23754 15568 2141 0,'0'0'479'0,"0"0"-357"0,0 0 20 15,0 0 83-15,0 0 78 0,0 0-15 0,90 20-61 16,-68-13-82-16,-2 0-33 0,2-1-9 16,1 2-22-16,0-1-38 0,-4 1 7 15,4 2-10-15,-3 1-39 0,-2 2 18 16,0 2-18-16,-4 3 2 15,-5 2-2-15,-4 5-1 16,-5 0 0-16,-5 3-16 0,-7 1 1 16,-4 1-7-16,-4-1-18 0,-2-1 6 15,0-4-25-15,-1-2-69 0,0-3-69 16,3-4-36-16,-2-3-52 0,7-7-251 16,-1-5-645-16</inkml:trace>
  <inkml:trace contextRef="#ctx0" brushRef="#br0" timeOffset="186589.147">25558 14862 1694 0,'0'0'782'0,"0"0"-251"0,0 0-160 16,0 0-32-16,0 0-12 0,0 0-52 0,0 0-76 0,0 0-79 15,0 0-52-15,-82 10-28 0,54 14 6 16,-4 7-13-16,-3 8-11 0,1 6-22 16,-4 6-1-16,2 7 1 0,-1 4 1 15,2 4 60-15,2 2-24 0,1 2-3 16,3 2 15-16,4 0 6 0,3 0-10 16,5-3 16-16,3-3 0 15,10-5 3-15,4-5 0 0,4-6-6 16,11-5 2-16,8-4-11 0,6-6-4 15,5-5-5-15,2-6-13 0,7-5-9 16,1-8 6-16,1-5-22 0,5-6 20 0,2-3-4 16,-2-10-16-16,1-5-2 15,-4-5-12-15,-6-5-40 0,-5-3-84 0,-7-1-43 16,-7 0-7-16,-8 2-18 0,-6 2-82 0,-8 3-191 16,-3 2-273-16,-5 5-695 0,-17-4-439 0</inkml:trace>
  <inkml:trace contextRef="#ctx0" brushRef="#br0" timeOffset="186873.82">25358 15716 2119 0,'0'0'1413'16,"0"0"-1078"-16,0 0-219 15,0 0-2-15,0 0 123 16,0 0 131-16,95 52-68 0,-67-50-117 0,3-2-73 16,4-7-40-16,1-5-28 0,-2-4-42 15,3-3-36-15,-4 2-49 0,-2 1-16 16,0-1-12-16,-3 6-15 0,-3 4-32 15,-5 5-33-15,-3 2-15 0,-3 3 3 16,-5 9-24-16,-3 1-26 0,-3 7 49 0,-3 1 206 0,0 3 22 16,-4 3 133-16,-4 3 25 0,2 3-14 15,-2-1-8-15,2 6-9 0,1 0-6 16,-3 2-4-16,3 3-22 0,0-1-22 16,1 1 0-16,0 0-21 0,1-3-38 15,0-1-36-15,1-4-1 0,2-1-26 16,0-7-53-1,3-3-73-15,5-5-106 0,0-4-77 16,1-4-161-16,2-1-921 0</inkml:trace>
  <inkml:trace contextRef="#ctx0" brushRef="#br0" timeOffset="187058.678">26509 16408 3727 0,'0'0'702'16,"0"0"-430"-16,0 0-85 0,0 0-13 0,0 0 0 16,0 0-71-16,0 0-103 0,0 0-109 15,0 0-135-15,-82 65-66 0,69-61-148 16,-13 5-788-16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customXml" Target="../ink/ink1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I</a:t>
            </a:r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481B-2F59-4D12-9C68-E7C1329B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questions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3C1F7-5456-448E-A95C-46CE34D5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39" y="1690688"/>
            <a:ext cx="10205322" cy="24088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D6070-337E-4DDF-9EDE-74F52C8FB1B4}"/>
                  </a:ext>
                </a:extLst>
              </p14:cNvPr>
              <p14:cNvContentPartPr/>
              <p14:nvPr/>
            </p14:nvContentPartPr>
            <p14:xfrm>
              <a:off x="2179800" y="4336200"/>
              <a:ext cx="3013200" cy="1436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D6070-337E-4DDF-9EDE-74F52C8FB1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0440" y="4326840"/>
                <a:ext cx="3031920" cy="14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067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F3785F-FCFA-48FB-AAE8-409465B05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5" y="414356"/>
            <a:ext cx="10411124" cy="2408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CCCCD3-E9A9-476E-9E81-F66684E7C07E}"/>
                  </a:ext>
                </a:extLst>
              </p14:cNvPr>
              <p14:cNvContentPartPr/>
              <p14:nvPr/>
            </p14:nvContentPartPr>
            <p14:xfrm>
              <a:off x="1858680" y="3129840"/>
              <a:ext cx="8271720" cy="242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CCCCD3-E9A9-476E-9E81-F66684E7C0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9320" y="3120480"/>
                <a:ext cx="8290440" cy="24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20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A0036D-CB5E-46D4-838B-097F979E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30" y="391856"/>
            <a:ext cx="9927942" cy="2786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65181A-3183-4937-BA1A-A7DA0DC06BA2}"/>
                  </a:ext>
                </a:extLst>
              </p14:cNvPr>
              <p14:cNvContentPartPr/>
              <p14:nvPr/>
            </p14:nvContentPartPr>
            <p14:xfrm>
              <a:off x="1361160" y="3241080"/>
              <a:ext cx="10686960" cy="328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65181A-3183-4937-BA1A-A7DA0DC06B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1800" y="3231720"/>
                <a:ext cx="10705680" cy="33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60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0704AE-CD5F-41CA-A24D-D61AE666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99" y="358292"/>
            <a:ext cx="10229537" cy="27045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4D5055-5DDB-4258-8F9C-6DBDCA7EC2A6}"/>
                  </a:ext>
                </a:extLst>
              </p14:cNvPr>
              <p14:cNvContentPartPr/>
              <p14:nvPr/>
            </p14:nvContentPartPr>
            <p14:xfrm>
              <a:off x="135720" y="799200"/>
              <a:ext cx="11735280" cy="569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4D5055-5DDB-4258-8F9C-6DBDCA7EC2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360" y="789840"/>
                <a:ext cx="11754000" cy="571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940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38F1-C767-4FE1-ADCB-E8F22D36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994C7-DD97-4F66-8FC3-EC450D71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7" y="1549807"/>
            <a:ext cx="10884116" cy="13255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A1EB50-F2F9-4C08-B772-2C9E7A810120}"/>
                  </a:ext>
                </a:extLst>
              </p14:cNvPr>
              <p14:cNvContentPartPr/>
              <p14:nvPr/>
            </p14:nvContentPartPr>
            <p14:xfrm>
              <a:off x="1554120" y="3063240"/>
              <a:ext cx="9699120" cy="3641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A1EB50-F2F9-4C08-B772-2C9E7A8101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4760" y="3053880"/>
                <a:ext cx="9717840" cy="36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687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F8F7CF-54FE-4D97-A2DC-4B1F6DF2A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17" y="310807"/>
            <a:ext cx="9669224" cy="714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B594C6-2158-4301-8C5C-6ABEC97C12DF}"/>
                  </a:ext>
                </a:extLst>
              </p14:cNvPr>
              <p14:cNvContentPartPr/>
              <p14:nvPr/>
            </p14:nvContentPartPr>
            <p14:xfrm>
              <a:off x="907200" y="1174680"/>
              <a:ext cx="10813680" cy="550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B594C6-2158-4301-8C5C-6ABEC97C1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7840" y="1165320"/>
                <a:ext cx="10832400" cy="55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203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A1360-C846-4FDB-8DB0-A83DFAC0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9" y="302152"/>
            <a:ext cx="9916909" cy="8383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2E2996-FE1A-44B1-A9CE-126F79536083}"/>
                  </a:ext>
                </a:extLst>
              </p14:cNvPr>
              <p14:cNvContentPartPr/>
              <p14:nvPr/>
            </p14:nvContentPartPr>
            <p14:xfrm>
              <a:off x="585000" y="1331280"/>
              <a:ext cx="9234360" cy="4136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2E2996-FE1A-44B1-A9CE-126F795360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640" y="1321920"/>
                <a:ext cx="9253080" cy="41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853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D2D2F3-429A-46F7-BFEB-59E098986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" y="329414"/>
            <a:ext cx="6230219" cy="4286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DE4E15-1270-4D19-AEB8-81BF7D15FA3C}"/>
                  </a:ext>
                </a:extLst>
              </p14:cNvPr>
              <p14:cNvContentPartPr/>
              <p14:nvPr/>
            </p14:nvContentPartPr>
            <p14:xfrm>
              <a:off x="642600" y="926280"/>
              <a:ext cx="9897120" cy="424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DE4E15-1270-4D19-AEB8-81BF7D15FA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240" y="916920"/>
                <a:ext cx="9915840" cy="426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9948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DB4C19-197A-4603-99B3-EE859C07B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6" y="336792"/>
            <a:ext cx="9764488" cy="7335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D30D885-AD2F-420E-BE47-CD0B11D6C53A}"/>
                  </a:ext>
                </a:extLst>
              </p14:cNvPr>
              <p14:cNvContentPartPr/>
              <p14:nvPr/>
            </p14:nvContentPartPr>
            <p14:xfrm>
              <a:off x="650880" y="548640"/>
              <a:ext cx="11514600" cy="630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D30D885-AD2F-420E-BE47-CD0B11D6C5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520" y="539280"/>
                <a:ext cx="1153332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74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C0C710-4635-407A-AEDD-C8BB4BEDA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95" y="242158"/>
            <a:ext cx="9888330" cy="5144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60DE37-A445-4B18-AF77-17D44AA72C30}"/>
                  </a:ext>
                </a:extLst>
              </p14:cNvPr>
              <p14:cNvContentPartPr/>
              <p14:nvPr/>
            </p14:nvContentPartPr>
            <p14:xfrm>
              <a:off x="158760" y="180720"/>
              <a:ext cx="11718360" cy="6304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60DE37-A445-4B18-AF77-17D44AA72C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00" y="171360"/>
                <a:ext cx="11737080" cy="63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90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3BA880-6B2D-4139-9E39-B7436F981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0" y="313217"/>
            <a:ext cx="7039957" cy="12955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4D321A-13E9-43B7-8AC0-173B6BD6F793}"/>
                  </a:ext>
                </a:extLst>
              </p14:cNvPr>
              <p14:cNvContentPartPr/>
              <p14:nvPr/>
            </p14:nvContentPartPr>
            <p14:xfrm>
              <a:off x="1055160" y="71640"/>
              <a:ext cx="10571760" cy="630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4D321A-13E9-43B7-8AC0-173B6BD6F7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00" y="62280"/>
                <a:ext cx="10590480" cy="63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F1E74E-1329-4720-943E-31636C167830}"/>
                  </a:ext>
                </a:extLst>
              </p14:cNvPr>
              <p14:cNvContentPartPr/>
              <p14:nvPr/>
            </p14:nvContentPartPr>
            <p14:xfrm>
              <a:off x="7021080" y="2179440"/>
              <a:ext cx="3609720" cy="4248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F1E74E-1329-4720-943E-31636C1678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1720" y="2170080"/>
                <a:ext cx="3628440" cy="426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498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CBF4F7-BA50-4235-99AB-49D8859F863A}"/>
                  </a:ext>
                </a:extLst>
              </p14:cNvPr>
              <p14:cNvContentPartPr/>
              <p14:nvPr/>
            </p14:nvContentPartPr>
            <p14:xfrm>
              <a:off x="2169360" y="443520"/>
              <a:ext cx="7195320" cy="111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CBF4F7-BA50-4235-99AB-49D8859F8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0000" y="434160"/>
                <a:ext cx="7214040" cy="113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05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13AED8-03EA-4095-9F4B-D456C4275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72" y="224180"/>
            <a:ext cx="4696480" cy="3905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859100-2728-4356-8C96-85C8089EE1A7}"/>
                  </a:ext>
                </a:extLst>
              </p14:cNvPr>
              <p14:cNvContentPartPr/>
              <p14:nvPr/>
            </p14:nvContentPartPr>
            <p14:xfrm>
              <a:off x="699840" y="581760"/>
              <a:ext cx="9783000" cy="447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859100-2728-4356-8C96-85C8089EE1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480" y="572400"/>
                <a:ext cx="9801720" cy="449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772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7C113A-F74F-4A43-8A4C-BC102CC2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36" y="306896"/>
            <a:ext cx="5887272" cy="438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1CC6CE-F911-444E-B027-9C2511135B31}"/>
                  </a:ext>
                </a:extLst>
              </p14:cNvPr>
              <p14:cNvContentPartPr/>
              <p14:nvPr/>
            </p14:nvContentPartPr>
            <p14:xfrm>
              <a:off x="2452680" y="203040"/>
              <a:ext cx="9166320" cy="634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1CC6CE-F911-444E-B027-9C2511135B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3320" y="193680"/>
                <a:ext cx="9185040" cy="636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7063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5B9013-C450-404B-9C7D-D3469E05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24" y="261453"/>
            <a:ext cx="9935962" cy="9907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ACC231-7403-4145-8598-C562B3071CD3}"/>
                  </a:ext>
                </a:extLst>
              </p14:cNvPr>
              <p14:cNvContentPartPr/>
              <p14:nvPr/>
            </p14:nvContentPartPr>
            <p14:xfrm>
              <a:off x="1178640" y="38160"/>
              <a:ext cx="10559880" cy="654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ACC231-7403-4145-8598-C562B3071C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9280" y="28800"/>
                <a:ext cx="10578600" cy="65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371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2C751E-0FF1-43B6-96F2-427061BAD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31" y="319500"/>
            <a:ext cx="8907118" cy="13717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81F08A-CBF0-4AF5-A878-D6F6E625151D}"/>
                  </a:ext>
                </a:extLst>
              </p14:cNvPr>
              <p14:cNvContentPartPr/>
              <p14:nvPr/>
            </p14:nvContentPartPr>
            <p14:xfrm>
              <a:off x="817560" y="1762200"/>
              <a:ext cx="10866240" cy="400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81F08A-CBF0-4AF5-A878-D6F6E62515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200" y="1752840"/>
                <a:ext cx="10884960" cy="40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670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381A48-859E-4FA6-A1D2-69548BBC5C76}"/>
                  </a:ext>
                </a:extLst>
              </p14:cNvPr>
              <p14:cNvContentPartPr/>
              <p14:nvPr/>
            </p14:nvContentPartPr>
            <p14:xfrm>
              <a:off x="415080" y="355680"/>
              <a:ext cx="11715120" cy="627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381A48-859E-4FA6-A1D2-69548BBC5C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720" y="346320"/>
                <a:ext cx="11733840" cy="62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80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E25566-BF5B-467F-92A1-48EA20AD4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1" y="335068"/>
            <a:ext cx="7487695" cy="9145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BB438D-E084-4702-BAB0-3AE89370F2B1}"/>
                  </a:ext>
                </a:extLst>
              </p14:cNvPr>
              <p14:cNvContentPartPr/>
              <p14:nvPr/>
            </p14:nvContentPartPr>
            <p14:xfrm>
              <a:off x="1322280" y="1177200"/>
              <a:ext cx="9798840" cy="550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BB438D-E084-4702-BAB0-3AE89370F2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2920" y="1167840"/>
                <a:ext cx="9817560" cy="55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789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C1C646-5006-4C51-87BC-33B6B3BE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10" y="305599"/>
            <a:ext cx="7192379" cy="4763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D4377B-9C68-4A64-8368-B7187F407C9B}"/>
                  </a:ext>
                </a:extLst>
              </p14:cNvPr>
              <p14:cNvContentPartPr/>
              <p14:nvPr/>
            </p14:nvContentPartPr>
            <p14:xfrm>
              <a:off x="2309760" y="1010520"/>
              <a:ext cx="9584640" cy="555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D4377B-9C68-4A64-8368-B7187F407C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0400" y="1001160"/>
                <a:ext cx="9603360" cy="55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7204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98B942-8B8A-4E02-B0E1-9A7D7BED4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2" y="364073"/>
            <a:ext cx="9907383" cy="714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6E220D-376C-4E15-97AB-A83E821CD752}"/>
                  </a:ext>
                </a:extLst>
              </p14:cNvPr>
              <p14:cNvContentPartPr/>
              <p14:nvPr/>
            </p14:nvContentPartPr>
            <p14:xfrm>
              <a:off x="370440" y="1390680"/>
              <a:ext cx="11714400" cy="535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6E220D-376C-4E15-97AB-A83E821CD7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080" y="1381320"/>
                <a:ext cx="11733120" cy="537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242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32DC74-8F44-47B7-81E5-93851077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53" y="432964"/>
            <a:ext cx="10021699" cy="14289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566C17-70E6-433C-A3FF-5B0C781CE752}"/>
                  </a:ext>
                </a:extLst>
              </p14:cNvPr>
              <p14:cNvContentPartPr/>
              <p14:nvPr/>
            </p14:nvContentPartPr>
            <p14:xfrm>
              <a:off x="656280" y="2049840"/>
              <a:ext cx="10904760" cy="4788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566C17-70E6-433C-A3FF-5B0C781CE7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920" y="2040480"/>
                <a:ext cx="10923480" cy="480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557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804483-8604-492A-9A20-1FD386D4AF06}"/>
                  </a:ext>
                </a:extLst>
              </p14:cNvPr>
              <p14:cNvContentPartPr/>
              <p14:nvPr/>
            </p14:nvContentPartPr>
            <p14:xfrm>
              <a:off x="915840" y="218160"/>
              <a:ext cx="11172960" cy="625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804483-8604-492A-9A20-1FD386D4AF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6480" y="208800"/>
                <a:ext cx="11191680" cy="627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2694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D3B943-6378-4EA6-8849-A9FAD35B9F7A}"/>
                  </a:ext>
                </a:extLst>
              </p14:cNvPr>
              <p14:cNvContentPartPr/>
              <p14:nvPr/>
            </p14:nvContentPartPr>
            <p14:xfrm>
              <a:off x="1157400" y="416160"/>
              <a:ext cx="10807200" cy="604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D3B943-6378-4EA6-8849-A9FAD35B9F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8040" y="406800"/>
                <a:ext cx="10825920" cy="606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251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8F9502-4504-4E5C-A687-86F2A91E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69" y="325968"/>
            <a:ext cx="9850225" cy="7906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BE8A45-032C-4E61-B244-E52CDD20987D}"/>
                  </a:ext>
                </a:extLst>
              </p14:cNvPr>
              <p14:cNvContentPartPr/>
              <p14:nvPr/>
            </p14:nvContentPartPr>
            <p14:xfrm>
              <a:off x="702720" y="1465560"/>
              <a:ext cx="11167560" cy="479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BE8A45-032C-4E61-B244-E52CDD2098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360" y="1456200"/>
                <a:ext cx="11186280" cy="48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162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1B1DFB-844F-4756-B146-E3E5CF3F8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977" y="268408"/>
            <a:ext cx="3153215" cy="60015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6BF988-C54E-47B3-AAC0-9452DE1C717A}"/>
                  </a:ext>
                </a:extLst>
              </p14:cNvPr>
              <p14:cNvContentPartPr/>
              <p14:nvPr/>
            </p14:nvContentPartPr>
            <p14:xfrm>
              <a:off x="872280" y="720"/>
              <a:ext cx="8435880" cy="663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6BF988-C54E-47B3-AAC0-9452DE1C71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2920" y="-8640"/>
                <a:ext cx="8454600" cy="665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29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728921-367A-44C7-9CCF-F018912B897C}"/>
                  </a:ext>
                </a:extLst>
              </p14:cNvPr>
              <p14:cNvContentPartPr/>
              <p14:nvPr/>
            </p14:nvContentPartPr>
            <p14:xfrm>
              <a:off x="985680" y="423000"/>
              <a:ext cx="7562160" cy="480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728921-367A-44C7-9CCF-F018912B89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6320" y="413640"/>
                <a:ext cx="7580880" cy="482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073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D40AE3-CC52-4276-A13A-87E50F75088C}"/>
                  </a:ext>
                </a:extLst>
              </p14:cNvPr>
              <p14:cNvContentPartPr/>
              <p14:nvPr/>
            </p14:nvContentPartPr>
            <p14:xfrm>
              <a:off x="1434960" y="595080"/>
              <a:ext cx="9362880" cy="591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D40AE3-CC52-4276-A13A-87E50F7508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5600" y="585720"/>
                <a:ext cx="9381600" cy="59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40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E467-F3F5-4662-ADB6-22D1AF0F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98D05-668F-4858-9245-F9687CCB9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831728-298E-4838-A577-144B5BA3F8BE}"/>
                  </a:ext>
                </a:extLst>
              </p14:cNvPr>
              <p14:cNvContentPartPr/>
              <p14:nvPr/>
            </p14:nvContentPartPr>
            <p14:xfrm>
              <a:off x="360720" y="521280"/>
              <a:ext cx="11366640" cy="596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831728-298E-4838-A577-144B5BA3F8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360" y="511920"/>
                <a:ext cx="11385360" cy="59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494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A8F1E-2A26-43B2-B3CF-F15D3482FB5D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af921c6-6f3c-4d56-a22a-8f189f1aa588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3780</TotalTime>
  <Words>14</Words>
  <Application>Microsoft Office PowerPoint</Application>
  <PresentationFormat>Widescreen</PresentationFormat>
  <Paragraphs>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Arial</vt:lpstr>
      <vt:lpstr>Calibri</vt:lpstr>
      <vt:lpstr>Calibri Light</vt:lpstr>
      <vt:lpstr>Office Theme</vt:lpstr>
      <vt:lpstr>MAT205: Abstract Algebra II </vt:lpstr>
      <vt:lpstr>Quiz questions</vt:lpstr>
      <vt:lpstr>PowerPoint Presentation</vt:lpstr>
      <vt:lpstr>PowerPoint Presentation</vt:lpstr>
      <vt:lpstr>PowerPoint Presentation</vt:lpstr>
      <vt:lpstr>Assignment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552</cp:revision>
  <dcterms:created xsi:type="dcterms:W3CDTF">2021-09-19T05:52:48Z</dcterms:created>
  <dcterms:modified xsi:type="dcterms:W3CDTF">2023-05-23T09:02:20Z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