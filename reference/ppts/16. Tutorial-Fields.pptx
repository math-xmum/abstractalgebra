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</p:sldMasterIdLst>
  <p:sldIdLst>
    <p:sldId id="256" r:id="rId5"/>
    <p:sldId id="315" r:id="rId6"/>
    <p:sldId id="306" r:id="rId7"/>
    <p:sldId id="307" r:id="rId8"/>
    <p:sldId id="308" r:id="rId9"/>
    <p:sldId id="309" r:id="rId10"/>
    <p:sldId id="310" r:id="rId11"/>
    <p:sldId id="312" r:id="rId12"/>
    <p:sldId id="327" r:id="rId13"/>
    <p:sldId id="328" r:id="rId14"/>
    <p:sldId id="329" r:id="rId15"/>
    <p:sldId id="313" r:id="rId16"/>
    <p:sldId id="314" r:id="rId17"/>
    <p:sldId id="330" r:id="rId18"/>
    <p:sldId id="321" r:id="rId19"/>
    <p:sldId id="322" r:id="rId20"/>
    <p:sldId id="331" r:id="rId21"/>
    <p:sldId id="332" r:id="rId22"/>
    <p:sldId id="316" r:id="rId23"/>
    <p:sldId id="317" r:id="rId24"/>
    <p:sldId id="318" r:id="rId25"/>
    <p:sldId id="319" r:id="rId26"/>
    <p:sldId id="320" r:id="rId27"/>
    <p:sldId id="323" r:id="rId28"/>
    <p:sldId id="333" r:id="rId29"/>
    <p:sldId id="334" r:id="rId30"/>
    <p:sldId id="324" r:id="rId31"/>
    <p:sldId id="325" r:id="rId3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theme" Target="theme/theme1.xml"/><Relationship Id="rId8" Type="http://schemas.openxmlformats.org/officeDocument/2006/relationships/slide" Target="slides/slide4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32767" units="deg"/>
          <inkml:channel name="T" type="integer" max="2.14748E9" units="dev"/>
        </inkml:traceFormat>
        <inkml:channelProperties>
          <inkml:channelProperty channel="X" name="resolution" value="3854.94116" units="1/cm"/>
          <inkml:channelProperty channel="Y" name="resolution" value="5461.1665" units="1/cm"/>
          <inkml:channelProperty channel="F" name="resolution" value="91.01945" units="1/deg"/>
          <inkml:channelProperty channel="T" name="resolution" value="1" units="1/dev"/>
        </inkml:channelProperties>
      </inkml:inkSource>
      <inkml:timestamp xml:id="ts0" timeString="2021-09-21T04:59:56.59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16945 3883 4060 0,'0'0'588'0,"0"0"-408"15,0 0-180-15,0 0 0 0,0 0 124 16,0 0 252-16,0 0-52 0,0 0-204 16,0 0-120-16,-4-3-172 0,4 3-36 0,0 0 56 15,0 0 152-15,0 0 132 16,0 0-4-16,0 0-36 0,0 0 0 0,0 0 52 16,0 0 128-16,0 0 144 0,0 0 0 15,0 0-24-15,0 0-16 0,0 0-52 16,0 0-168-16,0 0-64 0,0 0-16 15,0 0 4-15,0 0-16 0,0 0 28 16,0 0-4-16,0 0-8 0,0 0-68 16,0 0 40-16,0 0 12 0,0 0 0 0,0 0-12 15,0 0-44-15,0 0 4 16,0 0 52-16,0 0-52 0,0 0 104 0,0 0 52 16,0 0 64-16,0 0-60 0,0 0-32 15,0 0-24-15,0 0 12 0,0 0-36 16,0 0-16-16,0 0 28 0,0 0 76 15,0 0-24-15,0 0-52 0,0 0-96 0,0 0-8 16,0 0-8-16,0 0 0 0,0 0 8 16,0 0 61-16,0 0-9 15,0 0 12-15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000" units="cm"/>
          <inkml:channel name="Y" type="integer" max="32000" units="cm"/>
          <inkml:channel name="F" type="integer" max="1024" units="dev"/>
          <inkml:channel name="T" type="integer" max="2.14748E9" units="dev"/>
        </inkml:traceFormat>
        <inkml:channelProperties>
          <inkml:channelProperty channel="X" name="resolution" value="787.40155" units="1/cm"/>
          <inkml:channelProperty channel="Y" name="resolution" value="1399.82507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06-22T02:34:58.10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5397 2858 200 0,'0'0'44'0,"0"0"18"15,0 0-20-15,0 0-1 0,0 0 6 0,-88 0-4 16,88 0-4-16,-17 0-5 0,17 0-6 16,0 0-5-16,0 0-9 0,0 0-5 15,0 0-1-15,17 0 1 0,1 17 14 0,0-1 4 16,17 4-12-16,-1-3-8 0,2 1 0 15,17-2 1-15,0-16 3 16,-18 19 4-16,18-19-10 0,0 0 0 0,0 0-2 16,0 0-3-16,0 0 0 15,0 0-2-15,0-19-2 16,-18 19-3-16,17-16-6 0,-16-2-2 0,-1 18-5 16,-17-17-5-16,-1 17-10 0,-17-20-16 15,0 20-23-15,18-16-50 0,-36-1-42 0</inkml:trace>
  <inkml:trace contextRef="#ctx0" brushRef="#br0" timeOffset="234.12">5662 2911 13 0,'0'0'299'0,"0"0"-254"16,0 0-9-16,-36 88 4 0,19-54 3 16,17-15-6-16,0 15-1 0,0 20-9 0,0-19-9 15,0 0-5-15,0 17-3 0,0 1-6 16,-18 1-1-16,18-19-2 0,0 17-1 0,-18-15 0 15,18-3 0-15,0 3 0 0,0-3 0 16,0-17-2-16,0 1 1 16,0 1-3-16,0-2-1 0,0-17-9 15,0 17-5-15,0-17-3 0,0 0-1 0,0 0-8 16,18 0-10-16,-18 18-17 16,0-18-15-16,18-18-27 0,-18 18-38 0,0-17 50 15</inkml:trace>
  <inkml:trace contextRef="#ctx0" brushRef="#br0" timeOffset="1149.524">5591 3386 57 0,'0'0'162'0,"0"0"-36"0,0 0-97 15,0 0-7-15,0 0 1 16,0 0 4-16,0 0-2 0,0 0-1 15,0 0-11-15,0 0 5 16,18 0 2-16,17 0 2 0,-17 0-4 0,17-17-6 16,0 17-2-16,1-17-4 0,-1 17-3 15,0-18-3-15,1 18 0 0,-1-19-3 0,0 19-1 16,1-16-12-16,-1 16-5 0,-1-18-3 16,19-1-10-16,-17 19-29 0,-1-16-69 0,18-2-113 15</inkml:trace>
  <inkml:trace contextRef="#ctx0" brushRef="#br0" timeOffset="1498.484">6473 3281 133 0,'0'0'266'16,"0"0"-233"-16,0 0-23 0,-106 18 9 0,89-2 15 15,-19 3-2-15,1-1-3 0,17-1-2 16,-17 18-7-16,17 1-5 0,1-1-4 15,-1-17-1-15,0 16-2 0,18-15-4 16,0-1-3-16,0-1-1 0,0-17 0 16,0 17-3-16,0-17 0 0,18 0 1 15,0 0 1-15,-1 0-2 0,1-17-2 16,0 17-4-16,17-17-2 0,-17-1 2 0,17-18-1 16,-17 19 0-16,-1-1 4 0,1-1 0 15,-18 19 3-15,18 0 0 0,-18-16 3 0,0 16 7 16,0 0 6-16,0 16-6 15,0-16 3-15,0 19 6 0,0-1-1 16,0-1-5-16,0 0-1 0,0 2-1 0,0-1-5 16,0-1-3-16,0-17-3 15,0 17 0-15,17-17 0 0,1 0 3 16,-18 0-10-16,18 0-4 0,17-17-4 16,-17 17-7-16,17-35-10 0,-17 16-21 0,17 2-23 15,0-18-20-15,-17 16-36 0,16-33-25 16</inkml:trace>
  <inkml:trace contextRef="#ctx0" brushRef="#br0" timeOffset="1686.726">6843 2981 1 0,'0'0'73'0,"0"0"183"0,0 0-185 15,0 0-13-15,0 0-20 0,0 0-2 16,0 0 2-16,0 0 3 0,0 0-6 0,0 71-8 16,0-37-8-16,0 2-5 0,0 17-3 15,0-18-3-15,0 17-5 0,-17 1-3 0,17-16-4 16,0 15 0-16,-18 0-3 0,18-15-9 15,0-3-6-15,0 3 2 0,0-20 0 16,18 0-7-16,-1-17-22 0,1 0-9 16,0 0-3-16,-1 0-87 0,19-17-55 15</inkml:trace>
  <inkml:trace contextRef="#ctx0" brushRef="#br0" timeOffset="1981.618">7319 3246 49 0,'0'0'338'16,"0"0"-245"-16,0 0-35 0,0 0-24 0,0 0-9 15,0 0 0-15,-87 88 5 0,52-70-9 16,17-1-7-16,-17 18-8 0,35-35-6 16,-18 18-2-16,18 0-3 0,0-18 1 15,0 0-1-15,18 16 3 0,-18-16 2 16,17 19 0-16,1-19 0 0,17 18 0 16,-17-18 0-16,17 17 3 0,0-17-3 15,0 17 0-15,-17-17 0 0,17 19 0 0,-17-1 0 16,-18-18-3-16,17 17 2 0,-17 0 1 15,0-17 5-15,0 17-1 0,-17 1-4 16,17 1 0-16,-18-2-3 16,-17-17-2-16,17 17-1 0,0-17-1 0,1 0-3 15,17 0-4-15,-17 0-5 0,17-17-3 16,0 0-6-16,0-2-24 0,17-16-32 0,-17 1-17 16,17-3-56-16,19 3-6 15</inkml:trace>
  <inkml:trace contextRef="#ctx0" brushRef="#br0" timeOffset="2248.158">7567 3422 44 0,'0'0'48'15,"0"0"120"-15,0 0-81 0,70 34-19 0,-52-15-17 16,0-1-18-16,-1-1-8 0,1 0 5 0,17 2-21 16,-17-19-6-16,0 0-1 15,17 0 1-15,0 0-3 0,-17 0-23 16,17 0 2-16,0-19 0 0,-18 2-4 16,1 0 0-16,0-1 7 0,-18-1 7 0,0 19 11 15,0 0 11-15,0-16 15 0,-18 16 10 16,0 0-12-16,-16 16-2 0,16 3 1 15,1-1-1-15,-19-1-4 0,19 0-5 16,17 2-8-16,-18-1-5 0,18-1-4 16,0-17 1-16,18 17 3 0,-1-17 0 0,1 0 3 15,17 0-1-15,0 0 1 16,0 0-3-16,0 0-3 0,18 0-19 16,-17 17 6-16,-1-17-9 0,0 18-3 0,1-18-13 15,-19 19-40-15,19-19-88 0,-19 17-53 16</inkml:trace>
  <inkml:trace contextRef="#ctx0" brushRef="#br0" timeOffset="2816.102">3739 3880 116 0,'0'0'68'0,"0"0"-39"0,0 0 14 15,0 0-20-15,0 0 2 0,0 0 8 0,0 0 1 16,0 0-8-16,0 0-5 0,0 0-2 16,0 0 0-16,35 35 7 0,-35-17-3 15,18-18 0-15,-18 0-7 0,18 0-3 16,-1 18 0-16,1-18 0 0,0 0-1 0,17 18-1 16,-17-18-4-1,-1 0 0-15,19 0-2 0,-19 0 1 16,19 0-3-16,-19 0 0 0,19 0 0 0,17 0-1 15,-19 0-1-15,19-18 0 0,0 18 0 16,0 0 2-16,18-18 0 0,35 0 1 16,-18 18-2-16,36-35-2 0,16 19 4 0,1-4 0 15,18 3 0-15,0-17-4 16,17 16-4-16,1-1 2 0,17 2 2 0,-1 0 0 16,19-1-2-16,0 0 2 0,-1 1-5 15,19-19 0-15,0 18 1 0,-2 1 1 0,2 0 0 16,0 17-4-16,-2-17-6 0,-16-1 2 15,0-1 2-15,-18 2-3 0,-18 0-1 16,-17 17-12-16,-35-18-11 0,-19 18-23 16,-17 0-39-16,-35-19-33 15,-17 19 4-15</inkml:trace>
  <inkml:trace contextRef="#ctx0" brushRef="#br0" timeOffset="6393.242">7832 4674 205 0,'0'0'182'16,"0"0"-150"-16,0 0 1 15,0 0-3-15,0 0 5 0,0 0 0 0,0 0-7 16,0 0-6-16,0 0-3 0,0 0 1 15,0 0-10-15,0 0-4 0,0 0 3 16,88 0-1-16,-54 0-1 0,2 0-4 0,17 0-2 16,-18 0 0-16,18 0-1 0,-18 0-2 15,1-17 2-15,-1 17-3 16,0 0-1-16,-17 0-4 0,17 0 0 0,-17 0 2 16,0 0 1-16,-1 0-1 0,1 0 2 15,0 17 0-15,-18 1 1 0,17-1 3 16,-17 1 1-16,18 17 1 0,-18 19 1 15,0-3 0-15,0 3 0 0,-18-1-1 16,1 0 0-16,-1 0-2 0,18 0 2 0,-18 0 1 0,1 0 2 16,-1-18 1-16,0 0-6 15,18 1 0-15,0-20-2 0,-17 3-1 16,17-1 1-16,0-18 1 0,0 17-1 16,0-17-3-16,0 0-10 15,0 0-3-15,0 0-3 0,0 0-1 16,0 0-7-16,0 0-18 15,-18 0-29-15,18 0-54 0,-18 0-86 0</inkml:trace>
  <inkml:trace contextRef="#ctx0" brushRef="#br0" timeOffset="6558.668">7954 5186 257 0,'0'0'155'16,"0"0"-113"-16,0 0-5 0,0 0-13 15,0 0-7-15,0 0 4 0,0 0 13 0,0 0-7 16,106-19-11-16,-70 19-11 15,-1-16-5-15,0 16-6 0,-17-18-4 0,17 18-7 16,1 0-5-16,-19 0-8 0,1 0-15 16,-18 0-37-16,18 0-77 0,-36 0-59 15</inkml:trace>
  <inkml:trace contextRef="#ctx0" brushRef="#br0" timeOffset="6719.539">7814 5432 165 0,'0'0'214'0,"0"0"-171"15,0 0-9-15,0 0-5 0,0 0 5 0,-18 71-2 16,36-71-5-16,17 17-1 0,18-17-4 16,-1 0-10-16,1 0-12 0,18-17-2 15,0 0-4-15,-1 0-3 0,1-1-8 16,0-1-10-16,-1-15-6 0,1 16-23 16,-18-1-75-16,17-15-83 0</inkml:trace>
  <inkml:trace contextRef="#ctx0" brushRef="#br0" timeOffset="6999.295">9155 4921 170 0,'0'0'345'16,"0"0"-297"-16,0 0-48 0,0 0 5 16,87 17 8-16,-52-17 6 0,1 0 3 15,17-17-7-15,0 0-6 16,17 17-9-16,-17-18-10 0,0-1-12 16,0 3-1-16,-17-2-4 0,-1 1-9 0,0-3-25 15,-17 4-59-15,-18-2-55 0</inkml:trace>
  <inkml:trace contextRef="#ctx0" brushRef="#br0" timeOffset="7197.942">9489 4780 176 0,'0'0'89'0,"0"0"8"15,0 0-52-15,-70 71-14 0,52-36 10 16,18 17 4-16,-18 1-4 0,1 1-6 0,17-3-4 16,-18 20-10-16,18-18-8 15,-18 18-6-15,18-17-5 0,-17-1 0 0,17 0-2 16,0-1-1-16,0-17-5 0,0-16 0 15,0-2-4-15,17 0-2 0,-17 1-4 16,18 0-2-16,0-18-5 0,-18 0-6 16,17 0-14-16,1-18-26 0,0 0-26 15,-1-16-61-15,-17 15-27 0,18 1 181 0</inkml:trace>
  <inkml:trace contextRef="#ctx0" brushRef="#br0" timeOffset="7333.361">9419 5257 106 0,'0'0'19'0,"0"0"163"0,0 0-115 0,0 0-9 16,0 0-16-16,0 0-2 0,0 0-13 15,0 0-7-15,0 0 17 0,0 0-4 16,106-18-12-16,-71 18-12 0,18 0-6 16,0-19-2-16,0 19-1 0,-18-16-6 15,18 16-15-15,-1-18-9 16,1-1-13-16,-17 3-43 0,17-2-112 0</inkml:trace>
  <inkml:trace contextRef="#ctx0" brushRef="#br0" timeOffset="7564.841">10407 4745 255 0,'0'0'265'15,"0"0"-227"-15,0 0-24 16,-71 88 2-16,54-54 23 0,-1 3-1 0,0 16 4 16,1-19-12-16,-1 20-10 0,0-3-5 0,1 4-7 15,17-2-5-15,0 0-3 16,-18-19-3-16,18 20 1 0,0-38-8 0,0 21 0 15,18-20-4-15,-1 0-2 0,1-17-5 0,0 0-7 16,17 0-18-16,0-17-32 0,1 0-77 16,17-20-135-16</inkml:trace>
  <inkml:trace contextRef="#ctx0" brushRef="#br0" timeOffset="7916.666">10936 4780 81 0,'0'0'394'15,"0"0"-330"-15,0 0-34 0,-18 87 5 16,18-68 5-16,0 16 1 0,0 1-11 16,-17-2-15-16,17 2-9 0,0-1-3 15,-18-1-3-15,18 3-3 0,0-19 0 16,-18 17 3-16,18-17-6 0,-17 17 2 0,-1-17-1 16,-17-1-1-16,17 0 0 0,-17 1 3 15,-1 0 2-15,1 0-5 0,-18-2 1 16,35-16 0-16,-17 0 0 0,17 0-1 15,1-16 2-15,-1-2-8 0,18 0 3 16,0 0-1-16,0-16-3 0,0-3 3 0,18 21 4 16,-1-2 1-16,1-1 5 0,0 19 4 15,-1 0 10-15,19 0 1 16,-19 0-4-16,19 19 0 0,-19-1 2 0,1-2 1 16,17 3 1-16,-17-1-7 0,0-18-3 15,-1 17-5-15,19 0 1 0,-19 1-1 16,1-18-8-16,0 18-9 0,-1-18-4 0,19 0-6 15,-1 0-8-15,0-18-46 16,-17 18-37-16,35-35-54 0</inkml:trace>
  <inkml:trace contextRef="#ctx0" brushRef="#br0" timeOffset="8135.118">11412 4886 84 0,'0'0'316'0,"0"0"-257"16,0 0-19-16,35 105-4 15,-35-69 7-15,18-1-1 0,-18 18-4 0,0-17-15 0,0-1-11 16,0 18-5-16,0-1 2 16,0-16-4-16,0-2-5 0,0 20 0 0,-18-18-1 15,18-1 0-15,-17-18-1 0,17 18-12 16,-18 1-5-16,0-19-3 0,1 1-5 0,-1 0 7 16,0-1-5-16,1-17-18 0,17 0-29 15,-18-17-18-15,18 17-51 0,0-18-21 16,18-17 140-16</inkml:trace>
  <inkml:trace contextRef="#ctx0" brushRef="#br0" timeOffset="8317.599">11923 5239 233 0,'0'0'246'0,"0"0"-204"15,0 0-23-15,71 18 3 0,-36-18 15 16,18-18-11-16,-17 18 0 0,17 0-7 15,0 0-9-15,0-19-7 0,17 19-3 16,0 0-4-16,1-16-2 0,-1 16-8 0,1-18-1 16,0 18-8-16,-1-19-6 15,1 3-12-15,-18 16-37 0,-18-18-20 0,18 0-97 16</inkml:trace>
  <inkml:trace contextRef="#ctx0" brushRef="#br0" timeOffset="8565.479">12753 4867 280 0,'0'0'162'0,"0"0"-138"0,0 0-20 16,0 0 23-16,0 0 7 16,0 0 1-16,35 71 2 15,0-52-13-15,-17-2-8 0,17 18-4 16,-17-17-2-16,0 17-2 0,-1-17 0 0,1-2-2 16,0 21-2-16,-18-19-1 0,0 17-2 0,0-17-1 15,0 17-2-15,-36 0 0 0,19-18-2 16,-19 19-4-16,19-2 2 0,-19 3 4 15,1-20-13-15,0 19-3 0,17-18-2 16,0-18-7-16,1 17-11 0,17-17-32 0,0 17-65 16,35-17-31-16,-17 0 14 0,35-17 142 15</inkml:trace>
  <inkml:trace contextRef="#ctx0" brushRef="#br0" timeOffset="8868.326">13600 4867 465 0,'0'0'92'15,"0"0"-50"-15,0 0-28 0,0 0 3 16,87 19 18-16,-34-19-2 0,0 18-10 0,0-18-9 16,18 0-9-16,-1 0-5 15,1-18 0-15,-18 18-4 0,0-19-10 16,-18 3-7-16,1 16-4 0,-1-18-3 0,-18 1-11 16,-17 17-35-16,0-20-73 0,0 4-52 15</inkml:trace>
  <inkml:trace contextRef="#ctx0" brushRef="#br0" timeOffset="9050.377">14040 4833 259 0,'0'0'202'0,"0"0"-155"16,-35 71-17-16,17-37-3 15,18 19 25-15,-17 1-3 0,-1-3-3 16,18 4-14-16,-18-2-9 0,18 0-7 0,-17-1-5 16,17 19-5-1,0-36-2-15,0 19-2 0,0-3 0 16,0-14-2-16,0-3 0 0,0 2-3 0,0-19 0 15,17 0-7-15,-17 2 0 0,0-1-14 0,18-18-4 0,-18 0-4 16,0 0-25-16,18 0-38 0,-18-18-79 16,0-1-93-16</inkml:trace>
  <inkml:trace contextRef="#ctx0" brushRef="#br0" timeOffset="9215.55">13970 5274 340 0,'0'0'177'16,"0"0"-141"-16,0 0-27 0,0 0 5 0,0 0 14 15,0 0 17-15,0 0-5 0,106 17-14 16,-71-17-14-16,0 0-7 16,1 0-5-16,17-17-10 0,-18 0-7 0,-1 17-6 15,19-18-10-15,-17-1-18 0,-1 3-77 16,0-2-96-16</inkml:trace>
  <inkml:trace contextRef="#ctx0" brushRef="#br0" timeOffset="9520.635">14870 4796 389 0,'0'0'125'0,"0"0"-107"16,0 0-16-16,0 0 14 0,0 0 26 15,-53 90 8-15,35-55-7 16,-17 1-13-16,17 16-11 0,-17 19-1 0,-1-18 3 16,19 18-8-16,-1-18-3 15,0-1-5-15,1 0-4 0,17 2-1 16,0 0 0-16,0-20-2 0,0 20-1 16,17-20-3-16,1-16-2 0,0 17-6 0,-1-18-3 15,1 2 0-15,17-19-7 0,1 18-20 16,-1-18-26-16,-17 0-66 0,17 0-117 15</inkml:trace>
  <inkml:trace contextRef="#ctx0" brushRef="#br0" timeOffset="10073.299">15045 5961 374 0,'0'0'77'0,"0"0"-21"0,0 0-14 0,0 0 8 15,0 0-6-15,0 0-8 0,0 0-12 16,0 0-9-16,0 0-5 16,0 0-1-16,-17 53-3 0,17-69-2 0,0 16-2 15,0-37-2-15,17 3-3 16,-17-2-1-16,18-17 2 0,0 0-3 16,-18-17 5-16,17-1-2 0,1-16 0 0,0 16-1 15,-1-17-3-15,1 17-5 0,17 1 2 16,-17-1 2-16,17 0 1 0,-17 18-1 15,17 18 3-15,-17-1 1 0,17 2 1 0,-17 15 1 16,0 2 1-16,-18 0 1 0,17 17 2 16,-17 0 0-16,0 0-1 15,0 0 0-15,0 0 1 0,0 0-3 16,0 0 0-16,0 17-2 0,0 0-2 16,0-17 1-16,0 19 0 0,-17-19 0 0,17 17 1 0,0-17 1 15,0 17 1-15,0 1 0 16,0-18-1-16,0 18 1 0,0 0 0 15,0-1 0-15,0 17-2 0,0-15 2 0,0-1-2 16,0 0-1-16,0-2 0 0,17 3 2 16,-17-1 1-16,0-2 0 0,18 3 0 0,-18-19 0 15,0 18 4-15,18-1-3 16,-18 0 3-16,0 1 3 0,0 0 3 16,0 0 0-16,-18-2-4 0,0 3-3 15,1-1 0-15,-1-1-1 0,-17 0-2 0,17-17 0 16,-17 19-5-16,17-19-3 15,-17 0 2-15,17 0-1 0,0 0 0 0,1-19-5 16,-1 19-8-16,18-34-11 0,0 16-16 16,18-1-35-16,-1-15-84 15,1-2-73-15,35-16 208 0</inkml:trace>
  <inkml:trace contextRef="#ctx0" brushRef="#br0" timeOffset="10268.752">15945 4867 170 0,'0'0'182'0,"0"0"-123"0,53 71-32 16,-35-35-3-16,0-1 21 0,-1 1 6 0,1-1-4 16,-18 0-10-16,0 17-14 0,0-15-11 0,0-2-2 15,-18 0-5 1,1 0-1-16,-1 1-1 0,-17-1 1 0,-1 0-4 16,1-18 0-16,0 20-2 0,-1-20-2 0,-17 0-13 15,18 0-4-15,0 1 0 0,-1-18-5 16,19 19-9-16,-19-19-28 0,19 0-81 15,-1-19-130-15,-17 1 257 0</inkml:trace>
  <inkml:trace contextRef="#ctx0" brushRef="#br0" timeOffset="22320.991">18291 4816 257 0,'0'0'174'16,"0"0"-132"-16,0 0-5 0,0 0-13 15,0 0 0-15,0 0 9 0,0 0-5 16,0 0-4-16,18-71-9 0,-36 71-9 16,0 17 1-16,1-17-3 0,-19 18-1 0,1-2 0 15,0 4-3-15,-1-3 0 0,2 1 2 16,-1 17-2-16,17-17-2 0,-17-1 0 15,17 0-1-15,18 2 0 0,-18-2-1 16,18 0 0-16,0 1 1 0,0 0-2 16,18 0 2-16,0-18 3 0,17 17-5 15,0 1 5-15,1-2 0 0,-2 3 0 0,1-1 0 16,1 0 0-16,-1-18 0 0,0 16 0 16,-17 3 0-16,-18-1 0 15,18-2 0-15,-18-16 3 0,0 19-3 0,-18-1 1 16,18-18-1-16,-18 17-2 0,1-17-2 15,17 17-3-15,-18-17-2 0,0 0-1 0,18 0-3 16,-17 0-7-16,17-17-4 0,0 17-9 16,0-17-21-16,0-20-17 15,0 21-22-15,17-21-70 0</inkml:trace>
  <inkml:trace contextRef="#ctx0" brushRef="#br0" timeOffset="22669.015">18521 4938 355 0,'0'0'70'0,"0"0"-26"16,0 0-6-16,0 71 12 0,0-35-14 16,0-1-12-16,0-19 0 0,-18 21-8 0,18-19-4 15,0-2-12-15,0-16-2 0,18 19-3 0,-18-19 0 16,17 0 0-16,1 0-4 16,-18-19 1-16,18 19-1 0,-1-16-2 15,1-2 1-15,0 0 1 0,-1-1-2 0,1-15-3 16,-18 17 5-16,18-19-6 15,-1 18 8-15,-17 1 2 0,18-19 5 0,-18 36 4 16,0-17 7-16,0 17 9 0,0 17-1 16,0-17-4-16,0 19 0 0,0-2-3 15,0 18-2-15,0 1 0 0,0-1 4 16,-18 0 1-16,18-17-2 0,0 16-3 0,0 3-4 16,0-21-6-16,18 3-4 15,-1-1-2-15,0-18 1 16,-17 17-2-16,36-17-9 0,-19 0-1 0,1 0 1 0,0-17-8 15,-1 17-9-15,19-18-21 0,-19 18-34 16,1-19-45-16,17 3-54 16</inkml:trace>
  <inkml:trace contextRef="#ctx0" brushRef="#br0" timeOffset="22899.856">19120 5096 159 0,'0'0'158'0,"0"0"-115"15,0 0-21-15,0 0 10 0,0 0 12 16,0 0-9-16,0 0-8 0,0 0-9 0,0 0-6 15,-70 71-2-15,52-52-2 0,0-19 3 16,1 18 1-16,17-18-1 0,-18 16-4 0,18-16-5 16,-18 0-2-16,18 0-3 15,0 19-2-15,0-19-2 0,0 0-3 16,0 0-6-16,0 0-1 0,18-19 9 16,-18 19 3-16,18-16 0 0,17 16-2 0,-17-18-2 15,17-17-3-15,-17 17-11 16,17-19-7-16,0 3-22 0,1-1-4 0,-1-1-1 15,0-17-22-15,1 19 28 0,16-19 6 16</inkml:trace>
  <inkml:trace contextRef="#ctx0" brushRef="#br0" timeOffset="23201.648">19508 4604 19 0,'0'0'155'0,"0"0"-70"15,35-53-50-15,-35 35-12 0,0 1 32 16,0 17 7-16,0 0-20 0,0 0-14 16,0 0-1-16,0 0 1 0,0 17-3 0,0 1-1 15,-17 17-5-15,17 17-3 0,-18 2 0 0,0-1 13 16,-17-2-8-16,17 4-8 0,1 15-6 15,-1-17-4-15,0 0-3 16,1-18-2-16,17-1-2 0,0-15-2 16,0-1 0-16,17-18-2 0,1 18 0 0,0-18 0 15,17 0-1-15,-17-18 3 0,17 0-6 16,0 18 1-16,-17-19 5 0,17-15 1 0,-17 17 5 16,0 17-2-16,-1-18-1 15,1 18 1-15,0 0 2 0,-18 0 11 16,17 35 5-16,1-17-3 0,0-2-5 0,-1 21-6 15,1-3 0-15,0-15 7 16,-1 15-9-16,1-15-8 0,0-1 5 16,17-1-11-16,-17 0-18 0,17-17-10 15,-17 18-32-15,-1-18-98 0</inkml:trace>
  <inkml:trace contextRef="#ctx0" brushRef="#br0" timeOffset="24533.45">12135 4004 337 0,'0'0'62'16,"0"0"-43"-16,0 0-10 0,0 0 19 16,0 0 13-16,0 0-11 0,0 0-10 15,0 0-7-15,0 0-3 0,89-71-2 16,-72 71-1-16,1 0-2 0,0 0 1 0,-1 0-2 15,1 18-1-15,-18-18-3 0,18 18 4 0,-18 17 4 16,0 0 4 0,0 1 0-16,0-2-1 0,0 19 0 15,17-17-2-15,-17-1-4 0,18 0-1 0,-1 1-4 16,0-2 0-16,1-16 0 16,17 0 0-16,-17-18-5 0,17 0 2 15,1 0-1-15,-1 0-2 0,-17 0-5 16,17-18-2-16,-17 0-5 0,-1 1-9 0,19-17-12 15,-36 15-21-15,17 2-38 0,-17-19-75 16</inkml:trace>
  <inkml:trace contextRef="#ctx0" brushRef="#br0" timeOffset="24750.051">12594 3669 262 0,'0'0'90'0,"0"0"-24"0,-18 70-15 0,0-16 5 15,18-20-3-15,-17 19-8 16,17 0-14-16,0 18-13 0,-18-19-6 16,18 19-3-16,-18 0-5 0,18-18-4 0,-17 17-2 15,-1 1-4-15,18-18-4 0,-18 0-3 16,1 0 0-16,-1 0-4 16,18-19-2-16,0 2-2 0,0-1-7 0,0-17-11 15,0 0-20-15,18-1-22 0,-1-17-86 16</inkml:trace>
  <inkml:trace contextRef="#ctx0" brushRef="#br0" timeOffset="25554.254">20672 4851 449 0,'0'0'59'0,"0"0"-18"0,0 0-23 16,0 0 20-16,0 0 4 0,88 53-10 15,-35-53-5-15,0 0-13 0,18 0-8 0,0-18-3 16,-1-1 0-16,1-15-3 15,0 17-5-15,-2-19-12 0,-16 1-10 16,0-1-4-16,-17 1-9 0,-1 18-31 0,-17-19-64 0,-1 1-70 16</inkml:trace>
  <inkml:trace contextRef="#ctx0" brushRef="#br0" timeOffset="25733.622">21325 4321 262 0,'0'0'91'0,"0"0"-13"16,-53 106-24-16,18-53 0 15,0 18-5-15,0-1-7 0,-1 18-6 0,19-17-9 16,-19 0-9-16,19-18-11 0,-1 0-7 16,0-1 0-16,18-16-7 15,0-19-2-15,18 1-3 0,0-18 0 0,-1 0-8 16,19-18-4-16,17-17-9 0,-18-1-20 16,18 2-69-16,-1-2-61 15,1-18-41-15</inkml:trace>
  <inkml:trace contextRef="#ctx0" brushRef="#br0" timeOffset="26468.36">21819 4162 198 0,'0'0'162'0,"0"0"-98"0,0 0-5 15,0 0 7-15,-35 89-7 0,17-36-15 16,1-1-12-16,-19 19-3 0,19 0-7 0,-19-18-3 16,19 17-4-16,-19-17-5 15,19 18-7-15,-1-36-3 0,0 18-5 0,1-19-5 16,17-15 1-16,0-1 1 0,0-18-1 0,0 17-6 15,17-17 2-15,1 0 2 16,0-17 0-16,17-1-1 0,-17-1-2 0,-1 3 0 16,19 16 1-16,-19-18 4 0,1 18 7 15,-18 0 2-15,18 0 7 16,-18 0 6-16,0 18 5 0,0 17-1 16,0-17-3-16,0-1-2 0,0 19-4 0,0-19-3 15,0 0-3-15,17 1-2 0,1 0 0 16,0 0-15-16,17-18 5 0,0 0 4 0,0-18-2 15,0 0-12-15,0 0 4 0,1 1 2 16,-1 0 2-16,0-19-16 16,1 19 10-16,-19-20 6 0,19 3-7 0,-1 17-5 0,-17-19 24 15,-1 18 5-15,-17 1 13 16,18 17 4-16,-18 0-5 16,0-18-7-16,0 18-4 0,18-18-6 0,-1 18-3 15,1-17-5-15,0-1-4 0,-1-18-15 16,19 19 1-16,17-37-14 0,-18 20-28 0,0-19-5 15,0 18 5-15,0-36-28 0,-17 18-1 16,17 0 47-16,-17 18 50 16,-18 0 69-16,17 17 31 0,-17 0 30 0,0 18-57 15,0 0-19-15,0 18 1 0,0 17-8 16,0 1-6-16,0 0-9 0,-17 15-1 16,-1-15 1-16,0 35-4 0,18-18-5 15,-17 0-9-15,-1 17-7 0,0 1-1 0,1-1-3 16,17-16-3-16,-17 16 0 15,17 1-2-15,0-19 2 0,0 1 0 0,0 0 0 16,17-17 0-16,-17-1-16 0,17-17 5 16,-17-2 2-16,0-16-9 0,0 0-3 15,0 0 5-15,-17 0 2 0,-18-16 2 16,0-2-1-16,0-1 1 0,-1-15 7 16,1 16 5-16,0-17 3 0,17 0 2 15,0-1-1-15,1 1-4 0,-1-1 0 16,18 2 0-16,0 16 3 0,18-1 5 15,-1 3-7-15,19 16 0 0,-1-18 8 0,0 18 2 16,1 0-3-16,17 0-2 0,-1 0-4 16,1 0 3-16,17 0-5 0,-17 0-2 0,18 0-7 15,-18-17-7-15,0 17-7 16,-18 0-11-16,1 0-55 0,-1-20-98 16,0 20-123-16</inkml:trace>
  <inkml:trace contextRef="#ctx0" brushRef="#br0" timeOffset="36232.676">24147 4304 344 0,'0'0'144'15,"0"0"-100"-15,0 0-6 0,0 0 5 16,0 0-3-16,0 0-15 0,0 0-11 15,36-53-6-15,-19 53-1 0,1-18 0 0,17 18-2 16,1-18-5-16,-19 18 0 0,19 0 2 16,-19 0-2-16,19 18 2 0,-19 0-2 0,-17-1 2 15,18 19-1-15,-18-2 1 16,0 2 2-16,0-1-1 0,-18 18 0 16,18 1 1-16,-17-3 0 0,17 3-2 0,0-18 1 15,0 16-3-15,0-16 1 16,17-19 2-16,1 17-1 0,-1-14-2 0,18-3 3 15,0 1 0-15,1-2 3 0,-1-16-4 16,0 0-2-16,18-16-5 16,-17 16-4-16,17-35-5 0,-18 15-4 0,18-14-1 15,-18-1-5-15,1-18-7 0,-1 17-22 16,-17-16-37-16,-1-1-78 0,1-18-75 16</inkml:trace>
  <inkml:trace contextRef="#ctx0" brushRef="#br0" timeOffset="36495.64">24747 3986 114 0,'0'0'49'0,"0"0"161"15,0 0-151-15,0 0-12 16,-35 107 3-16,17-73-7 0,18 1-6 0,-18 18-6 16,18 0-6-16,-17 0-5 0,17 18-6 15,-18-1-1-15,0 1-7 0,1 0-2 0,-1-1-4 16,0 1 2-16,1 0-2 15,-1-1-2-15,0 1 1 0,1-19-2 16,-1 1-6-16,0 0 0 0,18-17 1 0,-17-1-5 16,17-1 2-16,-17-15-3 15,17-1-5-15,0-1 0 0,17-17-9 16,-17 0-9-16,17 0-17 0,19-17-17 0,-19-20-18 16,19 3-62-16,-19-1 23 0,19-20 83 15</inkml:trace>
  <inkml:trace contextRef="#ctx0" brushRef="#br0" timeOffset="36738.026">25329 4356 361 0,'0'0'76'15,"0"0"-27"-15,0 0-5 0,-53 89 5 0,35-54-7 16,18 1-10-16,-17 15-12 0,-1-14-3 15,0 16-2-15,1-18-5 0,17 0-6 0,-18 18-2 16,18-17-2 0,0 15 1-16,0-14-1 0,0-3-9 0,0 2-5 15,18-1-4-15,-1-17 3 16,1 0-5-16,0-1-9 0,17-17-5 0,-17-17-32 0,17-1-53 16,0 0-52-16,-17-17-22 15,35-1 159-15</inkml:trace>
  <inkml:trace contextRef="#ctx0" brushRef="#br0" timeOffset="37233.088">25893 4162 27 0,'0'0'312'0,"0"0"-240"16,0 0-21-16,0 0-3 0,0 0 4 16,0 0-12-16,0 0-10 0,0 0-4 0,18 89-4 15,-18-53-5-15,0-2-3 0,0 1-4 16,-18 1-2-16,18 17-1 0,-17-18-3 15,17 1-2-15,-18-19-2 0,0 17 1 16,1 3-1-16,17-20 2 0,-18 0 2 16,18 2-2-16,0-2-2 15,0-17-2-15,0 18 0 0,0-18 0 0,0 17 2 16,0 1-2-16,0-18-1 0,0 18-1 16,0-1 1-16,0 1 2 0,-18-18 0 15,18 16-1-15,-17 4-1 0,-1-3-1 16,-17 1 0-16,18-18 1 0,-1 16-1 15,1-16-2-15,-1 0 0 16,0 0 0-16,1 0-1 0,-1 0 1 0,0-16 1 0,18-2-1 16,-17 1-2-16,-1-3 2 0,18-14-1 15,0 17 1-15,-18-19-1 0,18 1 1 16,18 18 3-16,-18-19-4 0,18 19 7 16,-1-1-8-16,1-1 4 0,0 3 4 0,-1 16 4 15,19 0 3-15,-19 0 0 0,1 0 2 16,-1 0 2-16,0 16-1 0,19 3-4 15,-19-1 3-15,1-1-1 0,17 19-2 16,-17-19 1-16,17 18 1 0,1-17-6 16,-1 17 0-16,0-17-2 0,1-2 3 15,-1 4-3-15,-17-3-6 0,17 1-7 0,-17-18-6 16,-1 16-2-16,-17-16-16 16,0 0-20-16,18 0-13 0,-18 0-51 0,0-16-81 15,-18-2 46-15</inkml:trace>
  <inkml:trace contextRef="#ctx0" brushRef="#br0" timeOffset="37501.179">26352 4533 134 0,'0'0'222'15,"0"0"-142"-15,17 71-22 0,-17-54-6 0,0 19 2 16,0-1-10-16,18 0-15 15,-18 0-13-15,0 19-7 0,0-19-5 16,-18 0 0-16,18 17 4 0,-17-16-8 16,0-1-10-16,-18-17-2 0,17 17 3 15,-17-17-3-15,-1-2-1 0,1 3 1 0,17-1-1 16,-17-18-1-16,17 0-4 0,1 0-6 16,17 0-13-16,0 0-24 15,0-18-78-15,0-1-59 0,17 3 113 0,19-19 67 16</inkml:trace>
  <inkml:trace contextRef="#ctx0" brushRef="#br0" timeOffset="37665.034">26864 4745 227 0,'0'0'178'0,"0"0"-95"16,0 0-16-16,0 0-9 0,71 35-1 15,-36-35-23-15,-1 0-16 0,2 16-12 0,-1-16-6 16,0 0-4-16,1 0-9 15,-1 0-7-15,-17 0-11 0,-1 0-9 16,1 0-42-16,0 0-129 0</inkml:trace>
  <inkml:trace contextRef="#ctx0" brushRef="#br0" timeOffset="37832.721">26652 4991 272 0,'0'0'183'16,"0"0"-125"-16,0 0-24 0,0 0 22 0,0 0-1 15,88 18-17-15,-52-18-20 16,34-18-18-16,-17 18-1 16,18-17-16-16,-19 17-10 15,19-17-10-15,17-2-1 0,-35 19-82 0,35-17-135 16</inkml:trace>
  <inkml:trace contextRef="#ctx0" brushRef="#br0" timeOffset="38534.512">27199 5627 322 0,'0'0'226'0,"0"0"-189"16,0 0-12-16,0 0-4 0,0 0 23 15,0 0-6-15,0 0-14 0,0 0-17 0,0 0-2 16,70-89-1-16,-17 37-2 0,-17-19-2 16,17 17-3-16,-18-16-7 0,0-1-1 15,1-16-2-15,-1 16 3 0,0-17 2 16,-17 18 1-16,16-1-2 0,-16 0 4 15,0 1 5-15,-18-1 2 0,17 17-2 0,1 20 0 16,-18-1 6-16,18-1 0 0,-18 19 5 16,17 17-5-16,-17 0 1 0,18 0-6 15,-18 0-1-15,18 0-3 0,-18 0 1 16,0 17-1-16,0 1 0 16,0 0 0-16,0 0 1 0,0-1 2 0,-18 1-2 15,18-2-3-15,0-16 2 16,-18 19 1-16,18-1 0 0,0-1 2 0,0 0 0 15,18 2 1-15,-18 16-1 0,18-18 1 16,-18 1-1-16,17 17 2 0,1-1-2 0,0-14 0 16,-18 15 0-16,17-19 0 0,-17 3 2 15,18 16 0-15,-18-18-2 0,0 2 2 16,-18-2 2-16,1 0-1 0,-1 1 1 16,0-18-4-16,-17 18 0 0,0-18-1 15,-1 18-4-15,1-18-3 0,0 0-5 16,18 0-3-16,-18 0-4 0,17 0-12 0,0-18-32 15,1 0-30-15,17 0-60 16,0 1-88-16,0 0 205 0</inkml:trace>
  <inkml:trace contextRef="#ctx0" brushRef="#br0" timeOffset="40585.104">7002 6667 106 0,'0'0'348'0,"0"0"-261"15,0 0-36-15,0 0-1 0,0 0-7 16,0 0-8-16,0 0-6 0,124 18-3 16,-71-2-7-16,0-16-2 0,17 0-3 0,-17 0-6 15,17-16-5-15,1 16-3 16,-18 0-5-16,0-18-1 0,0 18-2 0,-18-17-3 15,1-1-2-15,-1 18-4 16,0 0-2-16,-17-18-1 0,0 18-3 0,-18 0-12 16,0 0-17-16,-18 0-16 0,0 18-10 0,1-18-14 15,-19 18-77-15,1-18-30 0,0 17 179 16</inkml:trace>
  <inkml:trace contextRef="#ctx0" brushRef="#br0" timeOffset="40753.984">7232 6756 18 0,'0'0'37'0,"0"0"138"0,-106 53-85 0,71-36-16 15,17 0-13-15,0 2 3 0,18-2-7 16,0 0-8-16,0 1-11 0,36 0-4 0,-1 0-7 16,0-1-6-16,1 1-5 15,17-18-8-15,-1 16-4 0,1-16-4 0,-18 0-4 16,18-16-7-16,-18 16-10 16,-17-18-4-16,17 1-2 0,-17-1-14 15,-18 0-48-15,18 0-115 0,-18 1-123 0</inkml:trace>
  <inkml:trace contextRef="#ctx0" brushRef="#br0" timeOffset="41066.278">6896 6385 157 0,'0'0'215'0,"0"0"-148"0,-70 71-29 0,34-36-17 16,1 0-3-16,0 18 8 15,-1-18-1-15,19 18-9 0,-18 1-4 16,0-19-3-16,17 0-3 0,1 0 0 0,-1 1 1 16,18-2-3-16,-18-16-1 0,18 0-1 15,0 17-2-15,0-17 7 16,18-2 2-16,0 21 15 0,17-19-6 0,0 17-6 16,0-17-3-16,18 17 2 0,0-17 3 15,17 16 0-15,1-16-6 0,0 0-1 0,17 0-1 16,-17-18-6-16,-1 16 0 15,1-16-8-15,-19 0-2 0,1 0-3 16,0-16-8-16,0-2-6 0,0 0-11 0,-18 0-29 16,1-16-67-16,-19 16-87 0,1-35-2 15</inkml:trace>
  <inkml:trace contextRef="#ctx0" brushRef="#br0" timeOffset="41297.477">7972 6526 352 0,'0'0'65'0,"0"0"-34"0,35 71-8 15,-17-36 11-15,0 0 5 0,-1 19-2 16,1-19-12-16,-18 0-17 0,0 0-7 0,0 1 1 16,-18-2 1-16,1 20 2 15,-1-3 1-15,0-14-6 0,-17 16-12 16,0-19-2-16,18 3-2 0,-18-20-6 0,17 0-2 15,0 1-7-15,18-18-22 0,0 0-84 16,0-18-106-16,0 1 212 16</inkml:trace>
  <inkml:trace contextRef="#ctx0" brushRef="#br0" timeOffset="41767.46">9383 6332 97 0,'0'0'372'15,"0"0"-298"-15,0 0-37 16,53 71-9-16,-35-36 20 0,0 18-3 15,-18-1-13-15,0 2-12 0,-18-1-8 0,18-2-1 16,-18 4 0-16,1 15-3 0,-19-17-3 16,1 0-3-16,0 0-2 0,-1-18-5 0,1 17-2 15,1-15 3-15,-2-21 0 16,1 21-3-16,0-37-1 0,17 17 1 16,-17-17-3-16,17 0-2 0,0-17 0 0,1-1-2 15,-1-17 3-15,0-2 1 0,18 3-5 16,0-3 1-16,0-14 0 0,0-3 2 15,18 20 2-15,0-19 5 0,-1 16 5 16,1 21 4-16,0-2 8 0,17 1 4 16,0 17 2-16,-17 0 1 0,17 0-2 15,1 0-1-15,-2 17-3 0,1 1-2 0,-17-2-1 16,17 21 0-16,-17-20-2 0,17 0-8 16,-17 2-3-16,0-2-6 0,-18 0-6 15,17 1-5-15,-17 0-6 0,18 0-10 16,-18-1-36-16,18-17-101 0,-1 18-104 15</inkml:trace>
  <inkml:trace contextRef="#ctx0" brushRef="#br0" timeOffset="41910.104">9842 6932 299 0,'0'0'192'16,"0"0"-129"-16,0 0-34 0,0 0-5 0,0 69 16 15,0-32-1-15,-17-3-10 0,-1 3-17 16,1 16-10-16,17-19-2 0,-18-16 0 15,0 18-19-15,18-20-7 0,-17 3-2 0,17-1-14 16,0-18-46-16,0 17-103 0</inkml:trace>
  <inkml:trace contextRef="#ctx0" brushRef="#br0" timeOffset="42518.534">10547 7496 78 0,'0'0'187'15,"0"0"-30"-15,0 0-128 0,0 0-18 16,0 0 8-16,0 0 19 0,0 0-5 0,0 0-11 16,0 0-13-16,0 0-4 15,-17 0-2-15,17-17 6 0,0-19-1 0,0 1 5 16,17 1-3-16,-17-20-10 0,0 0-1 16,0-16-10-16,0-1-6 0,0-16 1 15,18-1-3-15,-18 0-2 0,18 17 3 0,-1 1 7 16,-17-1 10-16,18 18 1 0,0 18 7 15,17-1 8-15,-17 1-1 16,-1 16 3-16,1 3 1 0,0 16-1 0,-1-18-3 16,1 18-2-16,-18 0-3 0,18 0 0 15,-18 18-4-15,0-2-2 0,0 3-3 16,0-1 0-16,0-1 0 0,-18 19 0 16,0-19 0-16,1 1 0 0,17-1-3 15,-18 1 0-15,18 0 3 0,0-18 0 16,0 17-3-16,0 1-1 15,18-2-1-15,-18-16 0 0,17 20 2 16,1-3 3-16,0 1 2 0,-1-2 2 0,1 3 3 16,-18-1-1-16,18-1 2 0,-18 0 1 0,0 2-1 15,0-19-2-15,0 17 1 0,-18 0 8 0,0 1-8 16,1 0-7-16,-1 0-1 0,0-18-6 16,-17 17-2-16,17 1-4 15,1-18-3-15,-1 0-4 0,0 0-2 0,1 0-9 16,-1 0-30-16,18 0-66 0,-18-18-50 15</inkml:trace>
  <inkml:trace contextRef="#ctx0" brushRef="#br0" timeOffset="42950.94">12277 6896 136 0,'0'0'7'15,"0"0"170"-15,0 0-98 0,0 0-17 16,0 0-18-16,0 0 1 16,0 0-4-16,0 0-9 0,0 0-8 0,0 0-6 15,-89 36-1-15,72-18 9 0,17 17-5 16,-18 18-7-16,0-19-3 15,1 3-2-15,17-2-5 0,-18 0-4 0,18-18-6 16,0 1-6-16,18-18-1 0,-18 0-2 0,17 0 0 16,19 0-5-1,-19-18-5-15,19 1-25 0,-1-18-47 0,0 16-80 16,1-15-37-16</inkml:trace>
  <inkml:trace contextRef="#ctx0" brushRef="#br0" timeOffset="43234.975">12558 6950 280 0,'0'0'205'15,"0"0"-137"-15,0 70-31 0,-17-34 9 0,17-20 11 16,0 21-9-16,0-2-18 0,0-17-16 16,0-1-9-16,17-17-5 0,-17 0-3 0,18 0-5 15,0 0-1-15,-1-17-3 16,19-1-5-16,-19-17-4 0,19 17-1 16,-19-17-1-16,1 17 2 0,0-19 4 0,-1 21-3 15,-17-2 0-15,0-17 4 0,0 17 15 16,0 0 1-16,-17-16 14 15,-1 34 3-15,18-19 3 0,-18 19-2 16,1 0-4-16,-1 19 0 16,0-2-2-16,1 0 1 0,17 19 1 0,-18-18-1 15,0-1-11-15,18 17-2 0,0-34-13 16,-17 19-3-16,17-19-7 0,0 18-2 16,0-18-8-16,17 0-24 0,-17 0-71 0,18-18-51 15</inkml:trace>
  <inkml:trace contextRef="#ctx0" brushRef="#br0" timeOffset="43566.202">12965 6843 165 0,'0'0'252'0,"0"0"-134"0,0 0-85 15,-18 89-8-15,18-54 23 16,-18-17 9-16,18 17-13 0,-17-17-20 0,17 0-16 16,0-2-8-16,0-16-4 0,0 0-3 15,17 0-2-15,-17 0-2 0,0 0-1 16,18 0-5-16,0-16 2 0,-1 16-1 15,-17-18 0-15,18 0 3 0,-1-1 3 0,0 19 2 16,1-16-4-16,0-2-5 16,-1 1 0-16,-17-1-1 15,18 0 3-15,0-17 5 0,-1 18 2 0,1 17 1 16,0-19 6-16,-1 19 1 0,-17 0 17 16,0 0 10-16,0 19 5 0,0-2-5 15,0 18-7-15,0-17 0 0,0 17-2 0,-17-1 1 16,17 3 0-16,-18-19-7 0,18 17-6 15,0-17-6-15,-18-2-7 0,18-16-8 0,0 19-7 16,0-19-2-16,0 0 0 0,0 0-6 16,0 0-20-16,0-19-41 0,18 19-83 15,0-16-134-15</inkml:trace>
  <inkml:trace contextRef="#ctx0" brushRef="#br0" timeOffset="43799.764">13687 7056 114 0,'0'0'246'0,"0"0"-108"16,-18 88-113-16,1-53-7 0,0 0 28 16,-18 1 21-16,17 17-17 15,0-19-17-15,1 20-17 0,-1-20-6 0,-17 3-4 16,17-3-4-16,0 2-2 0,1-2-3 16,-1 3 1-16,0-20-5 0,-17 0-6 15,17 0-5-15,1-17-2 0,-1 20 2 16,0-20 4-16,1 0 2 0,-1 0-2 15,0-20-5-15,1 3-10 0,17-17-10 16,-18-3-3-16,18-15-8 0,0 17-39 0,0-53-109 16</inkml:trace>
  <inkml:trace contextRef="#ctx0" brushRef="#br0" timeOffset="43912.162">13564 6562 188 0,'0'0'235'0,"0"0"-143"0,0 0-26 16,71 0-26-16,-54 0-11 0,18 0-13 15,-17 0-16-15,-1 0-6 16,19 0-22-16,-19 0-12 0,-17-19-23 0,18 19-132 16</inkml:trace>
  <inkml:trace contextRef="#ctx0" brushRef="#br0" timeOffset="44401.291">15010 6509 366 0,'0'0'82'0,"0"0"-25"0,0 0-11 0,35 70 0 15,-17-35-3-15,-18 36-3 0,-18-18-7 16,18 18-9-16,-17-1-4 0,-1 18-4 16,0-17-5-16,18 0-3 0,0-18-1 0,0-1-7 15,0 0-4-15,18-15 4 16,0-20-5-16,17 0 0 0,-17 2-4 0,-1-1-4 16,-17-18-7-16,18 0-2 0,-18 0-3 15,0 0-8-15,-18 0-14 0,1-18-17 16,-1-1-35-16,0 2-45 0,1 0-17 15,-19-1 39-15</inkml:trace>
  <inkml:trace contextRef="#ctx0" brushRef="#br0" timeOffset="44550.094">14799 7020 20 0,'0'0'76'0,"0"0"-56"0,0 0-13 15,-53-70 174-15,53 52-104 16,0 18-7-16,0 0-16 0,0 0-3 0,18 0-3 16,-1 18-5-16,1-18-8 0,17 17-10 15,1-17-6-15,-1 0-5 0,17 0-6 16,1 0-3-16,0-17-5 0,0-1-11 0,0 0-9 15,0 0-9-15,-18 1-7 16,18 0-17-16,-17-2-68 0,-1 2-58 16,-17 0-110-16</inkml:trace>
  <inkml:trace contextRef="#ctx0" brushRef="#br0" timeOffset="44800.328">15416 6950 42 0,'0'0'422'0,"0"0"-343"15,-35 88-45-15,35-54-2 0,0-15 24 16,0 15-5-16,0-15-19 0,0-1-18 15,18-18-10-15,-1 0 0 0,19 0-4 0,-1 0-3 16,0-18-6-16,0-1-6 16,0 3-3-16,0-2 0 0,-17-1 3 15,17-15 2-15,-17 16-3 0,-18-1 1 0,18 3 3 16,-18-2 1-16,0 18 4 0,0-17 7 16,-18-1 9-16,0 18-3 0,-17 0-2 15,17 0-1-15,-17 0-2 0,0 18 5 16,18-1 1-16,-18 1-2 0,17-2-5 15,0 3-8-15,-17-19-7 0,17 18-13 0,1 0-33 16,-1-18-39-16,0 16-79 0</inkml:trace>
  <inkml:trace contextRef="#ctx0" brushRef="#br0" timeOffset="45568.457">16368 6896 212 0,'0'0'128'0,"0"0"-49"15,0 0-28-15,0 0-25 0,0 0-4 16,0 0 9-16,0 0-4 15,0 0-3-15,0 0-5 16,0 0-3-16,53 54-3 0,-35-54-1 0,0 0-3 16,-1 0 0-16,1 0 1 0,0 0-1 0,-1 0-1 15,-17 0-2-15,18 0-1 0,-18 0 1 16,0 0-1-16,0 0 0 0,0 0 0 16,0 0 4-16,0 0 0 0,0 0-2 0,0 0-2 15,18 0-2-15,-18 0 0 0,0 0-1 16,17 0 0-16,-17 0-1 0,0 0 1 15,18 0-2-15,-18 0-3 0,0 0 2 16,0 0-3-16,18 0 3 0,-18 0 1 16,0 0-3-16,0 0-1 0,0 0-2 15,0-18-1-15,0 18 0 0,0 0 2 0,0-18 0 16,17 0-3-16,-17 1-2 0,18-19-1 16,0 19 1-16,-18 0 2 0,17-1 3 15,-17-17-1-15,0 17 1 0,0 1 1 0,0-3-1 16,0 4 5-16,0 16 1 15,0-18 1-15,-17 18 1 0,-1 0 0 16,18 0 0-16,-18 0 3 0,1 0-2 0,-1 18-1 16,0-18 2-16,1 16 0 0,-1 21 3 15,0-19 2-15,1 17-3 16,-1 0 0-16,0 1 0 0,1 16 0 0,-1-16 2 16,18 15-2-16,0-14 0 15,0-3-2-15,0 3-3 0,18-21-2 0,-1 21 0 16,1-20 0-16,17-17 0 0,1 17 0 0,-1-17-5 15,18 0-4-15,0-17-3 16,0 17-5-16,0-17-3 0,-1-1-5 16,-17-17-5-16,18 17-13 0,-17-1-24 0,-19 3-57 15,36-20-59-15</inkml:trace>
  <inkml:trace contextRef="#ctx0" brushRef="#br0" timeOffset="45915.664">17339 6738 170 0,'0'0'253'0,"0"0"-191"0,0 0-24 0,0 0-3 16,-53 71 20-16,18-54 1 0,17 19-13 16,0-2-14-16,-17 2-12 0,17-1-5 15,18-17-5-15,-17 17-4 0,17-35-3 16,0 18-4-16,0-18 1 0,0 18-2 16,0-18-2-16,17 0-1 0,1 0-2 15,-18-18-1-15,18 0-2 0,-1-1 0 16,1 3-3-16,0-2-2 0,-1 1-4 0,1-1-5 15,0 0 0-15,-1 0 9 0,-17 18 6 16,18 0 12-16,-18 0 3 0,0 0 14 16,0 0 9-16,0 18-1 0,0 0-1 15,0 17-2-15,0-17-2 0,0-2-2 16,0 21 0-16,0-19-7 16,0-2-6-16,0 3-5 0,18-1 0 0,-18-18-4 0,17 16 2 15,-17-16-3-15,18 0-1 0,0 0-6 16,-18 0-6-16,17-16-6 15,1 16-8-15,16-18-19 0,-16 18-18 0,0-19-110 16,17 3-104-16</inkml:trace>
  <inkml:trace contextRef="#ctx0" brushRef="#br0" timeOffset="46123.992">17815 6843 146 0,'0'0'330'0,"0"0"-253"16,0 0-41-16,-88 89-5 0,70-54 27 15,-17-17-6-15,35 17-18 0,-18-17-18 16,18 0-12-16,0-18-2 0,0 16-2 16,18-16-5-16,-18 0-2 0,17 0-1 0,1-16-4 15,17-2-6-15,-17 0-4 0,0-1 0 16,17-15-9-16,0 17-18 16,-17-19-23-16,17 1-12 0,1-1 0 0,-1 2 1 15,0-3-65-15,1-34 50 0</inkml:trace>
  <inkml:trace contextRef="#ctx0" brushRef="#br0" timeOffset="46402.761">18291 6297 59 0,'0'0'102'16,"0"0"126"-16,0 0-138 0,-18 88-25 0,1-52-14 15,-1 15 4-15,-17 3-1 0,17-1-8 16,-17 0-12-16,-1 0-13 16,2 0-12-16,16-19-9 0,-17 3-1 0,17-3-9 15,1-15 3-15,17-2 2 0,0 0 1 16,0-17-2-16,0 0-4 0,0 0-2 0,17 0-2 15,1 0 2-15,0-17 1 0,-1 0 2 16,1 17 2-16,0-19-2 16,-2 19 4-16,2 0 5 0,0 0 10 0,-18 0-4 15,17 0-1-15,-17 19 1 0,18-2 5 16,-18 18-2-16,0-17 4 0,18 0-6 16,-18-1-2-16,0 1-3 15,17-2-2-15,1 3-6 0,0-1 4 16,-1-18-4-16,1 0-10 0,17 0-8 0,-17 0-7 15,17 0-43-15,-17 0-77 0,17 0-72 0</inkml:trace>
  <inkml:trace contextRef="#ctx0" brushRef="#br0" timeOffset="46753.039">18908 6772 387 0,'0'0'177'0,"0"0"-124"0,0 0-27 16,-88 90 17-16,70-56 9 0,1 2-7 0,-1-18-16 16,18-1-18-16,0 1-6 0,18-2-1 15,-1-16-4-15,1 0 0 0,17 0-1 16,1 0-4-16,-19 0-6 0,19 0-1 16,-1-16-4-16,0-2 0 0,1 1 1 15,-19-1 1-15,19-18 1 0,-19 19-5 16,-17 0 3-16,18-19 0 0,-18 19 4 15,0-20 7-15,0 21 4 0,-18-19 8 16,1 15-2-16,-1 20 2 0,0 0 4 0,1 0-1 16,-19 20 0-16,1-3-3 0,0 17 0 15,17-15 0-15,-17-1 0 16,17 16-5-16,0-15-3 0,18-19-9 0,-17 17-6 16,17-17-3-16,0 0-4 0,0 0-7 15,17 0-50-15,1 0-89 0,0-17-104 16</inkml:trace>
  <inkml:trace contextRef="#ctx0" brushRef="#br0" timeOffset="46918.204">19279 6791 92 0,'0'0'461'16,"0"0"-390"-16,0 0-48 0,0 0-2 16,0 0 25-16,88 35-8 0,-53-35-16 15,-17 0-22-15,17-17 0 0,0-1-9 16,18-1-10-16,-17-15-11 0,-1 17 1 0,0-19-11 15,1 18-36-15,-1-17-80 16,-17 17-36-16,17-17 15 0</inkml:trace>
  <inkml:trace contextRef="#ctx0" brushRef="#br0" timeOffset="47118.494">19738 6226 116 0,'0'0'32'0,"0"0"209"0,-71 71-121 0,53-18-45 16,-17 0-3-16,0 0-10 0,-18 17-10 15,17 1-16-15,-17-18-9 0,18 18-11 16,0-20-6-16,0 3-7 0,18-1-3 0,-1-18-5 16,18-17 0-16,0 17-2 15,0-17 0-15,18-18 1 0,-1 16-6 0,18-16-5 16,-18 0-4-16,19-16-7 0,-1-2-7 16,18 1-20-16,-18-19-36 0,1 1-61 15,17-18-38-15,-18 18-11 0,0-35 177 0</inkml:trace>
  <inkml:trace contextRef="#ctx0" brushRef="#br0" timeOffset="48025.062">20267 5961 24 0,'0'0'275'0,"0"0"-134"16,-18 88-70-16,-17-34-10 0,17-1-3 16,-17 17 2-16,-18 1-9 0,17-1-13 0,-17 1-13 15,1-18-10-15,17 18-5 0,0-19-6 16,-1-16-4-16,1-1-1 0,17-19-1 15,18 21-2-15,-17-37 1 0,17 18-3 0,17-18 0 16,-17 16-2-16,18-16-2 0,0 0 0 16,-1-16 0-16,1-2 1 0,17 1 0 15,-17 17 0-15,17-20 1 0,-17 4 3 16,-1 16 3-16,-17-18 2 16,17 18 0-16,-17 18 3 0,0-2 6 0,0 4 4 15,-17-3-1-15,17 17-4 0,-17 3-1 16,-1-20 1-16,18 0-1 15,0 19-2-15,0-19-1 0,0-17 0 0,18 18-4 16,-1-18-5-16,0 18-2 0,19-18-3 16,-19 0 7-16,19 0-5 0,-1-18-8 0,0 18-4 15,1-18 1-15,-1 18-3 16,-17-17 0-16,17 0-18 0,0 17-15 0,-17-19 3 0,0 19 15 16,-18 0 37-16,17 0 14 15,-17 0 12-15,-17 19-1 0,17-2-3 0,0-17-4 16,-18 17-3-16,18-17 3 0,0 18 0 15,18-18-7-15,-1 0 0 0,1 0-8 16,0 0-3-16,17-18-19 0,-17 1-7 0,17 0-6 16,0-2-9-16,-17 2-7 0,17 0 12 15,-17-20-17-15,-1 21 25 16,0-19 28-16,-17-1 16 0,0 18 12 16,0 1-4-16,-17 17 6 0,0 0 11 0,-1 0 3 15,1 17-1-15,-19 1-4 0,1-2-4 16,0 4-2-16,17 15-5 0,-17-19 1 15,17 21-7-15,-17-20-3 0,35 0-9 16,-18-17-6-16,18 19-4 0,0-19-2 16,0 0-5-16,0 0-1 15,0 0-3-15,18 0-2 0,-18 0-2 16,17 0-3-16,19-19-12 0,-19 19 10 0,19-17-5 16,-1 17-36-16,-17-17-14 0,17 17 2 15,0-18-4-15,0-1-13 0,18 3-10 16,-18-2-63-16,18 1 133 0,-18-3 26 15,1 20-12-15,-1 0 16 0,-17 0 82 16,-1 0-62-16,1 20 212 0,-18-3-86 0,0 1-96 16,-18 17-27-16,1-17-9 0,-1-1 4 0,0 0 12 15,1 2-7-15,-1-2-9 16,0 0-7-16,1 1-4 0,17-18-1 16,-18 18-2-16,18 0 1 0,18-18 3 15,-1 17 13-15,1-17-8 0,0 0-9 0,-1 0-2 16,1 0-3-16,0 0 1 15,17 0 2-15,0 0 0 0,-17-17-7 0,17 17 1 16,1-18-4-16,-19 0 1 0,19 0 0 16,-1-16-1-16,0 15-5 0,1-15-5 15,16-3-7-15,-17 3 12 0,0 17 13 0,-17-3 3 16,17 4 1-16,-17-2-8 16,0 1 4-16,-1-1 4 0,1 18 0 0,-18-18 9 15,18 18-7-15,-18-17-2 0,0 17-17 16,0 0-35-16,0-18-17 0,0 18-25 15,-18 0-87-15,18-17 96 0</inkml:trace>
  <inkml:trace contextRef="#ctx0" brushRef="#br0" timeOffset="66936.125">8043 8643 212 0,'0'0'239'0,"0"0"-194"16,0 0-18-16,0 0 17 0,-53-71-10 0,53 54-7 16,-18 17-11-16,18-18-4 0,-18 18-2 15,18 0 7-15,-17 0 0 0,0 18-6 16,-1-1-2-16,1 17-2 0,-1 3-2 0,-17 16 0 16,-1 18 0-16,1-1 4 0,0-1 1 15,-1 21-4-15,19-2-3 0,-19-1-3 16,1 21 0-16,17-20 2 15,1-1-2-15,17-16 0 0,0-1 0 0,17-17-2 16,1-17-1-16,17-19-2 0,1 1 3 0,17-18 2 16,0 0 0-16,17-18 0 15,1-17 2-15,-1-1-2 0,0-15-2 16,1-3-3-16,0 0 1 0,-1-16-5 16,1-1-1-16,-18 2 4 0,0-2 0 15,0 0 0-15,-18 1 0 0,0-2 2 0,-18-15 1 16,1 16-5-16,0-17 2 15,-18 0-1-15,0 17-1 0,-18 1 5 0,0 16 2 16,1 2-1-16,17 17 2 0,-17 0 8 0,-1 17 4 16,1 18-5-16,-1 0-1 0,0 0-1 15,-17 18-2-15,0-1-3 16,-1 36 0-16,1-18 0 0,-18 18 4 0,0 18-2 16,-18-20-2-16,18 20 0 0,-17 0-2 15,17 18-2-15,-17-20-7 16,17 2-2-16,-18-18-3 0,18 18 0 15,18-17-10-15,0-1-6 0,-1-19-9 0,19-15-1 16,17-19-4-16,0 0-7 0,0 0-68 16,0 0-68-16,17-36 151 0</inkml:trace>
  <inkml:trace contextRef="#ctx0" brushRef="#br0" timeOffset="67158.289">7885 8748 118 0,'0'0'234'0,"0"0"-174"0,0 0-18 0,0 0 0 15,0 0 6-15,35 71-10 0,-35-35-10 0,17 15-5 16,-17 4-5-16,-17 14 0 0,17-15-5 0,-18 17-6 16,1-1-1-16,-1 1-3 15,0 0-3-15,1-1-2 0,-19-17-6 16,19 16-7-16,-19-15-4 0,19-19-1 16,17 1 0-16,-18-1 0 0,18-17-4 15,0-18-14-15,0 0-26 0,18 0-12 0,-18-36 4 16,17 19-12-16,19-19-68 0,-19-17 114 15,1 37 9-15</inkml:trace>
  <inkml:trace contextRef="#ctx0" brushRef="#br0" timeOffset="67316.602">7972 9225 90 0,'0'0'8'0,"0"0"225"0,0 0-168 0,0 0 1 16,0 0-7-16,88 17-8 0,-52 20-10 16,-19-20-10-16,19 17-5 0,-1-16-3 15,0 18-6-15,1-1-6 16,-1-17-5-16,0 16-3 15,18-15-2-15,-17-1-1 0,-1 16-2 0,0-17-5 16,1-17-2-16,-1 20-1 0,17-4-12 0,-17-16-6 16,-17 18 4-16,17-18-17 0,1 0-53 15,-19 0-77-15,1 0 27 0</inkml:trace>
  <inkml:trace contextRef="#ctx0" brushRef="#br0" timeOffset="67909.634">9454 8555 116 0,'0'0'37'0,"0"0"139"0,0 0-130 16,0 0-2-16,0 0 5 15,0 0 6-15,-18-71-12 0,18 71-11 0,0 0-4 16,-17 0 0-16,17 0-5 0,0 0-9 15,-18 18-3-15,0 17-2 0,1-17 0 16,-1 17-2-16,0 18 2 0,1 0-1 16,-19 18-3-16,19-19 1 0,-19 19 3 0,2 16-2 15,16-15 0-15,-17 16-3 16,0 0-2-16,17 0-2 0,0-17-3 0,1-1 2 16,17 1-3-16,0-17-4 0,17-3-5 15,1 3-2-15,17-19 0 0,18-17-3 0,-1-1-4 16,1 0-10-16,18-17-8 15,0 0-36-15,-18 0-79 0,35-17-76 16</inkml:trace>
  <inkml:trace contextRef="#ctx0" brushRef="#br0" timeOffset="68618.141">9895 8943 55 0,'0'0'146'16,"0"0"-16"-16,0 0-87 0,0 0-3 15,0 0 4-15,0 0 11 16,0 0-5-16,0 0-4 0,0 0-11 0,88 106-6 16,-53-71-8-16,1 18-6 0,-19 0-4 0,1-18-3 15,0 19-4-15,-1-20-2 16,1 1 0-16,0-16-2 0,17-2 0 0,-17-17-1 16,-1 17-1-16,19-17 2 0,-19-17 0 15,1 17-8-15,0-17 0 16,-1-20 0-16,1 20-2 0,0-17 0 0,-18-3 1 15,17 3 3-15,-17-3 1 0,0 3 0 16,0-19 0-16,0-1-3 0,-17 1-1 0,17 1 4 16,-18-1-3-16,18 0 0 15,-18 1 1-15,1-1 1 0,-1 16 6 16,18 3 1-16,-18 17 6 0,18-3 6 0,0 20 1 16,0 0-4-16,0-16 0 15,18 16-2-15,-18 0 2 0,18 0-1 16,-1 0-1-16,19 0-1 0,-1 16 0 15,18-16-4-15,-19 20 1 0,19-20-2 0,18 0-1 16,-18 0 2-16,18 0-2 0,-1 0 0 16,-17 0-1-16,18 0 0 0,-18 0 0 0,0 0-2 15,0 0-2-15,-19 0-12 0,2 0-1 16,-19 0-4-16,1 0-1 16,0 0-6-16,-18 17-20 0,0-17-37 0,-18 0-50 15,-17 18-58-15</inkml:trace>
  <inkml:trace contextRef="#ctx0" brushRef="#br0" timeOffset="68902.355">10742 9030 216 0,'0'0'99'0,"0"0"-16"16,0 0-39-16,88 0 8 16,-53 0 0-16,1 0-10 0,-1 0-12 0,0 0-12 15,1 0-7-15,-1 0-3 0,-17 0-4 16,-1 19-2-16,-17-19-2 15,0 18-6-15,0-1-1 0,-17 18-1 0,-1-17-1 0,0 16 3 16,-17 3 3-16,0-20 2 16,-1 19-2-16,1-1 0 0,0-1 3 0,-1-16 0 15,19 1 7-15,17-2 2 0,0-17-3 16,0 17-4-16,17-17 2 16,1 0 3-16,17 0 0 0,1 0 2 0,17 0-4 15,0-17-5-15,0 17 0 0,-1-17-9 16,1-2-9-16,-18 19-8 0,18-18-7 15,0 1-25-15,-18 17-89 0,18-17-105 0</inkml:trace>
  <inkml:trace contextRef="#ctx0" brushRef="#br0" timeOffset="69373.446">11870 9119 110 0,'0'0'97'15,"0"0"72"-15,0 0-119 0,0 0-10 16,0 0-1-16,0 0 13 0,0 0-3 0,0 0-8 15,89 36-15-15,-36-36-12 16,-18 16-5-16,18-16-4 0,0 0-3 0,-18-16-2 16,18-2-5-16,0 0 0 15,-17 0-7-15,-1 1-7 16,-1 0-5-16,2-1-3 0,-19-1-9 0,1-15-24 16,-18 15-38-16,0 3-83 0,0-2-3 0,-18 0 132 15</inkml:trace>
  <inkml:trace contextRef="#ctx0" brushRef="#br0" timeOffset="69564.283">12224 8606 35 0,'0'0'165'0,"0"0"-40"0,0 0-75 15,0 0 8-15,0 90-11 0,0-55-5 0,0 18-7 16,0 0-7 0,0 0 0-16,0 18-6 0,0-2-5 15,0-15-3-15,0 17-3 0,0-1-7 0,0-16-4 16,0 15-3-16,0-16-2 0,0-17-11 15,0-2-3-15,17 3-1 0,-17-20-1 16,18 0-2-16,17-17-16 0,1-17-22 16,-1 0-70-16,-1-1-88 0,2-35 150 15</inkml:trace>
  <inkml:trace contextRef="#ctx0" brushRef="#br0" timeOffset="69968.654">12912 8890 9 0,'0'0'369'16,"0"0"-308"-16,0 87-17 0,0-50 11 16,0-2-6-16,0 17-7 0,0 2-16 0,0-19-13 0,17 0-6 15,-17 1-3-15,18-18-4 0,0-1 1 16,-18 17-1-16,35-34 0 0,-18 18 1 16,0 1 0-16,1-19-2 0,0 0 0 0,-1 0-8 15,1 0 1-15,0 0 1 16,-1-19 3-16,-17 1 0 15,18 1 0-15,-18 0 1 0,18-18 1 0,-18-1 2 16,0 1-2-16,0-18 1 0,0 0 0 0,0-1-1 16,17-15 2-16,-17 14-2 0,0-14 2 0,0-1-4 15,18-1-6-15,-18 1 2 16,18-1 0-16,-18 18 3 0,17 18 5 16,-17 16 2-16,0 2 3 0,18 0 4 0,-18 17-1 15,0 0-1-15,18 0 3 0,-1 0 0 16,1 17-3-16,17-17-1 0,-17 0-4 0,17 17 1 15,1-17-1-15,17 0-2 16,0 0 0-16,-18 0 0 0,18 0-5 0,-1 0-7 16,-17 0-5-16,1 0-2 0,-1 0-1 15,0 0 0-15,-17 19-22 0,0-19-42 16,-18 0-94-16,0 17-92 0</inkml:trace>
  <inkml:trace contextRef="#ctx0" brushRef="#br0" timeOffset="70318.264">13476 8837 27 0,'0'0'406'15,"0"0"-337"-15,0 0-43 16,106 18-6-16,-71-18 6 0,17-18 3 0,1 18-12 16,0 0-7-16,0 0-4 0,-17 0-6 15,-1 0-1-15,-17 0-5 0,-1 0 1 0,-17 18-2 16,0-1 0-16,-17 1 4 15,-1-2 3-15,-17 3 0 0,-1-1 2 0,1 0 0 16,0 17-2-16,-1-17 0 0,19-2 0 16,-1-16 1-16,18 19-1 0,0-19-5 15,0 18-2-15,0-18 7 0,18 17 0 16,-1-17 4-16,1 17 1 0,0 1 1 0,-1-18 1 16,1 18-2-16,0 0 7 0,-1-2-6 0,1 3-4 15,-18-1-1-15,0-1 2 0,0 19 6 16,-18-18 4-16,18-1-10 0,-17 0-3 0,-19 0-5 15,19 1-6-15,-1-18-1 16,0 0-2-16,-17 0-2 0,17 0-3 16,1-18-6-16,17 1-15 0,-17 0-38 15,17-18-97-15,0 16-26 0,17-15 158 0</inkml:trace>
  <inkml:trace contextRef="#ctx0" brushRef="#br0" timeOffset="70605.103">14640 8572 363 0,'0'0'77'0,"0"0"-11"16,0 0-11-16,88 71-11 0,-70-37-10 16,0-15-9-16,17 16-4 0,-17 1-6 15,-1 16-2-15,1-16-4 0,0 15-2 0,17 4 2 16,-18-20-5-16,-17 18-4 0,0-1 2 15,0-16-2-15,0 17 0 0,-17-1 0 0,-1-15-3 16,-17 14-2-16,0-14-2 0,-1-3-4 16,1-16-7-16,-18 0 4 0,18-1-3 15,-18 0 0-15,0-17 1 0,0 0 2 16,17 0-2-16,1-17-17 0,0 17-33 16,-1-17-72-16,19-1-83 0,17 0 126 15</inkml:trace>
  <inkml:trace contextRef="#ctx0" brushRef="#br0" timeOffset="71035.173">16175 9084 184 0,'0'0'54'0,"0"0"84"16,0 0-75-16,0 0-20 15,0 0 2-15,0 0-4 0,0 0-9 0,0 0 4 16,87 17-7-16,-34 1-3 0,18-18-7 16,0 18-8-16,-1-18-5 0,1 0-3 15,0 0-3-15,-1 0-1 0,-17 0-7 0,-1 0-10 16,1 0-9-16,-17-18-4 0,-1 18-12 15,-17 0-53-15,-18 0-106 0,0 0-67 16,-18 0 245-16</inkml:trace>
  <inkml:trace contextRef="#ctx0" brushRef="#br0" timeOffset="71201.337">16351 9330 349 0,'0'0'71'0,"0"0"-19"15,0 0-5-15,0 0-5 16,0 0-4-16,53 54-10 0,-18-37-4 0,36-17-3 15,-18 0-13-15,35 0-8 0,0 0-13 16,-17-17-8-16,16 17-9 0,2-17-13 16,-19-2-40-16,19 19-92 0,-36-18-100 15,17 1 248-15</inkml:trace>
  <inkml:trace contextRef="#ctx0" brushRef="#br0" timeOffset="71974.901">18591 8606 84 0,'0'0'291'0,"0"0"-245"16,0 0-4-16,-17-69-9 0,17 69 7 16,0-18 0-16,-18 18-7 0,18 0-9 0,0 0-7 15,0 0-7-15,0 18-1 0,-18 0 0 16,1 17 3-16,-1 1-1 15,0 15 3-15,1 20-1 0,-1-18-4 0,-17 18-2 16,17 0-3-16,0 0-1 0,-17-1-1 16,35 1-2-16,-18-1-3 15,18-16 3-15,0 15 0 0,0-33 2 16,18-1 2-16,0 0-3 0,17 1-1 0,0-18-1 16,1-1-2-16,-1-17 1 15,18 0 0-15,0 0-2 0,18-17 0 0,-19-1-1 16,18-1 1-16,-17-15-3 0,18-2 0 0,-18-17-1 15,18 1 1-15,-18-2-2 0,0 2-1 16,0-19 0-16,-18 19 1 0,18-19 1 16,-35-19 0-16,17 21 1 0,-35-1 4 0,17-1 3 15,-17 18 5-15,0-18 2 0,0 36 0 16,0-18 2-16,-17 17 1 16,17 19 0-16,-18 0-2 0,-17 17-1 0,17 0-1 15,1 0-2-15,-19 0 1 0,19 34-3 16,-19-15 1-16,1-2 0 0,0 18-1 15,-18 1-2-15,17-1 0 0,-17 1 0 16,18-1-4-16,-18 0-3 0,0 0-9 16,18 1-6-16,-18-19-2 0,1 18-5 0,16-17-21 15,19 0-37-15,-1-1-50 0,0-17 0 16,1 0 7-16,17 0 110 16,0-17 2-16</inkml:trace>
  <inkml:trace contextRef="#ctx0" brushRef="#br0" timeOffset="72183.935">18802 8537 115 0,'0'0'47'0,"0"0"110"0,0 0-104 16,0 0 3-16,0 0-2 0,18 69 0 0,-18-32-12 15,0-3-7-15,-18 20-5 0,18-1-6 16,-17 0-4-16,17 0-2 16,-18 0-7-16,0 0-4 0,1 0-7 0,17-1-1 15,-17-16-7-15,-1 17-4 0,1-18-4 16,-1-18 1-16,18 20-3 0,-18-20-5 15,1 0-6-15,17-17-24 0,0 0-23 16,0 0-47-16,0 0-27 0,0-17-11 0,17 0 155 16,-17-1-12-16</inkml:trace>
  <inkml:trace contextRef="#ctx0" brushRef="#br0" timeOffset="72335.841">18749 9067 91 0,'0'0'16'16,"0"0"170"-16,0 0-136 0,0 0 3 15,0 0-1-15,0 0 3 0,0 0-13 0,0 0-14 16,0 0-6-16,0 0-4 0,89 88-4 0,-72-53-8 15,1-17-3-15,0 16-3 16,17 3-2-16,0-20 1 0,1 0-3 0,-1 0-3 16,0 1-3-16,1-18-5 0,-1 19-8 15,18-19-10-15,-18 0-12 0,1 0-52 16,-19 0-135-16,19 0 65 0</inkml:trace>
  <inkml:trace contextRef="#ctx0" brushRef="#br0" timeOffset="72823.094">20055 8414 143 0,'0'0'30'16,"0"0"139"-16,0 0-113 15,0 0-14-15,0 0-2 0,0 0 4 0,0 0 0 16,-53 70-12-16,36-17-8 0,-1 16 1 0,-17-14 1 16,0 15-8-16,-1 0-6 15,1 1-6-15,0 0-2 0,17 0-4 0,-17-1 0 16,17-17-8-16,18 18 0 15,0-18-2-15,0-18-5 0,18-1-7 0,-1 3-4 16,19-20 0-16,-1 0-16 0,0 1-24 16,1 0-27-16,-1-18-69 0,-17 0-59 15,17 0 212-15</inkml:trace>
  <inkml:trace contextRef="#ctx0" brushRef="#br0" timeOffset="73519.174">20249 8855 188 0,'0'0'207'0,"0"0"-158"15,0 0-14-15,0 0 1 0,0 0 10 0,0 0-2 16,0 0-4-16,0 0-16 16,71 88-8-16,-36-70-4 0,-17 17-2 0,-1-1 1 15,1 3-4-15,17-20-2 0,-17 18-2 16,17-17-3-16,-17 0 4 0,17-2-2 0,1 3-2 15,-19-19-3-15,18 0-1 0,-18 0-1 16,1 0 0-16,0-19-4 16,17 3-3-16,-17-20 2 0,-18 1 0 0,17 0 2 15,-17 16 4-15,0-15 2 0,0-1 2 16,0-1 0-16,0-17 0 0,0 18-4 0,0-18 1 16,0 0-2-16,-17-1-3 0,17 3 3 15,0-3 0-15,-18 19 1 16,18-18 4-16,0 36 5 0,0-19 1 15,0 36 3-15,0-17 3 0,0 17-2 0,18-18-1 16,-1 18-2-16,1 0 0 0,17 0 1 16,-17 0 0-16,35 0 1 0,-18 18-3 15,18-18-1-15,0 17-2 0,0-17-3 16,-17 17-1-16,17-17-8 0,0 0-1 16,-1 0-1-16,-17 19-2 15,0-19-4-15,-17 0-4 0,17 0-5 0,-35-19-19 16,18 19-45-16,-18 0-89 0,0 0-112 0,-18 0 279 15</inkml:trace>
  <inkml:trace contextRef="#ctx0" brushRef="#br0" timeOffset="73784.92">21025 8784 180 0,'0'0'187'0,"0"0"-150"0,0 0-6 15,106 0 9-15,-70 17 14 0,-1-17-17 16,18 18-16-16,-19-18-11 0,-16 18-8 15,17-18-2-15,-17 18-2 0,-18-18 0 16,18 17-1-16,-18 1 2 0,-18-2 1 16,0 3 3-16,1-1-1 0,-19 0 1 15,2-2 2-15,16 3 2 0,-17 15-2 0,0-15-5 16,17-1 0-16,0-1 6 16,18-17 2-16,0 17-1 0,0-17 0 0,18 0 5 15,17 18-4-15,1-18-5 0,16 0-3 16,-17-18-10-16,36 18-1 0,-18-17-4 15,0 0-6-15,0 17-12 0,0-18-24 16,-18-1-67-16,18 3-98 0</inkml:trace>
  <inkml:trace contextRef="#ctx0" brushRef="#br0" timeOffset="74169.05">22172 8943 175 0,'0'0'247'0,"0"0"-189"0,0 0-13 16,88 0 1-16,-35 0 3 0,-18 0-10 15,18 0-9-15,18 0-7 16,-18 0-12-16,-1 0-9 0,1-18-2 15,0 18-13-15,0 0-4 0,-18 0-5 0,18-19-5 16,-17 19-13-16,-1 0-41 0,-17 0-97 0,-1-16-143 0</inkml:trace>
  <inkml:trace contextRef="#ctx0" brushRef="#br0" timeOffset="74783.276">23054 8661 117 0,'0'0'123'0,"0"0"39"15,0 0-107-15,35 87-1 0,-35-51 5 16,18 17-9-16,-18 0-9 0,0 0-16 16,0 0-8-16,0 0-5 0,0-18-3 15,18 18-5-15,-1-19 2 0,1 3-3 16,16-20-2-16,2 0-1 0,-19-17 0 15,19 0-3-15,-1 0-1 0,0 0 0 0,1-17-1 16,-19 0-1-16,1-1 0 16,0-17 0-16,-1-1 0 0,1 18 4 0,0-16-3 15,-18-19 3-15,17 16-2 0,-17-15 1 16,18-1 1-16,0 0-1 0,-18-18-2 0,17 0 4 16,-17 20-4-16,18-20 1 15,0 18-2-15,-18-1 0 0,0 20 2 16,17-3 4-16,-17 3 4 0,0 17 3 0,18 17 1 15,-18-18-1-15,18 18 1 0,-1 0-2 16,-17-18-3-16,36 18-1 0,-19 0 2 0,19 0 1 16,-19 0 0-16,18-18 0 0,18 18-5 15,-18 0 1-15,18 0-1 0,-18 0 0 16,18 0 0-16,0 0-4 0,0 0-2 16,0 0-1-16,0 0-2 0,-17 18-6 15,-1-18-6-15,0 18-3 16,1-18-4-16,-19 18-16 0,1-18-29 0,-18 17-65 15,0 1-63-15,0-18 65 0</inkml:trace>
  <inkml:trace contextRef="#ctx0" brushRef="#br0" timeOffset="75171.156">23760 8748 267 0,'0'0'205'16,"0"0"-183"-16,0 0-22 15,122 19 6-15,-69-19 14 0,0 0-2 16,-17 0-10-16,17 0-5 0,-18 0-3 0,-17 0 0 16,17 17 0-16,-35-17 0 0,18 17 0 15,-18-17 3-15,-18 18 6 0,0-18 0 16,1 18-2-16,-19 0-2 0,19-18 0 0,-19 17-2 16,19 1 0-16,-1-18-3 0,18 0-4 15,0 16 1-15,-18-16 0 0,18 19-2 16,0-19 2-16,18 18 3 0,0 0 2 15,-18-18 2-15,35 16 0 0,-17 3-2 0,-1-1 0 16,1-2-2-16,0 3 3 0,-1-1-3 16,1-1 1-16,0 0-1 15,-18 1 0-15,0 0 1 0,0 16 6 0,-18-15-2 16,0-1 5-16,1 16 12 0,-19-15-13 16,19-1-4-16,-19-1-3 0,1 0 3 15,0-17-5-15,17 0-2 0,-17 0-6 0,17-17-11 16,0 0-7-16,18-1-8 15,0-1-21-15,0-15-28 16,36-3-78-16,-19 21-110 0,36-38 271 16</inkml:trace>
  <inkml:trace contextRef="#ctx0" brushRef="#br0" timeOffset="75450.019">25082 8484 190 0,'0'0'283'15,"0"0"-216"-15,0 0-23 0,88 88-8 16,-70-70 1-16,17 18-11 0,0-1-8 16,-17 0-2-16,17 17-5 0,-17-16-1 0,0 17-3 15,-18 0-3-15,0 0 0 16,0 18-4-16,0-18 6 0,0-1-6 15,-36 0-2-15,19 19-2 0,-19-17-3 0,-17-2-7 16,0 1-11-16,0-17-6 0,-16 17 0 16,-2-18-19-16,-17-1-41 0,-1 2-85 15,36-18-68-15,-53 17 222 0</inkml:trace>
  <inkml:trace contextRef="#ctx0" brushRef="#br0" timeOffset="76304.501">26123 8961 200 0,'0'0'72'0,"0"0"58"0,0 0-81 0,0 0-12 16,0 0-2-16,0 0 2 15,0 0-2-15,0 0-5 0,106 16-4 16,-71-16-9-16,18 0-9 0,-1 0-6 0,1 19-2 16,0-19-7-16,-17 0-8 0,17 0-6 15,-36 0-6-15,19 18-3 0,-36-18-18 16,17 0-27-16,-17 0-84 0,-17 0-45 0,-1 0 120 15</inkml:trace>
  <inkml:trace contextRef="#ctx0" brushRef="#br0" timeOffset="76433.995">26194 9119 91 0,'0'0'34'0,"0"0"181"0,0 0-151 16,0 0-18-16,-89 18-11 0,89 0 4 16,18-18-2-16,0 16-10 0,17-16-7 0,18 0-3 15,0 19-6-15,0-19-6 0,-1 0-5 16,19 0-12-16,-18-19 1 0,17 19-8 0,-17-16-8 15,0 16-7-15,0-18-24 0,-17 18-81 16,-1-18-98-16,0 0 165 16</inkml:trace>
  <inkml:trace contextRef="#ctx0" brushRef="#br0" timeOffset="77052.619">27269 8643 32 0,'0'0'9'0,"0"0"120"15,0 0-41-15,0 0-38 0,0 0 2 16,0 0-1-16,36-53-4 0,-36 53 0 15,0 0-11-15,0 0-3 0,0 0-3 16,0 0-9-16,0 16-3 0,-18 4-3 16,0 15 2-16,1 0 1 0,-19 0-5 15,19 18 1-15,-19 18 8 0,1-20-11 16,0 4-5-16,17 14-4 0,-17-15-2 16,17 17 0-16,18-18-2 0,-18 0 0 15,18-1 2-15,0 2-4 0,18-2 4 16,0-17 2-16,17 1-2 0,-17-18-3 0,17-1-2 15,-17-17 1-15,17 0 2 0,0 0-4 16,1 0-2-16,-1 0 1 0,0-17 1 0,1-1-4 16,17-1 3-16,-18 2 1 15,0-18 3-15,1 0-3 0,17-1 1 0,-18-16 1 16,17-19-2-16,1 17-1 0,0-16 1 16,0-1-6-16,0-16-3 0,0-1 12 15,0 17-5-15,-18-17-1 0,1 18 3 0,-19 16 6 16,-17 1 1-16,0 1 10 15,0 33-1-15,0-15 4 0,-17 16-1 16,17-1 0-16,-18 19-4 0,0 0-1 0,1 0-2 16,-19 0-2-16,1 0-1 0,0 37 4 15,-1-20 0-15,-17 19 2 16,0 16-1-16,0-16-3 0,0 15-5 0,19-14-1 16,-19 16-3-16,0-18-2 0,18 1-2 15,-1-2-8-15,1 2 1 16,0-18 0-16,17-1-3 0,-17 17-3 0,17-34-9 15,0 19-36-15,1-1-27 0,-1-18-67 16,18 0-42-16,-18 0 193 0</inkml:trace>
  <inkml:trace contextRef="#ctx0" brushRef="#br0" timeOffset="77383.007">27428 8837 358 0,'0'0'65'15,"0"0"-33"-15,0 0-7 0,0 0 19 16,-17 88-5-16,-1-52-5 0,0-1-14 15,18-1-13-15,-17-15-7 0,-1 16 0 0,18 0-3 16,-18 1 3-16,1-1-2 16,-1-17-3-16,18 16-4 0,-35-15-2 15,17 16-3-15,0-18-2 0,1 0-6 0,-19 1-7 16,19 1-10-16,-1-2-10 0,0-17-15 16,1 0-26-16,17 0-39 15,0 0 47-15,17 0 75 0,1-17 4 0,0 17-7 16,17-19-18-16,0-16 28 0,1 18 42 15,-1 0-18-15,0-1 148 0,1-1-88 16,-1 2-15-16,0 17-12 0,1 0 5 16,-1 17-9-16,0-17-15 0,1 19-15 15,-1 16-6-15,-1-18-3 16,2 0 0-16,-1 1-7 0,0 1-7 0,1-2-6 16,-1 0-10-16,0-17-4 0,1 18-5 0,-1-18-4 15,-17 0-20-15,17 0-70 0,-17 0-98 0</inkml:trace>
  <inkml:trace contextRef="#ctx0" brushRef="#br0" timeOffset="77951.176">28663 8590 16 0,'0'0'219'0,"0"0"-145"15,0 0-36-15,0 0-5 16,0 0 15-16,0 0-6 0,0 0-4 16,-88 53-7-16,70-19-4 0,-17 3-1 0,17 16 6 15,-17-1-5-15,-1 19-1 16,1 0-4-16,0-2-6 0,17-15-2 16,0 17-7-16,1-1-2 0,-1-16-3 15,18-3-2-15,18-14-1 16,-1 15 1-16,1-34-4 0,17 16-6 0,1-15-1 0,17-1 3 15,0-1-2-15,-18-17-5 0,18 0-2 0,-18 0-4 16,18-17-17-16,-17-1-26 0,-19-1-26 0,19-15-42 16,-19 16-46-1,1-17 52-15,0-1 108 0</inkml:trace>
  <inkml:trace contextRef="#ctx0" brushRef="#br0" timeOffset="78418.927">28998 8837 125 0,'0'0'84'0,"0"0"114"0,0 0-154 16,-18 69-7-16,18-50 0 0,0 17 7 16,0-1-8-16,0-1-15 0,0-15-8 0,18 16-7 15,-18-18-3-15,17 1-1 16,-17 0-2-16,18 0 0 0,0-2 0 16,-1-16-4-16,1 19-4 0,-18-19 1 15,18 0-5-15,-18 0 3 0,17-19 0 0,-17 19 2 16,18 0 1-16,-18-16-1 0,18-2 2 15,-18 0 4-15,17 0 1 0,-17 1-1 16,18-18 1-16,-18 16 2 0,18-15-1 16,-1-1-1-16,-17-1 0 0,18 1 0 15,0 17 3-15,-18-17-2 0,17-1-1 0,-17 2 0 16,18-2-6-16,0 1-2 16,-18 16-3-16,17-15 2 0,1-3 0 0,-18 21 7 15,18-2 0-15,-18 1 2 0,0-1 4 16,17 18 0-16,-17-18 1 0,0 18 1 15,0 0 0-15,18 0-2 0,-18 0 0 16,0 0-1-16,18 0 1 0,-18-17-1 0,17 17-1 16,19 0 4-16,-19 0-2 15,18 0 1-15,0 0 0 0,18 0-2 0,0 0 0 16,0 0 2-16,0 0 1 16,0 17 1-16,0-17-1 15,0 0-2-15,0 18-1 0,0-18-3 0,-18 0 0 16,-17 18-3-16,17-18-2 0,-17 0-10 15,-1 0-4-15,-17 0-7 0,17 0-14 0,-17 0-45 0,-17 0-94 16,17 0-24-16,-35 0 142 16</inkml:trace>
  <inkml:trace contextRef="#ctx0" brushRef="#br0" timeOffset="78716.788">29580 8801 199 0,'0'0'162'15,"0"0"-137"-15,0 0-20 0,70 18 18 16,-34 0 40-16,-1-18-8 0,-17 18-24 0,-1-18-18 16,19 17-7-16,-19 1-1 15,1-2-1-15,-18-16-1 0,18 19-3 0,-18-1 0 0,0 0 0 16,0-2 0-16,0-16 0 16,0 19 0-16,0-1 2 0,-18-2-2 15,-17 3 0-15,17 16 0 0,-17-18 1 16,17 1 0-16,0 0-1 0,1-18 4 15,-1 18-1-15,18-18-2 0,0 16-1 16,18-16 1-16,-1 0 7 0,19 0 0 0,-1 19-8 16,0-19-7-16,18 0-6 0,0 0-5 15,0-19-13-15,0 19-15 0,-17 0-33 16,17-16-75-16,-18 16-77 0,-1-36 195 16</inkml:trace>
  <inkml:trace contextRef="#ctx0" brushRef="#br0" timeOffset="78917.427">30427 9101 274 0,'0'0'160'0,"0"0"-108"16,0 0-36-16,0 0 5 0,35 89 34 0,-35-71-7 16,0 16-20-16,0 3-16 15,0-20-7-15,-18 17-5 0,18-16-3 16,-17 1-4-16,-1 15-7 15,0-16 1-15,1 0 7 0,-1-1-19 0,0 0-23 16,18-17-44-16,-17 0-107 0,17 0-19 0,-18 0 180 16</inkml:trace>
  <inkml:trace contextRef="#ctx0" brushRef="#br0" timeOffset="79629.301">31097 9084 97 0,'0'0'289'0,"0"0"-226"0,-35 87-24 16,35-50-6-16,-18 16 19 0,18-1-6 16,0 2-13-16,0-2-13 0,18-17-7 15,-1 1-4-15,1-1 1 0,17-1-1 16,1-14 10-16,-1-4-5 0,-17-16-6 16,17 18-5-16,0-18-3 0,1-18-2 0,-1 18 2 15,-17-16-3-15,17-4 2 0,-18-14-2 16,0 17 0-16,1-20 2 0,0 3 0 15,-1-2 1-15,1-17-4 0,-18 18-2 16,18-17-1-16,-1-19-2 0,1 18 1 16,0 0 3-16,-18-17 1 0,0 17 0 15,17-2 0-15,-17 4 1 0,0-3-1 16,0 20-2-16,0-19 4 0,0 16 0 16,0 21 2-16,-17-2 6 0,17 1 4 0,0 17-2 15,0-20-3-15,0 20 0 0,0 0-2 16,17 0-1-16,1 0-2 0,0 20 0 15,-1-20 1-15,19 0 3 0,-1 0-1 0,0 17-2 16,18-17 1-16,0 18-2 0,0-18 0 16,0 16 0-16,18 3 0 15,-1-19-2-15,-17 18 1 0,17-1-5 0,-17-17-2 16,0 0 0-16,-17 17-6 16,-1-17-6-16,-17 0-8 0,-1 0-19 15,1 0-47-15,-18 0-110 0,-18 0-54 0</inkml:trace>
  <inkml:trace contextRef="#ctx0" brushRef="#br0" timeOffset="79987.259">31909 9049 219 0,'0'0'246'0,"0"0"-213"16,0 0-18-16,88 35-3 0,-53-35 32 15,0 17-1-15,0-17-15 0,0 18-15 0,-17 0-10 16,0-18-3-16,-1 18-2 0,-17-18 2 15,0 16-3-15,0 3 0 16,-17-19 3-16,-1 18 0 0,0-1 0 0,1 0 0 16,-1 2 0-16,0-19 0 0,1 18 0 0,17-18 0 15,-17 17-3-15,17-17 1 0,0 17-1 16,0-17 2-16,17 17-1 16,-17 1 1-16,17 1 1 0,1-2 0 0,0 0 1 15,-1 1 0-15,-17 0 1 0,18-18-1 16,-18 17-1-16,18 0 0 0,-18-17 2 15,0 19 4-15,-18-19 0 0,18 18-1 16,-18-18 0-16,1 17-1 0,-1-17-3 16,0 0-1-16,18 0-2 0,-17 0-3 15,0 0-9-15,17 0-6 0,-18 0-4 16,18 0-14-16,0-17-19 0,0-1-29 16,18-1-106-16,-1-15-40 0</inkml:trace>
  <inkml:trace contextRef="#ctx0" brushRef="#br0" timeOffset="80259.091">33143 8748 200 0,'0'0'213'16,"0"0"-114"-16,0 0-44 15,71 71-11-15,-53-35-5 16,-1-1-10-16,1 0-5 0,0 1-5 0,-18-1-6 15,17-1-6-15,1 20-2 0,0-19-2 0,-18 17 1 16,16 2-2-16,-16-18-1 0,0 16 0 0,-16 2 1 16,16-2-2-16,-36 0-2 0,1 2 0 15,0 0-1-15,-18-3 1 0,0 3-6 16,0-19-7-16,-18 0-3 16,0 1-7-16,1-2 6 15,-1 1-10-15,-17 1-11 0,0-1-31 0,-18-17-60 16,36 0-87-16,-54 18 95 0</inkml:trace>
  <inkml:trace contextRef="#ctx0" brushRef="#br0" timeOffset="102639.397">20390 811 9 0,'0'0'146'16,"0"0"-37"-16,0 0-65 0,0 0-1 16,0 0-8-16,0 0 1 0,0 0-5 0,0 0-5 15,0 0-4-15,0 0-4 0,0 0-2 16,0 0-5-16,18 0-1 15,-18 0 2-15,18 0 1 0,-1 17 2 0,1-17 4 0,0 19-8 16,17-2-5-16,0-17-2 16,-17 18-4-16,17-18 2 0,-17 17-2 15,16-17 0-15,2 0-1 0,-19 0-1 0,19 0-3 16,-19 0-5-16,19 0-6 0,-19 0 0 16,1 0-5-16,0 0-6 0,-1 0-13 15,-17 0-23-15,18-17-24 0,-18 17-63 16,0 0-23-16,-18-18 162 0</inkml:trace>
  <inkml:trace contextRef="#ctx0" brushRef="#br0" timeOffset="102946.803">20355 899 11 0,'0'0'171'0,"0"0"-97"0,0 0-45 0,0 0-6 15,0 0 10-15,0 0 8 0,0 0-13 16,0 0-10-16,0 0 0 0,0 0 1 16,0 71-3-16,0-35 2 0,0-19 4 0,0 17-6 15,0 3-2-15,-18-3-2 16,18 2 0-16,-17-1-2 0,17 1-3 0,-18-1-3 16,18 0-1-16,-18 1-3 15,1-1 0-15,17-1 0 0,-18 3-2 0,18-20 2 16,-18 18-2-16,18-17 0 0,0 0-1 15,0-2-3-15,0 3-4 0,0-19-4 16,0 0-5-16,0 18 0 0,18-18-7 16,0 0-15-16,-18-18-17 0,17 18-35 15,1-19-82-15,-18 3 77 0</inkml:trace>
  <inkml:trace contextRef="#ctx0" brushRef="#br0" timeOffset="103139.895">20390 1252 15 0,'0'0'326'0,"0"0"-283"0,0 0-20 16,0 0 5-16,0 0 18 0,0 0-15 0,0 0-1 15,0 0-9-15,106-17-6 0,-88 17-5 16,17 0-3-16,1 0-7 0,-1 0-3 16,-1 0-1-16,2 0-10 15,-1-18-11-15,-17 18-13 0,17 0-15 0,0 0-43 16,-17-18-81-16,0 18-7 0</inkml:trace>
  <inkml:trace contextRef="#ctx0" brushRef="#br0" timeOffset="105420.218">20284 1622 67 0,'0'0'7'0,"0"0"-7"15,0 0 173-15,0 0-124 0,0 0-8 16,0 0-8-16,0 0 1 0,0 0 0 16,0 0-4-16,0 0-5 0,0 0-5 0,-17 0-2 15,17 0-1-15,0 0 0 16,0 0-1-16,0 0-3 0,0 0-1 0,17 0 0 15,-17 0 5-15,0 0-3 0,18 0-5 0,-18 0-2 16,18 0-1-16,-1 0-1 16,-17 0-2-16,18 0 0 0,0 0-1 15,-1 0 0-15,1 0-2 0,17 0 0 0,-17 0 0 16,17 0-2-16,-17 0 1 0,17 0-2 0,-17 0-2 16,17 0 0-16,0 0-1 15,-18 0-3-15,19 0-3 0,-19 0-1 0,19 0-1 16,-19 0 0-16,1 0-5 0,0 0-5 15,-1 0-13-15,1 0-24 0,0 0-32 16,-18 0-82-16</inkml:trace>
  <inkml:trace contextRef="#ctx0" brushRef="#br0" timeOffset="106254.784">22172 741 44 0,'0'0'39'0,"0"0"55"0,0 0 0 16,0 0-39-16,0 0-14 15,0 0-1-15,0 0-3 0,0 0-5 16,0 0-6-16,-89 70-6 16,72-34-5-16,-19-19-4 0,1 18-4 15,0 1 0-15,-1 15-1 0,2-14 1 16,-19 16-1-16,18-1 3 0,-18 1-2 0,0 18-2 0,0-18-2 15,0-1-2-15,0 20 2 16,0-20-3-16,0 2 0 0,0-1 0 0,17 0 0 16,-17-1-3-16,19 2 3 0,-1-20-2 15,17 2-4-15,-17-2-6 16,35 3 0-16,-18-3 2 0,18-17 4 0,0 3-9 16,0-20 0-16,0 0-8 0,18 0-4 0,-1 0-17 15,1 0-12-15,17-20-34 16,-17 20-68-16,-1-17 113 0</inkml:trace>
  <inkml:trace contextRef="#ctx0" brushRef="#br0" timeOffset="107751.027">22401 1341 84 0,'0'0'11'0,"0"0"137"0,0 0-93 16,0 0-10-16,0 0-7 0,-17-71 3 15,17 53-3-15,-18 1 5 0,18 17-9 16,0 0-13-16,0-18-8 0,0 18-4 16,-18 0 0-16,18 0 0 0,0 18 0 0,-17-18 0 15,17 17-1-15,-18 1 0 0,0-2 0 16,18 21 4-16,-17-19-3 0,17-2-2 15,-18-16-4-15,18 19 1 0,0-19-2 16,0 0-2-16,0 0 0 0,18 0-2 16,-18 0-1-16,17 0-3 0,1 0-3 0,-18 0 0 15,18 0-1-15,17-19-3 0,-17 3 1 16,-1 16 0-16,1-18 0 16,0 0 1-16,-1 18 4 0,1-19 1 15,-18 19 3-15,0 0 3 0,18 0 6 0,-18 0 5 16,0 0 4-16,0 19-5 0,0-1-3 15,-18 0 5-15,18-2-1 0,0 3-5 0,-18-1 0 16,18-2-3-16,0 3-3 16,0-1 1-16,0-18-1 0,0 17-4 15,18-17-6-15,0 0-2 0,-1 0-1 0,1 0-1 16,-1-17-4-16,18-1-8 16,-17-1-24-16,-1 3-15 0,19-2-35 15,-19-1-30-15,1-15-4 0,17-3 128 0,-35 21-15 16</inkml:trace>
  <inkml:trace contextRef="#ctx0" brushRef="#br0" timeOffset="107954.439">22913 935 111 0,'0'0'10'0,"0"0"124"15,0 0-63-15,0 0-9 0,0 0-8 0,0 0 4 16,0 0-9-16,-18 88-10 0,18-54-10 16,-18 3-5-16,1-3-3 0,-1 2-5 15,0-1-7-15,1 1-6 0,-1-19-3 16,18 17-4-16,-18-15-6 0,18-19-7 15,0 18-2-15,0-18-4 0,0 0 0 16,18 0-1-16,0 0-16 0,-1-18-22 16,1-1-26-16,17 3-69 0,-17-2-27 15,17-17 172-15</inkml:trace>
  <inkml:trace contextRef="#ctx0" brushRef="#br0" timeOffset="108119.363">23212 899 127 0,'0'0'186'15,"0"0"-55"-15,0 0-103 0,-35 71-7 0,18-35 24 16,-1 15 5-16,1-14-6 0,-1 16-17 0,18-1-12 16,-18-16-8-16,1 15-5 0,17-14-2 0,0-3 0 15,0 3-5-15,0-2-9 0,0 0-4 0,0-18-5 16,17 1 0-16,1 0-2 16,0 0-6-16,-1-18-34 0,1 0-74 15,-1 0-80-15,0 0 157 0</inkml:trace>
  <inkml:trace contextRef="#ctx0" brushRef="#br0" timeOffset="108394.824">23654 1181 32 0,'0'0'334'0,"0"0"-241"0,0 0-55 16,-18 105-9-16,18-68 23 0,-18-3-7 0,18 19-10 15,-17 1-13-15,-1-1-9 0,18 0-1 16,-18-1-7-16,18 2-5 0,-17-2-1 0,-1 1 1 16,0-17 0-16,18-2-2 0,-17 3-3 15,17-3-3-15,0 3-1 0,-18-21-3 16,18-16-2 0,0 18-1-16,0-18-3 0,0 0 0 15,0 0-7-15,18-18-18 0,-18 2-8 16,17-4-78-16,1-14-30 0,0 17 5 0,-18-37 153 15</inkml:trace>
  <inkml:trace contextRef="#ctx0" brushRef="#br0" timeOffset="108637.915">23671 1252 142 0,'0'0'48'0,"0"0"132"16,0 0-149-16,0 0-16 0,0 0 13 15,0 0 11-15,0 0-5 16,89-53-13-16,-72 53-6 0,1 0-4 0,-1 0 1 15,0 18-2-15,1 0-1 0,-18-1-2 16,0 1-3-16,0-2-4 0,0 21 0 0,0-19-4 16,-18 17 1-1,1-17-3-15,0-2-3 0,-18 21 2 16,17-20-8-16,-17 0-6 0,-1 1-3 16,19-18-4-16,-1 18 4 0,0-18-2 0,1 0-7 15,17 0-20-15,0-18-19 0,0 0-17 0,0 1 39 16,0 17-25-16,35-35 46 0</inkml:trace>
  <inkml:trace contextRef="#ctx0" brushRef="#br0" timeOffset="108907.951">23953 1235 201 0,'0'0'130'16,"0"0"-53"-16,0 0-43 0,0 0-6 0,0 0 19 15,0 0-10-15,18 70-15 0,-1-52-14 16,-17 0-8-1,0-18-2-15,0 16-5 0,-17 3-2 16,17-19 5-16,0 18-2 0,-18-18 0 16,18 16 0-16,-18-16 3 0,18 0 3 0,0 19 2 15,0-19 3-15,0 0 3 0,0 0-3 16,18-19 2-16,-18 19-4 0,18-16-3 0,-1-2-13 16,1-1 3-16,17 3-6 0,-17-20-4 15,0 17-12-15,17 3-6 0,-17-2-6 0,-1 1-10 16,1 17-7-16,-18-18-8 0,18 18-24 0,-1 0 24 15,-17 0 45-15,0 0 22 0,0 0-24 16</inkml:trace>
  <inkml:trace contextRef="#ctx0" brushRef="#br0" timeOffset="109189.001">24218 1252 98 0,'0'0'12'0,"0"0"126"15,0 0-56-15,0 0-37 16,-18 89-14-16,18-73 5 0,-17 3 2 16,17-1-15-16,0-18-13 0,0 16-6 0,0-16-1 15,17 0-3-15,1 19-1 0,0-19-9 16,-1 0-8-16,1-19-3 0,17 3-9 15,-17 16-7-15,17-18-12 16,-17-1-16-16,0 3 15 16,-1-2 36-16,-17 0 14 0,0-1 27 15,0 19 18-15,0-16 4 0,-17 16-13 0,17-18-2 16,-18 18-1-16,0 0-3 0,1 0-2 16,-1 18-4-16,0-2-4 0,1-16-3 0,-19 19-6 0,19-1-8 15,-1 0-3-15,18-2-4 0,-18-16-1 16,1 19-10-16,17-19 0 0,0 0-4 0,0 18-4 15,0-18-8-15,17 0-6 0,1 16-5 16,0-16 12-16,-1 0-43 0,19 0-77 16,-19 0 15-16</inkml:trace>
  <inkml:trace contextRef="#ctx0" brushRef="#br0" timeOffset="110203.333">24588 1217 211 0,'0'0'85'0,"0"0"3"0,0 0-45 15,0 0-17-15,0 0 17 0,0 0 8 0,0 0-3 16,0 0-15-16,0 0-7 16,35 69-1-16,-17-14-3 15,-18-20-3-15,0 18 2 0,-18-1-5 16,18 2-4-16,-17-1-4 0,-1 0-2 0,18-1-4 0,-18-17-2 16,18 18 0-16,-17-17 0 0,17-2-1 15,-18 3 0-15,18-3-4 0,0 3-3 0,0-21-1 16,0 2-2-16,0-18-4 0,-18 0-3 15,18 0-1-15,0 0-2 0,0 0-8 16,0-18-14-16,0 2-19 0,0-4-16 0,18-14-4 16,-18-1-10-16,18-1 11 15,-18-17-10-15,17 0 34 0,1 1 45 0,0-2 12 16,-1 2 12-16,19-19-9 16,-19 19 12-16,1-1 56 0,0 16-11 15,-1 3 7-15,-17-3-13 0,18 21-2 0,-18 16 2 16,18-18-5-16,-18 18-12 0,0 0-6 15,17 0-5-15,1 0-8 0,-18 0-3 16,18 0-4-16,-18 0-4 0,17 0-4 0,-17 0-3 16,18 0 0-16,-18 0-2 15,0 18-1-15,0-18-1 0,0 0 0 0,0 16-3 16,0-16 2-16,0 19-1 0,-18-1 1 16,1 0-2-16,-19-2 0 0,19 21-3 15,-1-21 1-15,-17 3-2 16,35-1-1-16,-18-1-1 0,18-17 7 15,0 0 4-15,0 0-2 0,0 17 4 0,0-17 1 16,0 0 2-16,0 0-3 0,18-17-10 16,-1 17-15-16,1-17-6 0,0-1-25 0,17-1-34 15,-17 3-63-15,-1 16 51 16</inkml:trace>
  <inkml:trace contextRef="#ctx0" brushRef="#br0" timeOffset="110571.949">24924 1429 3 0,'0'0'269'16,"0"0"-205"-16,0 0-43 0,0 0-12 15,0 0 21-15,0 0 15 0,0 0-12 0,0 0-25 16,0 0-8-16,88 35-8 16,-70-35-5-16,17-17-11 0,-18-1-9 0,18 18-5 15,-17-19-4-15,17 3-10 0,-17-2 0 16,-18-1 7-16,0 19 45 0,0-16 26 0,0-2 37 16,0 18-5-16,0 0 0 15,-18 0-10-15,0 0-13 0,1 18-8 16,-1-18-3-16,0 16-2 15,1 3 1-15,0-19-8 0,-1 18-9 0,1-2-3 0,17 3-2 16,-18-19 2-16,18 18 1 0,0-18-2 16,0 0 2-16,0 17 1 0,0-17-1 15,18 0-4-15,-18 17-3 0,0-17-2 16,17 18 0-16,-17-18 0 16,18 18 2-16,-18-18-5 0,17 18-1 0,0-2 0 15,1-16-1-15,-18 19 2 0,18-19 4 16,-1 18 1-16,1-18-1 0,0 0-2 0,-1 0-2 15,1 0-4-15,0 0-4 0,-1-18-4 16,1 18-2-16,17-19 7 0,-17 3-24 0,0-2-9 16,-1 0-26-16,1 0-23 15,0-16-54-15,-18 16 151 0,17-17 0 0</inkml:trace>
  <inkml:trace contextRef="#ctx0" brushRef="#br0" timeOffset="111454.425">25506 1164 101 0,'0'0'52'16,"0"0"113"-16,0 0-127 0,0 0-10 16,70 0 12-16,-52 0 7 0,-18 0-6 0,18 0-13 15,-18 17-4-15,17-17-3 0,-17 18-7 0,0 18-6 16,0-19 0-16,0 1-1 15,0 17 1-15,0 1-1 0,0-20-3 0,-17 21 0 16,17-21-1-16,-18 21 2 0,18-20-3 0,0 0 2 16,-18 1-1-16,18-18-1 0,0 18 0 15,-17-18-2-15,17 0 0 0,0 18 0 16,0-18 0-16,0 0 0 0,0 0-1 16,0 0 0-16,0-18 1 0,0 18 0 15,0-18 0-15,17-17-2 0,19 18-1 16,-19-20-3-16,19 3-2 0,-1-1-6 0,-1-20 0 15,2 21-10-15,-1 17-2 0,0-19-5 16,-17 18-12-16,17 18-11 16,-17-17-27-16,17 17-53 0,-17 0-46 15,0 0 173-15,-1 0-15 0</inkml:trace>
  <inkml:trace contextRef="#ctx0" brushRef="#br0" timeOffset="111803.489">26387 1164 108 0,'0'0'280'0,"0"0"-228"0,0 0-26 16,0 0 15-16,0 0 9 0,0 0-15 0,0 0-25 15,0 0-6-15,0 0-2 0,-87 0 0 0,69 17 3 16,-17 1 3-16,-1 0-3 0,19-18 0 16,-1 18-3-16,0-1-2 0,1-17-1 15,17 18 0-15,0-18-3 16,0 0-1-16,0 16 0 0,0-16 2 15,17 19 3-15,-17-1 0 16,18-18 0-16,0 18 0 0,-1-2 0 16,1 3 0-16,0-1 0 0,-1-2 1 0,1 3-1 15,0-1 3-15,-18-1 2 0,17 0 0 16,-17 1 1-16,0-18 0 0,0 18 0 0,0-18-5 16,-17 18 0-16,17-18-1 0,-18 16-1 15,0-16-1-15,1 0-7 0,-1 0-7 16,18 0-2-16,-18 0 1 0,1 0 0 0,17 0-3 15,0-16-7-15,0-2-7 0,0 0-23 16,17-17-35-16,1 18-65 0,0-1 16 0,-1-35 132 16</inkml:trace>
  <inkml:trace contextRef="#ctx0" brushRef="#br0" timeOffset="112119.949">26634 1252 206 0,'0'0'76'0,"0"0"44"15,0 0-79-15,0 0 7 0,0 0 13 16,18 71-11-16,-18-53-12 0,-18-2-12 0,18 3-10 15,-17-1-7-15,17-18-6 0,-18 16-3 16,18-16 0-16,0 0 0 0,0 19-4 16,0-19-3-16,0 0-8 0,0 0-1 15,0 0 1-15,0 0 3 0,18-19-1 16,-18 19-2-16,17 0-7 16,1-16 0-16,0-2-2 0,-18-1-1 15,17-15-2-15,1 16 14 0,-18-1 13 0,0 19 8 16,18 0 8-16,-18 0 5 0,0 0-2 15,0 0-2-15,0 19 4 0,0-1 0 0,-18 0-2 16,18 17 1-16,-18-17 3 16,18 17-3-16,-17-17-6 0,17-1-10 15,0 0-4-15,0 1 0 0,0-18-1 0,0 0-7 16,0 0-11-16,17 0-8 0,-17 0 2 16,36-18-15-16,-19 1-79 0,19-18-48 15,-19 16-85-15,36-15 247 0</inkml:trace>
  <inkml:trace contextRef="#ctx0" brushRef="#br0" timeOffset="112487.669">27146 899 108 0,'0'0'33'0,"0"0"119"15,0 0-54-15,0 0-26 0,0 0-13 16,0 0-9-16,-53 71-5 0,35-35-9 16,0-1-6-16,1 0-7 15,-1 17-7-15,0-16-7 0,-16-1-8 0,16 1-1 16,1-1-3-16,-1-19-4 0,18 3-2 15,0-1 0-15,0 0-1 0,0-18-2 0,0 16 5 16,18-16 4-16,-1 0 3 0,1 0 0 16,-18 0-2-16,34 0-4 15,-16 0-3-15,0 0-2 0,-18 0 1 0,17 0-1 0,1 0-1 16,-18 0-1-16,0 0 4 0,0 0 0 16,0 19 5-16,0-19 4 15,0 0 3-15,0 18 5 0,0-18 2 0,-18 16-1 16,18-16-1-16,-17 19 0 0,17-19 2 15,-18 0-4-15,0 0-4 16,18 18 0-16,-17-18 0 0,0 0-2 0,-1 0-2 16,18 0-2-16,-17 0 1 0,17 0-13 0,0-18-5 15,-18 18 0-15,18 0-28 0,18-19-37 16,-18 3-76-16,17 16-61 16,1-37 208-16</inkml:trace>
  <inkml:trace contextRef="#ctx0" brushRef="#br0" timeOffset="112653.784">27340 1323 232 0,'0'0'151'0,"0"0"-96"0,0 0-23 15,0 0 34-15,0 0 7 0,0 0-21 0,0 0-21 16,106 34-16-16,-88-34-9 16,17 0-6-16,0-16-1 0,1 16-12 15,-1-18-5-15,-18 0-7 0,18-1-6 0,0 3-9 16,-17-2-31-16,0-17-72 0,-1-1-52 15,1 19 36-15</inkml:trace>
  <inkml:trace contextRef="#ctx0" brushRef="#br0" timeOffset="112885.04">27639 917 88 0,'0'0'19'16,"0"0"200"-16,0 0-138 15,0 0-26-15,-52 89-11 0,35-54-5 0,-1 0-4 16,18 0-10-16,-18 18-7 0,1-18-5 15,17 18-3-15,-18-19 1 0,0 21 4 16,1-20 1-16,17 18-6 0,-18-18-5 16,0 18-3-16,1-19-2 0,17 3-1 15,-18-3 1-15,18-15-5 0,0 16-5 16,0-18 3-16,-18 0-5 0,18 1-4 0,0-18-1 16,0 19 1-16,0-19 3 0,0 0-4 15,0 0-6-15,18-19-23 16,-18 1-74-16,18 18-74 0,-1-34 50 0</inkml:trace>
  <inkml:trace contextRef="#ctx0" brushRef="#br0" timeOffset="113048.203">27851 1499 299 0,'0'0'206'0,"0"0"-188"0,0 0-11 16,0 0 17-16,-53 71 33 15,53-53-15-15,-17-1-26 0,17-17-12 0,-18 0-4 16,18 0-3-16,0 0-10 0,0 0-13 15,0 0-5-15,0 0-18 16,0-17-71-16,0-1-128 0,18-1 67 16</inkml:trace>
  <inkml:trace contextRef="#ctx0" brushRef="#br0" timeOffset="113177.559">27869 1217 131 0,'0'0'341'16,"0"0"-292"-16,0 0-34 0,0 0-4 0,0 0 0 15,0 0-4-15,0 0-7 0,0 0-16 16,0 0-31-16,0 0-36 0,0 0-129 16,71 18 18-16</inkml:trace>
  <inkml:trace contextRef="#ctx0" brushRef="#br0" timeOffset="114188.676">28152 1481 105 0,'0'0'42'0,"0"0"188"15,0 0-195-15,0 0-18 0,0 0 18 0,0 0 18 16,0 0-6-16,0 0-17 0,0 0-15 15,-18 70-4-15,18-70 1 0,0 19 0 16,0-19 0-16,18 18-5 0,-18-18-3 16,0 17-3-16,0-17-1 0,0 17-2 15,0-17 0-15,17 0 0 0,-17 0-3 16,0 0-4-16,18 0-5 0,0 0 1 16,-1-17-2-16,1 0-6 0,16-1-4 15,2-1-7-15,-1 3-6 0,0-20 6 16,1 18 6-16,-1-16 9 0,0-3 15 0,1 3 2 15,-19-1 3-15,1-1-3 0,0 1-5 16,-18 0 5-16,0 17 22 0,0 18 8 0,-18 0-4 16,0 0 3-16,-17 18 3 15,-18 17 5-15,18 0 0 0,-18 1-2 16,17-1-2-16,1-1-8 0,17-15-13 16,1 16-6-16,17-18-3 0,0 1-3 0,0-18-1 15,35 18-9-15,-17-18-4 0,17 0-6 16,18 0-7-16,0-18-8 0,0 0-26 15,0 1-23-15,-18 0 1 0,18-1 10 16,0-17-6-16,0-2 5 0,-17 21 1 0,17-20 24 16,-18-17 49-16,-1 18 9 0,2 17 17 15,-19-17 60-15,-17 35 46 16,0-17-53-16,0 17-26 0,0 17-22 0,-17-17 14 16,-1 35 9-16,-17-17-4 0,0 17-4 15,0-1-2-15,0 21-11 16,-1-20-9-16,1 18-14 0,0-18-7 0,17 18-3 15,0-19-4-15,18 20-8 0,-17-18-9 16,17-1-5-16,0-1-2 0,17 3-6 16,-17-20-36-16,18 18-49 0,-18-17-122 0</inkml:trace>
  <inkml:trace contextRef="#ctx0" brushRef="#br0" timeOffset="115234.746">18627 811 25 0,'0'0'141'0,"0"0"6"0,0 0-97 16,0 0-5-16,0 0-13 0,0 0 1 15,0 0-3-15,70-35 1 0,-52 53 3 0,-18-1 0 16,17 0-12-16,-17 19-6 0,17-1-4 16,-17 1-2-16,0 15-3 0,0-14-1 15,-17 16-3 1,17-18 0-16,-35 18-1 0,18-18-1 15,-36 18 1-15,17-19-2 0,-17 3 0 0,18-3-1 16,-18 3 1-16,18-21-1 0,-18 3 0 0,17-1 0 16,19-18-3-16,-1 0 2 0,0 0-1 0,1 0-1 15,17 0-3-15,-18-18 3 0,18-1 1 16,0-15 0-16,0 15 3 0,18-15-12 16,-1-3-3-16,-17 3 1 15,18-1 11-15,0 17 2 0,17 0-1 0,-17 1 2 0,-1 17 6 16,1 0 5-16,0 0-1 0,-1 0-1 15,1 17-4-15,0 1 2 0,17 0 1 16,-17 0-3-16,17 17-2 16,-17-19-3-16,17 3-3 0,-17-1-7 15,17 0-5-15,-17-2-5 0,17-16-3 16,-18 19-9-16,0-19-31 0,1 18-68 0,0-18-54 16,-1 0-1-16</inkml:trace>
  <inkml:trace contextRef="#ctx0" brushRef="#br0" timeOffset="115484.81">19773 1023 89 0,'0'0'272'0,"0"0"-229"0,0 0-24 0,-71 53 2 16,18-35 29-16,18 16 9 0,-18 2-12 15,0-1-15-15,18 18-9 0,-1-19-7 16,1 21-2-16,0-20-3 0,18-1-3 15,-1 3-5-15,18-20 0 0,0 18 2 0,0-17-3 16,18 0-2-16,-1-2-5 16,0 3-1-16,1-19-2 0,17 18-5 15,-17-18 2-15,0 0-1 0,17 0-1 0,-17-18-3 16,-1-1-7-16,19 3-21 16,-36-2-52-16,17 0-114 0,-17-17-50 15</inkml:trace>
  <inkml:trace contextRef="#ctx0" brushRef="#br0" timeOffset="115612.861">19244 1341 36 0,'0'0'422'15,"0"0"-369"-15,0 0-45 0,0 0 3 0,106 0 4 16,-72 0-1-16,19 0-14 0,0 0-17 16,0 0-28-16,-17 0-35 0,17-18-145 15</inkml:trace>
  <inkml:trace contextRef="#ctx0" brushRef="#br0" timeOffset="117783.939">29880 935 96 0,'0'0'123'0,"0"0"64"16,0 0-134-16,0 0-24 0,0 0 4 15,0 0 2-15,0 0-1 0,0 0-7 0,88 35-9 16,-70-19-10 0,17-16-4-16,1 20-4 0,-1-20-4 0,0 0-11 0,0 0-9 15,-18 0-3-15,19 0-15 0,-19 0-23 16,1 0-63-1,-18 0-38-15,18 0-10 0</inkml:trace>
  <inkml:trace contextRef="#ctx0" brushRef="#br0" timeOffset="117994.409">30092 935 47 0,'0'0'21'0,"0"0"143"16,0 0-41-16,0 0-79 15,0 0-7-15,-53 88 11 0,35-54 2 0,18 20-11 0,-17-18-2 16,-1 16-11-16,18 1-7 0,-18 0-3 0,1-1-1 15,17 1-4-15,-18 1-4 0,18-19-4 16,-18 1-1-16,18-1-2 0,0 0 0 16,0-18 0-16,0 20-3 0,0-37-9 0,0 17-4 15,18-17-2-15,-18 17-3 16,0-17-1-16,18 0-8 0,-18 0-28 16,0-17-61-16,0 0-55 0,17 17-14 15,-17-37 144-15</inkml:trace>
  <inkml:trace contextRef="#ctx0" brushRef="#br0" timeOffset="118134.871">29968 1357 200 0,'0'0'10'0,"0"0"144"16,0 0-119-16,0 0-8 0,0 0 30 0,0 0-6 15,0 0-10-15,89 0-20 0,-54 0-12 16,0 0-5-16,0 0-4 16,-18 0-4-16,19 0-13 0,-1 0-10 0,0-16-12 15,1 16-17-15,-19-18-72 16,19 18-62-16</inkml:trace>
  <inkml:trace contextRef="#ctx0" brushRef="#br0" timeOffset="118382.574">30692 1006 174 0,'0'0'22'16,"0"0"116"-16,0 0-96 0,0 0-2 15,0 0 16-15,0 0 3 0,0 0-13 0,-53 88-8 0,35-54-4 16,-17 19-7-16,17-17-2 0,-17 17-5 0,17-18-6 16,-17 17-6-16,17-15-4 15,0-2-2-15,1 0-1 0,-1 0-1 0,18-17 0 16,0 0-3-16,0-2-6 0,18 3 1 16,-18-1-3-16,17-18-7 0,19 0-8 15,-19 0-9-15,1 0-31 0,17-18-89 16,1-1-80-16</inkml:trace>
  <inkml:trace contextRef="#ctx0" brushRef="#br0" timeOffset="118737.274">31097 1023 9 0,'0'0'343'16,"0"0"-277"-16,0 0-14 0,0 0 8 15,0 0-4-15,-35 105-13 0,17-69-14 16,0-1-12-16,1 1-2 0,-1-1-4 15,0 0-1-15,1 1-3 16,-19-1-4-16,19-1-3 0,-19 3-1 0,19-20 0 0,-1 0 0 16,0 1-2-16,-16 0 0 0,16 0-2 15,1-18-2-15,-1 0-3 16,0 0-2-16,1 0 0 0,17 0 0 0,-18-18 2 0,18 18 1 16,0-18 1-16,0 0 3 15,0 1 0-15,18-18-3 0,-18 16-9 0,17 3 16 16,1-2 1-16,0-1 3 15,-18 19 7-15,0 0 1 0,17 0 1 16,-17 19 2-16,0-1 5 0,18-2 0 0,-1 3-2 16,0 16-1-16,1-18-4 0,17 1-5 15,-17 0-7-15,17 0-2 0,-17-18-15 0,17 16-6 16,1-16-1-16,17 0-20 16,-36 0-77-16,36-16-122 0</inkml:trace>
  <inkml:trace contextRef="#ctx0" brushRef="#br0" timeOffset="118953.872">31432 1199 4 0,'0'0'344'0,"0"0"-263"0,0 0-21 16,0 0 6-16,0 0-7 0,-17 71-16 0,-1-36-13 16,1 1-10-16,-1-1-5 15,0-1-3-15,1 20-5 0,-1-19-7 0,0 1-2 16,1-1-3-16,-1 0-9 0,-17 1-5 15,17-1 1-15,0-1 0 0,1 3-3 16,-1-3 1-16,0-16-7 0,1 17-61 16,-1-18-60-16,0 2-57 0,1-19 67 15,17 18 123-15</inkml:trace>
  <inkml:trace contextRef="#ctx0" brushRef="#br0" timeOffset="119183.553">31714 1499 45 0,'0'0'329'0,"0"0"-274"15,0 0-21-15,0 0 8 0,106 18 0 16,-70-18-14-16,-1 18-17 0,-17-18-11 0,17 16-2 15,0-16-5-15,-17 0-11 16,0 19-9-16,-1-19-10 0,-17 0-30 0,0 0-92 16,0 0-48-16,0 0 160 0</inkml:trace>
  <inkml:trace contextRef="#ctx0" brushRef="#br0" timeOffset="119335.389">31644 1676 309 0,'0'0'68'0,"0"0"-16"0,0 0 22 15,0 0-18-15,0 0-13 0,88 34-18 16,-53-34-14-16,1 18-9 0,-1-18-2 0,18 0-9 16,-18-18-14-16,18 18-9 15,-17-17-16-15,16 0-42 16,-17 0-92-16</inkml:trace>
  <inkml:trace contextRef="#ctx0" brushRef="#br0" timeOffset="119529.59">32491 1270 7 0,'0'0'318'0,"0"0"-261"16,0 0-23-16,88 0 9 0,-53 16-1 0,1-16-13 15,16 0-27-15,-17 0-2 16,18 0-23-16,-18-16-12 0,1 16-13 0,-1-18-47 15,-17 18-110-15,17-17 128 0</inkml:trace>
  <inkml:trace contextRef="#ctx0" brushRef="#br0" timeOffset="119726.287">32702 1217 9 0,'0'0'198'15,"0"0"-13"-15,0 0-113 16,-52 88-13-16,34-52-10 0,0-1-7 0,18-1-13 15,-17 20-9-15,-1-19-10 0,0 17-7 16,18-15-3-16,-17 16-2 0,17-18 2 16,-18-1-4-16,18 3-1 0,0-20-3 15,0 18-6-15,0-17-4 0,0-18-3 16,0 17-7-16,-18-17-34 0,18 0-85 16,0 0-86-16</inkml:trace>
  <inkml:trace contextRef="#ctx0" brushRef="#br0" timeOffset="119887.714">32508 1659 57 0,'0'0'16'0,"0"0"269"16,0 0-220-16,0 0-22 0,0 0 17 15,89 0-11-15,-54 0-15 16,0 0-16-16,0 17-11 0,0-17-7 0,0 0 0 16,1 0-11-16,-1 0-15 0,-17 0-8 15,17 0-7-15,-17 17-18 0,-18-17-78 16,0 0-100-16</inkml:trace>
  <inkml:trace contextRef="#ctx0" brushRef="#br0" timeOffset="120037.955">32508 1851 125 0,'0'0'276'16,"0"0"-195"-16,0 0-32 16,0 0-13-16,0 0 19 0,0 0-7 0,0 0-17 0,0 0-14 15,71 88-8-15,-53-68-9 16,17-4-7-16,0-16-15 0,0 18-8 15,0-1-6-15,18 1-34 0,-18-18-126 0,1 18-89 16,-1-18 211-16</inkml:trace>
  <inkml:trace contextRef="#ctx0" brushRef="#br0" timeOffset="121402.211">15839 564 37 0,'0'0'333'0,"0"0"-280"15,0 0-16-15,0 0-8 16,0 0 7-16,89-36 3 0,-72 36-3 15,-17 0-8-15,0 0-6 0,18 0-4 16,-18 18 2-16,18 18-1 0,-18-19-5 16,17 36-1-16,-17 1-2 0,18-3-3 15,-18 20-1-15,0 0-3 0,-18-18-1 0,18 18-3 16,0 0 2-16,0-18-2 0,0-1 0 16,0 1 0-16,0-19 2 0,0 21-2 15,18-39 2-15,0 21-2 0,-18-21 3 16,17 3-3-16,1-1 0 0,0-18 0 0,-18 0-4 15,17 0 2-15,1 0-1 16,0 0-1-16,-1-18 0 0,18-17-2 0,0-2 0 16,18-15 1-16,0-1-6 15,-18 0 1-15,36-18-1 0,-18-16 3 16,0 16-6-16,-18-17 12 0,18 17-12 0,-17-17-7 16,17 17 0-16,-18 18-5 15,0 0 10-15,-17 18-2 0,0 1-6 0,-2 15-12 16,2 19-3-16,-18 0-8 0,0 0-33 0,-18 0-70 15,2 0 3-15,-20 0 135 0</inkml:trace>
  <inkml:trace contextRef="#ctx0" brushRef="#br0" timeOffset="121591.037">15998 986 155 0,'0'0'300'0,"0"0"-257"0,0 0-30 16,0 0 0-16,0 0 14 15,0 0 16-15,0 0-7 0,0 0-14 0,106 0-14 16,-35 0-8-16,-1 0 0 0,0-16-8 16,19 16-5-16,-1 0-12 15,-17-18-9-15,17 18-16 0,-17 0-37 0,-1 0-95 16,0 0-25-16,1 0 153 0</inkml:trace>
  <inkml:trace contextRef="#ctx0" brushRef="#br0" timeOffset="183357.177">10742 14764 203 0,'0'0'82'0,"0"0"-30"0,0 0-20 16,0 0-8-16,0 0 11 15,0 0 5-15,0 0-7 0,0 0-7 0,0 0-3 16,0-35-5-16,0 35-1 15,0 0 3-15,0 0-1 0,17 0-2 0,-17 0-6 16,0 16-1-16,0 3 1 0,18 16 1 16,-18 0-2-16,0 17 0 0,-18 19-1 15,18-17-1-15,-17 17-1 0,-1 16-3 16,0-16-2-16,1 17 4 0,-1-17-2 0,0-1-4 16,1 0 1-16,-1 1-1 0,0-18 0 0,18 1 0 15,-17-3 0-15,17 3 0 16,-18-19 0-16,18 0-3 0,0 1 0 15,-18-1-4-15,18-17-1 0,0-2-2 0,0 3 0 16,0-1-3-16,0-1-2 0,0-17-1 16,0 0-1-16,0 0-3 0,0 0-6 15,0 0-15-15,0 0-19 0,-17 0-21 16,17 0-57-16,0-17-40 0,-18 17 78 16</inkml:trace>
  <inkml:trace contextRef="#ctx0" brushRef="#br0" timeOffset="183572.043">10460 15997 126 0,'0'0'64'0,"0"0"106"0,0 0-134 16,0 0-7-16,-18 71 8 0,18-52 5 15,0-2 3-15,0-17-12 0,0 18-11 16,18-18-4-16,-18 0 1 0,17 0 1 0,0 0-2 16,19 0-5-16,-19 0-5 0,19 0-3 15,-1-18-2-15,0 1-1 0,1-19-1 16,17 19-1-16,-18-20-2 0,0 21-10 15,1-19-4-15,-1 17-1 16,-17-18-3-16,17 19-4 0,-17-1-9 0,-1-17-18 16,19 17-27-16,-36 0-82 0,17 0-87 15,1 1 196-15</inkml:trace>
  <inkml:trace contextRef="#ctx0" brushRef="#br0" timeOffset="184052.472">10354 16899 200 0,'0'0'49'0,"0"0"52"0,0 0-55 0,0 0-9 15,0 0 6-15,0 0 3 16,0 0-2-16,0 0-10 0,88-37-7 16,-53 20-6-16,0 17-5 0,0-17 0 0,18-1 2 15,-17-1-5-15,17 19-6 0,-18 0-2 16,0-16-5 0,18 16 0-16,-17-18-2 0,-1 18-7 15,-17-18-3-15,17 18-3 0,-17 0-2 16,-1-18-2-16,-17 18-4 0,0 0-3 0,0 0-15 15,0 0-13-15,0 0-18 0,-17 0-20 16,-1 0-89-16,0 0 54 0</inkml:trace>
  <inkml:trace contextRef="#ctx0" brushRef="#br0" timeOffset="184435.928">10671 16757 55 0,'0'0'31'0,"0"0"196"0,0 0-172 15,-35 88-2-15,17-71-5 0,18 37 1 16,0-20-5-16,-18 20-11 0,18-1-8 0,-17 0-7 15,17-1-6-15,-18-15-2 0,18 14-9 16,0 3-1-16,0-19 0 0,-18 17 0 16,18-15-3-16,0-21 1 0,18 19-1 0,-18-17-7 15,18 0-3-15,-18 0-4 16,17-1-4-16,-17-17-3 0,0 0-2 16,18 0-7-16,-18 0-13 0,0-17-12 0,18 17-18 15,-18-36-19-15,0 18 0 16,0 1 9-16,-18-17 37 0,18-3 49 15,-18 3 9-15,18-2-3 0,0 1-4 16,-17-1 47-16,17 19-28 0,0-1 40 0,0 2 91 16,0 16-96-16,17 0-9 15,-17 0-2-15,0-20 4 0,18 20-3 0,0 0-9 16,-1 0-8-16,1 0-2 0,17 0-4 16,-17 0-5-16,17-17-6 15,-17 17-4-15,17 0-6 16,-17-17-2-16,17 17-3 0,-17-17-5 0,17-1-7 0,-17 18-4 15,17-19-8-15,1 19-4 0,-19-17-9 0,19 17-29 16,-1-17-22-16,-1-1-74 0,2 18-31 16,17-18 165-16</inkml:trace>
  <inkml:trace contextRef="#ctx0" brushRef="#br0" timeOffset="184837.889">11906 17021 169 0,'0'0'255'16,"0"0"-217"-16,0 0-25 0,0 0-3 16,0 0 17-16,0 0 14 0,0 0-12 0,0 0-10 0,106 18-3 15,-53-18 1-15,-18 0-1 0,18 18-5 16,0-18-1-16,0 0 1 15,0 0 1-15,0 17-2 0,-19-17-10 16,19 0-4-16,0 0 1 0,-17 0-6 16,17 0-5-16,-18-17-8 0,0 17-5 15,1-18-4-15,-19 0-4 0,19 18-18 0,-36-17-70 16,17 0-117-16</inkml:trace>
  <inkml:trace contextRef="#ctx0" brushRef="#br0" timeOffset="185121.914">12629 16721 165 0,'0'0'223'16,"0"0"-178"-16,0 0-23 0,0 0-1 0,0 0 17 0,0 0-4 15,106 0-14-15,-88 0-10 0,17 0-1 16,0 18-3-16,1-18 0 0,-19 18 1 16,1 0 0-16,0-2 1 0,-1 3-1 0,1-1-1 15,-18-1-4 1,0 0 3-1,0 2 3-15,0 16-5 0,-18-18 2 16,1 18 0-16,-1-16-3 0,0 15-2 0,-17-16-2 16,17 0-2-16,1 16 1 0,-1-15-6 0,18-19-3 15,-18 18 1-15,18-1-4 0,0-17-7 0,0 0-5 16,0 0-7-16,0-17-15 0,18 17-32 0,17-18-66 0,1-1-15 16,-1 19 137-16,36-34-29 15</inkml:trace>
  <inkml:trace contextRef="#ctx0" brushRef="#br0" timeOffset="185987.204">13335 16704 29 0,'0'0'3'16,"0"0"21"-16,0 0 133 16,0 0-116-16,0 0 8 0,0 0-10 15,0 0-2-15,0 0 5 0,0 0 0 0,0 0-5 16,0 0-1-16,0 0-3 15,70 35-5-15,-52-35-3 0,17 0-1 0,-17 0-6 16,17 0-4-16,1 0-6 0,-1-18-2 16,18 1-4-16,-19 17-2 0,2-17-1 15,-1-1-8-15,0 18-4 0,1-19-3 16,-1 3-1-16,-17 16-2 0,-1-18-4 16,1 18-9-16,0-19-7 0,-18 19-17 15,0 0-10-15,0 0-14 0,-18 0-14 0,18 0-33 16,-18 0 51-16,1 0 69 0,-1 19 7 0,0-19-8 15,1 0-3-15,-1 18 11 0,0-18 41 16,18 16-16-16,-17 3-12 16,17-1 188-16,-18 16-131 0,18-16-9 15,-18 34-11-15,1-15 0 0,17 16-2 0,-18-1-5 16,18 2-7-16,-18-2-9 16,1 0-8-16,17 2-4 0,0 0-2 15,-17-20-5-15,17 1 1 0,0 1-5 16,0-19-2-16,0 19-2 0,17-19 0 15,-17 0-4-15,17-17-6 0,-17 19-3 0,0-19-1 16,18 0-3-16,-18 0-3 0,0 0-4 16,0 0-6-16,0-19-9 15,0 2-14-15,0 0-24 16,0-1-7-16,0 0-14 16,0-17-30-16,0-1 36 0,0 1 92 15,-18-1-5-15,18 2 5 0,-17-1 0 0,17-1 31 16,0 1-1-16,0 17-15 0,0 1 185 15,0 17-137-15,0 0-14 0,0 0-13 16,0 0 5-16,0 0 2 0,17 0-6 0,1 0-11 0,0 0-8 16,-1 0-7-16,19 0-2 0,-19 0-3 0,19-17-4 15,-1 17-2-15,-17-19-7 0,17 1-7 16,0 1-5-16,-17 0-7 0,17 0-10 0,-17-1-16 16,0-18-70-16,17 19-81 0</inkml:trace>
  <inkml:trace contextRef="#ctx0" brushRef="#br0" timeOffset="186156.232">14410 16421 2 0,'0'0'408'0,"0"0"-338"16,0 0-46-16,0 0 2 0,-35 89 27 0,35-73-6 16,-18 21-16-16,18-3-16 0,0 3-13 15,-17-2-2-15,-1 0 0 0,18 0-4 16,-18 1-10-16,1-1-11 15,0 0-7-15,-1 1-19 0,1-18-78 0,-19 16-109 16</inkml:trace>
  <inkml:trace contextRef="#ctx0" brushRef="#br0" timeOffset="187154.543">10266 13740 363 0,'0'0'55'0,"0"0"-23"0,0 0 4 16,0 0 0-16,88 18 5 0,-53 0-5 16,1-18-9-16,16 0-8 0,1 0-4 15,0-18-5-15,0 18-7 0,0-18-3 16,-18 18-5-16,18-17-8 16,-18 17-5-16,1 0-4 0,-19-18-2 0,19 18-8 15,-19 0-17-15,-17 0-39 0,18 0-72 16,-18 0-88-16</inkml:trace>
  <inkml:trace contextRef="#ctx0" brushRef="#br0" timeOffset="187337.016">10671 13705 130 0,'0'0'188'0,"0"0"-147"16,0 0-14-16,0 0-3 0,-35 107 20 16,17-73 11-16,18 1-7 0,0 18-10 0,-18 0-12 15,18 18-10-15,0-18-4 0,-17-1-1 16,17-16-5-16,0-1-6 15,-18 1-1-15,18-1-6 0,0-19-5 0,0 4-2 16,0-20-3-16,0 17-1 0,0-17-6 16,18 0-8-16,-18 0-19 0,0-17-26 15,0-3-55-15,0 4-53 0,17-2 89 16</inkml:trace>
  <inkml:trace contextRef="#ctx0" brushRef="#br0" timeOffset="187481.299">10671 14005 105 0,'0'0'278'0,"0"0"-227"0,0 0-25 15,0 0-11-15,0 0 13 0,0 0 10 0,0 0-15 16,88 53-12-16,-70-53-11 0,0 0-2 16,-1 0-13-16,19 0-7 15,-19-17-6-15,19-1-5 0,-19 0-23 16,1 0-66-16,-18 18-67 0,0-17 110 16,0-1 60-16</inkml:trace>
  <inkml:trace contextRef="#ctx0" brushRef="#br0" timeOffset="187855.985">10107 13389 172 0,'0'0'55'0,"0"0"39"15,0 0-47-15,0 0-19 0,0 0 1 0,88-54 8 16,-70 54-9-16,17-17-8 0,-17 17-6 16,-1 0 0-16,19-18-2 0,-19 18 2 0,1 0-5 15,17 0 0 1,-17 0-2-16,0-19-1 0,-1 19-5 16,-17 0-1-16,18 0 0 0,-1 0 0 15,0 19 3-15,1-19 0 0,-18 0-3 0,18 18 4 16,17-18-2-16,-17 0 2 0,-1 17-1 15,19-17 1-15,-1 0-2 16,0 0 4-16,1 0-1 0,17 0-3 0,-18 0-1 16,18 0-1-16,-18 0 0 0,18 0-6 0,-17 0-5 15,-1 0-7-15,-17 0-2 0,-1 0-5 16,-17 0-9-16,18 0-33 0,-18 0-96 16,0 0-92-16,-18 0 231 0</inkml:trace>
  <inkml:trace contextRef="#ctx0" brushRef="#br0" timeOffset="189156.546">13793 14640 111 0,'0'0'20'16,"0"0"180"-16,0 0-157 0,0 0-15 0,0 0 1 15,0 0 9-15,0 0-3 0,0 0-11 16,18 71-10-16,-18-37 1 15,0 3 3-15,17-3 4 0,-17 36-3 0,0-16-3 16,0 17-5-16,-17 17-5 16,17-1-2-16,-18-16-4 0,0 17 0 15,18-17 0-15,-17-1-4 0,17 1-3 16,0-18-1-16,-18 0 0 0,18 1-1 0,0-20 3 16,0 1-3-16,0 1 2 0,18-19 3 15,-18 1-7-15,0 0-4 0,0-18-6 0,0 0-6 16,0 0-19-16,0 0-37 0,0 0-75 15,0 0-58-15</inkml:trace>
  <inkml:trace contextRef="#ctx0" brushRef="#br0" timeOffset="189383.541">13600 15698 237 0,'0'0'156'0,"0"0"-109"15,-18 106-28-15,18-71-12 0,0 1 20 0,0-1 20 16,0 1-14-16,0-1-10 0,0 0-6 15,18-17-3-15,-18-1-5 0,17 0-6 0,1 2 1 16,-1-19-4-16,0 0 0 0,-17 0-3 16,18 0 1-16,0-19-2 0,-1 2 4 15,19 0-5-15,-19-20-3 16,1 3-3-16,17-1-5 0,-17-18-2 16,17 0-5-16,-17-18-7 0,17 18-24 0,-17-17-41 15,0-1-95-15,-1 19 7 0</inkml:trace>
  <inkml:trace contextRef="#ctx0" brushRef="#br0" timeOffset="189879.832">13458 13758 104 0,'0'0'5'0,"0"0"29"16,0 0 57-16,0 0-37 0,0 0-9 0,0 0-6 15,0 0 0-15,0 0-2 0,0 0-6 16,0 0 2-16,0 0 1 15,0 0-6 1,106-18-1-16,-53 18-8 0,-18 0-3 16,18 0-4-16,0-17-5 0,0 17-2 15,0 0-5-15,-18-18-3 0,18 18 2 0,-18-18-4 16,1 18-4-16,-1-18-9 0,0 18-6 0,-17-17-3 16,0 17-6-16,-1-18-22 0,-17 18-33 15,0 0-67-15,0 0-83 0,-35 0 234 0</inkml:trace>
  <inkml:trace contextRef="#ctx0" brushRef="#br0" timeOffset="190073.025">13775 13758 102 0,'0'0'98'16,"0"0"33"-16,0 0-85 0,-17 71 2 16,17-37 7-16,-18 20-2 0,18-1-13 0,-18-18-11 15,18 18-10-15,-17 0-8 16,17-1-2-16,0 2-9 0,-18-19 0 15,18 0-2-15,0-17-4 0,0-2-8 0,18 4-3 16,-18-20-5-16,17 0-3 0,1 0-5 16,-18-20-16-16,18 20-43 0,-1-16-91 0,-17-2-8 15</inkml:trace>
  <inkml:trace contextRef="#ctx0" brushRef="#br0" timeOffset="190222.922">13722 14058 85 0,'0'0'30'16,"0"0"184"-16,0 0-163 0,0 0-19 0,0 0 3 15,0 0 4-15,0 0-1 0,0 0-10 0,106-17-12 16,-70-1-7-16,-1 18-2 16,18-18-7-16,-18 18-4 0,1-18-12 0,-1 18-18 15,-17-17-8-15,17 17-21 0,-17-18-38 16,-1 18-84-16,-17 0 48 0</inkml:trace>
  <inkml:trace contextRef="#ctx0" brushRef="#br0" timeOffset="190705.061">13405 13352 30 0,'0'0'29'16,"0"0"187"-16,0 0-151 0,0 0-10 0,0 0-15 15,0 0 0-15,0 0-6 0,0 0-5 16,0 0-5-16,0 0-1 0,0 0-5 16,89-17-1-16,-36 17 1 0,0-17-9 0,-1 17-2 15,1-18-2 1,17-1 0-16,19 2-4 15,-19 0-1-15,19-1-6 0,-19 0-12 16,1 1-9-16,0 17-2 0,-2-17-2 16,2-2-15-16,-36 19-44 0,18 0-92 15</inkml:trace>
  <inkml:trace contextRef="#ctx0" brushRef="#br0" timeOffset="191663.173">14746 13494 56 0,'0'0'143'0,"0"0"32"15,0 0-136-15,0 0-21 0,0 0 11 16,0 0 19-16,0 0 0 0,0 0-13 0,0 0-16 16,-18 87-9-16,1-34-4 0,17-18-4 15,-18 1 1-15,0 17-3 16,1-18-10-16,-1 1-17 0,0-2-14 0,1 20-12 15,-1-37-45-15,-17 36-128 0</inkml:trace>
  <inkml:trace contextRef="#ctx0" brushRef="#br0" timeOffset="192309.862">11712 14023 163 0,'0'0'66'15,"0"0"98"-15,0 0-110 16,0 0-6-16,0 0-6 0,0 0-2 16,0 0-8-16,105-36-14 0,-69 36-5 0,-1 0-5 15,0 0-2-15,18 0 0 0,-17 0-4 16,17 0 1-16,0-17 0 0,0 17-1 16,0 0-1-16,0 0 3 0,17-18-1 15,-18 18-2-15,1-18-1 0,0 18-4 0,-17-17-5 16,17 17-8-16,-18-18-10 15,0 0-1-15,1 18-4 16,-1-18-8-16,-17 1-30 0,-1 0-81 0,1 17-58 16,-18-17 117-16</inkml:trace>
  <inkml:trace contextRef="#ctx0" brushRef="#br0" timeOffset="192549.498">12700 13669 115 0,'0'0'11'0,"0"0"-11"16,0 0 140-16,0 0-79 0,0 0-14 15,0 0-12-15,0 0-2 0,0 0-3 0,0 0-3 16,0 0-7-16,0 0-3 16,88 54 0-16,-70-37-1 0,-18 1-4 15,17 0-5-15,-17 18-7 0,0-19 4 16,0 17-4-16,-17 2-2 0,-1-1 1 0,-17 1-10 16,17 17-4-16,-17-18-3 15,-1 18 0-15,1-18-3 0,0 18 1 16,-1 0-5-16,1-18-11 0,0-1-17 15,-1 3-23-15,1-3-61 0,17 3 15 16,-16-20 85-16</inkml:trace>
  <inkml:trace contextRef="#ctx0" brushRef="#br0" timeOffset="201905.281">11624 13812 6 0,'0'0'22'0,"0"0"-11"0,0 0 3 15,0 0 2-15,0 0-2 0,0 0-12 16,0 0-2-16,0 0-2 0,0-19 2 15,0 19 4-15,0 0 29 0,18 0 21 16,-18 0-25-16,0 0-5 0,0 0 0 16,17 0 3-16,-17-17 1 0,18 17-4 15,-18 0-1-15,18-18-1 0,-18 18-1 0,17-18-3 16,-17 18-1-16,18 0-1 0,-18-17-3 16,17 17 0-16,-17 0 2 15,0-18-2-15,17 18-2 0,-17 0-3 16,18-18-3-16,-18 18 0 0,0 0 0 0,0 0 0 15,0 0 2-15,0 0 1 0,0 0 1 16,0 0 1-16,0 0 0 0,0 0 0 0,0 0-2 16,-18 0-4-16,18 0-4 0,-17 0-4 15,0 0 4-15,-1 18 0 16,18-18-2-16,-17 18-3 0,-1-18 2 0,0 17 3 16,18-17 0-16,-17 18-1 0,17-18-1 15,-18 18 2-15,18-1 0 0,-18-17 0 16,18 19 0-16,0-19-2 0,0 17 2 15,0-17 1-15,0 17 0 0,0 0-1 16,0 1 0-16,0-18-1 0,0 18 1 0,0 0-4 16,0-18 4-16,18 17 0 15,0-17 2-15,-18 18-2 0,17-18 3 16,19 18-3-16,-19-18-2 0,18 0 0 0,-18 0 2 16,19-18-8-16,-1 18-15 15,18-18-2-15,-18 18 1 0,1 0-8 0,-19-17-23 16,19 17-22-16,-19 0-45 0,1 0-20 15</inkml:trace>
  <inkml:trace contextRef="#ctx0" brushRef="#br0" timeOffset="202907.538">14852 16968 140 0,'0'0'15'0,"0"0"157"16,0 0-129-16,0 0-8 0,0 0 2 0,0 0 1 15,0 0-4-15,0 0-8 0,0 0-6 16,0 0-5-16,0 0-1 0,0 0 2 16,18 19 1-16,17-19-4 0,-18 0-6 15,18 17-2-15,0-17-5 0,1 0 0 16,17 0 0-16,0-17 0 0,-18 17-3 16,18 0-1-16,0-19-11 0,0 1 2 0,-18 1-3 15,1 0-4-15,17 0-8 0,-18-1-8 16,-17-1-16-16,17 2-24 0,-18 0-58 15,-17-20-54-15</inkml:trace>
  <inkml:trace contextRef="#ctx0" brushRef="#br0" timeOffset="203123.179">15381 16634 109 0,'0'0'43'16,"0"0"137"-16,0 0-133 0,0 0-27 0,0 0-1 15,0 0 4-15,0 0 2 0,0 0-5 0,0 0-3 16,106 35-7-16,-88-17-5 0,-1-18-3 15,1 17 0-15,-1 0 0 0,-17-17 1 16,17 18-2-16,-17 0 1 0,0 0-2 16,0-2 0-16,0 3-5 0,0-1-2 15,-17-1-1-15,17 0-5 0,-17 2-2 0,-1-1-7 16,-17-1-10-16,17 0-2 0,1 0 0 16,-1 1-11-16,0-18-20 0,18 0-72 15,0 0 37-15</inkml:trace>
  <inkml:trace contextRef="#ctx0" brushRef="#br0" timeOffset="203484.365">16333 16634 303 0,'0'0'45'0,"0"0"-26"15,0 0-2-15,0 0 13 0,0 0 8 0,0 0-6 16,0 0-4-16,88 35-6 15,-52-35-3-15,-1 0-6 0,0 0-2 16,1 0-11-16,-1 0 0 0,18 0-3 0,-18 0-6 16,1 0-4-16,-1-19-8 0,0 3-5 15,1 16 1-15,-2-18-14 16,-16-1-22-16,-1 3-32 0,1 16-51 16,0-18 1-16</inkml:trace>
  <inkml:trace contextRef="#ctx0" brushRef="#br0" timeOffset="203654.808">16704 16616 114 0,'0'0'3'0,"0"0"187"0,-53 71-144 0,35-19-10 16,1 0 3-16,-19 2-1 0,19 0-1 0,-1 15-14 15,0 2-10-15,1-19-7 0,-1 19-5 16,0-18-1-16,18 0-3 16,0-17-3-16,0 17-5 0,0-36-2 0,0 19-6 15,18-18-3-15,0-18-7 0,17 16-6 0,-17-16-17 16,-1-16-11-16,19-2-35 0,-19-1-72 15</inkml:trace>
  <inkml:trace contextRef="#ctx0" brushRef="#br0" timeOffset="203773.627">16669 16987 279 0,'0'0'173'0,"0"0"-147"15,0 0-26-15,0 0 3 0,0 0 3 16,88 0 0-16,-53-19-6 0,1 1-34 0,-2 18-31 15,1-34-99-15</inkml:trace>
  <inkml:trace contextRef="#ctx0" brushRef="#br0" timeOffset="204718.186">15187 13740 11 0,'0'0'16'0,"0"0"-6"15,0 0-1 1,0 0-9-16,0 0 3 15,0 0-1-15,0 0 1 0,0 0 1 0,0 0 0 16,0 0-1-16,0 0-3 0,-36 36 0 0,36-36 0 16,0 0-1-16,0 0 0 0,0 17 1 0,0-17-1 15,0 0 1-15,0 0 0 0,0 0-8 0,18 0-7 16,-18 0-15-16,0 0 25 0</inkml:trace>
  <inkml:trace contextRef="#ctx0" brushRef="#br0" timeOffset="209040.204">16527 14217 47 0,'0'0'24'0,"0"0"-13"15,0 0 54-15,0 0 63 0,0 0-82 0,0 0-14 16,0 0-8-16,0 0 2 0,0 0 4 16,0 0 3-16,-17-18-7 0,17 18-7 15,0 0 1-15,0 0 2 0,0 0-6 16,0 18-5-16,17-18-1 0,-17 17 0 15,18 19-2-15,-18-19 0 0,18 17-2 0,-18 3-2 16,17-3-1-16,-17 3 0 0,0-3-3 16,18 19 1-16,-18 1 0 0,0 16-1 15,0-18 2-15,0 20-2 0,0-2 0 16,0-18 0-16,0 19-3 0,0-17 0 16,0-2-4-16,-18-16-1 0,18 17 1 0,0-19 0 15,0 3-4-15,-17-20 0 16,17 17-4-16,0-34-3 0,0 20-7 15,0-4-14-15,0-16-31 0,-18 0-32 16,18 0-76-16</inkml:trace>
  <inkml:trace contextRef="#ctx0" brushRef="#br0" timeOffset="209241.588">16315 15240 112 0,'0'0'0'15,"0"0"0"-15,0 0 122 0,0 0-81 0,0 0 1 0,0 88-4 16,18-71-3-16,-18 19-2 15,18-18-3-15,-18 17-2 0,17-17-9 0,-17-1-5 16,18 0-4-16,0-17-2 0,-18 19-3 16,17-19-5-16,1 0 0 0,0-19-2 0,17 2 4 15,-17 0-4-15,17-19-1 16,0 1-17-16,1-18-9 0,-1-1-11 16,0-15-14-16,1-2-34 0,-19 36-88 0</inkml:trace>
  <inkml:trace contextRef="#ctx0" brushRef="#br0" timeOffset="209592.438">16227 13564 19 0,'0'0'54'15,"0"0"-30"-15,0 0 107 16,0 0-90-16,0 0-3 0,0 0 3 0,35-70 2 16,-17 52-2-16,0 18-6 0,-1-18-4 15,1 18-3-15,17 0-4 16,1-18 5-16,17 18-9 0,0 0-10 0,-18-17-6 15,18 17-4-15,-18 0-2 16,1-18 2-16,-1 18-3 0,0 0-5 0,-17 0-11 16,0-16-3-16,-1 16-3 0,1 0-6 15,-18 0-13-15,0 0-35 0,0 0-68 0,0 0-37 16</inkml:trace>
  <inkml:trace contextRef="#ctx0" brushRef="#br0" timeOffset="209772.141">16598 13405 99 0,'0'0'19'0,"0"0"59"16,0 0 8-16,-18 89-32 0,18-54-8 16,0 0-8-16,0 1-5 0,-17 16-10 15,17-17-8-15,-18 18-6 0,18-17-2 16,-18 0-7-16,1-2 0 0,17 1-6 16,0-17-6-16,0 0-6 0,0-18-6 15,0 17-6-15,0-17-8 0,0 0-22 0,0 0-26 16,0 0-38-16,0 0 24 0,0 0 100 15</inkml:trace>
  <inkml:trace contextRef="#ctx0" brushRef="#br0" timeOffset="209910.955">16492 13812 39 0,'0'0'35'15,"0"0"-14"-15,0 0-15 0,0 0 177 0,0 0-129 16,0 0-14-16,53-72-11 0,-35 55 0 16,17 17-9-16,-17 0-9 15,17 0-8-15,-17-18-1 0,17 18-2 0,-17 0-12 16,17-18-22-16,-17 0-10 0,-1 18-13 15,1-17-67-15,0 17-67 16</inkml:trace>
  <inkml:trace contextRef="#ctx0" brushRef="#br0" timeOffset="210191.602">16333 13194 92 0,'0'0'17'0,"0"0"121"16,0 0-79-16,0 0 4 0,0 0-7 0,0 0-6 16,106-36-9-16,-71 36-12 0,1-18-11 15,-1 1-5-15,18 17-5 16,-18-17-3-16,18 0-5 0,0 17-3 0,-17 0-5 15,17-18-10-15,-1 18-5 0,1 0-3 16,0 0-10-16,0 0-30 16,-18 0-75-16,0 0-111 0</inkml:trace>
  <inkml:trace contextRef="#ctx0" brushRef="#br0" timeOffset="210760.068">15116 13899 28 0,'0'0'36'0,"0"0"-21"0,0 0-4 16,0 0 66-16,0 0-38 0,0 0-15 15,0 0-3-15,0 0 19 0,0 0-5 16,0 0-7-16,88-18 1 16,-52 18 3-16,-1 0-4 0,18 18-6 15,-18-18-5-15,18 0-8 0,0 0-8 0,0 0 0 16,-18 0-2-16,0 0 1 0,0 0-3 16,1-18-2-16,-19 18-12 0,19-18-8 0,-19 18-3 0,1-17-12 15,0 0-30-15,-1 0-63 0</inkml:trace>
  <inkml:trace contextRef="#ctx0" brushRef="#br0" timeOffset="210956.919">15663 13634 26 0,'0'0'25'0,"0"0"144"0,0 0-123 0,0 0 6 0,0 0-6 16,0 0-8-16,0 0-9 0,106 35-2 0,-71-35-3 15,-17 18-5-15,17-18-3 0,0 18-5 16,-17 0-5-16,0-18-3 0,-1 17-3 15,-17 1-2-15,0 0 2 16,0-1-8-16,-17 19-9 0,-19-19-5 0,1 18-11 16,0 1-10-16,-1 17-17 15,1-36-22-15,-18 37-71 0</inkml:trace>
  <inkml:trace contextRef="#ctx0" brushRef="#br0" timeOffset="-212471.724">11624 13089 134 0,'0'0'138'0,"0"0"-103"0,0 0-13 16,0 0 5-16,0 0 5 0,0 0-1 16,0 0-7-16,0 0 0 0,0 0 1 0,0 0 1 15,0 0-4-15,18-18-4 16,-18 18-1-16,17 0-2 0,-17 0-3 0,18 0-4 0,-18 0-4 15,18 0-2-15,-1 0-2 16,-17 0 3-16,18 0-3 0,-1-19 1 16,18 19-1-16,-17 0 3 0,17 0-3 0,0 0 1 15,1-17-1-15,-1 17-4 0,18 0 3 16,-18 0-2-16,1-17 3 0,17 17-4 16,-18 0 1-16,18 0 0 0,-18-18-3 15,1 18 1-15,17 0 1 0,-18 0-2 16,-1 0-1-16,19 0 1 15,-17 0 0-15,-1 0-1 0,0 0 2 16,1 0 3-16,17 0 2 0,-18 0-1 0,18 0-1 16,0-19 2-16,-18 19 1 0,18 0-1 15,0 0-1-15,0 0 1 0,-18 0 0 16,18-16 2-16,0 16 0 0,0 0-2 0,0-18 0 16,-18 18 0-16,18 0 0 0,0 0 0 15,0-18 0-15,0 18 0 0,0 0 0 16,0 0-3-16,-18 0 3 0,17-18 0 15,1 18 0-15,-17 0 0 0,17 0 0 16,-18-17 0-16,18 17-6 0,0 0 4 16,-18-17-4-16,18 17 1 0,-17 0 2 15,-1-18 0-15,0 18 3 0,1 0 0 0,-1 0 0 16,-17 0-1-16,17 0 1 16,-1 0 0-16,-16-19 1 0,17 19 0 15,1 0-1-15,-1 0 0 0,0 0 2 0,1-16-1 16,17 16 0-16,-18 0-1 0,18 0 0 15,0-18 0-15,0 18-2 0,0 0 2 16,0-19-2-16,0 19 2 0,-19-16 0 16,19 16-1-16,0 0 1 15,-17-18-3-15,-1 18 2 0,18 0 1 0,-18 0 0 0,18 0-3 16,-17-18 3-16,17 18-4 0,-18 0 4 16,18 0 2-16,0 0-2 0,-18 0 0 15,17-19 3-15,-16 19-3 0,-1 0 0 0,0 0 0 16,1 0 0-16,-19 0-1 0,1 0 1 15,0 0 0-15,17 0 1 16,-17 0-1-16,-1 0 3 0,19 0 0 0,-19 0-3 16,19 0 4-16,-19 0-2 0,-17 0-2 0,18 0-2 15,0 0 0 1,-18 0-2-16,0 0-6 0,0 0-1 0,0 0 0 16,0-16-5-16,0 16-21 0,0 0-28 0,0-18-18 15,-18 18-11-15,0-17-3 16,18-1 20-16,-17 18 75 0</inkml:trace>
  <inkml:trace contextRef="#ctx0" brushRef="#br0" timeOffset="-212256.168">15857 12487 267 0,'0'0'33'0,"0"0"-16"15,0 0 4-15,0 0 16 0,0 0 5 0,0 0-13 16,88 54-7-16,-70-37-7 0,0 2-2 15,-1-2-2-15,1 0-3 0,-18 1-3 16,18 18 0-16,-18-19 0 0,0 17-2 16,-18-15 0-16,18 17-1 0,-35-20-2 15,17 21-8-15,-17-21-2 0,-1 3-3 16,-17 16-6-16,18-18-9 0,-18 1-11 0,-18 18-16 16,18-20-30-16,18-16-68 15</inkml:trace>
  <inkml:trace contextRef="#ctx0" brushRef="#br0" timeOffset="-191725.65">15169 13669 115 0,'0'0'30'16,"0"0"112"-16,0 0-125 0,0 0-5 15,0 0 3-15,0 0-8 0,0 0-2 16,0 0-2-16,0 0 1 0,-18-35 2 16,18 19 2-16,0 16-1 15,0 0 2-15,-17 0-2 16,17 0 0-16,0 0 1 0,0 0 2 16,0 0-2-16,-18 0-6 0,18 0 2 0,-18 0-2 0,18 0 1 0,-17 16-3 15,-1-16 3-15,18 18-3 16,-18-18-3-16,1 17-2 0,-1 1 5 15,18-18-5-15,-18 18 1 0,18 0 0 0,-17-1-1 16,17 1 3-16,-18 0 0 0,18-1 1 16,0 2 1-16,-18-2 0 0,18 0-2 0,0-17-1 15,0 17 0-15,0 1 3 0,0-18-3 16,0 18 1-16,18 0 0 16,-18-18-3-16,18 17 2 0,-18-17 3 15,17 18-1-15,1-18 1 0,-18 0 0 16,18 18-2-16,-1-18 2 0,1 0 2 15,0 0 4-15,17 0 0 16,-17 0-5-16,17 0 2 0,-17 0-3 0,17 0 0 16,-17 0-2-16,17-18 0 0,-17 18 2 0,-1 0-2 15,19-18 1-15,-19 18 1 0,1 0 0 0,0-17-1 16,-1 17-5-16,1 0-6 0,0-18 1 16,-18 18-5-16,17 0-3 0,1-18-16 0,-18 18-10 15,18 0-17-15,-1-18-12 16,-17 18-26-16</inkml:trace>
  <inkml:trace contextRef="#ctx0" brushRef="#br0" timeOffset="-189307.04">15399 14321 89 0,'0'0'29'0,"0"0"-8"16,0 0 10-16,0 0 5 0,0 0 3 15,-89 20-18-15,72-20 1 0,-1 0 0 0,0 17-4 16,18-17-3-16,-17 0-2 16,17 0 3-16,-18 0 1 0,18 0-3 15,0 0-4-15,0 0-4 0,0 0-1 0,0 0 1 16,0 0 1-16,0 0-2 0,0-17-5 0,0 17 0 16,0 0 0-16,0-20 0 15,18 20-2-15,-18-16 2 0,0 16-1 16,17-18 1-16,-17 18-3 0,18-17 2 0,0 17-2 15,-1-18 3-15,1 0 0 16,0 18 0-16,-1-17-3 0,1 17 2 0,0-18-1 0,17 18 2 16,-35 0-2-16,18 0 1 15,-1 0-4-15,1 0 1 0,-18 0 0 16,18 0-2-16,-18 0 0 0,0 0 3 0,17 0 3 16,-17 18 0-16,18-18 0 0,-18 0 0 15,17 17 0-15,-17-17-1 0,17 0-4 0,-17 0 5 16,18 0-4-16,0 0-8 0,-1 0-3 15,1 0-2-15,0 0-1 16,-1-17-11-16,-17 17-19 0,18 0-17 0,0-18-13 16</inkml:trace>
  <inkml:trace contextRef="#ctx0" brushRef="#br0" timeOffset="-189085.708">15275 14446 58 0,'0'0'150'15,"0"0"-111"-15,0 0-34 0,0 0 15 16,0 0 10-16,0 0-5 0,0 0-7 0,88-17-10 16,-70-1-8-16,17 18 1 15,-17 0-1-15,17-19 0 0,1 19-2 16,-19-16-2-16,1 16-9 0,16 0-11 0,-16-18-15 15,0 18-36-15,17 0-51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000" units="cm"/>
          <inkml:channel name="Y" type="integer" max="32000" units="cm"/>
          <inkml:channel name="F" type="integer" max="1024" units="dev"/>
          <inkml:channel name="T" type="integer" max="2.14748E9" units="dev"/>
        </inkml:traceFormat>
        <inkml:channelProperties>
          <inkml:channelProperty channel="X" name="resolution" value="787.40155" units="1/cm"/>
          <inkml:channelProperty channel="Y" name="resolution" value="1399.82507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06-22T02:39:35.96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8748 3210 18 0,'0'0'45'0,"0"0"-22"0,0 0-16 16,0 0 11-16,0 0 18 0,71-70 6 16,-71 52-21-16,0 18-7 0,0 0 12 15,0 0 62-15,0 0-55 0,18 0-14 16,-18 0-7-16,0 0 4 0,0 18 14 0,0-18-1 15,0 35-4-15,0-19-3 0,-18 21-6 16,0 16-3-16,1-19 2 16,-1 20 2-16,-17-1-5 0,-1 0-3 0,19-1-1 15,-19-15-4-15,1 14-1 0,0-14-2 16,0-3 2-16,18-16-2 16,-1 17 0-16,0-18-1 0,1-17-2 15,-1 19 0-15,18-19 1 0,-18 18-3 16,18-18-4-16,-17 0 1 0,17-18 0 15,-18 18-1-15,18-19 0 0,-18 2 1 0,18 0-6 16,0-1 6-16,0-17-3 0,18 18 3 16,-18-20-3-16,18 20-1 0,-1-17 3 15,1 16 3-15,-18-1 4 0,18 2 0 0,-1 0 1 16,1 17 6-16,0 0 4 0,-18 0 2 16,17 0 0-16,1 0-1 0,16 17 1 0,-16-17-1 15,0 17-4-15,17 2-4 16,-17-1 1-16,-1-1-1 0,19 17-1 15,-19-16-2-15,19 1-3 0,-19-2 0 0,1 0-1 16,0 1-2-16,-1 0-4 0,1-1 2 16,0-17-6-16,-1 17-3 0,-17 2-4 15,18-1-5-15,0-18-22 0,-1 17-22 16,-17-17-31-16,18 0-73 0</inkml:trace>
  <inkml:trace contextRef="#ctx0" brushRef="#br0" timeOffset="390.224">9701 3598 9 0,'0'0'270'0,"0"0"-233"0,0 0-17 0,0 0 0 16,-17 71 18-16,-1-54 4 0,18 1-13 16,-18 0-13-16,18-1-10 15,0 0-6-15,0 2-7 0,0-1 4 0,0-18-2 16,-17 0-7-16,17 17-6 0,0-17-4 0,0 0-3 16,0 0-5-16,0 0-9 15,0 0-14-15,0 0-27 0,0 0-45 0</inkml:trace>
  <inkml:trace contextRef="#ctx0" brushRef="#br0" timeOffset="794.151">9613 3404 231 0,'0'0'122'16,"0"0"-99"-16,0 0-7 0,0 0-3 15,0 0 18-15,0 0 1 16,0 0-16-16,0 0-12 0,0 0-4 0,0 0-7 16,0 0-7-16,71 0-9 0,-54 0-12 15,1 0-23-15,0 0-80 0</inkml:trace>
  <inkml:trace contextRef="#ctx0" brushRef="#br0" timeOffset="1108.546">10177 3615 55 0,'0'0'315'0,"0"0"-272"15,0 0-26-15,0 0-11 16,-106 37 11-16,89-20 15 0,-19-17 1 0,19 17-18 0,-1 1-10 15,0-18-5 1,18 18-2-16,-17-18 2 0,17 0 1 16,0 17-1-16,0-17 2 0,17 0 0 0,-17 17 2 15,18-17-2-15,-18 19-2 0,18-19 3 0,-1 18-3 16,-17-18-2-16,18 17 2 16,0 0 0-16,-18 0 0 0,17-17 2 0,-17 20-2 15,0-4 0-15,0-16 0 0,0 18 3 16,0-1 0-16,0 1-1 0,-17-18-2 15,-1 18-3-15,18 0 1 0,-18-18-1 0,1 0-1 16,17 17-5-16,-18-17-2 16,18 0-6-16,0 0-7 15,0 0-11-15,0-17-26 0,0 17-38 0,0-18-85 16</inkml:trace>
  <inkml:trace contextRef="#ctx0" brushRef="#br0" timeOffset="1512.166">10918 3775 335 0,'0'0'60'0,"0"0"-34"16,0 0-11-16,0 0 13 0,0 0 17 16,0 0-5-16,-88 18-8 0,53-1-6 15,-1 0-3-15,1 0 0 0,17 19-6 16,-17-1-2-16,17 1-2 0,1-1-9 15,17-17-2-15,-18 0 0 0,18-1-2 0,0-17-2 16,18 17 2-16,-1-17 0 0,1-17-1 16,0 17-5-16,17-17-1 0,0-1-3 15,1 0-2-15,-1-17 0 0,-17 17-1 16,17 0 0-16,0-17-3 0,-17 19-1 16,0-4 4-16,-1 3 10 0,-17 0 3 0,18 17 6 15,-18-17 9-15,0 17 0 16,0 0 1-16,0 17 2 0,0-17 0 0,-18 17-2 15,18 0 0-15,0 3-4 0,-17-4-4 16,17 2-3-16,0-18-5 0,0 17-2 16,0-17-2-16,0 0-3 0,17 0-5 15,-17 0-4-15,36-17 2 0,-19-1-6 16,19 2-5-16,-1-4-17 0,-18-14-26 16,18-1-20-16,0-1-44 0,1 19-9 0,-1-36-14 15</inkml:trace>
  <inkml:trace contextRef="#ctx0" brushRef="#br0" timeOffset="1709.267">11571 3228 84 0,'0'0'293'0,"0"0"-216"0,0 0-22 15,-35 71 4-15,17-36-2 16,0 0-5-16,-17 18-11 0,17-19-10 0,-17 20-10 16,17-18-8-16,-17 16-7 0,17-17-5 15,1 1-1-15,-1-1 0 0,0-17-5 0,18 16-2 16,0-15-4-16,0-19-5 0,0 18-4 15,0-18-1-15,18 17-6 0,0-17-18 0,-1 0-21 16,1 0-25-16,17-17-8 16,1 17-51-16,-1-18 8 0</inkml:trace>
  <inkml:trace contextRef="#ctx0" brushRef="#br0" timeOffset="2095">11624 3739 298 0,'0'0'128'16,"0"0"-63"-16,0 0-21 0,0 0-6 0,0 0 1 15,0 0-6-15,0 0-12 0,0 0-10 16,0 0-6-16,-35 71-4 0,35-71-1 15,0 0-5-15,0 0-3 0,0 0-3 0,17 0 2 16,1 0 2-16,0 0 0 0,-1 0-2 16,1-17 2-16,0 17-1 15,-1 0 3-15,-17 17 5 0,18-17 0 0,-18 17 5 16,0 0 4-16,17 3 1 16,-17-4-3-16,0 19-3 0,0-17-2 15,0 18 0-15,17-19 0 0,-17 19-2 0,0-19 0 16,0 0 3-16,0 2 1 0,0 15-3 15,0-16 2-15,0-1 5 0,-17 1-6 16,0 0 0-16,-1 0 0 0,1 17 2 0,-19-17 0 16,1-1-4-16,0 2 2 0,-1-2 0 15,1 0-2-15,17-17 0 16,1 0 1-16,-19 17 1 0,36-17 2 0,-17 0-4 16,17-17 0-16,0 0-4 0,17 0 0 15,-17-2 4-15,36-16-1 0,-19 0-5 0,19-1-3 16,17 1-1-16,-18 1 2 15,18-3-2-15,-18 3-2 0,17 16-2 0,-16-17 1 16,-1 17-3-16,0 0-10 0,18 0-20 16,-17 1-27-16,-19-1-27 0,19 2-83 15</inkml:trace>
  <inkml:trace contextRef="#ctx0" brushRef="#br0" timeOffset="2525.442">13087 3334 174 0,'0'0'182'16,"0"0"-125"-16,0 0-20 15,0 0-2-15,0 0 16 0,-35 70-1 16,17-34-14-16,1-1-7 0,-18 17-3 0,0 19 1 15,0-17-6-15,-18 16-3 16,17 1-6-16,1 0-5 0,-18-20-3 16,18 3-2-16,-1-1-2 0,19-19-2 0,-1 3-1 15,0-3-3-15,18-17-4 0,0 1-4 16,0 0-3-16,18-18-2 16,-18 18-4-16,18-18-1 0,17 0-18 0,-17-18-34 0,17 18-69 15,0-36-92-15</inkml:trace>
  <inkml:trace contextRef="#ctx0" brushRef="#br0" timeOffset="2709.759">13193 3686 374 0,'0'0'68'0,"0"0"-39"0,0 0-6 0,0 0 25 16,89-17-1-16,-72 17-11 0,19 0-17 15,-1-17-12-15,18 17-5 0,-18-19 0 16,18 19-2-16,-17-18-2 0,17 1-10 15,-1 0-6-15,-17 0-8 0,18-1-7 16,-18-18-12-16,18 19-30 0,-35-1-25 16,0-1-91-16</inkml:trace>
  <inkml:trace contextRef="#ctx0" brushRef="#br0" timeOffset="2912.085">13582 3581 329 0,'0'0'83'0,"0"0"-20"15,-53 105-6-15,18-69 7 0,17-2-10 0,-17 20-17 16,17 0-20-16,0-20-8 0,1 1-4 16,17 1-2-16,-18-1-3 15,18 0 0-15,0-18-1 0,-18 2-1 0,18-1 0 16,0-2-6-16,0 2-8 0,0-18-3 16,-17 17-3-16,17-17-7 15,0 0-9-15,0 0-17 0,-18 18-3 0,18-18-34 16,0 0-90-16,0-18 15 15</inkml:trace>
  <inkml:trace contextRef="#ctx0" brushRef="#br0" timeOffset="3044.18">13335 3898 279 0,'0'0'83'15,"0"0"-15"-15,0 0-26 16,0 0-9-16,88-54 1 0,-70 54 2 0,17 0-2 16,0 0-7-16,18 0-11 0,0 0-10 15,-1 20-6-15,-16-20-5 0,17 0-13 0,0 0-11 16,0 0-11-16,-18 16-19 0,0-16-62 15,18 0-127-15</inkml:trace>
  <inkml:trace contextRef="#ctx0" brushRef="#br0" timeOffset="3810.111">8149 5415 226 0,'0'0'64'15,"0"0"-9"-15,0 0 39 0,0 0-33 16,0 0-16-16,106 54-5 0,-53-54-3 16,0 17-7-16,17-17-8 0,1 17-8 0,-1-17-5 15,0 0-4-15,1 17-5 16,-18-17 0-16,0-17-8 0,0 17-6 0,0 0-4 15,-18-17-7-15,-17 17-10 0,0-17-20 16,-18 17-32-16,0 0-58 0,0-18-62 0</inkml:trace>
  <inkml:trace contextRef="#ctx0" brushRef="#br0" timeOffset="4031.64">8572 5503 241 0,'0'0'99'0,"0"0"-23"0,-52 71-22 16,34-36 5-16,0 17-10 0,1 2 0 15,-19 0-9-15,19 15-6 16,-1 2-10-16,0 0-8 0,18-19-5 0,-17 19-5 16,17-18-5-16,0-17-1 15,0-2-3-15,0-17 0 0,17 1-2 0,-17 0-9 16,18 0-3-16,0-18-1 0,-18 0 2 16,17 17-3-16,1-17-9 0,-18 0-26 15,18-17-34-15,-18 17-64 16,17-18-63-16</inkml:trace>
  <inkml:trace contextRef="#ctx0" brushRef="#br0" timeOffset="4195.442">8484 5874 335 0,'0'0'62'0,"0"0"-21"16,0 0-18-16,0 0 10 0,0 0 6 16,0 0 8-16,0 0-17 0,88 0-13 0,-53 0-5 15,0 17-3-15,1-17-4 16,17 0-5-16,-18 0 0 0,18 0-5 0,0 0-10 15,-18-17-7-15,18 17-15 0,-17-18-20 16,-1 18-42-16,0-18-119 16</inkml:trace>
  <inkml:trace contextRef="#ctx0" brushRef="#br0" timeOffset="4444.782">9507 5557 302 0,'0'0'67'16,"0"0"-9"-16,0 0 6 0,0 0 0 15,-71 87-13-15,54-33-10 0,-19-3-14 0,19-15-8 16,-1 17 2-16,0 0-3 16,1 0-4-16,-1 1-8 0,18-20-4 0,0-17-2 15,0 19-1-15,18-18-1 16,-1-1-5-16,1-17-8 0,17 0 0 0,-17 0-3 15,17 0-5-15,1-17-10 0,-1-1-27 16,-17 18-64-16,35-36-85 0</inkml:trace>
  <inkml:trace contextRef="#ctx0" brushRef="#br0" timeOffset="4761.892">10089 5609 124 0,'0'0'279'0,"0"0"-207"15,-18 89 1-15,1-38-4 0,-19-15-7 16,19 17-14-16,-1 0-17 0,0-17-13 0,1 17-9 16,-19-19-4-16,19 1-1 0,-19 1-4 15,2-1-2-15,-1-17-1 0,-1 0 0 0,1-1-2 16,0 2 1-16,-1-19-1 0,1 0 0 16,0 0 0-16,17 0 0 0,0 0-2 15,1-19 3-15,17 2-2 0,0-1-5 16,0-17 3-16,0-1 0 0,17 18-6 0,1-17 1 15,0 19 5 1,-1 16 5-16,1-18 3 0,0 18 7 0,-1 0 5 16,19 18 1-16,-19-2-2 0,1 2-1 0,0-1 1 15,-1-17-4-15,19 18-7 0,-19 0 0 16,18-18-2-16,-18 18-10 0,19-18-7 16,-19 0-1-16,19-18-17 0,-1 18-51 0,0-18-67 15,1 0-144-15</inkml:trace>
  <inkml:trace contextRef="#ctx0" brushRef="#br0" timeOffset="4994.551">10565 5785 366 0,'0'0'119'0,"0"0"-50"16,-35 71 1-16,17-36-11 0,0 18-15 15,1-17-17-15,0 16-11 0,-1 1-8 0,-17-18-5 16,17 18 0-16,1-17-3 15,-19-2-1-15,1 2-4 0,0-1-8 0,17-17 1 16,-17 17 4-16,-1-35-6 0,1 18 1 16,0 0 0-16,-1-18-2 15,19 0-3-15,-19 0-6 0,1-18-15 0,0 0-33 16,17 1-53-16,-17-19-28 0,-18 1-60 16</inkml:trace>
  <inkml:trace contextRef="#ctx0" brushRef="#br0" timeOffset="5320.199">8431 4938 391 0,'0'0'79'0,"0"0"-47"0,0 0-14 15,0 0 6-15,0 0 12 0,0 0-6 16,0 0-11-16,89-17-4 0,-54 17-4 16,-1 0-3-16,19 0 0 0,0 0 2 15,0 0 1-15,36 17-3 0,-19-17-4 16,36 0 0-16,-17 19-3 0,17-19-1 16,16 0 0-16,-16 0 0 0,18 17 0 15,-18-17 0-15,18 0-6 0,-2 0-7 0,20 17-1 16,-19-17-5-16,1 0-9 0,-18 0-12 15,17 18-27-15,-53-18-65 0,36 0-63 16</inkml:trace>
  <inkml:trace contextRef="#ctx0" brushRef="#br0" timeOffset="6114.63">11659 5874 365 0,'0'0'80'16,"0"0"-37"-16,0 0-19 0,0 0 7 15,105 17 8-15,-52-17-7 0,0 0-8 16,0 0-12-16,0 0-8 0,0 0-4 0,0 0-4 16,18 18-9-16,-36-18-12 15,1 0-10-15,-1 0-15 0,-17 0-29 16,-1 0-66-16,-17 0-86 0</inkml:trace>
  <inkml:trace contextRef="#ctx0" brushRef="#br0" timeOffset="6263.33">11888 6103 311 0,'0'0'72'0,"0"0"-28"0,0 0-4 16,0 0 7-16,0 0-4 0,71 53-12 15,-18-36-12-15,0-17-6 0,17 0-9 16,1 0-4-16,0 0-10 0,-1-17-5 16,0-1-18-16,1 18-26 0,-18-18-38 15,17 1-128-15</inkml:trace>
  <inkml:trace contextRef="#ctx0" brushRef="#br0" timeOffset="6446.308">13034 5698 407 0,'0'0'79'0,"0"0"-43"15,0 0-13-15,71 0 4 16,-36 0-1-16,18 0-13 0,-17-18-13 15,-1 18-11-15,0-19-9 0,1 19-7 16,-1-17-10-16,-17 17-15 0,-1-17-20 0,1 17-57 16,-18-18-59-16</inkml:trace>
  <inkml:trace contextRef="#ctx0" brushRef="#br0" timeOffset="6643.588">13229 5627 34 0,'0'0'243'0,"0"0"-166"0,0 0-19 15,-71 105-5-15,36-52 12 0,17 0-5 16,0 0-9-16,-17 17-7 15,17 1-16-15,1 0-3 0,0-1-4 0,-1-17-5 16,18 0-7-16,0 0-3 0,-17 0-6 16,17-17 0-16,0-1-1 0,17-19-1 15,-17 3-6-15,18-1-6 0,-18-1-6 16,0-17-3-16,17 0-4 0,-17 0-12 16,0-17-32-16,0 17-66 0,17-18-41 15</inkml:trace>
  <inkml:trace contextRef="#ctx0" brushRef="#br0" timeOffset="6777.462">13017 6120 274 0,'0'0'167'0,"0"0"-123"0,0 0-20 16,88 0 17-16,-53 0 2 0,1 18-13 16,-1-18-15-16,18 0-15 0,-18 0-10 15,1 0-9-15,-1-18-13 0,0 18-11 0,1-17-21 16,-19 17-80-16,19-18-124 0</inkml:trace>
  <inkml:trace contextRef="#ctx0" brushRef="#br0" timeOffset="7029.356">12912 5327 41 0,'0'0'300'0,"0"0"-230"15,105 0-29-15,-35 0 4 0,1 0 4 16,0 0-15-16,17 0-15 16,18 0-11-16,-18 0-8 0,18 0-2 0,-1 0-15 15,-16 0-7-15,17 0-9 0,-36 0-17 16,1 0-85-16,0 0-144 0</inkml:trace>
  <inkml:trace contextRef="#ctx0" brushRef="#br0" timeOffset="19440.898">25347 1588 39 0,'0'0'166'16,"0"0"-122"-16,0 0-26 0,0 0-7 15,0 0 1-15,0 0 6 0,0 0 42 16,0 0-30-16,35 0-12 0,-35 0 2 0,18 0 3 15,-1 0 4-15,1 0-5 0,0 0-4 16,-1 0-2-16,1 0-1 0,0 0 1 16,-1 0 1-16,1 0-5 0,0-18-4 15,-1 18-4-15,1 0-4 16,0 0-3-16,-1 0 2 0,19 0 0 16,-19 0 1-16,18 0-4 0,0 0-1 0,0 0 0 15,1 0-1-15,-1 0-3 0,0 0-8 0,1 0-6 16,-1 0-2-16,-17 0 0 0,-1 0-5 15,1 0-16-15,0 0-19 0,-1 0-71 16,-17 0-77-16</inkml:trace>
  <inkml:trace contextRef="#ctx0" brushRef="#br0" timeOffset="21486.915">13388 1588 9 0,'0'0'96'16,"0"0"-69"-16,0 0-14 0,0 0-9 0,0 0 0 15,0 0 3-15,0 0 83 16,0 0-47-16,0 0-20 0,0 0-1 15,0 17 0-15,0-17 4 0,0 0 7 0,0 0-3 16,0 0-9-16,0 0-1 0,0 0-4 16,0 0 0-16,0 0-1 0,17 0-2 0,-17 0-3 15,0 0-1-15,0 17 1 16,18-17 0-16,-18 0 0 0,0 0 0 0,18 0-2 16,-18 0-2-16,17 0-3 0,1 0-1 15,-18 0-2-15,18 0 2 0,-1 0-2 16,1 0-2-16,-18 0-2 15,18 0-6-15,-1 0 2 0,1 0-2 16,-18 0-1-16,18 0-1 0,-1 0-2 16,-17 19-6-16,18-19-8 0,-1 0-17 0,-17 0-16 15,17 0-24-15,-17 0-57 0,18 0-35 16</inkml:trace>
  <inkml:trace contextRef="#ctx0" brushRef="#br0" timeOffset="29926.869">18891 7144 52 0,'0'0'16'0,"0"0"54"16,0 0 78-16,0 0-102 0,0 0 6 16,0 0 0-16,0 0-6 0,35-72-8 15,-35 72-9-15,0-16-4 0,0 16 0 16,0 0-3-16,18 0-2 0,-18 0-1 0,0 0-8 16,0 0-1-16,17 0-1 0,-17 16 0 15,18 3-1-15,-18-1 0 0,0 17 3 16,0 0 4-16,0 18-7 0,0 0-3 15,-18-1-2-15,18 2 0 0,-17-2-1 16,17 19-2-16,-18 0-1 0,0-19-1 0,18 19 2 16,-17-18-1-16,17 18 1 0,-18-18-7 15,0-1-1-15,18 1 1 0,0-18-1 16,-17 1 0-16,17 0-2 0,0-2-1 0,0-17 0 16,0 1-2-1,0 0 1-15,0 0-4 0,0-18-10 16,0 17-18-16,17-17-20 0,-17 0-25 0,0 0-68 15,0 0-65-15,0 0 192 0</inkml:trace>
  <inkml:trace contextRef="#ctx0" brushRef="#br0" timeOffset="30286.61">18379 8555 242 0,'0'0'177'0,"0"0"-140"16,0 0-3-16,0 0 2 0,0 0 9 0,0 0-11 15,0 0-14-15,89 17-4 16,-36-17 0-16,-18 18-2 0,18-18-3 16,0 0 0-16,17 0-3 0,-17 0-2 15,0 0-2-15,17 0-4 16,-17 0-3-16,0 0-3 0,-17-18-8 0,-1 18-5 16,0 0-8-16,-17-17-7 0,0 17-15 0,-18 0-29 15,0-18-69-15,0 18-88 16,0 0 211-16</inkml:trace>
  <inkml:trace contextRef="#ctx0" brushRef="#br0" timeOffset="30527.182">18697 8626 202 0,'0'0'72'0,"0"0"30"16,-35 70-38-16,17-35-10 0,18 18-4 15,-17 0-4-15,-1 0-13 0,18 18-11 16,-18-18-11-16,1 17-5 0,-1-17-6 0,18 0-2 0,-18-1 1 16,18 2-2-16,0-20 0 0,0 3-6 0,0-20-1 15,0 0 2-15,0 1-1 0,0-18-3 16,18 0-6-16,-18 0-5 0,18 0-11 0,-18-18-9 16,17 18-20-16,-17-17-71 0,0-19-69 15,0 18 172-15,0-16-9 0</inkml:trace>
  <inkml:trace contextRef="#ctx0" brushRef="#br0" timeOffset="30681.8">18627 8977 312 0,'0'0'62'0,"0"0"-14"16,0 0-11-16,0 0 4 0,0 0 5 16,105 0-12-16,-70 0-11 0,0 0-11 0,1 0-4 15,17 0-4-15,0-16-4 0,-18 16-7 16,18-18-11-16,0 18-12 15,0-18-8-15,-18 18-18 0,1-19-69 16,-19 3-95-16</inkml:trace>
  <inkml:trace contextRef="#ctx0" brushRef="#br0" timeOffset="32209.955">19720 9049 91 0,'0'0'2'15,"0"0"2"-15,0 0 156 0,0 0-114 0,0 0-7 16,0 0-3-16,0 0 9 15,0 0-1-15,0 0-4 0,0 0-4 0,53 0-14 0,-35 18-2 16,-1-18-3-16,19 0 3 0,-1 0 1 16,18 0-5-16,0 0-5 15,-19 0-3-15,19 17 0 0,0-17-2 0,0 0-4 16,0 0-2-16,0 0 0 0,0 0-2 16,-17 0-2-16,17 0-1 15,-18 0-1-15,0 0-3 0,1 0-5 0,-1-17-3 16,0 17-1-16,0 0-3 0,-18-18-6 15,1 18-15-15,0-19-25 0,-18 19-20 16,0-16-37-16,0 16-21 0,0-18 52 16,0-1 80-16,0 19 13 0</inkml:trace>
  <inkml:trace contextRef="#ctx0" brushRef="#br0" timeOffset="32462.452">20585 8819 70 0,'0'0'82'0,"0"0"54"16,0 0-99-16,0 0-4 16,0 0 1-16,0 0 2 0,0 0-7 0,0 0-8 15,87 18-6-15,-69-18-6 0,-18 18-3 16,17-1 1-16,1 1 1 0,0-2-5 0,-18 3 1 16,17-1-4-16,-17 0 0 0,0 17 0 15,0-17-2-15,0-2-1 0,-17 3-2 0,17 16 2 16,-36-18-1-16,19 1 1 0,-1 0 1 0,0-18-5 15,1 18-6-15,17-2-3 16,-17-16-2-16,17 0-3 0,0 0-15 0,17 0-27 16,-17 0-19-16,35-16-139 0</inkml:trace>
  <inkml:trace contextRef="#ctx0" brushRef="#br0" timeOffset="32643.851">21202 8748 198 0,'0'0'251'0,"0"0"-206"0,0 0-15 16,0 0-9-16,0 0 17 0,0 0-1 15,87 0-14-15,-51 0-12 0,-1 0-11 0,0 0-2 16,1 0-8-16,-1 0-5 0,18-17-4 16,-35 17-6-16,17-17-2 0,0-1-22 15,-17 18-28-15,0-19 4 0,-1 3-155 16</inkml:trace>
  <inkml:trace contextRef="#ctx0" brushRef="#br0" timeOffset="32860.72">21607 8590 103 0,'0'0'39'0,"0"0"-20"15,0 0 2-15,0 0 140 0,-70 87-102 16,52-50 4-16,0 16-16 0,1-19-1 16,-1 37-2-16,18-18-4 0,-18-1-11 15,1 20-5-15,-1-20-11 0,18 18-3 16,-18-16-4-16,18 0-6 0,-17-3 0 15,17 3 0-15,0-19-1 16,0 0-2-16,0-18-12 16,0-17-5-16,-18 19 0 0,18-19-4 0,0 18-5 15,-18-18-11-15,18 0-26 0,-17-18-67 0,-1 18-61 16,0-19 28-16</inkml:trace>
  <inkml:trace contextRef="#ctx0" brushRef="#br0" timeOffset="32980.83">21307 9137 42 0,'0'0'344'0,"0"0"-293"0,0 0-29 16,88 0-7-16,-52 0 7 0,-1 0 7 0,0 0-14 16,1 0-15-16,-1 0-26 0,0 0-13 15,1-18-18-15,-19 18-76 16,19-18-34-16</inkml:trace>
  <inkml:trace contextRef="#ctx0" brushRef="#br0" timeOffset="33677.149">18344 5732 280 0,'0'0'143'0,"0"0"-94"16,0 0-6-16,0 0-2 0,0 0 6 16,0 0-13-16,106 0-1 0,-53 0-12 15,0 17-6-15,0 3-7 0,0-20-2 16,0 16-4-16,-1-16 0 16,1 0-2-16,-18 0-2 0,1 0-6 15,-1 0-8-15,0 0 0 0,-17 0-5 0,0 0-4 16,-1 0-12-16,1 0-23 0,-18-16-59 0,0 16-38 15,-18-20-93-15</inkml:trace>
  <inkml:trace contextRef="#ctx0" brushRef="#br0" timeOffset="33877.957">18662 5732 293 0,'0'0'84'0,"0"0"-13"0,0 0-12 15,-71 106 0-15,54-70-4 0,-19 34-14 16,1-16-14-16,0 15-9 0,-1 2-8 15,19 0-6-15,-19-1-3 0,1-17-1 0,17 0-4 16,-17 0-3-16,35-19-2 16,-18-15 0-16,18-1 2 0,0-1-5 0,0 0-2 15,0 2-7-15,18-19-6 0,-18 0-11 16,18 0-19-16,-1-19-28 0,1 19-58 16,-18-17-50-16</inkml:trace>
  <inkml:trace contextRef="#ctx0" brushRef="#br0" timeOffset="34026.46">18485 6209 118 0,'0'0'45'0,"0"0"155"0,0 0-124 16,0 0-12-16,0 0-7 0,106 0-15 15,-70 0-12-15,-1 0-6 0,0 0-11 16,0 0-9-16,0 0-4 0,18 0-10 0,-18-17-9 16,1 17-8-16,-1-19-5 0,0 19-19 0,1-17-47 15,-1-1-98-15</inkml:trace>
  <inkml:trace contextRef="#ctx0" brushRef="#br0" timeOffset="34258.89">19384 5769 88 0,'0'0'275'15,"0"0"-196"-15,0 0-25 0,-34 87-6 0,16-52 3 16,1 18-8-16,17 1-9 15,-18-3-12-15,0 3-10 0,1-1-5 16,-1 0-5-16,0-1-2 0,18-16-4 16,-17-1-2-16,17-17 0 0,0-1-2 0,17 1-3 15,1 0-4-15,0-18 2 0,-1 0-3 16,1 0-6-16,17 0-14 0,0-18-36 16,-18 18-71-16,19-18-81 0</inkml:trace>
  <inkml:trace contextRef="#ctx0" brushRef="#br0" timeOffset="34612.02">19844 5732 220 0,'0'0'27'0,"0"0"107"16,0 0-86-16,0 0 0 0,0 0-8 0,0 0-2 16,70 88-9-16,-70-70-8 0,18 18-3 15,-18-1-2-15,0 0-2 0,0 1-5 16,0-2-4-16,0 1 2 15,-18 19-5-15,1-19-1 0,-1 0-1 16,-17-16-1-16,17 15 1 0,-17-17 0 0,-1 1-5 16,19 0-2-16,-19 0 2 0,19-18-4 15,-1 0 0-15,0 0 0 0,1 0 2 16,-1-18-1-16,18 18 0 0,0-18-2 0,0 0 1 16,0 1 4-16,0-17 1 15,0 15-1-15,0-16 3 0,18 17 2 16,-18 1 3-16,17-1 6 0,1 18-2 0,0 0 1 15,-1 0 4-15,1 0 1 0,0 0-2 0,17 0-3 16,-17 18-3-16,17-18-5 16,-17 0-6-16,-1 17-3 0,1-17-10 15,0 0-10-15,-1 0-10 0,1 0-37 16,0 0-76-16,17-17-124 0</inkml:trace>
  <inkml:trace contextRef="#ctx0" brushRef="#br0" timeOffset="34844.054">20214 5874 323 0,'0'0'93'0,"0"0"-21"0,17 70-12 16,-17-53-14-16,18 20-12 0,-18-3-13 0,0 1-9 16,18 1-6-16,-18 17-6 0,0-17-1 15,-18-2 1-15,18 1-9 0,-35-17-3 16,17 17-3-16,-17 1 3 0,-1-1-1 0,1-17 2 15,-18 17 6-15,18-1 5 0,-17-15 0 16,-1-1-12-16,17-1-12 0,1-17-17 16,0 17-19-16,-1-17-14 0,19 0-26 15,-1-17-92-15</inkml:trace>
  <inkml:trace contextRef="#ctx0" brushRef="#br0" timeOffset="40510.439">21819 3827 15 0,'0'0'232'0,"0"0"-188"15,0 0 30-15,0 0-15 0,0 0 0 0,0 0-11 16,0 0-10-16,0 0-13 15,0 0-6-15,0 0 6 0,0 0 1 16,0 0-6-16,105 37 5 0,-87-21-12 0,17 2-5 16,18-18-1-16,-17 0-5 15,17 0-2-15,0 0-3 0,-18 0-9 16,18-18-6-16,-18 18-8 0,1-16-5 0,-1-4-19 16,-17 3-39-16,-1 0-72 0,-17 0-69 15</inkml:trace>
  <inkml:trace contextRef="#ctx0" brushRef="#br0" timeOffset="40711.762">22101 3775 274 0,'0'0'77'0,"0"0"-24"15,-53 69-3-15,35-15 18 0,1-19-9 16,-1 18-12-16,0 0-12 0,1 1-13 0,-1-3-6 16,18 3-6-16,-18-1-9 0,1-17-1 15,17-2-2-15,-17 1-5 0,17 1-2 16,0-19 3-16,0 1-5 0,0-18-5 15,0 18-6-15,0-18-2 0,17 0-9 16,-17 0-21-16,17 0-16 16,1-18-10-16,-18 0-42 0,18 1-3 0,-18-19 38 15</inkml:trace>
  <inkml:trace contextRef="#ctx0" brushRef="#br0" timeOffset="40849.556">21995 4233 77 0,'0'0'84'16,"0"0"2"-16,0 0-1 0,0 0-6 15,0 0-8-15,0 0-16 0,0 0-15 0,0 0-10 0,0 0-5 16,0 0 3-16,71-53-7 0,-36 71-7 15,0-18-8-15,18 0-6 0,0 0-6 16,0 0-5-16,-17 0-6 16,17-18-7-16,-18 18-7 0,-17-18-18 15,-1 0-41-15,1 1-91 0</inkml:trace>
  <inkml:trace contextRef="#ctx0" brushRef="#br0" timeOffset="41119.573">21855 3369 331 0,'0'0'71'0,"0"0"-24"15,0 0-15-15,0 0 15 0,87 17-1 16,-52-17-9-16,18 0-10 0,0 18-5 15,0-18 0-15,18 18-8 0,-18-18-8 16,18 0-2-16,-1 0-4 0,1 0 0 16,16 0 0-16,-16 0-6 0,0 0-16 15,-18-18-10-15,0 18-7 0,0-18-44 16,-36 18-105-16,19-17-142 0</inkml:trace>
  <inkml:trace contextRef="#ctx0" brushRef="#br0" timeOffset="42526.307">22048 5167 12 0,'0'0'122'0,"0"0"-99"15,0 0-5-15,0 0-3 0,0 0-1 16,0 0 71-16,0 0-42 0,0 0-15 16,0 0 1-16,0 0 11 0,0-16-10 15,0 16-8-15,0 0-1 0,0 16-3 16,0-16 1-16,0 0 2 0,0 0-1 15,0 19-1-15,0-19-1 0,0 18-2 0,0-2 2 16,-18 3-3-16,18-1-4 0,0-1-2 16,-17 0-3-16,17 1-1 0,0 18-2 15,-18-20-1-15,18 21-1 16,-18-3 2-16,18 3-3 0,-17-3 0 0,-1 1 0 16,18 18-5-16,-18-17 3 0,1-2 2 15,0 20-1-15,-1-20-1 0,1 2 0 0,-1-1 2 16,0 19-4-16,1-19 1 0,-1 17 0 15,0-15 2-15,1 14-3 0,17-15 1 16,-18-1 2-16,18 1 0 16,-18 0 1-16,18-2-1 0,-17 1 1 0,17 1-2 15,0-19 1-15,-18 19-1 0,18-1-1 16,-18-17 2-16,18 17 1 0,-17-1-2 16,17 3 0-16,-18-3 2 0,0 2-5 15,18-1-6-15,-17 1 9 16,17-1 2-16,0-19 0 0,0 21 0 15,-18-19 0-15,18-2 0 0,0 21 0 0,0-20 0 16,0 0 0-16,0 2-2 0,0-2 2 16,0 0 1-16,-18 1-1 0,18 0 3 0,0 0-1 15,0-1-2-15,0 1 4 0,0 17 6 16,-17-17-10-16,17 0-8 16,0-2 4-16,0 3 4 0,-18-1 4 0,18-2-4 15,0 3-2-15,0-19 2 0,0 18 0 0,0-1 4 16,-18 0 2-16,18 1-3 0,0 0 1 15,0-18-2-15,-17 34 1 0,17-15-3 16,0-1-3-16,-18-1-4 0,18 0 6 16,0 2 1-16,0-1 0 0,-18-1 1 0,18 0-1 15,0 0-1-15,0 1 1 16,0-18 3-16,-17 19-1 0,17-2 4 16,0-17-3-16,0 17-2 0,0 1 1 0,0-18-2 15,0 18 6-15,0-1-6 16,0 0-5-16,-18 2 2 0,18-1 2 15,0-1 1-15,-18-17 0 0,18 17-2 16,0 0 1-16,-17 3 1 0,17-4 0 0,0 2 0 16,0-1 1-16,-18-17 2 0,18 18-3 15,0 0 2-15,0-18 1 16,0 18-1-16,0-18-2 0,-18 17 3 16,18-17 0-16,0 18-1 0,0-18-2 0,0 18 2 0,0-18 0 15,0 17 0-15,0 0 5 0,0 2-7 16,0-19 3-16,18 0-3 0,-18 18 0 0,0-18 0 15,0 0 3-15,0 16 2 0,0-16-5 16,0 18-6-16,0-18 3 0,0 17 3 16,0-17 4-16,0 0-3 0,0 0 1 15,18 0 0-15,-18 0 0 0,0 0 2 16,0 18-2-16,0-18 1 0,0 0-3 16,0 0 2-16,0 0 1 0,17 18-1 0,-17-18 1 15,0 0 0-15,0 0-2 0,0 0 0 16,0 0 0-16,0 0-1 0,0 0 3 15,0 0 0-15,0 0-2 0,0 0 1 16,0 0-2-16,0 0 0 16,0 0 1-16,0 0-1 0,0 0 0 0,0 0-3 15,0 0 3-15,0 0-1 16,0 0 0-16,0 0-2 0,0 0-5 0,0 0-1 16,0-18-5-16,0 18-2 0,0-35-10 0,0 17-19 15,0-16-44-15,0-2-179 0</inkml:trace>
  <inkml:trace contextRef="#ctx0" brushRef="#br0" timeOffset="43730.762">20408 5167 32 0,'0'0'27'15,"0"0"-13"-15,0 0 170 16,0 0-116-16,0 0-5 0,0 0-15 0,0 0-3 16,0 0-6-16,0 0-7 0,0 0-11 15,0 0-3-15,35-16-1 0,-17-2-1 16,0 18 0-16,-1 0-5 0,-17-18-2 0,18 18-3 16,0-19-1-16,-1 19-1 15,1 0 0-15,0-16-1 0,-1-2-1 0,1 1-2 16,-1 17 1-16,0-18-1 0,1 0 1 15,17 0-1-15,-17-16 0 0,17 15 1 16,1 2 1-16,-1-18-2 0,-17 16 0 16,17 3 3-16,0-19-3 0,1 15 1 15,-1 4-1-15,0-19-2 0,1 17 2 16,-1-17 0-16,0 17 0 0,1-18 0 16,17 2 0-16,-18 16-7 0,-1-17 3 0,2 0 3 15,-1 17-3-15,0 0 0 16,-17-17 0-16,17 17 1 0,-17 0 3 15,-18 18 0-15,18-17 0 0,-18-1-3 16,17 18-6-16,-17-18-2 0,0 18-2 16,0-18-4-16,0 18-11 0,0-17-13 0,0 17-24 15,0-17-54-15,0 0-38 0,-17 17-11 16</inkml:trace>
  <inkml:trace contextRef="#ctx0" brushRef="#br0" timeOffset="44030.95">21360 4180 187 0,'0'0'134'0,"0"0"-74"15,0 0-18-15,0 0-3 16,0 0-2-16,0 0-11 0,0 0-12 0,0 0-7 16,0 0-2-16,0 0 0 0,71 35 0 15,-54-17 0-15,1 0-3 0,0-1 3 16,-1 2-3-16,1-2-1 0,0 0 2 15,-1 0-1-15,1 1-2 0,0 0 0 16,-1 0 0-16,1-1-2 0,0 1 2 16,-1 0-10-16,1-1 2 15,-18 1 1-15,0 0 2 0,0 17-2 0,0-17 3 16,0-2-1-16,0 21 0 0,-18-20-7 16,1 19-7-16,-19-19-16 0,1 18-21 0,17-17-28 15,-17 17-82-15,0-17 18 16,-1 18 140-16</inkml:trace>
  <inkml:trace contextRef="#ctx0" brushRef="#br0" timeOffset="47782.049">19103 4304 162 0,'0'0'137'0,"0"0"-79"15,0 0-9-15,0 0-11 16,0 0-3-16,0 0-5 0,0 0-4 15,0 0-7-15,0 0-4 0,0 0-1 16,0 52-1-16,0-34 0 0,0 17-2 0,0-17-1 16,0 17-2-16,0 1 0 0,0-1-3 0,0 18 1 15,0-1-3-15,-18 2-2 0,18-1 1 16,-18-2-2-16,18-14 0 0,-17 16 0 16,17-1 0-16,0 1-1 0,-18-17 1 15,18-1 0-15,0-1-2 0,0 3 0 0,0-19 2 16,0 17-1-16,0-17-2 15,0-2-3-15,0 3 0 0,0-19-1 16,0 18 0-16,-18-18 0 16,18 17 1-16,0-17-2 15,0 17-3-15,0-17-3 0,0 0-2 16,0 0-1-16,0 0-6 0,0 0-11 16,0 0-23-16,0 0-34 0,0 0-61 15,0-17 10-15,-17 17 133 0</inkml:trace>
  <inkml:trace contextRef="#ctx0" brushRef="#br0" timeOffset="48578.05">18538 3052 76 0,'0'0'284'0,"0"0"-238"16,0 0 0-16,0 0-9 0,0 0 2 0,0 0-4 16,0 0-8-16,0 0-10 0,0 0-7 15,106 34-3-15,-88-34-2 0,17 18-2 16,0-18 0-16,0 0 0 0,0 0-3 16,1 18 0-16,-19-18 0 0,19 0-2 15,-19 0-2-15,1 0-5 0,0 0-7 16,-1-18-1-16,1 18-4 15,0 0-8-15,-18-18-16 0,0 18-29 0,0-17-71 16,0 17-68-16,0-17 210 0,-18 17-57 16</inkml:trace>
  <inkml:trace contextRef="#ctx0" brushRef="#br0" timeOffset="48796.74">18767 3033 26 0,'0'0'63'15,"0"0"121"-15,0 0-135 0,0 0 1 0,0 0 0 16,-18 107 1-16,18-72-14 0,0 0-6 15,0 17-5-15,0-15-4 0,0 16-5 16,-17-1-5-16,17 0-4 16,-17 2-3-16,-1-18-5 0,1 16 0 15,-1-17-1-15,18 1-3 0,-18-19 1 0,18 19-1 16,0-19-4-16,0-17-4 0,0 17-5 16,0-17-4-16,0 0-3 0,18 0-10 0,-18 0-14 15,18 0-20-15,-1-17-28 16,1 0-75-16,-18-1 91 0,17-17 40 0</inkml:trace>
  <inkml:trace contextRef="#ctx0" brushRef="#br0" timeOffset="48946.562">18767 3475 94 0,'0'0'7'0,"0"0"37"15,0 0 94-15,0 0-93 0,0 0-1 0,0 0-6 16,0 0-3-16,0 0-6 16,0 0-4-16,0 0-3 0,88-19-9 0,-52 38-8 15,-19-19-5-15,19 0 0 0,-19 0-9 16,1 0-9-16,17-19-9 15,-17 19-11-15,0 0-24 0,-18 0-71 0,17-16-74 16,-17 16 207-16</inkml:trace>
  <inkml:trace contextRef="#ctx0" brushRef="#br0" timeOffset="49628.447">19367 3157 43 0,'0'0'24'16,"0"0"188"-16,0 0-157 0,0 0-9 0,0 0-8 16,0 0 3-16,0 0-9 15,0 0-7-15,0 0-11 0,0 0-4 0,-70 71 0 16,52-37 4-16,18 3 6 0,-17-2-1 16,17 0-5-16,-18 0-2 0,18 17-4 15,0-15-2-15,0-3 0 0,0-15-4 0,0 16-2 16,0-18-1-16,0 0 1 0,18 1-1 15,-18 1 1-15,17-19-2 0,-17 0-1 16,18 17-10-16,0-17 0 0,-1 0-8 16,1-17-8-16,16-2-18 0,-16 1-40 15,17 1-66-15,-17 0-71 16,0 0 197-16</inkml:trace>
  <inkml:trace contextRef="#ctx0" brushRef="#br0" timeOffset="49978.94">19755 3122 24 0,'0'0'206'0,"0"0"-78"16,0 0-68-16,-17 106 2 0,-1-72-9 0,18 3-11 15,-18-2-13-15,18 0-10 16,0 0-9-16,-17 1-6 16,17-20 0-16,0 21-4 0,-18-20 0 0,18 19 0 15,-18-18 0-15,18-1 0 0,-17 0 1 16,-1-17-1-16,0 17 2 0,1 1-2 0,-1 1-1 15,-17-19-4-15,17 17-4 0,-17-17-3 16,17 0 1-16,0 0 1 0,1 0 4 16,-1 0 2-16,18-17 1 0,0-2-4 0,0 1 1 15,0 1 3-15,0 0 3 16,0-18 0-16,18-1-3 0,-18 19-2 0,17-1 2 16,1-1-2-16,0 3 5 0,-1 16 6 15,1 0 3-15,0 0 0 16,-1 0-3-16,1 16 2 0,0 3-1 0,17-1 2 15,-17-18-5-15,-1 17-4 0,1 0 0 16,0-17-1-16,-1 0-12 0,1 0-7 0,0 0-9 16,-1 0-21-16,1-17-50 0,0 0-123 15,-1-1 50-15</inkml:trace>
  <inkml:trace contextRef="#ctx0" brushRef="#br0" timeOffset="50181.07">20002 3246 87 0,'0'0'9'0,"0"0"204"0,0 0-143 16,17 69 0-16,-17-32-14 0,0-3-7 0,0-16-13 16,-17 18-7-16,17-1-12 15,-17-17-11-15,17 16-5 16,-18-15-1-16,1-1-2 0,-1-1-1 16,0 0-6-16,-17 0-3 0,17 1 1 0,-17 1-1 15,0-19 0-15,-1 17-5 0,1 0-9 0,0-17-6 16,-1 18-13-16,1-18-23 0,-18 0-71 15,18 0-66-15,17 0 200 0</inkml:trace>
  <inkml:trace contextRef="#ctx0" brushRef="#br0" timeOffset="50546.434">18450 2504 20 0,'0'0'218'15,"0"0"-94"-15,0 0-70 0,0 0 3 16,0 0-5-16,0 0-7 0,106 18-10 15,-71-18-11-15,1 0-5 0,-1 0-6 16,18 0-2-16,-1 0-3 16,1 0-3-16,18 18-1 0,-1-18-4 15,1 0 0-15,17 0 0 0,1 17-5 0,-1-17 4 16,-1 18-1-16,2-18-2 0,-1 18 1 16,-17-18-9-16,17 18 2 0,-17-18-1 0,-1 0-5 15,-17 0-5-15,18 17-1 0,-19-17-8 16,1 0-20-16,-18 0-77 15,1 0-73-15,-1 18 25 0</inkml:trace>
  <inkml:trace contextRef="#ctx0" brushRef="#br0" timeOffset="51977.154">20549 3581 108 0,'0'0'21'0,"0"0"149"16,0 0-134-16,0 0-3 15,0 0-3-15,0 0 6 16,0 0-1-16,0 0-6 0,0 0-9 0,0 0-5 0,88 34-1 16,-71-34 0-16,19 18-1 0,-19-18-1 0,19 0-4 0,-19 0-3 15,19 19-2-15,-1-19-2 16,0 0 1-16,1 0-2 0,-1 0-3 0,0 0-1 15,1 0-8 1,-1 0-5-16,-17-19-3 0,17 19-3 0,-17 0-11 0,-18 0-13 16,17-18-39-16,-17 18-88 0,0-17-1 15,0 17 175-15</inkml:trace>
  <inkml:trace contextRef="#ctx0" brushRef="#br0" timeOffset="52211.248">21025 3510 100 0,'0'0'28'0,"0"0"91"0,0 0-66 16,0 0-9-16,0 0-11 0,0 0 5 16,0 0 0-16,0 0-8 0,0 0-7 0,0 0-9 15,106 36-2-15,-88-18-3 0,17-18-3 16,-17 17-4-16,17 0-2 0,0 0 0 0,-18 1-2 16,1 1 1-1,0 15-4-15,-1-16-6 0,-17 0-1 16,18-1 3-16,-18 0 1 0,-18 2-5 15,1 16-10-15,-19-18-15 0,-16 20-24 16,-1-21-28-16,0 19-48 0,18-17 45 16,-53 18 73-16</inkml:trace>
  <inkml:trace contextRef="#ctx0" brushRef="#br0" timeOffset="65676.474">20796 3352 38 0,'0'0'167'0,"0"0"-73"0,0 0-40 16,0 0-21-16,0 0-6 0,0 0 1 0,0 0-9 15,0 0-6-15,0 0-4 16,-36-18-4-16,19-1 2 0,17 19 0 0,-18 0-2 15,18 0 0-15,-18 0-1 0,18 0 1 0,-17 0-1 16,17 0 0-16,-18 19 0 16,0-19-3-16,1 0 1 0,-18 0 0 15,18 18 1-15,-1-18-3 0,-17 0 0 0,17 17-1 16,0-17 1-16,-17 17 3 16,17 1-1-16,1 0-2 0,17-18 1 0,0 18 3 15,-18-18 0-15,18 16 1 0,0-16 2 16,0 19 0-16,18-19-2 0,-18 18 2 15,17-18 1-15,-17 17-3 0,18-17-3 16,-18 17-2-16,18-17 1 0,-1 19-1 16,-17-19 0-16,18 0-3 0,0 18 1 15,-1-18 0-15,1 0 0 0,0 0 0 16,-1 0 1-16,1 17-2 0,-1-17-3 0,0 0-6 16,1 0-2-16,0 0-4 15,-1 0 0-15,1 0-7 16,0 0-7-16,-1 0-20 15,1 0-37-15,0 0-83 0,-1 0 36 0</inkml:trace>
  <inkml:trace contextRef="#ctx0" brushRef="#br0" timeOffset="69149.481">17462 2962 88 0,'0'0'124'0,"0"0"-98"16,0 0 0-16,0 0 11 0,0 0-1 16,0 0-3-16,0 0-9 0,0 0-8 15,-17-16-8-15,-1 16 5 0,1 0-4 0,-1 16 12 16,0-16-4-16,-17 19-9 0,17-1-6 15,-17-1 0-15,17 0 1 0,-17 2-2 16,0-2-1-16,-1 0 0 0,19 1 0 0,-1 0-3 16,0 0 3-16,1-1 0 15,17-17 1-15,-18 18 2 0,18-2 1 16,0-16-1-16,0 19 0 0,0-19-1 0,18 18-1 16,-18 0 3-16,17-2-2 0,1-16-2 15,0 19 0-15,-1-1 4 0,19-18 1 16,-19 16-5-16,19-16 4 0,-1 19-1 15,0-19 1-15,1 0-1 0,-1 18 0 16,0-18-1-16,17 0-2 0,-16 0 0 16,17 0 1-16,-18 17-1 0,18-17 0 0,-18 0-2 15,1 0 1-15,-1 0 1 16,0 0-6-16,1-17-5 0,-19 17-4 16,19 0-2-16,-19 0-10 0,-17-18-18 15,18 18-35-15,-18-19-88 0</inkml:trace>
  <inkml:trace contextRef="#ctx0" brushRef="#br0" timeOffset="69369.652">17956 3191 323 0,'0'0'51'0,"0"0"-26"0,0 0-16 16,0 0 17-16,0 0 7 15,0 0-5-15,0 0-12 0,0 0-4 16,89 37-3-16,-89-19-3 0,0-2-2 0,17 3-2 15,-17 15 2-15,-17-15-4 0,17-1-1 16,-36 16 1-16,19 2-8 0,-19-18-3 16,-17 17-5-16,0-17-4 0,18 16-6 15,-18 3-4-15,-18-20-6 16,18 17-22-16,18-16-42 0,-18 18-113 16</inkml:trace>
  <inkml:trace contextRef="#ctx0" brushRef="#br0" timeOffset="69912.707">15769 2981 330 0,'0'0'55'0,"0"0"-37"0,0 0 11 16,0 0 26-16,88 0-10 0,-53 0-15 0,1 0-12 15,-1 18-4-15,0-18-6 0,1 0-5 16,-1 0-3-16,0 0-4 0,1 0-4 16,-1 0-19-16,-18 0-4 0,0 0-6 15,1 0-15-15,-18 0-37 0,0 0-64 16,0 0-46-16</inkml:trace>
  <inkml:trace contextRef="#ctx0" brushRef="#br0" timeOffset="70078.853">16016 3069 139 0,'0'0'83'0,"0"0"-19"16,0 0-1-16,-35 88 0 0,17-54-6 16,0 21-17-16,1-2-8 0,-19 0-12 15,19-1-8-15,-1-16-8 0,-17 17-1 16,35-19-3-16,-18 3-2 0,18-20 2 0,0 0-2 15,0 0-4-15,0 1 1 0,18-18-9 0,-18 0-5 16,17 0-7-16,1 0-21 0,0 0-75 16,-18-18-95-16</inkml:trace>
  <inkml:trace contextRef="#ctx0" brushRef="#br0" timeOffset="70225.728">15875 3315 330 0,'0'0'47'15,"0"0"-19"-15,0 0 14 16,88 0-6-16,-53 0-18 0,1 0-15 16,-1-16-3-16,0 16 0 0,1 0-5 0,-1-18-21 15,-1 18-12-15,-16-19-16 0,0 19-40 16,-1-16-123-16</inkml:trace>
  <inkml:trace contextRef="#ctx0" brushRef="#br0" timeOffset="70511.789">15592 2662 160 0,'0'0'141'16,"0"0"-84"-16,0 0-1 0,0 0-14 15,0 0-4-15,0 0-6 0,88-51-7 16,-35 33-2-16,0 18-1 0,18 0-4 16,0-18-5-16,17 18-1 15,0 0-7-15,0 0-4 0,18 0-1 16,0-18 0-16,0 18 0 0,17 0-10 0,-17-17-12 16,-1 17-14-16,-16 0-2 0,-1 0-26 15,-35-18-74-15,0 18-101 0</inkml:trace>
  <inkml:trace contextRef="#ctx0" brushRef="#br0" timeOffset="73146.626">16386 8925 3 0,'0'0'287'0,"0"0"-250"0,0 0-21 16,0 0-5-16,0 0 16 0,0 0 6 16,88 18 3-16,-52-18-3 0,-1 18-3 15,0-18-6-15,18 16-7 0,0-16-3 16,0 0-1-16,0 0-1 0,17 0 1 16,-17 19 0-16,18-19-4 0,-18 0-9 0,0 0-2 15,17 0-1-15,-17 0-10 0,0-19-1 0,-17 19-7 16,-1-16-8-16,0 16 0 0,1-18-6 15,-1 0-10-15,-18-1-17 0,0 3-12 16,-17-2-3-16,18 1-1 0,-18-1 7 16,0 0 53-1,0-17 14-15,-18 18 4 0,18-2 5 0,0 2 2 16,-17 17 18-16,17-17 99 0,0 17-66 16,0 0-14-16,0 0-9 0,17 17-1 15,-17-17 5-15,18 17-8 16,-18 2 2-16,18-2-6 0,-18 0-8 15,17 19-7-15,1-18 0 0,-18 17 1 0,18-19 2 16,-18 3-5-16,17 17-10 0,-17-20-2 16,0 3 2-16,0-1-1 0,-17-2 1 15,17 3-5-15,-18-1-1 0,-17-1 1 0,-1 0-3 16,2 1-7 0,-1 0-8-16,-18 0-9 0,0-2-17 0,17-16-27 0,-17 19-55 15,0-19-34-15,18 0 146 0,-18-19-36 16</inkml:trace>
  <inkml:trace contextRef="#ctx0" brushRef="#br0" timeOffset="73579.099">15522 8537 218 0,'0'0'152'0,"0"0"-112"15,0 0-18-15,0 0-7 0,0 0 8 16,0 0 10-16,0 0 2 0,0 0-7 0,105 0-13 16,-52 18-4-16,0-18-3 0,0 17-2 15,18-17-6-15,-18 0-6 16,0 0-11-16,-18 0-6 0,18 0-3 0,-35 0-4 15,17 0-14-15,-35 0-32 0,18-17-65 16,-18 17-52-16,0 0 179 0</inkml:trace>
  <inkml:trace contextRef="#ctx0" brushRef="#br0" timeOffset="73745.658">15875 8606 107 0,'0'0'150'0,"0"0"-71"16,-36 71-41-16,36-34-2 0,-17-3 14 0,-1 19 1 15,0 1-15-15,18-3-12 0,-17 4-8 0,-1-2-8 16,0 0-2-16,18-19 1 0,-17 20-7 16,17-38-3-16,-18 21-4 15,18-20-8-15,0 0-7 0,0 2-6 0,0-19-12 16,0 0-19-16,0 0-27 0,18 0-41 0,-18-19-30 0,0 2 126 16</inkml:trace>
  <inkml:trace contextRef="#ctx0" brushRef="#br0" timeOffset="73891.584">15804 8961 57 0,'0'0'319'16,"0"0"-271"-16,0 0-14 0,0 0-1 16,0 0 7-16,0 0-9 0,0 0-10 0,88 16-7 15,-52-16-7-15,-1 0-7 16,0-16-10-16,18-2-18 0,-17 0-9 0,-1-1-19 16,0-15-64-16,0-1-72 0</inkml:trace>
  <inkml:trace contextRef="#ctx0" brushRef="#br0" timeOffset="75060.166">16104 4374 171 0,'0'0'51'15,"0"0"-21"-15,0 0-13 16,0 0-1-16,0 0 65 0,0 0-40 0,0 0-13 16,0 0 2-16,0 0 0 0,0 71-9 0,0-36-7 15,0 1-5-15,0-1-1 0,0 0-1 0,0 0-3 16,0 18 0-16,0-18 0 0,0 18-2 16,0 18 2-16,-17-18-4 0,17 18 4 15,0-1-4-15,-18-17 0 0,18 18 0 16,-18-2 0-16,1 2 0 0,17-1-2 15,-18-16-1-15,0 17 2 0,1 0-1 16,-1-1 2-16,18-17 1 0,-18 16-1 16,1-15-1-16,17 17 1 0,-18-18 0 0,18 0-2 15,0-1 1-15,-18 1-1 16,18-18 0-16,0 18 2 0,0-17-3 0,0 16-7 16,0-16 6-16,0-1 3 0,0 18 1 15,-17-17-12-15,17 15 5 16,0-14 7-16,0 16 0 0,0-18-3 0,0 0 3 15,0 18 2-15,0-17 1 0,0-19-3 16,-18 17-2 0,18 3 2-16,0-20 3 0,0 19-3 15,0-19-2-15,0 18 2 0,0-17 0 0,18 17-1 16,-18-17-2-16,0 17 3 0,0-17 1 16,17 16-1-16,-17 3 0 0,18-21 1 0,-18 21-1 15,0-20-1-15,0 18 1 0,0-17 0 0,0 16 2 0,0-15-2 16,0-1 0-16,0 16 1 0,0-15 2 15,0-1-3-15,0-1 0 0,0 0 3 16,0 18 3-16,0-16-6 0,0 15 0 16,0-16-2-16,0 17-7 0,0-18 0 15,0 2 9-15,18 16 2 16,-18-18-2-16,0-17-2 0,0 17 2 16,0 3 1-16,0-4-1 15,0-16 0-15,0 0-10 0,0 18-7 16,0-18-10-16,0 0-3 0,0 0 1 0,-18 0 1 0,18 0-17 15,0-18-16-15,0 2-25 0,0 16-80 0,0-37 152 16</inkml:trace>
  <inkml:trace contextRef="#ctx0" brushRef="#br0" timeOffset="75294.495">15822 7425 3 0,'0'0'168'0,"0"0"-42"0,0 0-66 0,0 71-4 16,0-35 3-16,0-19-9 0,0 19-18 0,17-18-9 16,-17-1-3-16,18 0-1 15,0 0 4-15,17 3-3 0,-17-4-11 16,17 2-2-16,18-18-3 0,0 0-4 0,0-18 2 16,0 2-1-16,-1-4-1 15,19-14-9-15,-18-1-7 0,0-18-12 0,0 17-5 16,0-17-2-16,-18 1-45 0,0-19-69 0,1 17-86 15,-1-33 171-15</inkml:trace>
  <inkml:trace contextRef="#ctx0" brushRef="#br0" timeOffset="80897.876">15592 7337 122 0,'0'0'4'0,"0"0"18"0,0 0 73 16,0 0-40-16,0 0-21 0,0 0-11 15,0 0 6-15,0 0 2 0,0 0 0 16,0 0-4-16,71 37-2 0,-71-37-4 15,17 0-4-15,-17 17-1 0,18-17 2 0,0 17-2 16,-1-17-3-16,-17 17-3 0,18-17-5 16,0 18-3-16,-1 1-2 15,1-19-2-15,-18 17-1 0,18 0-1 0,-18 1-7 16,17 0-1-16,-17-1-6 16,18 0-10-16,-18-17-13 0,18 19-31 0,-18-1-59 0,17-1-44 15,-17-17 114-15</inkml:trace>
  <inkml:trace contextRef="#ctx0" brushRef="#br0" timeOffset="85487.34">25506 4657 204 0,'0'0'53'16,"0"0"-51"-16,0 0 78 0,0 0-22 15,0 0-7-15,0 0-11 0,0 0-4 0,0 0-5 16,17 0-4-16,-17 0-2 16,0 0-7-16,-17 0-5 0,17 0-4 15,0 0 0-15,0 0-2 0,-18 17-3 0,0-17-2 16,1 18 0-16,-1 17 1 0,0 0-3 15,1-1 0-15,-19 21 7 16,19 15-6-16,-1-17 7 0,-17 18-4 0,17-1 1 0,0 1-5 16,1 0 0-16,17-19 1 0,0 0-1 0,0 2 0 15,0-18-2-15,17-1 2 16,19-18-1-16,-19 18-1 0,19-35 2 16,-1 19-1-16,18-19 1 0,-18 0-2 0,18 0 2 15,-17-19 0-15,17-16-5 16,0 18 2-16,-18-18-5 0,17-18 3 15,-17 16-3-15,18-15-1 0,-17 17 1 16,-1-35 0-16,0 17-1 0,-17-18-4 0,17 0-8 16,-17-17-2-16,0 18-9 15,-1-1-6-15,1-17 13 0,-18 34 3 0,18 2 9 16,-18-1 13-16,0 18 17 16,-18 17 5-16,18 0 0 0,-18 18 0 15,1 0-7-15,-1 0-5 16,0 0 0-16,1 18-3 0,-19-18 1 15,1 36-2-15,0-19 2 0,-18 1-1 0,17 17 1 16,-17 0-6-16,1-18-2 0,17 19-4 16,-18-1-3-16,0 1-13 0,0-1-10 15,0 1-8-15,0-1-10 0,18 0-30 0,-1-17-43 16,19 16-13-16</inkml:trace>
  <inkml:trace contextRef="#ctx0" brushRef="#br0" timeOffset="85899.901">25647 4621 55 0,'0'0'178'0,"0"0"-85"15,0 0-36-15,0 0-14 0,0 88-3 16,0-52-1-16,-18-1-5 0,1 18-5 0,17 0-5 16,-18-1-7-16,-17 19-4 15,17-18-2-15,-17 18-4 16,17-18-7-16,-17 0 0 0,17-1 0 0,-17-16-5 15,17-2-1-15,18 3-4 0,0-20-3 0,0 0-1 16,0-17 1-16,0 19 0 0,18-19-2 16,-1 0-4-16,1-19-4 0,0 2-6 15,-1 0-6-15,1-20 4 0,17 21 7 16,-17-20-2-16,0 1 6 0,17 0 11 16,-17 0 9-16,-1 17 6 0,-17-17 13 15,18 35 5-15,0-18-3 0,-18 18 4 16,17 0 4-16,-17 0 2 0,18 18 0 0,-1 17-1 15,0-17 0-15,-17-2-7 0,18 21-4 16,0-20-5-16,-1 18-6 0,1-17-4 16,0 0-4-16,-1-2 3 0,19 3-2 0,-1-19-1 15,-17 18-8-15,17-18-3 16,0 0-9-16,-17 0-11 0,17 0 0 16,-17 0-26-16,17 0-94 0,-17 0-37 15,0-18 32-15</inkml:trace>
  <inkml:trace contextRef="#ctx0" brushRef="#br0" timeOffset="86197.991">26776 4498 82 0,'0'0'248'15,"0"0"-195"-15,0 0-16 0,0 0 0 16,0 0 15-16,-89 69-12 0,72-15-11 0,-1-1-4 16,-17 18 4-16,17 0 0 0,-17-1-8 15,-1 18-7-15,19 0 0 0,-1-17 0 16,0 0-7-16,1-18-6 0,17-1-1 16,0-16 0-16,17-1-2 0,1 0 0 15,0-18-1-15,17 2-3 0,-17-1-3 16,17-18 0-16,0 0-5 0,18 0-12 15,-17-18-5-15,-1-1-13 0,0-15-45 16,-17-3-77-16,17 21-70 0,-17-38 147 16</inkml:trace>
  <inkml:trace contextRef="#ctx0" brushRef="#br0" timeOffset="86382.378">26829 4886 119 0,'0'0'201'0,"0"0"-143"0,0 0-4 15,0 0-7-15,0 0 9 0,0 0-8 0,0 0-20 16,106 71-9-16,-54-71-6 0,1 0-5 16,0 0-6-16,0-19-2 15,0 19-1-15,0-17-5 0,-18 17-9 0,0-17-4 16,1-1-7-16,-1-1-12 0,-17 3-33 16,-1-2-74-16,-17 18-59 0,0-17 121 15</inkml:trace>
  <inkml:trace contextRef="#ctx0" brushRef="#br0" timeOffset="86723.951">27093 4974 126 0,'0'0'272'0,"-53"71"-206"15,35-36-11-15,0 18 0 0,-16-19-4 16,16 19-19-16,1-16-16 0,-1-3-14 16,0-16-2-16,18 18-3 0,-17-20-3 0,17-16-1 15,0 19-3-15,17-19-4 0,-17 0-4 16,18 0-2-16,0 0-4 15,-1 0-8-15,1-19-18 0,-1 3-9 0,0-2-18 0,1-18-8 16,0 19-12-16,-1-18 25 16,1 0 20-16,0-2 41 0,-1 3 11 15,1 16 17-15,0-1 34 0,-18 3 102 0,0 16-74 16,0 0-10-16,0 16-2 16,0 21-5-16,0-3-13 0,-18 3-11 0,18-2-7 15,-18 0-7-15,18 0-5 0,-17 1-7 16,17-20-7-16,0 21-5 0,0-37-4 15,0 17-2-15,17-17-4 16,1 0-5-16,0 0-6 0,-1-17-12 0,19-1-27 16,-19-17-66-16,19 17-58 0,-19 0-65 15,1-17 243-15</inkml:trace>
  <inkml:trace contextRef="#ctx0" brushRef="#br0" timeOffset="86929.62">27710 4745 98 0,'0'0'204'0,"0"0"-116"16,0 0-24-16,35 88-11 0,-35-70-3 16,18 17-13-16,-18 0-12 0,18 1-10 15,-18-19-8-15,0 18-2 0,0 1-5 16,0-1-4-16,0 0-4 0,0 1-6 16,-18-1 6-16,0-1-12 0,1 3-8 15,-19-3-2-15,1-16-10 0,0 18-16 16,0-1-24-16,0-17-13 0,0-1-50 15,-1 0 44-15,19 2 77 0</inkml:trace>
  <inkml:trace contextRef="#ctx0" brushRef="#br0" timeOffset="87568.921">25082 4198 13 0,'0'0'320'0,"0"0"-272"16,0 0-9-16,0 0 0 0,0 0 15 16,70 0-9-16,-17 0-10 15,-17 0-10-15,17 17-6 0,17-17-5 16,1 0 0-16,17 0-4 0,1 0 0 0,16 0-4 15,1-17-1-15,0 17-3 0,17 0-2 16,1-18 0-16,0 18 0 0,16-18 0 0,1 18-1 16,18-18-2-16,-17 1-3 15,16 17-7-15,1-18 2 0,17 2 1 16,-17 16 5-16,17-18-2 0,-17 18 2 16,18-19-3-16,-36 2-3 0,17 0 4 15,-34 17-1-15,-1-18 0 0,-34 0-5 16,-1 1-1-16,-35-1-19 0,-18 0 7 15,-35 0-26-15,0 1-19 0,0 17-63 0,-17-18-49 16,-19 2 135-16</inkml:trace>
  <inkml:trace contextRef="#ctx0" brushRef="#br0" timeOffset="90193.819">31044 4409 4 0,'0'0'253'0,"0"0"-203"0,0 0-27 0,0 0 1 16,0 0 24-16,0 0 1 0,0 0-16 15,0 0-11-15,0 0-6 16,0 0 7-16,-53 18 2 0,53 17-1 0,-18 1-2 0,1 17-2 16,-1 0-3-16,-17 0-2 15,17-1-6-15,0 1-2 16,1 18-3-16,-1-18-4 16,0-18 2-16,18 18 1 0,0-18-3 0,0 1 0 15,18-1 1-15,0-19-1 0,-1 21 0 16,19-37 0-16,-1 18-5 0,0-18-1 0,1 0-1 15,-1-18 1-15,0 18 0 0,1-18-1 0,-1-1 0 16,0-15 0-16,1 17-1 0,-1-19-2 0,-17-16 2 16,17 16 2-16,-17-34-6 15,17 15-2-15,-17-14 1 0,-1-1 2 16,18-1 5-16,-18 1-5 0,-17-1 7 0,18 18 4 16,-18-1 4-16,0 3 2 0,0 32 4 15,0-16 6-15,0 17 1 0,-18 18-3 16,18-17-2-16,0 17-1 0,-17 0-4 0,17 0-4 15,-17 0-3-15,-1 17 0 0,1 1 3 16,-19 0 2-16,19 18 3 0,-19-2-1 16,-17 1-2-16,18 1-2 0,-18-1-3 0,0 18 0 15,0-17 0-15,0-1-2 16,0 0-2-16,0 0-2 0,18 1 0 0,-1-1-3 16,2-18 0-16,16 19-3 0,1-19-1 15,-1 1-5-15,18-2-6 0,0 4-13 16,0-3-17-16,0-17-18 0,0 0-26 15,18 0-70-15,-1 0 73 16,1 0 51-16</inkml:trace>
  <inkml:trace contextRef="#ctx0" brushRef="#br0" timeOffset="90394.624">30973 4796 102 0,'0'0'127'0,"0"0"-38"0,0 0-52 15,0 0-2-15,0 0 21 0,36 90-7 16,-19-90-13-16,1 18-19 0,17-1-8 15,-17 0-4-15,0-17-5 0,17 19-2 16,-17-19-11-16,-1 0-5 0,1 0-5 16,-18 0-6-16,18 0-6 0,-18 17-5 0,17-17-6 15,-17 0 0-15,0 0-9 16,0 0-1-16,18 0 6 0,-18 0 5 16,0 17-10-16,18-17 23 0,-18 0 15 0</inkml:trace>
  <inkml:trace contextRef="#ctx0" brushRef="#br0" timeOffset="90921.526">31115 4796 143 0,'0'0'168'0,"0"0"-105"0,0 0-22 15,0 0-17-15,0 0 8 0,0 0 17 16,0 0-11-16,0 0-13 0,88 71-8 16,-70-52-1-16,-1-1 2 0,19 16-1 15,-1-15-4-15,0-2-5 0,1 18-2 0,-1-17-3 16,17 0-1-16,-17-1-2 0,1 1-2 16,-19-2-2-16,19 3-10 15,-19-19-8-15,1 18-2 0,-18-18 0 0,18 0-11 16,-18 0-35-16,0 0-82 0,0 0-98 15,0-18 243-15</inkml:trace>
  <inkml:trace contextRef="#ctx0" brushRef="#br0" timeOffset="91329.325">31203 4445 39 0,'0'0'53'0,"0"0"-33"16,0 0 141-16,0 0-108 0,0 0-7 16,-35 88-6-16,35-54 5 0,0 3-5 15,-18-3-11-15,0 2-3 16,1 17-2-16,-1-18-7 0,0 19 1 16,1-3-6-16,-1 3-5 0,0-1-4 15,1-18-3-15,17 18-3 0,-18-19 1 16,18 3-3-16,-18-19-3 0,18 17-2 0,0-17-1 15,0-18-7-15,18 16-3 0,-18-16-5 0,18 0-14 16,-18 0-29-16,17 0-57 0,-17 0-68 0,18-16 173 16</inkml:trace>
  <inkml:trace contextRef="#ctx0" brushRef="#br0" timeOffset="91698.363">30780 3880 171 0,'0'0'27'0,"0"0"121"0,0 0-104 0,0 0-5 16,0 0 6-16,0 0-3 0,0 0 4 16,0 0-15-16,0 0-5 0,87 35 1 15,-51-35-7-15,-1 0-3 16,0 0-1-16,18 0-2 0,0-17-5 0,18 17-3 16,-18-18-1-16,18 18-3 0,-1-16-2 15,1 16-1-15,16-20 1 0,-16 20-3 0,0-17-4 16,-1 0-12-16,1 17-4 15,0-17-4-15,-1 17-3 0,-17-18-24 0,0-1-83 16,-1 19-86-16</inkml:trace>
  <inkml:trace contextRef="#ctx0" brushRef="#br0" timeOffset="101696.545">29227 4533 114 0,'0'0'230'15,"0"0"-199"-15,0 0-8 16,0 0 17-16,0 0 10 0,0 0-13 0,0 0-7 16,0 0-8-16,18-71-6 0,17 54-2 15,1 17 2-15,-1-18 1 0,18 18-7 16,-18 0 2-16,18 0-6 16,-18 0-1-16,18 0 0 0,-18 0-2 0,0 0-1 15,-17 0-2-15,17 18 0 0,-17-1-3 16,17 1 2-16,-17 0-3 0,17 17 4 0,-17-17-2 15,0-2-1-15,-1 3 2 0,1 16-1 16,-18-18 0-16,0 2 1 0,0-2 1 0,-18 1-2 16,1-1 2-16,-1-17 0 0,0 18 0 15,-17 0 0-15,0-1 1 16,-1 1 0-16,1-18 0 0,0 16 0 0,17-16-1 0,-17 20 2 16,17-20-1-16,0 0-1 15,1 0-1-15,0 0-5 16,-1 0-3-16,18 0 0 0,0 0-3 0,-17 0-3 15,17-20-4-15,0 20-9 0,0 0-13 16,0 0-30-16,17 0-80 0,1 0-69 16</inkml:trace>
  <inkml:trace contextRef="#ctx0" brushRef="#br0" timeOffset="101900.969">29880 5045 141 0,'0'0'136'0,"0"0"1"0,0 0-92 15,0 0-3-15,-88 35 2 16,52-35-9-16,1 0-10 0,-18 0-12 0,-18 16-6 16,18-16-1-16,1 0-3 0,-18 0-1 15,17 0 0-15,-18 0-2 0,18 0 0 16,-18 0-3-16,18 19-3 0,0-19-13 16,0 0-7-16,0 18-11 0,18-18-24 15,0 18-31-15,-17-2-87 0</inkml:trace>
  <inkml:trace contextRef="#ctx0" brushRef="#br0" timeOffset="126814.577">3827 2451 51 0,'0'0'237'0,"0"0"-182"16,0 0-28-16,0 0-1 0,0 0 13 15,0 0 5-15,0 0 3 0,0 0-16 0,-17-35-7 16,-1 35-10-16,0 0-8 15,1 0-3-15,-19 17 4 0,1 1 0 0,0 18 2 16,-18-1-3-16,0 0-2 0,0 1-4 16,1 17 0-16,-19 0 0 15,0 0 0-15,1-1-1 0,17 2-1 16,-18-1 2-16,18-18-4 0,0 0 3 0,18 0 1 16,-1-18 0-16,1 19-4 0,0-19-8 15,18 1-1-15,-1-18 1 0,1 0-5 16,17 18-7-16,-18-18-10 0,18-18-34 0,0 18-64 15,0-18-34-15</inkml:trace>
  <inkml:trace contextRef="#ctx0" brushRef="#br0" timeOffset="127046.864">2769 2769 292 0,'0'0'38'0,"0"0"-28"0,0 0-7 15,0 0 8-15,0 0 19 0,0 0 8 0,-35 53-10 16,17-17-10-16,1-3-2 0,-1 4-1 15,0-3 1-15,-17 3-1 16,17 16-5-16,1-19-4 0,-19 2-3 0,19-1-3 16,17-1 0-16,-18-15 2 15,18-1-2-15,0 0-2 0,18-18 2 16,17 0 22-16,-17 0-5 0,35-18-2 16,-18 18-5-16,18-18-4 15,0-17-4-15,0 17-2 0,-1 1 0 0,1-19-8 16,-18 18-13-16,18 18-9 0,-35-17-22 0,0 17-36 15,-1-17-81-15</inkml:trace>
  <inkml:trace contextRef="#ctx0" brushRef="#br0" timeOffset="127454.745">1234 4075 429 0,'0'0'62'16,"0"0"-41"-16,0 0-6 0,71-19 24 16,-18 19-6-16,0 0 7 0,18-17-18 15,-1 17 2-15,0-17-6 0,18-1-9 16,-17 18-7-16,17-18-2 0,-17 1-2 15,-18 17-3-15,0-18-8 0,0 0-8 0,-18 18-1 16,1-18-13-16,-19 18-30 0,1 0-80 16,-1 0-85-16</inkml:trace>
  <inkml:trace contextRef="#ctx0" brushRef="#br0" timeOffset="127663.234">1887 4039 261 0,'0'0'179'0,"0"0"-150"16,-18 88-9-16,18-53 23 0,0 18-1 16,0-17-6-16,0 34-6 0,0-17-15 15,0 0-5-15,0 0-6 0,0 0-4 16,0 0 0-16,0-1-5 0,0-16 2 0,18-18-5 16,-18 17-7-16,18-17-4 15,-1-1-2-15,1-17-10 0,0 0-17 0,-1 0-31 16,1 0-66-16,0-17-72 0</inkml:trace>
  <inkml:trace contextRef="#ctx0" brushRef="#br0" timeOffset="127944.12">2222 4392 135 0,'0'0'162'0,"0"0"-28"0,0 0-115 15,0 0 3-15,17 70 22 0,-17-34-4 16,0-18-9-16,0 17-12 0,0-19-8 0,0 21-3 15,0-20 0-15,0 0-4 0,0 19 0 16,0-36-4-16,0 18-1 0,0-1 0 16,0-17 1-16,0 0 0 0,0 0 4 15,18 0 1-15,-18 0 5 0,0 0 1 0,0-17-2 0,0-1-5 16,0-18-2-16,18 19-2 16,-18-18-10-16,0-18 0 15,17 36-2-15,-17-19 2 0,18 1 0 0,0 17-4 0,-18 0-3 16,17 1-7-16,1 17-13 15,0-18-7-15,17 0 3 0,-17 18-30 0,-1 0-93 16</inkml:trace>
  <inkml:trace contextRef="#ctx0" brushRef="#br0" timeOffset="128678.3">2663 4409 367 0,'0'0'67'16,"0"0"-44"-16,0 0-8 0,-17 89 38 16,17-71-5-16,-18 17-10 0,18 0-13 15,0 0-12-15,18 1-4 0,-18-19-5 0,0 1-4 16,0-1 0-16,17-17 0 0,-17 0 0 16,18 0 2-16,0 0 1 15,-18 0-3-15,35 0-2 0,-17-17-8 0,-1-1-4 16,1 1-3-16,0-2 1 0,17-15-13 15,-18 16-12-15,0-17 2 16,-17 17 13-16,18 1 8 0,0-1-1 16,-18 0 19-16,17 18 28 0,-17 0-2 0,0 0 2 15,0 0 0-15,0 18 2 0,0 0-4 16,0-18-7-16,0 17-2 0,0 1-3 16,0-2-4-16,0 3-2 0,0-1-8 15,0-18-2-15,0 17-4 0,0-17 0 16,0 0-3-16,0 0-5 0,18 0-8 15,-18-17-4-15,18 17-3 0,-1-18 11 16,1-1-32-16,0 3-7 0,-1-2-33 16,1 1 5-16,0-1-2 0,-1 0 4 0,1 0-1 15,0 18 84-15,-18 0 80 0,0 0 42 16,0 18-37-16,0-18-6 0,0 18-25 16,0 0-10-16,-18-1-7 0,18 1-5 0,0-2-10 15,0-16-21-15,0 19-1 16,18-19-9-16,-18 18 9 0,35-18-12 0,-17 0-3 15,17 0 7-15,0-18-11 16,1-1-14-16,17 19-1 0,-18-16 3 16,18-2 12-16,-18 18 2 0,0-17 0 0,-18 17 14 15,19-18 3-15,-19 18 3 0,-17 0 2 16,18-18 8-16,-18 18 16 0,0-18-4 16,0 18-11-16,0-17-8 0,0-1 0 15,0 0 2-15,0 1 2 0,0 17-1 16,0-18 0-16,-18 18-3 0,1 0 4 0,-1-18 12 15,0 18 1-15,1 18-5 0,0-18-7 16,-1 18 2-16,1 17 11 0,-19-17 1 16,19 17-6-16,-1-17-4 0,0 17 0 15,18-17-4-15,0-2-7 0,0 3-4 16,0-1 1-16,0-1 3 0,18 0 0 16,17 2 0-16,-17-19 6 0,17 17-6 15,17-17-4-15,1 18-1 0,0-18 1 0,18 0-5 16,-18 17-13-16,18-17-14 0,-18 0-8 15,0 0-22-15,0 0-74 0,-18-17-154 16</inkml:trace>
  <inkml:trace contextRef="#ctx0" brushRef="#br0" timeOffset="132945.622">12312 11571 42 0,'0'0'152'15,"0"0"-65"-15,0 0-45 0,0 0-14 16,0 0-1-16,0 0 9 0,0 0 2 16,0 0-5-16,0 18-6 0,18-18-4 15,-18 17-3-15,17-17-1 0,-17 18-2 0,18-18-4 16,-1 0 0-16,0 18-2 0,19-18-3 15,-19 0 0-15,19 0-2 0,-1 17-4 16,0-17 2-16,1 0-2 0,17 0-2 16,0 0-2-16,0 0 2 0,17 0 0 15,-17 0 0-15,18 17-3 0,-1-17 1 16,0 0 0-16,1 0-4 0,0 0 1 0,-1 0-5 16,1 0-1-16,0 0-2 0,-1 0-3 15,1-17-9-15,-1 17-1 0,0 0-10 16,-17 0-10-16,18 0-4 0,-18 0-11 15,0 0-21-15,-18 0-19 0,18 0-16 0,-35 0 97 16,17 0-4-16</inkml:trace>
  <inkml:trace contextRef="#ctx0" brushRef="#br0" timeOffset="134012.522">21114 11589 31 0,'0'0'1'0,"0"0"29"0,0 0 162 15,0 0-136-15,0 0-9 16,0 0-5-16,0 0 1 0,0 0-3 16,0 0-12-16,0 0-6 0,0 0-3 0,-71 53-3 15,89-53-2-15,-18 17-1 0,17-17 2 16,-17 0-4-16,18 17-2 0,0-17-2 15,-1 0-1-15,1 0-1 0,0 19 0 0,17-19-2 16,0 0 0-16,0 0 1 16,0 0-2-16,0 0-2 0,1 0 0 0,17 0 0 15,-18 0 0-15,18 18-2 0,18-18-2 16,-18 0 1-16,0 0-1 16,17 0 3-16,1 0-4 0,-1 0 2 0,18 0-1 15,-17 0-3-15,17 0 3 0,-17 0-1 16,17 0 2-16,-17 0 0 15,-1 0-2-15,1 0-1 0,-1 0-1 16,-17 0 3-16,0 0-2 0,-18 0-4 0,0-18 2 16,1 18 5-16,-19 0-2 0,-17 0-1 15,18 0 3-15,-18 0-3 0,0 0 0 16,0 0-7-16,0 0-15 0,0 0-11 0,0 0-18 0,0 0-26 16,-18 0-73-16,1 0-5 15,-1 0 157-15</inkml:trace>
  <inkml:trace contextRef="#ctx0" brushRef="#br0" timeOffset="145729.269">8572 12100 330 0,'0'0'66'0,"0"0"-21"16,0 0-1-16,0 0 5 0,0 0-5 16,106 18-10-16,-71-18-6 0,18 18-15 15,-18-18-7-15,18 0 0 0,0 17-2 16,0-17-2-1,-17 0-2-15,-1-17 0 0,18 17-5 16,-18-18-5-16,-17 18-5 0,17-18-2 0,-17 0-5 16,0 1-13-16,-2 17-15 0,-16-18-24 0,0 0-20 15,0 18-5-15,-16 0-48 0,-2-17 116 0,18 17 6 16</inkml:trace>
  <inkml:trace contextRef="#ctx0" brushRef="#br0" timeOffset="145927.887">9031 11994 48 0,'0'0'27'0,"0"0"182"16,0 0-145-16,0 0-20 0,-71 88-13 0,54-34 4 0,17-19 10 15,-18 18-8-15,0 17-6 0,18-17-8 16,-17 16-5-16,17 2 0 0,-18 0-6 16,18 0-2-16,-18 0-7 0,18-18 0 0,0 0-3 15,0-19-1-15,0 3-3 16,0-20-2-16,18 0-1 0,-18-17-6 0,0 18-4 16,18-18-3-16,-18 0-7 0,0 0-10 15,0-18-28-15,17 1-22 0,-17 0-45 16,18-1-13-16,-18-1 117 0,0-15-20 15</inkml:trace>
  <inkml:trace contextRef="#ctx0" brushRef="#br0" timeOffset="146062.7">8943 12506 60 0,'0'0'21'0,"0"0"182"0,0 0-152 16,0 0-3-16,0 0-6 0,0 0 2 0,0 0 3 0,0 0-11 16,88 0-12-16,-70 0-6 0,17 0-6 15,0 0-5-15,1 0-1 0,-1 0-6 16,-1 0-2-16,2 0-7 0,17-19-12 15,-18 3-12-15,0 16-7 0,1-18-27 16,-1 18-57-16,0 0-69 0</inkml:trace>
  <inkml:trace contextRef="#ctx0" brushRef="#br0" timeOffset="146479.617">9684 12594 361 0,'0'0'56'15,"0"0"-28"-15,0 0-3 0,0 0 11 16,0 0 3-16,-89-17-11 0,72 17-7 16,-1 17-7-16,0 0-4 0,1 1 5 0,-1 18-1 15,0-1 0-15,1 0-3 0,-1 17 2 0,18-15 1 0,-18-21-6 16,18 3-5-16,0-1-3 0,0-1-2 16,18-17 0-16,0 0 0 0,-18 0-3 15,17-17-2-15,1-1 2 0,0-1-2 16,17 3-3-16,-17-2 0 0,-1-17-2 15,1-1 2-15,17 1 2 0,-17 0 1 0,0 17 2 16,-1-18 3-16,-17 19 2 16,18 0 0-16,0 17 8 15,-18 0 4-15,0 17 3 0,0 0-2 16,0 1-1-16,0 0-4 0,17 17-2 0,-17-1 1 0,0-15 0 16,0 17-2-16,0-20-5 0,0 3 0 0,0-1-3 15,18-18-2-15,0 0-1 16,-18 0 0-16,17 0-1 0,1 0-2 15,-1 0-7 1,0 0-2-16,-17-18-5 0,18-1-17 16,0 19-27-16,-18-16-30 0,17-2-69 15,1 18-63-15,-18-18 229 0</inkml:trace>
  <inkml:trace contextRef="#ctx0" brushRef="#br0" timeOffset="151428.343">10177 11941 256 0,'0'0'161'0,"0"0"-108"0,0 0-18 15,0 0-5-15,-17 88-3 0,17-35-2 16,-18 1-3-16,18-3-6 0,-18 20-6 16,1 0-4-16,17 0 0 0,-18 0-6 15,0-1 0-15,18-17 0 16,0 0-2-16,0 0-6 0,0-18 3 0,0-17-1 16,0 0-9-16,0-18-7 0,18 16-8 0,-18-16-16 15,18-16-34-15,-1-2-51 0,1 0-84 16</inkml:trace>
  <inkml:trace contextRef="#ctx0" brushRef="#br0" timeOffset="151966.549">10460 12453 395 0,'0'0'68'0,"0"0"-22"0,0 0-13 0,0 0 12 0,0 0-7 16,0 0-11-16,0 0-8 15,-18 88-7-15,18-71-5 0,-17 2-3 0,17-2-4 16,-18 0 0-16,18 1-1 0,0 0-3 15,0-18-3-15,0 18-1 0,0-18 2 16,18 17 1-16,-18 1 1 0,17-18 1 16,1 16-1-16,16 3 4 0,-16-19 2 15,17 18 1-15,-17 0 1 0,17-18-3 16,-17 16-1-16,-18 3 2 0,18-1 6 0,-18-18-5 16,0 16-1-16,0 3-2 0,0-19 0 15,-18 18 2-15,18-1-2 0,-18-17-4 16,1 0 0-16,17 0-7 0,0 0-2 15,-18 0-3-15,18-17-1 0,18-1-2 16,-18-17-4-16,17-2-13 0,19 3-17 16,-1-3-11-16,0 3-23 0,1-1-15 0,17 17 1 15,0 0 31-15,-18 1 70 0,18 17 47 16,-18 0 93-16,1 17-63 0,-1-17-13 16,-17 18-13-16,-1 0 8 15,1 0 1-15,-18-1 1 0,17-17-17 16,-17 18-26-16,0-18-11 0,17 0-7 15,-17 0-3-15,18-18 3 0,-18 1-10 0,18-1-4 16,-1 0-6-16,-17 0-3 0,18 1 1 0,-18 17 3 16,0-17 6-16,-18-2 12 0,1 19 1 15,-1 0 16-15,-17 0 3 0,18 0-4 16,-18 19 1-16,-1-2 0 0,1 0 0 0,17 19-4 16,-17-1-3-16,17-1 0 0,1 3-2 15,-1-3-2-15,18 3-3 16,0 16-2-16,0-36 0 15,18 18-3-15,17 1 0 0,0-20 2 16,18 3 1-16,0-1-9 0,-1-18 0 0,1 0-4 16,18 0-13-16,-18 0-17 0,-18-18-45 0,36-1-102 15</inkml:trace>
  <inkml:trace contextRef="#ctx0" brushRef="#br0" timeOffset="160550.906">14023 13652 226 0,'0'0'21'0,"0"0"101"0,0 0-74 0,0 0-8 15,0 0-24-15,0 0 3 16,-53-71 12-16,35 71 0 0,18-17-10 16,-18 17-4-16,18 0 2 0,-17 0 2 15,-1 0-5-15,0 0-5 0,1 17-3 0,-19 2 1 16,1-1-4-16,17 16 3 0,-17 1 0 16,0 1-5-16,-1 17 0 0,19 0 2 15,-18-1 0-15,18 1-4 0,-1 0 2 16,18 18 0-16,0-18 2 0,0-1 3 15,0 2 5-15,18-1-8 0,-1-18-1 0,18 1-2 16,-18-1 0-16,1-19-1 0,17 21-1 16,1-37 0-16,-1 17 0 15,0-17-1-15,1 0-1 0,-1 0-1 0,-17 0-1 16,17-17-3-16,-17-1-1 16,-1-1-4-16,1 3-4 0,0-2 3 0,-18 1-4 15,0-3-7-15,0 4-15 0,0-2-15 16,-18 1-22-16,0-1-10 0,1 0-48 15,-19 1-11-15</inkml:trace>
  <inkml:trace contextRef="#ctx0" brushRef="#br0" timeOffset="160688.849">13775 14129 194 0,'0'0'90'16,"0"0"-22"-16,0 0-9 0,0 0 0 0,0 0-6 0,0 0-15 16,0 0-7-16,71 70-4 0,-36-70-4 0,1 0-7 0,-19 0-9 15,19 0-7-15,-1 0-2 0,-17 0-12 16,17-17-9-16,-17 17-6 15,-1-19-11-15,1 2-36 0,-18 17-59 0,18-17-38 16,-18 17 0-16</inkml:trace>
  <inkml:trace contextRef="#ctx0" brushRef="#br0" timeOffset="160828.656">14093 14111 126 0,'0'0'90'16,"0"0"3"-16,0 0-24 0,0 0-8 0,-35 71-12 16,35-36-7-16,-18-18-10 0,18 19-3 15,0-19-7-15,0 1-9 0,0-2-13 0,18 4-3 16,-18-3-10-16,0-17-4 15,18 18-3-15,-18-2-6 0,17-16-7 16,-17 0-21-16,0 19-32 0,18-19-80 0</inkml:trace>
  <inkml:trace contextRef="#ctx0" brushRef="#br0" timeOffset="161219.66">14499 13669 196 0,'0'0'50'0,"0"0"-21"0,0 0 68 16,0 0-33-16,0 0-17 0,0 0-5 15,-36 71 0-15,36-35-7 0,-17 0-5 16,17-2-4-16,-18 1-4 0,0 18-7 16,18-17-1-1,-17 17-2-15,-1 0-3 0,0 0-1 16,1 0-1-16,17-1-3 0,0-16 0 16,0-1-2-16,17 1 6 0,1-1-1 15,0-19-6-15,17 3-1 0,-17-1-1 0,17-1 0 16,-17-17-1-16,17 0-4 0,-17 0-1 15,17 0-3-15,-17-17-2 0,17-1 1 0,-17-1-1 16,-1 3-3-16,1-2-8 0,0 1-18 16,-1-19-21-16,1 18-18 0,-18-17-44 0,0 17-30 0,18-34-44 15</inkml:trace>
  <inkml:trace contextRef="#ctx0" brushRef="#br0" timeOffset="161478.9">14852 13634 124 0,'0'0'256'0,"0"0"-176"16,0 0-24-16,0 71-7 0,-18-18 6 0,18-18-10 15,-17 18-9-15,17 18-12 0,0-18-3 16,-18 18-5 0,18-20-1-16,0 20-8 0,-18 0-2 0,18-18-3 15,0 18-2-15,-17-18 0 0,17-18-3 0,0 18-1 16,0-36-4-16,0 1 6 0,17 0-2 15,-17 0-6-15,18-18-5 0,-18 0 1 0,18 0 1 16,-18-18-1-16,17 0-1 16,1 0-19-16,0-16-32 0,-1 15-59 0,1 2-26 15,-1-18-45-15</inkml:trace>
  <inkml:trace contextRef="#ctx0" brushRef="#br0" timeOffset="168668.752">15187 13829 207 0,'0'0'49'15,"0"0"-12"-15,0 0-13 16,0 0-8-16,0 0 63 0,0 0-49 16,0 0-13-16,70-53-6 0,-52 53 0 15,0 0 5-15,-1 0 6 0,-17 0-4 0,18 0 0 16,-18 0 4-16,0 0 0 0,18 0-2 16,-18 0-2-16,0 0 1 0,0 0-3 0,0 0-4 15,-18 0-3-15,18 17-2 0,-18 2-4 16,1-19-3-16,-19 17 0 15,19 0-6-15,-1 0-1 0,-17 1 0 0,17 0 0 16,-17 0 3-16,17-1-1 16,-17 1 0-16,17-18-1 0,-17 18 2 15,17-1 1-15,0 1 0 0,1 0 1 0,-1-18 0 16,0 18 2-16,18-18-2 0,-17 0 2 16,17 0-2-16,0 0-1 15,0 0 3-15,0 0-1 0,0 0 1 0,0 0 4 16,17 0 1-16,-17 17 2 0,18-17 0 15,-18 18-2-15,18-2-1 16,-1-16 3-16,1 19-5 0,0-1-1 16,-1-1 0-16,1 0 1 0,0 2-2 15,-1-2 0-15,19 1 1 0,-19-1-1 16,1-17-3-16,0 18 2 0,17 0-2 0,-17-18-3 16,-1 17-3-16,1-17 2 0,0 0-8 15,-18 0-2-15,17 18-2 0,1-18-3 0,-18 0-19 0,18 0-13 16,-18 0-44-16,17-18-97 0</inkml:trace>
  <inkml:trace contextRef="#ctx0" brushRef="#br0" timeOffset="169130.11">15945 13529 161 0,'0'0'170'16,"0"0"-105"-16,0 0-15 0,0 0-4 16,0 0 2-16,0 0-16 15,0 0-10-15,0 0-6 0,0 0 0 16,-70 89 4-16,52-55-2 0,0 1-6 0,1 18-6 16,-1 0-1-16,-17 0-2 15,17 18-1-15,0-1-2 0,-17 1-3 0,0-18-2 16,-1 18-2-16,1-1 2 0,0-1 0 15,0-14-1-15,0 15 0 0,0-17 2 16,-1-18 1-16,1 18-1 0,17-19 0 16,1-15 0-16,17-1-3 0,0 0-1 0,0-18-5 15,0 0-7-15,0 0-5 16,17-18-7-16,1 18 0 0,17-37-16 0,-17 37-32 16,0-34-94-16</inkml:trace>
  <inkml:trace contextRef="#ctx0" brushRef="#br0" timeOffset="169344.687">15857 14092 320 0,'0'0'87'0,"0"0"-30"15,0 0-18-15,0 0 12 16,0 0-9-16,0 0-16 0,88 0-14 0,-52 0-9 15,-19 0-3-15,19-16-9 0,-1 16-7 16,0-18-6-16,1 1-10 0,-19 17-11 0,1-18-37 16,-1 0-70-16,0 18-53 0</inkml:trace>
  <inkml:trace contextRef="#ctx0" brushRef="#br0" timeOffset="169678.28">16051 14076 213 0,'0'0'86'0,"0"0"-13"0,-35 70-9 15,35-34 0-15,-18 16-8 0,1-16-12 16,17-1-13-16,0 18-12 0,-18-19-6 16,18 3-8-16,0-20 0 0,0 19-5 15,0-19 0-15,0 0-3 0,18 1 0 16,-18-18-2-16,0 0 0 0,0 18-5 16,17-18-6-16,-17 0-2 0,0 0-4 15,0 0-10-15,18-18-11 0,-18 18-14 0,0-18-13 16,18 1-7-16,-18 0 3 0,0-2 24 15,0 2 29-15,0 0 21 0,0-1 32 16,0-1 15-16,17 3-1 0,-17 16 12 0,0-18-9 16,0 18-4-16,0 0-6 15,0 0-2-15,0 18-6 0,18-18-4 0,-18 0 0 16,18 0-4-16,-1 16-8 0,19-16-5 16,-19 0-3-16,18-16-7 15,-18 16-1-15,19-18-7 0,-19 1-7 16,19-3-7-16,-19 4-10 0,1-19-13 0,0 17-25 15,-18 0-69-15,17-17-82 0</inkml:trace>
  <inkml:trace contextRef="#ctx0" brushRef="#br0" timeOffset="169933.849">16527 13758 29 0,'0'0'293'0,"0"0"-221"16,0 0-24-16,0 0-2 0,0 0 11 15,71 71-7-15,-53-37-14 0,-1-16-11 0,1 18-7 0,0-19-5 16,-1 19-3-16,-17-1-3 0,18 1-3 16,0-1-1-16,-1 0 2 0,-17 0 1 0,18 1-6 15,-18-1-3-15,0 0 1 0,-18 0 1 16,1-1-6-16,-1 3 3 16,0-3-1-16,-17 3 2 0,17-3-2 0,1-15-9 0,-1-2 7 15,0 0 2 1,1 1-3-16,17-18-9 0,-18 0-5 15,18 0-11-15,0 0-24 0,-18-18-25 0,18 1-68 16,0 0-97-16</inkml:trace>
  <inkml:trace contextRef="#ctx0" brushRef="#br0" timeOffset="170629.261">17479 14076 265 0,'0'0'81'0,"0"0"-24"0,0 0-12 15,0 0-1-15,0 0 0 0,0 0-14 0,0 0-9 16,0 0-4-16,89 16 1 15,-72-16-4-15,1 0-1 0,17 0-3 16,-17 0-1-16,0 0-2 0,17 0-1 0,0 0 0 16,-17 0-1-16,17 0-1 0,1 0 0 15,-1 0-1-15,0 0 0 0,18-16-1 16,-17 16-2-16,17 0 0 0,-18 0 0 16,17-18 0-16,1 18 0 0,0 0 0 15,0 0 0-15,18-17 1 0,-18 17-1 0,0 0 0 16,0 0 0-16,0 0 0 0,-18 0-4 15,18-18 4-15,-35 18-7 0,17 0 0 16,-18 0-3-16,0 0-3 0,1-18 1 16,0 18 1-16,-18 0-1 0,17-18-1 15,1 18-2-15,-18 0-5 0,0-17-9 0,18 17-23 16,-18-18-29-16,0 18-76 0,0-18-88 16</inkml:trace>
  <inkml:trace contextRef="#ctx0" brushRef="#br0" timeOffset="170905.139">18715 13846 112 0,'0'0'220'0,"0"0"-143"0,0 0-32 0,0 0-14 16,0 0-2-16,0 0-4 0,0 0-10 16,0 0-6-16,87-17-2 15,-51 34 0-15,-19-17 0 0,1 17-2 0,0 1-1 16,-1 0 0-16,-17 0-2 0,18-1 3 15,-18 1-1-15,0 0 1 0,0 17 0 16,0-17 2-16,-18 17 5 0,18-17 3 0,-17 17-2 16,-1-17-6-16,0 16-6 0,1-15-1 15,-1-2-4-15,0 18-2 0,1-17-6 16,-1 0 0-16,0-1-4 0,1-17-1 16,0 18-2-16,17-2-2 0,0-16-4 15,0 0-11-15,0 0-27 0,0 0-37 16,17-16-102-16</inkml:trace>
  <inkml:trace contextRef="#ctx0" brushRef="#br0" timeOffset="171650.175">20143 13458 158 0,'0'0'127'0,"0"0"-79"0,0 0-12 0,0 0 7 16,0 0-5-16,0 0-17 15,0 0 8-15,0 0-1 0,0 0-9 0,0 0-2 0,-53-53-1 16,35 71 4-16,1-18-2 16,-1 17-5-16,-17 19-2 0,18-18 0 0,-18 17 0 15,17 17 3-15,-17-15-1 0,-1 14-7 16,1 3 1-16,0 16-3 0,-1-17 1 16,1 18-3-16,17-1 3 15,1 1-4-15,-1 0 1 0,18-18-2 16,0-1 0-16,18-16 3 0,-1-1 1 0,1-19 0 15,0 4 5-15,17-3-3 0,0 1-2 16,-17-18-4-16,17 16 0 0,-17-16-1 16,0 0-2-16,17 0 0 0,-17 0-3 0,-1-16-2 15,1 16-5-15,-18-18-1 0,17 1-2 16,-17-3 0-16,17 4-7 0,-17-2-10 16,0 1-28-16,0-19-29 0,0 19-47 15,0-18-31-15</inkml:trace>
  <inkml:trace contextRef="#ctx0" brushRef="#br0" timeOffset="171803.186">19914 14041 86 0,'0'0'223'0,"0"0"-144"0,0 0-24 15,0 0-3-15,0 0-1 0,0 0-7 0,0 0-11 16,0 0-9-16,88 70-6 0,-53-70-4 16,0 0-6-16,1 0-7 0,-19 0-1 15,19 0-11-15,-19 0-11 0,1-19-5 16,0 19-5-16,-1-16-23 0,-17 16-45 15,0-18-101-15</inkml:trace>
  <inkml:trace contextRef="#ctx0" brushRef="#br0" timeOffset="171983.687">20178 14041 57 0,'0'0'266'16,"0"0"-177"-16,0 0-25 0,0 0-3 16,-17 88-10-16,17-54-11 0,0 2-8 0,0-1-4 15,0 1-6-15,0-1-5 0,0-19-3 16,17 21-5-16,-17-3-6 15,18-15-3-15,-18-1-2 0,18-1-8 0,-1 0-7 16,-17-17-5-16,18 19-4 0,0-19-5 16,-1 0-19-16,-17 0-33 0,18 0-88 15,0-19-97-15</inkml:trace>
  <inkml:trace contextRef="#ctx0" brushRef="#br0" timeOffset="172447.08">20919 13458 206 0,'0'0'90'0,"0"0"-8"15,0 0-21-15,0 0-4 0,0 0-10 0,0 0-13 16,0 0-5-16,0 0-8 0,-88 18-5 15,70 0-5-15,18 17 0 16,-17 0 0-16,17 1 3 0,0 16 1 16,-18 1-4-16,18 0-3 0,0 18 0 0,-18-19 0 15,18 19 1-15,-17-18 2 0,17 18-1 16,0-18-7-16,17 0-3 0,-17-18-3 0,18 0 2 16,0 0-1-16,17-17-3 0,0-2-3 15,1-16-1-15,-1 0 1 0,0 0-3 16,18 0-5-16,-17-16-2 0,17-2-10 15,0-17-20-15,-18 0-34 0,0 17-56 16,0-18-59-16</inkml:trace>
  <inkml:trace contextRef="#ctx0" brushRef="#br0" timeOffset="172678.278">21360 13529 352 0,'0'0'80'0,"0"0"-24"0,0 0-19 15,0 0 3-15,71 35-5 0,-36-35-15 0,0 0-6 16,18 0-5-16,-17-17-3 0,-1-1-2 16,18 18-3-16,-18-18-1 0,1 1-4 15,-1-1-7-15,-17 0-8 0,-1 18-6 16,1-18-9-16,0 1-11 0,-18 17-18 15,0-18-30-15,0 18-81 0</inkml:trace>
  <inkml:trace contextRef="#ctx0" brushRef="#br0" timeOffset="172895.166">21590 13476 58 0,'0'0'231'0,"0"0"-161"0,0 0-20 16,0 105 1-16,0-68 8 0,-18 14-6 15,18-15-13-15,-18 17-11 0,18 1-7 16,0-20-7-16,-17 19-4 0,17-18-7 16,0 1-4-16,-18-19 0 0,18 19-1 0,0-18 0 15,0-18-3-15,0 17-6 0,0-17-4 16,18 18-5-16,-18-18-2 16,0 0-7-16,0 0-15 0,0 0-26 15,0-18-26-15,0 18-49 0,17-17 1 0</inkml:trace>
  <inkml:trace contextRef="#ctx0" brushRef="#br0" timeOffset="173006.197">21590 13899 169 0,'0'0'79'0,"0"0"-23"16,0 0-15-16,0 0-8 0,88-53-4 0,-53 53-8 15,1 0-5-15,-19 0-11 16,19 0-5-16,-19 0-10 0,1 0-25 16,0 0-18-16,-1 17-15 0,-17-17-86 15</inkml:trace>
  <inkml:trace contextRef="#ctx0" brushRef="#br0" timeOffset="173177.407">21554 14092 179 0,'0'0'127'0,"0"0"-68"15,0 0-8-15,0 0 0 0,0 0 3 16,0 0-15-16,0 0-14 0,0 0-6 16,0 0-1-16,0 0-2 0,89 37-6 0,-54-37-10 15,0-18-6-15,18-1-6 16,-17-15-7-16,-1 17-4 0,0-1-14 15,0-18-22-15,0 19-25 0,0-1-102 0</inkml:trace>
  <inkml:trace contextRef="#ctx0" brushRef="#br0" timeOffset="173460.957">22525 13318 327 0,'0'0'90'0,"0"0"-31"0,0 0-12 16,-53 87 4-16,35-52-7 0,-17 19-7 0,17-1-14 15,-17-19-8-15,17 37 1 0,-17-18 0 16,0 0-4-16,17 1-3 0,-17 15-3 16,-18-16-1-16,17 18-3 0,1-18-2 15,0 0-2-15,-1-1-28 0,1 2 21 16,0-1 7-16,-1-18-9 15,19-19-7-15,0 21-18 0,17-37 10 0,0 18 4 16,0-18-17-16,0-18-34 0,17 18-70 0,0-17-60 16</inkml:trace>
  <inkml:trace contextRef="#ctx0" brushRef="#br0" timeOffset="173695.082">22366 13829 300 0,'0'0'129'0,"0"0"-66"0,0 0-24 16,0 0 7-16,0 0-8 0,71 0-12 16,-36 0-10-16,0 0-6 0,0-17-7 15,0 17-3-15,0-19-4 0,1 19-5 0,-1-17-5 16,0-1-7-16,-17 0-6 15,0 1-12-15,-1-1-14 16,1 18-28-16,0-18-52 0,-18 0-40 0</inkml:trace>
  <inkml:trace contextRef="#ctx0" brushRef="#br0" timeOffset="173900.574">22612 13758 160 0,'0'0'135'15,"0"0"-84"-15,-35 71-6 0,35-37 11 0,-18 2 1 16,1 17-5-16,0-18-10 0,17 1-9 15,-18-1-4-15,18-1-4 16,-17 3-8-16,17-20-5 0,0 0-7 0,0 19-2 16,0-36-3-16,0 18 0 0,17-18-4 15,-17 17-9-15,0-17-6 0,0 0-5 16,0-17-5-16,18 17-9 0,-18 0-26 0,0-18-21 16,-18 18-56-16,18-17-26 0</inkml:trace>
  <inkml:trace contextRef="#ctx0" brushRef="#br0" timeOffset="174004.596">22454 14076 57 0,'0'0'184'16,"0"0"-115"-16,0 0-19 0,0 0-7 16,0 0 1-16,0 0 3 0,0 0-6 0,105-18-11 0,-87 1-10 15,17 17-11-15,1-18-9 0,-1 0-12 16,0 0-16-16,-17 1-11 0,17-1-17 16,1 0-44-16,-1 1-135 0</inkml:trace>
  <inkml:trace contextRef="#ctx0" brushRef="#br0" timeOffset="174246.351">23265 13511 301 0,'0'0'122'0,"0"0"-72"0,18 89-7 15,-18-55 2-15,0 1-5 0,17 19-9 16,-17-19-9-16,0 19-6 0,0-3-4 15,0 3 8-15,18-19 4 16,-18 18-18-16,0-17-6 16,-18-1-7-16,1 0-8 0,-1 0-4 0,-17 1 0 15,-1-19 1-15,2 18 1 0,-1-17-2 0,-18 0-12 16,0-1-18-16,17 1-12 0,1-2-27 16,-18 4-96-16</inkml:trace>
  <inkml:trace contextRef="#ctx0" brushRef="#br0" timeOffset="176662.692">2874 14041 125 0,'0'0'124'15,"0"0"24"-15,0 0-97 16,0 0-7-16,0 0-7 0,89 0 3 16,-72 0-9-16,19 0-5 0,17 0-9 0,-18 0-9 15,0 0-8-15,1 0 0 16,-1-18-5-16,0 18-10 0,1 0-2 0,-19 0-5 16,19-18-5-16,-19 0-11 0,1 18-20 0,0-17-24 15,-18 17-60-15,17-18-61 16</inkml:trace>
  <inkml:trace contextRef="#ctx0" brushRef="#br0" timeOffset="177062.74">3192 14058 152 0,'0'0'208'16,"0"0"-145"-16,-17 71-17 0,17-37 0 15,-18 20 12-15,18-1-8 0,0-18-18 0,0 18-12 16,0 0-4-16,0-18-3 0,0 1-7 15,0-2-6-15,0 2 0 0,0-1-2 16,0-17-5-16,0-2-4 0,-18 3-1 16,18-1-5-16,-17-18-6 15,17 18-4-15,-18-2-9 0,0-16-13 16,1 19-13-16,-1-19-1 0,-17 18-2 0,17-18-26 16,0 0-7-16,-17 0 14 0,17 16 46 15,1-16 38-15,-19 0 54 0,19 0 3 16,0 0 14-16,-1 0-3 0,1 0-11 0,17 0-8 0,-18 0-3 15,18 0-9-15,0 0-4 16,0 0 1-16,0 0-4 0,18 19-1 0,-18-19-3 16,17 18-11-16,1-18-1 0,-1 17 1 15,0 0 5-15,1-17-2 16,0 18-8-16,17-18-6 0,-17 18-2 0,-1-18-2 16,19 0-3-16,-19 0-3 0,1 0-5 15,0-18-6-15,-1 18-3 16,1-18-4-16,17 1 3 15,1 0 6-15,-1-1-44 0,-17 18-74 0,17-35-67 16</inkml:trace>
  <inkml:trace contextRef="#ctx0" brushRef="#br0" timeOffset="177239.28">3422 14446 427 0,'0'0'74'16,"0"0"-41"-16,0 0-20 0,0 0 17 0,0 0 15 15,35 70-11-15,-17-52-14 0,-1-18-16 16,0 0-4-16,1 0-5 0,17-18-3 16,-17 1-5-16,0 0-3 0,-1-2-6 15,19 2-8-15,-19-18-18 0,1 16-20 16,-18 3-55-16,18-19-44 0</inkml:trace>
  <inkml:trace contextRef="#ctx0" brushRef="#br0" timeOffset="177597.248">3615 14041 248 0,'0'0'63'16,"0"0"-28"-16,0 0 6 0,0 0 10 0,0 0-7 15,-53 70-9-15,53-35-6 0,-17 1 0 16,17-1-2-16,-18 18-8 0,18-18-4 16,0 18-3-16,-18-19-1 15,18 20-2-15,0-1-1 0,0-18-4 0,0 18-1 16,0 0-3-16,0-17 0 0,0 17 0 15,0 0 0-15,0-19-1 0,18 20-5 0,-18-19 1 16,0 0 5-16,0 1 0 0,18-1 0 16,-18-18-4-16,0 18 1 15,0-16-1-15,0-2-9 0,0 18 9 0,17-17 4 16,-17-18 0-16,0 17-3 0,0-17-10 16,0 0 0-16,-17 0 2 0,17 0 6 15,0 0 2-15,0 0-1 0,-18 0-2 16,18 0 1-16,-18-17 3 0,1 17 2 15,17-18 0-15,-17 0-2 0,-1 1-2 0,1-19-7 16,-19 18-7-16,19-16-11 0,-1-20-10 16,0 20-20-16,1-19-13 0,-1 17-21 0,0 1-41 15</inkml:trace>
  <inkml:trace contextRef="#ctx0" brushRef="#br0" timeOffset="178378.038">5133 14092 51 0,'0'0'280'0,"0"0"-206"16,0 0-26-16,0 0-9 0,0 0 8 0,0 0-7 16,53 90-7-16,-36-90-9 15,1 17-5-15,17 1-6 0,-17-18-3 16,17 0-5-16,-17 0-3 0,17 0-2 0,-17 0-2 15,16 0-4-15,2-18-4 0,-19 1 1 16,1 17-6-16,17-19 0 0,-17 2-4 0,-18 0-9 16,18 17-9-16,-18-18-15 0,17 18-21 15,-17-19-17-15,0 3-58 0,-17 16-25 16</inkml:trace>
  <inkml:trace contextRef="#ctx0" brushRef="#br0" timeOffset="178556.069">5274 14217 284 0,'0'0'85'0,"0"0"-26"0,0 70-10 16,0-36 0-16,-18 3 2 0,18 16-11 15,0-18-9-15,0 1-8 0,0-2-5 0,0 2-5 16,-17-1-9-16,17-1-4 16,0-15-9-16,-18-1-2 0,18-18 0 0,0 18-3 15,0-18-10-15,0 0-8 0,0 0-12 16,0 0-16-16,0 0-17 0,0-18-17 15,0 18-48-15,0-18 7 0</inkml:trace>
  <inkml:trace contextRef="#ctx0" brushRef="#br0" timeOffset="178700.307">5221 14552 180 0,'0'0'91'0,"0"0"-26"0,0 0-14 16,0 0-6-16,0 0 0 0,0 0-9 0,0 0-7 16,0 0-10-16,88-36-7 0,-70 36-7 15,0 0-5-15,17 0-2 0,-18 0-5 0,-17 0-4 16,17 0-12-16,-17 0-12 15,0 0-10-15,0 0-17 0,0 18-31 16,0-18-60-16</inkml:trace>
  <inkml:trace contextRef="#ctx0" brushRef="#br0" timeOffset="178861.853">5186 14692 142 0,'0'0'153'0,"0"0"-100"0,0 0-13 0,0 0 11 15,0 0 0-15,0 0-11 0,0 0-9 16,0 0-7-16,0 0-5 0,0 0-6 0,106 53 0 15,-71-53-3-15,-17 0-3 16,17 0-6-16,-1 0-1 0,2 0-14 16,-1 0-10-16,0-16-9 0,-17 16-15 0,17 0-26 15,-17-18-76-15,0 18-125 0</inkml:trace>
  <inkml:trace contextRef="#ctx0" brushRef="#br0" timeOffset="180678.41">6173 13987 52 0,'0'0'55'0,"0"0"-11"0,0 0 37 0,0 0 9 16,0 0-29-16,0 0-13 0,0 0-9 16,0 0-6-16,-18 89-2 0,18-54-3 15,0 0-2-15,-17 1-6 0,-1-1-5 16,18 0-4-16,-18 18-2 0,1-17-2 0,-1 15 1 15,0-14-1-15,-16 16 0 16,16-1-2-16,1-16-3 0,-19 15-1 16,19 4-1-16,-19-2-3 0,19-18-3 15,-1 17-1-15,-17-16 1 16,17 17-3-16,0-18 2 0,18 1-18 0,-17-1 15 0,17-18 7 16,0 0-5-16,-18-17-4 0,18 0-5 15,0 18-4-15,0-18-6 0,0 0-14 16,0 0-26-16,0-18-65 0,0 18-48 15</inkml:trace>
  <inkml:trace contextRef="#ctx0" brushRef="#br0" timeOffset="180883.419">6032 14605 101 0,'0'0'222'0,"0"0"-149"0,0 0-19 15,0 0-1-15,88 0-1 0,-70 0-13 0,17 0-10 16,0 0-15-16,-17 0-8 0,17 0-3 16,-17 0-3-16,17 0-6 0,-17-18-8 15,17 1-5-15,-17 17-6 0,0-18-7 16,-1 0-16-16,1 0-37 16,-18 18-70-16,18-17-49 0</inkml:trace>
  <inkml:trace contextRef="#ctx0" brushRef="#br0" timeOffset="181097.816">6314 14499 242 0,'0'0'91'15,"0"0"-24"-15,-17 88-14 0,17-54-2 16,0 21-4-16,-18-20-7 0,18 18-6 16,0-1-8-16,0-16-6 0,0-2-6 15,0 3-6-15,0-3-5 0,-18-15-3 16,18-1-5-16,0-18-6 0,0 17-5 0,0-17-2 15,-17 0-2-15,17 0-6 16,0 0-9-16,0 0-18 0,0 0-25 0,0 0-12 16,-18-17-43-16,18 17 32 0</inkml:trace>
  <inkml:trace contextRef="#ctx0" brushRef="#br0" timeOffset="181226.104">6208 14870 47 0,'0'0'66'0,"0"0"-14"0,0 0 8 15,0 0 7-15,0 0-2 0,0 0-6 16,0 0-9-16,89-36-9 0,-72 54-5 15,1-18-1-15,0 0-8 0,-1 18-10 0,19-18-10 16,-19 0-6-16,1 0-1 0,0-18-10 16,-1 18-5-16,1 0-8 15,0-18-13-15,-1 18-19 0,1-18-66 0,0 1-96 16</inkml:trace>
  <inkml:trace contextRef="#ctx0" brushRef="#br0" timeOffset="181664.787">7179 14499 374 0,'0'0'61'0,"0"0"-16"16,0 0-20-16,18 71 1 0,-18-54 13 0,0 17-10 16,17 3-10-16,-17-19-8 0,0 17-3 15,0-17-4-15,0-2-4 16,0 3-6-16,0-19-5 0,0 0-4 0,18 0-4 0,-18 0-8 16,0 0-7-16,0 0-22 15,0-19-45-15,0 3-105 16</inkml:trace>
  <inkml:trace contextRef="#ctx0" brushRef="#br0" timeOffset="181802.468">7161 14217 79 0,'0'0'257'0,"0"0"-189"16,0 0-19-16,0 0-20 15,0 0 0-15,0 0-10 16,0 0-19-16,0 0-1 0,0 0-21 0,0 0-14 15,71 17-24-15,-36-17-101 0</inkml:trace>
  <inkml:trace contextRef="#ctx0" brushRef="#br0" timeOffset="182081.17">7496 14341 216 0,'0'0'52'0,"0"0"96"15,0 0-91-15,0 0 0 0,-35 88 1 16,17-71-11-16,0 0-18 15,18 2-18-15,0-2-11 0,0-17-4 0,0 17-4 16,0-17 1-16,18 18-1 0,0-18-3 16,-18 18 4-16,17 0-2 0,1-1-1 15,0 1 3-15,17-2 6 0,-17 3 1 16,-1-1 3-16,1 0-2 0,0-2 0 16,-18 3 0-16,17-1 2 0,1-2 3 15,-18 3-2-15,0-19-4 0,0 18-2 0,0-18-5 16,0 17-5-16,0-17 0 0,-18 0-3 15,1 17-4-15,-1-17-14 0,0 0-15 16,1 0-21-16,-1 0-14 0,-17 0-76 16</inkml:trace>
  <inkml:trace contextRef="#ctx0" brushRef="#br0" timeOffset="182795.449">8396 14341 23 0,'0'0'282'0,"0"0"-212"0,0 0-9 16,0 0-15-16,0 0-6 0,0 0 8 16,0 0-9-16,0 0-13 0,88 51-5 15,-70-32-7-15,0-1-1 0,-1 16-1 16,1 2 4-16,-18-1-5 0,0-17-7 0,0 17-3 16,0-17-1-16,0-2 0 0,0 3-4 15,0-1-1-15,0-18 0 0,-18 0 0 0,18 0-1 16,0 0-3-16,0 0 0 15,0 0-3-15,0 0 0 0,0-18-1 0,0 18 1 16,0-19-1-16,18 3 2 0,-18-2 6 16,0 1-1-16,17-1 4 15,-17 0-3-15,17-17 3 0,-17 18 2 0,18-2 2 16,0-15-2-16,-18 16 6 0,17 18-1 16,-17-19 2-16,18 19-1 0,-18-16 5 15,18 16-1-15,-18 0 1 0,17 16-1 16,-17 3 0-16,0-1 1 0,18-1-2 15,-18 0 0-15,0 2-1 0,0-2 1 16,0 18-1-16,0-17-2 0,0 0-2 0,0-1-2 16,0 1-2-16,0-2-2 15,0-16-1-15,0 0-2 16,0 19-1-16,0-19-2 0,0 0 0 16,0 0-2-16,0-19 0 0,0 19-3 0,0 0 0 15,0 0-1-15,0 0-2 0,0 0-3 16,0 0-8-16,0-16-15 0,0 16-21 0,0 0-28 15,0-18-99-15</inkml:trace>
  <inkml:trace contextRef="#ctx0" brushRef="#br0" timeOffset="183232.655">8890 14429 216 0,'0'0'96'0,"0"0"-34"0,0 0-9 0,0 0 2 0,0 70-3 16,0-53-9-16,0 1-15 15,0-18-13-15,17 0-6 16,-17 18-6-16,0-18-3 0,18 0 0 0,-18 0-2 0,18 0-2 15,-1-18-1-15,1 18-2 16,-18-18 2-16,18 1-6 0,-1 17 0 0,1-17 0 16,0-2 2-16,-18 2 0 0,17 0-2 15,-17-1-2-15,0-1 0 0,18 3 3 16,-18-2 4-16,0 1 1 0,0 17 5 0,0-20 3 16,-18 20 3-16,18 0 5 0,-17 0 1 15,17 0-1-15,-18 20 1 0,18-3-1 0,-18 1-3 16,1-2-2-16,-1 3 0 15,0 16 2-15,1-18-5 0,-1 19-3 16,0-19-6-16,1 1-13 0,-1 0-7 0,18-18-5 16,0 0-4-16,0 0-20 0,0 0-40 15,0-18-114-15</inkml:trace>
  <inkml:trace contextRef="#ctx0" brushRef="#br0" timeOffset="183497.647">9084 14217 119 0,'0'0'168'16,"0"0"-112"-16,0 0-7 0,0 0 2 16,0 0-3-16,53 70-3 0,-53-36-8 0,18 3 1 15,-18-3-7-15,0 3-5 0,17-3-9 16,-17-15-10-16,0-2-4 0,0 18-3 0,0-35-2 16,0 18 0-16,0-18 2 0,0 18-2 15,0-18-2-15,0 0-2 16,0 0-3-16,0 0 0 0,18 0 1 0,-18-18 0 15,0 18-1-15,18-18 2 0,-18 18 4 16,16-18 1-16,2 1-2 16,0-19-3-16,-18 19-6 0,17-18-4 0,1 0-5 15,0 0-9-15,-1-1-11 0,-17 1-20 16,18 17-15-16,0 0-56 0,-18 1-36 16</inkml:trace>
  <inkml:trace contextRef="#ctx0" brushRef="#br0" timeOffset="184196.868">9348 14305 339 0,'0'0'90'15,"0"0"-33"-15,0 0-19 16,0 0 1-16,18 71 5 0,-18-55-8 0,0 21-7 16,0-3-9-16,0 2-6 0,0-19 0 15,-18 19-6-15,18-18-8 0,0-1-1 0,0-17-5 16,0 0-6-16,0 0-4 0,0 0 0 16,18 0-2-16,-18 0 0 0,0 0-3 15,17-17-3-15,1 17-10 0,-18-18-6 16,18 0 7-16,-1 0 4 0,1 1-1 15,-18 0 11-15,18-2 6 0,-1 19 5 0,1-17 8 16,-18 0 12-16,18 17 10 16,-18-18 1-16,0 18 0 0,0 0 1 15,17 0 1-15,-17 0-1 0,0 0 1 16,0 0-2-16,0 18-3 0,0-18-6 16,0 0-8-16,0 17-3 0,18-17-3 0,-18 0-4 15,0 0-3-15,18 0-3 0,-18 0 0 16,0 0 1-16,17 0-2 0,-17 0 1 15,18 0 4-15,-18 0 4 0,0-17-2 0,18 17 4 16,-18 0 2-16,0 0 10 16,0 0 3-16,0 17-1 0,0-17 3 15,0 17 0-15,0 2-1 0,17-2 4 0,-17 0-9 16,0-17-5-16,0 18-5 0,0 0-1 16,0-18-4-16,0 0-4 15,18 0 0-15,-18 0-2 0,0 0-1 0,18 0-4 16,-18 0 0-16,17-18-6 0,-17 0-12 15,18 1-14-15,0 0-20 0,-1-2-18 0,-17 2-49 16,18-18-18-16</inkml:trace>
  <inkml:trace contextRef="#ctx0" brushRef="#br0" timeOffset="184478.289">9948 13970 152 0,'0'0'77'16,"0"0"-17"-16,0 0-10 0,0 0-1 0,0 0 2 16,0 0-18-16,0 0-5 0,0 0-6 0,0 0 8 15,0 0-3-15,0 0-3 0,17 71-4 16,-17-36 0-16,0 0-1 0,0 17-2 16,-17-16 0-16,17 17 6 0,0-18-5 0,0 19-7 15,0-19-7-15,0 18-2 0,0-19 2 16,17 2 0-16,-17-19-4 0,18 19-4 15,0-18 0-15,-1-1-14 0,-17 1-3 16,18-2 0-16,0 3-7 0,-18-19-4 16,17 18-11-16,-17-18-24 0,18 0-66 15,-18 0-58-15</inkml:trace>
  <inkml:trace contextRef="#ctx0" brushRef="#br0" timeOffset="185314.362">7620 15486 293 0,'0'0'158'16,"0"0"-106"-16,0 0-27 0,0 0-1 16,0 0 13-16,53 71-7 0,-36-71-11 0,19 0-8 15,-19 0-3-15,19-18-5 0,-1 2-3 0,-17-2-6 16,17-18-1 0,-17 19-4-16,-1-19-4 0,18 1-3 15,-35-1-2-15,17 19 0 0,1-17-4 0,-18 14 1 0,0 3 4 16,0 0 8-16,0 0 11 15,-18 17 4-15,18-18 9 0,-17 18 5 0,17 0 3 16,-17 0 3-16,17 18-2 0,-18-1-5 16,1 0-3-16,17 20 1 0,-18-21-3 15,18 19 0-15,-18 1 0 0,18-1-2 16,-17 1-3-16,17-19-3 0,0 19-3 16,0-18-1-16,0-18-3 0,17 16-4 15,-17-16-4-15,0 0-5 0,18 0-4 16,0-16-2-16,-1 16-9 0,1-18-16 0,-1-1-29 15,-17 2-57-15,17 0-66 0</inkml:trace>
  <inkml:trace contextRef="#ctx0" brushRef="#br0" timeOffset="185462.248">8060 15310 216 0,'0'0'132'0,"0"0"-75"0,0 0-5 16,0 0 3-16,0 0-3 0,0 0-20 0,89 89-7 15,-54-72-5-15,-17 1-6 0,-1-18-7 16,1 18-7-16,17-18-7 15,-17 17-6-15,0-17-4 0,-1 0-2 0,19-17-4 16,-19 17-10-16,1-18-19 0,0 0-70 16,-1 1-62-16</inkml:trace>
  <inkml:trace contextRef="#ctx0" brushRef="#br0" timeOffset="185642.115">8431 15205 301 0,'0'0'98'0,"0"0"-45"16,0 0-18-16,-35 69 12 0,17-33 0 0,1-1-14 15,-1 1-9-15,0-1 0 16,18 1-1-16,-17-19-6 0,17 19-12 16,0-18-5-16,-18-18-11 0,18 0-6 0,0 0 1 15,18 0 2-15,-18 0-6 0,17-18-7 16,1-1-13-16,0 2-6 0,-1-18-18 16,1 17-56-16,0-35-71 15</inkml:trace>
  <inkml:trace contextRef="#ctx0" brushRef="#br0" timeOffset="185848.493">8555 14994 300 0,'0'0'69'0,"0"0"-23"16,0 0-8-16,0 0 24 0,0 0 0 0,0 0-15 15,34 69-18-15,-16-33-8 0,-18 17-4 16,0-19-2-16,0 20-3 16,18 0-2-16,-18-3-2 0,0-15-2 0,0-1-6 15,17 1-5-15,-17-2-2 0,0-15 1 16,0-1 1-16,18-18 1 0,-18 16-2 15,0-16-5-15,0 0-5 0,0 0-3 0,0 0-2 16,0-16-11-16,0 16-24 16,0-18-21-16,-18-1-7 0,18 2-7 15,-17 0-40-15,-1-1 28 0</inkml:trace>
  <inkml:trace contextRef="#ctx0" brushRef="#br0" timeOffset="185977.639">8572 15381 11 0,'0'0'92'0,"0"0"-9"16,0 0 2-16,0 0-20 15,0 0-12-15,0 0-2 0,0 0 3 0,0 0-7 0,0 0-9 16,0 0-11-16,-35-53-13 15,53 70 0-15,-1-17-4 0,18 0-5 16,-17 0-5-16,-1 0-7 0,19 0-12 0,-19-17-13 16,1 17-22-16,-18-18-74 0,18 18-114 15</inkml:trace>
  <inkml:trace contextRef="#ctx0" brushRef="#br0" timeOffset="186137.253">9084 15434 459 0,'0'0'182'16,"0"0"-130"-16,0 0-19 15,0 0 8-15,0 0-14 0,0 0-27 0,0 0 0 16,0 0-12-16,0 0-7 0,0 0-6 0,18 0-13 16,-18 0-24-16,-18 0-74 0,0 0-138 0</inkml:trace>
  <inkml:trace contextRef="#ctx0" brushRef="#br0" timeOffset="191095.25">18891 13812 48 0,'0'0'31'0,"0"0"133"0,0 0-136 16,0 0-3-16,0 0-2 0,0 0 0 15,0 0-2-15,0 0-1 0,0 0-6 16,0 0-3-16,0 0 1 0,17 17 6 16,1-17 2-16,-18 0-10 0,0 0 2 0,18 0 2 15,-18 0 0-15,0 17 1 0,0-17 1 0,17 0-2 0,-17 0-2 16,18 0-2-16,-18 0-1 0,18 0 0 16,-1 0 0-16,-17 0-1 0,18 0-2 15,0 0-1-15,-18 0 0 0,17 0-2 0,1 0 0 16,-18 0-1-16,18 0 0 15,-1 17 1-15,1-17-2 0,0 0 0 0,-18 0 1 16,17 0-2-16,1 0-1 0,0 18 0 16,-1-18 1-16,1 0 2 0,-18 0-1 0,18 18-1 15,-18-18 0-15,0 0 2 16,0 18-1-16,0-18-1 16,0 17-1-16,0 1 1 0,0 0 4 15,-18-1-1-15,0 19 0 0,1-1 0 0,-1-17-3 16,0 17 2-16,-17 0-2 0,17-18-4 15,-17 19-6-15,0-18-9 0,-1 17-7 0,1-17-10 16,0 17-8-16,-1-19-22 0,-17 21-57 16,18-3-19-16,0 3-15 0,-1-3 123 15</inkml:trace>
  <inkml:trace contextRef="#ctx0" brushRef="#br0" timeOffset="192662.475">15487 15452 227 0,'0'0'15'0,"0"0"-6"15,0 0-3-15,0 0 45 0,0 0-1 16,0 0-7-16,0 0-11 0,0 0-3 15,0 0 2-15,0 0 2 0,0 0-3 16,0 0-5-16,0 0-1 0,35-53-1 16,-35 53-2-16,0 0-3 0,0 17-5 0,0-17-2 15,0 0-2-15,-17 0-4 0,17 0-2 16,-18 18 2-16,0 0 0 0,1-18-1 16,-1 17 0-16,0 19-1 0,1-18 1 15,-1 16-4-15,-17 1 3 0,17-17-3 16,0 17 1-16,1 1-1 0,-19 0-1 0,19-2-2 15,-1 19 3-15,18-18-13 16,-18-17 8-16,18 17 5 0,0-17 0 16,0 0-1-16,0 0-5 0,0-18 1 0,0 17-2 15,18-17 3-15,0 0-1 0,-1 0-1 16,-17 0-2-16,18 0-1 0,0 0 1 16,-1 0 1-16,1 0 2 0,0 0 0 15,-1-17 0-15,1 17-1 0,0-18 0 16,-1 0 0-16,-17 18 0 0,18-18 0 0,0 1 1 15,-18-1-1-15,0 0 1 0,17 18 1 16,-17-17 1-16,0-1-2 16,0 0 3-16,0 18 2 0,0-18 3 0,0 1 0 15,0 17 2-15,-17-17-1 0,17 17-3 16,-18 0-1-16,0 0-2 0,1 0-3 16,-1 0-3-16,0 17-2 0,1-17-14 0,-1 17-15 15,-17-17-27-15,17 18-14 16,18-18-52-16,-18 18-22 0</inkml:trace>
  <inkml:trace contextRef="#ctx0" brushRef="#br0" timeOffset="193264.513">17357 15294 163 0,'0'0'2'16,"0"0"199"-16,35 87-134 0,-35-52-14 15,18 1-13-15,-18 17-2 0,0-19-1 0,17 19-9 16,-17 0-5-16,0-17-9 0,0 17-4 15,0-19-3-15,0 2-3 0,0-1-4 0,0-17-2 16,0 0-3-16,18-1-4 0,-18 1-2 16,0 0-4-16,17-18-4 0,-17 0-7 15,0 0-9-15,0 0-12 0,17 0-26 16,-17 0-25-16,0-18-57 0,0 18-14 16</inkml:trace>
  <inkml:trace contextRef="#ctx0" brushRef="#br0" timeOffset="193496.122">17515 15717 114 0,'0'0'139'0,"0"0"-73"16,0 0-9-16,0 0-2 0,0 0-8 16,0 0-8-16,0 0-6 0,0 0-5 15,0 0-2-15,0 0-8 0,88-36-2 0,-70 36-6 16,17 0-2-16,0 0 2 16,1 0-9-16,-1-18 5 0,18 18 0 15,-18 0-6-15,1-18-2 0,-1 18-2 16,18-17 4-16,-35 17-3 0,17 0-1 15,0-18 1-15,1 18-3 0,-20-18-3 16,2 18-1-16,17-18 0 0,-17 18-5 16,0-17 0-16,-1 17-3 0,19-18-7 0,-19 2-9 0,1 16-18 15,-18-18-10-15,18-1-36 16,-18 19-62-16</inkml:trace>
  <inkml:trace contextRef="#ctx0" brushRef="#br0" timeOffset="193795.119">18256 15310 124 0,'0'0'0'0,"0"0"97"15,0 0-3-15,0 0-29 0,0 0-15 0,0 0-9 16,0 0-1-16,0 0-7 16,0 0-10-16,70 71-9 0,-52-53-6 0,17-1-1 15,-17 1 0-15,17-18 1 0,-17 18-2 16,0-1-4-16,17-17 0 15,-17 17-2-15,-1 2-3 0,1-1 3 16,0-2 4-16,-18 2 1 0,17-1-5 0,-17 19 0 16,0-18 0-16,0-1 0 0,-17 1 0 15,-1 0 4-15,18-1-2 0,-35 2-1 16,17-2-1-16,0 0-7 0,1 0 2 0,-1 1-3 16,0-18-7-16,1 18-6 15,-1-18-7-15,0 18-8 0,18-18-16 16,-17 17-38-16,17-17-95 0</inkml:trace>
  <inkml:trace contextRef="#ctx0" brushRef="#br0" timeOffset="195232.8">21025 15328 26 0,'0'0'91'0,"0"0"-58"15,0 0 19-15,0 0 75 0,0 0-97 16,0 0 35-16,0 0-22 0,0 0-7 15,0 0-6-15,0 0-6 0,18-18-5 16,-36 18-3-16,18 0 2 0,-17 0 1 0,-1 18-3 16,0-1-1-16,-17 1-3 15,17 18-1 1,-17-19-1-16,0 19-1 0,17-2-1 16,-17 3-1-16,-1 14 0 0,19-15-2 15,-1-18-2-15,0 17 0 0,18-17 0 0,0-1-1 16,0 2-2-16,0-19-1 0,0 17-5 0,18-17 0 0,-18 0 1 15,18 17 0-15,-1-17-2 0,1 0-1 16,0 0-2-16,-1 0 2 0,1-17-5 0,0 17-3 16,-1-17-2-16,1-2 1 0,0 19 1 15,-18-17-5-15,17-1 2 0,1 0 3 16,-18 1-1-16,0 17 1 0,0-18 7 0,0 0 6 16,0 0 3-16,0 18 0 15,0-17 0-15,-18 17 4 16,1-18 0-16,-1 18 0 0,0 0 2 0,1 0-2 15,-1 0 1-15,0 18 3 0,1-18-3 0,17 17-5 16,-18-17-7-16,0 0-12 0,18 18-2 16,0-18-23-16,-17 0-7 0,17 0-7 15,0 0-26-15,0 0-55 0</inkml:trace>
  <inkml:trace contextRef="#ctx0" brushRef="#br0" timeOffset="195582.685">21448 15063 113 0,'0'0'42'0,"0"0"178"0,0 0-141 16,0 0-16-16,-17 71-14 0,17-53-6 15,-18 16-4-15,18 3-9 0,-18-20-8 16,18 17-4-16,0 20-3 0,-17-19-2 16,17 18-1-16,0-17 1 0,0 17-1 15,0-1-3-15,0 1-4 0,0-18-3 16,-18 18-2-16,18 0 0 0,0-18-2 16,-18 1-2-16,18-1-1 0,-17 0-3 15,17 1 0-15,-18-1 0 0,18-17-3 16,-18-2-2-16,18 3-2 0,0-1-1 0,0-18-2 15,0 0-9-15,18 0-11 0,-18 0-23 16,0 0-32-16,0 0-85 0,18 0-116 0</inkml:trace>
  <inkml:trace contextRef="#ctx0" brushRef="#br0" timeOffset="196013.582">21484 15822 132 0,'0'0'14'0,"0"0"134"15,0 0-99-15,0 0-6 16,0 0 2-16,0 0 1 0,0 0-8 15,0 0-5-15,0 0-4 0,17 0-1 0,-17 0-2 0,18 0-6 16,0 0-4-16,17 0-2 0,-17 17-1 0,17-17-2 16,-17 0-4-16,17 0-7 0,0 0-3 15,1-17-6-15,-1 17-2 0,0-18-8 16,-17 0-6-16,0 18-1 0,-1-18-11 16,1 1-17-16,-18 0-27 0,17 17-43 0,-17-17-32 15</inkml:trace>
  <inkml:trace contextRef="#ctx0" brushRef="#br0" timeOffset="196214.251">21819 15698 54 0,'0'0'40'16,"0"0"95"-16,0 0-46 0,0 0-22 15,-17 53-15-15,-1-18-3 0,18 1-3 16,-18-19-6-16,18 19-5 0,-17-1-6 0,17 1-4 16,-18-1-5-16,18 0-7 15,-18-17-7-15,18 16-4 0,-17-15-2 16,17-2-5-16,0 1-2 0,-18-18-5 0,18 17-2 15,0-17-5-15,0 0-2 16,0 18-6-16,0-18-12 0,0 0-20 0,0 0-5 16,0 0-79-16,0 0-38 0</inkml:trace>
  <inkml:trace contextRef="#ctx0" brushRef="#br0" timeOffset="196372.661">21749 16051 259 0,'0'0'27'15,"0"0"109"-15,0 0-81 0,0 0-2 0,88 0-16 16,-70 0-10-16,-1 0-12 16,1 0-8-16,-1 0-7 0,-17 0-4 15,17-17-7-15,-17 17-8 0,18 0-8 0,-18 0-9 16,0 0-27-16,0-18-71 0,0 18-70 16</inkml:trace>
  <inkml:trace contextRef="#ctx0" brushRef="#br0" timeOffset="196565.749">21678 16175 337 0,'0'0'80'0,"0"0"-33"0,0 0 0 16,0 0-2-16,0 0-15 0,88 0-15 16,-70 0-7-16,17-18-5 0,1 18-3 0,16 0-10 15,-17-18-10-15,0 18 5 0,18 0-4 16,-17-17-5-16,-1 17-36 15,0-18-112-15</inkml:trace>
  <inkml:trace contextRef="#ctx0" brushRef="#br0" timeOffset="199234.066">23512 13812 61 0,'0'0'69'0,"0"0"96"0,0 0-113 15,0 0-15-15,89-19-19 0,-54 19-4 16,0 0-1-16,1 0-1 16,-1-17 0-16,0 17-3 0,0 0-9 0,18 0 0 0,0 0 0 15,-18 0-2 1,18 0 2-16,-18 0 0 0,1-18 0 15,17 18 0-15,-18 0-5 0,-17 0-12 0,17-18-16 16,0 18-12-16,-17-17-27 0,0-1-53 16,-1 18 22-16,-17 0 103 0,18-18 0 0</inkml:trace>
  <inkml:trace contextRef="#ctx0" brushRef="#br0" timeOffset="199497.661">24253 13564 82 0,'0'0'14'0,"0"0"215"15,0 0-153-15,0 0-26 0,0 0-5 16,0 0-9-16,0 0-7 0,0 0-8 16,89 36-8-16,-89-18-4 0,17-2-5 15,-17-16-4-15,18 18-1 0,-18 17-2 16,0-17 0-16,0 17-1 0,0-17-2 15,0 17 1-15,0 1 2 0,-18-2 3 16,1 2-2-16,-1-18 1 0,0 17-4 0,1-17-8 16,-1-1-9-16,0 19 3 15,1-18-6-15,-1-1-20 0,0 1-38 0,18-18-58 0,0 16-51 16</inkml:trace>
  <inkml:trace contextRef="#ctx0" brushRef="#br0" timeOffset="200299.408">25030 13300 42 0,'0'0'45'0,"0"0"128"16,0 0-135-16,0 0-5 0,0 0-1 16,0 0 6-16,0 0 8 0,0 0-6 0,0 0-12 15,0 0-2-15,0 0-3 0,-18 35-3 16,36-35-5-16,-1 0-4 0,1 0-5 16,16-17-2-16,-16 17-3 0,17-18-1 15,1-1-2-15,-1 2-5 16,-17 0-6-16,17-19 0 15,0 19 1-15,-17 0 0 0,17-20 1 16,-17 20 0-16,17 0 1 0,-17 0 2 16,0-1 2-16,-18-1-2 0,17 19 2 0,-17-17 4 15,0 17 2-15,0 0 5 0,0 0 1 16,0 0 2-16,0 17 3 0,0-17 2 16,-17 19 3-16,17-1 0 0,-18-1-7 0,18 17-1 0,-18 3 1 15,1-3 2-15,17 19 2 0,-18-17 5 16,18 16-2-16,-18 1-1 0,18 0 2 0,-17 0 2 15,17 0-9-15,0 1-2 16,0-20-2-16,0 19-4 0,0-18-2 16,0 1 0-16,0 0-1 0,0-2-3 0,0 1-4 15,0 1 0-15,0-19-2 0,0 1 3 16,17 0-2-16,-17-18 2 16,0 17-2-16,0-17-3 0,18 18-6 0,-18-18-5 15,0 0-14-15,0 0-22 0,0 0-26 16,-18 0-56-16,18 0-44 0</inkml:trace>
  <inkml:trace contextRef="#ctx0" brushRef="#br0" timeOffset="200495.04">25152 13987 270 0,'0'0'52'0,"0"0"-10"16,0 0-9-16,0 0 16 0,0 0 2 0,0 0-6 0,0 0-13 15,0 0-7-15,0 0-3 16,0 0 0-16,36 0-1 0,-1 0-5 0,0 0-6 15,1 0-3-15,-1 0-4 0,18 0-3 16,-18 0 0-16,18 0-8 0,-17 0-5 16,17 0-3-16,-18 0-3 0,18-17-4 15,-18 17-6-15,17 0-15 0,1 0-30 16,-17 0-82-16,-1-18-63 0</inkml:trace>
  <inkml:trace contextRef="#ctx0" brushRef="#br0" timeOffset="200641.925">26546 14092 350 0,'0'0'0'0,"0"0"-253"15</inkml:trace>
  <inkml:trace contextRef="#ctx0" brushRef="#br0" timeOffset="208213.046">10954 13829 128 0,'0'0'218'0,"0"0"-173"0,0 0-12 16,0 0-12-16,0 0 3 15,0-89 5-15,0 89-4 0,0-17-3 16,0-1-1-16,0 18 2 0,-18 0 2 16,18-18-2-16,0 18-5 0,0 0-4 0,-18 0 0 15,18 0-4-15,0 0-6 0,-17 18 1 0,-1 0-2 16,18-1-1-16,-18 19 1 15,1 0-2-15,17-2 1 16,-18 19 0-16,18-18-1 0,0 18 0 0,0-17-1 16,0-1 2-16,0-1-1 0,18 3-1 0,-18-20 0 15,17 0-2-15,1 2 2 16,0-2 0-16,-1 1-3 0,-17-18-1 16,18 0-2-16,0 0-5 0,-1 0 1 0,1 0-3 15,0 0-1-15,-1-18-1 0,-17 18-5 16,18-17-4-16,-18-2-7 0,0 2-13 15,0 17-13-15,-18-17-3 0,18-1-2 16,-17-1-3-16,-1 19 3 0,0-16 25 16,1 16 37-16,-1-18 35 0,0 18 15 0,1-17 3 15,17 17-4-15,-18 0 1 0,18 0 0 16,0 0-9-16,0 0-10 0,0 0-6 16,0 0-1-16,18 17-1 0,-1-17-2 15,19 18-5-15,-19-18-5 0,1 0-10 16,17 0-1-16,-17-18-11 0,0 18-4 0,-1-17-7 15,1-1-9-15,-1 18-12 0,-17-18-23 16,17 0-31-16,-17 18-64 16,0-17-33-16,0 17 194 0</inkml:trace>
  <inkml:trace contextRef="#ctx0" brushRef="#br0" timeOffset="208363.84">11060 13970 43 0,'0'0'27'0,"0"0"104"0,0 0 19 0,0 0-76 16,0 0-17-16,-53 88-9 15,53-70-9-15,0-2-8 0,0 3-8 16,0 16-6-16,0-18-3 0,17 2-3 0,-17 16-6 15,18-18-5-15,-18 1 0 0,18 0-11 16,-1-1-7-16,1-17-1 16,-18 18-6-16,17-18-8 0,0 16-12 0,1-16-32 15,0 0-79-15,-1 0-65 0,1 0 179 16,0-34 19-16</inkml:trace>
  <inkml:trace contextRef="#ctx0" brushRef="#br0" timeOffset="208678.872">11341 13758 98 0,'0'0'3'0,"0"0"200"16,0 0-152-16,0 0-12 0,0 0 7 16,0 0-1-16,0 0-11 0,0 0-10 15,0 0-1-15,0 0 1 0,0 0 2 16,0 0 2-16,0 18-5 0,-17-18-7 15,17 36-6-15,-18-19-2 0,18 17 1 16,-18 20-1-16,18-19 1 0,0 18-1 16,0-17-4-16,0 15-2 0,0-14-2 15,18-3 0-15,-18-15 0 0,18 16-4 16,-1-18-2-16,1 1 0 0,0 0-1 16,17-18 2-16,-17 17-4 0,-1-17-2 15,19 0-2-15,-19 0-5 0,19 0-1 0,-19 0-6 16,19-17-15-16,-19-1-23 0,1 18-22 15,-18-18-45-15,18 1-50 0,-18-1 60 0</inkml:trace>
  <inkml:trace contextRef="#ctx0" brushRef="#br0" timeOffset="209231.724">11677 13669 114 0,'0'0'176'16,"0"0"-102"-16,0 0-28 0,0 0-12 15,0 0 9-15,0 0 7 0,0 0-8 0,18 89-9 16,-1-54-8-16,-17 1-7 16,0-2-3-16,18 20 0 0,-18-1-4 0,0 0-3 15,0-18-5-15,0 18-3 16,-18-18-3-16,18 18-5 0,0-35-7 0,0-1-2 15,0 1-4-15,0 0-5 16,0-18-2-16,0 0-9 0,0 0-13 0,18-18-22 16,-18 0-57-1,17 18-87-15,0-35 132 0</inkml:trace>
  <inkml:trace contextRef="#ctx0" brushRef="#br0" timeOffset="209466.354">11923 13846 38 0,'0'0'341'0,"0"0"-287"0,0 0-18 16,0 0 1-16,0 0 9 0,0 0-12 0,-88 71-18 16,70-54-9-16,18 1-3 15,-17 0-1-15,17-1-2 0,-18 1 1 16,18 0 2-16,0 17 0 0,-18-17 2 16,18-2 0-16,0 3 6 0,0-1 7 15,18-18-8-15,-18 17-5 0,18 0-1 16,-1-17-5-16,1 0-1 0,0 19-4 0,-1-19-5 15,1-19-4-15,17 19-4 16,-17-17-3-16,17 0-10 0,1-1-2 0,-1-1-29 16,0 3-23-16,-17-19-70 0,17 17-59 15,1-18 213-15</inkml:trace>
  <inkml:trace contextRef="#ctx0" brushRef="#br0" timeOffset="209712.845">12330 13705 90 0,'0'0'13'0,"0"0"225"0,0 0-177 15,0 0-10-15,0 0 0 0,0 0-3 16,0 0-13-16,0 0-15 0,0 0-3 0,-71 88 0 16,53-52 5-16,1-2-6 0,-1 2-6 15,-17 17-4-15,17-18 1 16,-17 19-2-16,-1-3-1 0,1-14-1 16,0 16-3-16,-1 17-3 0,1-17-2 0,-18 0-8 15,18 18-9-15,-1-18 5 16,19-1-4-16,-19-16-4 0,19-1-9 0,0 0-10 15,17-35-13-15,0 18-21 0,0-18-53 16,17-18-7-16,0-1 54 0,1 3 73 0,17-19-20 16</inkml:trace>
  <inkml:trace contextRef="#ctx0" brushRef="#br0" timeOffset="209908.05">12100 14217 103 0,'0'0'179'15,"0"0"-84"-15,0 0-39 16,0 0 2-16,0 0 0 0,0 0-10 16,71 17-16-16,-36-17-12 0,-17 0-7 0,17 0-5 15,-17-17-8-15,17-1-10 0,-17 18-7 16,17-17-2-16,-18-2-9 0,0 19-15 16,1-17-23-16,-18 17-21 0,0-17-41 15,0 17-25-15,0 0 63 0,0 0 81 16,-18 0 4-16</inkml:trace>
  <inkml:trace contextRef="#ctx0" brushRef="#br0" timeOffset="210895.194">12153 14234 107 0,'0'0'9'0,"0"0"176"16,0 0-106-16,0 0-24 0,0 0-13 15,0 0 3-15,0 0-3 16,0 0-14-16,0 0-10 0,35 71-4 16,-35-35-3-16,18-19 1 0,-18 1-3 0,0 17-3 15,0-17-3-15,0 16-3 16,0-15-7-16,0-2-5 15,0 0 6-15,0 1 2 0,0-18-8 0,0 18-4 16,0-18-6-16,0 0-6 0,0 0-8 0,0 0-17 16,0 0-28-16,0-18-16 0,0 18-36 0,0 0 43 15,18-18 44-15,-18 18 46 0,0-17 29 0,0 17 5 16,0-17 92-16,0 17-48 0,0-19-5 16,0 19-10-16,17-17-11 0,-17 17-11 15,18-17-13-15,0-1-6 0,-1 18-6 16,1-19-5-16,0 19-5 0,-1-16-6 15,1 16 0-15,-1-18-4 16,-17 18-11-16,17 0-9 0,-17 0-5 16,18 0-6-16,-18 0-11 15,0 0-25-15,0 0-20 0,-18 0 0 16,18 18 6-16,-17-2 0 0,0 3 85 16,-1-19 0-16,-17 18-7 0,17-1 7 15,1 19 41-15,-1-19-29 0,0 0-10 0,1-17 185 16,-1 18-112-16,18 0-21 0,-18-18 0 0,18 0-9 0,0 0-10 15,18 0-11-15,0 0-8 0,-1 0-6 16,1 0 0 0,0 0 2-16,17-18-5 0,-17 18-7 15,17-18 0-15,-1 1-8 0,2 0-8 0,-19-2-6 16,19 2-9-16,-1 17 3 0,-17-17-3 0,17-1-145 16,-17-1-65-16,-1 3 206 15</inkml:trace>
  <inkml:trace contextRef="#ctx0" brushRef="#br0" timeOffset="211196.696">12735 13793 80 0,'0'0'34'0,"0"0"164"15,0 0-138-15,0 0-7 0,0 0 4 0,0 0-3 0,0 0-11 16,18 70-13-16,-1-52-7 0,1 0-5 15,-18 17-7-15,18-17-2 0,-18 17-4 0,17 1 0 16,-17-1-1-16,18-1 0 16,-18-15-4-16,0 16 0 0,0 1 0 0,0-1-3 15,-18-18-3-15,18 19-2 0,-17-19 0 0,-1 17-1 16,0-14-1-16,1-3-3 16,-1 1 0-16,0-2-1 0,1 3 1 15,17-19-2-15,-18 18-1 0,0-18-9 0,18 0-28 16,0 0-2-16,0 0 6 15,0 0-16-15,18-18 23 0,-18 18-97 0,18-19 13 16</inkml:trace>
  <inkml:trace contextRef="#ctx0" brushRef="#br0" timeOffset="211392.274">12859 14163 284 0,'0'0'89'0,"0"0"-30"0,0 0-3 0,0 0-3 15,0 0-5-15,0 0-12 0,0 0-9 16,88 19-5-16,-70-2-3 0,17-17-2 16,-1 0-7-16,2 18-6 0,-19-18-4 0,19 0 0 15,-19 0-7-15,19-18-9 0,-19 18-8 16,-17 0-3-16,18-17-7 16,0-2-24-16,-18 19-60 0,0-17-40 0,17 0-54 15,-17-1 196-15</inkml:trace>
  <inkml:trace contextRef="#ctx0" brushRef="#br0" timeOffset="211599.352">13211 14005 82 0,'0'0'12'0,"0"0"55"0,0 0 90 15,0 0-97-15,0 0 0 0,0 0-6 0,0 0-8 16,0 0-14-16,0 0-13 0,35 53-3 0,-17-35-1 16,0-18-2-16,-18 16-3 0,17 3-5 15,-17-1-1-15,0-1 0 0,0 0-4 16,0 2-4-16,-17-2-4 15,-1 1-5-15,-17-1-7 0,17 1-1 0,-17 0-3 16,-1-1-8-16,1 17-16 0,0-34-29 16,-1 20-81-16,2-3-51 0,-1-17 167 15</inkml:trace>
  <inkml:trace contextRef="#ctx0" brushRef="#br0" timeOffset="212231.079">9948 13829 98 0,'0'0'98'0,"0"0"71"0,0 0-135 16,0 0-8-16,0 0 17 0,0 0 0 15,0 0-15-15,0 0-12 0,0 0-3 16,0 0 4-16,0 0 7 0,0 0-3 16,70 17-1-16,-34-17-1 0,-1 17-4 0,18 1-7 15,-18 0-1-15,1-18-2 0,-19 18-5 16,19-18 0-16,-1 17-1 0,-17-17-4 15,17 0-6-15,-17 0-6 0,-1 0-7 0,1-17-10 16,0 17-13-16,-1-18-19 0,1 0-23 16,-18 18-61-16,0-18-36 15,0 1 130-15,0 0 38 0</inkml:trace>
  <inkml:trace contextRef="#ctx0" brushRef="#br0" timeOffset="212418.841">10442 13758 43 0,'0'0'19'0,"0"0"-15"15,0 0 168-15,0 0-95 0,0 0-21 0,0 0-19 16,0 0-2-16,0 0-2 0,0 0-9 15,0 0-7-15,0 0-5 0,52 0 0 0,-52 18-2 16,0-1 1-16,0 2-4 0,0-2-2 16,0 0-1-16,-17 0-1 15,0 19-3-15,-18-18-7 0,17-1-3 0,-17 19-4 16,-1-19-1-16,1 1 2 0,0 18-3 16,-1-19-3-16,1 1-1 0,0-18-11 15,17 16-13-15,-17-16-18 0,17 19-21 16,0-19-69-16,1 0 89 0,-19-19 53 15</inkml:trace>
  <inkml:trace contextRef="#ctx0" brushRef="#br0" timeOffset="212978.508">8854 13669 33 0,'0'0'187'0,"0"0"-35"0,0 0-106 16,0 0-4-16,0 0-8 15,0 0-2-15,89 0-4 0,-72-17-8 0,19 17-7 16,-1-18 1-16,-17 2-4 0,17-2-2 0,0-1-1 15,-17-15-1-15,17 16-4 0,1 0-2 0,-20-17-2 16,20 17 0-16,-19 0-1 0,1 1 1 16,0-1-1-16,-18 18 0 0,0-16 3 15,0 16-1-15,0 0 1 16,0 16 3-16,17-16 2 16,-17 18 1-16,0 17-3 0,0 1 2 0,0-1-1 15,0 0-2-15,18 19 1 0,-18-20-1 0,0 19-1 0,0 0-1 16,0-18-1-16,0 1-3 0,-18-19-3 15,18 18-5-15,0-17-8 0,0 0-7 0,0-1-6 16,0-17-12-16,0 18-21 0,-17-18-27 0,17 18-77 16,-18-18 43-1,18 0 94-15</inkml:trace>
  <inkml:trace contextRef="#ctx0" brushRef="#br0" timeOffset="213100.53">9224 13970 26 0,'0'0'43'15,"0"0"38"-15,0 0 83 0,0 0-90 16,0 0-20-16,0 0-14 0,0 0-3 0,0 0-4 15,0 0-8-15,89 17-11 16,-36-17-10-16,-18 0-4 0,18 0-15 16,0 0-11-16,18 0-10 0,-18-17-19 0,0-1-89 15,0 18-124-15,0-18 243 0</inkml:trace>
  <inkml:trace contextRef="#ctx0" brushRef="#br0" timeOffset="-214335.087">24165 9877 39 0,'0'0'42'0,"0"0"-23"0,0 0 126 16,0 0-81-16,0 0-7 0,0 0-6 0,0 0-3 15,53-69-4-15,-53 51-6 16,0 18-5-16,0 0-6 0,-18-19-6 0,18 19-3 15,-17 0-4-15,17-17-2 0,0 17 0 0,-18 0 5 16,0 0-6-16,1 0-2 0,-1 0-4 16,0 0 0-16,1 17-1 0,-1 2 0 15,-17 15-1-15,-1-16 2 16,19 35 1-16,-19-18 0 0,19 18-4 16,-19 0 0-16,19 0-1 0,-19 0-1 0,19 18 2 15,17-18 1-15,0 0 1 16,0 0-2-16,17-1-2 0,1-16 0 15,0-1 0-15,17-19 1 0,0 4-1 0,1-3-3 16,-1 1-2-16,0-18-2 0,1 0 2 16,-19 0-4-16,19-18-3 0,-1 18-1 15,-17-17-2-15,-1-3-1 0,1 20-2 16,-18-16-3-16,18-1-5 16,-18-1-17-16,0 0-24 0,-18 0-33 15,18 1-60-15,-18-1-25 0,1 1 155 0,-1-2 8 0</inkml:trace>
  <inkml:trace contextRef="#ctx0" brushRef="#br0" timeOffset="-214048.818">24006 10282 14 0,'0'0'31'0,"0"0"218"0,0 0-174 0,0 0-9 16,0 0-13-16,0 0-3 0,0 0-2 15,0 0-10-15,0 0-13 0,0 0-7 0,106 19-3 16,-71-19-4-16,1-19-9 16,-19 19-2-16,19-16-17 15,-19-2-9-15,1 18-4 0,0-17-3 0,-1-1-16 0,-17 0-31 16,18 18-49-16,-18 0-17 15,0-18 5-15,0 18 133 0,0 0 6 16,-18 0 2-16,1 18 15 0,17-18 17 0,-18 18-32 16,0 0 181-16,1-1-105 0,17 17-9 15,-18-15-13-15,0 16-6 16,18 1-12-16,0-1-5 0,0 0-5 0,0 1-4 16,0 17-3-16,0-18-6 0,0 0-13 15,0 0-2-15,0-18-5 0,0 19-10 0,0-19-7 16,18 1-6-16,-18 0-3 15,0-18-10-15,0 18-23 0,0-1-55 0,0-17-54 16,0 0 57-16,0 18 100 0</inkml:trace>
  <inkml:trace contextRef="#ctx0" brushRef="#br0" timeOffset="-212575.268">24994 9737 35 0,'0'0'202'0,"0"0"-55"15,0 0-95-15,0 0-10 0,0 0 4 16,0 0 5-16,0 0-5 0,0 0-9 0,0 0-10 16,0 0-6-16,-88 87-3 0,70-69 2 0,1 17-3 15,-1 1-3-15,0 17-3 16,1-17 0-16,-19 15-2 0,19-15-2 15,-1 17-1-15,18 0-3 0,-18 0-3 16,18 0 0-16,0-1 0 0,0 2 0 16,0-1-1-16,0-18-1 0,0 18-2 15,18-19-1-15,0-15-1 0,-1 16-2 16,1-18-2-16,0 2-1 0,-1-19 0 0,1 0-1 16,17 0-2-16,-17 0-1 15,0 0-4-15,-1-19-11 0,1 2-13 0,17 0-18 16,-17-20-24-16,0 3-62 0,-1 17-80 15</inkml:trace>
  <inkml:trace contextRef="#ctx0" brushRef="#br0" timeOffset="-212298.87">25329 9701 56 0,'0'0'70'0,"0"0"154"0,0 0-166 0,-18 89-11 16,1-55-5-16,17 19 7 0,-18 0-1 15,18 0-11-15,-18 0-9 0,1 18-5 16,17-18-2-16,-18-18-5 0,18 18-8 0,-18-19-5 16,18 3-3-16,0-20-3 15,0 0-5-15,0 2-2 16,0-2-6-16,0-17-1 0,18 0-4 15,0 0-3-15,-1-17-10 0,19-2-20 0,-19-15-31 16,19 16-59-16,-1-35-83 0</inkml:trace>
  <inkml:trace contextRef="#ctx0" brushRef="#br0" timeOffset="-212067.274">25629 9877 50 0,'0'0'62'16,"0"0"169"-16,0 0-185 15,0 0-4-15,0 0-3 0,0 0 3 16,-88 36-8-16,70-1-7 0,-17-17-9 0,17-1-2 15,1 19-3-15,-19-19 0 16,19 18-3-16,-1-17-3 0,18 0 0 16,-18-1 3-16,18 1-1 0,0 0 2 0,0-1-4 15,18-17 0-15,-18 18-1 0,18 0 1 16,-18-18-3-16,17 18-4 0,1-18-7 16,0 0-8-16,-1 0-2 0,19 0-3 15,-19 0-1-15,19 0-11 0,-1-18-15 16,0 0-25-16,-17 18-58 0,35-18-62 15</inkml:trace>
  <inkml:trace contextRef="#ctx0" brushRef="#br0" timeOffset="-211817.02">26158 9719 22 0,'0'0'2'0,"0"0"325"16,0 0-238-16,0 0-35 15,0 0-14-15,0 0 2 0,0 0-6 16,0 0-9-16,-106 89-7 0,89-55-2 15,-19 1 3-15,1 18 0 0,0 0-3 16,-1 0-3-16,1 18-1 0,0-18-4 16,-1 0-7-16,-17 16-3 0,19-15 0 0,-19-1-5 15,18 0-4-15,-18 0 0 16,17 0 1-16,1-19 0 0,17 3 0 0,1-3-12 16,17-15 3-16,-18-2 2 0,18 0-9 15,0-17-21-15,18 0-30 16,-1-17-52-16,-17 17-38 0,18-17-66 15</inkml:trace>
  <inkml:trace contextRef="#ctx0" brushRef="#br0" timeOffset="-211615.599">25770 10353 10 0,'0'0'142'16,"0"0"18"-16,0 0-98 0,0 0 1 0,0 0-7 15,0 0 0-15,0 0-9 0,0 0-11 16,106-17-10-16,-71 0-5 0,0 17-5 0,1-18-6 15,-1 18-3-15,0-19-5 0,18 3-2 16,-17-2-4-16,-19-17-14 16,19 17-5-16,-1 0 2 0,-17 1-3 15,-1-1-4-15,-17 0-7 0,0 1-17 0,0-1-23 16,0 18-24-16,0-18-56 0,0 18-25 16</inkml:trace>
  <inkml:trace contextRef="#ctx0" brushRef="#br0" timeOffset="-211434.347">26123 10160 78 0,'0'0'33'0,"0"0"168"0,0 0-126 16,-35 71-10-16,17-54-8 0,0 17-2 16,1 3-4-16,17 16-14 0,-18-18-7 0,0-18-9 15,18 19-6-15,-17-18-8 0,17-1-5 0,0-1-2 16,0 4-2-16,0-20 0 16,0 17-3-16,0-17-5 0,0 18-5 0,0-18-1 15,17 16 1-15,-17-16-10 16,0 0-25-16,18 0-39 0,-18 0-76 15,0 0-77-15</inkml:trace>
  <inkml:trace contextRef="#ctx0" brushRef="#br0" timeOffset="-211300.186">25964 10495 315 0,'0'0'86'0,"0"0"-25"16,0 0-20-16,0 0 12 0,0 0-8 16,88-17-16-16,-70 17-12 0,17-18-6 15,-17 18-3-15,17 0-8 0,-17 0-2 0,0-18-9 16,-1 18-5-16,1 0-3 0,0 0-7 15,-18-18-10-15,0 18-22 16,0 0-67-16,0 0-80 0</inkml:trace>
  <inkml:trace contextRef="#ctx0" brushRef="#br0" timeOffset="-211132.951">25946 10619 159 0,'0'0'253'16,"0"0"-171"-16,0 0-36 0,0 0-16 0,0 0 7 0,0 0-8 15,89 0-8-15,-72-18-14 0,19 18-6 16,-1-19-1-16,0 3-9 0,-17 16-6 16,17-18-5-16,1 1-1 0,-1 17-1 15,-17-20 1-15,17 4-41 0,-18-1-65 0,18-1-71 16</inkml:trace>
  <inkml:trace contextRef="#ctx0" brushRef="#br0" timeOffset="-210841.373">26776 9701 50 0,'0'0'29'0,"0"0"259"0,0 0-222 16,35 70-23-16,-17-33-3 0,-18-3 8 15,17 1-10-15,-17 18-13 0,0-17-10 0,18 0-6 16,-18 15-4-16,0-15-5 15,-18 17 0-15,18-18-5 0,-17 19-1 16,-1-19-1-16,18 0 7 0,-18 0-3 0,1 1 3 16,-1-1-10-16,-17-18 1 0,17 19 0 15,-17-18 1-15,-1-1 4 16,1-1 1-16,0 4-1 0,17-3-3 0,-17-17-7 16,17 0-9-16,0 0-7 0,1 0-15 15,-1 0-29-15,0-17-117 0</inkml:trace>
  <inkml:trace contextRef="#ctx0" brushRef="#br0" timeOffset="-208673.196">7990 9242 5 0,'0'0'33'0,"0"0"-15"0,0 0 61 16,0 0-10-16,0 0-21 0,0 0-4 16,0 0-7-16,0 0-3 0,0 0 2 0,0 0-1 15,0 0-1-15,35-52-2 16,-35 52 0-16,0 0-1 0,0 0-4 15,0 18 0-15,0-1-8 0,18 0-5 0,-18 20 0 16,0 14-2-16,0 3 1 0,0-1 1 16,0 0-1-16,17-1-6 0,-17 1 0 15,0 0-7-15,0 0 0 0,0 0 0 16,0-17-3-16,0-2-5 16,0 1-2-16,-17-17 0 15,17 0-2-15,0 0-4 0,0-18-4 16,17 17-4-16,-17-17-9 0,0 0-19 15,18-17-27-15,-18 17-47 0,18-18-54 0,-1 0 19 16</inkml:trace>
  <inkml:trace contextRef="#ctx0" brushRef="#br0" timeOffset="-208416.246">8361 9508 33 0,'0'0'231'0,"0"0"-159"15,0 0-39-15,0 0-11 0,0 0 2 0,0 0 4 16,0 0-5-16,-89 17-10 0,72-17-9 15,-1 17-1-15,18 0 1 0,-18-17 5 0,1 20 0 16,17-4 2-16,-18 2 1 16,18-1 1-16,0-17 1 0,0 18 1 15,0 0 2-15,0 0-10 16,18-1 1-16,-1 1 0 0,1 0 1 0,0-1-6 16,-1 0-1-16,19-17-2 0,-19 19 0 15,19-1-1-15,-19-18-7 16,1 16-8-16,17-16-7 0,-17 0-4 0,0 0-4 15,17 0-14-15,0-16-34 0,0-2-78 16,-18-1-12-16,19 2 102 16</inkml:trace>
  <inkml:trace contextRef="#ctx0" brushRef="#br0" timeOffset="-208179.918">9066 9296 311 0,'0'0'54'15,"0"0"-20"-15,0 0 2 0,0 0 6 0,-70 71-2 16,52-54-7-16,0 36-9 0,-17-19-7 16,17 20 2-16,-17 0 8 15,0-3-7-15,-1 3-10 0,1-1-3 0,0 0-3 16,-18-1-4-16,17 1-4 0,1 0-1 16,0-18-8-16,0 1 0 0,18-2-4 15,-1-16-3-15,0 0-7 0,18-18-10 16,0 0-24-16,18 0-21 0,0 0-48 15,-1-18-43-15,1 0 122 16,16 1 26-16</inkml:trace>
  <inkml:trace contextRef="#ctx0" brushRef="#br0" timeOffset="-208039.055">8784 9859 33 0,'0'0'203'0,"0"0"-64"16,0 0-88-16,0 0-5 0,88-35 2 16,-70 35 2-16,17-16-9 15,0 16-11-15,1-18-10 0,-1-1-8 0,0 19-4 16,1-17-7-16,-19 0-1 0,19-1-14 15,-19 0-10-15,1 18-7 0,0-17-14 16,-18 17-22-16,0-18-68 0,0 18-48 0,0 0 13 16,-18-18 157-16</inkml:trace>
  <inkml:trace contextRef="#ctx0" brushRef="#br0" timeOffset="-207846.808">9049 9701 75 0,'0'0'40'0,"0"0"175"0,0 0-152 0,-36 70-13 16,19-33-11-16,17-21 5 0,0 37 1 0,-18-17-8 15,18-1-9-15,-18 0-8 16,18 1-8-16,-17-2-4 0,17 2-8 0,-18-1-1 16,18-17-3-16,-18 17-5 15,18-17-4-15,0-18-3 0,0 18-4 0,0-18-3 16,0 0-5-16,0 0-24 0,0 0-42 0,0-18-60 16,18 18-24-16,-18-18 94 0</inkml:trace>
  <inkml:trace contextRef="#ctx0" brushRef="#br0" timeOffset="-207717.288">8978 10036 116 0,'0'0'7'0,"0"0"186"16,0 0-123-16,0 0-13 0,0 0-8 16,0 0-3-16,0 0-2 0,88-70-14 0,-70 70-12 0,0-18-10 15,17 18-8-15,-17-18-2 16,-1 18-9-16,19-17-10 0,-2-1-9 16,1 18 1-16,-17-18-34 0,17 18-103 15,1-18-66-15,-1 18 215 16</inkml:trace>
  <inkml:trace contextRef="#ctx0" brushRef="#br0" timeOffset="-207385.962">9912 9808 415 0,'0'0'63'15,"0"0"-42"-15,0 0-5 16,0 87 23-16,0-52 7 0,0-17-11 0,0 17-13 15,0 1-12-15,0-19-6 0,-17 0-4 16,17 1-2-16,0 0-2 0,0-18-4 16,0 0-6-16,0 0-6 0,0 0-8 15,0 0-13-15,0 0-31 0,0 0-67 16,0-18-76-16</inkml:trace>
  <inkml:trace contextRef="#ctx0" brushRef="#br0" timeOffset="-207231.643">9930 9579 239 0,'0'0'194'0,"0"0"-149"0,0 0-29 0,0 0-6 15,0 0 5-15,0 0-15 0,0 0-4 16,0 0-27-16,88-71-23 0,-70 53-33 16,0 18-100-16,-1 0 44 0</inkml:trace>
  <inkml:trace contextRef="#ctx0" brushRef="#br0" timeOffset="-206966.173">10301 9559 34 0,'0'0'310'16,"0"0"-252"-16,0 0-10 0,0 0 2 15,0 0 3-15,-53 71-9 0,53-53-17 16,-18 0-13-16,18 0-8 0,-17-1-3 0,17 1 1 16,0 0-3-16,0-18 1 0,0 17-1 15,17 0 0-15,-17 2-1 0,18-19-1 0,0 18-1 16,-1-2 0-16,1 2-2 15,0-1 4-15,-1-17 0 0,-17 18-2 0,18 0 1 16,-18 0 1-16,0-18 1 16,0 17-1-16,0-17-6 0,0 18-4 0,0 0-2 15,-18-18-4-15,1 17-4 0,-1-17 0 16,0 0 2-16,1 0 1 0,-1 0-4 16,0 0-11-16,1 0-6 0,-1 0-6 0,0 0-16 15,18-17-79-15</inkml:trace>
  <inkml:trace contextRef="#ctx0" brushRef="#br0" timeOffset="-200834.28">10883 9579 171 0,'0'0'144'16,"0"0"-113"-16,0 0 51 16,0 0-44-16,0 0 10 0,0 0-3 15,0 0-6-15,88-20-13 0,-88 20-1 0,18 0-8 16,0 20-6-16,-18-20-1 0,0 16-2 16,17 19-4-16,-17-17-3 0,0 0-1 0,0 17 0 15,0 1 0-15,0-19-2 0,-17 19 0 16,17-18 2-16,-18-2-4 0,18 2 0 0,0-1 0 15,-18-17-2-15,18 0 0 0,0 0-1 16,0 0 0-16,18-17-4 0,-18-1 1 16,18 2-2-16,-18-2 2 0,17-18-1 0,1 19-1 15,-18-19 2 1,18 19 9-16,-18-1 1 0,17-18 4 0,-17 19 4 16,18-1 3-16,-18 2 2 0,0-4-2 15,17 20-2-15,-17-17 0 0,17 17-1 16,1 0 0-16,-18 0-2 0,18 0-6 15,-18 17 1-15,0 3 0 0,0-4 3 16,0 2 0-16,0-1 0 0,0 19 0 16,0-18-1-16,0 17-3 0,0-17 0 15,-18 16-4-15,18-15 0 0,0-1-10 16,0-18-1-16,0 0 1 0,0 16-3 16,0-16-2-16,0 0-13 0,18-16-25 15,-18 16-10-15,17 0-31 0,-17-18-59 0,18-1-3 16</inkml:trace>
  <inkml:trace contextRef="#ctx0" brushRef="#br0" timeOffset="-200483.052">11341 9559 296 0,'0'0'57'0,"0"0"-11"0,0 0-7 16,0 0 6-16,0 0-1 0,18 71-11 16,-18-35-7-16,0-18-6 15,0-1-2-15,0 1-1 0,0 0-6 0,18-18-7 16,-18 17 4-16,0-17-6 0,17 0 0 15,1 0-1-15,-18 0-1 0,18 0-6 16,-1-17-1-16,1 17 3 0,0-18-8 16,-1 0-3-16,1 1-1 0,0-1 3 15,-1 0-2-15,-17 0 3 16,18 1 5-16,-18 17-1 0,0-18 8 0,-18 2 5 0,18-4 0 16,-17 20 5-16,-1-17 1 15,18 17-1-15,-18 0-3 0,1 0-2 0,17 0-2 16,-18 17 0-16,0 3 3 0,18-4-1 15,-17 2 0-15,-1-1 2 16,18 1-3-16,-18-18-3 0,18 18-1 0,0 0-5 16,-17-18-10-16,17 17 0 0,0-17-3 15,0 0-1-15,0 0-8 0,0 0-27 16,0 0-33-16,0 0-69 0,0-17-22 16</inkml:trace>
  <inkml:trace contextRef="#ctx0" brushRef="#br0" timeOffset="-200197.111">11518 9471 117 0,'0'0'149'0,"0"0"-87"16,0 0-9-16,0 0-1 0,0 0-12 0,88 37-14 0,-70-20-3 15,0 0-6-15,-1 0 4 0,1 3-4 0,-18-4-3 16,18 2-3-16,-18-1-1 0,0 1-3 16,0-18-7-16,0 18 0 0,0 0 0 15,0-18 0-15,0 17 0 0,0-17-1 16,0 0-5-16,0 0 0 0,0 0-2 15,0 0 0-15,0 0 1 0,0 0 3 16,0 0 3-16,0-17-2 0,17-1 3 0,-17 0 2 16,18-17-2-16,-18 17 0 0,17-18-2 15,-17 2-1-15,0-1-5 16,0-1-1-16,17 19-1 0,-17-1 1 0,0 18 1 16,0-18 0-16,18 18 0 0,-18 0 2 15,18 0-1-15,-18 0-10 16,17 18-16-16,-17-18-9 0,18 0-9 0,-18 18-31 15,18-18-93-15</inkml:trace>
  <inkml:trace contextRef="#ctx0" brushRef="#br0" timeOffset="-199596.444">12135 9437 317 0,'0'0'68'0,"0"0"-8"16,0 0-2-16,0 0 0 0,0 0-9 0,36 71-12 15,-36-37-15-15,0-17-11 0,0 19-4 16,0-18-1-16,0-1-6 0,0 1 0 15,0 0 0-15,0 0-2 0,0-18-5 16,0 0-3-16,0 0-3 0,0 0-2 16,17 0 6-16,-17 0 4 0,18-18 5 0,-18 0-5 15,18 0-1-15,-1 1-1 0,1-1-1 16,0 2 0-16,-1-4 1 16,-17 3 4-16,18 0 3 0,-18 17 0 15,0 0 0-15,18 0 8 16,-18 0 0-16,0 17 5 0,0-17 5 15,0 17-4-15,-18 3-2 16,18 14-2-16,0-17-2 0,0-17-2 0,0 18-6 16,0-18-3-16,0 18-3 0,18-18-1 0,-18 0 1 15,17-18 6-15,18 18-5 0,-18-18-2 0,1 1-6 16,17-1-1-16,-17 2 0 0,0-4-1 16,-1 3 1-16,-17 0 2 0,18 17 0 0,-18-17 4 15,18 17 7-15,-18 0 1 0,0 0 13 0,0 17 6 16,0-17 0-16,0 17-5 0,0 0 1 15,0 19 2-15,0-18-2 0,0-1 1 16,0 1-2-16,17 0-3 0,-17-18-11 0,0 0-1 16,0 0-3-1,0 0-2-15,0 0-1 0,18 0-3 0,0-18 0 16,-1 0-11-16,1-17-10 0,17 19-21 16,-17-21-31-16,17 3-36 0,1-3-5 15,-1-15-25-15</inkml:trace>
  <inkml:trace contextRef="#ctx0" brushRef="#br0" timeOffset="-199449.816">12982 8961 264 0,'0'0'129'0,"0"0"-89"0,0 0-14 16,0 0-3-16,0 0 13 0,0 0-3 15,0 69-7-15,0-32 1 0,0 15 7 0,0 0 4 16,-17 2-11-16,17 0-10 0,-18 15-8 16,18 2-5-16,-18-19-4 0,18 19 0 15,0-18-7-15,-17 0-14 0,17-17-6 16,0-1-3-16,17 0-4 0,-17-18-105 15,18 2-186-15</inkml:trace>
  <inkml:trace contextRef="#ctx0" brushRef="#br0" timeOffset="-199303.009">13582 9613 536 0,'0'0'64'0,"0"0"-64"0,0 0-41 0,0 0-55 15,0 0-57-15,0 0-81 16</inkml:trace>
  <inkml:trace contextRef="#ctx0" brushRef="#br0" timeOffset="-195448.159">27552 9859 185 0,'0'0'68'0,"0"0"-34"0,0 0-17 15,0 0 4-15,0 0-4 0,0 0-4 16,0 0-9-16,0 0 0 0,0 0 33 15,0 0-15-15,0 0-6 0,0 0 0 0,0 0 6 16,0 0 3-16,0 0-6 16,0 18-8-16,0-18-3 0,0 0-1 0,-18 0-2 0,18 18-1 15,-17-18-1-15,-1 18 0 0,18-18-3 16,-18 17 3-16,1 1-3 0,-1 0 2 16,0-1 0-16,1 2-2 0,-1-2 3 15,0 0-3-15,1 0 2 0,-1 1 1 0,18 0-1 16,-18 0 1-16,18-1-3 15,0 1 2-15,-17-18-2 16,17 18-3-16,0-1 3 0,0-17 0 0,0 18 0 0,17-18 0 16,-17 18 1-16,0-18-1 15,18 18 3-15,0-18-1 0,-1 0 0 0,1 0 1 16,17 0 4-16,-17 0-3 0,17 0 0 16,-17 0-3-16,17 0-1 0,1 0 0 15,-1 0-2-15,-1 0 0 16,2-18 2-16,17 18 2 0,-18 0-2 15,18 0 0-15,-18 0 1 0,18 0-1 16,0-18 3-16,-17 18 1 0,-1 0 0 16,0 0 1-16,1-18-1 0,-1 18-1 15,0 0 2-15,-17-17-2 0,0 17-2 16,-1 0-1-16,1-18-2 0,-1 18-4 0,0 0-3 16,-17 0 2-16,0 0-2 0,0-18-4 0,18 18-5 15,-18 0-7-15,0 0-5 16,0-17-11-16,-18 17-33 0,18-18-75 0,-17 18-97 15</inkml:trace>
  <inkml:trace contextRef="#ctx0" brushRef="#br0" timeOffset="-195182.487">28222 10002 238 0,'0'0'78'0,"0"0"-33"0,0 0 0 0,0 0 5 15,0 0-7-15,0 0-8 16,0 0-16-16,0 0-10 0,0 0-3 15,0 0 0-15,0 0 1 0,52 34-2 16,-34-17-1-16,17-17-1 0,-17 18-3 16,0 0 0-16,-18-18-2 0,17 18 2 0,1-1 1 15,-18 1 2-15,0 0 1 0,0 17-4 16,0-17 0-16,0 0-1 0,0 17-2 16,0-19 3-16,-18 3-6 0,1 16 0 0,-1-18-7 15,0 2-1-15,1-2 1 16,-1 1-2-16,0-1-3 0,18-17-7 15,-17 18-13-15,0 0-17 0,-1-18-26 0,1 18-76 16</inkml:trace>
  <inkml:trace contextRef="#ctx0" brushRef="#br0" timeOffset="-192416.922">29280 9719 18 0,'0'0'202'0,"0"0"-152"0,0 0 6 16,0 0-11-16,0 0 3 0,0 0-9 15,0 0-11-15,0 0-15 16,0 0-9-16,0 0 14 0,-17-35-1 0,-1 35-5 0,18 0-1 16,0 0 0-16,-18 0 2 15,1 0-4-15,17 0-1 0,-18 17 2 16,0-17-1-16,1 18 3 0,-1 0 6 0,0-1-5 16,1 19-4-16,-1-18-2 0,0 16-2 15,1 1 0-15,-1 1 0 0,-17-1 0 16,17 19-2-16,0-20 2 0,1 19-3 15,17-18 3-15,-18 1-1 0,18 17 0 16,0-18-4-16,0-1-14 0,0 3 14 16,0-20 5-16,18 19-2 0,-1-19-3 15,1 1 0-15,0-18 1 0,-1 17-1 0,19-17 0 16,-19 18-3-16,19-18-4 16,-19 0 0-16,1 0-3 0,0-18 0 15,-1 18-3-15,1-17 0 0,0 17-2 0,-1-18-2 16,-17 1 0-1,18-2-7-15,-18 2-5 0,0 0-11 0,0-20-18 16,0 21-34-16,0-2-76 0,-18 1-27 0</inkml:trace>
  <inkml:trace contextRef="#ctx0" brushRef="#br0" timeOffset="-192127.315">29086 10160 331 0,'0'0'83'0,"0"0"-23"15,0 0-6-15,0 0-3 0,0 0-18 16,0 0-15-16,0 0-9 0,0 0-1 0,106 0-3 15,-88 0-5-15,-1-18-6 0,1 18-6 16,-18-18-4-16,18 18-3 16,-18 0-5-16,17-17-4 0,-17 17-11 0,0 0-11 15,0-18-7-15,0 18 5 16,0 0 11-16,0 0 11 0,-17 18 30 16,17-18 26-16,0 17 11 0,0-17-8 0,0 18 5 15,0 0 1-15,0-1 3 0,0 19 0 16,0-18-6-16,0-1-5 15,0 17-5-15,0-15-6 0,0 16-2 0,0-18-5 16,0 2-4-16,0-2-5 0,17 1 0 16,-17-1-5-16,18-17-5 0,0 18-3 0,-18-18 0 15,17 0-12-15,1 0-7 0,0 0-21 16,-1-18-29-16,1 18-63 0,0-17-31 0</inkml:trace>
  <inkml:trace contextRef="#ctx0" brushRef="#br0" timeOffset="-191796.203">29845 9630 239 0,'0'0'122'0,"0"0"-88"16,0 0 0-16,0 0 19 15,0 0-3-15,0 0-12 0,-36 71-16 0,19-35-3 16,17-2 1 0,-18 3 6-16,0 14-5 0,1 3-4 15,-1-1 1-15,-17 0-2 0,17-19-5 16,18 20-2-16,-18-1-3 0,1-18-1 0,17 1-2 0,0-1-3 0,0 0-1 16,0 0-7-16,17-18 6 0,1 2 0 0,0-2-6 15,-1-17-2-15,1 18 1 16,17-18-1-16,1 0-3 0,-1 0 7 15,0 0-12-15,1-18-16 0,-1 1-18 16,0-2-33-16,1 2-64 0,-1-18-53 16</inkml:trace>
  <inkml:trace contextRef="#ctx0" brushRef="#br0" timeOffset="-191484.96">30303 9542 107 0,'0'0'197'0,"0"0"-134"15,0 0-19-15,0 88 6 0,0-52 4 0,0 17-8 16,-18-1-13-16,18 1-6 0,-17 0-5 15,17 0-5-15,0-17-5 16,-18 17-7-16,18-19-5 0,0 2 0 16,0-18-2-16,0-1-4 0,0 1-3 0,18 0-5 15,-18-18-2-15,17 0-3 0,1 0-5 16,0-18-10-16,-1 0-11 0,19 1-29 16,-19-1-60-16,19 0-72 0</inkml:trace>
  <inkml:trace contextRef="#ctx0" brushRef="#br0" timeOffset="-191248.37">30656 9754 309 0,'0'0'57'16,"0"0"-29"-16,0 0 4 15,-88 17 17-15,70 2-3 0,-17-19-25 0,0 18-13 16,17-2 1-16,-17 2-1 0,17-1 2 16,0-17-1-16,18 18-2 0,0 0 0 15,0-18 1-15,0 18-1 0,0-18 1 0,0 17-1 16,18-17-1-16,-18 18-2 15,18-18-2-15,-1 18-2 0,1-18-3 16,0 17-5-16,-1-17-1 0,1 0 0 16,0 0-1-16,17 0 0 0,-17 0-7 15,-1 0-12-15,19-17-11 0,-19 17-18 16,1-18-32-16,0 0-99 0</inkml:trace>
  <inkml:trace contextRef="#ctx0" brushRef="#br0" timeOffset="-190932.63">31238 9471 277 0,'0'0'96'16,"0"0"-47"-16,0 0-22 0,0 0 10 15,0 0 1-15,0 0-10 0,0 0-7 16,-17 71-1-16,-1-54 2 0,0 19 3 0,-17 17-1 15,17 0 5-15,-17 0-7 0,0 1-1 16,-18 15-1-16,17-16-10 0,1 19-4 16,-18-3-3-16,18-16-2 0,-18 18-1 15,18-18-2-15,0 0-1 16,0-1-4-16,17-16-3 0,0-1 4 16,1 1 1-16,-1-18-12 0,18 15 8 0,0-33 0 15,0 20 2-15,0-20-5 0,18 0-7 0,-18 0-8 16,17 0-16-16,-17 0-21 15,18-20-24-15,-18 20-68 0,18-33-72 16</inkml:trace>
  <inkml:trace contextRef="#ctx0" brushRef="#br0" timeOffset="-190717.598">30938 10142 95 0,'0'0'197'0,"0"0"-106"16,0 0-42-16,0 0-15 0,0 0 10 16,106-18-8-16,-71 18-6 0,1-17-13 15,-1 17-10-15,0-18-2 0,18 0 1 16,-17 18-1-16,-1-18-4 0,0 1-1 16,1 0-15-16,-1 0-9 15,-18-2-7-15,0 19-16 0,1-17-4 0,-18-1-86 16,0 0-78-16</inkml:trace>
  <inkml:trace contextRef="#ctx0" brushRef="#br0" timeOffset="-190524.738">31327 10053 46 0,'0'0'154'0,"0"0"20"16,-53 54-109-16,53-19-8 0,-18 0-8 0,0 1-10 16,1-18-7-16,-1 17-10 15,0 0-10-15,1 0-6 0,-1-18-3 0,18 19-1 16,-18-18-1-16,1-1-1 0,17 1-2 15,0-18-3-15,0 18-3 0,0-18-7 16,0 0-4-16,0 0-2 0,0 0-8 16,0 0-20-16,0 0-44 0,0 0-93 0,-18 0-49 15</inkml:trace>
  <inkml:trace contextRef="#ctx0" brushRef="#br0" timeOffset="-190383.799">31150 10319 87 0,'0'0'7'0,"0"0"260"0,0 0-188 15,0 0-24-15,0 0-9 0,0 0 0 0,0 0-12 16,88 17-12-16,-52-17-16 0,-19-17-6 16,1 17-11-16,17-18-14 15,1-1-8-15,-19 3-14 0,18 16-88 0,0-35-64 16</inkml:trace>
  <inkml:trace contextRef="#ctx0" brushRef="#br0" timeOffset="-190098.727">32015 9542 161 0,'0'0'77'0,"0"0"116"0,17 88-142 15,-17-70-13-15,0 18-7 0,18 17 9 0,-18-19-10 16,0 3-8-16,0 14-8 0,0-15-5 15,0 17 0-15,0-18-3 0,0 18 0 16,0 0 4-16,0-18 8 0,0 1-9 16,0 17-9-16,0-18-5 0,0-1-5 15,-18 3 2-15,18-3 2 0,-17 2-1 0,-1-1-8 16,0-17-9-16,-17 0-10 0,0 0-35 16,-18-1-51-16,17-1 24 0,-17 4-87 15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000" units="cm"/>
          <inkml:channel name="Y" type="integer" max="32000" units="cm"/>
          <inkml:channel name="F" type="integer" max="1024" units="dev"/>
          <inkml:channel name="T" type="integer" max="2.14748E9" units="dev"/>
        </inkml:traceFormat>
        <inkml:channelProperties>
          <inkml:channelProperty channel="X" name="resolution" value="787.40155" units="1/cm"/>
          <inkml:channelProperty channel="Y" name="resolution" value="1399.82507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06-22T02:45:02.41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7038 3262 1 0,'0'0'60'0,"0"0"-60"0,0 0 0 16,0 0 35-16,0 0 102 15,0 0-97-15,0 0-7 0,0-16-3 0,17 16 7 16,-17-18 2-16,0 18-5 0,0 0-5 16,0 0-3-16,0 0-2 0,0 0-3 15,0 0-3-15,0 0-2 0,18 0-1 0,-18 0-2 16,0 0-4-16,0 0-3 0,18 0-3 16,-18 18 0-16,0-2 1 0,17 3 2 15,-17-1 2-15,0 17 6 0,0 0-4 16,0 0 0-16,-17 17-4 0,17-15-1 15,-18 16-1-15,0-18-2 0,18 17-1 0,-17-16-1 16,-1-1 0-16,18 0 0 16,-18 1 0-16,18-18 4 0,-17 16-4 15,17-17 0-15,0 3-1 0,0-20-2 0,0 16 0 16,0-16-1-16,0 0-1 0,0 0-1 16,0 0-1-16,0 0-1 0,0 0 0 15,0-16 0-15,17 16 1 0,-17-20-2 0,18 3-4 16,-18 0-1-16,18-18 0 15,-18 16-4-15,17-15 5 0,-17 16 5 16,0 0-1-16,18 1 2 0,-18 0 2 16,0-2-2-16,0 1 7 0,18 1 0 15,-18 17 0-15,0-17 1 0,0 0 2 0,0 17 0 16,17-18 1-16,-17 18 5 0,0 0 0 16,0-19-1-16,0 19 3 0,18-17-4 15,-18 17 2-15,0-17-5 0,0 17-1 0,0 0-3 16,0-18 0-16,0 18 0 15,18-19 0-15,-18 19 1 16,0-16-1-16,0-2 0 16,0 0 2-16,17 18 3 15,-17-18 0-15,0 18 1 0,0-17-2 0,0 17 2 0,18-17 0 16,-18 17 0-16,0 0-2 0,0-18 0 0,0 18 1 16,0 0-1-16,0 0-2 0,0 0 2 0,18 0-1 15,-18 0-1-15,0 0 0 0,0 0-2 16,0 0-4-16,0 18 4 0,17-1 1 0,-17 0 2 15,18 19 4-15,-18-2-1 0,18 3-4 0,-18-3 2 16,17 20-2-16,-17-20-1 16,18 20 2-16,-18-19-3 0,17 0 1 15,0 1 2-15,-17-1-3 0,18-18 2 16,0 0-2-16,-18 3 2 0,17-4-2 0,1 2 2 16,-18-18-1-16,0 17-1 15,18-17 0-15,-18 0 4 0,17 0 3 0,-17-17 3 16,18-1-1-16,-18 2-3 0,18-4-4 15,-1-14-2-15,1-1 0 0,0-1 0 16,-1-17-4-16,19 0-3 0,-19 18 2 16,1-17-1-16,0-1 2 0,-1 0-3 15,1 17 3-15,0 1-1 0,-18 0 4 16,17 0-2-16,-17 17 0 0,18-1-2 0,-18-15-1 16,0 16-3-16,18-1 2 0,-18 3-1 15,0 16-3-15,0-18-5 0,17 18-10 16,-17 0-20-16,0 0-24 0,0 0-28 15,0 0-78-15,0 0-11 0,-17 18 164 16</inkml:trace>
  <inkml:trace contextRef="#ctx0" brushRef="#br0" timeOffset="601.683">7708 3793 87 0,'0'0'19'16,"0"0"96"-16,0 0-59 0,0 0-18 15,0 0-11-15,0 0 1 0,0 0 7 16,0 0 2-16,0 0-11 0,-18 87-5 15,36-69 1-15,-18-1-2 0,18 19-8 16,-1-18-3-16,1-1 2 0,0 1-2 16,-1 0-4-16,1-18 0 0,17 0 3 15,-17 0-1-15,17 0 2 0,0-18-5 16,0-17-4-16,0 17-9 0,1 0-1 0,-1-17 5 16,-17 1 2-16,17 14 3 0,-17-14 0 15,-1 17 0-15,-17-1 0 0,0-1 0 0,0-15 0 16,0 34-1-16,-17-18 1 15,17 0 2-15,-18 18-1 0,0-17 0 0,1 17-1 16,-19 0 4-16,19 0 2 0,-1 17-1 16,-17-17 0-16,17 18 0 15,-17 0-2-15,18-1-3 0,-1 0-3 0,1 2-1 16,-19-1-6-16,19 16-3 0,-1-17-2 16,0 3 2-16,18-4 0 15,-17 2 0-15,17-1-5 0,0 1-10 0,0-18-18 16,0 18-28-16,17-18-100 0,1 18-12 0</inkml:trace>
  <inkml:trace contextRef="#ctx0" brushRef="#br0" timeOffset="811.964">8502 4093 30 0,'0'0'413'0,"0"0"-413"0,0 0-17 0,0 0 12 16,0 0 5-16,0 0 25 16,0 0-11-16,0 0-14 0,0 0-5 0,0 0-7 15,0 0-10-15,-88 0-13 0,88 0-46 16,-18-18-121-16,0 18 122 0</inkml:trace>
  <inkml:trace contextRef="#ctx0" brushRef="#br0" timeOffset="1290.862">5821 4409 16 0,'0'0'269'0,"0"0"-219"0,0 0-15 15,0 0-2-15,0 0 13 16,0 0-6-16,0 0-13 0,0 0-1 0,0 0-1 15,0 0-2-15,35-17-3 16,-17 17-4-16,-1 0-4 0,19-18-1 0,-19 18-3 16,19 0 1-16,-1 0-3 0,17 0 1 15,1 0 1-15,18 0 0 0,17 0-1 16,0 0-7-16,36 0-2 0,-18 0 2 0,17 18-2 16,0-18 2-16,1 0-1 0,0 17 0 15,-1-17 1-15,18 0-8 0,-18 18 2 16,1-18 0-16,-18 0-5 0,18 0 0 0,-19 0 4 15,-17 18 1-15,0-18-7 0,1 0 0 16,-19 0-4-16,-17 0-6 0,0-18-7 16,-17 18-9-16,-19 0-18 0,1 0-24 15,0 0-44-15,-18 0-43 0,0-18 146 16</inkml:trace>
  <inkml:trace contextRef="#ctx0" brushRef="#br0" timeOffset="4167.933">10848 3704 195 0,'0'0'123'0,"0"0"-49"15,0 0-40-15,0 0-14 0,0 0 11 0,0 0 3 16,0 0-8-16,0 0 5 0,88 35-6 16,-53-35-5-16,18 17-5 0,-17-17-6 15,16 19-1 1,1-19-3-16,0 18-5 0,0-18 0 0,-18 0-2 15,0 0-1-15,1 0-13 0,-1 0-7 0,-17 0-6 16,-1 0-9-16,1 0-26 0,0 0-37 0,-18 0-87 16,17 0 22-16</inkml:trace>
  <inkml:trace contextRef="#ctx0" brushRef="#br0" timeOffset="4504.886">11271 3844 101 0,'0'0'82'0,"0"0"93"0,-71 89-120 0,53-53-10 16,-17 17-4-16,0 0-1 16,18-19-9-16,-18 19-9 0,17-17-13 0,-17-1-9 15,35-17-4-15,-18-1-1 16,18-17-2-16,0 19-10 0,18-19 1 0,-18 0 0 16,17-19-5-16,19 19-14 0,-19-17-17 15,1-1-23-15,16 0-5 16,-16 1-2-16,0-19 5 0,-1 18 18 0,1 1 28 15,0-17 31-15,-1 16 8 0,1-1 18 16,-18 2-3-16,0 17 108 0,18 0-67 0,-18 0-11 16,0 0-14-16,0 0 0 15,0 0 1-15,0 0-4 16,0 17-3-16,0 2-3 0,0-1-3 0,0 16-7 16,0-17-4-16,17 1-2 0,-17 18-6 0,0-19-5 15,0 1-3-15,18 0-1 0,0-18-1 0,-1 17 2 16,1-17-3-16,17 19-10 0,1-19-1 15,-1 0-4-15,18 0-5 0,-18 0-12 16,18-19-30-16,-17 19-64 0,34-17-68 0</inkml:trace>
  <inkml:trace contextRef="#ctx0" brushRef="#br0" timeOffset="4747.665">12452 4056 259 0,'0'0'169'15,"0"0"-133"-15,0 0-17 0,0 0 3 16,18 71 19-16,-18-36-7 0,0-17-8 0,0 0-14 16,0 17-6-16,0-17-5 0,0 18-1 15,0-19-3-15,0 0-4 0,0-17-3 16,0 17-10-16,0-17-8 0,0 0-4 0,0 0-23 15,0 0-74-15,0 0-68 16,18-17 54-16</inkml:trace>
  <inkml:trace contextRef="#ctx0" brushRef="#br0" timeOffset="4893.449">12435 3756 221 0,'0'0'165'0,"0"0"-99"0,0 0-24 15,0 0-14-15,0 0-3 0,0 0-3 16,0 0-13-16,0 0-9 0,70-17-10 16,-34 0-22-16,-1 17-21 0,0 0-71 0,-17-18-108 0,17 18 134 15</inkml:trace>
  <inkml:trace contextRef="#ctx0" brushRef="#br0" timeOffset="5188.946">12965 3864 46 0,'0'0'298'16,"0"0"-226"-16,0 0-36 15,0 0 6-15,-18 69 13 0,0-51-8 16,18-18-20-16,0 18-15 16,-17-18-10-16,17 17 0 0,0-17-2 15,0 18 0-15,0 0-3 0,0-18 2 0,0 17-2 16,0 0 3-16,17 2 0 0,-17-1-2 0,18-2 2 16,0 2 1-16,-18-18-1 0,17 17 0 0,1 1 0 15,-18 0 1 1,17-18-1-16,-17 18-2 0,17-1 1 15,-17-17 1-15,0 18-1 0,0-18 1 16,-17 18 0-16,17-18 0 0,-17 17-4 0,-18-17 1 16,17 0 0-16,-17 0-4 0,-1 0-3 0,19 0-6 15,-19 0-8-15,1-17-9 0,0 17-26 0,-1-36-74 16,19 19-98-16,-1-1 169 16</inkml:trace>
  <inkml:trace contextRef="#ctx0" brushRef="#br0" timeOffset="5900.613">14129 3898 64 0,'0'0'49'0,"0"0"166"15,0 0-146-15,0 0-17 0,0 0-11 16,0 0 4-16,0 0-4 0,0 0-9 15,0 0-9-15,35 71-4 16,-35-36-3-16,0 0 2 0,-18 1-3 0,18-2-5 16,0-16-7-16,-17 17-3 0,17-17-2 0,0 0 2 15,0-1-2-15,0-17-1 0,0 0-8 16,0 0-1-16,0 0-1 0,0 0 0 16,0 0 6-16,17 0 5 0,-17-17-1 15,18-1-2-15,0 0 0 0,-1 0-1 16,1 1 6-16,-18-17 0 0,18 16 0 0,-1-18 0 15,1 19 0-15,-1-19 0 0,-17 19 3 16,17-1 0-16,1 18 1 0,-18 0 6 16,18 0 2-16,-18 0-3 0,0 0-1 15,0 0 3-15,17 18-1 16,-17-1 0-16,0 1 3 0,0 0 2 0,0 16-6 16,0-15-9-16,0-1-1 15,-17-2-2-15,17-16-8 0,0 18-1 0,0-1-2 0,0-17-2 16,0 0-1-16,0 18-6 15,17-18-7-15,-17 0-16 0,0 0-10 16,18 0-12-16,0-18-6 0,-1 18-25 0,1-17-32 16,0-1 37-16,-1 18 91 15,1-16-24-15</inkml:trace>
  <inkml:trace contextRef="#ctx0" brushRef="#br0" timeOffset="6163.906">14552 4056 21 0,'0'0'50'0,"0"0"-36"0,0 0 194 16,0 0-118-16,0 0-28 0,0 0-21 15,17 88 9-15,-17-70-8 0,0 0-10 16,0 0-15-16,0-18-11 0,0 17-2 0,18-17 1 15,-18 0-2-15,18 0-3 0,-1 0-2 16,1-17-3-16,0 17-4 0,17-18-3 0,-17 0 0 16,-1 0 0-16,1 18 2 15,0-17 0-15,-1-1 2 0,1 2 0 0,-18-2 8 16,0 18 0-16,0-19 1 0,0 19 11 16,-18 0 2-16,1 0-9 0,-1 19 1 15,0-1 1-15,1-2 1 0,-1 2 1 16,0-1-1-16,1 1-3 0,-1-18-5 15,18 18-3-15,0-18-6 0,0 0-10 16,0 0 2-16,0 0 2 0,18 0 4 16,-1-18-4-16,19 0-20 0,-1 1-44 15,18-17-83-15,-35 16-28 0</inkml:trace>
  <inkml:trace contextRef="#ctx0" brushRef="#br0" timeOffset="6388.516">15257 3581 107 0,'0'0'4'0,"0"0"248"15,0 0-192-15,0 0-13 0,0 0 14 0,-35 88-3 16,17-53-12-16,1 17-11 0,-1-15-8 16,18 14-7-16,-18 3-8 15,1-1-7-15,17 0-5 0,-18-1 0 16,18 1-2-16,0 0-10 0,0-17 5 0,0-19-1 16,0 1 0-16,18 0 4 0,-18-1 1 15,17 2-15-15,1-19-1 0,-18 0 5 16,0 0-5-16,0 0-13 0,0 0-23 0,0-19-27 15,0 2-38-15,-18 17-19 16,18-18-9-16,-17 0 131 16,-1 1 7-16,-17-1-7 0</inkml:trace>
  <inkml:trace contextRef="#ctx0" brushRef="#br0" timeOffset="6533.729">15010 4093 33 0,'0'0'18'0,"0"0"-6"0,-71-54 113 16,54 54 16-16,0-17-79 0,17 17-13 16,0 0-4-16,0 0-6 0,0 0-13 15,17 0-10-15,0 0 1 0,19 0 5 16,-1 0 1-16,0 0-12 0,18 0-8 0,-17-18-3 15,17 18-4-15,-18-18-2 0,18 18-14 16,-18-17-15-16,18 17-5 0,-17-18-27 16,17 18-96-16,-18 0-119 0,18-18 272 15</inkml:trace>
  <inkml:trace contextRef="#ctx0" brushRef="#br0" timeOffset="7004.463">16175 4075 357 0,'0'0'51'0,"0"0"-24"0,0 0-3 16,0 0 23-16,0 0-2 0,0 0-8 0,0 0-10 16,0 0-12-16,0 0-5 0,0 0 2 15,0 0-1-15,-71 52 3 16,54-17 7-16,-1-17-6 0,0 17-8 0,1-17-3 16,17 0-4-16,0-18 1 15,0 17-1-15,17-17-2 0,1 0-3 0,0 0-3 16,17-17-1-16,0-1-3 0,0 0 0 15,0 1 0-15,-17-1 4 0,17 0 2 16,-17 0 0-16,17 1 1 16,-17-1 2-16,-1 2-2 0,-17-2 3 0,0 18 2 15,18 0 8-15,-18 0 3 0,0 18-2 16,0-2 4-16,-18 2-1 0,18-1-3 16,0 1 1-16,-17 0-1 0,17 0-6 0,0-1-3 15,17 1-3-15,-17-18-3 16,18 0-1-16,0 0-2 0,17 0-3 15,-17-18-7-15,17 1-11 0,0-19-42 16,-17 18-97-16,17-17-107 0</inkml:trace>
  <inkml:trace contextRef="#ctx0" brushRef="#br0" timeOffset="7229.882">16897 3422 260 0,'0'0'185'0,"0"0"-132"16,0 0-29-16,0 0 0 0,0 0 22 15,-35 71 1-15,35-37-13 0,-18 3-9 0,18 14-9 16,-16-14-4-16,16 15-2 16,0 0-3-16,0 2-5 0,0 0-2 15,-18-3-3-15,18 3-11 0,0-19-5 16,0 17-8-16,0-15-5 0,0-3-6 0,0-17-20 16,0 1-27-16,18 0-7 0,-18 0-8 15,0-18-49-15,16 0 70 0,-16 0 63 16</inkml:trace>
  <inkml:trace contextRef="#ctx0" brushRef="#br0" timeOffset="7659.888">17109 4056 48 0,'0'0'382'0,"0"0"-305"0,0 0-37 16,0 0-2-16,0 0 9 0,-70 71-6 15,52-54-16-15,18 1-16 0,-18 0-7 16,1 0-2-16,17-18 0 0,0 0-4 15,0 17-6-15,0-17-4 0,0 0 0 16,0 0 3-16,17 0 4 0,1-17 1 0,0 17-2 16,-1-18 0-16,1 0 0 15,0 18 2-15,-1-18 2 0,1 18 1 0,0-17-1 16,-1 17 0-16,1 0 0 0,0 0 0 16,-18 17 4-16,17 1 1 0,1 0 0 15,0 17 6-15,-1-17-4 0,-17 17 1 0,18 1 6 16,0 16-2-16,-18-16 4 15,17-1-7-15,-17 18 2 0,0-17 4 16,0-1-5-16,0 0-3 0,-17 0 3 0,-1-18-4 16,0 19 0-16,1-1-2 15,-19-17 1-15,19 0-1 0,-19-1-3 0,19 1-1 16,-19-18 3-16,19 0 1 0,-19 0 0 16,19 0 0-16,-19-18-1 0,19 1 1 0,-1-19-5 15,-17 1 1-15,35-1 1 16,-18-16-3-16,0-1 0 0,18-18-3 0,0 18-9 15,0 0 4-15,0 1-5 0,18-1-22 16,17 17-28-16,-17 1-15 0,0-1-17 16,17 19-42-16,-17-1 51 15,17 2 67-15</inkml:trace>
  <inkml:trace contextRef="#ctx0" brushRef="#br0" timeOffset="8105.091">18080 3864 252 0,'0'0'212'0,"0"0"-153"16,0 0-23-16,0 0 11 15,-53 69-7-15,35-33-8 0,1-19-9 0,17 1-8 0,0 0-6 16,0-1-3-16,0-17-1 0,0 0-2 16,17 0-3-16,1 0-1 0,0 0-5 15,-1 0-6-15,1-17-6 0,16 17 3 0,-16-18-1 16,0 0 2-16,-1 1 3 0,-17-1 2 0,18 0 3 15,-18 0 2-15,0 1-1 0,-18-1 4 16,18 2 1-16,-17-4 5 16,-1 20 1-16,0-17-1 0,18 17 0 0,-16 0-2 15,-2 0-1-15,0 0 2 0,18 17 0 16,-17-17-1-16,-1 20-3 0,18-20-4 0,-18 16-9 16,18-16-7-16,0 0-5 0,0 0-18 15,18 0-8-15,0 0-22 16,-1 0-70-16,-17 0-91 0,36-16 224 15</inkml:trace>
  <inkml:trace contextRef="#ctx0" brushRef="#br0" timeOffset="8343.965">18397 3827 138 0,'0'0'293'0,"0"0"-231"16,0 0-28-16,-18 88 18 0,1-70 7 0,17 18-11 15,-18-19-19-15,18 1-15 0,0 0-8 16,0-1-1-16,18 0-2 0,-18 2-1 15,17-1-1-15,1-18 0 0,-18 16-1 0,18-16-4 16,-1 0 0-16,1 0 0 0,0 0 0 16,-1-16 1-16,1 16 0 15,0-18-2-15,-1-1 1 0,1 2-1 16,0 0-1-16,-1-19-7 0,1 1-9 0,0-1-2 16,-1 1-13-16,1-1-25 0,17 19-35 15,-17-17-62-15,-1 16-42 0,0 18 166 16,1 0-1-16</inkml:trace>
  <inkml:trace contextRef="#ctx0" brushRef="#br0" timeOffset="8613.414">18785 3951 116 0,'0'0'207'0,"0"0"-154"0,0 0-10 15,0 0 1-15,0 0-3 0,0 0-13 16,88 35-6-16,-70-52-8 0,17 17-10 16,-17-18-2-16,-1 0-2 0,1 0-2 0,0 18 1 15,-1-17 0-15,1-1-1 0,-18 2 2 16,0-4 1-16,0 20-1 15,0-17 5-15,0 17 3 0,-18 0-8 0,1 0 0 16,-1 17 0-16,-17 3 5 0,-1-4 7 16,19 19 8-16,-19-17 2 0,1 18-6 15,17-1-8-15,-17-17-8 0,35 16-2 16,-18-34-1-16,18 19-1 0,0-1 1 16,0-18-4-16,18 0-7 0,17 0 0 15,-17 0-7-15,17 0-9 0,1-18-23 16,17-1-26-16,-18 2-16 0,0 0-82 15,1-1 31-15,-1 0 146 0,0 18 0 0</inkml:trace>
  <inkml:trace contextRef="#ctx0" brushRef="#br0" timeOffset="8852.949">19315 3898 102 0,'0'0'11'0,"0"0"48"0,0 0 91 0,0 0-105 16,0 0-23-16,17 71 3 0,-17-36 16 16,0 0 0-16,0-18 4 0,-17 20-30 0,17-21-8 15,-18 2 3-15,18-1-2 0,0 1 2 16,0 0-7-16,-18-18-3 0,18 18 5 15,0-18 2-15,0 0-4 0,0 0 3 0,0 0 10 16,0 0 1-16,0-18-2 16,0 18-9-16,0 0-6 0,0-18 2 15,18 0-2-15,-18 18-4 0,18-35-1 16,-1 19 0-16,18-21-2 0,-18 3-7 0,19-2-2 16,-1 19-8-1,0-19-6-15,1 1-12 0,-1 17-30 16,0 2-68-16,-17-4-63 0,17 3 163 15</inkml:trace>
  <inkml:trace contextRef="#ctx0" brushRef="#br0" timeOffset="9388.414">20884 3527 459 0,'0'0'62'16,"0"0"-62"-16,0 0 0 0,0 0 26 0,0 0 17 16,0 0-7-16,-88 0-15 0,70 37-1 15,-17-20 3-15,-18 35-3 16,0-16-5-16,1 34-1 0,-1-16 5 0,0 17-4 16,0-2-9-16,0 2-3 0,17 0-3 15,1-19 6-15,35 1-3 16,0-18-3-16,0 1-1 0,18 0-3 0,17-19-2 15,0 0-2-15,1 0-3 0,-1-17-5 16,18 0-3-16,0 0 4 16,0 0 3-16,17-17-1 0,-17-17-3 0,0 15-1 15,0-16 3-15,0 17 5 0,0-17 3 16,0-18 0-16,0 19-4 0,17-20-13 0,-17-16-11 16,0-1-4-16,-1 0 9 0,1 0 10 15,0 19 0-15,-17-19 19 0,-1 19 1 0,-17 35 27 16,-1-20 2-16,-17 37 4 0,0-17-1 15,0 17-4-15,0 0-11 16,-17 0-4-16,-1 0-2 0,-17 0-1 0,17 17 3 16,-17 2 1-16,-18-1-3 0,17 16-3 15,-16 1-1-15,-1-16-1 0,0 15-2 0,0 2-5 16,0-2-2-16,0-15-1 0,18 16-5 16,0-18-1-16,-1 0-1 15,19 3-4-15,-1-20-5 0,0 16-5 0,18-16-8 16,0 0-19-16,0 0-22 15,0 0-16-15,18 0-52 0,0-16-32 16,-1-4 163-16,19 3-9 0</inkml:trace>
  <inkml:trace contextRef="#ctx0" brushRef="#br0" timeOffset="9606.128">21078 3546 175 0,'0'0'30'0,"0"0"130"16,0 0-136-16,0 0-16 0,0 0 23 15,0 0 25-15,-88 87 1 0,53-51-18 16,-1 17-7-16,1-19-5 0,17 20-1 15,-17 0 0-15,0-3-5 0,17-15-6 16,-17 17-7-16,17-18-3 0,0 1-3 16,1-2-2-16,-1 1 0 15,18 1-3-15,-18-18-1 0,18-1-7 0,0 1-6 16,0 0-2-16,0-1-2 0,0-17-3 0,0 0-3 16,18 0-8-16,-18 0-8 0,18 0-13 15,-1 0-23-15,1-17-60 16,-18-1-28-16,35 0 150 0</inkml:trace>
  <inkml:trace contextRef="#ctx0" brushRef="#br0" timeOffset="9789.444">20955 3933 27 0,'0'0'329'0,"0"0"-271"16,0 0-29-16,0 0-4 0,0 0 17 15,0 0-1-15,0 0-5 0,88 71-10 16,-53-53-9-16,1 16-7 0,17-15-3 15,0 15 2-15,16-16-5 0,-16 17-4 0,0-17-2 16,18 17-3-16,-18-17-9 16,0 0-11-16,0-1-4 0,0 2-15 0,-18-2-39 15,-17-17-204-15,0 17 144 0</inkml:trace>
  <inkml:trace contextRef="#ctx0" brushRef="#br0" timeOffset="26368.305">6808 11782 133 0,'0'0'14'0,"0"0"168"0,0 0-138 16,0 0-2-16,0 0-5 0,0 0 3 15,0 0 0-15,0 0-7 0,-53-35-9 0,71 35-9 16,-1 0 3-16,1 0-2 15,0 17 1-15,35-17 3 0,-18 0-1 0,18 18-4 0,-18-18-4 16,18 0-1-16,0 18-3 16,0-18-2-16,0 0-2 0,0 0 1 15,-1 0-4-15,1 0 0 0,0 0 0 0,0 0-2 16,-17 0-4-16,-1 0 0 0,0 0-5 16,1 0-2-16,-1-18-1 15,-17 18-6-15,-1 0-4 0,1-18-3 0,-18 18-14 16,18 0-24-16,-18-17-30 0,0 17-61 15,-18 0-18-15,18-18 124 0</inkml:trace>
  <inkml:trace contextRef="#ctx0" brushRef="#br0" timeOffset="26585.235">7478 11818 312 0,'0'0'49'0,"0"0"-11"0,0 0-1 0,-53 70 14 16,53-34 0-16,-17-2-10 0,-1 2-7 0,0 17-7 15,1 0-8-15,-1 0-3 0,0 18 1 0,1-18-7 16,0 17-4-16,-1-17-6 0,1 0-1 0,17-19-4 16,0 3-4-16,0-20 3 15,0 0-3-15,17 2-3 0,1-19-1 16,-1 0-5-16,0 0-4 0,1 0-13 16,17-19-23-16,-17 2-36 0,0 0-89 0,-1-1-27 0,1-17 177 15</inkml:trace>
  <inkml:trace contextRef="#ctx0" brushRef="#br0" timeOffset="27499.21">7743 12153 390 0,'0'0'65'16,"0"0"-31"-16,0 0 10 16,-17 88 4-16,-1-52-4 15,0-1-11-15,18 0-10 0,-17 0-10 0,17-1-5 0,-18 3-2 16,18-19-3-16,-18 17-2 0,18-17-1 0,-17-1-2 15,17-17 1-15,0 17-1 0,0-17 2 16,0 0-2-16,0 0 1 0,17 0 0 16,-17 0-2-16,18-17 3 0,17 0 0 15,-17-1 1-15,17-17-1 0,1 17-4 16,-1-19 1-16,0-14-3 0,18 15-3 0,-18 1-1 16,-18-1-1-16,19 19 3 0,-19-18-5 15,19 16 0-15,-19 3-3 16,-17 16-2-16,18-18-7 0,0 18-10 0,-1 0-8 15,-17 0-16-15,0 0-7 0,18 0 2 16,-18 0 10-16,0 0-13 0,0 0 2 16,0 18 53-16,0-18 12 0,-18 16 52 15,18 3-3-15,-17-1-5 0,17-1-10 16,0 0 6-16,-18 2 6 0,18 16-1 0,0-18-4 16,0 1-17-16,0 0-4 15,18-1 1-15,-18 1-7 0,17-2-1 16,1-16 2-16,17 20 8 0,-17-20-12 0,17 0-11 15,1-20-1-15,-1 4-7 0,0-2-1 16,1 1-6-16,-1-1-9 0,-17 0 3 16,17 1 7-16,-17-18 2 0,17 16-1 15,-17 2 0-15,-1-18 1 0,-17 16 5 16,18-15 7-16,-18 17 11 0,0 17 9 0,-18 0 6 16,1 0 0-16,-1 17 3 0,0 1-5 15,-17 17 4-15,0-17-5 0,-1 16 0 16,19-15-6-16,-19 16-7 0,19-18-6 15,-1 1-3-15,18 0-1 0,0-18 0 16,0 0 0-16,0 0-1 0,0 0-2 16,18 0-2-16,-1 0-3 0,1 0-3 0,17 0-5 15,1-18-5-15,-19 0-3 16,19 18-1-16,-1-17-17 0,0-1-13 16,-17 1-13-16,16-2 23 0,-16 19-9 0,0-17 38 15,-18 17 16-15,17 0 39 0,-17 17 0 16,0-17-2-16,-17 19-4 0,17-2 2 15,-18 1-5-15,0-1-3 16,18 1-6-16,-17 0-5 0,17-1-4 0,0-17 3 16,17 18 4-16,-17-18-14 0,18 16-5 15,0-16-4-15,17 0-6 0,-17-16-4 0,17 16-7 16,0-18-3-16,-17 1-7 0,17-1 3 16,-17 18-11-16,0-18-14 0,-1 1 4 15,1-1-1-15,0 1 7 0,-1-2 27 16,-17 19 16-16,0-17 15 0,18 17 17 15,-18 0 14-15,0 0-1 0,0 0-4 16,-18 0-8 0,18 0-5-16,0 0-10 0,-17 0-5 15,17 0-4-15,0 17-2 0,0-17-7 0,-18 0-1 16,18 0-5-16,0 19-5 0,0-19 4 0,0 0 1 16,18 0 1-16,-18 0-1 0,0 0-1 15,0 0-13-15,17 0-5 0,-17 0 1 0,18 0-8 16,-18 0-20-16,18 0-26 0,-1-19-48 15,-17 19 48-15,18 0 74 0</inkml:trace>
  <inkml:trace contextRef="#ctx0" brushRef="#br0" timeOffset="28070.866">9013 12312 187 0,'0'0'96'0,"0"0"1"16,0 0-63-16,0 0-16 0,0 0-2 15,0 0 13-15,0 0 3 0,53 53-7 0,-17-53-14 16,-19-18-6-16,19 18-5 0,-1-18-1 0,17 18 0 15,-17-17-1-15,1-1-7 0,-1 1-9 16,0-2-1-16,1 2 9 0,-1 0 6 0,-17-20-13 16,-18 21 17-16,17-2 1 0,-17 1 7 15,0 17 7-15,-17 0 2 0,-19 0 5 16,19 17 4-16,-36 1 0 0,0 17-2 0,0 0 5 16,1 1 2-16,16-1-9 0,1 0-8 15,0 0-5-15,-1-17-4 0,36 18 2 0,-17-19 0 16,17-17-2-16,17 18-5 0,-17-2-3 15,36-16-2-15,-19 19 0 0,19-19 0 16,17 18 3-16,-1-18-7 0,1 0-9 16,0 0 0-16,0 0-7 0,-18 0 3 15,18 0-19-15,0 0-31 16,-18 0-62-16,1 0-36 16,-19 0-36-16</inkml:trace>
  <inkml:trace contextRef="#ctx0" brushRef="#br0" timeOffset="30017.181">11500 13106 119 0,'0'0'97'0,"0"0"45"0,0 0-105 16,0 0-12-16,0 0-2 0,0 0 4 15,0 0 1-15,0 0-3 0,0 0-9 0,0 0-4 16,89-71-4-16,-72 54 1 0,1-1-2 16,0 18-2-16,17-19 1 0,-17 3-2 15,17-2 0-15,-18 0-4 0,18 0 3 16,-17 1-2-16,17 17 0 0,-17-17-1 16,-1-1 0-16,1 18 0 0,0-19 2 15,-1 19 0-15,1-16 0 0,0 16 2 16,-1 0 0-16,1 0 2 0,0 0 2 15,-1 0 0-15,1 0-2 0,0 16-2 16,-18 3 0-16,17-1 1 0,1-1 0 0,-18 18 1 16,0 1 1-16,18-1 2 0,-18 0-1 15,0 19-2-15,0-20-1 0,0 1-3 16,17 1-2-16,-17-1-1 16,18-17 1-16,-18-1 0 0,18 0-2 15,-1-17-2-15,1 19-1 0,-18-19-2 0,18 0-6 16,-1 0-2-16,1 0-6 0,0-19-2 0,-1 2-8 0,1 0-24 15,0-1-32-15,-1 0-58 16,-17-16-21-16,18 15 104 0,-18-16 28 16</inkml:trace>
  <inkml:trace contextRef="#ctx0" brushRef="#br0" timeOffset="30267.205">12435 12716 215 0,'0'0'103'0,"0"0"-55"15,0 0-9-15,-88 55 1 16,71-39 0-16,-19 3-2 0,1 15-14 16,0-15-6-16,-1 16-9 0,1 0 0 15,0 17-3-15,-18-15-2 0,17-3-1 16,-17 20-1-16,18-20-2 16,-18 20-3-16,18-19 1 0,-1 0-2 0,19-18-1 15,-19 20 2-15,19-20-2 0,0 0-2 16,17-17 0-16,-18 17 0 0,18-17-5 0,0 0-5 15,0 0-8-15,0 0-7 0,18 0-17 0,-1 0-34 16,0-17-48-16,1 17-33 16,0-17 157-16</inkml:trace>
  <inkml:trace contextRef="#ctx0" brushRef="#br0" timeOffset="31095.369">12753 12471 121 0,'0'0'97'0,"0"0"-24"16,0 0-48-16,0 0-6 0,88-35 13 15,-70 35 20-15,-1-20-12 0,19 20-17 0,-36 0-12 16,17 0-2-16,1 20 0 0,-18-20 0 16,0 17-3-16,0-17 2 15,0 18 2-15,0-2-4 0,0 3-3 0,-18-19-1 16,18 18 0-16,-17-1-1 0,17 0 1 15,-18-17-1-15,18 19 1 0,0-19 0 16,0 17 3-16,0-17 1 0,0 17 1 16,0-17 1-16,0 18 2 0,18-18 1 15,-1 0-2-15,-17 18-8 0,18-18-1 0,0 0-5 16,17 0-5-16,-18 0-1 0,0 0-6 16,19 0-2-16,-1 0-8 15,0 0-14-15,1 0-20 0,-1 0-39 16,18 0-84-16,-35 0 56 0</inkml:trace>
  <inkml:trace contextRef="#ctx0" brushRef="#br0" timeOffset="31515.905">13211 13177 197 0,'0'0'207'0,"0"0"-159"0,0 0-21 16,0 0-6-16,0 0 5 0,0 0 14 16,88 0-9-16,-70 0-8 0,17 0-11 15,1-19-6-15,-1 19-4 0,0 0-2 16,1 0-1-16,-1-18 1 0,0 18-2 16,1 0-6-16,-19-17-3 0,18 17-1 15,0 0-1-15,-17 0-2 0,-1-17 3 16,1 17-5-16,-18 0-7 0,18 0-13 0,-18 0-18 15,0 0-28-15,0-17-57 16,0 17-37-16,-18 0 166 0</inkml:trace>
  <inkml:trace contextRef="#ctx0" brushRef="#br0" timeOffset="32156.225">14076 12877 40 0,'0'0'301'15,"0"0"-215"-15,0 0-52 0,0 0-23 16,0 0 5-16,0 0 13 0,106-18 3 16,-89 18-11-16,19 0-11 0,-1-19-4 15,-1 19 1-15,2-16-1 0,17 16-4 0,0-18-2 16,0 18-3-16,0-19 0 0,-18 19-6 15,0 0-2-15,1-16-3 0,-1 16-5 0,-17 0-5 16,-1 0-10-16,-17-18-14 0,18 18-32 16,-18 0-64-16,0 0-28 0,-18 0 144 15</inkml:trace>
  <inkml:trace contextRef="#ctx0" brushRef="#br0" timeOffset="32559.86">14499 12806 289 0,'0'0'66'0,"0"0"-20"16,0 0-8-16,-71 88 6 0,53-53 7 16,1 17-14-16,-19-15-9 0,19 16-6 15,-1-18-10-15,0-1-5 0,18-16-5 16,-17 18-2-16,17-19-3 16,0-17 0-16,0 18-4 0,17-18 0 15,-17 0-4-15,18 0-4 0,-18 0-8 0,18 0-3 16,17-18-12-16,-17 1-26 0,-1 0-23 0,1-2-15 15,17-16 4-15,-17 18-8 0,0 0 106 16,-1-20 3-16,19 20-3 0,-19-18 0 16,1 0 12-16,0 17-12 15,-1 0 47-15,-17 0 100 0,0 18-86 0,0 0-6 16,0 0-5-16,0 18 2 0,-17 0-5 16,-1 0-8-16,18 17-10 0,-18 0-9 15,1 1-3-15,-1-18-4 0,0 16-2 0,1 1-4 16,17-16-1-16,-18-2-3 0,18 0-1 15,0 1-2-15,0 0 0 0,18-18 0 16,-18 17-3-16,17-17-3 0,1 0-4 0,0 0-5 16,-1 0-2-16,1-17-8 15,17 17-10-15,-17-18-13 0,0 0-31 16,17-16-54-16,-17 15-47 0,-1 1 137 16,1-16-31-16</inkml:trace>
  <inkml:trace contextRef="#ctx0" brushRef="#br0" timeOffset="32870.044">15098 12524 328 0,'0'0'32'0,"0"0"-22"0,0 0 3 0,0 0 15 15,89-18 9-15,-72 18-10 0,1 0-14 16,17 18-10-16,-17-18 0 0,-18 17 4 0,0 0-4 15,0 2 4-15,0-2 4 16,0 0 10-16,-18 1-5 0,1 18-6 0,-1-19 4 16,0 1-5-16,1-2-1 0,-1 3 3 15,18-19 1-15,0 18-2 16,0-18 0-16,0 0-6 0,18 0-4 0,-1 0-3 16,1 0-2-16,17 0-2 15,1 0-6-15,-1 0-6 0,0 0-8 16,18 0-5-16,-17 0-12 0,-1 0-27 15,0-18-94-15,0 18-51 0,-18 0 186 0</inkml:trace>
  <inkml:trace contextRef="#ctx0" brushRef="#br0" timeOffset="33752.401">16527 12806 102 0,'0'0'294'16,"0"0"-257"-16,0 0-19 0,0 0-10 16,0 0 8-16,18 71 24 0,-18-54-6 15,0 18-9-15,0-17-13 0,0 16-5 16,0-15-3-16,0-1 0 0,0-1-4 16,0 0 0-16,18 2-4 15,-18-19-4-15,17 18-4 0,-17-18-3 16,0 0-4-16,0 0-5 0,18 0-4 15,-18 0-15-15,0-18-26 0,0 18-32 0,0-19-62 0,0 2 69 16</inkml:trace>
  <inkml:trace contextRef="#ctx0" brushRef="#br0" timeOffset="33934.3">16775 12400 136 0,'0'0'272'16,"0"0"-238"-16,0 0-25 16,0 0-8-16,0 0-1 0,0 0 7 15,0 0-7-15,0 0-21 0,0 0-25 16,0 0-27-16,35 36-64 0,-17-36-22 0,-18 0 138 16</inkml:trace>
  <inkml:trace contextRef="#ctx0" brushRef="#br0" timeOffset="36023.036">10372 13247 193 0,'0'0'228'0,"0"0"-188"0,0 0-14 16,0 0 0-16,0 0 19 15,0 0-9-15,0 0-6 0,0 0-8 16,105 0-5-16,-70-18-5 0,18 18-4 16,-18 0-8-16,18-18-1 0,-17 18-1 0,17 0-6 15,-36 0-7-15,19-17-1 0,-19 17-3 16,1 0-5-16,0 0-6 0,-18 0-15 15,0 0-19-15,0 0-16 0,-18 17-3 16,0-17-13-16,-17 18-60 0,17-18 152 0,-17 18 4 16</inkml:trace>
  <inkml:trace contextRef="#ctx0" brushRef="#br0" timeOffset="36162.032">10407 13389 11 0,'0'0'305'0,"0"0"-235"0,0 0-19 0,0 0-13 16,0 0-1-16,0 0-2 0,0 0-10 15,70 16-7-15,-35-16-8 0,18-16-10 32,-18 16-7-32,1-20-9 0,-1 3-7 15,-17 17-5-15,-1-17-3 0,1 17-19 0,0-17-37 0,-18 17-67 16</inkml:trace>
  <inkml:trace contextRef="#ctx0" brushRef="#br0" timeOffset="36691.357">8520 13177 86 0,'0'0'222'15,"0"0"-136"-15,0 0-41 16,0 0-12-16,87 0 9 0,-52 0-6 15,1 0-15-15,-1 0-13 0,0-19-8 0,18 19 0 16,-17-18-3-16,-1 1-4 0,0 17-10 16,18-17-7-16,-17 0-5 15,-1-1-10-15,-17-1-26 0,17 19-32 0,-17-17-74 16,-1 0 61-16</inkml:trace>
  <inkml:trace contextRef="#ctx0" brushRef="#br0" timeOffset="37119.363">8978 12771 150 0,'0'0'25'0,"0"0"160"16,0 0-142-16,0 0-3 0,-88 35 0 16,88-35-1-16,-18 18-4 0,0-2-10 15,18 3-12-15,-17-1-4 0,17-1-2 0,0 18-1 16,-18-17-1-16,18 16-1 0,0 3 2 15,-18-3-1-15,18 20 2 0,-17-20 1 16,17 20 4-16,-18-1 1 0,18 0-4 16,-18-1-5-16,18 1-3 0,0 0-1 15,0 0-1-15,0 0-3 0,0 1 0 0,0-3-4 16,0 3-2-16,0-19 6 0,0 19 0 16,0-20 4-16,18-17-4 0,-18 19 1 15,0-18 0-15,0 17 3 0,0-17-2 0,0-1 2 16,0 1-3-16,0 0 3 15,-18-18-4-15,18 18-2 0,-17-18 0 0,17 0 0 16,-18 0-1-16,18 0 2 0,-18 0 1 16,1-18-3-16,-1 0 3 0,18 0 0 0,-18 1-1 15,1-19-2-15,-1 19-2 16,0-19-1-16,1 1-6 0,0 18-6 0,-1-19-2 16,18 19-8-16,-17-1 2 0,17 0-9 15,0 1-9-15,0-1-24 0,0 0-7 16,0 0-58-16,0 18 127 15,17-17 8-15</inkml:trace>
  <inkml:trace contextRef="#ctx0" brushRef="#br0" timeOffset="37663.336">9436 13177 78 0,'0'0'32'16,"0"0"118"-16,0 0-118 0,0 0 0 0,0 0 20 16,0 0-4-16,0 0-9 0,0 0-5 15,0 0-5-15,0 0-5 0,0 0-3 16,0 0 1-16,0 0-5 0,-53 0-4 0,36 34-3 16,-1 2 0-16,18-2-1 0,-18 3-3 15,18 14-1-15,-17-15-5 16,-1-1-1-16,18 1-2 0,-18-1-5 15,18-17-2-15,0 17 0 0,0-35-2 16,0 17-2-16,0-17-3 0,0 19-3 0,0-19-8 16,18 0-18-16,0-19-24 15,-1 19-50-15,1-17-39 0,-18 0 14 0</inkml:trace>
  <inkml:trace contextRef="#ctx0" brushRef="#br0" timeOffset="37903.409">9595 13300 99 0,'0'0'29'0,"0"0"191"16,0 0-162-16,0 0-18 16,0 0-2-16,0 0 2 0,0 0-9 0,0 0-6 15,53 69-12-15,-53-49-7 0,18-4-3 0,0 2-3 16,-1-18-2-16,1 17 0 16,0-17 2-16,-1 0-4 0,-17 18 0 0,18-18 0 15,-18 0-8-15,0 0-3 0,0 18-5 16,0-18-5-16,18 0-2 15,-18 0-10-15,0 0-18 0,0-18-17 0,0 18-19 16,0-18 2-16,17 18-3 16,-17-17 89-16,0-1 1 0</inkml:trace>
  <inkml:trace contextRef="#ctx0" brushRef="#br0" timeOffset="38100.256">9930 13089 15 0,'0'0'247'0,"0"0"-166"0,0 0-41 0,0 0-3 0,0 0 4 15,0 0-2-15,-88 88-8 0,71-54-5 16,-18 2-8-16,17-2-3 16,-17 3-5-16,-1-3-1 0,1 19-5 0,17-18-4 15,-17 1-4-15,0-18-6 16,-1 17-6-16,19 0-2 0,-19-18-8 0,19 2 0 16,17-1-8-16,-18-18-9 0,18 0-19 15,0 0-35-15,18 0-61 0,-18-18 65 16,17-1 83-16</inkml:trace>
  <inkml:trace contextRef="#ctx0" brushRef="#br0" timeOffset="38317.365">10160 13106 156 0,'0'0'140'0,"0"0"-77"0,0 0-31 0,0 0 2 15,0 0 5-15,0 0-7 0,53 88-11 16,-36-71-10-16,-17 19-6 0,0-2-2 0,0-15-1 15,0 16-2-15,0 19-1 16,0-20 0-16,0 1 1 0,0 1 12 0,0-1-12 16,0 0-27-16,-17-18 7 0,-1 20-4 15,0-21-3-15,1 19-2 16,-19-17-7-16,19 0-22 0,-19 0-35 0,1-1-43 16,17 1 85-16,1-18 5 0</inkml:trace>
  <inkml:trace contextRef="#ctx0" brushRef="#br0" timeOffset="39492.242">16968 12436 175 0,'0'0'78'15,"0"0"13"-15,0 0-47 0,0 0-16 16,0 0 7-16,-88 51 2 0,70-51-16 15,0 19-12-15,-16-1-5 0,16 16 1 16,-17-15 0-16,0 15 2 0,-1 2-1 16,1-1-1-16,0-1 3 0,-1 21 1 0,1-20 0 15,0-1 4-15,17 3-3 0,0-3-1 16,1-16-1-16,17 18-1 0,0-20-1 0,0 21-1 16,0-20-2-16,0 0-1 0,0 2-2 15,0-1 2-15,17-1-1 0,-17 0 0 16,18 0-1-16,0 1-4 0,-1 1 4 15,19-2 0-15,-19-17-3 0,19 17-1 16,-1-17 1-16,-17 18-3 0,17-18 3 0,0 0-2 16,-17 0 0-16,17 0-1 15,-17 0-4-15,16 0-2 0,-16-18-6 16,0 18 4-16,-1-17 0 16,1 17-2-16,-18-17-8 0,18 17-18 0,-18-19-22 0,0 19-8 15,0-18-20-15,0 1-59 16,0 0 130-16,-18 0-13 0</inkml:trace>
  <inkml:trace contextRef="#ctx0" brushRef="#br0" timeOffset="39653.178">16563 12981 39 0,'0'0'8'0,"0"0"285"0,0 0-239 0,0 0-14 0,0 0 4 16,0 0-2-16,0 0-10 0,0 0-9 15,0 0 1-15,123 0-3 0,-87 0-8 16,17 0-6-16,0 0-7 15,16 0-2-15,-16 0-6 0,0-16-12 16,-17 16-10-16,17-18-5 0,0 18-8 16,-18-18-28-16,18 18-67 0,-35-18-57 15,17 18 177-15</inkml:trace>
  <inkml:trace contextRef="#ctx0" brushRef="#br0" timeOffset="40469.098">18574 12524 168 0,'0'0'31'15,"0"0"115"-15,0 0-96 16,0 0-9-16,0 0-8 0,0 0 2 15,0 0-2-15,0 0-4 0,0 0-7 0,0 0-7 16,0 0-4-16,0 0 1 0,0 17 1 16,-18 19 6-16,0-2-3 0,1 20-3 15,-1-19-2-15,-17 18 1 0,-1 0 7 0,1 18-7 16,0-19-6-16,-1 0 0 0,1-15-3 16,17 16 0-16,1-18-2 0,17 17-1 15,0-16 0-15,0-19 0 0,17 19 0 0,1-19-1 16,17-17-1-16,1 17 0 0,17-17 2 15,-18-17-5-15,18 17-1 0,0-17-1 16,0-1 2-16,-18 0 0 0,18-16-2 16,-18 15-2-16,0 1 1 0,0-16 0 15,1-1 0-15,-1-18 0 0,0 16-2 16,1-15 0-16,-1 0 0 16,-17-19 3-16,17 18 2 0,-17 16-1 15,-1-14 6-15,-17 15 2 0,18 1 3 16,-18 18 1-16,0-2-1 0,0 2 0 0,-18 0 0 0,1 17 2 15,-1 0 2-15,0 0-3 0,-17 17-3 16,17-17 2-16,-17 17-1 0,0 19-1 16,-1-19-1-16,-17 1 2 0,18 18-4 15,-17-19-7-15,-1 17-4 0,18-15-3 16,-18-1-7-16,17 0-3 0,1-2-20 16,0-16-36-16,-1 19-46 0,19-19-21 15,-1 0 1-15,0 0 141 0,18 0-23 16</inkml:trace>
  <inkml:trace contextRef="#ctx0" brushRef="#br0" timeOffset="40684.085">18627 12665 48 0,'0'0'84'0,"0"0"90"16,0 0-130-16,0 0-7 0,0 70 0 16,-18-34 16-16,0 17-13 15,1-18-13-15,-19 17-9 0,19-16-8 16,-19 17-4-16,1-18-4 0,17 1-2 15,-17-1-4-15,17-1-8 0,1-16-7 16,-1 1-7-16,0-2 2 0,18 0 0 0,-17-17-5 16,17 18-15-16,0-18-12 0,0 0-20 0,17-18-4 0,1 18 5 15,0-17 6-15,-1 0 69 0,19-2 0 16,-19 1-13-16,19 1-16 0</inkml:trace>
  <inkml:trace contextRef="#ctx0" brushRef="#br0" timeOffset="40825.414">18627 13018 28 0,'0'0'39'0,"0"0"-23"15,0 0 192-15,88-18-132 0,-71 18-18 16,0 0-15-16,1 18-1 0,0-1-9 0,-1 0-10 15,-17 2-6-15,18-1-4 16,-18-1-4-16,18 0-6 0,-1 0-3 16,1 1-6-16,0 1-1 0,-1-19-5 0,1 17-5 15,0-17-3-15,-1 0-7 0,-17 0-11 16,18 0-19-16,0 0-22 0,-18 0-51 16,17 0-22-16,-17 0 118 0</inkml:trace>
  <inkml:trace contextRef="#ctx0" brushRef="#br0" timeOffset="41137.013">19596 12506 76 0,'0'0'35'0,"0"0"-14"0,0 0 108 16,0 0-54-16,0 0-4 0,0 0-10 16,-70 88-9-16,34-53-9 0,19 18-3 0,-36 0-2 15,17-1-5-15,19 20-10 16,-18-20-11-16,0 2-7 0,17-1-5 16,1 0 0-16,17-18-4 0,0-1 0 0,0 3-3 15,0-20 0-15,17 0-3 16,19 1-2-16,-19-18-2 0,18 0-4 15,0-18-5-15,18 1-12 0,-18 0-27 0,1-2-31 16,-1-16-56-16,0 18-48 16,-17-18 176-16</inkml:trace>
  <inkml:trace contextRef="#ctx0" brushRef="#br0" timeOffset="41319.555">19649 12735 363 0,'0'0'60'0,"0"0"-23"16,0 0-7-16,0 0 11 0,0 0-6 15,71 18-6-15,-18-18-9 0,-18 18-7 0,1-18-9 16,17 0-1-16,0 0-2 16,-1 0-1-16,1 0-5 0,0-18-5 0,-18 18-10 15,0-18-13-15,1-1-12 0,-1 19-26 16,-17-16-63-16,-1-2-28 16,1 18 60-16</inkml:trace>
  <inkml:trace contextRef="#ctx0" brushRef="#br0" timeOffset="41676.234">20072 12753 44 0,'0'0'265'0,"0"0"-173"16,-53 71-31-16,19-36-17 0,-1 0 7 0,17 0-2 15,-17 1-8-15,-1-1-11 0,19 0-13 16,-19 1-7-16,19-18-8 0,17-1-2 16,-18 0-9-16,18 0-7 0,0-17-3 15,0 0-2-15,0 0-1 0,18 0-1 0,-1 0-13 16,1 0-22-16,0-17-16 0,-1 0-14 15,19 0-48-15,-19-1 1 0,19-1 107 16,-19 2 28-16,1 0 2 0,16-20 1 0,-16 21 1 16,0-2 18-16,-1 0-6 15,-17 18 40-15,0 0 90 0,0 0-86 0,0 0-6 16,0 18-3-16,-17 0-4 0,-1 17-14 16,0-17-10-16,1 16 1 0,0 3 3 15,17-20-9-15,-18 0-7 0,18 0-9 0,0 1-2 16,0 1-4-16,0-19 0 15,18 0-3-15,-18 0-3 0,17 0-8 16,0 0-5-16,1 0-5 0,0-19-11 0,17 1-19 16,-17 1-28-16,-1 17-53 15,19-17-20-15,-19 0 159 0,1-20-19 16</inkml:trace>
  <inkml:trace contextRef="#ctx0" brushRef="#br0" timeOffset="41986.8">20479 12453 209 0,'0'0'170'0,"0"0"-125"16,0 0-24-16,0 0-9 0,0 0 11 16,88 0 14-16,-70 0-13 0,-1 0-14 15,-17 18-4-15,18-2 2 0,-18-16-3 16,0 19-5-16,0 16-5 0,-18-18 1 0,-17 2 4 15,17 15 0-15,-17-16 3 16,0 0 0-16,17 17 1 0,-17-17 2 0,35-18 2 16,-18 16 3-16,18-16 7 0,0 19-5 15,18-19-3-15,-18 0-1 16,35 0-3-16,-17 0-6 0,17 0-3 0,0 0-6 16,-17 0-5-16,17-19-9 0,0 19-11 15,0-16-11-15,-17 16-40 0,17-18-94 16,-17 1-61-16,-1-1 229 15</inkml:trace>
  <inkml:trace contextRef="#ctx0" brushRef="#br0" timeOffset="42217.452">21114 12577 157 0,'0'0'21'0,"0"0"130"0,0 0-109 16,17 70 10-16,1-35 4 0,-18-17-3 15,18 17-9-15,-18 17-28 0,17-15-8 16,-17 16 4-16,18-1-5 0,0 0 2 16,-18 2-4-16,0 0-5 0,0-20 0 15,0 20 0-15,0-20-4 0,-18 2-4 16,0-2-9-16,1-15-3 0,-19-1 1 16,1-1-1-16,-18 0-6 0,18-17-8 15,-18 17-18-15,17-17-28 0,-17 20-68 16,18-20-14-16,-18 0 156 0</inkml:trace>
  <inkml:trace contextRef="#ctx0" brushRef="#br0" timeOffset="42982.8">21872 12487 135 0,'0'0'241'0,"0"0"-191"0,0 0-5 0,0 0-7 16,0 0 4-16,105 0 3 15,-69 0-18-15,-1 0-15 0,0-16-11 0,1 16-1 16,17-18-12-16,-18 1-8 16,0 17-6-16,1-20-3 0,-1 4-7 0,-17 16-26 15,17-18-31-15,-35 18-49 0,18-17-13 16,-18 17 139-16,-18 0-2 0</inkml:trace>
  <inkml:trace contextRef="#ctx0" brushRef="#br0" timeOffset="43204.668">22172 12400 24 0,'0'0'41'0,"0"0"129"0,0 0-123 16,0 0 4-16,-71 87 1 0,53-50-3 0,1-20-8 16,-1 19-5-16,0-2-3 15,1 2-6-15,-19 17-6 0,19-18-4 0,-1 1-6 16,18-1-3-16,-18 18-3 15,18-18-2-15,0 0-1 0,0 1-2 16,0-1 0-16,18 0-4 0,0-18-1 0,17 2-1 16,-17 16-5-16,17-35 1 0,0 17-1 15,1-17-3-15,-1 17 0 0,0-17-1 16,1 0-3-16,-1-17-13 0,0 17-28 16,1-17-63-16,-1 0-38 0,-17 17 24 15,17-18 128-15</inkml:trace>
  <inkml:trace contextRef="#ctx0" brushRef="#br0" timeOffset="43517.872">22630 12771 159 0,'0'0'95'0,"0"0"71"16,0 0-127-16,0 0-11 15,0 0 14-15,0 0 1 0,0 0-12 16,106-18-13-16,-71 0-18 15,1-1-2-15,17 3-14 0,-18 16 1 0,0-18-1 0,1 1-1 16,-19 17 0-16,19 0 2 0,-36 0 5 16,17 0 10-16,1 0 3 0,-18 17 11 15,0 1 4-15,0-2 2 0,0 3-2 16,-18 17-1-16,18-20-2 0,-17 21-4 0,-1-2 0 16,18 0 1-16,-18 0 1 0,18-17-7 15,0 16-6-15,0-15-1 0,0-1-5 16,0-1-1-16,0-17-5 0,0 17 1 15,18-17-6-15,0 0-7 0,-1 0-13 0,1-17-26 16,0 0-80 0,-1 17-97-16,19-37 230 0</inkml:trace>
  <inkml:trace contextRef="#ctx0" brushRef="#br0" timeOffset="43701.048">23247 12682 205 0,'0'0'264'0,"0"0"-211"0,-105 71-25 0,52-53 12 15,0 17 10-15,18-1-5 16,-18 20-21-16,0-37-9 0,18 19-10 16,-1-2-5-16,1-15-8 0,17-1-9 0,-17-1-7 15,35-17 2-15,-18 17 2 0,18-17-7 16,0 0-15-16,18 0-39 0,0-17-66 16,-1 17-50-16,1-17 112 0,17-1 26 15</inkml:trace>
  <inkml:trace contextRef="#ctx0" brushRef="#br0" timeOffset="44100.305">23724 12436 67 0,'0'0'7'0,"0"0"-7"0,0 0 202 16,88-54-135-16,-71 54-31 0,19-17-27 0,-1-1-6 15,0 18 6-15,-17 0 3 0,17-18-4 0,-17 18-1 16,0 0 2-16,-1 0 6 15,1 0 5-15,-18 18-2 0,0 0 2 16,0-18 2-16,0 35 3 0,0-19 1 0,0 4-3 16,0 15 1-16,-18 0-4 15,1 0-5-15,17 1-3 0,-18-2-2 16,18 2-1-16,-18-1-2 0,1-1-1 0,17 3 1 16,-18 16 0-16,0-19-3 0,18 3-1 15,-17 15-1-15,17-16 1 16,-18-1-3-16,18 17 2 0,-18-15 1 0,18-3-3 15,-17 20 0-15,17-20 4 0,-18 2-4 16,18-2-2-16,-18 3-6 0,1-3-3 16,0 3 5-16,-1-21 5 0,1 19-11 15,-1-17-6-15,0 0 5 0,1 0 4 16,-19-18-4-16,19 17-3 0,-19-17-5 16,1 18-13-16,0-18-19 0,-18 0-16 15,17 0-26-15,-17 0-93 0,18 0 97 0,-36 0 8 16</inkml:trace>
  <inkml:trace contextRef="#ctx0" brushRef="#br0" timeOffset="45071.647">8219 14976 215 0,'0'0'224'16,"0"0"-178"-16,0 0-18 0,0 0 0 0,0 0 12 15,71 69-11-15,-36-69-17 16,-17 18-10-16,17-18-2 0,18 0-6 0,-17 0 3 16,-1-18-4-16,0 1-8 0,0 0-8 0,0 0-2 15,0-1-17-15,-17-18-31 16,0 19-57-16,-1-1-53 0</inkml:trace>
  <inkml:trace contextRef="#ctx0" brushRef="#br0" timeOffset="45452.183">8642 14411 13 0,'0'0'99'0,"0"0"114"0,0 0-149 0,-35 71-16 16,17-37-3-16,1 2-5 0,0-1-4 16,-1 18-7-16,1-17-8 0,17-1-4 15,-18 18-4-15,18-18-1 16,-18 18-5-16,18 0-1 0,0-1-2 15,-17 2-2-15,17-2-2 0,-18 1-2 0,18 0-1 16,-18 1 3-16,18-3 0 0,-17 3-2 16,17-1-3-16,-18 0 2 0,18-1 1 0,0 1 0 15,0-18-1-15,0 1-1 0,0-1 2 0,0 1-2 16,0-19-2-16,0 2 0 0,0-2 3 16,18 0-2-16,-18 0 2 15,0 1 3-15,0-18-2 0,-18 0 0 0,18 18-1 16,-18-18 3-16,18 0 0 15,-17 0 0-15,-1 0-2 0,-17-18-1 16,17 18-2-16,0-18 1 0,-17 1-2 16,17-17-3-16,1 15-3 15,-19-16-6-15,19 0-5 0,-1-1-17 16,18 1-19-16,-18 1-17 0,18 16-50 16,0-18-16-16,0 19 67 0,18-1 68 0</inkml:trace>
  <inkml:trace contextRef="#ctx0" brushRef="#br0" timeOffset="45700.772">8978 14957 44 0,'0'0'79'0,"0"0"142"16,0 0-138-16,0 0-10 0,0 0-15 0,0 0-21 15,0 0-14-15,0 0-7 0,-35 71-2 16,17-36-3-16,18 1-6 0,-18-1 1 15,18 0-1-15,-17 1-1 0,17-1-3 0,-18 19 1 16,18-38-2-16,0 19-4 16,-18 1-2-16,18-18-5 0,0-1-5 15,0 1 3-15,18-18 1 0,-18 0 0 0,18 0-11 16,-18 0-3-16,17 0-7 0,1-18-27 16,-18 1-38-16,0 17-80 0,18-18 33 0,-18 0 100 15</inkml:trace>
  <inkml:trace contextRef="#ctx0" brushRef="#br0" timeOffset="45928.318">9031 15082 110 0,'0'0'14'0,"0"0"225"15,0 0-153-15,0 0-24 0,0 0-6 0,0 0-1 16,0 0-8-16,0 0-14 16,88 0-12-16,-52 0-4 0,-19 0-1 0,19 0-16 15,-2-19 0-15,1 19-4 0,1-18-8 16,-1 18-16-16,0-17 4 0,-17 0 1 15,0 17-13-15,-1-17-4 0,1 17-39 16,-18 0-77-16,0-18 23 16,-18 18-38-16,18 0 164 15,-17 0-17-15</inkml:trace>
  <inkml:trace contextRef="#ctx0" brushRef="#br0" timeOffset="46067.467">9277 15028 47 0,'0'0'34'0,"0"0"-11"16,0 0 195-16,-53 88-146 0,19-52-22 0,16-2-1 15,-17 20-5-15,17-20-14 0,1 2-12 0,-1-18-8 0,18 17-10 16,-18-17 0-16,18-18-11 0,0 18-9 0,0-18-7 16,18 0-3-16,0 0-14 0,-1-18-16 15,1 0-29-15,0 0-66 0,17-17 20 16,-17 19 116-16,-2-4 14 0</inkml:trace>
  <inkml:trace contextRef="#ctx0" brushRef="#br0" timeOffset="46220.853">9313 15134 53 0,'0'0'29'0,"0"0"202"0,0 0-100 0,0 0-68 15,0 0-16-15,0 0-11 0,-36 106-10 16,19-89-10-16,17 20-6 0,-18-3-1 0,18-17-4 16,-18 1-5-16,18 0-2 15,0 0-6-15,0-1-7 0,18-17-1 16,0 0-5-16,-1 0 2 0,1-17 2 0,0-1-10 16,17 0-26-16,-17-17-33 0,-1 17-60 15,19 2-22-15,-19-4 167 0,19-14-21 16</inkml:trace>
  <inkml:trace contextRef="#ctx0" brushRef="#br0" timeOffset="46441.078">9930 14834 60 0,'0'0'169'0,"0"0"-44"16,0 0-85-16,0 0-1 0,0 71 11 0,0-53-8 16,0 16-11-16,0 3-8 15,0-20-9-15,0 17-5 0,-18 3-3 0,1-3 0 16,17 2-4-16,-18-2-2 15,0 3 0-15,1-20-4 0,0 17-7 16,-18 2-2-16,17-1-1 0,-17-17-8 16,-1 18-5-1,19-19-11-15,-19 1-3 0,1 0-55 0,17-1 45 16,-17 0-80-16,17 2-10 0,1-19 140 0,-19 18-25 16</inkml:trace>
  <inkml:trace contextRef="#ctx0" brushRef="#br0" timeOffset="46900.99">10724 15169 241 0,'0'0'223'0,"0"0"-181"0,0 0-19 0,106 36 12 16,-71-36 4-16,1 0-20 15,17 0-16-15,-18 0-3 0,0 0-9 0,18-19-6 16,-18 19-10-16,-18-17-10 16,19 17-10-16,-19 0-44 0,-17-17-129 0,0 17 71 0</inkml:trace>
  <inkml:trace contextRef="#ctx0" brushRef="#br0" timeOffset="47051.39">10812 15381 39 0,'0'0'303'0,"0"0"-246"16,0 0-32-16,0 0 0 0,0 0 11 16,89 18-5-16,-54-18-12 0,18-18-19 0,-18 0-1 15,18 18-23-15,-1-18-16 0,1-17-28 16,-17 35-114-16</inkml:trace>
  <inkml:trace contextRef="#ctx0" brushRef="#br0" timeOffset="47351.894">11642 15134 318 0,'0'0'169'0,"0"0"-143"0,-89 106-3 0,54-72 24 16,0 20 1-16,17-19-12 0,0 1-20 16,1-19-11-16,17 1-5 15,0 0-3-15,17-1-1 0,19-17-2 0,-1 0-2 16,0 0-2-16,1-17 0 0,17-1-4 0,0 0 0 15,-18 1 3-15,17-1 1 0,-17 0 2 16,1 0 4-16,-1-17 4 0,0 19 1 16,-17-21 4-16,0 20 0 0,-1-18 2 15,1-1-7-15,0 19 0 0,-18-19-1 16,0 19-2-16,-18 0 0 0,0 17-1 16,-17-19-2-16,0 19-4 0,-18 19-1 0,17-2-17 15,-17 0-29-15,1 1-40 0,-1 0-69 16,18-1-42-16</inkml:trace>
  <inkml:trace contextRef="#ctx0" brushRef="#br0" timeOffset="51985.312">13458 15328 87 0,'0'0'13'15,"0"0"147"-15,0 0-131 16,0 0 4-16,0 0-6 0,0 0 5 15,0 0 7-15,0 0-3 0,0 0 4 16,0 0-7-16,0 0-2 0,89 17-4 0,-54-17 2 16,0 18-5-16,0-18-5 0,0 18-4 0,0-18-2 15,-17 0-4-15,17 18-5 16,1-18-4-16,-1 0-1 0,0-18-6 16,-17 0-12-16,17 0-1 0,1 1-2 0,-1-17-4 15,-17 14-11-15,-1-14-22 0,19-1-75 16,-36 16-49-16,17 2 6 0</inkml:trace>
  <inkml:trace contextRef="#ctx0" brushRef="#br0" timeOffset="52352.07">13952 14834 317 0,'0'0'40'0,"0"0"-21"0,0 0-1 16,0 0 9-16,-53 89 14 0,35-55-14 15,18 3-11-15,-17-3-2 16,17 1 1-16,-18 18-1 0,18 0-4 0,0-17 0 0,0 16 2 16,0 1-2-16,-18 0 2 15,18 18-3-15,0-19-4 0,0 1-2 0,0 0-3 16,0 0-2-16,0 0 2 16,0 0-3-16,0-18 0 0,0 18-3 15,0-17 0-15,0-19 3 0,18 19-1 0,0-18 1 16,-18-18 1-16,17 17 2 0,1-17 4 15,-18 0-4-15,18 0 0 0,-18 0-2 0,0 0-4 16,0 0-3-16,0-17 6 0,0 17-2 16,0-18 0-16,-18 0-3 15,0 0-4-15,18-17-3 0,-17 17-1 0,17 1 6 16,-18-19-2-16,0 18 0 0,18-16-7 16,0 17-1-16,-17-19 2 15,17 18-8-15,0 0-8 0,0 1-19 0,0-1-19 16,17-18-57-16</inkml:trace>
  <inkml:trace contextRef="#ctx0" brushRef="#br0" timeOffset="52634.571">14534 15045 111 0,'0'0'259'0,"0"0"-209"16,0 0-23-16,0 0 4 0,0 0 14 15,0 0-9-15,-18 71-7 0,1-35-3 0,17-2-5 16,0 3-7-16,0-3-4 16,0 3-3-16,0 14-2 0,0-15 1 0,0 17-3 15,0-18-2-15,0 1-1 0,0-2-4 16,0 1-1-16,0-17-2 16,17 0-2-16,1 0-1 0,-18-1 2 0,18-17 0 15,-1 0-6-15,19 0-6 0,-19 0 0 16,1 0-2-16,17-17-12 0,1-1-15 15,-1 0-20-15,0 0 18 0,-17 1-34 16,17-1-152-16</inkml:trace>
  <inkml:trace contextRef="#ctx0" brushRef="#br0" timeOffset="52951.4">14711 15294 295 0,'0'0'84'0,"0"0"-31"15,0 0-13-15,0 0 2 16,0 0 0-16,0 0-8 0,0 0-9 0,0 0-8 0,0 0-6 15,0 0 0-15,70 51 1 16,-34-51 2-16,-19 0-4 0,19 0-3 16,-1 0-7-16,-18 0-1 0,18-17-2 15,-17 17-7-15,17 0-5 0,-17-18-2 16,-1 18-5-16,1-16-11 0,0 16-16 0,-18-20-33 16,17 20-66-16,-17 0-67 0</inkml:trace>
  <inkml:trace contextRef="#ctx0" brushRef="#br0" timeOffset="53427.066">15257 15082 109 0,'0'0'29'0,"0"0"-11"16,0 0 36-16,0 0 79 0,0 0-93 16,0 0-1-16,0 0-4 0,0 0 5 15,0 0 4-15,36 70-11 0,-19-53-3 16,19-17-8-16,-19 0-8 0,19 17-1 15,-1-17-2-15,0 0 0 16,1-17-5-16,16 17-2 0,-17 0-4 0,0-17-8 16,-17-1-5-16,17 18-6 0,1-18-2 15,-19 1-7-15,1 17-8 0,0-17-24 16,-18-2-61-16,0 19-47 0</inkml:trace>
  <inkml:trace contextRef="#ctx0" brushRef="#br0" timeOffset="53641.392">15645 15134 276 0,'0'0'84'16,"0"0"-37"-16,0 0-23 0,-53 89 1 15,18-55 13-15,18 3-2 0,-1-3-13 16,1 1-9-16,-1 1-7 0,18-1-4 16,-18-17-3-16,18-1-6 0,0-17-1 0,0 0-4 15,0 0-8-15,0 0-6 0,18 0-3 16,-18-17-2-16,18-1-16 0,-1 0-30 15,1-17-48-15,-1 17 35 0,0 0-27 16</inkml:trace>
  <inkml:trace contextRef="#ctx0" brushRef="#br0" timeOffset="53786.071">15663 15240 24 0,'0'0'99'15,"0"0"-10"-15,0 0-22 0,0 0-8 0,0 0-6 16,0 0-5-16,0 0-3 0,0 0-8 16,0 0-5-16,35 0-8 0,-17 34-8 0,-18 2-7 0,0-18 1 15,0 17 0-15,17 1 1 16,-17-1-5-16,18-17-6 0,0-1-2 15,-1 0-2-15,1-17-5 0,17 0-2 0,-17 0-2 16,17 0-8-16,-17-17-12 16,17 0-15-16,-17-1-46 0,17-17-94 15</inkml:trace>
  <inkml:trace contextRef="#ctx0" brushRef="#br0" timeOffset="54017.724">16298 14994 332 0,'0'0'78'16,"0"0"-43"-16,0 0-15 0,35 69 13 15,-35-50 13-15,18 15-10 0,-18 2-10 16,17-19-10-16,-17 19-6 0,0-1-3 0,0-18-3 16,0 20-4-16,0-21-3 15,-17 19-3-15,17-17-7 0,-18 18-1 16,0-19-1-16,-17 1-3 0,17 17-5 0,-17-18 0 15,17 20-8-15,-16-21-8 0,-1 2-7 16,17-1-15-16,0 1-28 0,-17 0-76 16</inkml:trace>
  <inkml:trace contextRef="#ctx0" brushRef="#br0" timeOffset="55554.854">16633 15205 258 0,'0'0'41'0,"0"0"82"0,0 0-85 16,0 0-10-16,0 0-6 15,0 0 1-15,89 35 6 0,-72-35-8 0,19 0-6 16,-19 0-4-16,19 0-6 15,-20 0-3-15,2-17-2 0,17 17-5 16,-17 0-9-16,0-18-6 0,-1 18-7 0,1-19-4 16,0 19-10-16,-18 0-18 0,0 0-24 15,0-17-47-15,0 17-4 0</inkml:trace>
  <inkml:trace contextRef="#ctx0" brushRef="#br0" timeOffset="55685.03">16828 15328 275 0,'0'0'65'15,"0"0"-17"-15,0 0-17 16,0 0-3-16,0 0-6 0,0 0-8 0,0 0-7 0,87 17-7 16,-69-17-15-16,-1-17-13 0,19-1-11 15,-19 18-19-15,1-16-32 16,17-4-118-16</inkml:trace>
  <inkml:trace contextRef="#ctx0" brushRef="#br0" timeOffset="55985.938">17462 15205 367 0,'0'0'71'15,"0"0"-37"-15,0 0-13 0,0 0 7 0,0 0 5 16,-17 69-11-16,34-49-10 0,0-20-5 16,1 16 0-16,0-16 1 0,17 0-7 15,0 0-1-15,-17-16-2 16,17 16-4-16,1-20-8 0,-1 20-1 0,0-17-1 0,-17 0 6 15,17 0 2-15,-17-1 3 16,17-1 3-16,-17 2 2 0,0 0 2 16,-18 17 2-16,17-18 3 0,-17 0 2 15,0 1 0-15,0 17 1 0,0-17-3 16,-17 17-1-16,-1-19-3 0,18 19-3 0,-18 0-5 16,1 19 1-16,-19-19-5 0,19 17-6 15,-19 18-5-15,19-17-2 0,-19 16-1 16,1 3-11-16,0-3-30 0,17 3-66 0,-35-3-111 15</inkml:trace>
  <inkml:trace contextRef="#ctx0" brushRef="#br0" timeOffset="57538.797">19649 15363 173 0,'0'0'65'0,"0"0"-33"15,0 0-12-15,0 0 58 0,0 0-30 16,0 0-9-16,0 0-9 0,0 0-8 16,0 0 0-16,0 0-1 0,0 0 2 0,18 0 0 15,17 18-4-15,1-18-5 16,-1 0-8-16,0 18-4 0,1-18-2 0,-1 0-5 15,0-18-9-15,18 18-12 0,-18-18-5 16,0 18-14-16,-17-18-33 0,17 1-69 16,-17 17-94-16</inkml:trace>
  <inkml:trace contextRef="#ctx0" brushRef="#br0" timeOffset="57687.068">19685 15523 301 0,'0'0'79'16,"0"0"-50"-16,0 0-28 16,0 0 12-16,0 0 9 0,0 0-2 15,88 51-18-15,-53-51-2 0,1 0-16 16,17-17-13-16,-18-1-19 0,0 18-45 16,17-16-107-16</inkml:trace>
  <inkml:trace contextRef="#ctx0" brushRef="#br0" timeOffset="57953.2">20019 15205 362 0,'0'0'63'16,"0"0"-38"-16,0 0-24 0,0 0 3 16,0 0 12-16,0 0 6 0,0 0 5 15,89 35-10-15,-72-35-8 0,19 17-9 0,-19 0-3 16,1 3 2-16,0-4 2 0,-1 19-1 15,-17-17 2-15,0 18-2 0,0-1 0 16,-17-17-2-16,-1 16 2 0,0 3 0 16,1-3 0-16,-1 1-1 15,-17 1-2-15,17-1 1 0,-17 0-1 0,-1-16-2 16,19 15-5-16,0-17-8 0,-1 1-3 16,1 0-11-16,17 0-15 0,-18-18-34 0,18 0-108 15</inkml:trace>
  <inkml:trace contextRef="#ctx0" brushRef="#br0" timeOffset="58588.946">21342 15116 290 0,'0'0'46'0,"0"0"-7"16,0 0-12-16,0 0-1 0,-35 70 9 15,17-33-7-15,18 14-10 0,0 3-4 16,-17-1-5-16,17 18 1 0,0-18-3 0,-17 16-3 16,17-15-1-16,0-1-3 15,0 0-4-15,17-19-3 0,0-16 0 0,1 18-2 16,17-36 1-16,-17 17 3 0,17-17 5 15,1 0-4-15,17-17 1 0,-18-1-3 16,0 0 2-16,18 0 1 0,-17 1-5 16,-1-17 6-16,-17 15 0 15,17-16-3-15,-17 0 3 0,17-1 0 0,-17 1 1 16,-1 1 0-16,1-20 1 0,0 19-1 16,-1-18 1-16,-17 0 0 0,18-1 2 0,-18 3 4 15,17-3-2-15,-17 1 1 16,17 19 3-16,-17-3-1 15,18 3 0-15,-18-1-2 0,0 16 2 0,0 19 3 16,-18 0 1-16,1 0-3 0,17 0 2 0,-35 0-3 16,18 19-1-16,-1-1-1 0,-17 16-2 0,17-17 0 15,-17 20-3-15,-1-3 0 16,1 2 0-16,0-2-4 0,-1-15-10 0,1 16-9 16,0-1-7-16,17-14-3 0,0-4-12 15,-17 2-22-15,35-1-33 0,-18-17-63 16</inkml:trace>
  <inkml:trace contextRef="#ctx0" brushRef="#br0" timeOffset="58852.2">21501 15310 171 0,'0'0'72'0,"0"0"-35"0,0 0-16 0,0 0 3 15,0 0 13-15,18 71 0 0,-18-53-9 16,0 17-8-16,0-17 0 0,0 16-4 16,0 3-7-16,0-21-7 0,-18 19-2 0,1 1-6 15,17-18-2-15,-18 17-8 0,0-17 1 0,1 18-2 16,-1-19-2 0,0 0 0-16,1 0 2 0,17 1-5 0,-18 0 2 15,18-18 3-15,0 0-9 0,0 0-21 0,0 0-33 16,18 0-68-16</inkml:trace>
  <inkml:trace contextRef="#ctx0" brushRef="#br0" timeOffset="59018.812">21625 15628 295 0,'0'0'74'16,"0"0"-21"-16,0 0-18 0,0 0 1 16,0 0-4-16,0 0-13 0,71 35-6 15,-36-17-6-15,-17-18-2 0,-1 17-5 16,1-17 0-16,17 19-2 0,-17-19-4 15,0 17-1-15,17-17-6 0,-18 0-10 16,0 17-4-16,1-17-7 0,0 0-12 0,-18 0-31 16,17 0-86-16</inkml:trace>
  <inkml:trace contextRef="#ctx0" brushRef="#br0" timeOffset="59463.518">22083 15186 297 0,'0'0'46'15,"0"0"-15"-15,0 0-10 0,0 0 18 16,0 88 8-16,0-52-14 0,0 17-11 16,0 0-8-16,0-17-3 0,0 17-4 15,0-19-5-15,0 1 0 0,0 1-2 16,0-18-4-16,0 17-6 0,18-17 0 16,-18-18-1-16,18 17-2 0,-1-17-5 0,1 0-3 15,0 0-10-15,-1-17-40 0,1-1-92 16</inkml:trace>
  <inkml:trace contextRef="#ctx0" brushRef="#br0" timeOffset="59633.698">22401 15363 318 0,'0'0'94'16,"0"0"-45"-16,0 0-27 0,0 0-2 0,0 0 8 0,0 0 0 15,0 0-9-15,106 36-14 0,-71-36-5 0,0 0-7 16,18-18-3-16,-18 18-6 0,1-18-11 15,-1 18-13-15,0-18-29 16,-17 1-88-16,0-1-100 0</inkml:trace>
  <inkml:trace contextRef="#ctx0" brushRef="#br0" timeOffset="59799.594">22577 15416 351 0,'0'0'67'0,"0"0"-32"15,-70 70-16-15,53-33 11 0,-1-21 8 16,0 19-20-16,1-17-18 16,-1-18-7-16,18 18-9 0,0-18-2 0,0 0-8 15,0 0-12-15,0 0-27 0,18-18-63 16,-1 0-58-16</inkml:trace>
  <inkml:trace contextRef="#ctx0" brushRef="#br0" timeOffset="59970.447">22701 15381 357 0,'0'0'75'0,"0"0"-44"0,0 0-15 0,-18 88 9 16,18-71 12-16,-18 20-8 15,18-3-5-15,0 1-6 0,0-17-5 0,18 17-7 16,0-17-6-16,-1-18-5 0,1 18-5 16,17-18-2-16,1 0-10 0,-19 0-7 15,19-18-9-15,-1 0-20 0,0 1-37 0,1-1-100 16</inkml:trace>
  <inkml:trace contextRef="#ctx0" brushRef="#br0" timeOffset="60201.84">23406 15134 376 0,'0'0'63'0,"0"0"-45"15,0 0-4-15,-17 89 20 0,-1-55 16 16,18 19-11-16,-18-18-12 0,1 1-4 15,17-1-2-15,-18 1-4 0,0-2-4 16,1 3-4-16,-1-3-9 0,0-17-7 0,-17 1-7 16,17 18-4-16,-16-19-4 0,16 1-4 15,-17 0 1-15,0-1-5 16,17 2-11-16,-17-19-20 0,17 17-12 0,-17-17-13 16,17 0-48-16,0 0-33 15</inkml:trace>
  <inkml:trace contextRef="#ctx0" brushRef="#br0" timeOffset="61373.403">23918 15186 97 0,'0'0'164'0,"0"0"-130"0,0 0 51 0,0 0-41 16,0 0 3-16,0 0-10 15,0 0-9-15,0 0-5 0,0 0-8 16,0 0-3-16,0 0-4 0,17 54-8 0,-17-54-6 16,18 0-2-16,-18 0-13 0,18 17-11 15,-18-17-13-15,0 0-42 0,0 0-115 16,-53-71 9-16</inkml:trace>
  <inkml:trace contextRef="#ctx0" brushRef="#br0" timeOffset="61502.447">23865 15486 402 0,'0'0'65'0,"0"0"-44"16,0 0-14-16,0 0 14 0,0 0 4 0,0 0-11 15,0 0-14-15,17 71-19 16,1-71-13-16,0 0-7 0,-18 0-24 15,17 0-101-15</inkml:trace>
  <inkml:trace contextRef="#ctx0" brushRef="#br0" timeOffset="62206.334">20690 14957 219 0,'0'0'187'0,"0"0"-150"0,0 0-15 15,0 0-1-15,0 0 13 0,70 37-6 16,-34-37-13-16,-1 0-7 0,0 0-8 16,1-18 0-16,-1 18-13 0,0-19-2 0,1 2 3 15,-19 17-12-15,1-17-13 16,0 17-19-16,-18-18-13 0,0 18-24 16,0 0-36-16</inkml:trace>
  <inkml:trace contextRef="#ctx0" brushRef="#br0" timeOffset="62484.393">20884 14976 162 0,'0'0'85'0,"0"0"-21"0,0 0-21 0,0 0-2 0,0 0 5 16,0 0-5-16,-18 69-4 0,1-32-3 15,17-3-9-15,-18 2-4 0,18 17-3 16,-18-1-5-16,18 1-3 0,0 0-2 16,-17 0-1-16,17 0 1 15,0 1-7-15,0-3-1 0,0 3 0 0,0-1-1 16,17 0-3-16,-17-1-4 0,18 1-2 15,-18 0 3-15,18 1 2 0,-1-19 5 16,1 18-5-16,0-19 3 0,-1 2-2 16,1-18 0-16,0 17-1 0,-1-17-1 15,19-1 1-15,-19 1 2 0,1-18-2 0,0 16 0 16,17-16-4-16,-17 20 1 16,-1-20 1-16,19 0-3 0,-19 0 1 15,19 0 0-15,-1 0-10 0,-1 0-23 0,2-20-16 16,-1 4-21-16,0-2-90 0</inkml:trace>
  <inkml:trace contextRef="#ctx0" brushRef="#br0" timeOffset="63467.288">24994 14834 176 0,'0'0'90'0,"0"0"-14"0,0 0-12 0,0 0-12 15,0 0-6-15,0 0-15 0,0 0-6 16,0 0-6-16,-17 71-5 0,17-36-3 16,0 1-4-16,-18 16-2 0,18 2-5 0,0-2 0 15,0 0 0-15,0 19-2 0,0 0 0 16,0-18 1-16,-18 18-2 0,18-18-1 16,0-1 0-16,18-17-2 0,-18 1 2 15,18-1-1-15,-1-17-1 16,1-18-2-16,17 17 1 0,0-17 0 0,0 0 3 15,0-17 0-15,18-1-2 0,-17-17-7 16,-1 17-2-16,18-18-1 0,-18 1-1 16,1 1-1-16,-19-2 2 0,19 1 4 15,-19 0 3-15,1-1 5 0,0 1 4 16,-1-19 0-16,-17 20 8 0,18-20-3 0,-18 2-1 16,0 0-1-16,0 15-1 0,0-14 2 15,0-3-2-15,0 19 6 0,0 0 3 0,0-1-4 16,-18 18 2-1,18 1-1-15,-17 0 3 16,17-1-1-16,-18 18 1 0,0 0 0 0,1 0-1 16,-1 18-4-16,-17-1-1 0,-1 0-1 0,1 19 4 15,0 17-3-15,-1-18-3 0,1 36-2 16,-18-19-7-16,18 1-3 0,-1 17-3 0,2-16-4 16,-1 0-6-16,-1-3-11 0,19-15-26 15,-1-1-39-15,0 1-76 0</inkml:trace>
  <inkml:trace contextRef="#ctx0" brushRef="#br0" timeOffset="63677.405">25135 15240 295 0,'0'0'52'0,"0"0"-15"0,0 0-11 16,0 0 5-16,17 70 1 0,-17-52-12 15,18 17-1-15,-18-17-9 0,0 17-3 0,-18 1-4 16,18-19-3-16,0 19 0 0,-17-18-10 16,17-2-8-16,-18 19-10 0,0-17-10 0,18-18-7 15,-17 18-11-15,17 0-24 0,0-18-7 16,0 0-1-16</inkml:trace>
  <inkml:trace contextRef="#ctx0" brushRef="#br0" timeOffset="63836.485">25170 15539 89 0,'0'0'53'16,"0"0"-5"-16,0 0 2 0,0 0-1 0,0 0-6 15,71-53-9-15,-54 53 4 0,1 0 7 16,0 0-7-16,-1 19-2 16,1-19-14-16,0 18-5 0,17-2-3 15,-17 2-6-15,17-1-2 0,-17 1-6 16,17 18-6-16,-17-19-5 0,-1 1-7 16,1-18-3-16,0 18-8 0,-1-1-8 0,1 2-25 15,0-19-27-15,-1 0-77 0</inkml:trace>
  <inkml:trace contextRef="#ctx0" brushRef="#br0" timeOffset="64305.684">25911 14957 202 0,'0'0'54'0,"0"0"-5"16,0 0-12-16,0 0 3 0,0 0 6 15,0 0-11-15,0 0-11 16,0 0-5-16,-71 71 5 0,71-54-6 0,-17 37-3 16,-1-19-4-16,0 17-2 0,18 2-2 0,-17 0-2 15,17-3 2-15,-18 3-7 16,18-19 0-16,0 17 0 0,18-15-3 15,-1-21-3-15,1 19 0 16,0-17-4-16,-1 0-4 0,19 0-5 16,-1-1 1-16,0-17 1 0,1 0-5 0,-19 0-9 15,19-17-12-15,-1-1-25 0,0 18-67 16,1-36-67-16</inkml:trace>
  <inkml:trace contextRef="#ctx0" brushRef="#br0" timeOffset="64523.01">26247 15063 145 0,'0'0'195'15,"0"0"-149"-15,0 0-25 0,0 0 6 16,0 0 24-16,0 0-8 0,0 0-6 16,88 36-9-16,-36-36-6 0,-17 0-5 0,1 0-4 15,17 0-7-15,0 0-6 0,-18 0-1 16,18 0-8-16,-18-17-4 0,1-2-1 15,-1 19 0-15,-17-18-8 0,17 1-4 0,-35 17-14 16,18-17-26-16,-18 0-26 0,0 17-64 16,0 0-42-16</inkml:trace>
  <inkml:trace contextRef="#ctx0" brushRef="#br0" timeOffset="64872.13">26617 14976 206 0,'0'0'89'16,"0"0"-43"-16,0 0-17 0,0 0 6 0,-53 87 10 15,53-51-8-15,-18-1-12 0,-17 0-9 16,17 19-8-16,0-20-1 0,1 19 0 0,-1-18-4 16,0 1-3-16,18-18 0 15,-17-1-6-15,17 1-6 0,0-18-7 16,17 0-5-16,1 0 3 0,0-18 2 0,-1 18-4 16,19-17-21-16,-1-19-15 15,-17 18-27-15,17-17-3 0,-17 19 1 16,17-21 28-16,-17 20 57 0,-1 0 3 0,-17-20 54 15,18 20 16-15,-18 17 7 0,0-17 5 16,18 17-8-16,-18 0 0 0,0 17-12 0,-18-17-18 16,18 17-20-16,0 20-7 15,-18-20-4-15,18 17-1 0,0 2-1 0,0-18-4 16,0 17-4-16,0 1-3 0,18-19 0 16,-18 1-6-16,18 0-3 0,-1-18-5 15,1 17-4-15,0-17-3 16,-1 0-4-16,1 0-3 0,0 0-10 0,-1 0-20 15,1 0-28-15,17-17-72 0</inkml:trace>
  <inkml:trace contextRef="#ctx0" brushRef="#br0" timeOffset="65322.405">26970 14605 341 0,'0'0'60'16,"0"0"-26"-16,0 0-18 0,0 0 26 0,0 0 4 15,87 16-18-15,-69-16-12 0,17 0-9 16,-17 0-4-16,0 0-2 0,-1 19 3 0,-17-1-4 16,0 0 3-16,0-18 1 15,0 35-1-15,0-17 0 0,-17-2-1 16,-1 21-1-16,0-20 4 0,1 0 0 0,-1 19 1 15,0-18 0-15,18-2-1 0,-17 3 0 16,17-19 0-16,0 18-3 16,0-1-2-16,17-17 0 0,1 0 0 0,0 17 0 0,-1-17-3 15,19 0-4-15,-19 0-3 16,19 0-3-16,-1-17-6 0,-17 0-12 0,17-1-14 16,0-1-35-16,-17 19-83 0,0-34-91 15</inkml:trace>
  <inkml:trace contextRef="#ctx0" brushRef="#br0" timeOffset="65600.826">27710 14692 388 0,'0'0'71'0,"0"0"-33"0,0 0-4 16,88 53 15-16,-70-16-16 0,17-20-10 0,1 0-4 15,-1 19-2-15,0-18-4 0,-17 17-4 16,17 0-9-16,-35 1 0 0,18-1-9 15,-18-1-3-15,0 3-1 0,-18 15 4 16,1 0 5-16,-1-15 3 0,0 14-1 16,-17 3 1-16,0-19-1 0,-1 18 2 15,1-17 0-15,0-2 0 0,-1 3-8 0,1-3 6 16,0 1-9-16,-1 1-4 0,19-19-7 16,-18 1-4-16,0 0-22 15,17-1-9-15,-17 2-40 0,17-19-42 0,1 17-68 16</inkml:trace>
  <inkml:trace contextRef="#ctx0" brushRef="#br0" timeOffset="66136.607">28187 14621 385 0,'0'0'66'0,"0"0"-41"0,0 0-8 16,0 0 23-16,0 0-8 0,0 0-15 15,70-69-8-15,-35 69-7 0,-17-18-2 16,17 0 0-16,-17 1 2 0,17 0-2 0,-17 17 2 16,-1-19 3-16,1 19 0 0,0 0 0 15,-1 0 1-15,-17 0 2 16,0-17 5-16,0 17 2 0,0 0-5 0,0 0-4 16,0 0-3-16,0 0-2 0,0 0-1 0,0 0 0 15,0 17 0-15,18-17 0 16,-18 0 1-16,0 0 0 0,0 19 0 15,18-2 1-15,-18 0 3 0,17 1 1 0,-17 18-1 16,0-1 0-16,0 18 2 0,0-19 1 16,0 19 1-16,0-16-3 0,-17 15-3 15,17 0-3-15,-18 2 0 0,0-18-3 16,18 16-5-16,-17-17 4 0,17 18-3 16,-18-17 6-16,18 17-1 0,-18-18 2 15,1 19 0-15,17-20-2 0,-18 1-2 16,0 1 2-16,1-1 0 0,17-17 1 0,-18 16-1 15,0-15 2-15,18 15-1 16,0-16 1-16,0 17 0 0,0 1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000" units="cm"/>
          <inkml:channel name="Y" type="integer" max="32000" units="cm"/>
          <inkml:channel name="F" type="integer" max="1024" units="dev"/>
          <inkml:channel name="T" type="integer" max="2.14748E9" units="dev"/>
        </inkml:traceFormat>
        <inkml:channelProperties>
          <inkml:channelProperty channel="X" name="resolution" value="787.40155" units="1/cm"/>
          <inkml:channelProperty channel="Y" name="resolution" value="1399.82507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06-22T02:46:34.78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5573 2646 184 0,'0'0'175'0,"0"0"-138"15,0 0-10-15,0 0-5 0,-88 0 10 16,88 0 4-16,0 0-6 0,0 0-9 15,0 0-4-15,0 0 3 0,0 0-5 16,18 0-1-16,-1 0-2 0,19 0 2 0,-1-18 13 16,18 18-11-16,0-17-6 0,0-1-3 15,0 18-2-15,-18-18-4 16,18 0-1-16,-17 18 0 0,-1 0-1 16,18-17-2-16,-36 17-1 0,18 0-10 0,0 0-4 15,-17 0-7-15,0 0-2 16,-1 0-6-16,-17 0-21 0,0 0-65 0,0 0-61 15</inkml:trace>
  <inkml:trace contextRef="#ctx0" brushRef="#br0" timeOffset="224.558">5715 2646 286 0,'0'0'95'0,"0"0"-51"0,0 0-20 16,0 0-3-16,0 70 11 0,0-34 14 0,-18 16-10 15,18-16-14-15,-18 15-8 0,18 20-2 0,0-17-4 16,-17-1-3-16,17 0-2 0,-18 0-3 16,18-18 0-16,-18 1 0 0,18-1-1 15,0-1-2-15,0-15 1 0,-17-1-5 16,17-1-7-16,0 0-5 0,0-17-5 0,0 0-3 16,0 0-6-16,0 0-14 15,0 0-22-15,0 0-12 0,0-17-54 16,0 17 5-16</inkml:trace>
  <inkml:trace contextRef="#ctx0" brushRef="#br0" timeOffset="366.275">5591 3069 163 0,'0'0'46'0,"0"0"83"0,0 0-68 15,0 0-11-15,0 0-9 0,0 0-1 0,0 0-9 16,88-36-6-16,-52 36-10 16,-19 0-6-16,19 0-5 0,17 19-4 15,-18-19-2-15,0 0-3 0,18 17-8 16,-17-17-17-16,16 17-9 0,-17-17-24 0,0 18-86 15,1 0-137-15</inkml:trace>
  <inkml:trace contextRef="#ctx0" brushRef="#br0" timeOffset="743.463">6350 3140 213 0,'0'0'160'0,"0"0"-124"16,-89 0-8-16,72 0 11 0,-19 17 10 0,1-17-9 15,17 18-9 1,-17-2-13-16,17 21-3 0,1-19-3 16,17-2-4-16,-18 3-6 0,18-1-2 15,0-2-2-15,0-16 0 0,18 0-1 0,-1 0 1 16,1 0 2-16,0 0-1 0,17 0 0 0,0-16-9 0,1-2-3 16,-1-17-3-16,-17 17 2 0,17 0 1 0,-17-1 3 15,-1 19 1-15,1-16 1 16,-18-2 3-16,18 18 5 0,-18 0 0 15,17 0 5-15,-17 0 8 16,0 18 4-16,0-18-3 0,0 16-1 0,0 3-1 16,0-1 1-16,0-18-2 0,0 18-4 15,0-2-6-15,0 3-1 0,18-19-4 0,-18 0-1 0,18 0-2 16,-18 0-4-16,17 0-3 16,1 0-2-16,0-19-10 0,-1 3-6 0,1-2-18 15,0 0-27-15,-1-17-25 16,19 0-53-16,-19 17 20 0,1-35 130 15</inkml:trace>
  <inkml:trace contextRef="#ctx0" brushRef="#br0" timeOffset="949.09">6826 2540 245 0,'0'0'60'0,"0"0"41"16,0 0-57-16,0 0-13 0,0 0 6 15,0 0-6-15,0 0 1 0,0 0-1 0,0 71-3 0,-18-36-4 16,18 18-2-16,-18 17-8 0,-17 1-5 15,17-20-4-15,1 20-4 0,-19 0-1 16,19 0-4-16,17-18 4 16,-17-19-7-16,17 3-2 0,-18-3-4 0,18-15-2 0,0 15-1 15,18-15-4-15,-18-19 2 0,17 18-8 0,0-18-23 16,19 0-7-16,-19-18-15 0,19-1-16 0,-19 3-10 16,19-21-113-16</inkml:trace>
  <inkml:trace contextRef="#ctx0" brushRef="#br0" timeOffset="1249.765">7091 3016 180 0,'0'0'87'16,"0"0"51"-16,0 0-108 0,0 0-2 16,-53 70 14-16,35-34-4 15,-17-18-3-15,-1 17-6 0,19-19-13 16,-1 21-16-16,0-37-1 0,18 18-6 16,0-18 0-16,0 0-2 0,0 0-1 15,0 0 1-15,18 0 0 0,0 0 1 0,17 0-1 0,-17-18 2 16,17 18 6-16,0-18 0 0,1 18 1 15,-19 0 1-15,19 0 7 0,-19 18-6 0,1-18-1 16,0 18 19-16,-1-18 0 0,-17 16-8 16,18 3 1-16,-18-1 0 0,0-18 0 15,0 16 4-15,0 3 2 0,0-19-13 16,-18 18-6-16,18-1-3 0,0-17-8 0,-17 0-7 16,17 17 1-16,-18-17-2 0,18 0-3 15,0 0-4-15,-18 0-12 0,18 0-11 16,0-17-13-16,0 17-5 15,18-17-2-15,-18-1-5 0,18-1-27 0</inkml:trace>
  <inkml:trace contextRef="#ctx0" brushRef="#br0" timeOffset="1502.703">7319 3299 169 0,'0'0'91'15,"0"0"-22"-15,0 0-8 0,0 0-8 16,53 70-16-16,-53-53 0 0,18 1 4 0,0-18-26 16,-1 18-6-16,19-18 1 0,-1 0 1 15,0 0-3-15,18-18-6 0,0-17-2 0,-17 18-19 16,-1-20 15-16,0 21 4 0,1-21-10 15,-1 21-7-15,-17-2 7 0,-18 0 10 16,17-1 4-16,-17 19 6 0,0 0 7 0,-17 0-6 16,-1 0-5-16,0 19 1 15,1-1 3-15,-1 0 1 0,0-2-2 16,1 3-6-16,-1-1-3 0,18 17-7 0,0-35-1 16,18 18-3-16,-1-1 8 15,1 0-3-15,0-17-11 0,-1 18 3 0,1-18-8 16,0 0 7-16,-1 0-25 0,1 18-52 15,-18-18-59-15,0 0-104 0</inkml:trace>
  <inkml:trace contextRef="#ctx0" brushRef="#br0" timeOffset="1858.135">5168 3669 296 0,'0'0'160'0,"0"0"-156"16,0 0 9-16,0 0-4 16,0 0 4-16,0 0 18 15,71 70 14-15,-1-70-15 16,1 17-14-16,34-17-2 0,1 19 0 15,0-19-5-15,18 18 1 16,17-18-2-16,-18 17-1 0,18 0-1 0,0 0-1 16,1-17-5-16,-1 20 2 0,-1-4 0 0,19 2 0 15,-17-18-1-15,17 0 1 0,-1 17 1 0,1-17-1 16,-18-17-2-16,0 17-8 0,0-18 0 16,-18 2-2-16,-34-4-4 0,-1 3-9 0,-17 17-4 15,-36-17-3-15,0 0-6 0,-17 17-6 16,0-18-11-16,-18 18-34 0,0-19-142 15</inkml:trace>
  <inkml:trace contextRef="#ctx0" brushRef="#br0" timeOffset="5665.927">6597 1111 10 0,'0'0'45'0,"0"0"-37"16,0 0 2-16,0 0-2 16,0 0 68-16,0 0 5 0,0 0-37 0,0 0-11 15,0 0-5-15,0 0 3 0,18-54-1 16,-18 38-7-16,0 16-4 0,0 0-3 15,0 0 2-15,0 0 3 0,0 0-3 16,0 0-6-16,17 0-5 0,-17 0-2 0,0 16 3 16,18 3 1-16,-1-1-2 0,0-1 0 15,1 19-2-15,0-2 1 0,-1 2-2 16,19-1 1-16,-19-1 1 16,1 3-4-16,0 16 1 0,-18-19-3 0,17 3 4 15,1-3-4-15,-18 20-1 0,18-38 1 16,-18 21 0-16,0-3 0 15,0-15 3-15,17-1-3 0,-17-1 0 0,0 0 0 16,0 0 0-16,0-17-1 0,0 0-1 16,0 0 2-16,0 0-4 0,0 0-2 15,0 0 0-15,0 0 2 0,0 0 1 16,0 0-1-16,0 0 1 0,0 0 3 16,0 0 2-16,0 0-1 0,0 0 0 0,0 0-1 15,-17 0-1-15,17 0 1 0,0 0 0 16,0 0-2-16,0 0 2 0,0-17-3 15,-18 17 1-15,18-17 0 0,0 17 0 0,0 0-1 16,-18-17 3-16,18 17-3 0,0-18 1 16,0 18 1-16,0-19 1 0,0 2-2 0,0 17 2 15,0-17 0-15,0 17 0 16,0-18 0-16,0-1 2 0,0 3-2 0,18 16 0 16,-18-18 0-16,18 0 2 15,-1 0-2-15,-17 1 0 0,18 0 1 16,0-1 0-16,17-1-1 0,-17 3 3 0,-1-2 0 15,19-1-1-15,-1-15 2 0,0 16-2 16,1-1-2-16,-19 19 0 0,19-16-1 16,-1-2 0-16,0 18-2 0,0-17 3 15,0 17-2-15,0-18 2 0,1 18 2 16,-1 0-1-16,0 0 0 0,18-18-1 16,-17 18 0-16,-1 0 0 0,0 0 0 15,-17 0 0-15,17 0-1 0,-17 0 0 16,0 0-2-16,-18 0 0 0,17 0-2 15,-17 0 1-15,0 0 0 0,18 0-2 0,-18 0-2 16,0 0-6-16,0 0-2 0,0 0-3 16,0 0-6-16,0 0-21 0,-18 0-24 0,18 0-57 15,-17 0-41-15</inkml:trace>
  <inkml:trace contextRef="#ctx0" brushRef="#br0" timeOffset="6115.307">6879 617 172 0,'0'0'2'16,"0"0"95"-16,0 0-53 15,0 0-14-15,0 0 7 0,0 0-2 0,0 0 0 16,35 89 3-16,-17-72-11 0,-1 17-10 16,-17 3-2-16,18-3-4 15,-18-15-5-15,0 16-4 0,0-18 5 0,0 1-4 16,0 0-3-16,0-1-3 0,0 1-1 16,0-2-4-16,0-16-3 15,0 0-7-15,0 0-11 0,0 0-7 0,0 0-20 16,0 0-41-16,0 0-102 0</inkml:trace>
  <inkml:trace contextRef="#ctx0" brushRef="#br0" timeOffset="6288.765">6914 511 196 0,'0'0'23'16,"0"0"7"-16,0 0 71 0,0 0-43 0,0 0-26 15,0 0-15-15,0 0-14 0,0 0-3 16,0 0-8-16,0 0-20 16,18-34-19-16,-18 34-33 0,0 0-62 0</inkml:trace>
  <inkml:trace contextRef="#ctx0" brushRef="#br0" timeOffset="6605.701">7108 582 275 0,'0'0'38'0,"0"0"-20"0,0 0 8 0,0 0 13 15,53 70 8-15,-53-52-18 0,18 18-13 16,0-19 2-16,-18 1-1 0,17 17-9 0,-17-17-1 16,0 16-2-16,0-15-5 15,18-2 0-15,-18 1 0 0,0-1-1 0,0 1 1 16,0 0 0-16,0-18 0 0,0 0-3 15,0 0-1-15,0 0 4 0,0 0 1 16,0 0 3-16,0 0 2 16,0 0 1-16,0 0 2 0,0-18-2 0,0 0-5 15,18 1-2-15,-18-1-5 0,0 1 2 16,17-2-8-16,-17 2-2 0,0 0-1 16,18-1-12-16,-18-1-4 0,0 3-18 15,17-2-20-15,-17 18-29 0,17-17-98 16</inkml:trace>
  <inkml:trace contextRef="#ctx0" brushRef="#br0" timeOffset="6947.441">7443 617 254 0,'0'0'42'0,"0"0"-21"15,0 0 6-15,0 0 10 0,0 0-6 16,53 71-9-16,-35-36-8 0,-18-17-1 15,0-2-5-15,17 3-4 0,-17-1-4 16,0 16 0-16,0-15 0 0,0-2-1 16,-17-17 0-16,17 18 1 0,0-18 2 0,0 0 1 15,0 0 1-15,0 0 1 16,0 0 2-16,0 0 0 0,0 0 2 16,0 0-2-16,0 0-1 0,0 0-2 0,0-18-2 15,17 1 2-15,-17-2 0 16,18 2-1-16,0-18 2 0,-1 16 3 0,1-15 8 15,17-1 5-15,-17 17-3 0,17-17-4 16,-17 17-12-16,0 0-2 0,17 1-4 16,-35-1-2-16,18 18-9 0,-1-18-10 15,1 18-10-15,0 0-9 0,-18 0-21 16,17 0-25-16,1 0-62 0,-18 0-28 16</inkml:trace>
  <inkml:trace contextRef="#ctx0" brushRef="#br0" timeOffset="7284.796">7954 794 308 0,'0'0'43'0,"0"0"-16"16,0 0 3-16,0 0 8 16,0 0-4-16,0 0-8 0,0 0-4 15,89 17-7-15,-72-17-5 0,1-17-5 0,0-1-3 0,-1-1-2 16,19 3-7-16,-36-2-2 0,17 1-1 15,1-1 0-15,-18 0 7 16,0 0 0-16,0 18 2 0,-18-17-1 0,1-1 2 16,-1 18 0-16,0-18 1 0,1 18 6 15,17 0 1-15,-18 0 0 16,0 18-1-16,18 0 3 0,-17-1 0 0,-1 1 1 16,18 18-1-16,-18-1 1 0,18 0 1 0,-17 0-9 15,17 1-2-15,0-19-1 0,0 1-4 16,0-1 1-16,0 1 1 0,17-18-2 15,-17 18-4-15,18-18-8 0,17 0-11 0,-17 0-12 16,17 0-18-16,1 0-36 16,-1 0-62-16,0-18-37 0</inkml:trace>
  <inkml:trace contextRef="#ctx0" brushRef="#br0" timeOffset="7648.099">8449 741 130 0,'0'0'124'15,"0"0"39"-15,0 0-118 0,0 0-14 0,0 0 12 0,-106 53-1 16,88-19-6-16,1-15-10 15,-1-2-7-15,0 18-9 0,18-17-7 0,0-18-3 16,0 18-3-16,0-18 0 0,0 17 1 16,0-17 0-16,18 0 2 0,0 0 1 15,-18 0 1-15,17-17-2 0,1 17-4 16,0-18-6-16,-1 0-3 0,1-17-1 16,0 18 2-16,17-19-5 0,-17 1-7 0,-1 0 1 15,19 0-1-15,-19-19-16 0,1 1-2 16,-18 0 0-16,17 1-21 0,-17 16 4 15,17 1 59-15,-17 0 1 0,0 17 31 16,0 0 10-16,0 0 3 0,0 18-3 16,0 0-6-16,0 0-7 0,0 0-14 15,0 18-9-15,0 0 4 0,0 0 8 0,0 17 17 16,0 0-13-16,-17 1-4 16,17 16-9-16,-17-16-1 0,17 17-7 15,-18-18-1-15,1 18-2 0,-1-19-7 0,18 20 0 16,-18-37-2-16,1 19 5 0,17-18-6 0,0-1-4 15,0-17-7-15,0 0-5 16,0 18-12-16,0-18-23 0,17-18-15 0,-17 18-19 16,18-17-58-16</inkml:trace>
  <inkml:trace contextRef="#ctx0" brushRef="#br0" timeOffset="7963.761">8607 776 160 0,'0'0'49'0,"0"0"129"15,0 0-137-15,0 0-7 16,0 88 3-16,0-53-4 0,0-17-5 0,0 0-11 15,18-1-10-15,-18-17-7 0,17 18 0 16,-17-18 2-16,18 0 4 0,0 0 0 0,-18 0-6 16,17-18-8-16,1 18-12 15,0-17-6-15,-1-1-3 0,1-17-4 0,0 17-1 16,-1 1 9-16,1-2-7 0,-18-15 5 16,0 16 8-16,0-1-6 15,0 3 25-15,0 16 24 0,0-18 13 16,0 18-2-16,0 0-7 0,0 0-3 0,0 0-4 15,0 18-3-15,0-2 5 0,0 3 5 16,-18-1-2-16,18-1-6 0,0 0-4 0,0 19-11 16,-17-18-5-16,17-1-1 0,0-17-7 15,0 18-1-15,17-18-4 16,-17 18-5-16,18-18 3 0,0 0-11 16,-18 0-24-16,17 0-71 0,19 0-98 0</inkml:trace>
  <inkml:trace contextRef="#ctx0" brushRef="#br0" timeOffset="8151.524">9172 741 179 0,'0'0'293'0,"0"0"-241"0,0 0-16 16,0 0 8-16,-88 70-4 0,70-53-4 0,18 2-13 16,0-2-14-16,0 18-4 15,0-17-5-15,0 0 0 0,0-1 0 0,0 1 0 16,18-18-5-16,-18 16-7 15,18 4 0-15,-18-20-4 0,17 0-3 0,1 0-7 16,0 0-13-16,-18 0-29 0,35 0-63 0,-17-20-66 16,-2 4 18-16</inkml:trace>
  <inkml:trace contextRef="#ctx0" brushRef="#br0" timeOffset="8288.702">9472 899 253 0,'0'0'157'16,"0"0"-105"-16,0 0-24 0,0 0 10 15,-53 87 5-15,35-87-14 0,18 20-12 0,0-3-17 16,-18-17 0-16,18 18-7 0,0-18-8 16,0 0-11-16,0 0-11 0,18 0-22 0,-18-18-61 15,18 1-118-15</inkml:trace>
  <inkml:trace contextRef="#ctx0" brushRef="#br0" timeOffset="8402.683">9542 511 214 0,'0'0'21'16,"0"0"-21"-16,0 0-60 0,0 0-94 0</inkml:trace>
  <inkml:trace contextRef="#ctx0" brushRef="#br0" timeOffset="8759.752">9859 405 7 0,'0'0'253'0,"0"0"-151"0,0 0-58 16,0 0 6-16,-34 72 5 16,16-38-2-16,1 1-10 0,-1 1-12 0,0-1-10 15,1 0-7-15,-1 1-6 0,0-1-7 0,1 18-1 16,-1-18-7-16,0 1 3 16,1-1 2-16,-1-18-6 0,18 1 0 0,0 0 1 15,0-18-3-15,0 17-6 0,18-17-1 16,-18 0 2-16,17 0 0 15,1 0-1-15,-18 0 1 0,18 0-1 0,17 0 1 0,-17 0 4 16,-1 0 8-16,-17 0 3 16,18 0 0-16,0 0 17 0,-18 0-1 15,17 18 1-15,-17-18-4 0,0 0-3 0,0 16 5 16,0-16 1-16,0 20-12 0,0-20 1 0,0 0-5 16,0 0-5-16,0 0-6 0,-17 0-3 15,17 0 1-15,0 0 0 16,0 0-7-16,0-20-6 0,0 4-24 15,17-2-37-15,1 1-52 0,-1-36-19 16</inkml:trace>
  <inkml:trace contextRef="#ctx0" brushRef="#br0" timeOffset="9022.561">10071 757 284 0,'0'0'97'0,"0"0"-55"16,0 0-16-16,0 90 15 0,0-55 2 0,0 0-5 15,0-17-18-15,0 17-14 0,0-19 3 16,18 4 2-16,0-3-11 0,-18 1-1 0,35-18 1 15,-17 0 0-15,17 16-10 16,-17-16-3-16,17 0 9 0,0-16-15 0,1 16-1 16,-19-18 5-16,1 18 2 0,0-17-2 0,-1-3-1 15,-17 20 5-15,0-16 11 16,0-2 8-16,0 18 6 0,0-17 5 16,-17 17 3-16,-1 0-8 0,0 0-4 0,1 0-1 15,-1 17 0-15,-17 1 5 0,17-2 5 16,0 4-5-16,1-3-13 15,-1 1-1-15,0 17-7 0,18-17-19 16,0 16-14-16,0-15-1 0,0 15-106 16</inkml:trace>
  <inkml:trace contextRef="#ctx0" brushRef="#br0" timeOffset="9145.903">10954 1235 361 0,'0'0'221'0,"0"0"-177"0,0 0-34 15,0 0-10-15,-89 0-3 0,54 0-8 16,0 0-16-16,17 0-26 0,-35 0-100 16</inkml:trace>
  <inkml:trace contextRef="#ctx0" brushRef="#br0" timeOffset="16230.522">15505 2170 227 0,'0'0'52'0,"0"0"-33"0,0 0 39 16,0 0-12-16,0 0-5 0,0 0-12 15,0 0-8-15,0 0-6 0,0 0-1 16,0 0-2-16,35 34-1 0,-18-34 0 0,0 0 0 15,1 0-1-15,0 18 0 0,17-18-1 16,0 0-2-16,1 0-1 0,-1 0-1 16,18 0-1-16,0 0-1 0,0 0-1 15,0 0 1-15,18 0-3 16,-1 0 0-16,1 17 1 0,16-17 0 0,2 0-1 16,17 0 0-16,-18 0 0 0,18 18-3 15,18-18 3-15,-19 0-2 0,18 18 2 16,1-18-5-16,0 0-3 0,-18 0 1 0,-1 18 3 15,1-18 1-15,-18 0-5 0,0 17-1 16,-17-17 4-16,0 18-2 0,-1-18 4 16,-17 18 1-16,0-18-9 0,-35 0 6 15,16 0 5-15,-34 0-2 0,18 0-12 16,-18 0 14-16,0 17 0 16,0-17 0-16,0 0-5 0,-18 0-8 0,2 0-3 0,16 0-8 15,-18 0-17-15,0 0-25 16,1 0-59-16,-1 0-105 0</inkml:trace>
  <inkml:trace contextRef="#ctx0" brushRef="#br0" timeOffset="42524.33">21855 2328 85 0,'0'0'14'0,"0"0"218"16,0 0-201-16,0 0-11 0,0 0 8 15,0 0 24-15,0 0-3 0,0 0-15 16,0 0-8-16,87 0-8 0,-69 0-4 0,-1 18-2 16,1-18-1-16,0 0 1 0,17 0 0 15,0 17-4-15,1-17-4 0,-1 0-2 16,18 0-2-16,0 19 1 0,0-19 0 16,18 0-1-16,-18 0 0 0,17 17 0 0,-18-17 0 15,19 0-3-15,-18 17 3 0,18-17-2 16,-1 0-1-16,1 17 1 0,0-17-1 15,-1 0 1-15,1 0 0 0,-1 18-1 16,0-18 2-16,1 0-4 0,-18 0 1 16,18 0 0-16,-1 0-3 0,1 0 4 15,0 18-3-15,-1-18 1 0,1 0 5 16,-19 0-4-16,19 0-2 0,-18 0 6 16,0 0 0-16,17 0-1 0,-17 0-2 15,0 0 2-15,0 0-1 0,0 0 2 16,0 0 0-16,0 0 0 0,17 0-5 0,-17 0 1 15,18 0 2-15,-1 0 1 0,-17 0-3 16,18-18 0-16,0 18-1 0,-18 0 2 16,0 0-2-16,17-18 5 0,-18 18 0 15,-16 0 0-15,17-17 0 0,-18 17-2 0,18 0 2 16,-35 0 0-16,17 0 0 0,-17-17 0 16,17 17 0-16,-17 0 0 0,-18 0-7 15,17 0 6-15,1-17 0 0,-18 17-2 16,0 0-22-16,18 0 11 0,-18 0 11 15,0 0 0-15,0 0-8 0,0 0-17 16,0 0-2-16,0 0-8 0,-18-19-24 0,18 19-59 16,0 0-36-16,-35 0 140 0</inkml:trace>
  <inkml:trace contextRef="#ctx0" brushRef="#br0" timeOffset="47722.57">26564 1464 42 0,'0'0'15'0,"0"0"-13"16,0 0 11-16,0 0-7 0,0 0 88 16,0 0-45-16,0 0-19 0,0 0-14 15,0 0-2-15,0 0 3 0,0 0 0 16,0-17-3-16,0 17-4 0,0 0-3 15,0 0 0-15,0 0 1 0,0 0 0 16,0 0 0-16,0 0-3 0,0 0 0 0,0 0 0 16,0 0 0-16,-18 0 1 15,18 0 3-15,0 0 2 0,0 0 0 16,0 0-3-16,0 0-2 0,0 0-1 16,0 0-2-16,0 0-1 0,0 0-2 0,0 0 2 15,0 0 1-15,0 0 2 0,0 0-1 16,0 0 1-16,0 0 0 0,0 0 2 0,0 0 5 15,18 0 0-15,-18 0-5 0,0 0-3 16,0 0-1-16,0 0-1 0,0 0 1 16,0 0-1-16,0 0 0 15,0 0-2-15,0 0 1 0,0 0 1 16,0 0 1-16,17 0 3 0,-17 0-4 16,18 0 4-16,0 0 1 0,-18 0-4 15,17 0 0-15,1 0-3 0,0 17 0 0,-1-17-1 16,1 0 1-16,0 0-2 0,-18 0 2 15,17 0-2-15,1 0 0 0,-18 0 0 0,18 0-1 16,-18 0 0-16,17 0 0 0,-17 0 0 16,0 0 0-16,18 0 0 0,-18 0 1 15,0 0 0-15,18 0 0 0,-18 0 0 16,17 0 2-16,-17 0 0 0,18 17-2 16,-18-17 1-16,18 0 0 0,-1 0-1 15,-17 0 0-15,18 0-2 0,-18 0 0 16,0 0 0-16,18 0-1 0,-18 0 0 0,0 0 1 15,17 0 1-15,-17 0 0 16,0 0-5-16,18 0 6 0,-18 0-1 0,0 0-4 16,17 0-2-16,-17 0-3 0,0 0-4 15,17 0-2-15,-17 0-1 0,0 0 1 16,0 0-4-16,0 0-5 16,18 0-2-16,-18 0-3 0,0 0-4 15,0 0-9-15,0 0-28 0,0 0 0 0,0 0 48 16</inkml:trace>
  <inkml:trace contextRef="#ctx0" brushRef="#br0" timeOffset="84834.23">7073 11924 240 0,'0'0'196'0,"0"0"-165"16,0 0-13-16,0 0-9 0,0 0 6 0,0 0 16 16,0 0-1-16,0 0-7 0,35 34 0 15,-17-34 0-15,0 18-6 0,17-18-5 0,0 18-1 16,1-18-4-1,16 18 3-15,-17-18-5 0,18 0 0 0,-18 0-3 16,1 0-2-16,17 0-2 16,-18 0-5-16,0 0 0 0,-17-18-3 15,17 18-4-15,-17 0-4 0,0-18-3 0,-1 18-6 16,-17-18-13-16,0 18-25 0,0 0-54 0,0-17-42 16,0 17-44-16,-17 0 193 0</inkml:trace>
  <inkml:trace contextRef="#ctx0" brushRef="#br0" timeOffset="85050.989">7478 11888 262 0,'0'0'56'16,"0"0"-22"-16,0 0-2 0,0 0 8 0,-17 53 7 15,17-18-7-15,0 1-10 16,0-1-8-16,0 18 0 0,0-17-1 16,0 15-2-16,17 3-3 0,-17-18-4 0,0 16-3 15,0-16-5-15,0 15-4 16,0-14 0-16,18-3 0 0,-18 3-6 0,0-3-8 15,0 2-1-15,0-19-3 0,0 1-6 16,0 0-3-16,0 0-23 16,0-1-37-16,18-17-56 0,-18 0-52 15,0 0 180-15,0-17-57 16</inkml:trace>
  <inkml:trace contextRef="#ctx0" brushRef="#br0" timeOffset="85331.742">7708 12382 111 0,'0'0'3'0,"0"0"177"0,0 0-122 15,0 0-10-15,0 0-7 0,0 0 0 0,0 0-3 16,0 0-12-16,0 0-6 0,35 71-7 16,-35-53-5-16,0-2-1 0,0 3-2 15,0-1 0-15,0-1-2 0,0-17-1 16,0 17 1-16,0 2-1 0,0-2 1 0,0-17-1 0,0 0-2 16,0 0 1-16,0 0-1 15,0 0 3-15,0 0 1 0,0-17-2 16,18 17 1-16,0-19 1 0,-1 2 0 0,1-18-4 15,0 16 0-15,-1-15-1 16,19 17-4-16,-19-3 1 0,1 4-4 16,-1-2-4-16,-17 1 0 15,17 17-7-15,1 0-7 0,0-18-5 16,-18 18 1-16,17 0-31 0,1 0-35 16,0-18-40-16,-18 18 38 0,17 0 80 15,-17 0-23-15</inkml:trace>
  <inkml:trace contextRef="#ctx0" brushRef="#br0" timeOffset="91183.985">8325 12365 121 0,'0'0'144'0,"0"0"-116"16,0 0-8-16,0 0-3 0,0 0 27 16,0 0 16-16,0 0-27 0,-70 88-13 0,70-70 2 15,0-2 6-15,-18 21-5 0,18-20-7 16,0 0-6-16,-18 2-2 0,18-19-5 0,0 17-3 16,0-17-3-16,0 0 0 0,0 0-1 15,18 0-3-15,-18 0 5 16,18 0 2-16,-1-17 0 0,1-2 0 0,0 2-2 15,-1 0 0-15,1-1 0 0,0-17 1 16,-1 35 1-16,-17-18 1 0,18 1 0 16,-18 17 0-16,0 0-1 0,0 0 0 15,0 17 2-15,0-17 1 0,0 18 0 16,0 17-3-16,0-17 3 0,0 16-2 16,0-15 6-16,18-2-2 0,-18 18-3 15,0-17 3-15,17-18-2 0,-17 18-3 16,18-18-1-16,-18 17-2 0,18-17-2 0,-1 0 2 15,1 0 0-15,0 0-9 0,-1-17-4 16,-17 17-5-16,18-18-3 0,-1 0-5 16,0 18-14-16,1-18-18 0,0 1-13 15,-1 0-17-15,1-2 2 16,0 2-1-16</inkml:trace>
  <inkml:trace contextRef="#ctx0" brushRef="#br0" timeOffset="91480.209">8731 12471 34 0,'0'0'97'0,"0"0"-13"0,0 0-20 15,0 0-11-15,0 0-13 0,0 0-8 16,0 0-9-16,0 0-4 0,35 87-1 15,-17-87-6-15,-18 19-9 0,17-19-3 0,1 0-5 16,0-19 5-16,-1 19 1 0,1-17 3 0,0 0-4 16,-1-1 0-16,1-17 0 15,0 17 2-15,-1 1-2 0,-17-3 7 16,0 4-3-16,0-2 2 16,0 18 0-16,0-17-2 0,-17 17 2 15,17-18-4-15,-18 18-2 0,0 0 0 0,1 18 6 16,-1-1 4-16,0 1-1 0,1-2-2 15,-19 21 0-15,36-19 1 0,-17 17-2 16,-1 0 3-16,0 1-2 0,18-2 0 16,0 2-4-16,0-1-3 0,18-1 4 15,0 3 6-15,-1-19-10 0,19-2-1 0,-1 3-2 16,0-19-2-16,1 18 3 0,-1-18-4 16,18 0-16-16,-18 0-6 15,1 0-4-15,17 0-12 0,-18-18-33 0,-1 18-54 16,19-19-94-16</inkml:trace>
  <inkml:trace contextRef="#ctx0" brushRef="#br0" timeOffset="92160.265">10618 12382 202 0,'0'0'87'0,"0"0"-23"0,0 0-16 16,0 0-2-16,0 0 1 0,0 0-7 16,0 0-12-16,0 0-12 0,0 0-6 15,71 0-3-15,-36 0 1 0,-17 0 1 16,17 0-3-16,0 0-6 0,1 0 0 0,-19 0-3 15,19 0 0-15,-1-17-2 0,-17 17-11 16,17 0-8-16,-17 0-5 16,-18-18-11-16,17 18-24 0,-17 0-37 0,0 0-81 15</inkml:trace>
  <inkml:trace contextRef="#ctx0" brushRef="#br0" timeOffset="92349.295">10636 12541 170 0,'0'0'71'0,"0"0"-26"0,0 0-7 16,0 0-1-16,0 0-1 0,0 0-9 0,106 17-9 15,-71-17-3-15,0 0-8 16,1-17-7-16,-1 17-2 0,0 0-6 0,1 0-13 16,-1-17-12-16,-17 17-20 0,17 0-37 15,-17 0-47-15</inkml:trace>
  <inkml:trace contextRef="#ctx0" brushRef="#br0" timeOffset="93267.787">12118 12258 198 0,'0'0'87'0,"0"0"-28"16,0 0-16-16,0 0 1 0,0 0 3 15,0 0-9-15,0 0-7 0,0 0-2 16,0 0-5-16,0 0-5 0,0 0-4 15,53 89-5-15,-53-71-2 0,0 17-5 0,0-19-3 16,0 4 0-16,0-3 0 0,0 1-4 16,0-2-2-16,0-16-2 0,0 0-1 0,0 0-3 15,0 0 3-15,0 0 1 0,0 0-2 16,17 0-1-16,-17-16 2 0,0 16 5 16,18-18 2-16,0 1-2 0,-18-3-1 0,17 4 4 15,1-2 1-15,0-17 0 16,-18 17 0-16,17 1-1 0,1 17-1 15,0-18 0-15,-1 18 1 0,-17-17 1 16,18 17 4-16,-18 17 4 0,0-17 0 16,0 18 1-16,0-1-2 15,0 1 0-15,0 17-1 16,0-17 0-16,-18 18 0 0,18-19-3 0,0 1 0 0,0-2-3 16,0-16-2-16,0 19-4 0,0-19 0 0,0 0-2 15,18 0 7-15,-18 0 1 0,17-19-4 16,0 19-4-16,1-16-2 0,0-2 4 15,-1 1 2-15,1-3 0 16,0 20-2-16,-1-16 4 0,1 16 0 0,-18-18 2 16,18 18 0-16,-18 0 12 0,17 0 5 0,-17 0-1 15,18 18-4-15,-18-18-3 16,0 16 1-16,18 4-2 0,-18-20 2 0,0 17-4 16,0 1-1-16,17-2 1 0,-17-16-6 0,0 19-3 15,0-1-2-15,18-18 0 16,-18 0-1-16,0 17-8 0,0-17-5 15,0 17-5-15,18-17-15 0,-18 0-19 0,0 0-38 16,17 19-89-16</inkml:trace>
  <inkml:trace contextRef="#ctx0" brushRef="#br0" timeOffset="93650.569">13087 12453 82 0,'0'0'235'0,"0"0"-180"15,0 0-22-15,0 0-1 0,0 0 15 0,0 0-3 16,0 0-11-16,-87-37-12 0,69 37-10 16,1 20 2-16,-1-20 4 0,0 17 0 15,-17 17-5-15,17-15-4 0,1 16 1 0,-1 1-1 16,0-2 0-16,1-16-3 0,17 0-5 16,0 0-3-16,0-1-1 0,0-17 3 15,0 0 1-15,0 0-3 0,17 0-1 16,1 0-1-16,17 0-1 0,-17-17 1 15,17-1-2-15,-17 0 0 0,17 0 0 0,0 1 3 16,-18-19-1-16,1 19 0 16,0 0 1-16,-1-1 2 0,1-1 2 15,-18 19 0-15,0 0 7 16,0 0 3-16,0 0-1 0,0 0-1 0,18 19 1 16,-18-1 2-16,0-1-3 0,0 0-1 15,0 2-1-15,0-2-6 0,-18 0-1 16,18-17-4-16,0 18-6 15,18-18-5-15,-18 0-1 0,17 0 0 16,1 0-4-16,0-18-13 0,-1 18-29 0,1-17-59 16,0 0-24-16,-1-2-17 0</inkml:trace>
  <inkml:trace contextRef="#ctx0" brushRef="#br0" timeOffset="93806.504">13370 12436 124 0,'0'0'241'0,"0"0"-159"0,0 0-37 15,0 0-16-15,0 0 8 16,0 88 1-16,-18-71-4 0,18 0-10 15,0 2-9-15,-17-19-11 0,17 17-4 0,0-17-6 16,0 0-6-16,0 0-4 0,0 0-7 0,0 0-8 16,0 0-24-16,-18 0-67 0,18-17-79 15</inkml:trace>
  <inkml:trace contextRef="#ctx0" brushRef="#br0" timeOffset="93940.931">13352 12171 273 0,'0'0'71'0,"0"0"-23"16,0 0 1-16,0 0 7 0,0 0-16 16,0 0-20-16,0 0-16 0,89 16-4 15,-72-16-4-15,1 0-18 0,-18 0-20 0,18 0-45 16,-1 0-127-16</inkml:trace>
  <inkml:trace contextRef="#ctx0" brushRef="#br0" timeOffset="94463.701">13582 12487 100 0,'0'0'43'0,"0"0"-24"0,0 0-1 0,0 0 120 15,0 0-82-15,0 0-6 16,0 0-5-16,0 0-2 0,0 0-9 16,0 0-14-16,18 19-10 0,-18-19-4 0,0 0-2 15,0 0-1-15,0 0-1 0,0 0-2 16,0 0-3-16,17 0-6 0,-17 0 3 16,18 0 2-16,-1 0 1 0,0-19-1 15,1 19 3-15,0 0 0 0,-1-16 0 16,1 16 1-16,0 0 4 15,-18 0 0-15,17 0 3 0,-17 0 1 0,18 16 0 16,-18-16-1-16,0 19 1 0,18-1-3 16,-18-1-1-16,0 0 0 0,0 2-4 0,0-2 0 15,0 0 0-15,0-17-4 0,0 18-4 16,0-18-4-16,17 18-5 0,-17-18-4 16,0 0-6-16,0 0-10 0,0 0-19 0,0 0-35 15,18 0-61-15,0 0-8 0</inkml:trace>
  <inkml:trace contextRef="#ctx0" brushRef="#br0" timeOffset="94767.652">15081 12611 176 0,'0'0'49'16,"0"0"107"-16,0 0-128 0,0 0-16 15,0 0 10-15,0 0 23 0,0 0-1 0,0 0-14 16,0 0-12-16,0 0 0 0,0 0-3 16,35 36-4-16,0-36-4 0,-17 18-1 15,17-18-3-15,1 0-1 0,-1-18-2 0,0 0-9 16,1 18-5-16,17-18-9 15,-18 1-8-15,0-19-5 16,-17 19-39-16,17 0-105 0</inkml:trace>
  <inkml:trace contextRef="#ctx0" brushRef="#br0" timeOffset="94983.477">15328 12258 225 0,'0'0'144'0,"-35"89"-78"0,17-54 0 16,0 19 2-16,1-3-20 0,-1 3-16 16,0-18-18-16,18 16-10 0,0-16-4 15,0-1-3-15,0-19-1 0,0 3-3 16,18-1-2-16,0-18 3 0,-1 0-6 0,1 0-4 16,0 0 2-16,-1 0-7 0,1-18-5 0,17-17-17 15,-17 17-18-15,0 1-8 16,-18-19-15-16,17 1-14 0,1-1-42 15</inkml:trace>
  <inkml:trace contextRef="#ctx0" brushRef="#br0" timeOffset="95399.451">15733 11853 106 0,'0'0'61'16,"0"0"120"-16,0 0-123 0,0 0-1 15,36 71-11-15,-36-37-1 0,0 2-5 0,0 17-8 16,0-18 2-16,0 19-11 15,-18-3-6-15,18-14-3 0,-18 16-3 16,1-1-4-16,17-16-3 0,-18 15-4 0,18-14 0 16,0-3-4-16,0 3-4 0,0-20-2 15,0 0-1-15,0 2 1 0,18-19 1 16,-18 0 1-16,17 0 3 0,-17 0 0 16,18 0 2-16,-18 0-1 0,18-19 1 0,-18 2 3 15,17 0 0-15,1-20-2 0,0 21 2 16,-18-2-2-16,17 1 2 0,1-3 0 15,-18 20 1-15,0-16-1 0,0 16 6 16,18 16 7-16,-18-16-1 0,0 37-5 16,0-19 0-16,0-2 0 0,0 21-2 15,0-3 1-15,17-15-3 0,-17-2-3 16,0 0-1-16,18 1-2 0,-18-18 1 0,18 18-2 16,-18-18 1-16,17 0 0 15,-17 0-3-15,18 0-1 0,0 0-3 0,-18 0-3 16,17-18-3-16,1 18-7 0,0-18-7 15,-1 1-13-15,-17 0-19 0,18 17-15 16,0-19-20-16,-1 2-54 0</inkml:trace>
  <inkml:trace contextRef="#ctx0" brushRef="#br0" timeOffset="95730.376">16192 12541 177 0,'0'0'3'15,"0"0"177"-15,0 0-146 0,0 70 3 16,0-52-1-16,17-18 0 0,-17 0-9 15,18 0-7-15,17 0-9 0,-17 0-3 16,17-18-8-16,-17 18 0 0,17-17-14 0,1-19-4 16,-1 19 3-16,-17 0 3 15,17-1-1-15,-17-1 2 0,-18 3 2 16,17-2 2-16,-17 1 3 0,0-3 4 0,-17 4 2 16,17 16 14-16,-18 0 5 0,0 0-2 15,18 0-3-15,-17 16 1 16,-1 4-2-16,-17-3 2 0,17 1-1 0,0 17-1 15,1-17 6-15,-1 16 0 0,0-15-7 16,1 15-6-16,17-16-6 0,0 0-1 16,0-18 3-16,0 18-4 0,0-1-2 0,0-17 1 15,17 0-3-15,1 0-5 0,0 0-1 16,-1 0-4-16,1 0-3 16,0 0 0-16,17 0 5 0,0 0-15 0,1 0-21 15,-19-17 20-15,19 17-57 0,-1-18-58 0,0 0 74 16</inkml:trace>
  <inkml:trace contextRef="#ctx0" brushRef="#br0" timeOffset="96424.095">16897 12416 137 0,'0'0'0'0,"0"0"0"16,0 0 71-16,0 0-9 0,0 0-12 16,0 0-7-16,0 0 1 0,0 0 1 15,0 0-9-15,0 0-6 0,0 0-2 16,-35 37 0-16,35-19-5 0,0-18-5 15,0 0-5-15,0 16-4 0,0-16-1 0,0 0-1 16,0 0-1-16,0 0-1 0,0 0 0 16,0 19-3-16,0-19-2 0,0 0 4 0,0 18-2 15,-18-1-2-15,18 0 3 16,-16 2-2-16,16-2 3 0,0 18-2 16,-18-17 0-16,18 0-2 0,0-1 0 0,0-17-1 15,0 18 1-15,0-2 0 16,0-16 0-16,0 0 0 0,18 0-4 15,-2 19 1-15,2-19 0 0,0 0 1 0,-1-19-1 16,1 19-2-16,0-16-2 0,-1 16 1 16,1-18 0-16,0 1-2 0,-1-1-1 15,1 0 1-15,0-17-4 16,-18 18-1-16,17-19-3 0,-17 1 2 0,0 0 7 16,0 17 1-16,0-19 4 0,0 21 2 15,-17 16 5-15,17-18 6 0,-18 18-4 16,0 0-2-16,1 0 0 0,-1 18-3 15,-17-18 1-15,17 16 0 0,0 4-3 16,1-20 0-16,-1 17-5 0,18-17-10 0,-18 18-8 16,18-18-12-16,0 0-27 0,0 0-33 15,18 0-87-15</inkml:trace>
  <inkml:trace contextRef="#ctx0" brushRef="#br0" timeOffset="96714.984">17180 12365 73 0,'0'0'314'0,"0"0"-263"0,0 0-22 16,0 0 17-16,0 0 2 0,0 0-11 0,71 71-9 16,-54-54-8-16,-17 1-9 15,0 17-1-15,0-17-1 0,0 16-2 16,0-15-2-16,0-2-5 0,0 0 1 0,0 1-1 16,0 0 0-16,0 0-4 0,-17-1 2 15,17-17 2-15,0 18 0 16,0-18 0-16,0 0-1 0,0 0 0 0,0 0 1 15,0 0 0-15,0 0-5 0,0 0 4 16,17-18 1-16,-17 18 0 0,18-17-1 0,0-1 1 16,17-18-3-16,-17 2-7 15,17 15 2-15,0-15 1 0,-17-3-2 16,16 3-10-16,-16 17-11 0,17-19-8 0,-17 18-22 16,0 1-33-16,-1-1-82 0</inkml:trace>
  <inkml:trace contextRef="#ctx0" brushRef="#br0" timeOffset="97407.325">17603 12416 145 0,'0'0'159'16,"0"0"-75"-16,0 0-52 0,0 0-7 15,0 55 26-15,0-39 0 0,0 3-19 0,0-1-20 0,18-1-7 16,-18-17-3-16,17 17-2 16,1-17 0-16,0 0 0 0,-1 0-3 15,19 0-3-15,-19 0-4 0,19 0-4 0,-1 0-4 16,0-17-3-16,-17 0 2 0,17 17-7 15,-17-18-3-15,0 18-5 16,-1-19-4-16,-17 19 12 0,0 0 26 0,0 0 13 16,0 0 23-16,-17 0 1 0,-1 19-9 15,0-1-2-15,1-1 3 0,-1 0 1 16,18 2-10-16,-18-19-13 0,1 17-7 0,17 0-2 16,0-17-2-16,0 0 0 15,0 0 1-15,17 0-7 0,-17 0 3 0,18 0-2 16,0 0-2-16,-1-17-1 0,1 17 1 15,0-17 0-15,-1 17 6 0,-17-19 5 16,18 2 3-16,0 17 0 0,-18-17 2 16,17 17-1-16,-17-18-2 0,0 18 0 15,18 0 4-15,-18 0 3 16,0 0 2-16,0 0 1 0,0 0 0 16,0 18-2-16,0-18-5 0,-18 17-1 0,18-17-2 15,0 17-2-15,0-17-2 0,0 19-1 16,0-19 1-16,0 0 2 0,0 0 0 0,0 0 1 15,0 0-1-15,18 0-4 16,-18 0-4-16,0-19 1 0,18 19 2 0,-18-17-1 16,17 17-7-16,-17-17 1 0,0-1 8 15,0 18 2-15,0-19 2 0,0 19-4 16,0-16 4-16,0-2 0 0,-17 18 5 16,17-17 2-16,-18 17-2 0,18-20-4 0,-18 20-1 15,1 0 3-15,17 0 2 0,-18 0 0 16,18 0-5-16,-18 0-2 15,18 0-3-15,0 0 0 0,0 0 1 0,0 0-2 16,-17 20 3-16,17-20 3 0,0 0 0 16,0 17 1-16,0-17 3 0,0 18 1 0,0-18 3 15,0 0-2-15,0 16-2 16,0-16-4-16,0 0 0 0,0 19-3 16,0-19-4-16,0 0-2 0,0 18-1 15,17-18 1-15,-17 0 1 0,0 0 1 0,18 0 3 16,-18 17 2-16,0-17 2 0,0 0 0 15,0 0 2-15,0 0 0 0,0 17-2 16,0-17-3-16,0 0-9 0,0 0-8 16,0 0-10-16,0 0-30 0,0 0-86 15</inkml:trace>
  <inkml:trace contextRef="#ctx0" brushRef="#br0" timeOffset="98282.648">17956 12594 118 0,'0'0'0'16,"0"0"13"-16,0 0 116 0,0 0-46 0,0 0-22 15,0 0-25-15,0 0-6 0,0 0-5 16,0 0-10-16,0 0-8 0,71-36-5 15,-53 19-2-15,-1 0 1 0,-17 17 1 16,18-18 0-16,-18-1 0 0,18 19 3 16,-18-16 0-16,0-2 0 0,0 18-1 15,0-17 3-15,0-3-2 0,-18 20 0 16,18-16-2-16,-18-2 3 0,1 18-3 16,-1-17-3-16,0 17 11 0,1 0 3 15,-1 0-9-15,0 0-5 16,1 0 1-16,-1 0 1 0,0 17 0 0,1 1-2 15,-1-18-1-15,0 16 1 0,1 4 0 16,-1-3 4-16,0 17 0 0,1-15-2 16,17-1 2-16,-18-1 1 0,18 19 1 0,-18-19 2 15,18 18-1-15,0-17 1 0,0 0-3 16,18 17 1-16,-18-19-1 0,18 3 1 0,-1-1-2 16,1 0-2-16,0-2-2 15,-1-16 2-15,19 19-2 0,-19-19-2 0,19 0-4 16,-19 0-3-16,19 0-3 0,-1-19-2 15,-17 19-5-15,17-16-3 0,-17-2-9 16,16 18-11-16,-16-18-21 0,-1-1-29 16,1 3-57-16,0-2-33 0</inkml:trace>
  <inkml:trace contextRef="#ctx0" brushRef="#br0" timeOffset="98752.43">18379 12365 97 0,'0'0'36'0,"0"0"28"15,0 0 81-15,0 0-84 0,0 0-10 0,0 0-2 16,36 71-4-16,-36-36-8 16,0-19-1-16,-18 21-6 0,18-20-8 15,0 19-8-15,-18-19-5 0,18 0-6 0,-17 1-3 0,17 0-2 16,0 0-1-16,0-18-5 16,0 0-3-16,-18 17-4 0,18-17-3 15,0 0 2-15,0 0-1 0,18 0 2 16,-18-17 4-16,17 17-1 0,-17 0 4 15,18-18-1-15,0 0 2 0,-1 18 3 16,1-18 4-16,0 1 4 0,-1-19-3 0,1 19 0 16,0 0 0-16,-1 17 5 0,1-18 6 15,-18 18 0-15,18 0-1 0,-18 18 0 16,0-18 4-16,0 17 1 0,0 0-1 16,0-17-3-16,0 19-3 0,0-2-4 15,0-17-5-15,0 17-3 16,0-17-1-16,0 18-4 0,0-18-2 0,17 0 6 0,1 0-1 15,0 0-2-15,-1 0-4 0,1-18 3 16,0 18 4-16,-1 0 2 16,1-17 0-16,-1 17-1 0,18-17 0 0,-17 17 3 15,-1 0 1-15,-17 17 8 0,18-17 2 16,0 17-3-16,-18 1-3 0,0 0 0 16,0 0-1-16,0-1 1 0,0 17-4 0,0-15-1 15,0-1-4-15,17-18-12 16,-17 18-7-16,0-2-3 0,0-16-7 0,18 0-40 15,0 19-83-15,-1-19-74 0</inkml:trace>
  <inkml:trace contextRef="#ctx0" brushRef="#br0" timeOffset="99231.86">19808 12629 145 0,'0'0'207'16,"0"0"-153"-16,0 0-7 0,0 0-14 16,0 0 13-16,-53 87 2 0,36-50-9 15,17-3-9-15,-18-15-12 0,18 15-11 0,-18-34-2 16,18 19-1-16,18-1-4 0,0-18 0 16,-1 0-2-16,19 0-3 0,-1 0-5 15,0-18-2-15,1-1-4 16,17 3 1-16,-36-2 1 0,18-1 1 15,-18 3-1-15,19-2 4 0,-36 0 1 0,17-17 2 16,-17 17 0-16,18 1 3 0,-18-19 4 16,-18 18 6-16,18 1 2 0,-17 17 4 15,17 0-1-15,-18 0 1 0,0 0-4 16,1 0-1-16,0 17 0 0,-1 1 2 16,-17 18-2-16,35-19-6 0,-18 1-1 15,1-18-13-15,17 16-14 0,0 3-9 0,0-19-35 16,0 18-76-16,17-18-42 0</inkml:trace>
  <inkml:trace contextRef="#ctx0" brushRef="#br0" timeOffset="99363.666">20161 12700 42 0,'0'0'95'0,"0"0"125"15,0 0-148-15,88 0-7 0,-70-18-17 0,17 18-6 16,0 0-11-16,1-17-12 0,-1 17-10 16,18-18-5-16,-18 0-4 0,1 0-5 15,-1 1-10-15,0 0-10 0,0-2-6 16,0 2-15-16,-17 0-31 0,-18-1-59 15,0-17-40-15</inkml:trace>
  <inkml:trace contextRef="#ctx0" brushRef="#br0" timeOffset="99631.531">20496 12258 155 0,'0'0'146'0,"0"0"-82"0,0 0-9 16,0 0 2-16,-35 89-4 0,17-54-7 15,18-1-9-15,0 21-11 0,-17-2-7 0,17-19 2 16,-18 37-6-16,18-18-4 15,-18 0-6-15,1 18-3 0,-1-18-2 0,0 17-3 16,1-18-1-16,17 2-1 0,-18 0 2 16,18-20-3-16,0 1-4 0,0 1-4 15,0-1-2-15,-18 0 2 0,18-18-7 16,-17 2-1-16,17-1 8 0,-18-1 3 16,0-17-7-16,1 0 0 0,-1 0 11 15,0-17 7-15,1 17 7 0,-1-18 3 16,18-18-10-16,-18 1-24 0,1 0 9 15,-1-1-6-15,18-16-19 0,-18 17-30 0,1-36-103 16</inkml:trace>
  <inkml:trace contextRef="#ctx0" brushRef="#br0" timeOffset="100351.02">21890 12471 135 0,'0'0'12'15,"0"0"162"-15,0 0-128 16,34-89-7-16,-16 72-3 0,0-19 9 0,-18 19-7 15,0 17-9-15,0-18-9 0,0 18 0 16,0 0 1-16,0 0-5 0,-18 18-2 16,0-18-4-16,1 35-1 0,-18 0 1 15,0-1 3-15,-18 3 7 0,18 16-5 16,-1-1-4-16,1 1-3 0,0 1 0 0,17-3-1 16,0-14-4-16,1-3-2 15,17 3-1-15,0-2-2 0,17-17-2 16,19-1 4-16,-19 0-2 0,19 1-3 15,-1 0 3-15,0-18-6 0,1 0-2 0,-19 0 1 16,1 0-3-16,0-18-1 16,-1 18-3-16,-17-18-7 0,0 1-7 0,0 0-22 15,0-1-12-15,-17-1-11 0,17 3-11 16,-18-2-13-16,0-1-30 0,1 3 59 0,-1-2 62 16,0 18 8-16,18 0 80 0,-17 0 12 15,-1 0-15-15,18 0-4 16,0 18-13-16,0-18-10 0,0 16-2 0,0-16-5 15,18 19-7-15,-18-19-11 0,35 18-9 16,-17-18-2-16,17 0-4 16,-17 0-3-16,17 0-4 0,-1 0-3 0,2-18-9 15,-19-1-8-15,19 19-7 0,-19-16-9 16,1-2-9-16,0 0-12 0,-1-1-11 16,-17 19-19-16,0-16-11 0,0-2 0 0,0 18 76 15,0-17 19-15,-17 17 45 0,17 0 10 16,-18 0 3-16,18 17 10 15,-18-17-8-15,18 18-11 0,-17-2-8 16,17 21-1-16,0-19-5 0,0-2-3 16,0 3 0-16,0-1-8 0,0-2-8 0,0 3-7 15,0-1-6-15,17-1-3 0,-17-17-5 0,18 17-1 16,0-17-6-16,-18 18-9 0,17-18-6 16,1 0-14-1,0 18-36-15,-1-18-94 0,1 0-118 0</inkml:trace>
  <inkml:trace contextRef="#ctx0" brushRef="#br0" timeOffset="100630.261">22419 12859 213 0,'0'0'48'0,"0"0"113"15,0 0-106-15,0 0-16 0,0 0 4 0,0 0-3 16,0 0-3-16,-88 70-9 16,70-52-8-16,0-18-8 0,18 18-9 0,-17-18-3 0,17 0-1 15,0 0-1-15,0 0-2 0,0 0-2 16,17 0-9-16,-17 0 0 15,18 0 7-15,0 0 1 0,-1-18-1 0,1 0-5 16,0 18-1-16,-18-18 5 16,17 18 3-16,-17 0 3 0,0 0 3 0,0 0 6 0,0 0 3 15,0 0 0-15,0 0-3 0,0 18 9 16,0 0-2-16,0-18-4 0,0 18-1 16,0-18-3-16,0 16-5 0,0-16-2 15,0 0-4-15,0 0-3 16,18 0-1-16,0 0-9 0,-1-16-4 15,1-2-10-15,0 0-17 0,-1 18-37 0,-17-18-78 16,18 1-90-16</inkml:trace>
  <inkml:trace contextRef="#ctx0" brushRef="#br0" timeOffset="100932.684">22966 12171 148 0,'0'0'34'16,"0"0"134"-16,0 0-91 0,0 0-15 15,0 0-14-15,-18 87-2 0,18-68-8 16,0 16-8-16,-18 0-6 0,1 18 4 16,-1-17 0-16,0 34-5 0,1-18-1 0,-1 1-7 15,0-17-7-15,1 17-5 16,-1 0-3-16,0-19 0 0,18 3-6 15,-17-2-6-15,17 0 1 0,0-18-4 0,0 19-2 16,0-18 0-16,0-18-2 0,0 16-1 16,0-16 0-16,0 19-10 0,0-19-23 15,0 0-17-15,17 0-53 0,-17-19-34 0,18 3-70 16</inkml:trace>
  <inkml:trace contextRef="#ctx0" brushRef="#br0" timeOffset="101297.412">23247 12753 236 0,'0'0'213'0,"0"0"-174"0,0 0-16 15,0 0 13-15,-35 71 17 16,17-36-5-16,1-17-19 0,17 16-15 16,-17-16-6-16,17 0-4 0,-18 0-1 0,18-2-3 15,0-16 0-15,0 19-2 0,0-19-5 0,18 0 1 16,-18 0-2-16,17 0-1 0,0 0-1 15,1 0-2-15,0-19 1 0,17 19-3 16,-17-16 1-16,-1 16 0 16,1-18 1-16,0 0 1 0,-1 0-2 0,1 1 1 0,-18 0-2 15,18-1 11-15,-18-1 3 0,0 3 13 16,0-21 1-16,0 37 1 0,-18-16 0 16,0-2-11-16,1 18 11 0,-1 0-3 15,-17 18-2-15,17-18-5 0,-17 16 4 0,-1 3 3 16,2-1-5-16,-1-2-6 0,17 3-1 15,0-1-3-15,1-1-10 16,-1-17-7-16,0 0-3 0,18 17-2 0,0-17-11 16,0 0-45-16,0 0-84 0,18 0-91 15</inkml:trace>
  <inkml:trace contextRef="#ctx0" brushRef="#br0" timeOffset="101474.001">23671 12806 238 0,'0'0'206'16,"0"0"-172"-16,0 0-17 0,-17 71 30 0,-1-54 11 16,0 0-17-16,1 1-25 0,17 0-13 15,-18 0-3-15,18-18-2 0,-18 16 2 0,18-16-8 16,0 19-5-16,0-19-3 0,-17 0-2 16,17 0-7-16,0 0-7 15,0 0-19-15,0-19-38 0,0 19-89 0</inkml:trace>
  <inkml:trace contextRef="#ctx0" brushRef="#br0" timeOffset="101613.741">23777 12558 185 0,'0'0'205'0,"0"0"-181"0,0 0-19 15,0 0-5-15,0 0 0 0,0 0 0 16,0 0-35-16,0 0-50 0,88 19-133 0</inkml:trace>
  <inkml:trace contextRef="#ctx0" brushRef="#br0" timeOffset="101898.424">24183 12647 225 0,'0'0'187'0,"0"0"-151"0,0 0-8 16,0 0 32-16,0 0 8 0,-89 69-17 15,72-50-21-15,-19-1-11 0,19-18-9 16,-1 18-5-16,0-2-5 0,1-16-3 15,17 19 0-15,0-1 0 0,-18-2 0 16,18 3-2-16,0-1 0 0,0-1 4 16,18 0 0-16,-18 1-3 0,17 0 4 0,1 16 0 15,0-15 0-15,-18-1-2 16,17-1 0-16,1-17-1 0,-18 17 1 16,0-17-6-16,0 19-5 0,0-19-4 15,0 18 4-15,-18-18 1 0,1 0 4 16,-1 17 0-16,-17-17-1 0,-1 0 3 15,1 17-4-15,0-17-6 0,-18 0-9 0,1 17-8 16,-1-17-41-16,-18 0-137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000" units="cm"/>
          <inkml:channel name="Y" type="integer" max="32000" units="cm"/>
          <inkml:channel name="F" type="integer" max="1024" units="dev"/>
          <inkml:channel name="T" type="integer" max="2.14748E9" units="dev"/>
        </inkml:traceFormat>
        <inkml:channelProperties>
          <inkml:channelProperty channel="X" name="resolution" value="787.40155" units="1/cm"/>
          <inkml:channelProperty channel="Y" name="resolution" value="1399.82507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06-22T02:48:56.80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4286 6385 217 0,'0'0'32'15,"0"0"50"-15,0 0 0 16,0 0-15-16,0 0-15 0,0 0-11 0,0 0-10 15,0 0 3-15,0 0-10 0,-71-35-10 16,71 35-3-16,18 0 0 16,-18 0 1-16,35 0 0 0,0 0 2 0,1 0-6 0,-1 17-4 15,18-17 3-15,-18 0-2 0,18 0-2 16,-17 0-2-16,17 0 0 0,-18 18-1 0,0-18 0 16,1 0 0-16,16-18-2 0,-35 18-2 15,19 0-7-15,-19 0-4 16,19 0 0-16,-36 0-1 0,17 0-4 0,-17 0-7 15,0 0-18-15,0 0-17 0,0 0-12 16,-17 0-20-16,-1 0-55 0,0-17-17 16</inkml:trace>
  <inkml:trace contextRef="#ctx0" brushRef="#br0" timeOffset="271.678">4462 6314 148 0,'0'0'24'0,"0"0"100"16,0 0-45-16,0 0-23 0,-17 71-6 15,17-35-6-15,0-1 1 0,0 0-6 0,0 0-10 16,0 18-7-16,0 0-2 0,0 16-2 16,0-14-6-16,0 15-6 0,0 0-2 15,0 1-4-15,0 18-2 0,0-1 2 16,0-18-2-16,0 1 2 0,0-19 0 16,0 2-3-16,0-2-2 0,0-33-2 0,17 15 1 15,-17-16-1-15,0-18 0 0,0 0-3 16,0 18-5-16,0-18-4 0,18-18 0 15,-18 18-2-15,0-18-6 0,18 1-23 16,-18-19-28-16,0 1-54 0,17 1-70 16,-17-3 104-16,0 3 88 0</inkml:trace>
  <inkml:trace contextRef="#ctx0" brushRef="#br0" timeOffset="458.991">4480 6896 2 0,'0'0'340'15,"0"0"-278"-15,0 0-17 0,0 0-1 0,0 0 5 16,0 0-9-16,0 0-11 0,0 0-9 16,0 0-5-16,88 0-3 0,-52 0-3 0,-19 0-4 15,19 0-2-15,-19 0-3 0,19 0-3 16,-1 0-2-16,-1-17-4 0,-16 17-10 0,17 0-6 16,1 0-6-16,17 0-13 0,-18 0-37 15,0 0-64-15,1-17-70 16,-1 17 162-16</inkml:trace>
  <inkml:trace contextRef="#ctx0" brushRef="#br0" timeOffset="1160.177">5503 6862 206 0,'0'0'132'0,"0"0"-60"0,0 0-45 16,0 0-3-16,0 0 3 0,0 0 7 0,106 17-10 15,-89-17-7-15,19 0-9 0,-1 0-4 16,-17 0-4-16,17 0-9 0,-17 0-16 16,17-17-10-16,-17 17-11 0,-1 0-24 15,-17 0-60-15,18 0-71 0,-18-19 155 16</inkml:trace>
  <inkml:trace contextRef="#ctx0" brushRef="#br0" timeOffset="1328.014">5591 7001 50 0,'0'0'37'0,"0"0"210"16,0 0-203-16,0 0-15 16,0 0 7-16,0 0 4 0,0 0-8 0,0 0-12 15,0 0-5-15,0 0-7 0,106 55-8 16,-71-55-1-16,1 0-8 0,17-18-6 16,-18 18-6-16,0 0-15 0,18 0-18 15,-17 0-41-15,16 0-80 0,-35 0 23 16</inkml:trace>
  <inkml:trace contextRef="#ctx0" brushRef="#br0" timeOffset="2044.651">6790 6350 114 0,'0'0'11'0,"0"0"122"0,0 0-65 15,0 0-25 1,0 0-15-16,0 0-2 0,0 0 3 0,0 0 2 15,0 0-6-15,0 0-6 0,-70 88-1 16,70-70 2-16,-18 17-1 0,18 0-4 16,-18 1-4-16,18-1-1 0,-17 0-2 0,17 18-3 15,-17-17-1-15,17 15 0 0,-18 3-2 16,18-1 2-16,-17 18-2 16,17-20 0-16,-18 20-1 0,18 1-1 15,0-2 0-15,0-18 0 0,18 2 4 16,-18-18 1-16,17-1 1 0,1-18 15 15,16 18-12-15,-16-16-4 0,17-2-1 16,1 0 1-16,-1 1-4 0,0-18-1 0,1 0 0 0,-1 0-3 16,0 0 1-16,1 0 1 0,-1 0 0 15,0-18-2-15,1 1-3 0,-1-19 0 16,0 18-2-16,1-16 1 0,-19-1-5 0,19-18 2 16,-1 16-3-16,-18-15 2 0,0 0 1 15,19-1-1-15,-19 0 1 0,-17-2 0 16,18-14 2-16,-18 16 3 0,0-17-1 15,0 17-6-15,-18-18-8 0,1 18 1 16,-1-17 2-16,0 17 7 16,1 16-8-16,0 3 17 0,-1-1 1 0,1 17 11 15,-1 0 7-15,18 1-4 0,-18 17-2 16,18 0 0-16,-17 0-2 0,17 0-1 16,-18 0-2-16,0 0-2 0,18 17 1 0,-17 1 2 15,-1 18 0-15,-17-19 1 0,17 36 1 16,0-18-5-16,-17 18 1 15,0 18-5-15,-1-20 0 0,1 4-1 16,17 15-2-16,-17-17-5 0,0-18-6 0,17 18-1 0,0-19 0 16,1 3 0-16,17-19-3 15,0-2-6-15,-18-16-17 0,18 0-37 0,0 0-48 16,18 0-44-16</inkml:trace>
  <inkml:trace contextRef="#ctx0" brushRef="#br0" timeOffset="2268.279">6896 6843 12 0,'0'0'127'0,"0"0"36"16,0 0-117-16,0 0-2 0,0 0 6 15,0 0-3-15,18 71-7 0,-18-35-7 0,0-1-3 16,0 18-4-16,0-19-5 0,0 19-4 16,0 1-2-16,0-1-2 0,-18 0-10 15,18-1-3-15,-17 2 0 0,17-2-6 16,-18-16-12-16,18-1 1 15,0-17-1-15,-18-1 1 0,18-17-2 16,0 0-9-16,18 0-17 0,-18 0-24 0,18-17-24 16,-1-1-6-16,-17 0-35 0,18-16 10 15</inkml:trace>
  <inkml:trace contextRef="#ctx0" brushRef="#br0" timeOffset="2441.653">7020 7250 27 0,'0'0'74'0,"0"0"-55"16,0 0 151-16,0 0-99 0,0 0-10 0,0 0-10 15,0 0-6-15,88-54-10 16,-70 72-6-16,0-18-6 0,-1 18-4 15,1 16-3-15,0-15-4 0,17-1-3 0,-17-1 2 16,17 19 4-16,-1-18-6 16,2-1-6-16,-1 0-3 0,0-17 0 0,1 17-5 15,-19-17-8-15,19 18-6 0,-1-18-2 16,-17 0-4-16,17 0-12 0,0 0-23 16,-17 0-64-16,0 0-75 0</inkml:trace>
  <inkml:trace contextRef="#ctx0" brushRef="#br0" timeOffset="3365.2">8149 6491 106 0,'0'0'12'0,"0"0"2"16,0 0 135-16,0 0-101 0,0 0-7 15,0 0 2-15,0 0-5 16,0 0-1-16,0 0-6 0,0 0-7 0,0 0-5 16,-36 0-3-16,36 0-4 0,-17 18-1 15,-1-18-2-15,0 17 2 0,18 0-3 16,-17 2-2-16,-1 16-1 0,0 0 0 0,18 0 2 15,0-1-1-15,-17 21 1 16,17-2 3-16,0 0-1 0,-18-1-3 0,18 19-2 16,0-18 2-16,-18 0-1 0,18 18 3 15,0-19 4-15,0 0-3 16,18-15-4-16,0-3-2 0,-1 3 0 16,1-3 0-16,0 1-1 0,17-16-2 0,-17-2-6 0,17 0-2 15,0 1 0-15,1 0-4 16,-1-1-5-16,0-17-4 0,1 17-3 0,-1-17-7 15,0 0-29-15,1 0-71 16,-1 0-26-16,18 0-70 0</inkml:trace>
  <inkml:trace contextRef="#ctx0" brushRef="#br0" timeOffset="8196.535">8695 6826 192 0,'0'0'26'0,"0"0"126"16,0 0-107-16,0 0 1 0,0 0-1 16,0 0 4-16,0 0-5 0,0 0-10 15,0 0-6-15,0-17-9 0,0 17-4 16,0 0-3-16,18 0 0 0,0 17 3 15,-1-17 1-15,36 17-3 16,-17-17-2-16,17 19-5 0,17-19-2 0,-17 17-4 0,18-17 0 16,-18 0-1-16,0 0-1 15,-1 0-1-15,-17 0-6 0,1 0-4 16,-1 0-3-16,-17 0-3 0,-1 0-5 0,-17-17-17 16,18 17-31-16,-18 0-47 0,-18 0-41 15,1 0-105-15</inkml:trace>
  <inkml:trace contextRef="#ctx0" brushRef="#br0" timeOffset="8391.435">8978 6862 189 0,'0'0'185'16,"0"0"-141"-16,0 0-15 0,-53 88 10 16,35-53 21-16,1 0-11 0,-1 1-18 0,0-1-14 0,1-1-5 15,-1-15-5-15,0 16-7 16,1 0-3-16,17-17-3 0,-18 0-9 15,18-2-6-15,-18 3-5 0,18-1-4 16,0-18-16-16,0 0-26 0,18 0-18 0,0-18 9 16,-18-1-18-16,35 3-38 0</inkml:trace>
  <inkml:trace contextRef="#ctx0" brushRef="#br0" timeOffset="8562.141">9084 6932 148 0,'0'0'153'0,"0"0"-83"0,0 0-9 15,0 0-8-15,0 0-9 0,0 0-12 16,88 18-6-16,-88-1-5 0,0 17-3 15,0 3-7-15,0-3-3 0,0 3-1 16,0-2-1-16,0 0-2 0,0 0-4 0,0 1-1 16,0-20-4-16,18 3-1 0,0-19-4 15,-18 0-7-15,34 0 3 16,-16 0-2-16,-1-19-8 0,1 3-7 0,0-2-22 16,-1 0-70-16,1-17-82 0</inkml:trace>
  <inkml:trace contextRef="#ctx0" brushRef="#br0" timeOffset="9396.221">9790 6509 173 0,'0'0'155'15,"0"0"-128"-15,0 0-12 0,0 0 27 0,0 0 19 16,87-71-17-16,-52 71-15 16,-17-17-7-16,17 17-1 15,1-18-3-15,-19 18-6 0,1 0-4 16,-18 0-5-16,0 0-1 0,0 0 1 16,0 0 0-16,0 0-1 15,-18 18-2-15,1-1 0 0,-1 1 0 0,-17-2 1 16,-1 21-1-16,1-20 0 0,17 0 0 0,-16 19-1 0,16-18 1 15,1-18 0-15,17 17-3 0,-18 1-4 0,18-18 0 16,18 18 3-16,-18-1-1 0,17-17 4 16,1 18-4-16,16-2-1 0,2-16 3 0,-19 20 3 15,19-3 2-15,-19 1-2 16,1-18 4-16,0 16-1 0,-1 3 4 16,-17-1-2-16,0-18 5 0,0 17-2 0,0 0-2 15,0 2-2-15,0-19-3 0,0 17-1 16,-17 0-2-16,-1 1-2 0,0-18-5 15,1 18-3-15,-1-18-1 0,-17 18-3 16,17-18-5-16,0 0-4 0,1 0-10 16,17 0-14-16,-17 0-42 15,-1 0-80-15</inkml:trace>
  <inkml:trace contextRef="#ctx0" brushRef="#br0" timeOffset="9681.334">10547 6614 83 0,'0'0'255'15,"0"0"-196"-15,0 0-10 0,0 0 9 16,71 71-11-16,-53-35-15 0,-1-19-3 16,1 17 2-16,0 3-19 0,-1-3-6 15,1 2-3-15,0-1 5 0,-1 1-4 16,-17-1-4-16,18 0-4 15,-18 17 1-15,0-15 2 0,-18-2-1 0,1 0-12 16,-1 0 7-16,-17 1 1 0,-1-1 1 16,19-17 2-16,-36 16 1 0,17-15-3 15,1-1-6-15,0-1-6 0,0 0-3 0,18 0-5 16,-19-17-14-16,1 0-23 16,17 0-60-16,-17 0-68 0</inkml:trace>
  <inkml:trace contextRef="#ctx0" brushRef="#br0" timeOffset="10825.408">14322 6826 202 0,'0'0'91'0,"0"0"-22"16,0 0-26-16,0 0 9 0,0 0-2 15,0 0-1-15,0 0-13 16,0 0-10-16,0 0-6 0,0 0-7 0,-35 0-4 0,52 17 8 15,19-17 1-15,-1 19-3 0,0-19-5 16,18 0-2-16,-17 17-3 0,17-17-1 16,0 0-4-16,-18 0 2 0,18 0-2 0,0 0-1 15,-18 0-3-15,1 0-3 16,17-17-11-16,-36 17-5 0,18 0-4 16,-18 0-9-16,1 0-26 0,0-19-37 0,-18 19-76 15,0 0-53-15</inkml:trace>
  <inkml:trace contextRef="#ctx0" brushRef="#br0" timeOffset="11193.836">14746 6862 260 0,'0'0'67'0,"0"0"-17"0,0 0-19 0,0 0 9 16,-88 88 11-16,70-53-10 0,0 0-8 16,1 1-9-16,-19-1-6 0,19-1-6 15,-1 3-5-15,0-3-5 0,18-16-2 0,-17 18-2 16,17-36-3-16,0 16-7 15,0-16-3-15,0 0-6 0,0 0-6 0,17 0-3 16,1 0-3-16,0-16-16 16,-1-2-14-16,1 0-17 0,17 0-11 15,-17-16 23-15,17 16 23 0,-17-1 25 0,17-15 20 16,-17 15 35-16,17-15 28 0,-17 16 23 16,0-1-7-16,-18 19-13 0,17-16-15 15,-17 16-6-15,0 0-9 0,0 0-5 0,0 16-5 16,0-16-2-16,0 19 0 15,0 17-10-15,0-1-4 0,0-17-2 0,-17 17-2 16,17 0-2-16,17 0-4 16,-17-17 0-16,18 16-3 0,0-15 0 0,-1-19 0 15,18 18-3-15,-18-18-6 0,19 17 0 16,17-17-2-16,-18 0-4 0,0-17-13 0,1 17-14 16,-1-18-26-16,0 18-28 15,1-19-103-15</inkml:trace>
  <inkml:trace contextRef="#ctx0" brushRef="#br0" timeOffset="13567.494">16457 6756 307 0,'0'0'76'16,"0"0"-29"-16,0 0-11 0,0 0 12 0,0 0-7 15,0 87-9-15,0-68-8 0,0 15-7 16,0 2-4-16,0-18-3 16,-18-1-6-16,18 1-4 0,0-2-2 0,0 3-2 15,0-19-1 1,0 0-7-16,0 0-2 0,0 0-3 0,0 0-9 16,0-19-9-16,0 3-22 0,18-2-43 0,-18 1-108 15</inkml:trace>
  <inkml:trace contextRef="#ctx0" brushRef="#br0" timeOffset="13704.65">16421 6438 286 0,'0'0'64'15,"0"0"-9"-15,0 0 6 0,0 0-13 16,0 0-22-16,0 0-16 16,0 0-10-16,0 0-4 0,0 0-4 15,89-35-19-15,-72 35-15 0,19 0-17 0,-19 0-78 0,19 0-89 16</inkml:trace>
  <inkml:trace contextRef="#ctx0" brushRef="#br0" timeOffset="13978.348">16950 6509 114 0,'0'0'223'0,"0"0"-184"16,0 0-8-16,0 0 12 0,0 0 15 16,0 70-12-16,-17-52-13 0,17-1-16 0,0-17-10 15,0 18-6-15,-18 0-1 0,18-1 0 16,0 1 0-16,0-2-1 15,0 4 1-15,0-3 0 0,0 1-2 0,18 17 2 16,-18-35 0-16,0 18-1 0,17-1 1 16,1 0 0-16,-18 2-2 15,18-2 2-15,-18-17 0 0,17 17 0 0,-17-17-1 16,0 18 0-16,0-18-2 0,0 18-6 16,0 0-9-16,-17-1-2 0,-1-17 1 15,0 18 2-15,1-2-3 0,-1-16-1 16,-17 19-1-16,35-19-2 0,-18 0-11 15,0 0-20-15,18 0-40 0,0-19-89 16</inkml:trace>
  <inkml:trace contextRef="#ctx0" brushRef="#br0" timeOffset="14475.874">17621 6809 344 0,'0'0'67'16,"0"0"-23"-16,0 0-24 0,0 0 8 16,0 0 13-16,0 0-8 15,88-18-10-15,-53 18-6 0,1 0-4 16,-1 0-2-16,0 0-3 0,1 0-2 16,-19 18 1-16,19-18-3 0,-19 0-3 0,-17 17-1 15,18-17 2-15,-18 17-2 0,0-17 1 16,0 19 0-16,0-2 0 0,0 0 1 15,-18 1-1-15,1 0 0 0,17 0-1 16,-18-1 2-16,18 1-2 0,-18-2 0 16,18 3-3-16,0-1 0 0,0-18 0 15,0 18 3-15,0-18 0 0,18 16 0 16,0 3 0-16,-1-19-3 0,1 0-5 0,17 0-7 16,-17 0-6-16,17 0-3 0,-17 0-9 15,16-19-15-15,-16 19-30 0,0-16-68 16,17-2-79-16</inkml:trace>
  <inkml:trace contextRef="#ctx0" brushRef="#br0" timeOffset="14794.555">18362 6950 394 0,'0'0'68'0,"0"0"-33"0,0 0-16 16,0 0 27-16,0 0 0 16,0 0-19-16,0 0-9 0,0 0-13 15,0 0-5-15,88 35-2 0,-53-53-10 0,1 1-8 16,-1-1-2-16,0 0 1 0,1 0 0 15,-19 1-1-15,19 0 4 0,-36-19 2 16,17 19 9-16,-17-1 7 0,0-1 6 16,0 3 1-16,-17-2 3 0,17 18 4 15,-18-17 0-15,0 17 1 0,18 0 3 16,-17 0-5-16,-1 17 0 0,0 1-1 0,-17-2 3 16,17 3-1-16,1 16 3 0,-19 1 3 0,19-2-1 15,-1 20-5-15,-17-19-7 0,17 0-4 16,0 1-3-16,18-20-2 15,-17 3 0-15,17-1-2 16,0-2 0-16,17 3-1 0,1-19-2 16,0 0-3-16,17 0-5 0,-17 0-4 0,17 0-3 15,0-19-10-15,1 3-27 0,-1-2-25 0,-17-1-80 16,17 3-74-16</inkml:trace>
  <inkml:trace contextRef="#ctx0" brushRef="#br0" timeOffset="15531.079">18891 6791 289 0,'0'0'59'0,"0"0"-27"0,0 0 13 0,0 0 18 16,0 0-9-16,17 71-19 15,-17-54-9-15,0 0-5 0,0 19-3 16,0-18-2-16,0-1-7 0,0 1-4 0,0-2 1 16,0 3-6-16,0-1-2 0,0-18-1 15,0 18-2-15,0-2-3 0,0-16 0 16,0 0 1-16,0 19-1 0,0-19 2 0,0 0 3 15,0 0 3-15,0 0 3 16,0 0-1-16,0 0 3 0,0 0 0 16,0 0-1-16,18-19-1 0,-18 19 1 0,18-16-4 15,-18 16 0-15,17-18-3 0,-17 18-3 16,18-18 1-16,-18 18 0 16,0-19-2-16,0 19 1 0,0 0 3 0,0 0 0 15,0 0 0-15,0-16 2 0,0 16 1 16,0 0 0-16,0 0 2 0,0 0 0 15,0 0-2-15,0 0-3 0,0 0-1 16,0 0 0-16,0 0 1 0,0 0 0 0,0 0-1 16,0 0 0-16,0 0 0 0,0 0-2 15,0 0-1-15,0 0 0 0,0 0 0 16,0 0 3-16,0 0-1 16,0 0-1-16,0 0-4 0,-18 0-4 0,18 0 1 15,0 16 4-15,0-16 5 0,0 0 4 16,0 0 0-16,0 0 3 0,0 0 0 0,0 0-3 15,0 0-2-15,0 0 1 0,0 0-1 16,0 0-7-16,0 0-11 0,0 0-16 16,0 0-4-16,0 0 6 0,0 0 11 15,0 0-2-15,0 0-12 0,0 0-1 16,0-16 22-16,18 16 12 16,-18 0 8-16,0 0 8 0,0 0 19 15,0 0 0-15,0 0-5 0,0 0-1 0,0-18-5 16,0 18-8-16,0 0-6 0,0 0-1 15,18 0 3-15,-18 0 1 0,0 0 1 0,0 0-1 16,0 0 0-16,17-17 3 16,-17 17 1-16,18 0 2 0,-18-18 3 15,18 18-1-15,-1-18-1 0,1 0-2 0,0 18-4 16,-18-17-5-16,17 0-1 0,1 17-2 0,0-19-2 16,-1 19 0-16,-17 0-1 0,18-17-2 15,-18 17 1-15,18 0 2 0,-18 0-2 16,0 0 2-16,17 17 6 0,-17-17 0 15,0 19-2-15,0-19-1 0,0 17-3 16,0 0-1-16,0-17-8 0,0 18-7 16,0-18-11-16,0 18-7 0,0-18-3 0,0 0-11 15,0 0-33-15,0 0-90 16</inkml:trace>
  <inkml:trace contextRef="#ctx0" brushRef="#br0" timeOffset="15875.276">19526 6879 188 0,'0'0'233'0,"0"0"-178"0,0 0-31 15,0 0 20-15,0 0 13 0,-89 71-18 0,89-54-17 16,-17 1-13-16,17-2-6 0,-18-16-3 16,18 19-2-16,0-19-1 0,18 18 3 0,-18-18 0 15,17 0-4-15,1 0 0 16,0 0-4-16,-1 0-1 0,1 0-5 15,0 0-1-15,-1-18-1 0,1 18 2 16,0-19 0-16,-1 19 2 0,1-16 1 16,0 16 4-16,-18-18 2 0,0 18 5 0,17-17 3 15,-17 17 2-15,0-18 3 0,0 0-6 16,-17 18 3-16,-1-18 4 0,0 18 4 16,1-17-6-16,-1 17 0 15,0 0-3-15,1 0 3 0,-19 0 0 0,19 17 0 16,-1 1-7-16,0-18 0 0,1 18-6 15,-1-18-6-15,0 18-6 16,1-1-4-16,0-17-9 0,17 18-23 0,-18-18-35 0,1 16-83 16</inkml:trace>
  <inkml:trace contextRef="#ctx0" brushRef="#br0" timeOffset="16716.168">20725 6809 169 0,'0'0'196'0,"0"0"-148"16,0 0-30-16,0 0 2 0,0 0 43 15,0 0-3-15,-88 0-20 16,71 17-15-16,-1 0-10 0,1 19-3 16,-1-19-1-16,0 19 1 0,1-18 1 0,17-1-1 0,0-17-7 15,0 0-4-15,0 18-1 0,17-18-2 0,1 0-1 0,0-18-3 16,17 18-4-1,-18-17 1-15,18-1-1 0,0-18-3 16,-17 19-1-16,17 0 4 0,-17-2 1 16,-18-15-1-16,18 16 0 0,-18-1 3 0,0 19 1 15,0-16 6-15,0 16 1 0,0-18 4 16,0 18 3-16,-18 0-2 0,18 18-6 0,-18-18-1 16,18 0-6-16,-17 16-2 0,17-16-11 15,0 19-26-15,0-19-36 0,0 18-73 16,0-18-70-16</inkml:trace>
  <inkml:trace contextRef="#ctx0" brushRef="#br0" timeOffset="16847.382">20902 6862 255 0,'0'0'143'0,"0"0"-95"0,0 0 1 15,88 17 4-15,-53 0-7 0,1-17-15 16,17 0-10-16,-18-17-8 16,18 17-7-16,-18-17-6 0,17-2-9 0,-16 2-15 15,17-18-8-15,-36 16-8 0,19-15-15 16,-19 17-36-16,1-3-71 0,0-14-43 15</inkml:trace>
  <inkml:trace contextRef="#ctx0" brushRef="#br0" timeOffset="17112.51">21360 6421 175 0,'0'0'101'15,"0"0"-40"-15,0 0-15 0,0 0 2 16,0 0 0-16,0 0-8 0,-88 35-8 16,88-19-4-16,-17 21 3 0,17-20-1 0,-18 19-3 15,18 16-3-15,0-16-2 0,0-1-7 16,0 18-7-16,0 0-4 15,0-1-4-15,0 1 0 0,0-17 0 0,0 17 0 16,0 0 0-16,0 0-2 0,0 0 0 16,0-1-3-16,-17 2-10 15,17-19 4-15,-18 0 5 0,18 1 0 0,-18-1-6 16,1-18 0-16,-1 18 1 0,0-16 4 16,1-2 3-16,-19 0 0 15,19-17 1-15,-19 18 1 0,19-18 2 0,-1 0 0 16,0 0-3-16,-17 0-8 0,17-18-13 15,18 1-21-15,-17-19-16 0,-1 18-23 0,18-16-94 16</inkml:trace>
  <inkml:trace contextRef="#ctx0" brushRef="#br0" timeOffset="17763.8">23036 6738 55 0,'0'0'341'0,"0"0"-283"15,0 0-42-15,0 0-7 0,0 0 20 16,0 0 12-16,89-88-24 16,-72 70-12-16,18 0-3 0,0 1 2 0,0-1 2 0,1 18-2 15,-1-17 1-15,-17-2 0 0,17 19 3 16,0-17-2-16,-17 17 2 0,17 0-1 15,-17 0-1-15,0 0 0 16,17 0 2-16,-17 17 3 0,-1 2 1 0,1-2-1 16,0 18-3-16,-1 1-1 0,1-1 2 15,0 1-2-15,-1 15 1 0,-17-14-4 16,0 16-1-16,0-19-3 0,0 20 0 0,0-19 0 16,18 0-2-16,-18 1 1 0,0-1-2 15,18-17 1-15,-1-2-7 16,-17 3-1-16,18-1-4 0,0-18-9 0,-18 0-2 15,17 0-7-15,1-18-14 16,-1-1-18-16,0-15-32 0,1 15-72 16,0-15-22-16</inkml:trace>
  <inkml:trace contextRef="#ctx0" brushRef="#br0" timeOffset="17963.608">23865 6526 279 0,'0'0'65'0,"0"0"-18"0,0 0-7 16,0 0 10-16,0 0-9 0,-88 53-8 0,71-18-10 15,-1 1-3-15,-17-1-3 16,-1 18-1-16,1 0-3 0,0-1-4 0,-1 1-4 16,1 1-1-16,-18-3-2 0,18 4-2 15,-1-2-3-15,1 0-7 0,0-19-5 16,-1 2 3-16,19-18 6 0,-1-2-9 16,18-16 0-16,0 0-1 0,0 0-7 15,0 0-10-15,0-16-16 0,0-2-27 16,18-18-52-16,-1 2-44 0</inkml:trace>
  <inkml:trace contextRef="#ctx0" brushRef="#br0" timeOffset="18345.287">24041 6138 368 0,'0'0'56'0,"0"0"-42"15,0 0 18-15,89-18 17 16,-54 1-15-16,0 17-19 0,1 0-7 16,-1 0-3-16,-17 0 0 0,-1 0-5 0,1 0-1 15,-18 0-4-15,0 0 5 0,0 17 0 16,0-17 2-16,0 18 1 0,-18 0-3 16,1 18-1-16,-19-19 1 0,19 0 0 0,-1 0 0 15,0 1-3-15,18 0-1 0,-17 0 4 16,17-18-2-16,0 17-3 15,0 1 2-15,0 0 3 0,17-1 0 0,1 1 3 16,0 0 2-16,-18 0-1 0,17-1 2 16,1 1-1-16,-18-2 2 0,0 3 0 15,0 16 1-15,0-35 0 0,-18 17 4 16,1 2-4-16,-1-2-8 0,0 1 0 16,1-1-9-16,-19 1-1 0,19-18-4 0,-1 18-5 15,0-18-7-15,1 0-8 0,-1 17-16 16,0-17-35-16,1 0-84 0</inkml:trace>
  <inkml:trace contextRef="#ctx0" brushRef="#br0" timeOffset="18693.622">24641 6809 84 0,'0'0'297'0,"0"0"-230"0,0 0-32 15,0 0-3-15,0 0 10 0,0 0-14 16,0 0-3-16,0 0 1 0,88 17-6 16,-70-17-7-16,17 0-6 0,1 0-1 0,-1 0-4 15,0 0-2-15,1 0-5 0,-1-17-13 16,0 17-6-16,1-18-7 0,16 18-13 16,-35-19-39-16,36 3-151 15</inkml:trace>
  <inkml:trace contextRef="#ctx0" brushRef="#br0" timeOffset="18934.14">25382 6579 378 0,'0'0'134'0,"0"0"-82"0,0 0-36 16,0 0 4-16,0 0 19 0,88 0-8 15,-52 0-17-15,17-17-8 0,-18 17-4 0,18 0-2 16,-18-19 1-16,0 19-1 0,18 0 0 16,-18-17-1-16,18 17-2 15,-18 0 1-15,1 0-2 0,-19 0-6 16,19 0-8-16,-19 0-7 0,1 0-8 0,0 0-22 16,-18 0-36-16,0 0-56 0,0 0-93 15</inkml:trace>
  <inkml:trace contextRef="#ctx0" brushRef="#br0" timeOffset="19144.649">25770 6543 338 0,'0'0'76'16,"0"0"-17"-16,0 0-16 0,-53 107 17 16,18-72 0-16,18 18-15 0,-1-19-13 15,0 20-8-15,1-18-10 0,-1 16-7 0,0-16-7 16,1-19-3-16,17 17-3 0,0-15-4 15,0-1-5-15,0-18 0 0,0 18-4 16,17-18-4-16,1 0-4 0,0 0-21 0,-1 0-20 16,19-18-12-16,-19 0-64 0,1-1-58 15</inkml:trace>
  <inkml:trace contextRef="#ctx0" brushRef="#br0" timeOffset="19310.012">25911 6756 266 0,'0'0'86'0,"0"0"-23"0,0 0-10 0,0 0 6 16,0 0-8-16,0 0-16 0,0 0-3 15,-18 70-8-15,18-53-7 0,-17 19-3 0,17-1 3 16,-18-17-5-16,18 17-9 16,0-17-3-16,0-2-4 0,18 3-8 15,-1-1-2-15,1-18-4 0,0 0 0 16,-1 0 3-16,1 0-8 0,17-18-13 16,1-1-31-16,-19 19-71 0,19-16-82 15</inkml:trace>
  <inkml:trace contextRef="#ctx0" brushRef="#br0" timeOffset="19775.461">26387 6156 387 0,'0'0'49'0,"0"0"-36"16,0 0-6-16,106-36 31 0,-71 36 14 0,1-17-25 16,-1 17-14-16,0 0-5 0,1 0 1 15,-19 0-2-15,1 0-4 16,0 0-1-16,-18 17 1 0,0 1 3 0,-18 0 6 15,0-1-1-15,1 19-1 0,-19-19-5 0,1 18 0 16,0-17-2-16,-1 0-2 16,19-1-1-16,17-17 0 0,-18 18-2 0,18-18-2 15,0 18 4-15,18-18 1 0,-18 17 2 16,17 1-3-16,1-18 0 0,0 18 0 16,-1 0 0-16,1-1-1 0,0 1 1 0,-1-18-2 15,-17 16 2-15,18 3 2 16,-18-1 1-16,0-18 0 0,0 17-1 0,0-17-1 15,-18 17-1-15,1-17-3 0,-19 19-7 16,1-2-9-16,0-17 0 0,-18 18-2 16,17-1-4-16,-17-17-10 0,1 0-11 0,17 18-29 15,-36-18-91-15</inkml:trace>
  <inkml:trace contextRef="#ctx0" brushRef="#br0" timeOffset="23897.215">3104 8890 270 0,'0'0'142'0,"0"0"-92"16,0 0-19-16,0 0-7 15,0 0 9-15,0 0 0 0,0 0-12 16,0 0-6-16,0 0-4 0,-71 16-1 0,54 21 5 15,17-3-5-15,0 19 1 16,0 1 3-16,-18-1-2 0,18 18-2 0,0 0-2 16,0-20 0-16,0 3-2 0,18-1-2 15,-18 0-4-15,17-18 0 0,1-18 0 16,0 0-3-16,-1 3 3 0,19-4 0 0,-1-16-2 16,0 18 2-16,1-18-2 0,-1-18 1 15,18 2-2-15,-18-4 0 0,1 3-2 16,17-17 0-16,-18-3 3 0,17 3-2 15,-17-19 0-15,1 17-2 0,-19-16-3 0,19-2-1 16,-19 2 0-16,19-1 0 16,-19 0 1-16,-17-1-5 0,18 1-2 15,-18 1 5-15,0-1 6 0,0 0 0 16,-18 18 5-16,1-1 0 0,-1 2 2 16,-17 16 4-16,17-1 1 0,-17 3 6 15,17 16-4-15,0-18-2 0,-17 18-1 16,17 18-3-16,-16-2-2 0,-1 3-1 0,17-1 0 15,-17 16 2-15,17 2-2 0,-17-1-2 16,17-17-2-16,0 17-9 0,1-1-7 16,-1 3-10-16,0-3-36 0,1-15-31 15,17 15-63-15,-18-15-36 0</inkml:trace>
  <inkml:trace contextRef="#ctx0" brushRef="#br0" timeOffset="24244.463">3334 8961 96 0,'0'0'139'0,"0"0"-90"16,0 0-17-16,0 0 16 0,-18 69 1 16,0-32-1-16,18-3-12 0,-17 20-7 0,17-1-6 15,0 0 1-15,-18-18-7 0,0 17-6 16,18-16-9-16,0-1-2 0,-17 0-9 16,17 1-13-16,0-18-5 0,0-1-4 15,0 0-8-15,0-17-13 0,0 0-11 16,0 0-10-16,0 0 16 0,17-17 25 15,-17 0 25-15,18-1 7 0,0-1 20 16,-18 2 15-16,17 0 2 0,1-1 6 16,0 18 1-16,-1-18-3 0,1 18 1 0,0-17 1 15,17 17-4-15,0 0-11 0,0 17-10 16,-18 1-4-16,19-18-2 0,-19 18 1 0,19-1-4 16,-19 0-5-16,19-17-4 0,-19 19-3 15,1-19-2-15,17 0-9 16,-17 0-3-16,0 0-5 0,-1 0-6 0,19-19-26 15,-19 2-43-15,19 0-108 16</inkml:trace>
  <inkml:trace contextRef="#ctx0" brushRef="#br0" timeOffset="24486.553">4233 8731 398 0,'0'0'63'0,"0"0"-44"0,0 0-8 0,0 0 22 16,0 0 18-16,-89 88-18 16,89-70-15-16,-16 17-7 0,16 18 5 0,0-17 5 15,0 17-7-15,-18 0-4 0,18-19-2 16,0 20-5-16,0-1-3 0,0-19-1 16,18 20-2-16,-18-37-1 0,0 18-2 0,0-16-5 15,16-2-6-15,-16-17-3 0,18 0-3 16,0 0-6-16,-1-17-13 0,1-2-26 15,0 1-29-15,17 1 18 0,-17-17-86 16</inkml:trace>
  <inkml:trace contextRef="#ctx0" brushRef="#br0" timeOffset="24645.285">4374 8996 17 0,'0'0'403'16,"0"0"-320"-16,0 0-42 15,0 0-3-15,0 0 0 0,0 0-3 0,106 0-4 16,-88 0-13-16,17 0-10 0,0 0-2 15,1-19-4-15,-1 19-2 16,-17-16-5-16,17-2 3 0,-17 18-20 0,17-18-7 16,-18-1-10-16,-17 3-22 0,17 16-71 15,-17-18-85-15</inkml:trace>
  <inkml:trace contextRef="#ctx0" brushRef="#br0" timeOffset="24944.052">4604 8925 343 0,'0'0'96'0,"0"0"-38"0,-36 71-26 15,19-37 12-15,-1 3 6 0,0-3-10 0,1 20-14 16,17-38-13-16,-18 21-7 0,18-3-6 16,-18-15-2-16,18-1-1 0,0-1-5 15,0-17-7-15,0 0-7 0,0 0-4 16,0 0-5-16,18 0-6 0,-18-17 0 16,18 17 0-16,-18-18 1 0,17-18-12 0,1 19 2 15,0-1 13-15,-18-1 27 16,17 3 6-16,-17-2 20 0,18 0 7 15,-18 18 9-15,18 0 10 0,-18 0 2 16,0 0-1-16,0 18-11 0,17 0-1 16,-17-2-8-16,18 3-7 0,-18-1-3 15,18-1-4-15,-18 19-8 0,17-18-5 0,-17-18-3 16,18 17-2-16,0-17 1 0,-1 0-8 16,18 0-13-16,-18-17-9 0,19-1-14 15,-19-1-74-15,19-15-44 0</inkml:trace>
  <inkml:trace contextRef="#ctx0" brushRef="#br0" timeOffset="25128.071">5186 8819 330 0,'0'0'187'0,"0"0"-152"0,0 0-18 16,0 71 16-16,-18-36 10 16,18-17-10-16,0 16-18 15,0 3-11-15,0-21-4 0,0 21 0 16,18-3-1-16,-18 2-4 0,-18-2-9 0,18 3-2 15,-35 16-17-15,17-1-18 0,-17-17-30 16,-18 36-99-16</inkml:trace>
  <inkml:trace contextRef="#ctx0" brushRef="#br0" timeOffset="25464.727">3598 10231 336 0,'0'0'89'16,"0"0"-50"-16,0 0-16 0,0 0 17 15,17 105-4-15,1-88-8 16,0 19-12-16,-1-1-8 0,1 19-2 16,0-21-4-16,-1 22-2 0,1-2 0 0,0 0-1 15,-18-1-8-15,17 1-5 16,-17 18-5-16,0-18 2 0,0 18 3 16,0-1 0-16,0-17 1 0,0 18-7 0,0-19-8 15,0 19-8-15,-17-18-8 0,17 0 1 16,0-1-43-16,0 1-132 0</inkml:trace>
  <inkml:trace contextRef="#ctx0" brushRef="#br0" timeOffset="26291.973">3175 12187 229 0,'0'0'92'0,"0"0"-29"0,0 0-15 15,0 0 1-15,0 0-1 0,0 0-5 16,0 0-14-16,0 0-8 0,0 0-5 0,0 0-2 15,0 0-4-15,-89 37-2 0,89-3-1 16,-17 2 1-16,-1 17 1 16,18 0 0-16,-18 18 2 0,18-1 8 0,0 0-6 15,0 1-2-15,18-18-6 0,-18-17-5 16,18-1 0-16,-1-1-8 0,1 3-1 16,0-20-1-16,17-17 3 0,-17 17-2 0,-1-17-1 15,19 0-1-15,-1 0 1 16,-17-17 3-16,17 0 3 0,-17-1 2 15,17-17 2-15,-17-2 0 0,17-15-1 0,-17 17-2 16,17-36-1-16,-18 19-2 0,0-1-4 16,1-18-5-16,-18 18-6 15,18-18-1-15,-18 19-5 0,0-19-9 0,0 1-7 16,-18 16-9-16,18 1 4 0,-18 18 13 16,1-1 35-16,-18 19 1 0,18 0 29 0,-1 17 0 15,0 0 1-15,1 0 1 0,-1 34-10 16,0-16-6-16,1 18-6 15,-19-1 2-15,19 0 2 0,-1 19-5 16,0-19-6-16,1 18-3 0,-1-19-4 16,0 2-11-16,1-1-8 0,-1 1-9 0,0-19-15 15,18 1-27-15,0-18-63 0,-17 0-26 16</inkml:trace>
  <inkml:trace contextRef="#ctx0" brushRef="#br0" timeOffset="26592.17">3263 12258 315 0,'0'0'73'0,"0"0"-34"16,0 0-4-16,18 89 17 0,-18-54-9 0,17-1-13 16,-17 21-11-16,0-20-6 0,0 17-3 0,0-16-3 15,0-1-6-15,0-17-1 16,0 17-2-16,0-17-11 0,0-2-6 0,0-16-2 16,0 19-1-16,18-19 0 0,-18 0-7 0,0 0-10 15,18-19 2-15,-18 19 14 16,0-16 12-16,17-2-6 0,-17 1-4 15,18 17 21-15,-18-18 2 0,0 18 22 16,0-18-2-16,0 18 3 0,0 0 10 0,0 18 5 16,18-18-4-16,-18 18-14 15,17-18-11-15,-17 17-5 0,18 1-1 0,0-2 0 16,-18 3-5-16,17-19-1 0,1 18-5 16,-1-18-7-16,0 18-3 0,1-18-7 15,-18 0-5-15,18 16-17 0,-1-16-29 0,-17 0-61 16,0 0-55-16</inkml:trace>
  <inkml:trace contextRef="#ctx0" brushRef="#br0" timeOffset="27377.358">4022 12082 303 0,'0'0'65'0,"0"0"-41"0,0 0-4 16,0 0 7-16,0 0 12 0,0 0-8 0,0 0-14 16,-53 71-10-16,35-37 0 15,18 3 2-15,0 16 1 16,0-1 2-16,0 19 5 16,0-18-1-16,0 18-5 15,0-18-6-15,18-19-3 0,-18 2-2 0,0-1 0 16,17-17-5-16,1-2-7 0,0-16-7 0,-1 19-2 15,1-19-8-15,0 0-1 0,-1-19-23 0,1 3-72 16,0-2-68-16</inkml:trace>
  <inkml:trace contextRef="#ctx0" brushRef="#br0" timeOffset="27541.842">4215 12347 327 0,'0'0'72'15,"0"0"-22"-15,0 0-9 0,0 0-2 16,0 0-1-16,71 18-4 0,-36-18-9 15,0 0-8-15,1 0-9 0,17 0-3 0,-18 0-5 16,0-18-2-16,-17 18-10 16,17-18-6-16,-17 1-5 0,-18-1-8 0,18 1-22 15,-18 17-46-15,17-19-62 16,-17 19-34-16</inkml:trace>
  <inkml:trace contextRef="#ctx0" brushRef="#br0" timeOffset="27686.625">4462 12329 276 0,'0'0'98'0,"0"0"-42"0,-35 87-25 16,17-32-2-16,1-20 6 16,-1 0-6-16,0 18-9 0,1-18-15 0,17-17-5 15,-18 0-13-15,18-1-4 0,0-17-4 16,0 0-2-16,0 0-5 0,0 0-13 16,0-17-26-16,18-19-25 0,-1 18-5 0,-17-16-4 15</inkml:trace>
  <inkml:trace contextRef="#ctx0" brushRef="#br0" timeOffset="27848.597">4462 12400 253 0,'0'0'95'16,"0"0"-20"-16,0 0-17 0,0 0-14 16,36 71-16-16,-19-36-7 0,-17-17-8 15,18 16-5-15,0 2-4 0,-18-1 1 0,17-17-4 16,-17 0-1-16,18-1-5 16,-18-17-9-16,18 18 0 0,-18-18 1 15,0 0-3-15,17-18-9 0,-17 18-14 16,18-17-22-16,-18-1-65 0,0 0-106 0</inkml:trace>
  <inkml:trace contextRef="#ctx0" brushRef="#br0" timeOffset="28210.565">4657 11941 377 0,'0'0'74'0,"0"0"-48"0,0 0-4 16,0 0 12-16,0 0-4 0,0 0-13 16,88-17-17-16,-88 17 0 0,17 0-18 15,-17 0-1-15,0 0-7 0,0 17 0 0,0 0 10 16,0 1 9-16,0 0-3 0,-17 17 7 16,-1-17 3-16,18 0 22 15,-17 17 2-15,17-17-3 0,0-18-5 0,0 18-1 16,0-18-3-16,0 0-4 0,17 17-3 15,1-17-2-15,-1 0-3 16,0 0 0-16,1 18-2 0,0-18 2 0,-18 16 1 16,17-16 1-16,1 19 6 0,-18-19 5 15,0 18 3-15,0-1-4 0,0-17-2 16,0 17-8-16,-18 2-2 0,18-2-11 0,-17-17-10 16,-1 18-9-16,18-18-16 0,-18 0-31 0,18 0-80 15,-17-18-77-15</inkml:trace>
  <inkml:trace contextRef="#ctx0" brushRef="#br0" timeOffset="28375.876">5097 12029 362 0,'0'0'65'0,"0"0"-43"0,0 0-2 16,0 0 20-16,53 71 5 0,-53-35-16 0,0-19-15 0,0 17-9 15,0 3-3-15,0-3-2 0,-17 2-3 0,-1-1 0 16,0 1-5-16,1 15-8 15,-1-14-4-15,-17 16-3 0,17-18-11 16,-17 18-21-16,-1-18-23 0,1 1-80 16</inkml:trace>
  <inkml:trace contextRef="#ctx0" brushRef="#br0" timeOffset="34747.483">3757 13123 44 0,'0'0'339'0,"0"0"-282"0,0 0-27 15,0 0 10-15,0 0 6 0,0 0-2 16,0 0-9-16,35 88-12 0,-35-52-6 0,18 17 11 16,-1-18-10-16,-17 19-7 0,18-20-5 15,-18 1-3-15,0 1-3 16,18-1 0-16,-18 0-2 0,0 1-2 0,0-2-13 16,-18 1-5-16,18-17 2 0,-18 18-1 15,1-19-2-15,-1 19-16 0,18-19-19 0,-18 19-22 16,1-19-19-16,-1 18-64 0,0-35-9 15,1 36 163-15</inkml:trace>
  <inkml:trace contextRef="#ctx0" brushRef="#br0" timeOffset="35212.017">3245 14111 98 0,'0'0'331'0,"0"0"-286"16,0 0-25-16,-53 71 17 0,36-36 10 0,-1 0-16 16,0 0-9-16,1 19-7 0,17-3 4 15,-18 3 5-15,18 16-12 0,0-16-7 16,0 16-1-16,0 19 1 0,18-19-4 0,-1 1-1 16,1 16-1-16,0-33 0 15,17 17-2-15,-17-37 1 0,-1 2 0 0,19-2-1 16,-19-15-1-16,19-19-1 0,-1 0 3 15,0 0 0-15,18-19 2 0,-1 2 0 0,-16-18-3 16,17 0 2-16,-18-1-5 16,18-16-3-16,-18-2 1 0,1-17-1 15,17 19 0-15,-36-18-2 0,19 17-2 0,-1-18-3 16,-17 1 1-16,-1-1 3 0,-17 1 2 16,18 17 3-16,-18-18 3 0,0 0 4 15,0 0-2-15,-18 19 2 0,1-1 0 16,-1 0 3-16,0 18 0 0,-17-1 3 15,17 19 6-15,1 17-2 0,-1 0-4 16,0 0 1-16,1 0 2 0,-1 35-6 16,-17-17 3-16,17 17-1 0,0 18-3 15,-17 0 4-15,17-1 0 0,-17 2-4 16,17-1-2-16,-17-2-11 0,17-14-5 0,1-3-7 16,0 3-10-16,-1-20-22 0,18-17-23 0,-17 0-55 15,17 0-61-15,0 0 176 0,0-35-28 16</inkml:trace>
  <inkml:trace contextRef="#ctx0" brushRef="#br0" timeOffset="35395.768">3475 14146 54 0,'0'0'203'0,"0"0"-128"0,0 0-28 16,0 0-15-16,-18 88 1 0,18-52-12 16,0 15 0-16,0-14 5 0,0 34 1 15,-17-18 0-15,17-1-7 0,-18 19-12 16,0 0-3-16,18-2-5 0,-17 2-2 0,-1-1-8 15,0-16-3-15,1-18 0 16,-1-1-5-16,18-1-1 0,0-16-5 0,0-18-14 16,0 0-36-16,18 0-81 0,-18-18-27 15,17 1 173-15</inkml:trace>
  <inkml:trace contextRef="#ctx0" brushRef="#br0" timeOffset="35559.768">3580 14711 50 0,'0'0'344'16,"0"0"-271"-16,0 0-15 0,0 0-1 0,88 18-4 15,-52 17-19-15,-1-17-14 0,0 16-6 16,1 2-5-16,17-2-3 0,-18 3-6 16,0-3-3-16,1-15-3 0,17 16-8 15,-36-18-8-15,19 0-3 0,-1 1-2 16,-17 1-17-16,-2-2-27 16,2 18-74-16,0-35-79 0,-18 18 108 15</inkml:trace>
  <inkml:trace contextRef="#ctx0" brushRef="#br0" timeOffset="38276.447">5027 10478 103 0,'0'0'25'0,"0"0"104"16,0 0-85-16,0 0-7 0,0 0-2 16,0 0-4-16,0 0 2 0,0 0-6 15,0 0 0-15,0 0-3 0,0 0-2 16,-71-36-4-16,71 54-5 0,-18 0 1 16,18 15 1-16,-17 4-1 0,17-3 0 15,0-15-4-15,0 16-6 0,0 1-2 16,0-19-2-16,0 18 1 0,0-35 2 15,0 18-1-15,0-18-1 0,17 0-1 0,-17 0-1 16,0 0 1-16,18 0-3 16,-18 0 1-16,18 0-2 0,-1-18-1 0,-17 18 0 15,18 0-2-15,-18-18 1 0,0 18 1 16,18 0 0-16,-18-17 0 0,0 17 1 16,0 0 0-16,0-17 1 0,0 17 1 0,0-19-1 15,0 19-1-15,0 0-2 0,0-17 2 16,0 17 0-16,0 0 1 15,0-17 2-15,0 17 0 0,0 0 1 0,0 0-1 16,0 0 1-16,0 0 0 16,0 0 0-16,0 0 0 0,0-18 0 0,0 18 0 15,0 0-3-15,0-19 0 0,17 3 3 16,-17-2-2-16,18 1-2 0,-18-3-2 16,18-13-6-16,-18-3-4 0,0 18-10 0,17-17 1 15,-17-1 4-15,0 2-9 0,0 16 5 16,0-17-4-16,18 0-5 0,-18-1 4 15,0 1-2-15,0-18 1 0,0 17-11 16,0 1 13-16,0 1 9 0,0-2-21 16,0 18 27-16,0 0 14 0,0 1 24 15,0-1 35-15,0 18 0 0,0 0-17 16,0 0-5-16,0 0-2 0,0 0-2 0,-18 0 2 0,18 0-4 16,0 18-12-1,0-1-1-15,-17 1 6 0,17 17 0 0,0 1-3 16,0-2 1-16,0 2-3 0,0 17-5 15,0 0 0-15,0 0-4 16,0 18-4-16,0-18-5 0,0-1 0 0,0 2-1 16,0-21 1-16,0-13-1 0,0 15-2 0,0-35-7 15,0 16-7-15,0-16-2 16,17 0-1-16,-17 0-3 0,18 0-15 16,-18 0-29-16,18 0-18 0,-18-16-15 15,17 16-36-15,-17-18 43 0,18 1 87 16,-18 17-8-16,18 0 13 0,-18-20 0 0,0 20 29 15,0 0-10-15,17 20 0 0,-17-20-5 0,18 17 150 16,-18 1-109-16,0-18-11 0,18 16 11 16,-18-16-14-16,17 19-12 0,1-19-3 15,-18 0-6-15,18 0-8 0,-1 0 1 16,1-19-7-16,0 3-6 0,-1-2-8 16,1 1-6-16,-18-3-4 0,17 4 2 15,0-19 2-15,-17 17 3 0,18 0 4 16,-18 1 7-16,0-1 6 0,0 1 7 15,-18-2 4-15,18 19 6 0,-17 0-6 0,0 0-3 16,17 0-1-16,-18 19-1 16,1-2-2-16,17 1-1 0,-18 17 0 0,0 1 0 15,18-19 3-15,-17 19 2 0,17-19-10 16,0 1-4-16,0-2-4 0,0 3-11 16,0-1 2-16,0-18-5 15,17 0 4-15,-17 0 1 0,18-18-10 0,17 18-1 16,-17-19-6-16,-1-15-11 0,18 17-1 15,-17-3-10-15,-1-13 5 0,19 33 8 16,-19-18 28-16,1 18 11 0,-18 0 19 0,18 0 10 16,-18 0 10-16,0 18 8 15,0 15-6-15,0-13-5 0,0 15-3 0,0-19-2 16,0 21-4-16,17-20-8 0,-17 0-9 16,0 2-3-16,0-19-2 0,18 0-1 15,-18 17-2-15,18-17 0 0,-18 0-1 16,17 0 0-16,1 0-1 0,-18 0 0 0,18 0-5 15,-1-17 1-15,1 17 0 16,0 0 1-16,-1 0 0 0,1 17 0 0,0-17 2 16,17 17 1-16,-17 19 0 0,-1-18 0 15,1 17-3-15,-18-19 3 16,18 21 2-16,-18-3 5 0,17 3 1 0,-17-2 2 0,-17 17-1 16,17-16 8-16,-18-2-1 15,0 3-9-15,1-3-3 0,-1-15-1 16,0-1 0-16,1-1-3 0,-1 0 0 0,0-17-5 15,1 17-7-15,17-17-1 16,-18-17-1-16,18 0-2 0,-18 0-4 0,18-1-7 16,0-18-17-16,0-18-27 0,0 2-85 15,0 17-84-15,0-35 236 0</inkml:trace>
  <inkml:trace contextRef="#ctx0" brushRef="#br0" timeOffset="38597.957">6350 10160 25 0,'0'0'303'0,"0"0"-220"0,0 0-19 0,88 0-4 16,-70 0-15-16,-1 0-15 0,-17 17-13 15,0 1-4-15,0 0-1 0,0 0-5 0,0-1-2 16,0 17-2-16,-17-15-1 16,-1 16-2-16,18 1-3 0,-18-19 1 0,18 18 2 15,0-17-2-15,0 0 1 0,0 0-4 0,0-1-5 16,0-1-1-16,18-16 0 15,0 20 3-15,-1-20 5 0,1 17 1 16,17-17 2-16,-17 18 0 0,0-18 2 16,-1 16-2-16,1-16 0 0,0 19 0 15,-18-19 1-15,17 18 1 0,-17-1 0 0,0-17 1 16,-17 17 1-16,17 2 0 0,-18 15 0 16,-17-16 1-16,17 0 0 0,-17 0-1 15,-1 17-4-15,1-19-3 0,0 3-14 16,-1-1-11-16,1 0-17 0,0-2-73 15,17 3-152-15,-17-19 114 0</inkml:trace>
  <inkml:trace contextRef="#ctx0" brushRef="#br0" timeOffset="38774.429">7038 10866 526 0,'0'0'77'15,"0"0"-70"1,0 0-7-16,0 0-12 0,0 0-6 0,0 0-9 16,0 0-55-16,0 0-180 0,0 0 79 15</inkml:trace>
  <inkml:trace contextRef="#ctx0" brushRef="#br0" timeOffset="48068.17">11959 9190 50 0,'0'0'50'0,"0"0"108"0,0 0-97 0,0 0-20 15,0 0-8-15,0 0 4 0,-106 35-2 0,88-18-6 16,0 2-5-16,-17 16-5 16,17-1-5-16,-16 20 2 0,-1-1 2 15,17 0-1-15,-17 16-5 0,-1 2-3 16,19 0-6-16,-1-1 0 0,-17 1-1 0,35-18 0 15,0 0 3-15,0 1 1 0,0-20-2 16,17-17-1-16,1 1-3 0,0 0 0 16,-1 0 0-16,19-1-1 0,-19-17-1 0,19 0-3 15,-19 0 0-15,18-17 0 16,0 17-1-16,0-18 1 16,1 0-2-16,-1 0 0 0,0 1 0 15,1-17 2-15,17 15-2 0,-18-16-1 16,0 0-4-16,1-19-2 0,-1 19-1 0,18-18 1 15,-18 1-7-15,1-1 0 0,-1-18-11 16,0 18-5-16,0-18-2 0,-18 19 11 16,19-19 15-16,-19 19 7 0,1-2 5 0,-18 2-2 15,18 17 6-15,-18-1 10 0,0 1 16 16,0 18-2-16,0-20-2 0,-18 21-4 0,0-2-3 16,18-1-6-16,-17 19-5 0,-1-16 1 15,0 16-4-15,-16 0 0 0,16 0-1 16,-17 0 1-16,17 16 0 15,-17 3 2-15,0-1 5 0,-1 17-1 0,-17 0-5 16,0 0-5-16,0 17-2 0,0 2-2 16,0 0-3-16,0-3-8 0,0 3-11 15,0-19-5-15,19 0-9 0,-1 1-9 16,17-1-13-16,18-18-40 0,-18-17-43 16,18 17 120-16,0-17 25 0</inkml:trace>
  <inkml:trace contextRef="#ctx0" brushRef="#br0" timeOffset="48444.21">11870 9330 55 0,'0'0'29'0,"0"0"131"16,0 0-91-16,0 0-25 0,-17 89-5 16,-1-54-1-16,18 1 5 0,-18 16-6 0,1 1-9 15,17 0-7-15,-18 0-6 0,0 0-3 0,1 1-8 0,0 15-4 16,-1-16-3-16,-17 0-2 0,17-17-7 15,1-2 1-15,-1 2-1 16,0-18 0-16,18-1-6 0,0 1-5 0,0 0-6 0,0-18-22 16,0 0-22-16,18 0-10 15,0-18-9-15,-1 0-12 16,1 18 98-16,17-17 1 0,-17-19-10 0,16 18 9 0,-16 1 6 16,0-17 32-16,-1 15-18 15,19 2-5-15,-36-1 139 0,17 0-93 0,1 1-10 16,-18 17-9-16,18 0 8 0,-18 17 6 15,17 1-7-15,19-18-9 16,-19 18-8-16,1 18-4 0,17-19 1 16,-17 0-5-16,17 0-7 0,1 1-8 15,-19-18-3-15,19 18-2 0,-1-18-8 0,-17 0-8 0,17 18-5 16,-17-18-6-16,-1 0-18 0,19 0-50 16,-19 0-109-16,1 0 0 0</inkml:trace>
  <inkml:trace contextRef="#ctx0" brushRef="#br0" timeOffset="48960.361">13140 9171 178 0,'0'0'41'0,"0"0"114"16,0 0-112-16,0 0-17 0,-35 90 3 16,17-55 11-16,1-1-2 0,-1 20-9 15,-17-1-11-15,18 0-5 0,-18-1-5 16,17 19-4-16,0-18 1 0,1 0 1 15,-1-1-2-15,0 1 2 0,18-18-4 16,18 1 1 0,-18-18-1-16,18 17-2 15,17-17-4-15,-17-1-4 0,17-17-7 0,-1 19-3 16,19-19 1-16,-17 0-4 0,-1 0-4 16,0-19-9-16,1 19-38 0,-19-17-25 15,19-1-5-15,-19 0-67 0,1 1 106 0</inkml:trace>
  <inkml:trace contextRef="#ctx0" brushRef="#br0" timeOffset="50109.307">13669 9508 26 0,'0'0'27'0,"0"0"223"0,0 0-179 16,0 0-8-16,0 0-11 16,0 0-5-16,0 0-4 15,71 0-15-15,-53 0-7 0,17 0-8 0,-17 0-5 0,-1-18-1 16,19-1-3-16,-19 2-1 0,19 17-2 15,-19-17 0-15,1-1-1 16,0 0 0-16,-1 1-2 0,1 0 2 0,0-2 0 16,-18 1-1-16,17 1-1 15,-17 0-2-15,0 0 1 0,0-1 3 0,0 18 1 16,0-19 3-16,-17 19-1 0,17 0-3 16,0 0 0-16,-18-17 0 0,18 17-1 0,-18 17-1 15,1-17 1-15,-19 19-1 0,19-1 2 16,-19-1 0-16,1 17 0 15,17 3 0-15,-17-3 4 16,0 2-1-16,-1 17-1 0,1-1 3 0,17-15-1 16,1 14 0-16,0-15 2 0,17-1-1 0,0 1 4 0,0-19-1 15,0 0-3-15,17 2-5 0,18-1 0 16,-17-2-3-16,17-16-1 0,0 0-4 16,1 0-4-16,-1 0-7 0,18-16-6 15,-18-2-4-15,1-1-17 16,-1 2-29-16,0-18-61 0,-17 17-45 0,17 1 46 15,-17-19 123-15</inkml:trace>
  <inkml:trace contextRef="#ctx0" brushRef="#br0" timeOffset="50413.395">14410 8872 6 0,'0'0'264'0,"0"0"-180"16,0 0-43-16,0 0-20 0,71-35 2 16,-53 35 5-16,-1 0-9 0,1 0-8 0,-18 18-8 15,0-18-3-15,0 17-3 0,0 1 3 16,0-2 3-16,-18 21 4 0,1-19-1 16,-19 17 3-16,19-1 1 0,-1-15 3 15,0 16 0-15,1-18 2 0,17 1 3 16,-18 0-1-16,18 0-3 0,18-2-3 0,-1-16-2 15,1 19-1-15,0-19-6 16,-1 0-2-16,19 0-7 0,-19 0-9 0,19 0-7 16,-1 0-12-16,-17 0-21 15,17-19-86-15,-17 3-108 0,17-2 198 16</inkml:trace>
  <inkml:trace contextRef="#ctx0" brushRef="#br0" timeOffset="50635.159">15028 9137 126 0,'0'0'123'0,"0"0"33"15,0 0-95-15,35 88-14 0,-17-52-3 0,-18-18-4 0,17 16-14 16,-17 1-11-16,18 1-6 0,-18-1-3 0,0 0-2 16,0 1 1-16,0-1-3 0,0-1-2 15,-18-14 0-15,1 14-6 0,-1 1-4 16,0-17 1-16,1 17-2 0,-19 1-8 0,-17-19-8 15,19 19-8-15,-19-2-11 16,0 1-38-16,-18 19-83 0,18-19-10 16,18 0 136-16</inkml:trace>
  <inkml:trace contextRef="#ctx0" brushRef="#br0" timeOffset="51195.032">12912 10689 200 0,'0'0'145'16,"0"0"-61"-16,0 0-35 0,0 0-15 15,17 88-1-15,-17-54 8 0,0 3-8 16,0-3-8 0,0 19-5-16,0-16-8 0,0-3-2 15,0 20-4-15,0-1-3 0,0 0-3 0,0-1 2 16,-17 2-1-16,17-2-1 0,0 0 0 0,-18 2-5 15,18 0-2-15,-18-3-1 0,18 3-2 0,-17-1 1 16,17 0 0-16,-18-19-3 0,18 19-2 16,-18-17 5-16,18-1 0 0,0-17 3 0,-17 18-4 15,17-19-1-15,0 0-2 0,0 0-5 16,0 1-2-16,0 0-15 16,0-18-9-16,0 18-21 0,0-18-32 0,0 0-96 15,0 17 166-15</inkml:trace>
  <inkml:trace contextRef="#ctx0" brushRef="#br0" timeOffset="52145.909">11782 12753 164 0,'0'0'77'15,"0"0"45"-15,0 0-83 16,0 0-5-16,0 0 2 0,0 0 3 16,0 0-5-16,0 0-5 15,-52 71-8-15,52-55-5 0,0 3-1 0,0 16 0 16,-18 18 0-16,18-19-4 0,-17 37-3 15,-1-17-1-15,0 17-2 0,18-1-4 16,-17-17 1-16,17-1-4 0,-18 1-1 0,18 0-1 16,0-17 2-16,18-1 0 0,-1-17-2 15,1-18-1-15,0 17-2 0,17-17 0 0,-1 0-1 16,2-17-1-16,-1-1-2 0,0 0 1 16,1 1-2-16,17-1 0 15,-18-18 3-15,0 1 4 0,1-1 0 0,-1 2-2 0,0-1 1 16,1-18 1-16,-19 17 3 15,19-17-2-15,-19 1 2 0,1-2 1 16,0 2 1-16,-18-19-3 0,17 19-2 0,1-19 1 16,-18 18 1-16,18 0 3 0,-18 0 0 15,0 17 2-15,17 2 0 0,-17-2 1 16,-17 19 2-16,17 17 1 0,-18 0 3 16,0 0 1-16,1 17-3 0,-19 0-5 15,1 19 0-15,17-1-2 16,-17 1 0-16,-18-1-3 0,18 18-8 15,-1-19-2-15,1 3-5 0,0-2-18 16,-1 0-42-16,19 0-43 0,-19-17-35 16,19 0 96-16,-1-2 25 0</inkml:trace>
  <inkml:trace contextRef="#ctx0" brushRef="#br0" timeOffset="52347.899">12029 12787 187 0,'0'0'85'0,"0"0"36"15,-35 90-90-15,35-56-15 0,-18 20 6 16,1-1 16-16,-1 18-13 16,0-2-12-16,1-16-5 0,-1 0-3 0,0 1-5 15,1-3 0-15,-1 3-14 0,18-19 2 16,-18 1-5-16,18-19-1 0,0 1 1 0,0 0 0 16,-17-18-5-16,17 0-10 15,0 0-21-15,17 0-36 0,-17-18-39 16,18 0 26-16,0 18 101 0,-1-35-21 15</inkml:trace>
  <inkml:trace contextRef="#ctx0" brushRef="#br0" timeOffset="52497.119">12100 13247 38 0,'0'0'61'15,"0"0"176"-15,0 0-160 0,0 0-20 0,0 0-13 16,71 71-4-16,-54-54-8 16,1 0-8-16,0 20-7 0,17-21-6 0,-17 19-4 0,-1-17-1 15,1 0-5-15,0 0-1 0,-1-18-7 16,1 17-9-16,-1-17-1 0,0 0-5 15,1 0-9-15,0 0 3 0,-18 0-35 16,17 0-88-16,1 0-35 0,0 0 64 16</inkml:trace>
  <inkml:trace contextRef="#ctx0" brushRef="#br0" timeOffset="52894.49">13034 12647 15 0,'0'0'340'0,"0"0"-297"0,0 0-24 16,0 0 6-16,0 0 19 0,-69 69 1 0,51-32-7 15,0-3-15-15,1 19-9 0,17 1-2 16,-18-19 0-16,0 17 1 16,18 2 0-16,0 0-4 0,0-3-2 15,0 3-5-15,18-19-2 0,0 0-5 0,-1 1 2 16,1-1-2-16,0-18 1 0,17 0-1 15,-18 3-2-15,18-4-3 0,-17-16-2 16,17 0-3-16,0 0-3 0,-17 0-10 16,17 0-16-16,1 0-17 0,-19-16-65 15,1 16-56-15</inkml:trace>
  <inkml:trace contextRef="#ctx0" brushRef="#br0" timeOffset="54045.926">13687 13000 6 0,'0'0'287'0,"0"0"-225"16,0 0-19-16,0 0-4 0,0 0 6 15,0 0-8-15,-18 71-7 0,36-71-4 0,0 0-5 16,-18 0-5-16,17 0-4 0,19 0-3 16,-19-19-5-16,1 19 0 0,17-17-1 0,-17 0 0 15,0-1-3-15,-1-1 0 0,1 3 0 16,0-2 0-16,-1 0-1 0,1 0-2 16,-18 1-1-16,18 0 1 0,-18 17 1 15,0-18 0-15,0-1 2 0,0 3 0 16,0-2 0-16,0-1 0 0,0 19 0 0,0-16 0 15,0 16-2-15,0 0 2 16,-18 0 0-16,0 0 2 0,1 0-2 16,-1 16 0-16,0-16 1 0,1 19 2 0,-1-1-1 15,-17 17-2-15,17-17 2 0,0 16-1 16,-17-16 1-16,17 18-2 0,1-1 5 16,-1 0-1-1,0 1 0-15,1-1-1 0,17 17-1 16,0-16-2-16,0-1 1 0,0 0-1 15,17-18 3-15,1 20-3 0,0-20-3 16,-1-17-2-16,19 17-1 0,-1-17-1 0,0 0-3 16,1 0-6-16,17 0-8 0,0-17-6 0,-18 0-10 15,18-1-26-15,0-18-73 0,-18 19-42 0,1-1 53 16</inkml:trace>
  <inkml:trace contextRef="#ctx0" brushRef="#br0" timeOffset="61861.003">14481 12100 200 0,'0'0'263'0,"0"0"-212"0,0 0-20 16,0 0 5-16,0 0 0 16,0 0-9-16,0 0-9 0,-18 71-8 15,18-55-5-15,0 3 1 0,0 16 2 16,0-18 1-16,0 19-1 0,0-1 3 0,0 1-2 0,0-19-4 15,0 17-1-15,0-14-2 16,0 15-2-16,0-19-2 0,0 3 1 0,-17-1-7 16,17-18 0-16,0 17-4 0,0-17-6 15,17 0-4-15,-17-17 5 0,18 17-4 0,0-18-4 16,17-17-11-16,-17 17-13 0,17 1-17 16,0-19 1-1,-17 1 11-15,17 17 10 0,-17-17 5 0,0 17 19 16,-1 1 20-16,-17-2 21 0,18 19 21 15,-18-17 9-15,0 17-1 0,0 0 1 16,0 0-8-16,0 17-8 0,0 2-6 16,0-19-7-16,0 35-5 0,0-18 0 15,0 1-2-15,0 0-5 0,0-1-5 16,0 1-3-16,0-18 1 0,0 0-1 0,18 0-1 16,-18 0 1-16,17 0 0 0,1-18-2 15,0 1 0-15,17-1-4 16,-17 0-4-16,-1 1-1 0,1-1 0 0,-1-18 1 15,0 19 1-15,1 0 1 0,0-1 3 16,-18-1 3-16,0 19 2 0,0-16 4 0,0 16 4 16,0 0 0-16,0 0-4 0,-18 0 2 15,0 16-8-15,1-16 2 0,0 19-2 16,-1-19 0-16,1 18 0 0,-19-1-1 16,19-17-2-16,-1 17-6 0,0-17-6 15,-17 19-3-15,17-19-3 0,1 17-7 16,-19 1-15-16,19-18-29 0,-19 17-63 0,19-17-62 15,-1 18 115-15</inkml:trace>
  <inkml:trace contextRef="#ctx0" brushRef="#br0" timeOffset="62273.162">15469 12136 219 0,'0'0'201'15,"0"0"-150"-15,0 0-13 16,0 0-9-16,0 0 16 0,71 88 1 0,-54-54-15 16,-17-15-9-16,17 16-6 15,1 18-6-15,0-18-3 0,-18 18-3 16,17 0 4-16,1-1-6 0,-18 1-1 0,0 1-1 16,0 16-1-16,0-18-4 0,-18 20 2 15,1-20-1-15,-1 2-4 0,0 16 5 16,-16-16-6-16,16-3-9 0,-17-14 4 0,0-3-4 15,-1 19-6-15,1-36-9 16,0 20-15-16,-18-3-12 0,17-17-74 16,1 3-39-16,0-4 24 0,-1 2 123 15</inkml:trace>
  <inkml:trace contextRef="#ctx0" brushRef="#br0" timeOffset="66143.769">16298 10901 82 0,'0'0'10'15,"0"0"-10"-15,0 0 148 0,0 0-104 16,0 0 1-16,0 0-13 15,0 0-4-15,0 0 3 0,0 0-5 16,0 0 0-16,0 0-5 0,35-35-3 16,-17 35-4-16,-1 0-3 0,-17-18-2 0,18 18-1 15,0-18-2-15,-1 18 0 0,1-19-1 0,0 3 0 16,-1 16-1-16,1-18-2 16,0 1 0-16,-18-1-2 0,17 18 0 15,1-18 0-15,0 0 0 0,-1 18-1 16,1-17 1-16,-18 17 0 0,18-17-2 15,-1 17 2-15,1 0-3 0,-18 0 1 16,0 0 0-16,18 0 1 0,-18 0 1 16,17 17 2-16,-17-17 4 0,18 35 3 0,-18-17 0 0,18 17-3 15,-18-1 0-15,17 3-1 16,-17 16-2-16,0-19 0 0,18 3-1 0,-18-20 0 16,0 18 0-16,18-17-2 0,-18 16 0 15,0-34 0-15,17 19 0 0,-17-1-3 16,18-18-3-16,-18 0-2 0,18 0-4 15,-2 0-6-15,2-18-6 0,0-1-8 16,-1 3-18-16,1-20-37 0,0 18-65 0,-18 1-38 16,17-18 188-16</inkml:trace>
  <inkml:trace contextRef="#ctx0" brushRef="#br0" timeOffset="66344.945">16986 10582 81 0,'0'0'10'0,"0"0"186"0,0 0-144 15,0 0-1-15,0 0-9 0,-89 54-1 16,54-37-5-16,17 19-9 0,2-1-4 0,-20-17-7 16,19 35-6-16,-19-18-1 0,19 1-2 15,-19-1-5-15,1-1-1 0,17 3-1 16,-17-20-2-16,0 18-8 0,-1 1-4 0,1-20-5 16,17 3-2-16,-17-1-4 0,17-1-5 0,18 0-20 15,-17-17-41 1,17 0-67-16,0 0-4 0,17 0 156 0</inkml:trace>
  <inkml:trace contextRef="#ctx0" brushRef="#br0" timeOffset="68991.113">17780 10724 45 0,'0'0'327'16,"0"0"-291"-16,0 0-27 0,88-18-5 16,-70 18 8-16,17 0 0 0,0 0-9 15,-17-17-3-15,17 17-9 0,1 0-7 0,-19 0-9 16,19-17-18-16,-20 17-31 15,20 0-77-15,-19 0 78 0,1-19 46 16</inkml:trace>
  <inkml:trace contextRef="#ctx0" brushRef="#br0" timeOffset="74845.821">16915 9842 27 0,'0'0'314'15,"0"0"-249"-15,0 0-6 16,0 0-19-16,0 0-2 0,0 0-2 16,0 0-12-16,0 0-10 0,-18 71-4 0,1-54-2 15,17 1-1-15,-18-18-3 16,18 18-2-16,0-1-2 0,0 2-2 0,0-19-2 0,0 17 2 15,0-17 0-15,0 17 2 16,0-17-1-16,0 17 1 0,0-17 0 16,0 18 0-16,0-18 0 0,0 18-1 15,0-18-2-15,0 18 0 0,0-18-1 0,18 0-3 16,-1 17 5-16,1-17 2 0,0 18 0 16,-1-18 0-16,19 18 0 0,-19-1 1 15,1-17 0-15,-18 18 1 0,18 0 0 16,-18 0 5-16,0-1 0 0,0 1 0 0,0-2-1 15,0 3 0-15,0-1-1 16,0-18-2-16,0 17 0 0,0-17 0 16,0 0-1-16,-18 17-1 0,18-17 2 15,-18 0-3-15,1 0-4 0,-1 0-3 16,0 0 0-16,1 0-6 0,-1-17-3 16,-17 17-5-16,35-17-2 0,-18-1-3 0,0-1-19 15,18-15-28-15,0-1-79 0,0-1-65 16,0-17 204-16</inkml:trace>
  <inkml:trace contextRef="#ctx0" brushRef="#br0" timeOffset="74994.315">16968 9859 194 0,'0'0'234'16,"0"0"-187"-16,0 0-11 0,0 0 19 16,0 0-6-16,88 36-9 0,-52-36-18 0,17 0-12 15,0 0-5-15,0 0-5 0,-18-18-5 16,18 18-15-16,0 0-7 15,-18-18-5-15,0 18-20 0,0 0-94 16,0-17-106-16</inkml:trace>
  <inkml:trace contextRef="#ctx0" brushRef="#br0" timeOffset="78978.451">18680 10672 119 0,'0'0'189'0,"0"0"-159"15,0 0 59-15,0 0-45 0,105-36-4 16,-70 19-14-16,0-1-6 0,1-1-5 15,17-15-4-15,-18 17-4 0,0-19-2 0,1 19 1 16,-19-19-3-16,1 18-1 16,0-17 0-16,-1 18-2 0,-17-19 2 15,0 19-2-15,0-20-5 0,0 21 5 0,-17-2 2 16,17 1 4-16,-18 17-2 0,0-18 2 16,18 18-2-16,-35 0 3 0,17 0 1 0,1 18 0 15,-19-1-3-15,19 1 0 16,-19-2 0-16,1 21-1 0,0-3-4 15,-1 2 0-15,1-1 1 0,17 1 0 16,-16 15-1-16,16 4 4 0,-17-2 4 0,17 0-8 16,1-1 0-16,17 1 0 0,-18 0-2 15,18-1 1-15,0-15-5 0,0-2-2 16,0 0-1-16,0-18 2 0,18 1-2 16,-1-18-2-16,1 18 5 15,0-18-1-15,17-18 2 0,-1 0-4 0,19 1-6 0,-17 0-9 16,17-20-5-16,0 3-16 0,-18 15-31 15,0-15-88-15,1-3-76 0</inkml:trace>
  <inkml:trace contextRef="#ctx0" brushRef="#br0" timeOffset="79307.882">19561 9754 302 0,'0'0'75'16,"0"0"-20"-16,0 0-2 0,18 88 7 0,-18-53-11 15,0 1-13-15,0-1-10 0,0 0-9 16,0 1-6-16,0 16-3 0,0-16-4 0,0-1-1 15,0 0-3-15,0 1 0 0,0-18-5 16,0-1-1-16,0 1-9 16,0-2-8-16,0-16-3 0,17 0 1 0,1 0-3 15,0 0-21-15,-1-16-40 16,19-2-93-16</inkml:trace>
  <inkml:trace contextRef="#ctx0" brushRef="#br0" timeOffset="79626.738">19985 10002 409 0,'0'0'56'16,"0"0"-34"-16,0 0 0 0,-35 87 33 15,35-69-5-15,0-1-16 0,-18 1-18 16,18 0-11-16,18-1-3 0,-18-17 1 0,17 0 0 0,18 0-3 16,-18 0-5-16,19 0-9 15,17-17-6-15,-18-1 4 0,0 0 3 16,-17 1-1-16,17-1-1 0,1 18 3 15,-19-18 2-15,1 0 8 0,0 1 2 16,-1 0 3-16,1 0-3 0,-18-2 4 0,0 2 6 16,0-1 6-16,0 18 3 0,0 0-6 15,-18 0-1-15,18 0-2 0,-17 0-4 0,17 0-3 16,-18 0-1-16,0 0-2 16,18 0-3-16,-17 0 1 15,-1 18-3-15,18-18-7 0,-35 0-2 16,17 0 1-16,0 0 3 0,-17 0 2 0,17 17-4 15,-17 2-8-15,0-2-11 0,-1 0-29 16,19-17-86-16,-18 35-131 0</inkml:trace>
  <inkml:trace contextRef="#ctx0" brushRef="#br0" timeOffset="81345.622">13052 13899 334 0,'0'0'70'0,"0"0"-26"0,0 0-16 16,0 0 0-16,0 0 16 0,0 0-9 15,0 0-8-15,0 0-3 0,0 0-4 16,0 0-4-16,35 88-2 0,-35-52 1 0,18-1-1 16,-18 18-2-16,0-1-5 0,0 2-3 15,0-1-2-15,0-2-2 16,-18 4 0-16,18-2-4 0,-17 0-3 0,17-19-5 16,-18 20-4-16,18-19-6 0,-18 0-5 15,18 17-5-15,-17-15-17 0,17 16-13 16,-17-19-3-16,17 2-60 0,0-2-60 15</inkml:trace>
  <inkml:trace contextRef="#ctx0" brushRef="#br0" timeOffset="81617.691">12647 15804 395 0,'0'0'49'16,"0"0"-36"-16,0 88-2 0,0-52 10 0,17-1 11 15,-17-17-6-15,18 17-10 16,0-17-8-16,17-1-3 0,-17 0-5 0,-1-17 0 15,19 0-1-15</inkml:trace>
  <inkml:trace contextRef="#ctx0" brushRef="#br0" timeOffset="83346.557">12876 15240 271 0,'0'0'55'0,"0"0"-49"0,0 0 10 0,0 0 7 16,0 0 9-16,0 0-1 0,0 0-7 15,0 0-3-15,0 0 1 0,0 0 4 16,-70-54-3-16,52 73-3 0,0 16 1 0,1-18 3 16,17 20-1-16,-18-3-3 0,0 1-4 15,18 18-4-15,-17 0-3 0,17-17-3 16,0 16-3-16,0 1-3 0,0-18 0 16,0 18-2-16,0-17-2 15,17-2-4-15,1 2-1 16,-18-1-1-16,18 1 2 0,-1-19 3 15,1 1 1-15,0 0-1 0,-18 0 1 0,17-1-1 0,1-17 0 16,0 0-1-16,-1 0 4 0,1 0 2 16,0 0-1-16,17-17-1 0,-17-1-1 15,-1 0 3-15,1-17 0 0,-1 17 1 16,0-17 2-16,19-1-1 0,-19 1-2 0,1-18-2 16,0 18-1-16,-1 0-2 0,1-1 1 15,-18-17 1-15,18 19-3 0,-18-19 2 16,0 17-11-16,0-17-1 0,0 18 12 15,-18-19 4-15,18 20 0 0,-18-1-8 0,1-1 8 16,-1 19 1-16,0-1 1 0,18 0 2 16,-17 1 3-16,-1 17-2 0,0 0 4 15,1 17 0-15,0-17-3 16,-1 18-5-16,1 17 0 0,-1-18-1 16,-17 2-3-16,17 16-2 0,0-1-6 15,-17-14-7-15,17-4-9 0,1 19-21 16,-19-17-16-16,19 0-20 0,-1 0-41 0,0-1 3 15</inkml:trace>
  <inkml:trace contextRef="#ctx0" brushRef="#br0" timeOffset="83646.024">12770 15381 184 0,'0'0'103'0,"0"0"-58"16,0 0-14-16,0 0 2 0,0 0 8 16,18 88-6-16,0-71-7 0,-18 20-8 0,17-3-6 15,-17 19-1-15,0-18-2 0,0 18-1 16,0-17 0-16,18 16-2 16,-18-16-1-16,0 17-4 0,0-18 0 0,0 1-3 15,0-19 0-15,0 17-2 16,0-15-3-16,0-1-1 0,18-18-3 0,-18 0-8 15,0 0-7-15,0 0-7 0,0 0-11 16,0-18-11-16,17 18-21 0,-17-19-6 16,0-15 2-16,0 17 2 0,0-1 14 0,18 0 22 15</inkml:trace>
  <inkml:trace contextRef="#ctx0" brushRef="#br0" timeOffset="83844.961">12894 15786 1 0,'0'0'25'16,"0"0"10"-16,0 0 18 0,0 0 4 0,0 0-2 15,0 0 3-15,0 0 0 0,0 0 1 16,0 0-6-16,88-35-7 0,-70 52-7 0,-1-17-6 15,0 18-6-15,19 0-2 0,-19 0-5 16,1-1-1-16,17-17 12 16,-17 18-20-16,0 0-11 0,-1-18-4 0,1 17 3 15,0 1-11-15,-1-18-8 0,-17 0 2 16,18 18-5-16,0-18 1 16,-1 18 13-16,1-18-31 0,-18 17-48 0,0-17-72 15,18 18-88-15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32767" units="deg"/>
          <inkml:channel name="T" type="integer" max="2.14748E9" units="dev"/>
        </inkml:traceFormat>
        <inkml:channelProperties>
          <inkml:channelProperty channel="X" name="resolution" value="3854.94116" units="1/cm"/>
          <inkml:channelProperty channel="Y" name="resolution" value="5461.1665" units="1/cm"/>
          <inkml:channelProperty channel="F" name="resolution" value="91.01945" units="1/deg"/>
          <inkml:channelProperty channel="T" name="resolution" value="1" units="1/dev"/>
        </inkml:channelProperties>
      </inkml:inkSource>
      <inkml:timestamp xml:id="ts0" timeString="2023-06-27T07:05:34.894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15419 1333 928 0,'0'0'2228'0,"0"0"-1108"0,0 0-336 16,0 0 24-16,0 0 88 0,0 0-180 15,0 0-300-15,0 0-92 0,-16-16 452 0,16 13 568 16,-4 0-864-16,0 0-195 0,4 0-29 15,-4 3 80-15,4-3 84 0,-4 3-32 16,4 0-84-16,-5-4-48 0,5 4-24 16,0 0 20-16,-3 0 16 0,3 0-12 0,-4-3 32 15,4 3-20-15,-4 0-28 16,0-3-64-16,0 3 0 0,-4 0 0 0,4 0-36 16,-4 0-76-16,4 0 60 15,-4 0-60-15,1 0 60 0,-2 0 0 16,1 0 68-16,-3 3-192 0,-2 0-28 15,1 4 20-15,-8-1 0 0,5 0-116 0,-2 4 48 16,-2 0 68-16,3-1-4 0,-1 0 0 16,2 5-36-16,-2-2 40 0,2 1 4 15,-1 2-40-15,0 2 40 0,0 1-4 16,4 5-104-16,1-1 24 0,2 0 36 0,1 6 52 16,8-2 0-16,-4 3-4 0,4-2-52 15,0 6 56-15,4-2-128 0,-4 1 128 16,4 0-4-16,0 0-32 0,1 0 24 15,-1-1-76-15,-1 5 24 0,1-2 12 16,0 1-124-16,0-3-52 0,0 3 52 0,5-3 12 16,2 2 24-16,5-2 52 15,0 0 88-15,-1-1 4 0,6 5 0 16,3-8-4-16,-4 1-52 0,3-1-12 0,1-2 56 16,4-4-56-16,0 1 64 15,4-4 80-15,0-4 56 0,8-5-128 16,0-2 324-16,4-8-116 0,4 0-16 0,-1 0-24 15,5-8-76-15,4-5 128 0,-1-3 36 16,-3-3-140-16,4 0 76 0,-4 0-20 16,-1 0-28-16,-2-3-4 0,-2 3-84 0,1 0 60 15,-4-3-112-15,-4-1 52 16,-4 1-60-16,0-1 0 0,-9-2-4 16,1-3-64-16,-3-1-196 0,-6-3 172 0,5-3-16 15,-9 0 100-15,6-2 4 0,-9-2 0 0,4 4 12 16,-9-7 52-16,-3 5-24 0,-4-1-32 15,0 0 8-15,-4-3-8 16,-15 2-8-16,-1-1 0 0,-8 1-116 16,-4-2-136-16,-8 3 24 0,-4 3-112 0,1-4-212 15,-9 8 272-15,0-1 28 16,0 4 12-16,0 2 176 0,-4 8-36 0,-4 5 100 16,5 3-104-16,-4 7 16 0,-5 3 88 15,4 3 100-15,-4 3-100 16,5 11-164-16,-5-2 160 0,0 7-252 0,0 0 4 15,5 4-172-15,-1-1-548 0,0 6-173 16,4-1-703-16,17-8-688 0,-17 13-2100 16</inkml:trace>
  <inkml:trace contextRef="#ctx0" brushRef="#br0" timeOffset="4415.372">7681 1365 2636 0,'0'0'1956'0,"0"0"-1448"0,0 0 752 16,0 0-660-16,0 0-288 16,0 0 336-1,0 0 312-15,0 0 116 0,0 0-124 0,0 0-227 0,-47 9-125 16,43-6-280-16,0-3-152 0,-1 4 140 0,-3-1-168 15,4 1 24-15,1-2-36 0,-1-2-28 16,0 4-36-16,-5-2-60 0,1 4-4 16,5 1 0-16,-5 0 4 0,0 3 12 15,-1-1-4-15,2 0 88 0,-1 4-24 16,4-3-68-16,-5 2 8 0,6 1 40 16,-1 0-52-16,4 2 4 0,0-2 80 15,0 3-88-15,0 0-4 0,0 3-4 0,0-1-32 16,0 1 40-16,0 1 0 15,4 2 12-15,-1-2 40 0,1 2-48 0,5 0 44 16,-5 0-48-16,4 0-8 0,-1 1-68 16,6-1 76-16,-2 3-80 15,2-3-32-15,2 0 8 0,2 1 104 0,-2 2-80 16,6-2 76-16,-2-5 8 0,1 4 60 0,0-2-64 16,5 2-60-16,-6-6 56 15,1 3 8 1,-5-3 52-16,2-3-52 0,-2-1 8 0,2-2 80 15,-2-1-80-15,2-5-4 0,3-2-8 0,-5-2-8 0,6 0 4 16,-2 0 0-16,-3-6-60 0,0 0 12 0,0 0 8 16,-1-7 44-16,2 0 16 15,-2-2-12-15,-2-2-4 0,-2 2-92 16,2-5 4-16,-1 1 36 0,-5 1 52 0,2-4 4 16,-5-3-4-16,0 2-124 0,-4 0-56 15,0-2 140-15,0 3 40 16,-4-1 16-16,-5 2 40 0,-2-5-48 0,3 7-4 15,-5-6-4-15,2 2-116 0,-1-2 40 16,-4 3 64-16,0-1 12 0,0-2 0 16,-4 6 48-16,0-4-52 0,0 4 8 0,-4 5 132 15,1 0 20-15,3 1-56 16,-5 4-48-16,1 3 100 0,1 2 76 16,-1 1 40-16,-4 3-156 0,4 0-112 0,0 3-60 15,5 4 60-15,-6-1-76 0,5 3 24 0,1 1 52 16,2 4-164-16,2-6 148 0,-5 2-212 15,8 2 100-15,-4-2-60 16,4 0 48-16,0 3-180 0,0-1-424 16,-1 1-593-16,2 3-927 0,3 3 720 0,-4-1-516 15,4 2-12-15,0-1-220 16,1-4 2212-16,-6 8-367 0</inkml:trace>
  <inkml:trace contextRef="#ctx0" brushRef="#br0" timeOffset="24898.961">2147 4975 4748 0,'0'0'192'0,"0"0"-20"16,0 0 1440-16,0 0 468 0,0 0-544 16,0 0-307-16,0 0-269 0,0 0 48 15,0-19-68-15,0 16-156 0,0-1-108 0,-4 2-84 16,4-2-28-16,0 1-108 0,-4 3 40 15,4 0-64-15,-4 0-136 0,-4 0-160 16,0 0-136-16,-4 7-136 0,0 2 128 16,1 1-64-16,-6 2-200 0,6 1 64 15,-2 3 120-15,5-3 88 0,1-4 0 0,3 0 88 16,0-5 72-16,4-4-52 16,0 0-20-16,0 0-80 0,0 0-4 15,0 0 44-15,0 0 28 0,0-4-16 0,0 1 28 16,0 3-88-16,4 0-76 0,-4 0-20 15,0 0 88-15,0 0 8 16,4 0 92-16,0 7 68 0,3-1-60 0,1 3 84 16,5 7 72-16,-2 7 52 0,5 2-76 15,0 10 0-15,0 10 60 0,0 2-192 16,0 8-88-16,-4 3-4 0,4 4-8 0,-4 1-116 16,0 4 112-16,-4-4 0 0,4 1-56 15,-9-4 60-15,6 0 0 0,-5-3-108 16,0-5-88-16,0-5-88 0,0-6 104 15,-1-6-56-15,1-10-96 0,-4-12-72 16,4-3-288-16,-4-10-76 0,5-3-548 0,-1-10-68 16,0-3-76-16,0-12-64 15,-4-7-385-15,0 3-1051 0,-12-25-3080 0</inkml:trace>
  <inkml:trace contextRef="#ctx0" brushRef="#br0" timeOffset="25179.659">2127 5057 1228 0,'0'0'7108'16,"0"0"-6112"-16,0 0-464 0,0 0-16 16,0 0 105-16,0 0 367 0,0 0-168 15,88-44 100-15,-68 44-348 0,-4 0-268 16,0 7-152-16,-1-1 48 0,-7 6-200 15,5 1 288-15,-6 6 104 0,1 0-92 16,-8 3-176-16,0 3-124 0,0 7 0 16,0 1 84-16,-8-2-84 0,1 1-140 0,-1-4-260 15,-5-3-68-15,2 1-76 0,-2-8-316 16,-2-1-380-16,2-7-689 0,2-4-699 16,3-3-1380-16</inkml:trace>
  <inkml:trace contextRef="#ctx0" brushRef="#br0" timeOffset="25480.052">2438 5161 6140 0,'0'0'272'0,"0"0"3708"16,0 0-3179-16,0 0 23 0,84 11 212 16,-69-5 84-16,5 4-372 0,-8-1-284 15,1 7-48-15,-2 3-168 0,-7 3-96 16,5 3-152-16,-9 5-124 0,0 1-64 0,0 1 60 15,-9-1-56-15,5-5 184 16,0-4 64-16,0-3 60 0,1-10 40 0,-1-2 0 16,4-4-52-16,-4-3 4 0,4 0-116 15,0 0-36-15,0-3-168 0,0-4-72 16,0 1-28-16,0-6-8 0,4 2 84 0,0-3 76 16,3 1 88-16,1-4-24 0,1 3-24 15,-2 1-40-15,1-5 36 16,5 5-124-16,-6-4-332 0,5 4-448 0,-4-2-937 15,0 5-2523-15,0-4-432 0</inkml:trace>
  <inkml:trace contextRef="#ctx0" brushRef="#br0" timeOffset="25865.036">2884 5261 6188 0,'0'0'5109'0,"0"0"-4197"16,0 0-848-16,0 0-64 0,0 0 588 15,0 0 380-15,0 0 8 0,0 0-308 16,0 0-192-16,0 0-144 0,28 70-20 0,-16-54-36 16,-4 3 20-16,4-4-36 15,0 5 52-15,3-5-76 0,-2-2-112 16,2 0-36-16,-2-4-88 0,2 1-12 0,-2-4-112 16,-2-6 40-16,-3 3-4 15,5-3 16-15,-2 0 72 0,-3-6 0 16,4-7 0-16,-4 0-80 0,0-2-220 0,1-7-44 15,-2-4-8-15,1-2-32 0,-8-2-112 16,4 2-120-16,-4 0 36 0,-4-1 188 16,-4 4 140-16,-4 3 148 0,-4 5 104 15,5 5 168-15,-6 6 148 0,1 6-140 16,4 0 492-16,1 3 12 0,-6 5-264 0,6 6-188 16,-2-1-4-16,6 0 36 0,-5 2 16 15,3 1-88-15,5-3-188 0,4-4-136 16,-3 1-164-16,3-4-184 0,0-3-148 15,7 1-396-15,6-4-548 0,-2 0-1181 16,2-7-2287-16</inkml:trace>
  <inkml:trace contextRef="#ctx0" brushRef="#br0" timeOffset="26247.584">3366 5251 11069 0,'0'0'1860'0,"0"0"-1044"0,0 0-284 0,0 0 808 16,0 0 16-16,0 0-376 0,0 0-560 15,0 0-284-15,0 0 108 0,0 0-180 0,67 38-64 16,-50-38-128-16,-1-10-144 0,0 4-112 16,0-3-136-16,-4-4-88 0,-5 0-108 15,1 1 12-15,-3-1-40 16,-1 1 36-16,-4-1 32 0,0 3 348 0,-9 4 328 16,1 2 244-16,-3 4 64 0,-2 0 48 0,-2 0 148 15,-5 4 104-15,4 2-244 0,-4 4-172 16,4-1-44-16,0 4 16 15,1-3-164-15,2-1-76 0,5-3-212 0,5 1-52 16,-1-4-252-16,0-3-168 0,4 0-400 16,0 0-1429-16,8 0-391 15,-1-3 1460-15,10-4 1520 0,2 1 364 0,5 3 260 16,8 0 456-16,0 0 280 0,0-1 244 16,3 4 221-16,-3 0-257 0,0 4-152 15,-4-1-184-15,0-3-376 0,-4 0-348 16,0 0-224-16,-5 0-184 0,2-3-100 15,-1-7-160-15,-5-3-620 0,-2-6-328 16,-1-3-328-16,-5 0-916 0,1 5-2273 0,-8-8-567 16</inkml:trace>
  <inkml:trace contextRef="#ctx0" brushRef="#br0" timeOffset="26439.953">3721 4917 7200 0,'0'0'2440'0,"0"0"-863"0,0 0-309 15,0 0 148-15,0 0-164 0,0 0-260 0,0 0-324 16,0 0-392-16,-36 80-116 15,44-42 88-15,4 6 224 0,0 5 416 0,0 4-236 16,-5 1-80-16,6 3-216 0,2 7-160 16,-2 3 280-16,2-4 180 0,-7-6-363 15,1-6-245-15,-1-6-48 0,-8-7-48 16,3-6-100-16,-3-5-389 0,0 3-107 16,-7-8-172-16,-6 0-276 0,-2-6-816 0,-9-3-888 15,3-7-2437-15,-22-3-1343 0</inkml:trace>
  <inkml:trace contextRef="#ctx0" brushRef="#br0" timeOffset="26733.353">2211 6035 13657 0,'0'0'1556'0,"0"0"-1556"15,0 0-516-15,0 0 516 16,0 0 492-16,0 0 412 0,111-67 260 0,-55 52-344 15,11-2-328-15,6 9-284 0,10-3 260 16,8 9 0-16,1 2-152 0,8 0-36 0,4-4-48 16,8 4 52-16,2-6-128 0,2-3-148 15,0 2 40-15,-4-2-44 16,-1 2 72-16,-8 4 128 0,-2 0-44 16,-14 0-28-16,-8 3-60 0,-2 0-64 15,-14 0-8-15,1 0-36 0,-8-3-84 0,-9 3-172 16,-2 0-244-16,-6 0-124 0,-7 0-160 15,-8 0-204-15,-1 0-524 0,-6 3-732 16,-10 0-1861-16,-7 0-2183 0</inkml:trace>
  <inkml:trace contextRef="#ctx0" brushRef="#br0" timeOffset="27466.304">6378 4991 5308 0,'0'0'4800'0,"0"0"-3407"15,0 0-661-15,0 0-16 0,0 0 648 16,0 0-140-16,0 0-180 0,0 0-184 16,0 0-132-16,0 0-148 0,0 0-236 15,-11-16-84-15,18 2-16 0,5 2-12 16,4-3-96-16,0 2-100 0,0-3-36 15,0 3-8-15,0 5-4 0,4 1-100 0,3 3 36 0,2 4 76 16,6 4 12-16,5 8 88 16,5 10-4-16,-2 10 40 15,1 6-28-15,0 4 16 0,-13-1-40 16,1 4 0-16,-4-4-20 0,-3-3-20 16,-10-3-44-16,2-10-88 0,-2-3-20 0,-7-8-184 15,0-9-88-15,0-2-244 0,0-3-424 0,1-8-756 16,-5-6-632-16,4-2-1397 15,-4-15-819-15</inkml:trace>
  <inkml:trace contextRef="#ctx0" brushRef="#br0" timeOffset="27661.045">6861 4848 10604 0,'0'0'1633'0,"0"0"-825"0,-41 69-488 15,22-33 188-15,-5 8 468 0,0 4 216 16,-1 3-136-16,2 3-176 0,-5-1-276 15,4 1-184-15,0 0-264 0,5-6-156 16,-1-6-64-16,-1-8-56 0,10-5 8 16,3-9-232-16,-1-12-424 0,5-4-176 15,4-4-248 1,0-10-784-16,-3 1-969 0,-1-23-2899 16</inkml:trace>
  <inkml:trace contextRef="#ctx0" brushRef="#br0" timeOffset="28015.987">7164 4505 8008 0,'0'0'6673'0,"0"0"-5753"0,0 0-92 16,83-16-164-16,-59 11 328 15,0-2-228-15,-4 3-236 0,-4 1-184 16,0 3-136-16,-8 0-208 0,3 0-52 0,-7 9-20 0,0 4-124 0,-4 9 184 15,0 4-84-15,-12 2-152 16,-3 5-84-16,-1-2 196 16,4-3 136-16,-4-2 96 0,8-7-92 0,0 4-4 0,3-11-8 15,5 4-64-15,0-6 8 0,0-1-72 16,9-3-24-16,3 4 112 16,4-4 48-16,-4 0 112 15,4 1 36-15,-1-1-140 0,2 1 176 0,-6-1-124 16,1 0 88-16,-3 1-24 0,-5 2 12 0,-1 1 8 15,-3-1 4-15,0 7-148 0,0-4-244 16,-7 7-52-16,-6-2-96 0,-2 2-92 0,-6-4-36 16,6 2-172-16,-9-5-264 0,0-2-580 15,0-4-1272-15,-4 1-3617 0</inkml:trace>
  <inkml:trace contextRef="#ctx0" brushRef="#br0" timeOffset="28621.893">7821 5067 3952 0,'0'0'3188'0,"0"0"1057"0,0 0-2577 0,0 0-256 16,0 0-228-16,0 0 120 0,0 0-260 0,0 0-96 15,0 0-212-15,103 44-244 0,-71-34-128 16,5-7-156-16,-2 1-184 0,1-4-24 15,-4-4-108-15,0-9-4 0,-1 0-532 0,-3-1-436 16,-3-6-180-16,-2-2-428 0,-7 6-1368 16,-4-7-4065-16</inkml:trace>
  <inkml:trace contextRef="#ctx0" brushRef="#br0" timeOffset="28813.418">8056 4934 1736 0,'0'0'9024'0,"0"0"-6447"16,0 0-1433-16,0 0-640 0,16 82 316 0,-5-53 396 15,2 5 72-15,-2 4-376 0,6 1-432 16,-2-4-408-16,-2 0-72 16,-2-4-232-16,6-4-284 0,-2-6-472 0,-2-2-264 15,6-9-800-15,-6-4-2501 0,10-10-1739 16</inkml:trace>
  <inkml:trace contextRef="#ctx0" brushRef="#br0" timeOffset="29080.574">8729 4886 12717 0,'0'0'3780'0,"0"0"-3208"16,0 0-284-16,0 0-252 0,0 0 720 15,0 0 228-15,84 45-136 0,-60-27-324 0,4 8-256 16,0 0-72-16,0 2-36 0,0-3 8 16,-1 5-8-16,-7-5-28 0,0 2-48 15,-4-4-84-15,0-1-12 0,-8-2-108 16,3-5-172-16,-6-2-120 0,3-4-100 16,-4-2-112-16,-4-4-176 0,4-3-248 0,-4 0-600 15,0-6-812-15,0-1-2597 16,0-8-1735-16</inkml:trace>
  <inkml:trace contextRef="#ctx0" brushRef="#br0" timeOffset="29248.733">8984 4886 12317 0,'0'0'1516'0,"0"0"-816"16,0 0-296-16,-52 95 288 0,32-50 636 15,1-1-60-15,-2 7-200 0,-3-4-320 0,9-2-208 16,-5-4-272-16,4-6-268 0,0-10-132 15,4-3-184-15,4-8-432 16,0-11-232-16,8-3-272 0,0-17-436 0,4 5-1060 16,8-26-3357-16</inkml:trace>
  <inkml:trace contextRef="#ctx0" brushRef="#br0" timeOffset="29517.562">9323 4578 11941 0,'0'0'2436'0,"0"0"-1552"15,0 0-8-15,92-31 352 0,-64 24 168 0,-9 7-132 16,-3 0-252-16,0 0-440 16,0 2-219-16,-4 9-121 0,-4-3-100 15,0 6 52-15,-4 5-16 0,-4 6 40 16,-4 1-40-16,-4 8-36 0,-4-2-72 0,0-1-48 16,0-1 36-16,0-1-40 15,5-4 4-15,3-3-8 0,-1-6-4 0,5-3-72 16,0-4-24-16,0-3-24 0,9 0-88 15,-2-1 16-15,5-3 24 0,-3-2 68 0,6 0-140 16,1 0-237-16,0-2-143 16,4-9-172-16,-5 5-308 0,10-3-716 15,-5 2-2212-15,16 1-4909 0</inkml:trace>
  <inkml:trace contextRef="#ctx0" brushRef="#br0" timeOffset="29714.814">10016 5156 17269 0,'0'0'4921'0,"0"0"-4365"0,0 0-556 0,0 0-552 16,0 0 552-16,0 0 316 0,0 0 204 16,0 0-132-16,91 0-136 0,-55-13-252 15,5-2-24-15,-6-2-448 0,-3-2-280 16,0-3-37-16,-8 3-87 0,-4-3-580 15,-8 6-1692-15,-4-9-4221 0</inkml:trace>
  <inkml:trace contextRef="#ctx0" brushRef="#br0" timeOffset="29906.13">10139 4851 12733 0,'0'0'2348'0,"0"0"-1328"0,0 0-692 16,-7 96 360-16,7-55 772 0,0 3-24 15,0 8-252-15,7-2-371 0,1 1-229 16,1-4-208-16,-2-6-352 0,1-3-24 16,-4-6-244-16,5-9-324 0,-2-11-209 15,5-9-27-15,8-3-100 0,1-15-684 16,2-8-832-16,1 1-1948 0,8-29-3689 16</inkml:trace>
  <inkml:trace contextRef="#ctx0" brushRef="#br0" timeOffset="30099.115">10734 4728 14853 0,'0'0'2680'0,"0"0"-1380"0,0 0-760 15,4 82 268-15,-1-44 556 0,1 6 57 16,4 4-517-16,-4 3-312 0,5 0-120 16,-2 3-148-16,1-3-172 0,-4-4-152 0,4-3-108 15,-4-9-312-15,4-3-268 0,0-9-280 0,-4-4-364 16,8-5-1181-16,-4 0-3383 15,0-1-6641-15</inkml:trace>
  <inkml:trace contextRef="#ctx0" brushRef="#br0" timeOffset="30556.046">12112 4867 7884 0,'0'0'4041'0,"0"0"-2669"0,0 0-408 0,35 92 136 16,-22-48 592-16,-2 4-228 0,-3 6-360 15,1-3-320-15,-2 0-200 0,-3-7-108 16,0-9-232-16,0-10-244 0,1-5-68 0,-1-15-136 16,-4-1-456-16,4-4-328 0,3-9-240 15,-3-1-1108-15,0-22-3041 0</inkml:trace>
  <inkml:trace contextRef="#ctx0" brushRef="#br0" timeOffset="30719.112">12096 4591 16961 0,'0'0'2240'0,"0"0"-1604"15,0 0-636-15,0 0-464 0,0 0 168 0,0 0 184 16,0 0 4-16,88-7-868 0,-49 7-604 15,5 0-1088-15,-7-2-2633 0,18 2-1779 0</inkml:trace>
  <inkml:trace contextRef="#ctx0" brushRef="#br0" timeOffset="30957.622">12745 4679 13449 0,'0'0'2340'0,"0"0"-828"16,-24 68-668-16,9-40 572 0,-9 10 60 15,-4-3-151-15,4 3-525 0,-4-3-280 0,8 0-156 16,4-10-88-16,4-3-132 0,9-5-144 15,3-2-80-15,0-2-100 0,7 0 108 16,9 3-112-16,8-1-8 0,4 2 12 16,0-5-40-16,4 3 40 0,-1-1 36 15,1 2 0-15,-4-1 56 0,-4-2 84 16,0 3-44-16,-8-3-12 0,-4-4-60 16,-4 4-100-16,-8-4-144 0,0 1-61 15,-5-1-171-15,-6-3-172 0,-5 1-200 16,-4-1-624-16,9-6-1012 0,-14 0-3513 0</inkml:trace>
  <inkml:trace contextRef="#ctx0" brushRef="#br0" timeOffset="31345.747">13462 4898 9652 0,'0'0'1293'0,"0"0"-433"16,0 0 232-16,84-25 672 0,-52 25-160 16,-4 0-408-16,-4 16 372 0,-1 6-404 0,-2 10-176 15,-1 3-380-15,-5 7-183 0,-2 2-221 16,-5-3 52-16,-1-3-100 16,1-3-148-16,-4-6-8 0,1-7-108 0,-1-6-144 15,-1-7-308-15,-3-9-305 0,0 0-379 0,0-9-1184 16,0-1-2928-16,0-18-4169 15</inkml:trace>
  <inkml:trace contextRef="#ctx0" brushRef="#br0" timeOffset="31495.823">13722 4667 4364 0,'0'0'12197'0,"0"0"-9969"0,0 0-1440 16,0 0-372-16,0 0 84 0,0 0-120 0,0 0-380 15,0 0-76-15,0 0-644 16,0 0-504-16,83 19-644 0,-71-19-2992 16,0 0-5425-16</inkml:trace>
  <inkml:trace contextRef="#ctx0" brushRef="#br0" timeOffset="31763.977">14088 4791 14029 0,'0'0'2348'0,"0"0"-1612"15,0 0 352-15,0 0 452 0,59 82-160 0,-46-57-263 16,-1 1-413-16,-5 6-232 0,2 0-88 16,3 3-56-16,-5 6 8 0,-3-2-120 15,1-6-104-15,-5-3-100 0,4-8-12 16,-4-3-8-16,0-6-68 0,0-1 28 16,4-6 36-16,-4-2-72 0,3-4-60 0,1 0-180 15,4-10-76-15,1-2 312 16,6-11 88-16,2-6 72 0,-2-5-72 15,1-11-44-15,-4-6 40 0,4 1-56 0,-4 2-172 16,3 4-300-16,-6-1-280 0,-1 7-637 16,0 6-2419-16,-8-2-5681 0</inkml:trace>
  <inkml:trace contextRef="#ctx0" brushRef="#br0" timeOffset="32031.359">14614 4717 16129 0,'0'0'2872'16,"0"0"-1012"-16,0 0-1108 0,0 0-299 16,0 0 127-16,0 0 376 0,0 0-316 15,0 0-448-15,68 90-180 0,-60-59-12 0,-1 4-84 16,-3 13-72-16,5 6 64 16,-5 6 88-16,0 1 8 0,-4-7 60 15,0-7-56-15,0-9 0 0,0-9-4 0,0-9-4 16,0-6-56-16,0-7 44 15,0-3-72-15,4-4-4 0,3-4-56 0,10-9 72 16,-6-9 72-16,9-6 0 0,0-7-4 16,0-4-128-16,4-5-112 15,0-3-176-15,-1-1-104 0,2 0-81 0,3 1-343 0,-4 2-1244 16,-4 13-1732-16,12-9-2393 0</inkml:trace>
  <inkml:trace contextRef="#ctx0" brushRef="#br0" timeOffset="32501.692">16116 4988 4516 0,'0'0'2160'16,"0"0"-964"-16,0 0-560 0,0 0 1124 15,0 0 301-15,0 0-237 0,0 0-112 16,0 0-284-16,0 0-228 0,0 0 20 16,60 22-208-16,-25-12-172 0,6-1-27 15,2-3-217-15,9 1-100 0,8-4-220 0,4 0-156 16,3-3-12-16,1-3-44 0,4-10-64 15,-4 1-84-15,-5-7-264 16,-7-1-208-16,4-2-160 0,-12-3-61 0,-4 5-463 16,-12 2-1048-16,-9 6-1928 0,-14-5-2417 15</inkml:trace>
  <inkml:trace contextRef="#ctx0" brushRef="#br0" timeOffset="32695.984">16343 5136 3848 0,'0'0'11301'0,"0"0"-9517"16,0 0-1724-16,0 0-56 0,0 0 688 0,60 80 416 0,-9-64 244 16,9-3-268-16,13-4-343 15,-2-6-305-15,4-3-272 0,-2-12-164 16,-6-10-460-16,-7 0-185 0,-9-4-75 0,-3-6-196 16,-12 0-584-16,-12 7-1608 15,-7-10-4137-15</inkml:trace>
  <inkml:trace contextRef="#ctx0" brushRef="#br0" timeOffset="33002.131">16379 4835 14793 0,'0'0'1864'0,"0"0"-1220"0,0 0-644 0,-48 82 0 16,32-52 40-16,-4 1 320 0,-4 1-52 15,1-4-296-15,-1 4-4 0,0-4-8 16,0 8-112-16,4-4-24 0,0-1 68 16,4-2 68-16,4-4 124 0,0 1-124 0,4-5 4 15,0-2 44-15,8 0 164 16,0-2 144-16,0-4-144 0,8-1 56 0,8 1 116 16,4-1 128-16,7 1 184 0,14 0-184 15,6-4-96-15,5-2-52 16,12-1-119-16,4-6 31 0,-1 0-164 0,5 0-52 15,0-9-60-15,-5-7-8 0,2-3-428 16,-10-3 55-16,-3-2-199 0,-4-6-240 16,-13-3-600-16,-7 12-1704 0,4-24-4849 15</inkml:trace>
  <inkml:trace contextRef="#ctx0" brushRef="#br0" timeOffset="33236.828">17296 4642 13981 0,'0'0'1944'0,"0"0"-1088"0,0 0-620 16,75 35 272-16,-47-20 456 15,0 7 204-15,-4 4-288 0,-5 0-368 0,2 2-168 16,-6 4-152-16,2-1-92 0,-10 1-100 0,-3 3-8 16,-4-3 8-16,0 6-4 15,-11-3-224-15,-6 0 20 0,-2-1-192 16,-5 4-76-16,0 1-88 0,-8-1-72 15,4 0-128-15,-8-3-400 0,0 0-316 0,5-3-796 16,3-10-2013-16,-4-3-1707 0</inkml:trace>
  <inkml:trace contextRef="#ctx0" brushRef="#br0" timeOffset="35492.866">18782 4991 836 0,'0'0'11705'16,"0"0"-9933"-16,0 0-1328 0,0 0-144 0,0 0-24 15,0 0-156-15,0 0-120 16,0 0-216-16,0 0-656 0,84-16-552 0,-73 13-1533 16,9-1-3015-16</inkml:trace>
  <inkml:trace contextRef="#ctx0" brushRef="#br0" timeOffset="35679.264">19367 4928 8960 0,'0'0'1072'0,"0"0"-696"0,0 0-16 16,0 0 325-16,0 0-45 0,0 0-164 0,0 0-440 16,0 0-36-16,0 0-408 0,84 0-468 15,-64 0 131-15,4-7-59 16,0 3-228-16,0-2-344 0,3 0 8 0,6-3 260 16,-10 2 92-16,13-5-1096 0</inkml:trace>
  <inkml:trace contextRef="#ctx0" brushRef="#br0" timeOffset="35790.087">19897 4886 3312 0,'0'0'6600'16,"0"0"-4463"-16,0 0-537 16,0 0-208-16,0 0 68 0,0 0-128 0,0 0-88 0,0 0-472 15,0 0-424-15,0 0-348 16,84 57-148-16,-76-57-440 0,3-7-368 16,-2 2-780-16,3-9-2964 0</inkml:trace>
  <inkml:trace contextRef="#ctx0" brushRef="#br0" timeOffset="36497.455">21037 4432 7504 0,'0'0'5301'16,"0"0"-4101"-16,0 0-64 0,0 0-204 16,0 0 120-16,0 0 236 0,0 0-108 15,39 73-188-15,-22-22-288 0,-6 12-264 16,2 14-75-16,-2 5-77 0,-7 1 52 16,0-1 364-16,0-2-284 0,1-17-276 0,-1-13-144 15,-1-11-88-15,5-11-104 0,0-11 24 16,-4-8-148-16,4-6-36 15,0-3-120-15,4 0-121 0,0-9 105 0,0-4 100 16,0-6 24-16,4-4-52 0,-5-5-100 16,6 2-172-16,-2-2 100 0,-2 3 252 15,-2-1 200-15,2 7 88 0,-5 0 48 0,-5 10 8 16,5 6 4-16,-4 3 224 16,-4 6 380-16,5 10 144 0,-1 6-136 0,0 6-340 15,-1 4-152-15,-3 3-32 0,8-3 120 16,-4 0 20-16,5-10-104 15,-2-6-136-15,1-4-304 0,5-8-88 0,6-4-24 16,1-4-96-16,4-8-88 0,3-7-636 16,-3 3-2544-16,12-14-1969 0</inkml:trace>
  <inkml:trace contextRef="#ctx0" brushRef="#br0" timeOffset="36816.899">21909 4940 13389 0,'0'0'2416'16,"0"0"-1348"-16,0 0-124 0,0 0 780 15,0 0-516-15,0 0-87 0,-83 45-285 16,59-20-160-16,3 3-132 0,2 4-132 16,3 1-124-16,8-5-104 0,0-6-76 0,3-7-32 15,5-2-76-15,5-3-168 16,3-4-52-16,4-2-8 0,4-4 12 0,-1 0-124 16,6-10 4-16,3-3-28 0,-1-4-96 15,1 3 12-15,-7-2-25 0,2-1 157 16,-3 8 120-16,-4 0 64 0,-3 5 92 15,-2 4 40-15,1 0 428 0,-4 6 169 16,0 5 19-16,4 4-132 0,0 1-168 16,-4 3-76-16,4 0-36 0,-5-3-96 0,6 0-108 15,-1-6-48-15,0-4-28 0,-1-6-116 16,6 0-280-16,2-3-192 0,2-10-101 16,2-6-135-16,5-6-860 0,-4-5-2032 15,-4 8-2057-15,12-13-2395 0</inkml:trace>
  <inkml:trace contextRef="#ctx0" brushRef="#br0" timeOffset="37084.233">22380 4851 13061 0,'0'0'2836'0,"0"0"-1460"15,0 0-408-15,0 0 260 0,0 0-420 16,0 0 156-16,-64 85-111 0,48-62-357 16,8-1-204-16,0-2-112 0,8-5-48 15,0-2-48-15,0 0-76 0,0-1 0 16,4 1 4-16,8-1 0 0,-1 1-12 15,2-2 0-15,-2 0-68 0,6 3 68 0,-2-2 4 16,2 1-4-16,-2 2-60 0,1-2-108 16,-4 3-76-16,8 3-56 0,-8-3 20 15,4 0 108-15,-4 0 172 0,0-1-168 16,-8-2-149-16,0 0 61 0,-4-4 136 0,0 5-112 16,-8-6-244-16,-4 3-36 15,-7-2 60-15,2-4-324 0,-7 2-660 0,0-7-1048 16,5 4-2413-16,-17-4-2355 0</inkml:trace>
  <inkml:trace contextRef="#ctx0" brushRef="#br0" timeOffset="38355.002">23873 4801 6412 0,'0'0'1068'16,"0"0"3337"-16,0 0-3457 0,0 0-336 15,0 0-4-15,0 0 280 0,0 0 232 16,0 0-332-16,0 0-76 0,-88 53-268 16,65-23-184-16,-5 0 12 0,4 5 72 15,4 1 84-15,5-5 88 0,2-5-184 0,5-4-208 16,4-2-124-16,4-6-72 0,4-1-52 15,13 4 64-15,2-2 0 0,5-2-52 16,4-3 16-16,8-1 8 0,-4-3-68 16,3-2-56-16,-3 2 164 0,-4 4-48 15,0-1 96-15,-8 1 216 0,-8-1-108 0,-4 0 88 16,-8-2 148-16,0 2-64 0,0 1-48 16,0-4-96-16,-8 1-136 15,0 0-92-15,-3-2-116 0,-2-5-100 0,2 0-44 0,-2 0-312 16,1-10 48-16,1-5 48 15,6-4-376-15,1-6-664 0,4-4-1248 16,0 4-2665-16,4-10-1199 0</inkml:trace>
  <inkml:trace contextRef="#ctx0" brushRef="#br0" timeOffset="38650.858">24169 4972 1760 0,'0'0'2216'15,"0"0"6849"-15,0 0-7337 0,11 73-520 16,-11-48-168-16,0-3 608 0,0-3-140 0,0 1-168 15,0-8-503-15,-4-2-413 0,4-7-284 0,0-3-140 16,0 0-124-16,4 0-152 16,4-6-224-16,8-8 111 0,0-1-95 15,4-3-188-15,0-1-108 0,-4-4-228 0,0 4-132 16,-1 0 132-16,-6 6 328 0,-1 0 192 16,-8 7 20-16,0 0 420 0,-4 2 48 15,-9 4 252-15,2 0 276 0,-5 4 48 0,0 5-284 16,0 0 96-16,0 1-104 15,0 3-36-15,4-4 0 0,5-2-24 16,-2-1-164-16,5-3-60 0,0-3-324 0,4 0-448 16,-4-9-420-16,0-4-232 0,4-3-1336 15,0 4-1909-15,0-17-955 0</inkml:trace>
  <inkml:trace contextRef="#ctx0" brushRef="#br0" timeOffset="38870.71">24412 4384 7504 0,'0'0'4153'16,"0"0"-2173"-16,0 0-860 0,0 0-116 15,0 0 636-15,7 67 88 0,-7-39-320 16,-3 10-360-16,3 11-367 0,0 8-173 16,7 6 0-16,-3 7 304 0,0 6-344 15,0-3-252-15,1 3-116 0,-5-9-100 0,0-4-56 16,4-8-272-16,-4-11 28 0,3-9-88 15,1-13 40-15,4-5-64 0,-4-12-268 16,5-2-329-16,2-3-771 0,1-8-764 16,-4-3-1420-16,8-11-2061 0</inkml:trace>
  <inkml:trace contextRef="#ctx0" brushRef="#br0" timeOffset="39187.735">24663 4994 12225 0,'0'0'2308'0,"0"0"-1188"0,0 0-164 15,0 0 560-15,0 0-176 0,-8 85 44 16,3-59-339-16,5 0-449 16,0-7-236-16,0-3-164 0,0-4-196 0,5-5-36 0,-1-1-112 15,0-6 16-15,-1 0 12 16,5 0-112-16,5-6-68 0,-2-11-141 16,5 2-31-16,0-7 44 0,4-4-48 0,-4 0-148 15,0 1 12-15,4 3 204 0,-8 3 188 16,3 7 108-16,-2 2 24 0,-5 7 88 15,-1 3 284-15,1 6 320 0,1 7 232 16,-5 3-188-16,3 9-248 0,-3 0-72 16,0 0 0-16,-4 5-23 0,4-8 11 0,1 0-12 15,-1-3-88-15,0-7-216 16,3-2-124-16,-3-3-96 0,4-7-56 16,1 0-285-16,2 0-155 0,2-10-176 0,2-3-484 15,-3 4-1564-15,8-13-4429 0</inkml:trace>
  <inkml:trace contextRef="#ctx0" brushRef="#br0" timeOffset="39960.61">25296 4445 11341 0,'0'0'1960'0,"0"0"-932"15,0 0-244-15,0 0 308 0,0 0 8 0,0 0 52 16,0 0-216-16,0 0-384 0,0 0-200 15,-4 79-120-15,4-28 36 0,0 12 112 16,4 4 497-16,-4 9-189 0,0-3-72 16,3-3-72-16,-3-3-192 0,5-10-208 15,-1-7-60-15,4-8-80 0,3-10-4 16,-2-10-96-16,6-3-108 0,-7-6 24 16,9-7-148-16,-2-6-168 0,1 0-96 15,5-9 8-15,-2-11-157 0,1-5-343 0,-4-3-748 16,-4-5-920-16,-4 8-1724 15,-8-13-1837-15</inkml:trace>
  <inkml:trace contextRef="#ctx0" brushRef="#br0" timeOffset="40245.686">25312 4826 1056 0,'0'0'10461'0,"0"0"-8097"16,0 0-848-16,0 0-320 0,0 0 96 16,0 0 88-16,0 0-424 0,0 0-320 0,0 0-200 15,0 0-60-15,75 25-43 16,-38-34-333-16,2-4-205 0,1-6-147 0,0-3-172 15,-4 0-244-15,0-2-188 0,-8 6-216 16,-5-1-480-16,-3 3-468 0,-3 4-576 0,-6 5-313 16,-3 4 801-16,-4 3 1568 15,-4 0 640-15,4 10 1460 0,1 5 616 16,-2 2-347-16,5 8-161 0,-4 0-152 0,4 7 48 16,0 3-44-16,-4 0-152 0,0 2-136 15,0 1-140-15,-4-2-100 0,4-5-115 16,-4-2-233-16,0-7-360 0,4-3-184 15,-4-3-144-15,0-7-196 0,0-4-245 16,0-3-291-16,0-2-284 0,-4-7-1136 16,0 1-2916-16,-4-9-3477 0</inkml:trace>
  <inkml:trace contextRef="#ctx0" brushRef="#br0" timeOffset="40409.951">25694 4575 13905 0,'0'0'2964'0,"0"0"-1504"0,0 0-928 16,0 0 168-16,0 0 156 0,0 0 108 0,100 0-359 16,-73 3-605-16,5 1-24 0,1-2-573 15,-6 2-291-15,1 2-300 0,-4-3-588 16,0 3-968-16,-3 1-1961 0,-6 6-1803 16</inkml:trace>
  <inkml:trace contextRef="#ctx0" brushRef="#br0" timeOffset="40679.596">26061 4864 10556 0,'0'0'2557'0,"0"0"-753"15,0 0-600-15,-8 76 260 16,8-60-132-16,0-6-92 0,0-4-584 16,0-3-404-16,8-3-252 0,-1 0-132 0,2-7-272 15,3-5-228-15,4-4-264 16,-1-3-276-16,-2-4-272 0,2 4-652 0,-3-3-556 0,-3 3-73 16,-2 4 985-16,-3-1 1740 15,-4 3 624-15,0 7 672 0,0 2 344 16,-4 4 73-16,-7 10 71 0,-2 3-296 0,-2 6-408 15,2 3-184-15,-2 0-404 0,-1 0 4 16,0 0 240-16,7-5-148 0,2-1-332 16,3-7-256-16,4-6-24 0,0-3-72 15,4 0-260-15,8-3-208 0,0-6-88 16,12-7 12-16,0-4-432 0,3-5-876 16,-3 6-1980-16,8-6-1401 0</inkml:trace>
  <inkml:trace contextRef="#ctx0" brushRef="#br0" timeOffset="40929.714">26407 4784 2520 0,'0'0'8745'0,"0"0"-5701"0,0 0-1180 0,0 0-304 16,0 0-288-16,28 73 12 0,-28-53 20 16,0-5-187-16,5-2-513 0,-5-4-324 15,4 1-204-15,0-6-76 0,-1-1-108 16,1-3-36-16,4 0-88 0,5 0-156 16,-2-10 0-16,6 0-12 0,-2 2-13 0,1-6 49 15,4 2 60-15,-4-1 12 16,8 3 72-16,-4 1 148 0,0 2-112 15,-5 4 12-15,2 3 136 0,-2 0 36 0,-6 3 172 16,-2 10 36-16,1 3 36 0,-4 3 36 16,0 0 156-16,-4 7-132 0,0-4-168 0,0 0-136 15,0-6-12-15,0 3-100 16,5-6-544-16,2 2-272 0,1-2-804 16,0-3-736-16,4 2-3989 0</inkml:trace>
  <inkml:trace contextRef="#ctx0" brushRef="#br0" timeOffset="41269.364">27507 4940 13417 0,'0'0'2440'0,"0"0"-1348"16,-8 70-520-16,8-42-64 0,-4 4 640 15,4 1 148-15,0-5-380 0,0-9-500 0,4-8-416 16,8-4-352-16,0-3-220 16,0-4-52-16,0-4-36 0,0-8-348 0,4-8-952 15,-4 5-2352-15,0-20-3429 0</inkml:trace>
  <inkml:trace contextRef="#ctx0" brushRef="#br0" timeOffset="41436.025">27531 4442 13953 0,'0'0'3120'16,"0"0"-1460"-16,0 0-1084 0,0 0-36 0,0 0 12 15,0 0 460-15,0 0-431 0,0 0-581 0,92 54-217 16,-72-48-843-16,3-3-296 16,-3 3-1240-16,5 0-3413 0</inkml:trace>
  <inkml:trace contextRef="#ctx0" brushRef="#br0" timeOffset="41717.073">27798 4909 12257 0,'0'0'2584'0,"0"0"-1340"0,0 0 528 0,0 0-148 0,0 0 16 16,-4 66-379-16,4-63-665 0,4 0-416 16,0-3-48-16,0 0 16 15,0 0-136-15,4 0-12 0,0 0-184 0,4 0-8 16,0-6 24-16,4-1-64 0,-1 0-36 15,6-1 28-15,3-5-28 16,0-3-145-16,3 1-75 0,-3 2 88 0,0 1 120 16,0 1 120-16,-4 8 124 0,-4 0 36 15,-1 3 244-15,-2 6 268 0,-1 5 12 16,-5 3-39-16,2 2-133 0,-5 4-36 0,0 2-100 16,0 3 4-16,-4-3-220 15,0-2-40-15,0-5-276 0,3-2-228 16,1 0-285-16,-4 0-59 0,5-6-608 0,-1-2-2272 15,0 4-3893-15</inkml:trace>
  <inkml:trace contextRef="#ctx0" brushRef="#br0" timeOffset="42333.552">29021 4378 3524 0,'0'0'172'16,"0"0"7681"-16,0 0-5601 0,0 0-660 15,0 0-208-15,88-12-20 0,-53 7-328 0,10 3-252 16,-2-1 68-16,13 0-292 0,0-1-232 16,0 4-171-16,-1 0-157 0,-3 0-61 15,-4 0 13-15,-4 7-52 0,-5-4 92 16,-2 4-76-16,-10-2-36 16,-7 2-124-16,-8 3-120 15,-3 3 56-15,-9 2 140 0,0 4 156 0,-21 6 8 0,-3 7 4 16,-8 4-80-16,-7 4 80 0,-5 5 0 0,-4-1-52 15,0 4 52-15,5 0 12 0,-1 0 72 16,4-4 16-16,8 3 204 16,9-5 184-16,2-4-76 0,14-3 77 15,7-7-153-15,0-6-68 0,19-6-84 16,9-3-28-16,4-7-12 0,12-6-144 16,0-3-120-16,4-9-208 0,-1-8-108 0,1-5-97 0,0 0-147 15,-4-4-52-15,-4 4-40 16,-1-4-176-16,-7 3-696 0,-8 12-1188 0,8-13-3929 15</inkml:trace>
  <inkml:trace contextRef="#ctx0" brushRef="#br0" timeOffset="42560.852">29910 4566 11249 0,'0'0'2128'0,"0"0"-1596"0,0 0-440 0,0 0 260 0,-96 76 596 16,68-48 548-16,0 4-352 0,0 2-540 0,0 2-360 16,1 2-120-16,3 0-124 15,0 0 0-15,0-3-148 0,4-3-48 0,0-4-224 16,9-6-336-16,2-2-88 0,1-8 76 16,4-5-240-16,4-1-720 0,0-6-725 0,0 0-279 15,4 0 80-15,13-10-140 0</inkml:trace>
  <inkml:trace contextRef="#ctx0" brushRef="#br0" timeOffset="42878.399">30237 4864 12345 0,'0'0'1924'0,"0"0"-1140"0,0 0 284 15,0 0 520-15,75 13-268 0,-59-11-204 16,-4 3-396-16,0-3-368 0,0 4-144 16,0 0-76-16,-4 7 64 0,0 4-51 15,-4 2 63-15,0 6 92 0,-4 0-128 0,-4 4-4 16,-4-1-92-16,-1 4-72 0,6-4-4 16,-1-2 4-16,4 2 156 15,0-5 32-15,4-1-84 0,8-3 52 0,4-3-100 0,4-3 72 16,-5-4 0-16,6-2-88 15,3-5-44-15,-5 3-156 0,9-5-232 16,4 0-180-16,4-5-268 0,4-1-381 16,-12 3-1039-16,19-6-3408 0</inkml:trace>
  <inkml:trace contextRef="#ctx0" brushRef="#br0" timeOffset="46843.87">16742 6734 1736 0,'0'0'4548'0,"0"0"877"15,0 0-4809-15,0 0-564 0,0 0 188 16,0 0 348-16,-84-35 240 0,71 32 196 0,2 3-144 15,-1 0-136-15,0 3-160 0,0 3-160 16,1 11 20-16,-2 2 60 16,5 9-84-16,1 7 36 0,-2 9 92 0,5 7-180 15,4 3-196-15,0-3-16 0,9-1-56 16,-2-5 32-16,5-8-20 0,4-7-108 0,4-5-4 16,0-9-48-16,4-6 0 0,4-8-172 15,-5-2-60-15,5-12-84 16,0-10-140-16,4-7-184 0,-4-10-212 0,-4-1-676 15,-4 8-1356-15,8-25-3189 0</inkml:trace>
  <inkml:trace contextRef="#ctx0" brushRef="#br0" timeOffset="47232.193">16993 6245 7612 0,'0'0'6593'15,"0"0"-5645"-15,0 0-784 0,0 0 116 0,28 77 588 16,-24-46 856-16,3 10-344 0,1 10-392 16,5 7-376-16,-6 2-152 0,1 6-83 15,0 1-73-15,0-4-24 0,-8 1-52 16,4-7-96-16,-4-6-132 0,0-7-60 16,0-12-76-16,0-7-44 0,0-12 44 0,4-4-116 15,-4-4-161-15,8-5-171 0,1-5-100 16,-2-4 244-16,9-4-84 0,0-6 32 15,0-6 36-15,4-4-260 0,-5 1-52 16,-2 0 144-16,2 2 424 0,-2 8 140 16,-2 4 60-16,-3 4 328 0,1 10 180 15,-1 0 164-15,-1 10 192 0,6 4-28 16,-5 7-112-16,-1 5-248 0,6 4-112 16,-6 0-72-16,1 1-24 0,-4-4 37 0,9-9-61 15,-6-1-244-15,1-5-84 0,0-9-72 16,4 0 11-16,-4-3-343 15,4-3-96-15,0-10-148 0,4-3-520 0,-4-10-1108 16,-4 11-2940-16,3-17-3053 0</inkml:trace>
  <inkml:trace contextRef="#ctx0" brushRef="#br0" timeOffset="47535.939">17598 6870 7916 0,'0'0'6705'15,"0"0"-5065"-15,0 0-1268 0,0 0 228 0,0 0 612 0,36 71 128 16,-28-69-424-16,4-2-588 15,-5 0-132-15,10-7-196 0,-6-5-128 16,6-3-168-16,-6-5-56 0,2-2-112 0,-1 0-136 16,-1 0-40-16,-6 3 60 0,3 3 236 15,-8 0 344-15,0 3 36 16,0 4 272-16,-4 0 0 0,-9 2 52 0,2 4-56 16,-6 0 92-16,6 3 56 0,-10 8-220 0,10 9-84 15,-6 5 108-15,2 7-24 16,3 2 60-16,0 4 24 0,0 1-24 15,5-6-15-15,7 0-105 0,0-5 56 0,0-6 16 16,3-3 24-16,5-7-40 0,8-2-228 16,4-7-36-16,0 0-180 15,8-7-232-15,0-9-305 0,4-9-151 0,0-3-500 16,-13 5-1340-16,17-14-3585 0</inkml:trace>
  <inkml:trace contextRef="#ctx0" brushRef="#br0" timeOffset="47736.769">18076 6686 3404 0,'0'0'9897'0,"0"0"-8097"0,0 0-1136 0,-56 77 256 15,45-49 864-15,-2 0-188 0,6 1-264 16,3-4-555-16,4 1-341 0,0-8-208 16,0 1-152-16,0-2-76 0,4-7 0 15,-1-4-76-15,1-3-56 0,5 0-148 0,-1-3-156 16,3 0-145-16,2-6-55 15,-2-4-168-15,6-6-228 0,-2-5-488 16,2-2-1048-16,-10 8-2269 0,9-17-1551 0</inkml:trace>
  <inkml:trace contextRef="#ctx0" brushRef="#br0" timeOffset="47938.408">18236 6372 11341 0,'0'0'2060'0,"0"0"-1296"15,0 0-244-15,-8 92 500 0,4-53 620 16,4 8-60-16,-4 0-464 0,4 1-360 16,0 3-184-16,0-6-95 0,0-4-185 0,0-4-204 15,-5-4-88-15,1-1-168 16,4-10-381-16,0-4-171 0,0-8-60 0,13-3-92 16,2-7-496-16,2-5-644 0,7-7-736 15,-5-1-2153-15,17-9-415 0</inkml:trace>
  <inkml:trace contextRef="#ctx0" brushRef="#br0" timeOffset="48128.245">18570 6689 8036 0,'0'0'2720'16,"0"0"-1267"-16,0 0-929 0,0 0 240 0,0 0 544 15,0 0 144-15,0 0-516 0,0 0-44 16,-91 67-192-16,74-41-232 0,2-4-12 0,7 3-128 16,-1-6-8-16,9-3-100 0,0 0-88 15,0-4-120-15,9 2-4 16,3-5 64-16,-1 0-72 0,6-2-40 0,3-2-152 0,3 2-28 15,5 0 24-15,0-4 188 16,0-3-212-16,0 0-616 0,0 0-320 16,-4-3-476-16,0 0-1376 0,-1-8-4621 0</inkml:trace>
  <inkml:trace contextRef="#ctx0" brushRef="#br0" timeOffset="53529.237">20527 6715 7612 0,'0'0'4285'0,"0"0"-3221"0,0 0-644 16,0 0-140-16,0 0 404 0,0 0 252 16,0 0 84-16,0 0-36 15,0 0-188-15,0 0-108 0,-33-42-120 0,33 42-104 0,0 0-72 16,0 0-64-16,0 0 76 16,0 7-4-16,0 5-252 0,9 5-16 15,-1 8 52-15,3 10 33 0,6 0-129 0,-2 3-40 16,-2-3-44-16,2-6-4 0,2-4-60 15,-2-9-40-15,5-7 52 16,1-2-12-16,-2-7 52 0,5-4-165 0,0-8 17 16,-5-7-76-16,5-6-84 0,-3-5 12 15,3-1-148-15,-9-1-24 0,-2 0-40 0,-2 4 100 16,-3 2 80-16,-4 5 68 0,-4 2 68 16,-4-1 104-16,-4 1 80 15,-3 3-20-15,-6 4 36 0,-3-1 88 0,5 3-4 16,-6 7-8-16,6 3 24 15,-1 0-88-15,0 9-12 0,0 1-188 0,-4 6 40 16,4 3 36-16,5-3-48 0,-6 0 48 16,6-4-396-16,7-9-1048 0,-5-3-140 15,9-3-632-15,0-6-2797 0,0-17-959 16</inkml:trace>
  <inkml:trace contextRef="#ctx0" brushRef="#br0" timeOffset="53879.587">20956 6222 5956 0,'0'0'7461'0,"0"0"-6265"0,0 0-1108 15,0 0 340-15,0 0 756 0,92-44-24 16,-72 41-628-16,-3 0-396 0,-6 3-136 0,6 3-148 16,-9 3 124-16,-1 7 24 0,-3 3 96 15,-4 3-8-15,0 4 12 0,0-2-40 16,-8 4-52-16,5-6 80 0,-5-2-88 15,8-1-8-15,0-7-104 0,0 4-112 16,0-4 4-16,11-2 84 0,5 5 128 0,4-2 8 16,0 2 8-16,3-2 64 0,2 3-28 15,-5 1-40-15,-5-6-4 0,-2 5 48 16,-2-4 28-16,-3 5 120 0,-3-6-12 0,-5 3 88 16,0-2 36-16,0 1-72 15,-5-4-68-15,-6 3-168 0,-1 1-200 0,-1-1-204 16,-2-3-88-16,-1 1-80 0,-4-1-112 15,4-3-192-15,-4 0-220 16,8 1-372-16,1-4-748 0,2 0-837 0,1-4-1467 16</inkml:trace>
  <inkml:trace contextRef="#ctx0" brushRef="#br0" timeOffset="54131.978">21587 6756 3572 0,'0'0'8073'0,"0"0"-6613"16,0 0-608-16,0 0 248 15,0 0 512-15,95 44-76 0,-75-37-328 16,3 3-412-16,-2-8-332 0,7 2-260 0,-4-4-204 15,0 0-8-15,-1-6-164 0,-6-7-180 16,3-3-336-16,-5-3-392 0,-7-3-544 16,1 6-1220-16,-5-12-3461 0</inkml:trace>
  <inkml:trace contextRef="#ctx0" brushRef="#br0" timeOffset="54330.682">21722 6543 9984 0,'0'0'1973'0,"0"0"-593"16,0 0-780-16,-4 74 132 0,4-46 692 15,4 4 64-15,-1 2-340 0,2 2-412 16,-1-1-280-16,0-4-176 0,-4 1-156 0,4-10-124 16,-4 0-112-16,4-5-132 0,-4-6-308 15,7 0-284-15,2-8-228 0,-1-3-312 16,3 0-588-16,2-7-964 0,6-14-2973 15</inkml:trace>
  <inkml:trace contextRef="#ctx0" brushRef="#br0" timeOffset="54613.51">22224 6724 8928 0,'0'0'5881'0,"0"0"-4533"0,0 0-972 0,-24 67 360 16,24-51 836-16,-4-4-212 15,4-5-640-15,0-4-488 0,8 0-160 0,4-3-72 16,0 0-48-16,0-3-64 0,4-3 4 0,0-7-52 16,0-3-132-1,-1 0 48-15,2-3-120 0,-6 1-4 0,-3-1-88 0,1 2 88 16,-9 4 60-16,0 1 24 0,0 2 84 16,-9-1 200-16,-2 0 164 15,-1 5 32-15,-4-4-24 0,4 7 40 0,-4-4-92 16,4 4-120-16,-1 3-116 0,2-2-256 0,-4-5-248 15,2 4-284-15,5-7-568 16,-8 1-860-16,8 2-2273 0,-3-8-787 0</inkml:trace>
  <inkml:trace contextRef="#ctx0" brushRef="#br0" timeOffset="54883.896">22463 6222 144 0,'0'0'12777'15,"0"0"-10885"-15,0 0-960 0,0 0-64 0,80 10 400 16,-60-7-36-16,-8 4-236 16,-1-1-584-16,2 0-400 0,-6 4-12 0,1 3 0 15,-4-1-40-15,-4 4 40 0,0 1 76 16,0-3-28-16,0 3-44 0,-4-1 8 16,0-4 184-16,4-2 44 0,0-1-56 0,0 1-76 15,0-3-8-15,0-2-4 0,0-1-12 16,8 2-76-16,1-3 40 0,2 4-48 15,6-7-36-15,-2 0-192 0,9 0-152 16,-3-3-180-16,6-4-100 0,4-3-212 16,2 1-408-16,-6-4-1152 0,-3 7-2953 15,8 0-4478-15</inkml:trace>
  <inkml:trace contextRef="#ctx0" brushRef="#br0" timeOffset="55216.568">23025 6782 2796 0,'0'0'12721'0,"0"0"-10013"0,0 0-1800 16,0 0-476-16,0 0 104 15,0 0 440-15,0 0-99 0,0 0-353 0,0 0-200 16,0 0-152-16,115 28-100 0,-71-38-72 16,-4-2-84-16,-4-4-196 15,-1-3-132 1,-3 0-49-16,-8-4-283 0,0 1-352 0,-3-3-920 15,-10 6-1880-15,1-7-2289 0</inkml:trace>
  <inkml:trace contextRef="#ctx0" brushRef="#br0" timeOffset="55409.19">23236 6442 10544 0,'0'0'2721'0,"0"0"-1173"0,0 0-740 16,0 0 24-16,-20 94 672 0,16-58 132 15,4 2-328-15,0 0-492 0,4 3-391 0,4-2-197 16,0-8-156-16,-4 1-72 16,4-6-48-16,0-1-108 0,-4-8-341 0,4-6-235 15,4-4-120-15,0-7-180 0,8-7-484 16,4-9-1252-16,-9 0-2633 0,21-18-3251 16</inkml:trace>
  <inkml:trace contextRef="#ctx0" brushRef="#br0" timeOffset="55611.577">23810 6350 13565 0,'0'0'2820'0,"0"0"-1464"0,0 0-884 0,-4 72 180 0,0-35 756 16,4 3 152-16,0 4-383 0,0 1-501 16,4-1-288-16,3 1-148 0,1-7-72 15,1-3-68-15,-1-7-100 0,-5-2-108 16,1-7-348-16,-4-4-284 0,4-1-180 0,1-7-173 15,-1-7-727-15,0 0-2316 0,0 0-3609 16</inkml:trace>
  <inkml:trace contextRef="#ctx0" brushRef="#br0" timeOffset="55790.116">24200 6635 612 0,'0'0'14325'0,"0"0"-11941"0,0 0-1644 16,0 0-12-16,88-3 672 0,-60 0-72 16,-5 3-307-16,5-3-561 0,-4-1-320 15,1-1-140-15,-6-2-180 0,1-3-316 16,-3 4-197-16,-2-3-231 0,1-1-764 0,-8 4-1356 16,-4-4-3585-16</inkml:trace>
  <inkml:trace contextRef="#ctx0" brushRef="#br0" timeOffset="55949.063">24335 6775 13581 0,'0'0'3092'0,"0"0"-1640"15,0 0-760-15,0 0 180 16,0 0 176-16,0 0 109 0,84 19-453 16,-59-22-704-16,3-6-96 0,-5-4-476 0,5-3-145 15,0-1-343-15,3-2-908 16,-6 5-1992-16,10-5-1133 0</inkml:trace>
  <inkml:trace contextRef="#ctx0" brushRef="#br0" timeOffset="56758.186">25017 6369 14161 0,'0'0'2856'0,"0"0"-2060"0,0 0-700 15,0 0-32-15,0 0 552 0,0 0 648 0,4 95-324 16,-4-44-500-16,0 3-268 15,0 6-168-15,-4 0 4 0,4-6 40 16,0-3-48-16,0-3-36 0,4-13-344 0,4-1-324 16,0-9-312-16,4-2-316 0,-4-10-1708 15,8-7-4717-15</inkml:trace>
  <inkml:trace contextRef="#ctx0" brushRef="#br0" timeOffset="57263.794">25615 6547 12881 0,'0'0'1832'0,"0"0"-788"0,0 0-448 16,79 3 28-16,-51-3 380 0,-4 0-264 15,0-3-248-15,-8-3-224 0,4-1-268 16,0-3-60-16,0 1-432 15,0-1-320-15,-5-3-268 0,2 5-412 0,-6 1-812 16,-7 0-2081-16,-4 7-2283 0</inkml:trace>
  <inkml:trace contextRef="#ctx0" brushRef="#br0" timeOffset="57380.57">25658 6766 11401 0,'0'0'2008'0,"0"0"-840"16,0 0-636-16,0 0 248 0,0 0 336 0,96 34 24 15,-60-37-168-15,4-9-540 0,3-4-432 16,2-10-416-16,-6 0-384 0,5-5-376 16,-8-1-892-16,-8 7-2765 0,0-13-3603 0</inkml:trace>
  <inkml:trace contextRef="#ctx0" brushRef="#br0" timeOffset="57577.817">25926 6257 11597 0,'0'0'1512'0,"0"0"-1092"16,0 0-216-16,-25 79 580 0,25-43 948 15,0 9 96-15,0 2-412 0,0 4-392 16,4 3-352-16,0-10-272 0,5-3-236 16,-1-9-164-16,3-9-196 0,6-8-448 15,-2-5-88-15,9-8-112 0,8-2-488 0,-4-2-1620 16,24-23-3721-16</inkml:trace>
  <inkml:trace contextRef="#ctx0" brushRef="#br0" timeOffset="57816.28">26627 6622 14349 0,'0'0'2044'0,"0"0"-1260"0,0 0 84 16,0 0 576-16,0 0 44 0,0 0-599 0,0 0-829 15,0 0-60-15,0 0-217 0,0 0-27 16,99-34-256-16,-71 2-196 15,0 4-148-15,-8-4 56 0,0 6 372 0,-8 4 416 16,-9 3 12-16,-3 7 432 0,0-1 328 16,-15 6-48-16,-9 4-164 0,-4 3-132 15,-8 0-208-15,-3 10 32 0,-10 5-248 0,2 5-4 16,-1 5-132-16,1 0 12 16,-6 3-296-16,5-2-632 0,-3 3-552 15,14-7-2964-15,-26 6-5149 0</inkml:trace>
  <inkml:trace contextRef="#ctx0" brushRef="#br0" timeOffset="58567.039">20874 7736 6688 0,'0'0'7029'0,"0"0"-5537"0,0 0-636 16,0 0-380-16,0 0 372 0,0 0 696 15,0 0-84-15,0 0-400 16,0 0-451-16,0 0-185 0,24 81-76 0,-20-41 16 16,-1 6-108-16,1 1-88 0,-4-3-156 15,4-2-12-15,-4-10-60 0,0-7-72 16,4-7-40-16,0-7-92 0,-4-5-232 0,0-6-305 16,4 0-163-16,-4-6-600 15,5-5-1236-15,-5 1-2512 0,3-20-2777 0</inkml:trace>
  <inkml:trace contextRef="#ctx0" brushRef="#br0" timeOffset="58914.371">21295 7461 12149 0,'0'0'2520'16,"0"0"-1136"-16,0 0-716 0,0 0 388 0,80-19 288 15,-59 13-388-15,-2 6-428 16,-3-7-260-16,0 7-160 0,0 0-108 15,-8-3-12-15,-1 3-132 0,2 0 32 0,-5 3-20 16,-4 4-4-16,0 2 28 0,0 7 56 16,-4 1-44-16,0 1-112 0,-4 4 24 15,0-4-48-15,0-1 84 0,4-4-12 16,4-1 52-16,0-2-52 0,0-1-76 0,8 1 100 16,4 0 124-16,0-1 4 0,4 1 0 15,4-1 8-15,-5 0 88 0,2 1-40 16,-10 0 12-16,6-1 112 0,-9 4 16 15,0-3-80-15,-4 2 64 0,0 4 12 16,-8-3-48-16,-5 3-136 0,-2-4-172 16,-1 1 0-16,-5-4-172 0,2 1-124 0,-1-7-172 15,1 0-244-15,2-3-204 0,2 0-844 16,2 0-1072-16,2-3-2809 0</inkml:trace>
  <inkml:trace contextRef="#ctx0" brushRef="#br0" timeOffset="59113.503">22000 7903 14053 0,'0'0'4152'16,"0"0"-3252"-16,0 0-556 0,0 0 36 16,0 0 596-16,84 47 60 15,-76-44-403-15,5-3-417 0,2-3-216 0,5-4-168 16,1-5-320-16,-2-4-301 0,5-3-331 0,-7 1-664 15,-2 1-1968-15,-4-6-3117 0</inkml:trace>
  <inkml:trace contextRef="#ctx0" brushRef="#br0" timeOffset="59296.333">22120 7699 9956 0,'0'0'2293'16,"0"0"-1261"-16,0 0-724 0,0 0 276 15,13 73 740-15,-6-38 172 0,5 3-380 0,-3 3-428 16,-5 4-220-16,-4-1-160 16,0 5-148-16,-4-5-156 0,-9-4-4 0,5-5-76 0,5-6-120 15,-1-10-292-15,0-6-316 16,4-4-224-16,0-5-324 0,0-4-684 16,0-4-2417-16,0-12-2863 0</inkml:trace>
  <inkml:trace contextRef="#ctx0" brushRef="#br0" timeOffset="59518.353">22535 7736 12537 0,'0'0'2540'16,"0"0"-1584"-16,0 0-264 0,12 81 688 15,-9-46 256-15,-3-1-220 0,4 2-760 0,-4-2-463 16,4-2-193-16,1-7-8 15,3-2-173-15,-4-2-219 0,-1-4-344 0,1-8-112 16,0 1-224-16,1-7-676 16,3-3-1052-16,-4 0-2033 15,-1-10-1103-15</inkml:trace>
  <inkml:trace contextRef="#ctx0" brushRef="#br0" timeOffset="59829.161">22746 7382 12449 0,'0'0'1172'0,"0"0"-980"0,0 0-128 16,79-48 596-16,-54 42 184 0,-1 2-28 16,-5 4-376-16,1 4-276 15,-8 4-76-15,-3 9-12 0,-6 2-64 0,-3 3-12 16,0 3 4-16,-12 1 44 15,0 3 40 1,-4-4 84-16,0 0-8 0,0-2-28 0,4-1-52 16,1-9 4-16,7-1-24 0,-1-2-52 0,5-4 48 0,0 1-8 15,9 0 56-15,2-2 80 0,1 2-16 16,4 0-60-16,0-1-28 0,4-6-20 0,-3 3-64 16,-2-3-104-16,1 0-228 0,0-3-252 15,0-3-212-15,0-1-296 0,-4 0-952 16,7-3-3621-16</inkml:trace>
  <inkml:trace contextRef="#ctx0" brushRef="#br0" timeOffset="60155.552">23347 7947 11117 0,'0'0'3840'0,"0"0"-2760"16,0 0-812-16,0 0 296 0,0 0 640 0,0 0 100 15,0 0-348-15,0 0-372 0,0 0-364 16,0 0-16-16,81 9-8 0,-46-18-100 16,5-4-96-16,-1-3-48 0,-2-6-268 15,-1 0-316-15,-8-7-384 0,0-3-288 16,-9 10-1164-16,-3-16-4017 0</inkml:trace>
  <inkml:trace contextRef="#ctx0" brushRef="#br0" timeOffset="60346.387">23547 7680 13845 0,'0'0'2516'0,"0"0"-1556"0,-16 95-368 16,12-57 484-16,0 6 440 0,4 2-163 0,0-6-613 16,4-5-572-16,4-6-168 0,-1-7-352 15,10-6-389-15,-2-7 61 16,5-9-40-16,5 0-344 0,6-16-1384 0,-6 2-2660 15,14-22-3937-15</inkml:trace>
  <inkml:trace contextRef="#ctx0" brushRef="#br0" timeOffset="60547.303">24133 7499 11957 0,'0'0'4144'0,"0"0"-3004"16,0 0-968-16,0 70 336 0,0-38 800 15,0 5 356-15,0 5-387 0,4 3-549 16,3-1-416-16,-3-6-180 0,4 0-132 16,-3-5-12-16,-1-5-300 0,0-3-344 0,-4-3-109 15,0-3 13-15,-4 0-188 16,-5 0-608-16,5-5-1172 0,-4-2-2821 0,1 1-3319 16</inkml:trace>
  <inkml:trace contextRef="#ctx0" brushRef="#br0" timeOffset="60765.732">24659 7785 848 0,'0'0'17501'0,"0"0"-15521"16,0 0-1980-16,0 0-920 0,95-29 920 0,-59 23 368 15,-4 6 476-15,0 0-368 0,-1 0-476 16,-3 0-268-16,-3 0-468 0,-6 0-232 16,-3 0-300-16,-12 0-804 0,0 0-2200 15,-4 0-3817-15</inkml:trace>
  <inkml:trace contextRef="#ctx0" brushRef="#br0" timeOffset="60903.09">24702 7972 14041 0,'0'0'2796'0,"0"0"-1640"0,0 0-948 0,0 0 4 16,0 0 416-16,92 29 732 0,-60-29-460 16,3 0-548-16,1 0-352 0,1-7-292 15,-2-2-472-15,-3-4-412 0,-4 7-872 16,0-10-3172-16</inkml:trace>
  <inkml:trace contextRef="#ctx0" brushRef="#br0" timeOffset="61473.02">25547 7445 11941 0,'0'0'1736'0,"0"0"-900"0,0 0-504 0,0 0 436 15,0 0 908-15,16 89-180 0,-8-45-280 16,-5 7-412-16,2 3-364 0,-1-1-244 16,0 2-88-16,0-8-12 0,3 1-84 15,1-12-12-15,1-5-92 0,2-2-368 16,1-10-296-16,4-3-88 0,5-4-152 15,-2-9-516-15,-3 1-1232 0,16-11-3953 0</inkml:trace>
  <inkml:trace contextRef="#ctx0" brushRef="#br0" timeOffset="61763.236">26280 7482 16745 0,'0'0'2008'16,"0"0"-1196"-16,0 0-668 0,0 0-140 16,0 0 200-16,0 0 480 0,0 0 424 15,0 0-151-15,0 0-461 0,95-4-388 0,-63 0-108 16,1 1-264-1,-1-4-184-15,-9 4-100 0,5-4-133 0,-4-2-439 16,-4 2-944 0,0 1-1736-16,-8 0-1973 0,0 4-2798 0</inkml:trace>
  <inkml:trace contextRef="#ctx0" brushRef="#br0" timeOffset="61913.508">26320 7632 13165 0,'0'0'2368'16,"0"0"-940"-16,0 0-756 0,0 0 60 0,0 0 472 15,-36 74 164-15,52-72-139 16,8 1-477-16,8-3-428 0,11-12-288 0,2-4-36 16,2-10-192-16,1 1-208 0,0-6-256 15,-4-1-133-15,-5-3-359 0,-3 0-892 16,-12 10-2192-16,0-13-3373 0</inkml:trace>
  <inkml:trace contextRef="#ctx0" brushRef="#br0" timeOffset="62127.927">26515 7117 13225 0,'0'0'2276'15,"0"0"-1392"-15,0 0-672 0,-32 71 484 16,25-35 936-16,-2 4-40 0,5 4-436 0,0 7-607 16,4 3-173-16,0 4-136 15,0-5-188-15,0 1-52 0,0-6-8 0,0 0-56 16,0-4-224-16,0-9-272 0,4-3-133 15,0-7-123-15,8-6-88 0,8-10-436 16,4-4-744-16,-4-5-2748 0,24-17-5113 0</inkml:trace>
  <inkml:trace contextRef="#ctx0" brushRef="#br0" timeOffset="62373.163">27140 7569 16845 0,'0'0'3088'0,"0"0"-1676"16,0 0-911-16,0 0 67 0,-15 80 428 16,15-72-236-16,8 3-352 0,3-5-408 15,9-2-84-15,1-4-108 0,7 0-48 0,-5-10-160 16,5-6-120-16,0-4-36 0,0-2-64 16,-4-3-25-16,-4 0 61 0,0-1 108 15,-4 3 124-15,-1-2 324 0,-7 3-32 16,-8 3 28-16,0 0 28 15,-8 3 8-15,-11 3 252 0,-5 4-256 0,-4 6-72 16,-4 3-564-16,-4 9-1128 0,1 10-164 16,7-3-860-16,-17 16-2665 0</inkml:trace>
  <inkml:trace contextRef="#ctx0" brushRef="#br0" timeOffset="67651.571">22893 4260 5836 0,'0'0'1640'0,"0"0"-264"0,0 0-512 15,0 0-164-15,0 0 2453 0,0 0-1645 16,0 0-244-16,0 0-492 0,0 0-52 16,0 0 8-16,37 7 96 0,-30 10-188 15,1 4-184-15,0 5 48 0,-4 2-112 0,1 7-180 16,-5 0-76-16,0 3-44 0,0 0-88 16,0-3 8-16,-9-3-8 15,5-3-36-15,0-7-28 0,4-7 4 0,-4-2-72 16,4-7-4-16,0 1-8 0,0-7-136 15,4 0-172-15,0-4-12 16,4-5 84-16,4-4-72 0,0-2 108 0,4-5 0 16,0-1-64-16,0-5 60 0,-1 4 12 15,-2-3 240-15,-5 2 20 0,-1 4 64 16,-3 0 12-16,0 3 48 0,-4 7 128 0,5-1 20 16,-5 7 64-16,0 3 76 15,0 0-40-15,0 0-76 0,4 6-60 16,-4 7 64-16,0 3 180 0,4 3-12 0,-4 3-160 15,0 1 0-15,0-1-72 0,0-6 8 16,0-2-156-16,0-3-12 0,0-8-156 16,4 0-76-16,3-3-52 0,-3-3-180 15,9-4-136-15,-2-5-572 0,10-8-1016 16,-10 8-1908-16,17-16-2193 0</inkml:trace>
  <inkml:trace contextRef="#ctx0" brushRef="#br0" timeOffset="67906.483">23359 4416 4364 0,'0'0'7461'0,"0"0"-5801"16,0 0-1024-16,0 0-16 0,-19 70 880 16,11-54 244-16,3-4-340 0,5-5-500 15,0 0-404-15,0-7-120 0,0 0-188 0,9 0-104 16,2-4-16-16,1-3-72 0,8-5-24 16,1-4-268-16,-2 0 36 0,5 0-96 15,-4-3 72-15,1 4 8 0,-6-1 16 16,1 3 96-16,-8 1 156 0,0-2 4 15,-4 5 24-15,-4-1 100 0,0 3-16 0,-8 1-44 16,0 4 44-16,-4-1-96 16,0 3-12-16,4 0-268 0,-8 0-124 0,4 9-124 15,-4 0-372-15,1 3-628 0,-2 5-780 16,9-4-2361-16,-8 6-2991 0</inkml:trace>
  <inkml:trace contextRef="#ctx0" brushRef="#br0" timeOffset="74022.599">5323 4961 8612 0,'0'0'2509'0,"0"0"-573"0,0 0-1120 16,0 0-360-16,0 0 112 0,0 0 504 0,-36-72 28 0,27 56-80 15,-2 4-244-15,-6-4-248 0,6 0-196 16,-5 3-148-16,0 0-52 16,4 4 64-16,-4-1-12 0,4 7 304 0,0 3-148 15,0 0-156-15,5 0 8 0,-6 7-192 16,1 6-68-16,5 2-40 0,-6 11-40 0,5 9 52 16,-3 9 96-16,7 3 48 0,-1 1-36 15,1-7 96-15,4-6-100 16,0-10-8-1,0-8-76-15,0-11-68 0,9-3-4 0,-5-3-60 0,4 0 4 16,3-9 8-16,6-4 24 0,-2-5-108 0,1-6-4 16,5-4 76-16,-6-3-48 0,1-1 36 15,-4 5 20-15,0 6 28 0,-4 9 12 16,0 1 12-16,0 8 148 0,-4 3 112 0,-1 7 72 16,6 3 76-16,-1 2 60 0,0 6-64 15,-1 6-48-15,6-6-36 16,-9 5-36-16,3-4-76 0,-3-7-60 0,0-2-60 15,5-7-124-15,-5-3-136 0,0 0 136 16,-1-6-108-16,5-4 8 16,5-9-272-1,-6-3-300-15,1-6-356 0,-4-4-1176 0,1 7-1837 0,-1-14-1479 16</inkml:trace>
  <inkml:trace contextRef="#ctx0" brushRef="#br0" timeOffset="74432.353">5003 4540 820 0,'0'0'6172'0,"0"0"-4896"16,0 0-356-16,-87 70 48 0,60-42 453 16,2 4-117-16,-3 3-244 15,4 7-224-15,0 2-156 0,9 7 36 0,-2-1-52 16,10 7-176-16,3 7-116 0,4 2-52 0,0 5 28 16,7-1 8-16,6-4 88 0,6-2 120 15,2-7-148-15,3-3-52 0,4-10-44 16,0-6-140-16,7-6-172 0,1-4-8 15,4-8-60-15,4-4-24 0,7-7-52 16,1-9 16-16,8 0 72 0,0-19-76 16,4-7-36-16,-1-9-108 0,1-5 24 0,0-15 12 15,-1-2 96-15,1-6-220 0,-4-4-24 16,-4-3-28-16,-8 1 88 0,-5-1-192 16,-7-4-20-16,-8 2 56 0,-4-2 48 15,-8 5 76-15,-8-5 88 0,-8 5 264 16,-4 2 0-16,-16 0 240 0,-4 7 60 15,-8 5 68-15,0 5-8 0,-7 9 140 0,3 9 60 16,-1 7 8-16,2 12 24 0,-1 7-28 16,-3 6-60-16,-2 9-296 0,1 7-208 15,-7 7-64 1,-5 9-132-16,0 1-84 0,-8 13-16 16,5 1-304-16,-1 4-352 0,4-1-268 0,-4 8-780 15,20-17-2365-15,-20 26-1511 0</inkml:trace>
  <inkml:trace contextRef="#ctx0" brushRef="#br0" timeOffset="92499.951">7282 3975 2852 0,'0'0'600'15,"0"0"3496"-15,0 0-2836 0,0 0-508 0,0 0-276 16,0 0 324-16,0 0 25 15,0 0-133-15,0 0-52 0,0 0-16 16,52 26-104-16,-44-26-48 0,1 0-8 0,-1 2-84 16,-1-2 60-16,6 0-100 15,-5 4-40-15,-1-4-12 0,5 0-64 0,0 0-48 16,0 3-40-16,4-3-24 0,4 0-28 16,0 0-8-16,0 0-68 0,3-3-4 15,1-3 60-15,4-1-64 0,-3 1 84 16,3 0-84-16,-4-5-12 0,-1 8 12 15,1-2 4-15,0 1-4 0,4 1-8 16,-8 0 8-16,3-1 72 0,2 4-72 16,3 0-4-16,-4 0 0 0,0 0-8 0,8 4 0 15,0-1 12-15,3-3 0 16,1 0-4 0,3 0-12-16,6 0 16 0,-2 0 60 0,6 0-60 15,-2 0 0-15,-3-3 0 0,0-1-44 0,-1 4 32 0,-6-3-36 16,-2 3 40-16,-3 0-116 0,0 0 76 0,-4 7-40 15,0-4-12-15,0 0-100 0,-1 3 116 16,1-3 32-16,4-3 52 0,0 3-72 16,0-3 20-16,-1 0 48 0,6 0-44 15,-5 0-4-15,0-3 52 0,0 0-76 16,-4-3-108-16,-5 3 32 0,1-4 92 16,0 4-44-1,-4-3-12-15,-4 3-32 0,4 0-4 16,-9-3 16-16,6 6-4 0,-9-4 0 0,-1 4-48 0,2-3-12 0,-5 3-40 15,-4 0 12-15,4 0-76 0,-4 0-64 16,4 0-140-16,-4 0-516 0,0 0-609 16,0 0-735-16,0 0-1516 0,0 3-528 15</inkml:trace>
  <inkml:trace contextRef="#ctx0" brushRef="#br0" timeOffset="97979.597">1526 8636 9380 0,'0'0'5325'0,"0"0"-4429"16,0 0-572-16,0 0 168 0,0 0 740 15,0 0 92-15,0 0-260 0,0 0-488 16,0 0-260-16,0 2-144 0,0 9-52 16,0 8 172-16,8 6 12 0,-1 10-35 0,1 9-197 15,1 8 120-15,-2 4-108 0,-3 5-32 16,0 2-52-16,0 4-28 16,-4 3 28-16,0-4 4 0,0-2-4 0,-4-7 0 15,0-3 8-15,0-10 4 0,4-8 84 0,0-8-88 16,0-9-8-1,0-6-4-15,0-4-68 16,0-6-40-16,0-3-104 0,4 0-88 0,0-6-13 16,4-7-83-16,1-3 132 15,2-7 60-15,1-2 24 0,4-6 16 16,0-1-40-16,0 4 12 0,-1 2 72 0,2 7 64 0,-2 3 60 0,-2 4 68 16,2 1 92-16,2 9-12 0,-6-1-44 15,6 3-100-15,-2 0-8 0,1 0-4 16,-4 0-4-16,4 5 4 0,-8 2 8 0,4 3-4 15,-4 3 8-15,-4-4 76 0,0 4 56 16,0 3 60-16,-4 0-4 0,0 3-56 16,-4 1-124-16,-4-2 60 15,-4 1 40-15,0 0 8 0,-4-3 0 0,0 0-108 0,-4-4-4 16,1-2-8 0,3-4-4-16,-5-3-156 0,6 1-144 15,-2-4-48-15,-2 0-40 0,7-7 36 0,-4-5-256 16,0-1-140-16,0-6-560 0,0-1-848 15,8 1-1997-15,-3-6-1139 0</inkml:trace>
  <inkml:trace contextRef="#ctx0" brushRef="#br0" timeOffset="98612.279">1279 8420 7492 0,'0'0'4541'0,"0"0"-3925"0,0 0-604 16,0 0 600-16,0 0 748 0,0 0 124 0,0 0-380 16,0 0-384-16,-88 73-300 0,79-48-4 15,-2 13 28-15,3 3 36 16,-4 11-80-16,4 5-152 0,0 6-92 0,0 6-20 15,0 2-92 1,4 5-40-16,0-4 52 0,0 2-8 0,4-4 16 0,0-3 8 16,0-7-64-16,12-3 88 0,0-6-44 0,8-6-52 15,4-1 0-15,4-6-64 0,7 0 52 0,1-3-48 16,5-3 48-16,2-4-60 16,1-2 68-16,0-8-60 15,3-1-56-15,5-11 116 0,-4-3 4 16,8-3 12-16,-4-9 120 0,4-8 28 15,-1-1-76-15,-2-8-76 0,-6-2-4 0,1-8-8 0,-4-2 0 0,-9 1 0 16,1-5-68-16,1 1-100 16,-6-4 112-16,1-2-24 15,-4-1-16-15,-1-3 100 16,-3-3 84-16,-3 0-72 0,-1-3-12 0,-5-4-56 16,-3-2-20-16,-3-3-20 0,-6-5 12 0,1-1 84 15,-4-1 0-15,-7 4 56 0,-6 1-52 0,-6 8 0 16,-1 7 192-16,-5 4 60 15,-6 11 0 1,-1 6-28-16,-4 4 28 0,0 10-208 0,1 1-36 0,-6 8 64 16,2 2-76-16,-1 4 0 0,-4 3 0 0,0 0-4 15,1 3-8-15,2 7 12 0,-2 6-112 16,-2 0-56-16,2 6-28 0,0 3-48 0,-2 1 12 16,6 5-120-16,-2-3-28 0,9 5-36 15,5-5-72-15,3 1-68 0,0-4-60 16,9 1-316-16,-2-4-272 15,1 3-460-15,4 0-608 16,4-5-1021-16,-4 8-2251 0</inkml:trace>
  <inkml:trace contextRef="#ctx0" brushRef="#br0" timeOffset="101636.657">4717 8353 2996 0,'0'0'2396'0,"0"0"-1484"0,0 0-432 0,0 0 4 16,0 0 1320-16,0 0 621 0,0 0-1077 0,0 0-444 15,0 0-256-15,0 0 84 0,7-3 212 16,-7 3-240-16,0 0-168 0,0 3-56 15,0 4-84-15,5 2-124 0,-5 4-100 16,4 6 64-16,-4 6-124 16,4 4 8-16,-4 3-8 0,0 3-28 15,0 3-20-15,0 6-52 0,0 7 108 0,-13 0-120 0,6 3-12 16,-9 3 12-16,-4 0 0 0,4-3 52 16,0-7-44-16,0 2 52 15,-3-11 100-15,2-1-12 0,2-5-28 0,-2-6-8 16,6-4-4-16,-6-4-32 0,6-5-16 15,-1-3-16-15,0-4-44 16,0-3-60-16,4-3-88 0,-4 0-24 0,0-5-72 16,0-9 120-16,0 1-156 0,4-2 120 0,-4-7-72 15,4 0 8-15,0-4 28 0,1-3 148 16,-2 1-112-16,5-1 0 0,0 0 24 16,0 4 36-16,4 0 52 0,0 6-116 0,0 0 164 15,0 6 8-15,0 0-4 16,0 6 56-16,4 5 100 0,0-4-24 15,0 6-12-15,0-4-12 0,5 2-40 0,-2 2-20 16,1 0 44-16,8 0 76 0,4 6 52 16,0 2-104-16,8 3 128 15,4 5-64-15,0 2 0 0,-1 2 24 0,5-1 24 0,4 3-72 16,-4 0-4-16,0-2-56 16,0-1-96-16,-1-5 44 0,-3 5-40 0,0-2 4 15,0-1 0-15,-4 0 0 0,-4 0-12 16,-4-4-168-16,-8 1-76 15,-1-4 36-15,2 1 0 0,-9-1-108 0,4-2-140 16,-8-1-148-16,3 0-36 0,-3-2-144 16,0 3-408-16,0-7-952 0,0 2-2465 15,-3-2-2859-15</inkml:trace>
  <inkml:trace contextRef="#ctx0" brushRef="#br0" timeOffset="103046.226">5908 8585 1304 0,'0'0'4308'16,"0"0"-2656"-16,0 0-1080 0,0 0-508 0,0 0 2084 15,0 0 57-15,0 0-877 0,0 0-592 16,-24-51-128-16,20 48 120 0,-3 3-84 16,-2 0-180-16,1 0-140 0,-3 0-40 15,3 0 12-15,-5 0-32 0,2 3 20 0,-2 1-4 16,2-1-20-16,-6 6-24 0,2 1-116 15,-2-1-120-15,-2 7-60 0,3 3-40 16,-3 3 4-16,-2 1-40 0,5 2 0 16,0 4 36-16,5 2 40 0,-6 1 0 15,6-1-64-15,2 4 72 0,1 4 40 16,5-1 8-16,-1-3 4 0,4 0 4 0,0-7 0 16,7 1 4-16,10-3 0 15,-2-5 216-15,9-5 24 0,4 1-128 16,4-5 16-16,0-2 0 0,4-4 12 0,-4-3 232 15,-1-3-60-15,1 0-100 16,0-3-64-16,-4-3-44 0,0-4-72 16,0-6-36-16,-4 3-4 0,-5-6 0 0,6 1-184 15,-14-1-220-15,2 0-256 0,-6 2-180 16,-3 2-308-16,-4-2-708 0,-4 8-1284 0,-7-7-2765 16</inkml:trace>
  <inkml:trace contextRef="#ctx0" brushRef="#br0" timeOffset="103254.885">5649 8925 7628 0,'0'0'2124'0,"0"0"-651"0,0 0-205 16,0 0 212-16,0 0-176 0,0 0-84 0,0 0-272 15,0 0-108-15,0 0-188 16,76-22-184-16,-52 15-172 0,4-2-88 15,-5 2-208-15,5 1-48 0,-4 0-84 0,4-5-248 16,0 5-360-16,0-2-284 16,0-6-388-16,0 5-1052 0,-5-1-2413 0,9 1-3219 15</inkml:trace>
  <inkml:trace contextRef="#ctx0" brushRef="#br0" timeOffset="107224.145">6761 8287 3848 0,'0'0'7225'16,"0"0"-6249"-16,0 0-384 15,0 0 108-15,0 0 544 0,0 0 116 0,0 0 8 16,0 0-428-16,0 0-324 0,0 0-236 15,0 0-84-15,4-26 144 0,12 26 24 16,12 0-112-16,3-4-32 0,5 4-104 0,9-2-8 16,-2-2-100-16,1 2 40 15,0-4-27-15,-1-1-61 0,5-3-48 0,-8 1-12 0,1-1-36 16,-6 4 32-16,1-4-80 16,-8 4-61-16,-4-4-183 15,-1 4-100-15,-6 3-108 16,-6-3-196-16,-3 2-216 0,-3 1-436 0,-5 3-736 0,0 0-852 15,-17 3-3249 1</inkml:trace>
  <inkml:trace contextRef="#ctx0" brushRef="#br0" timeOffset="107496.247">6921 8257 8796 0,'0'0'1280'0,"0"0"-560"0,0 0-523 0,0 0 559 15,0 0 488-15,0 0-72 0,0 0-412 16,0 0-208-16,0 0-36 16,-21 68 24-16,33-37 232 0,-3 7-100 0,6 6-168 15,-2 5-156-15,-6 2-152 0,5 2-112 16,-3 5-32-16,-6-1-52 0,1-3-64 0,0 3-56 16,-4-10 44-16,4-2 28 15,-4-7-100-15,0-6-12 0,0-7-76 16,4-5-24-1,0-8-36-15,-4-5-88 0,3-5-152 16,-3-2-168-16,5 0-100 0,3-2-280 0,0-12-536 0,-4 5-553 16,3-17-2607-16</inkml:trace>
  <inkml:trace contextRef="#ctx0" brushRef="#br0" timeOffset="107688.519">7059 8734 9140 0,'0'0'1861'15,"0"0"-1013"-15,0 0-592 0,0 0 732 16,0 0 748-16,0 0-376 0,0 0-372 16,84-22-268-16,-59 16-100 0,-1 3-116 0,-1-1-136 15,1-2-260-15,0 3-108 0,0 0-112 16,-5-4 64-16,-2 3-176 16,-2 2-364-16,-2 2-364 0,-2 0-256 0,-7 0-456 15,0 0-1396-15,-4 6-3261 0</inkml:trace>
  <inkml:trace contextRef="#ctx0" brushRef="#br0" timeOffset="107945.605">7059 9029 7200 0,'0'0'6189'15,"0"0"-5161"-15,0 0-812 0,0 0 112 0,0 0 932 16,0 0-76-16,0 0-292 0,0 0-212 15,0 0-80-15,0 0-112 0,41-5-96 16,-18 1 12-16,9 1-100 0,-4-1-184 16,8 1 40-16,-5 0-100 0,1 0-60 0,5 0-36 15,-9-1 28-15,4 4-80 0,-5-3-80 16,1 3-112-16,0 0-268 0,0-2-224 16,0 2-224-16,0-4-428 0,-4 4-908 15,-9 0-1725-15,9-3-1955 0</inkml:trace>
  <inkml:trace contextRef="#ctx0" brushRef="#br0" timeOffset="110713.4">8315 8404 6948 0,'0'0'1596'0,"0"0"-716"15,0 0-128-15,0 0 1397 0,0 0-797 16,0 0-300-16,0 0-296 0,0 0-104 16,0 0 16-16,0 0-72 0,0 0-200 15,35-44-160-15,-22 37-36 0,2 4-52 0,2-4-12 16,-2 2-124-16,9 1 72 0,1 4 76 15,3-3-96-15,-1 3 120 16,0 0-100-16,1 0 64 0,4 0-144 16,-4 0-4-16,-4 0 48 0,1 3 88 15,-6 1-72-15,1-1-60 0,-3 3 52 0,2-3-52 0,1 7-4 16,-4-4 48-16,0 3-48 0,-1-2-12 16,2 2 12-16,-6 1 4 0,-2 2 0 15,-1-1 8-15,-4 1-12 16,-1 1 4-16,-3-5 8 0,0 6 88 0,0-2-52 15,-3 4-40-15,-9-3 4 0,-4 3-12 0,0-1-44 16,-8-2 44-16,4 3 60 16,-8-6-20-16,4-1-40 0,-3 1-4 0,-5-1-4 15,4-2 4-15,4-4-140 0,-4 1 144 16,7-2-8-16,6-2-8 16,-1 3-164-16,8-3-140 0,-4 0-112 0,8 0-96 15,0 0-68-15,0 0-136 0,4-3-248 16,0 1-404-16,8-2-872 0,-4 1-1645 15,12-4 621-15</inkml:trace>
  <inkml:trace contextRef="#ctx0" brushRef="#br0" timeOffset="111002.133">9095 8662 7232 0,'0'0'3044'0,"0"0"-2023"15,0 0-637-15,0 0 360 0,0 0 660 16,0 0-188-16,-71 76-212 16,51-67-272-16,-3 0-196 0,-2 1-152 0,5-1-76 0,-4-2 52 15,-4-1 268-15,5 0-112 16,-5 1-200-16,-4-1-132 0,4 0-100 16,-4 1-84-16,0 2-84 0,1-2 12 0,3 0-4 15,3 1-32-15,5-2-112 16,1 1 0-16,2 0-112 0,2-4-52 15,2-1-144-15,6 2-44 0,3-1-76 0,0-3-80 16,4 0-328-16,0 0-780 16,8-7-1057-16,-1 2-1663 0,14-11 188 0</inkml:trace>
  <inkml:trace contextRef="#ctx0" brushRef="#br0" timeOffset="111483.339">9805 8122 14129 0,'0'0'1592'0,"0"0"-1328"0,0 0-176 0,0 0 340 15,0 0 332-15,91-11 132 0,-67 11-176 16,0 4-384-16,8 3-224 0,0-1 24 15,0 0-132-15,-4 7-8 16,0-4-4-16,0 4-44 0,-9 0 52 0,1-1-4 16,-8 7-4-16,-3-3-76 0,-9 6-96 0,0 1 184 15,-17 2-8-15,2 7-92 0,-9 0 16 16,-8 2 12-16,0 5 56 0,-4-1-92 16,0 0 108-16,-4 3 0 15,-3-3 12-15,-2 3-8 0,2 1 80 0,-1-4 16 16,8-3-40-16,0-3 176 0,8-1 8 15,4-5-24-15,9-5-12 0,3-2 0 0,7-2-132 16,5-4-76-16,0-4 0 0,9 4 44 16,10 0 40-16,5-4 260 15,4 1 32-15,0-1-132 0,4-3-136 0,0 1-32 16,0-1 80-16,0-2 28 0,-4-2-15 16,0-2-45-16,0 0-116 0,-9 0-8 15,5-6 0-15,-4 0-233 0,-4-4 1 16,4-2-144-16,0-1-184 0,-4-6-160 15,4 0-200-15,-5 0-428 0,2-3-700 16,-2-1-1188-16,-2 7-2425 0</inkml:trace>
  <inkml:trace contextRef="#ctx0" brushRef="#br0" timeOffset="111758.995">10267 8372 11137 0,'0'0'1400'0,"0"0"-992"15,0 0 116-15,0 0 376 0,0 0 588 0,-92 77-232 16,69-55-364-16,-1 4-424 16,3 2-148-16,-3 0-208 0,1 4-12 15,-5 3-96-15,0 2 44 0,-4 5-36 0,1 0-12 16,3 2-8-16,-4-3-64 0,4-3-76 15,0-6 60-15,8-7-48 16,4-5-232-16,4-5-216 0,4-8-84 0,8-4-188 16,0-3-260-16,0-3-904 15,8 0-2125-15,8-10-971 0</inkml:trace>
  <inkml:trace contextRef="#ctx0" brushRef="#br0" timeOffset="112061.928">10470 8731 7988 0,'0'0'5133'0,"0"0"-4609"0,0 0-196 16,0 0 192-16,0 0 340 0,80-10 432 15,-76 10-96-15,0 7-492 0,0-1-312 16,0 4-84-16,-4-1-88 0,0 7-36 0,0 3 12 16,-8 0-60-16,0 0 24 15,-4 4 24-15,4-1-76 0,-3 3-36 16,6-6-60-16,-3 0 100 0,4 0 44 0,4-3 124 15,0-3-36-15,0-3-236 16,8-1-4-16,1-3 84 0,6 0-4 0,5-2-12 16,0-4 24-16,7 0 149 0,1-10-97 15,4 0-40-15,4 1-108 0,1-4-148 16,-2-2-117-16,1 2-27 0,0 0-428 0,-4 4-268 16,-1-4-452-16,-6 4-1028 0,3-1-3565 15</inkml:trace>
  <inkml:trace contextRef="#ctx0" brushRef="#br0" timeOffset="114751.061">5956 5936 1800 0,'0'0'6608'0,"0"0"-5636"0,0 0 2197 0,0 0-1613 0,0 0-116 0,0 0-360 16,0 0 228-16,0 0-276 15,0 0-208 1,0 0-140-16,8-5-208 0,0-2-36 0,0 5-212 0,-1-9-56 0,10 3-63 15,-6-6-109-15,6 2 0 0,-6-4-109 0,6 3-391 16,-9 0-192-16,3 4-312 0,-2-1-584 16,-5 4-1048-16,0 6-2445 0,-4 0-2259 15</inkml:trace>
  <inkml:trace contextRef="#ctx0" brushRef="#br0" timeOffset="114927.55">5936 6131 2660 0,'0'0'10433'0,"0"0"-8505"0,0 0-1348 16,0 0-216-16,0 0 624 16,0 0-292-16,0 0-188 0,0 0-136 15,0 0-264-15,83-39-108 0,-59 31-144 0,1-3-88 16,-5 2-448-16,-1-4-28 16,-2 7-348-16,-2-4-1080 0,-6 7-2925 0,-5-3-2703 15</inkml:trace>
  <inkml:trace contextRef="#ctx0" brushRef="#br0" timeOffset="115261.532">4780 6459 14985 0,'0'0'2484'16,"0"0"-2012"-16,0 0-424 0,0 0 360 0,0 0 132 16,0 0 172-16,0 0-260 0,0 0-316 15,0 0-12-15,0 0 44 0,88-7-68 16,-56 0-96-16,-4 1-4 0,4-4-112 15,0 0-20-15,0-2-248 0,-4-4-332 16,0 0-272-16,0-3-368 0,-4 3-720 16,-13 4-1176-16,6-11-3045 0</inkml:trace>
  <inkml:trace contextRef="#ctx0" brushRef="#br0" timeOffset="115629.05">4840 6117 8068 0,'0'0'2304'16,"0"0"-899"-16,0 0-469 0,0 0 196 0,-7 68 48 0,10-46-124 15,5 3-216-15,5 0-316 16,-2 7-92-16,6 7-160 0,-6-1-112 16,1 6-108-16,4 7-12 0,-4 3-40 0,0 0 0 15,4-1-4-15,-4-2 8 16,0 0 40-16,-1-6-32 0,2-4 76 15,-5-6-80-15,-1-7 64 0,2-2-60 16,-1-8 64-16,-4-1 36 0,0-4-40 16,-4-7-12-16,3 0-8 0,-3-2 8 0,0-1 64 0,0-3 96 15,0 0 244-15,-3 0 124 16,-5 0-272-16,-5-3-168 0,-6-4-100 16,-1 1-48-16,-8-3-80 0,0-4-176 15,-4 0 0-15,4 1 60 0,5-2-60 16,-1 2-148-16,7-1-40 0,10 3-12 0,-1-2-112 15,4-1-160-15,4-3-296 0,0-3-616 16,8-3-1048-16,-1 6-2261 0,18-16-875 16</inkml:trace>
  <inkml:trace contextRef="#ctx0" brushRef="#br0" timeOffset="115852.393">5327 6322 6864 0,'0'0'2800'0,"0"0"-991"0,0 0-157 0,0 0-280 0,0 0-212 16,0 0-52-16,0 0-312 0,0 0-316 16,-25 85-120-16,22-63-88 0,-1 8-40 15,4-3-36-15,-4 2-72 0,4 3-40 0,0-1-84 16,0 1-40-16,0-3 40 0,4-4 4 16,0 0 60-16,3-5-64 15,-3-5-44-15,5-3-40 0,-1-5-40 0,-1 0-72 16,1-4 0-16,5-3-248 0,-6 0-288 15,10-10-352-15,-6-5-704 0,1-2-1092 16,4-10-2941-16</inkml:trace>
  <inkml:trace contextRef="#ctx0" brushRef="#br0" timeOffset="116044.875">5446 6464 1460 0,'0'0'7216'15,"0"0"-4707"-15,0 0-805 0,0 0-352 0,0 0 200 16,0 0-176-16,0 0-236 0,40 72-144 15,-24-49-64-15,0-1-236 0,4-3-344 16,-1 0-352-16,1-3-84 0,1 1-12 16,-2-8-100-16,1 0-340 0,1-9-164 15,-2 0-304-15,-3-3-668 0,3-3-1464 16,2-16-4025-16</inkml:trace>
  <inkml:trace contextRef="#ctx0" brushRef="#br0" timeOffset="116194.521">5785 6432 92 0,'0'0'11897'0,"0"0"-9625"0,0 0-1172 0,-64 83 504 16,40-51 192-16,4 6-324 0,-3-4-532 0,-1 1-432 0,3-3-203 16,1-3-305-16,5-3 0 0,-2-4-229 0,9-3-211 15,1-7-328-15,-1-6-48 0,8-2-156 0,-4-4-336 0,4-4-1188 0,0-2-2821 16,0-13-1619-16</inkml:trace>
  <inkml:trace contextRef="#ctx0" brushRef="#br0" timeOffset="116394.357">5912 6359 3664 0,'0'0'8173'16,"0"0"-6269"-16,0 0-676 0,0 0 584 15,0 0-28-15,0 0-472 0,56 89-480 16,-48-60-368-16,0 5-344 0,-5 5-60 0,-3-1-60 15,0 3-100-15,0 0-144 0,0-2-48 16,-7-1-72-16,-1 0-200 0,0 3-260 16,-8 0-260-16,1 1-496 15,-2-10-1136-15,-11 18-3893 0</inkml:trace>
  <inkml:trace contextRef="#ctx0" brushRef="#br0" timeOffset="117112.205">4661 10741 2552 0,'0'0'5820'0,"0"0"-3868"16,0 0-419-16,0 0-125 16,0 0 64-16,0 0-336 0,0 0-48 0,0 0-32 15,100 28-168-15,-53-21-152 0,2-5-100 16,2-2-160-16,-7 0-96 0,0-6-176 16,-4-7-92-16,0-2-112 0,-5-4-40 15,1-3-340-15,-8-5-228 0,0 0-236 16,-8-2-312-16,-4 1-444 0,-9-1-1008 0,2 10-2937 15,-9-3-2615-15</inkml:trace>
  <inkml:trace contextRef="#ctx0" brushRef="#br0" timeOffset="117411.253">4992 10401 7160 0,'0'0'2568'15,"0"0"-815"-15,0 0-305 0,0 0-36 0,0 0-212 16,0 0-192-16,0 0-252 0,0 0-184 15,0 0-64-15,-32 86 20 0,43-55-48 0,6 8 36 16,3-2 8-16,-1 12-72 0,2-2-208 16,-6 0-76-16,5 5-108 15,1-2-60-15,-10 1-4 0,6 0-8 0,-10 0 0 16,1 0 4-16,0-1 8 0,-3-2 8 16,-5 0 80-16,0-5-84 0,0-4 4 0,0-4-8 15,-5-7-8-15,1-5-92 0,0-4 16 16,0-10 12-16,0-2 24 15,4-4-64-15,-3-3-108 0,-1 0-72 0,-5 0-148 16,-3-10-24-16,1-3 24 0,-9-2-128 16,-5-11-272-16,6 1-28 0,-5-7-88 15,8 4-164-15,0-4-340 0,7 3-576 0,6 8-1017 16,3-12-1183-16</inkml:trace>
  <inkml:trace contextRef="#ctx0" brushRef="#br0" timeOffset="117921.903">5709 10506 5412 0,'0'0'2744'0,"0"0"-1412"0,0 0-464 16,0 0 741-16,0 0-37 0,0 0-228 15,0 0-412-15,0 0-128 16,-79 82-32-16,75-57-128 0,4 1-136 0,-4 6-104 0,4 6-32 15,0 0 8-15,4 4 84 0,0-1-148 16,3 3-144-16,1-3-172 0,1-6-36 16,-2-3-12-16,1-10-76 0,4-6-108 15,0-6-112-15,4-8-120 0,4-2-140 16,0-6-256-16,3-13-508 0,-2-3-1004 0,-1 3-2661 16,-1-19-2847-16</inkml:trace>
  <inkml:trace contextRef="#ctx0" brushRef="#br0" timeOffset="118330.523">6103 10287 11581 0,'0'0'2212'0,"0"0"-1112"0,0 0-216 0,24 76 804 0,-20-38-108 16,4 4-136-16,1 5-468 15,-5 0-379-15,-1 1-89 0,-3-1-108 16,0 4-124-16,0-3-180 0,0-1-96 0,-7-1 12 15,-6-5-8-15,2-6 0 16,-2-4 8-16,-2-3 0 0,-2 2-12 0,-2-12-76 16,2 1-164-16,-2-8-28 0,3-5 64 15,0-3-64-15,0-3-108 16,0-9-1-16,4-8 97 0,-3-4-72 0,-2-2-76 16,6-6-36-16,7 4 36 0,-1 3 148 15,5 3 156-15,0 3-24 0,5 6 72 16,2 4 76-16,5 0 256 0,1-1 76 0,2 7 12 15,5 0 48-15,-1 0 44 16,9 3-68-16,0 7 20 0,4-1-84 16,0 4-59-16,0-1-5 0,0 5-20 0,0-5-88 15,-4 4-120-15,-4-3-12 0,4-1-4 16,-12 1-104-16,3-1-172 0,-6-1-329 16,-5-5-203-1,-1 0-56-15,-3-6-272 0,0 0-1192 0,-4 0-2076 0,0-12-2877 16</inkml:trace>
  <inkml:trace contextRef="#ctx0" brushRef="#br0" timeOffset="118536.729">6414 10594 11897 0,'0'0'2436'0,"0"0"-1652"15,0 0-28-15,0 0 696 0,67 77-80 0,-46-55-328 0,-5 0-444 16,0 4-212-16,0-1-96 0,-4 3-96 15,-1 2-64-15,-2 1-56 0,-5 1-20 16,0 3-56-16,-4-4 0 0,0 1-72 16,-12 1-136-16,-1-5-96 0,2-6-112 15,-6-3 12-15,2-3-60 0,2-10-236 0,2-6-548 16,3-6-928-16,-1-7-2781 0,6-15-2551 16</inkml:trace>
  <inkml:trace contextRef="#ctx0" brushRef="#br0" timeOffset="118711.022">6857 10687 13805 0,'0'0'2348'0,"0"0"-1308"15,0 0 504-15,0 0-108 0,95-16-352 16,-75 10-307-16,4-1-461 0,0-2-204 16,0 3-112-16,4-5-136 0,4 5-228 15,-9 0-1-15,1 4-523 0,-7 2-1008 16,-6 0-1888-16,-7 2-3665 0</inkml:trace>
  <inkml:trace contextRef="#ctx0" brushRef="#br0" timeOffset="118870.889">6980 10928 12437 0,'0'0'4252'0,"0"0"-3344"0,0 0-288 0,0 0 92 0,0 0 380 15,0 0 32-15,0 0-456 16,0 0-279-16,87 31-329 0,-63-37-60 15,-3 0-316-15,3-7-181 0,-5 1-123 0,9-1-324 16,0 0-516-16,4 0-728 0,-4 1-540 16,7-1-6069-16</inkml:trace>
  <inkml:trace contextRef="#ctx0" brushRef="#br0" timeOffset="127746.049">7853 10553 3556 0,'0'0'1812'0,"0"0"-304"16,0 0-440-16,0 0-84 0,0 0 192 16,0 0-295-16,0 0-241 0,0 0 260 15,-81-50-148-15,78 47 760 16,-5 3-516-16,-4 0-144 0,4 0-288 16,-8 0 44-16,4 3-80 0,0 0-44 0,1 3-240 0,2-3-24 15,-3 4-96-15,1-1-76 0,2 3-48 16,-3 1-68-16,5 6-4 0,-6-1 20 0,5 8-20 15,5 2-64-15,3 7 76 16,0 3 60-16,0 3 0 0,7 3 0 16,1 5-88-16,8-6 76 0,1 2-36 0,-2-8 48 15,6-2-100-15,-2-9 28 0,1-5-4 16,0-7-20-16,3-9-24 0,-2-2 120 16,-1 0 0-16,-1-6 12 0,-2-7 72 15,2-3-20-15,-6-3-52 0,2 0 0 16,-2-6 48-16,-2-4 12 0,2-2-72 0,-2-5-4 15,-3-1-72-15,-4-5-20 0,0 4 84 16,-4 0 8-16,0 3 4 0,-4 0 52 16,-4 6-40-16,-3 4 100 0,2 3 12 15,-3 6 20-15,1 3-68 0,-2 4-72 16,5 3 44-16,-3 1-36 0,-2 5 100 0,2 0-112 16,-6 0-124-16,-2 7-108 15,-5 6 8-15,0 3-32 0,-4 6 44 16,0 7 16-16,5 0-176 0,-5 3-40 0,4 2-184 15,-1 4-172-15,1 0-504 16,5 4-536-16,3-11-1321 0,-9 24-2803 0</inkml:trace>
  <inkml:trace contextRef="#ctx0" brushRef="#br1" timeOffset="142964.458">14953 9883 4516 0,'0'0'4972'15,"0"0"-3564"-15,0 0-931 0,0 0-89 0,0 0-44 16,51-76 1596 0,-38 57-1052-16,-2 3-472 15,1 1-204-15,0-2-24 0,0 2 0 0,1-1-12 16,-2 3 68-16,1 4 16 0,0-2 52 0,0 6-24 0,-1 2-92 15,2-1 16-15,-1 4-12 0,0 4 8 16,4 9-20-16,0 2 20 0,3 7 52 0,-2 10-28 16,2 3-84-16,-3 6-24 15,1 4-120-15,-6-1 68 0,5 0-72 16,-4-2-88-16,-4-7-136 0,4-7-8 0,-4-5-4 16,0-11 76-16,4-5-48 0,-4-4-140 0,0-3-208 15,7-6-344 1,-2-10-232-16,2-9-476 0,6-8-1125 0,-10 5-2135 15,6-16-972-15</inkml:trace>
  <inkml:trace contextRef="#ctx0" brushRef="#br1" timeOffset="143159.464">15447 9550 7160 0,'0'0'1584'0,"0"0"-96"16,0 0-175-16,0 0 19 0,0 0 156 15,-92 44-236-15,72-18-320 0,-4 9-224 0,0 6-24 0,1 7-92 16,-1 2-100-16,0 5-136 15,-1 2-100-15,1 0-120 0,1 4-136 16,-1-4-128-16,4-4 8 0,0-2-152 0,0-7-208 16,5-5-24-16,2-11-40 0,2-6-164 15,7-12-120-15,-1-7-280 0,5-6-616 16,0-7-2281-16,12-21-1031 0</inkml:trace>
  <inkml:trace contextRef="#ctx0" brushRef="#br1" timeOffset="143460.273">15754 9251 612 0,'0'0'8340'16,"0"0"-5883"-16,0 0-1241 0,0 0-132 16,0 0 424-16,0 0-212 0,0 0-484 15,0 0-328-15,0 0-240 0,0 0-96 0,0 0-24 16,-16 87-48-16,12-56-76 15,4-1 4-15,-4-5 64 0,4-6 80 0,4-5 136 16,3 0 160-16,6-4-40 16,6-1-24-16,1-3-160 0,8-3 48 0,-3 1-88 15,2-4-116-15,1 0-52 0,0 0-12 16,0-4 0-16,0-2-332 0,0-11-68 0,3 3-276 16,-3-9-308-16,0 1-452 15,0-1-648-15,-5 1-1164 0,-10 3-2313 16,2 0-594-1</inkml:trace>
  <inkml:trace contextRef="#ctx0" brushRef="#br1" timeOffset="143618.205">16020 9232 5324 0,'0'0'2304'0,"0"0"-336"0,0 0-355 16,0 0-353-16,0 0-352 0,0 0-120 16,0 0-28-16,0 0-108 0,-47 80-212 0,47-52-124 15,0 4-40-15,0 9-88 0,0 3-12 16,0 8-176-16,0 5-40 15,0 1-444-15,0 1-552 0,0-2-300 0,0-3-488 16,0-16-1129-16,4 6-1871 0</inkml:trace>
  <inkml:trace contextRef="#ctx0" brushRef="#br1" timeOffset="143827.442">16423 9957 13341 0,'0'0'2292'15,"0"0"-1548"-15,0 0-468 0,0 0 492 16,0 0 420-16,80 42-340 0,-52-42-456 0,0 0-312 16,3-5-80-16,5-4-184 0,-4-7-392 15,4-3-336-15,-1-6-352 16,-3 3-824-16,-8 2-2433 0,8-8-2619 0</inkml:trace>
  <inkml:trace contextRef="#ctx0" brushRef="#br1" timeOffset="144046.181">16917 9592 10000 0,'0'0'3049'0,"0"0"-1601"15,0 0-916-15,0 0 548 0,0 0 444 0,0 0-140 16,-40 89-528-16,40-55-412 0,0 4-68 15,0 3 0-15,0 4 16 0,0 3-236 16,0 2-112-16,-4 1-44 0,4-3-72 16,-8-1-108-16,5-2-136 0,-2-7-112 15,1-3-60-15,4-10-184 0,0-5-216 0,0-8-112 16,9-8-548-16,2-4-916 0,-3 0-2673 16,20-19-1259-16</inkml:trace>
  <inkml:trace contextRef="#ctx0" brushRef="#br1" timeOffset="196225.699">17411 9876 520 0,'0'0'1360'0,"0"0"4080"16,0 0-4272-16,0 0 140 0,0 0-264 15,0 0 77-15,0 0 147 0,0 0-52 0,-20-19-192 16,20 17-92-16,-4-2 4 15,4 2-84-15,-4 2-48 0,4-3-104 16,0 3-40-16,0 0-100 0,0 0-184 0,0 0-204 16,0 0-172-16,0 0-120 0,4 0 96 15,4 0 24-15,8 5 100 0,4-1-16 16,4 3-72-16,4-5-8 0,4-2 8 16,0 0-12-16,3-2 8 0,-3-9 0 0,0 3-8 15,0-6-172-15,-4 2-8 16,0-4-224-16,-9 3-8 0,1 4-236 0,-7-1-288 15,-5 4-312-15,-4 3-892 16,-4 3-1928-16,-17 0-3037 0</inkml:trace>
  <inkml:trace contextRef="#ctx0" brushRef="#br1" timeOffset="196451.534">17339 10017 2672 0,'0'0'9973'0,"0"0"-8509"15,0 0-1108-15,0 0-40 0,0 0 252 16,0 0 260-16,0 0-52 0,0 0-228 16,0 0 84-16,0 0-52 0,56 3-100 0,-28-6-224 15,4-1-96-15,4 2 36 16,-1-5-124-16,-3 2-72 0,4 0-44 0,-4-1 40 16,0 0-144-16,-1-1-280 0,1-2-200 15,0 2-200-15,1-2-40 16,-6-1-688-16,-7 4-1428 0,0 0-3221 0</inkml:trace>
  <inkml:trace contextRef="#ctx0" brushRef="#br1" timeOffset="200460.876">18511 9903 5956 0,'0'0'900'15,"0"0"1332"-15,0 0-1364 0,0 0-468 16,0 0 193-16,0 0 319 0,0 0-104 15,0 0-168-15,0 0-172 0,0 0-60 0,0 0 48 16,-40-57 48-16,40 47-12 0,4-2-64 16,0-1-88-16,7-4-128 0,2-5-76 15,-2 0-124-15,6 0-8 0,2 0-4 16,-2-1-16-16,3 2 12 0,-1 2-56 16,1 2-64-16,-4 4 36 0,0 4 12 15,0 6 16-15,0 1-4 0,-1-3 60 16,2 5-8-16,-6 5-132 0,6 0 140 0,-2 4-72 15,2 4 76-15,-2 0 80 0,2 3-76 16,-2 3 112-16,1 6 24 0,0 1-76 16,0 6 84-16,-4-1-64 0,4 7-80 0,-4 0 140 15,-5 1-132-15,2-2-12 16,-1-5 140-16,-4-3-140 0,0-4-48 16,-1-5 40-16,2-4-172 0,3-7-4 0,-4-6-16 15,4-3-420-15,-1-3-336 0,6-11-556 16,-5 6-1301-16,3-17-3139 0</inkml:trace>
  <inkml:trace contextRef="#ctx0" brushRef="#br1" timeOffset="200691.279">19025 9547 8612 0,'0'0'1128'0,"0"0"-884"0,0 0 312 16,0 0 605-16,0 0 131 0,-73 92-376 0,54-57-4 15,-1 6-216-15,-4 1-220 16,5 0-248-16,-6 2-116 0,-3 3 16 0,4 0-72 16,-4-2-56-16,5-3-88 0,-5-4 16 15,8-4-132-15,0-5-224 0,0-7-100 16,8-3-40-16,0-6-80 0,4-4-180 16,5-9-156-16,3-3-405 0,0-6-1875 0,7-23-2040 0</inkml:trace>
  <inkml:trace contextRef="#ctx0" brushRef="#br1" timeOffset="201018.808">19379 9112 1228 0,'0'0'9312'0,"0"0"-8319"0,0 0-621 16,0 0 232-16,0 0 160 0,0 0-76 15,0 0-168-15,0 0-204 0,0 0-12 16,0 0-4-16,0 0-160 0,28 89-28 16,-44-54-48-16,4 3-60 0,0-3 0 0,0-4-4 15,0-5 88-15,8-4 48 16,4-6 116-16,0-3-24 0,0-4 60 0,8 1 60 16,5-3 28-16,2 1-92 0,5-2-12 15,0-1-12-15,8-5-12 16,-4 0-52-16,4 0-112 0,4-5 28 0,-4-1-24 15,-4-2-88-15,0-3 4 0,-5 3-4 16,1-3-56-16,-4-1-224 0,-4-1-300 16,0 4-152-16,-4-1-432 0,-5 1-752 0,2 2-2601 15,-5 1-2827-15</inkml:trace>
  <inkml:trace contextRef="#ctx0" brushRef="#br1" timeOffset="201246.626">19547 9172 10856 0,'0'0'1585'0,"0"0"-1153"0,0 0 16 15,0 0 456-15,0 0 396 0,0 0-456 16,0 0-332-16,0 0-140 0,-17 77-24 0,17-43-124 16,0 4-40-16,0 4-48 15,0 2-84-15,0 0-52 0,0-2-136 16,0 2 88-16,0-6-272 0,0-6 32 0,0-3-272 15,4-8-128-15,0-2-232 16,5-2-304-16,-1-7-1024 0,-5-1-2613 0,5-6-1859 16</inkml:trace>
  <inkml:trace contextRef="#ctx0" brushRef="#br1" timeOffset="201929.659">19929 9820 3696 0,'0'0'7108'0,"0"0"-6311"15,0 0 243-15,0 0 120 16,99 0 44-16,-67 0-200 0,5 0-52 16,-5 0-292-16,0 0-140 0,3-3-188 0,-3-1-108 15,0-2-216-15,4 0-8 16,-8-7-104-16,3 0-80 0,-6 1-372 0,3-4-264 16,-9-3-384-16,1 6-624 0,-8 1-2201 0,-4-4-1731 15</inkml:trace>
  <inkml:trace contextRef="#ctx0" brushRef="#br1" timeOffset="202166.852">20200 9566 1420 0,'0'0'7884'16,"0"0"-6604"-16,0 0-559 0,0 0 87 16,0 0 228-16,0 0-68 0,0 0-232 15,0 0-156-15,0 0 72 0,-13 85 52 16,22-49-280-16,3 5-116 0,-5 3-96 0,2 1-28 15,-1 0-184-15,0-4-24 16,-5 0 24-16,6-3-112 0,-1-3-124 0,0-6-260 16,-1-7-128-16,6-3-144 0,6-10-48 15,-2-2-236-15,7-7-712 0,-9 0-1461 16,13-20-2423-16</inkml:trace>
  <inkml:trace contextRef="#ctx0" brushRef="#br1" timeOffset="202377.81">20885 9483 11041 0,'0'0'1052'16,"0"0"-1044"-16,0 0 352 0,0 0 572 15,20 70 84-15,-12-41 68 0,-4 2-504 0,4 2-276 0,0-3-80 16,4 6-216-16,-4 2-8 0,0-3-8 15,4 0-228-15,-4-4-220 16,0 1-272-16,4-3-260 0,-4-7-348 0,4 1-785 0,-4-8-1155 16,0 1-1876-16</inkml:trace>
  <inkml:trace contextRef="#ctx0" brushRef="#br1" timeOffset="202609.98">21579 9757 5852 0,'0'0'9077'0,"0"0"-7453"0,0 0-1352 16,0 0 164-16,0 0 456 15,0 0-80-15,0 0-392 0,83-17-420 0,-63 14-12 16,4-3-396-16,0-3-392 0,-1 2-488 15,-2-2-636-15,-5 2-1236 0,-4-2-3569 16</inkml:trace>
  <inkml:trace contextRef="#ctx0" brushRef="#br1" timeOffset="202794.281">21531 9883 4548 0,'0'0'8709'16,"0"0"-7489"-16,0 0-1208 15,0 0 152-15,0 0 708 0,0 0 568 16,0 0-148-16,0 0-272 0,0 0-356 0,87 7-236 16,-62-7-148-16,3 0-272 0,0-3-8 0,-2-3-136 15,6 1-304-15,1 0-344 16,-6-2-408-16,-3 0-572 0,-3 1-2500 16,-6 1-4909-16</inkml:trace>
  <inkml:trace contextRef="#ctx0" brushRef="#br1" timeOffset="203398.967">22690 9407 5792 0,'0'0'6373'0,"0"0"-5477"0,0 0-436 15,0 0 164-15,100 86 160 0,-68-51 20 16,7 6 40-16,-3 3-196 0,-3 5-116 0,-1-5-320 15,-1-3-212-15,1-3 0 0,-9-3-64 16,-2-6-60-16,-5-7-136 0,-1-6-236 16,-3-7-76-16,1-6-8 0,2-3-276 15,-2-3-208-15,-2-10-1172 0,2 1-2413 0,-6-16-1827 16</inkml:trace>
  <inkml:trace contextRef="#ctx0" brushRef="#br1" timeOffset="203608.938">23177 9462 5428 0,'0'0'5404'0,"0"0"-4527"16,0 0-469-16,0 0 196 15,-88 56 84-15,64-27 176 0,-4 6-16 0,4 3-168 16,-4 6-136-16,0 4-120 0,1 0-164 0,-1-1-84 16,-4 1-176-16,4-7-4 15,4-3-12-15,0-6-168 0,8-6-28 0,4-14-312 16,8-3-72-16,4-9-196 0,0-2-500 15,7-17-780-15,6 2-2309 16,6-27-663-16</inkml:trace>
  <inkml:trace contextRef="#ctx0" brushRef="#br1" timeOffset="203852.358">23443 9083 11429 0,'0'0'1476'0,"0"0"-1196"0,0 0 192 15,0 0 160-15,0 0-60 0,0 0 260 0,0 0 60 16,0 0-344-16,0 0-252 0,60 77-108 16,-60-49-76-16,0 1-24 15,0-1-4-15,0-2-84 0,4-4 4 0,4-3 96 16,4-6 96-16,3-4 152 0,6-5 228 16,7-2-60-16,0-2-272 0,7 0-144 15,-3-9-100-15,0-1 40 0,0-2-40 0,-4-4-60 16,4-1-284-16,-4-2-232 15,0-2-424-15,-4-2-504 0,-5 7-1336 16,-3-9-3929-16</inkml:trace>
  <inkml:trace contextRef="#ctx0" brushRef="#br1" timeOffset="204031.489">23718 9045 11865 0,'0'0'1280'0,"0"0"-1124"16,0 0-32-16,0 0 284 0,0 0 580 15,0 0 500-15,-8 73-492 16,16-44-460-16,0 6-252 0,0 3-272 0,4 4-12 16,-4 2-4-16,0 0-132 0,-4 0-260 15,4 1-400-15,0-8-308 0,-1-1-412 16,2-11-1448-16,10-2-2937 0</inkml:trace>
  <inkml:trace contextRef="#ctx0" brushRef="#br1" timeOffset="204491.682">24252 9624 6704 0,'0'0'5421'0,"0"0"-3877"16,0 0-872-16,0 0-316 0,0 0 900 16,0 0 96-16,76 25-420 0,-48-19-208 0,4-4-440 15,3-2-112-15,1 0-48 0,5 0-124 0,-6-6-12 16,5-2-124-16,-5-6-196 15,5-2-344-15,-8 2-340 0,0-6-312 16,-8 4-804-16,-4-3-3257 0</inkml:trace>
  <inkml:trace contextRef="#ctx0" brushRef="#br1" timeOffset="204692.93">24500 9385 11509 0,'0'0'1484'0,"0"0"-1268"0,0 0 64 16,0 0 624-16,-9 86 116 0,9-51 512 0,0-1-388 16,0 5-356-16,4 2-396 0,4 3-368 15,-4-2-24-15,4-4-72 0,0-7-148 16,4-2-124-16,0-9 8 0,4-5-120 16,3-3-176-16,2-6-316 0,7-6-452 15,-9 0-1220-15,18-8-3313 0</inkml:trace>
  <inkml:trace contextRef="#ctx0" brushRef="#br1" timeOffset="204910.338">25216 9413 8492 0,'0'0'4657'15,"0"0"-3817"-15,0 0-824 0,0 0 680 16,0 0 776-16,16 74 40 0,-16-43-376 15,4 4-460-15,-4 4-248 0,5 1-52 0,-5-1-120 16,0-1-84-16,3-3-172 0,1 0-84 16,0-7-112-16,0-3-172 0,4-2-244 15,0-7-100-15,4-4-100 0,-4-2-308 16,4-10-564-16,-4 0-792 0,7-10-3101 16</inkml:trace>
  <inkml:trace contextRef="#ctx0" brushRef="#br1" timeOffset="205325.924">25531 9051 4956 0,'0'0'1364'0,"0"0"-100"16,0 0 588-16,0 0 113 0,0 0-249 15,0 0-344-15,0 0-188 0,0 0-240 0,0 0-260 16,0 0-188-16,-8-13-160 16,8 13-128-16,0 0-120 0,-4 0-48 0,4 0-40 15,0 5-124-15,0 3 124 0,-3 9 40 16,-2 8 180-16,1 3-36 0,0 8-72 15,0 1-100-15,0 1-12 0,4-6 0 16,0 0-8-16,0-10 8 0,12-6 24 16,4 0 160-16,4-6-72 0,8-4 48 15,-1-3 60-15,5-3-108 0,-4 0 20 16,4-6 28-16,0-4-96 0,-4 1-64 16,0-4-156-16,-4-3-248 0,0 0-212 15,-4 0-248-15,-4-3-300 0,-5 4-648 0,-3 2-2296 16,-3-6-2161-16</inkml:trace>
  <inkml:trace contextRef="#ctx0" brushRef="#br1" timeOffset="205530.943">25703 9004 10376 0,'0'0'1545'16,"0"0"-993"-16,0 0-144 0,0 0 40 15,0 0 404-15,0 0 664 16,0 0-164-16,0 0-456 0,-9 83-316 0,9-49-152 15,4 5-84-15,1 2-84 0,-5 7-152 16,4-4-108-16,-1 3-84 0,-3-2-64 16,8-1-208-16,0-2-308 0,4-7-424 0,4-4-240 15,12-8-236-15,0-8-356 0,-4-5-2053 16,19-7-1571-16</inkml:trace>
  <inkml:trace contextRef="#ctx0" brushRef="#br1" timeOffset="205699.388">26315 9540 13489 0,'0'0'1788'15,"0"0"-1048"-15,0 0 464 16,0 0 168-16,84-12-660 0,-60 6-380 0,1 2-332 16,-1-2-84-16,8 0-272 0,-1 3-112 15,5-4 36-15,-4 4-832 0,-8 3-884 0,-5-3-2537 16,-2 3-423-16</inkml:trace>
  <inkml:trace contextRef="#ctx0" brushRef="#br1" timeOffset="205858.298">26427 9607 12657 0,'0'0'1680'0,"0"0"-1376"0,0 0-24 0,0 0 384 16,0 0 444-16,0 0 504 15,0 0-628-15,0 0-516 0,0 0-164 16,0 0-20-16,77 6-284 0,-50-6-276 0,1 0-312 15,3-3-320-15,-3 0-464 16,-4 0-964-16,-3 3-4133 0</inkml:trace>
  <inkml:trace contextRef="#ctx0" brushRef="#br1" timeOffset="207080.6">27782 9197 3676 0,'0'0'2620'0,"0"0"-828"0,0 0-288 0,0 0-159 16,0 0 43-16,0 0-100 0,0 0-132 15,0 0-236-15,0 0-380 16,0 0 24 0,0 0 540-16,44 52-104 0,-24-25-396 0,0 9-216 0,4 2-128 15,-1 4-4-15,5-2-24 0,-8 4-124 0,5-2-96 16,-2-7-12-16,-3 0-8 0,0-13-136 0,4 0-152 16,-4-5 128-16,-4-9-64 15,3 3-160-15,-6-5-260 0,2-4-212 16,2-2-292-16,-6 0-336 0,2 0-1276 0,-5-5-3629 0</inkml:trace>
  <inkml:trace contextRef="#ctx0" brushRef="#br1" timeOffset="207328.727">28205 9188 10392 0,'0'0'1241'0,"0"0"-793"15,0 0 12-15,0 0 372 0,0 0 80 16,-68 80 24-16,52-49-180 0,-5 1-216 16,2 3-240-16,-1-2-88 15,-4 4-64-15,4-2-68 0,-4 3-80 0,-4 0-100 16,4 0-36-16,-4-3-12 0,5 0-240 0,-1-9-44 16,8-1-68-16,0-9-4 0,4-4-192 15,8-6-472-15,-4 1-1257 0,8-7-2719 16</inkml:trace>
  <inkml:trace contextRef="#ctx0" brushRef="#br1" timeOffset="208598.938">28543 9394 6188 0,'0'0'4496'0,"0"0"-3827"0,0 0-169 16,0 0 76-16,0 0 280 0,0 0-92 15,0 0 24-15,0 0-148 0,0 0-440 16,0 0 164-16,0 0 316 0,79-2 152 16,-42 2-396-16,3-4-228 0,-1 1-156 15,6-3-48-15,-6-1-4 0,5-2-100 0,0-4-184 16,-1-3-384-16,-7 0-232 0,0 1-384 15,-8-5-940-15,-12 8-2533 0,-4-8-2187 16</inkml:trace>
  <inkml:trace contextRef="#ctx0" brushRef="#br1" timeOffset="208826.278">28786 9131 8584 0,'0'0'1112'15,"0"0"-376"-15,0 0 437 16,0 0 287 0,-3 76 80-16,6-51-156 0,5 7-244 0,4 0-396 15,0 3-276-15,0 3-220 0,-1-3-192 0,2 4-56 0,-1-8-176 16,0-2-80-16,0-4-216 0,-1-6-148 0,6-6-204 16,-6-7-84-16,10-3-268 0,-1-3-516 15,-1-6-2421-15,13-17-1915 0</inkml:trace>
  <inkml:trace contextRef="#ctx0" brushRef="#br1" timeOffset="209008.975">29356 9055 10856 0,'0'0'1533'0,"0"0"-1189"0,0 0 168 15,0 0 772-15,4 83 124 0,-1-55 120 0,2 7-552 16,3 2-420-16,0 1-348 15,-1 7-208-15,-3-3-40 0,9-4-184 16,-9 0-340-16,3-6-228 0,2-7-292 0,-5-3-124 16,0-6-628-16,-4-3-2109 15,0-7-2063-15</inkml:trace>
  <inkml:trace contextRef="#ctx0" brushRef="#br1" timeOffset="209399.461">27567 9057 3604 0,'0'0'5040'0,"0"0"-4304"0,0 0-152 15,0 0 240-15,0 0 373 0,0 0-81 16,-88 64-136-16,80-35-108 0,1 6-268 16,-2 4 12-16,9 8-176 0,0 3 48 15,5 8-128-15,2 6-88 0,1 2-124 0,0 0 36 16,1 8-168-16,-2-1-16 0,1-7-56 15,5 1 8-15,-2-10-76 0,1-10 60 16,8-5-156-16,0-11 44 0,3-6-308 16,5-8-52-16,8-8 28 0,5-5-4 15,2-4-196-15,5-13-600 0,-8 1-1012 16,27-30-2325-16</inkml:trace>
  <inkml:trace contextRef="#ctx0" brushRef="#br1" timeOffset="209666.269">29719 8960 9188 0,'0'0'1332'0,"0"0"-263"0,0 0 223 0,0 0 72 16,67 85-100-16,-54-59-160 15,-10 2 28-15,5 4-416 0,-8 3-296 16,4 3-112-16,-4 1-100 16,0 1-60-16,-4 2-140 0,-4-1-8 0,0 0 0 0,-8 3-148 15,0-2-296-15,0-1-196 0,-4 0-164 0,-4-3-180 16,5-2-448-16,2-4-856 16,2-10-2465-16,-5 3-1567 0</inkml:trace>
  <inkml:trace contextRef="#ctx0" brushRef="#br1" timeOffset="210014.83">30065 8449 11957 0,'0'0'884'0,"0"0"-884"16,0 0-308-16,0 0 308 0,0 0 856 16,0 0 20-16,-28 66-356 15,12-31-292-15,4 3-180 0,0 3 52 0,1 1 80 16,2-1-80 0,5-6 64-16,4-7 36 0,0-6 380 0,13-6 268 0,-2-3-168 15,10-3 36-15,2-3-160 0,5-1-128 0,8-4-24 16,4-2 148-16,3 0-56 0,6-6-276 15,-2-3-156-15,1-1-64 0,-4-3-168 16,0 1-64-16,-8-1-292 0,-4 0-136 0,-1-2-76 16,-3-4-288-16,-4-4-640 15,-4 4-1244-15,4-9-3249 0</inkml:trace>
  <inkml:trace contextRef="#ctx0" brushRef="#br1" timeOffset="210208.492">30416 8350 13133 0,'0'0'1552'0,"0"0"-1504"0,0 0-48 15,0 0 744-15,-5 74 388 0,10-47 284 0,-1 5-492 16,4 7-456-16,-4 5-284 16,3 3-172-16,-2 11-12 0,-1 2-60 15,-4 3-100-15,0 0-320 0,0 5-356 0,-4-1-496 16,-1-4-768-16,1-15-2817 0,4 9-2539 15</inkml:trace>
  <inkml:trace contextRef="#ctx0" brushRef="#br1" timeOffset="-163439.457">4075 13284 2736 0,'0'0'6904'0,"0"0"-6064"16,0 0-27-16,0 0-69 0,0 0 164 15,-19 3 340-15,19-3-72 0,0 0-104 0,0 0-216 16,0 0-100-16,0 0-100 0,4 0-176 0,-4 0-112 16,4 0-100-1,-1 0-108-15,9 0-36 0,4 0 132 0,12 3 24 16,4 0 132-16,8 1-204 0,8-4-84 0,3 0-28 15,9 0 0-15,0-4-12 0,0-2 40 0,3-3-63 0,-3 2-53 16,0-2 88-16,-4-1 4 16,-8 7-88-16,-4-3-12 0,-9 6-4 15,-7 0 0-15,-7 0-120 0,-10 3 64 16,2 3-25 0,-10 4 25-16,1-1 8 0,-4 7-176 0,-4 3 44 15,-4 0 180-15,-4 7-104 0,-8-1-76 16,-3 7 24-16,-5 0 160 15,-4 5-120-15,-9 5 64 0,-2 3 56 0,-5 2 72 16,-3 4-64-16,-5-1 104 0,4 4-40 16,-1-6 24-16,6 0-48 0,4-4 4 15,2-3 20-15,9-5-72 0,4-1 0 0,9-4 12 16,7-6 84-16,0-5 88 0,12-5 56 16,0-2-67-16,12-3-45 0,4-1-124 0,8 1 128 15,3-1 0-15,10-3 52 0,2-6 8 16,5 4 0-16,4-4-68 15,-1 0 20-15,5-4-48 0,-3-2-92 0,2-1 68 0,-7 1 0 16,0-2-72-16,0-3 0 0,-8 2-96 16,-4-1-24-1,-1 1-280-15,-7-4-96 0,0 3-173 0,0-2-171 16,-8-1-196-16,0 1-576 0,-9-5-1240 0,-2 5-2385 16,-5-10-2135-1</inkml:trace>
  <inkml:trace contextRef="#ctx0" brushRef="#br1" timeOffset="-163173.194">5136 13408 1684 0,'0'0'10433'16,"0"0"-9113"-16,0 0-724 0,0 0 100 15,0 0 388-15,0 0-180 0,0 0-304 0,0 0-244 16,0 0-192-16,-96 69-28 0,72-43-64 15,-4 5 28-15,-4 7-52 16,0 1-40-16,-3 5 60 0,-1 0-68 0,-5 4-100 16,-2 7 92-16,-2-5-64 0,2 4-16 0,4 0 28 0,-6-6 8 15,9-4-60-15,5-6 52 0,3-9-140 16,8-4-136-16,4-11-148 16,8-6-120-16,4-8-328 15,4 0-712-15,4-2-2497 0,0-4-1275 0,16-13 1457 0</inkml:trace>
  <inkml:trace contextRef="#ctx0" brushRef="#br1" timeOffset="-162873.935">5299 13884 5744 0,'0'0'8177'0,"0"0"-6757"0,0 0-644 0,0 0-196 15,0 0 104-15,0 0 220 0,76 38-140 0,-72-28-284 16,-4 2-248-16,0 4-84 15,0 1-136-15,-4 1-4 0,-5 1 4 0,1 3 36 16,1 1-44-16,-2 2 44 0,1-3 28 16,4 0-28-16,-3-3 112 0,7 4 120 15,0-4 48-15,0 0 72 0,0-3-168 16,7 3-100-16,1-7-116 0,9 1-12 16,-2 0-4-16,5-4-68 0,4 1 68 15,0-3 0-15,3-5-120 0,1-2 48 16,4 0-52-16,-4-6-252 0,4-3-100 0,0-8-148 15,-4 2-208-15,4-4-228 16,-4-3-684-16,-8 3-1268 16,8-11-3037-16</inkml:trace>
  <inkml:trace contextRef="#ctx0" brushRef="#br1" timeOffset="-162632.138">5896 13430 9352 0,'0'0'6253'0,"0"0"-4949"0,0 0-732 16,80 10 60-16,-48-1 576 0,3-3-132 0,1 4-188 0,-4-7-183 15,5 0-181-15,-2-3-260 0,1 0-264 16,0-3-48-16,-4-7-268 0,-1-2-240 15,-6 2-149-15,-1-3-235 0,-9 4-272 16,-2-3-544-16,-9 5-1108 0,-4 3-2225 16,-4-1-983-16</inkml:trace>
  <inkml:trace contextRef="#ctx0" brushRef="#br1" timeOffset="-162387.102">6088 13477 4608 0,'0'0'6296'15,"0"0"-4407"-15,0 0-1237 0,0 0-308 0,-45 81 224 16,42-60 316-16,-1 8 228 0,0-1 8 15,4 4-168-15,0 3-80 0,0 3-268 16,0 0-360-16,0 6-24 16,0 1-64-1,0-1-144-15,0 4-12 0,0-3-84 16,0 2 84-16,11-2 36 0,2-3 356 0,6 2 180 0,2-6-159 16,-1-7-205-16,3-2-52 0,1-10-48 0,0-7-108 15,4-8-4 1,0-4-140-16,4-9-64 0,0-8-109 0,0-8-167 15,3-4-320-15,-3-2-384 0,-4-4-652 0,-4 9-2592 0,8-15-3405 16</inkml:trace>
  <inkml:trace contextRef="#ctx0" brushRef="#br1" timeOffset="-161921.71">6872 13391 8612 0,'0'0'5625'15,"0"0"-4653"-15,0 0-292 0,77 90 236 16,-54-55 560-16,-3 7-36 0,-4 2-500 0,0 3-296 16,-5 1-240-16,-6 2-103 0,-1 1-105 0,-4 0-64 15,-9 3-20-15,-2 1-108 16,-5-8 0-16,-4-3 0 0,0-3 68 0,-4-6 0 15,1-2 12-15,-2-8-80 0,-3-3-8 16,0-6-40-16,0-4-40 0,-3-5-12 16,6-7-52-16,-3 0-56 15,9-10-4-15,-1-6-1 16,1-7-55-16,2-2 32 0,10-2-72 0,3 0 0 0,0-1 8 16,4 3-32-1,8 2 60-15,7 8 120 0,1 2-60 16,4 3 208-16,4 3 48 0,4 5 160 0,4 2 112 15,-1 0-88-15,1 6 0 0,4 4 0 0,-4-1 84 16,-4 4-60-16,0 0 60 16,-4-1-72-16,0 1-75 0,-5-4-45 0,2 4-116 0,-5-3-8 15,-4-4-76-15,4 0-81 0,-4 1-159 0,-1-4-24 16,2 0-40-16,2-3-288 16,-2-10-288-16,-2-5-452 0,6-5-1220 15,-10 2-2685-15,13-14-3127 0</inkml:trace>
  <inkml:trace contextRef="#ctx0" brushRef="#br1" timeOffset="-161506.355">7482 13509 15105 0,'0'0'2192'0,"0"0"-1584"16,0 0-284-16,0 0 192 15,0 0 272-15,0 0 360 0,0 0-492 16,0 0-316-16,0 0-167 0,92-19-117 0,-72 16-56 0,-5 0-12 15,2 0-121-15,-2 3 57 0,6 0 4 16,-10 3 12-16,6 3 12 16,-6 4-32-16,1 6 80 0,-4 2 108 0,4 6 48 15,-4 4-44-15,0 2-3 0,0 6 27 0,-4-1-16 16,0 3-72-16,0 1 12 0,4-1-48 16,0 0 0-16,-4-1 84 15,4 2-84-15,-1 3 88 0,6-2-92 0,-9 5 76 16,3-4-24-16,1 3-52 0,1-6 0 15,-5 4-8-15,3-7-8 0,-3-4-52 0,4 2 52 16,-3-8 0-16,-1-4-52 0,0-2 56 16,-1 0-8-16,-3-2 4 15,0-7 0-15,0-1 0 0,0-3-104 0,0 1 16 16,0-4-36 0,-3 0-112-16,-5 0-73 0,-5-3 1 15,-2 0 108-15,-5 0 28 0,-1 0 80 0,-6 0-20 0,-1-6-100 16,0-1-184-16,-3 1-72 0,3 3-272 15,-4 0-128-15,4 0-872 0,7 3-2096 0,-10 0-2241 16</inkml:trace>
  <inkml:trace contextRef="#ctx0" brushRef="#br1" timeOffset="-158738.173">10586 13871 7460 0,'0'0'728'16,"0"0"1732"-16,0 0-1827 0,0 0-453 0,0 0 424 15,0 0 852-15,0 0-48 16,-80-48-252-16,68 46-392 0,0 2-152 16,0 0-44-16,1 2-84 0,-6 8-152 0,6 6 24 15,-6 3-60-15,2 10-4 0,-2 2-72 16,2 11-84-16,-1 6-76 16,0 5 112-16,4-2-28 0,8-1-8 0,0-4-4 0,4-9-44 15,0-8-4-15,8-6 40 16,4-14-112-16,4-7-12 0,0-2-48 15,3-9-120-15,5-10-16 0,1-3-72 0,-1-10-100 16,-1-6 100-16,1 0-112 16,0-3-120-16,-4-1 56 0,0 1 124 0,0 0-16 15,-5-3-84-15,2-4-28 0,-10 0 88 16,6-5-64-16,-5-5 8 16,-4-2 28-16,-4 3 24 0,0-4 260 0,0 11 92 0,-4 2 108 15,0 3 16-15,0 11 116 16,-1 5-28-16,1 8 140 0,0 4 104 15,4 4-172-15,0 7 16 0,0 0-52 0,0 6 12 16,4 0 40-16,0 0-40 16,1 9 60-16,-1 4 148 0,0 9 72 0,0 3 36 15,-1 11-52-15,-3 5-100 0,0 6-44 16,0 10-16-16,0 4-23 0,0 5-49 16,-3 4-124-16,-5 2-36 0,4-4-120 15,-1-5-12-15,1-5-72 0,4-14-72 16,0-12-4-16,9-10-8 0,3-9-88 15,3-7-133-15,1-6-131 0,5 0-28 16,-2-13-112-16,5-2-152 0,0-8-468 0,0-2-1020 16,-8 2-1836-16,12-9-1925 0</inkml:trace>
  <inkml:trace contextRef="#ctx0" brushRef="#br1" timeOffset="-158022.42">11013 13865 13789 0,'0'0'1832'0,"0"0"-1176"0,0 0-108 15,0 0 928-15,15 79 332 0,-11-63-456 16,4-6-767-16,0-8-561 0,4-2-24 16,4-2-76-16,4-10-81 0,0-7 9 15,4-4-300-15,-5 1-112 0,1-4-112 0,1 1-40 16,-10 3 148-16,1 3 108 0,-3 3 124 16,-9 7 120-16,0-2 212 15,0 5 164-15,-4-1 196 0,-9 5 96 0,-2-2 12 16,-2 4 72-16,-7 0-100 0,5 11-88 15,-1 1-20-15,-1 9-16 0,2 4-48 16,3 8-28-16,0 5 41 0,4-3-13 16,0 1-52-16,4-5-128 0,8-6-88 15,0-6-72-15,4-6-124 16,8-10-192-16,4-3-161 0,7-9-47 0,5-8-88 16,4-8-224-16,5-1-284 0,-1-5-932 0,-1-1-572 15,-3 0-1449-15,0 4 1533 16,-4 2 752-16,-4 5 1860 0,-5 5 924 0,-6 2 1168 15,-5 8 280-15,-5 6 229 0,-3 0-221 0,0 6-108 16,-3 11-256-16,-5 5-428 16,-5 3-624-16,-2 10-299 0,-1 0-93 15,0 3-40-15,8-5-148 0,0-5-240 0,8-3-144 16,0-12-112-16,0-4-56 16,12-6-72-16,-4-3-16 0,4-3 4 0,0-3 44 15,4-7 16-15,-4-2 72 0,3 2-52 16,-2-1-56-16,-1 6 116 0,3-3 100 15,-2 9 0-15,2-2-52 0,-2 4 60 16,2 0 4-16,5 6-85 0,-4 8 37 0,4 5 36 16,0 6 12-16,3 7 96 15,-2 3-35-15,3 3 35 0,-4-1-24 16,-1 5 4-16,-2-1 68 0,-6 4 24 0,-3-4 16 16,-4 4-16-16,-4-4-72 0,-4 3-20 15,-8-3-28-15,1 0 0 0,-6-3-44 16,2-2 80-16,-1-8 0 0,-1-2 96 15,2-10-56-15,-2-4-40 0,2-5-12 16,-1-7-12-16,0 0-60 0,-4-9-24 16,4-8-180-16,0-5 8 0,-3-6 4 0,2-7 72 15,2-4-100-15,-2-2 16 0,10 0-172 16,-1 3 11-16,3 3 13 0,5 7 12 16,0 3-4-16,5-1-92 0,3 3-128 15,-1 1-172-15,5 0-212 0,1 0-180 16,-2 0-292-16,2 3-400 0,-2 0-932 0,-7 2-1601 15,4 4-499-15</inkml:trace>
  <inkml:trace contextRef="#ctx0" brushRef="#br1" timeOffset="-156521.654">12212 13297 6460 0,'0'0'196'0,"0"0"5313"15,0 0-3837-15,0 0-404 0,75-45-188 0,-51 39 156 16,4 3-456-16,-5 3-88 16,5 3-4-16,-4 9-236 0,-3 1-244 0,-6 6-60 15,-2 3-76-15,-6 5-64 0,-3 0-8 16,-4 5-4-16,0 3-44 0,-11 0-12 15,-2 3-28-15,-2 0 88 0,-2 1 100 16,2-6-28-16,-1 3 52 0,0-7-28 16,4-7-96-16,0-3-4 0,4-2 4 15,4-9 0-15,4 5-172 0,0-7-48 16,8 5 12-16,4-5 76 0,4 0 20 16,3 3 88-16,5-2 24 0,-3-1 0 15,3-1 0-15,-5 6 116 0,-2-2 40 0,-2 1 104 16,1-1-44-16,-4 4-32 0,1-4 72 15,-6 8-160-15,-3-5-8 0,4 4-84 16,-8-3-4-16,4-1-4 16,-4 5-68-16,0-4-28 0,0-1-8 0,0 1 20 15,0 3 88-15,-4-1 64 0,-4 1 56 0,-3 0-24 16,-2-4 64-16,-2 5-64 0,2-5-96 16,-6 1 0-16,2 0-292 0,2-4-72 15,-2-3-88-15,1 0-88 0,1-1-108 0,-2-5-4 16,2 0-204-16,7-7-388 15,-4-3-928-15,4 4-1657 0,0-10-1427 16</inkml:trace>
  <inkml:trace contextRef="#ctx0" brushRef="#br1" timeOffset="-155010.055">13754 13805 5592 0,'0'0'184'0,"0"0"2452"0,0 0-123 16,0 0-397-16,0 0-732 0,0 0-236 0,0 0-92 15,0 0-220-15,0 0-132 0,0 0 0 16,-28-10-52-16,35 10-128 0,5 0 28 16,4 0-4-16,0 0-40 0,0 0-179 15,0 0-241-15,-4 0-88 0,0 0-76 0,-4 0-56 16,4 0-113-16,0-4-263 0,0-1-248 15,4-2-212-15,0 0-460 0,0-1-1376 16,-4 2-2945-16,0-5-3075 0</inkml:trace>
  <inkml:trace contextRef="#ctx0" brushRef="#br1" timeOffset="-154623.96">14255 13690 11537 0,'0'0'1996'0,"0"0"-828"0,0 0-928 16,0 0 312-16,0 0 532 0,0 0-64 16,76 9-488-16,-56-21-324 0,0-1-60 15,0-3-148-15,0-2-12 0,0-1-184 0,-1-4-224 16,-6 1-76-16,2 4-64 16,-7-1 60-16,1 2 56 0,-5 7 56 0,-4 1 24 15,0 6 224-15,-8-4 28 0,-5 4-40 16,2 3 40-16,-6 0 112 15,-2 0 64-15,-5 0 240 0,4 3-216 0,-4 7 0 16,4-1-76-16,0 4 104 0,5 3 8 16,-6 1-60-16,1 1 100 15,8 8 36-15,-4 2-48 0,4 4-40 0,5 5 28 0,-2 5 100 16,9 6-28-16,0-4 36 16,0 0 0-16,13-5 112 0,2-4-124 0,5-7 88 15,4-5-116-15,1-11-12 0,2-3-32 16,1-5-140-16,0-4-24 0,3-6-52 15,-3-10-168-15,4-3-112 0,-4-7-116 0,4 1-436 16,-8-4-344-16,4 0-824 16,-12 7-2469-16,4-10-1263 0</inkml:trace>
  <inkml:trace contextRef="#ctx0" brushRef="#br1" timeOffset="-154409.766">14690 13481 5764 0,'0'0'4016'0,"0"0"-2379"0,0 0-533 16,0 0 296-16,32 79 156 16,-16-50-24-16,-1 3-304 0,2 5-344 0,2-1-232 15,5 2-140-15,-4-4-204 0,0-2-212 16,0-3-96-16,0-7-96 16,0-6-160-16,-4-7-272 0,3-2-48 15,2-7-112-15,-5 0-104 0,3-4-88 16,-2-8-340-16,-2-1-624 0,1-6-768 0,-4 7-1605 15,1-14-419-15</inkml:trace>
  <inkml:trace contextRef="#ctx0" brushRef="#br1" timeOffset="-154238.883">15100 13534 7856 0,'0'0'2112'16,"0"0"-179"-16,0 0-693 0,0 0-172 16,-100 64 308-16,72-26-244 0,-3 3-160 15,3 7-244-15,-4 4-88 0,8-2 108 16,0-3-136-16,0-5-308 0,4-5-304 0,5-7 0 15,2-8-316-15,5-9-296 0,4-10-172 16,4-3-128-16,4-10-368 0,8-10-644 16,8-7-888-16,-8 2-2489 0,16-24-1419 15</inkml:trace>
  <inkml:trace contextRef="#ctx0" brushRef="#br1" timeOffset="-154014.746">15287 13112 5488 0,'0'0'5356'0,"0"0"-3683"16,0 0-449-16,0 0 296 0,24 90 88 16,-16-46-320-16,-3 3-116 0,-2 4-404 15,1 3-180-15,0 3-100 0,-4 0-148 0,0 1-208 16,0-1-132-16,0 0-52 0,0-2-68 16,0-8-208-16,0-10-112 15,0-5 76-15,4-10 144 0,4-9 72 0,0-4-84 16,0-5-160-16,4-4-16 0,0-6-72 15,-4-7-172-15,0-3-432 0,-1-6-764 16,2 3-1208-16,-9-13-3141 0</inkml:trace>
  <inkml:trace contextRef="#ctx0" brushRef="#br1" timeOffset="-153827.115">15163 13509 13033 0,'0'0'1500'0,"0"0"-544"0,0 0-212 16,0 0 368-16,0 0 172 0,0 0-92 0,0 0-288 15,0 0-284-15,0 0-132 0,0 0 33 0,13 30-289 16,15-30-88-16,8 0-144 16,-5-7-36-16,1 0-280 0,0-6-96 15,-4 4-49-15,4-1-75 0,-4-2-108 0,0 2-92 16,-5 4-172-16,1-4-516 16,-4 4-884-16,-4 3-1821 0,4-3-2095 0</inkml:trace>
  <inkml:trace contextRef="#ctx0" brushRef="#br1" timeOffset="-153257.283">15694 13547 11297 0,'0'0'4148'0,"0"0"-2556"0,0 0-600 16,16 69 56-16,-13-55 288 0,10-4 16 15,-5-7-467-15,7-3-425 0,2-7-196 16,7-6-92-16,-1-5-172 0,5-4-208 16,4-3-104-16,-4-1-112 15,0-3-72-15,-8 1-101 0,0 2 25 0,-4 4 156 16,-5 3 124-16,-2 2 108 0,-5 5 144 15,-4-1 40-15,-8 5 148 0,-1-3 24 16,-6 5 8-16,-5-1-92 0,4 5 68 0,-4 2 64 16,3 2 156-16,-2 15-72 0,3 4-11 15,-4 15-13-15,4 2 72 0,-4 9 48 16,0 7-4-16,-4 1-20 0,0 5 36 16,5-6-148-16,3-10-120 0,8-9-132 15,4-9-12-15,4-11-252 0,8-8-136 16,3-7-128-16,13-7-104 0,1-6 40 0,2-8-273 15,5-9-363-15,4-1-740 16,-4-4-1840-16,-4 3-133 0,0 1 677 16,0 2 624-16,-9 6 408 0,1 2 2132 0,-3 2 88 15,-6 7 1640-15,-3 1 1460 16,0 11 1369-16,-3 0-1773 0,-2 4-188 0,1 8-280 16,0 4-600-16,0 3-444 0,-4 4-383 15,0-2-137-15,0 2-84 0,0-7-84 16,0-1-340-16,0-8-156 0,8-4-288 0,0-3-16 15,0 0-20-15,8-6 56 0,-4-4-68 16,7-6-28-16,-2-3-160 16,3-3 51-16,-4 3 97 0,4-4 48 0,-5 9 144 0,2 0-24 15,-6 4 124-15,-3 4 84 16,4 3 124-16,-8 3 72 0,4 0 108 16,-4 9 72-16,1 4 40 0,-5 0-111 0,0-1-65 15,0 7-32-15,0-2-112 16,0-2-12-16,0 2-84 0,0-5-124 0,4 1-228 15,-1-7-329-15,5 4-315 0,4-7-548 16,0 0-1196-16,-4 0-2112 0,12-3-2185 16</inkml:trace>
  <inkml:trace contextRef="#ctx0" brushRef="#br1" timeOffset="-152941.643">16785 13366 14485 0,'0'0'2416'0,"0"0"-1236"0,0 0-296 16,0 0 528-16,0 0-88 0,0 0-255 16,0 0-513-16,-95 61-276 0,75-42-148 15,0 0-132-15,0 0-12 0,8 0-180 16,-4-3-88-16,8 4 4 0,4-6 8 0,4-1 28 16,0 4 116-16,4-5 80 15,4 1 40-15,8 0-52 0,0-1-64 0,0-2 48 16,4 2-76-16,4 1 100 0,-8 0 40 15,3 3 8-15,-2-1 108 0,-6 5-36 16,-3-5 88-16,-3 4-4 0,-5 1 16 16,0-1 44-16,-9-1-72 0,2-5-60 15,-1 0-84-15,4-7-256 0,-1-3-120 0,1-3-257 16,4-3-315-16,0-9-260 16,9-8-680-16,3-1-488 0,-5 2-648 15,14-13-2893-15</inkml:trace>
  <inkml:trace contextRef="#ctx0" brushRef="#br1" timeOffset="-152806.951">17004 13614 13329 0,'0'0'2292'0,"0"0"-1436"0,0 0-160 15,4 80 468-15,-8-55 556 0,-3 0-352 0,-1-3-775 16,-1-5-593-16,2-5-60 0,3-5-377 16,4-7-331-16,-4 0-256 0,4-4-328 0,-4-5-1328 15,4-1-2889-15,0-9-3567 0</inkml:trace>
  <inkml:trace contextRef="#ctx0" brushRef="#br1" timeOffset="-152205.683">17053 13411 11849 0,'0'0'2704'0,"0"0"-1380"0,0 0-484 16,0 0 304-16,0 0-144 0,0 0-68 16,0 0-420-16,0 0-512 0,75-9-192 15,-67 15-496-15,4-3-284 0,0 2-192 16,-5 6-552-16,10-5-1072 0,-6 7-2273 15,6-1 93-15,-6 5 2568 0,2 1 2376 0,-1 8 24 16,-5-1 2944-16,-3 3 1448 16,5 5-1568-16,-5-5-267 0,-4-3-389 15,7 1-396-15,-3-7-360 0,4-6-344 0,5-4-308 0,-2-6-308 16,2-3-452-16,6-6 0 16,1-7-416-16,4-2-120 0,4-5-116 15,-1-2-112-15,1 0 72 0,0 0 160 0,-4 3 132 16,-7 2 200-16,-2 5 164 15,-7 3 36-15,-3 5 360 0,-5 4 372 16,-5 6 160-16,-7 5-80 0,-4 1-284 0,1 7-88 16,-6 2-100-16,2 3 64 0,3-6-4 15,0 1-20-15,7-6-380 0,2-6-172 16,3-1-376-16,4-6-132 0,0 0-68 16,4-6-36-16,3-4-132 0,6-3-128 15,-1-3-208-15,4 1-572 0,-1-1-412 16,6 0-77-16,-6 3 393 0,2 6 584 15,-6 5 1336-15,2 2 244 0,-6 0 1640 0,-3 9 460 16,0 4-31-16,-4 3-213 0,0-3-612 16,0-1-568-16,0 1-212 0,0-7-176 15,0 0-292-15,8-2-240 0,4-4-84 16,4 0 76-16,0-4 8 0,3-2 0 0,6-3 0 16,-1-4-88-16,4 4 52 0,-4-4 36 15,4 2 84-15,-9 3 116 16,5 2 8-16,0 2-72 0,-4 4-52 0,0 0 88 15,-4 4 60-15,0 5 124 0,-4 1 340 16,0 2-244-16,-4 1-208 0,-1 3-112 16,2-4-132-16,-5 1-208 0,0-1-340 15,0 1-392-15,-1-3-312 0,1 0-944 16,-4-3-3357-16,4 1-4763 0</inkml:trace>
  <inkml:trace contextRef="#ctx0" brushRef="#br1" timeOffset="-151697.364">18662 13278 1292 0,'0'0'7292'0,"0"0"-5536"16,0 0-503-16,0 0-137 0,0 75 588 16,0-42-152-16,0 2-400 0,0 2-360 0,4-2-272 15,4-3-136-15,4-10-52 16,0-5-64-16,4-9-132 0,3-8-40 0,2 0-44 16,3-2 8-16,-1-10-60 0,1-5-48 15,0-2-160-15,-3-3-64 0,-2-1-36 16,-3 1-60-16,-4 3 48 0,-5-1 48 0,-2 6 60 15,-1 1 88-15,-4 0 124 0,0 6 212 16,-9 2-16-16,-2 1-108 0,-5 4-88 16,0 0 136-16,-4 12 48 0,1 2 0 15,-2 2-172-15,1 3-12 0,1-4-72 16,2 1-100-16,2 0-164 0,7-9-380 16,3 2-472-16,1-6-932 0,4 0-3145 0</inkml:trace>
  <inkml:trace contextRef="#ctx0" brushRef="#br1" timeOffset="-151549.652">19176 13487 14189 0,'0'0'2284'0,"0"0"-1128"0,79 0-352 15,-54-10 240-15,3-2-136 0,-4-4-56 16,4-6-376-16,-5 0-476 0,1-4-64 16,4-6-480-16,-4 1-496 0,-5-1-260 15,-2 3-680-15,-6 4-1932 0,-2 6-2133 16</inkml:trace>
  <inkml:trace contextRef="#ctx0" brushRef="#br1" timeOffset="-151335.969">19360 13071 496 0,'0'0'11065'16,"0"0"-8917"-16,0 0-716 0,0 0-72 0,0 0-68 15,-80 32-32-15,72-7-132 0,4 11-200 16,-1 4-200-16,5 8-59 16,5 6-149-16,3 0-132 0,-1 2-148 0,1 5-136 15,1 3-100-15,-5 0 40 0,0 2-44 16,-1-2-48-16,1-1-120 15,-4-3 120-15,4-6-72 0,0-2-40 0,-4-5-92 16,0-9-88-16,0 0 0 0,0-6-24 16,0-7-13-16,0-3-35 15,0-5-52-15,0-9-60 0,0-1-112 0,0-7-200 0,0 0-452 16,0-12-588-16,0 3-1068 0,0-17-3105 16</inkml:trace>
  <inkml:trace contextRef="#ctx0" brushRef="#br1" timeOffset="-150804.331">20005 12939 10724 0,'0'0'4057'0,"0"0"-2481"16,0 0-1216-16,0 0-360 0,0 0 548 15,0 0 544-15,124-17 88 0,-61 14-336 16,5 3-248-16,11 0-180 0,1 0-28 15,4 0-107-15,-5 0-137 0,1 0-60 16,-8 0 136-16,0 0-220 0,-12 0-4 0,-9 0-4 16,-12 3-116-16,-11 3-68 15,-11 0 8-15,-13 7-121 0,-8 6-7 0,-16 4-20 16,-12 9 16-16,-15 5-12 0,-6 8 120 16,-10 3 200-16,-1 3 8 0,-7 2 104 15,-2 4 32-15,2 0 84 0,7 1 280 16,4-1 20-16,12-2-67 0,9-5-65 15,11-9-148-15,16 0-20 0,12-9-40 0,4-3-36 16,20-3 4-16,12-7 164 0,11-5-192 16,9-7 16-16,8-3-64 0,8-4-72 15,7-13-56-15,-3-4-140 0,-4-2 28 16,-5 1-100-16,-3-5-128 0,-8-2-124 16,-8 0-100-16,-12-4-233 0,0 4-307 15,-8-4-856-15,-13 8-2208 0,5-9-3293 16</inkml:trace>
  <inkml:trace contextRef="#ctx0" brushRef="#br1" timeOffset="-150565.859">21152 13030 12237 0,'0'0'1456'0,"0"0"-744"15,-56 76-44-15,28-38 492 0,-3 9 484 16,-5 5-104-16,0 2-512 0,-4-4-320 0,0 5-148 15,1-5-247-15,-6 4-261 16,-6-2-52-16,3-2-220 0,-3-3-13 0,-5-5-95 16,7 0-60-16,6-11-64 0,2-3-124 15,10-10 100-15,4-4 48 0,10-8 20 16,10-6-172-16,3 0-312 0,8-15-728 0,7-4-404 16,13-4-605-16,-4 4-1927 15,16-13-1480-15</inkml:trace>
  <inkml:trace contextRef="#ctx0" brushRef="#br1" timeOffset="-150155.422">21519 13528 10997 0,'0'0'2752'0,"0"0"-1548"0,0 0-500 16,0 0 164-16,0 0 252 0,0 0 336 16,0 0-216-16,0 0-412 0,83 38-320 15,-55-32-155-15,0 1-193 0,8 0-16 0,-5-2 100 16,10-1-136-16,-5 3-96 16,3-4 0-16,-3 0-16 0,-4 3 4 0,-4 1-8 15,-8-1-76-15,-8 0-136 0,-4 7 180 16,-8 3 40-16,-4-1 12 15,-16 7 0-15,-4 4 36 0,-8 2 88 0,-7 2 56 16,-2 1 76-16,2-2-16 0,-1 2-8 0,8-2-220 16,0 0-20-16,12-8-4 15,5 3 12-15,6-10 96 0,9 3-108 16,0-4-84-16,16-7-84 0,5 0 92 16,6 1 4-16,13-7 68 0,11 0-128 0,13-4-36 15,5-5 44-15,2-4-516 0,0-3-345 16,-2-3-383-16,-22 6-1072 0,13-2-4357 15</inkml:trace>
  <inkml:trace contextRef="#ctx0" brushRef="#br1" timeOffset="-135340.643">6885 15602 3816 0,'0'0'8365'16,"0"0"-7161"-16,0 0-936 0,0 0-204 0,4 72 480 15,-4-42 368-15,0 1 40 0,4 7-208 16,-4 10-200-16,0-1-120 15,0 4-116-15,-8 3-84 0,3 0 8 0,-7 3-20 16,1-3-40-16,-2 4-40 0,-2-5-68 16,-5-4 84-16,-1-2-52 0,-2-9-84 15,-1-3-12-15,0-10 52 0,0-3-52 0,1-6-12 16,-5-6-120-16,0-3-4 0,4-5-124 16,-4-2 164-16,3 0 48 15,1-9-88-15,5-1-64 0,3-6 4 0,0-3-28 16,0 0 4-16,8-3-4 0,0 0 112 0,1 0-36 15,7-1 12-15,0 8-28 16,0-2 52-16,0 2 64 0,7 3-40 16,1-2 88-16,4 1 12 0,0 4 136 0,4 3 28 15,4-1 12-15,0 4-16 16,8 0 16-16,-1 3 8 0,10 0 16 16,-1 6-76-16,3 4-52 0,4 2 76 0,-2 4-72 15,-1 0 0-15,-1 6-40 16,-2 1 0-16,-5-1-48 0,0 0-24 0,-4 3 24 15,-5 1-8-15,1-4-152 0,-8-3-148 0,3 0-124 16,-6-3-28-16,-1-4-12 16,-1 2-40-16,2-9-96 0,-6 2-360 0,10 0-580 15,-6-4-941-15,1-3-2051 0,1 0-736 16,2 0 4988-16</inkml:trace>
  <inkml:trace contextRef="#ctx0" brushRef="#br1" timeOffset="-135015.02">7777 15986 8928 0,'0'0'5233'0,"0"0"-4161"0,0 0-592 16,0 0-92-16,0 0 252 0,0 0 96 15,-84 6-252-15,64 4-152 0,1 6-108 16,-1 3-52-16,-1 3-64 0,6 6-92 15,-2 4 128-15,2 10-20 0,6 2 24 0,5 3-24 16,4 5-16-16,4-2-8 0,9 1-92 16,-2-7-8-16,10-2-8 0,-6-10-36 15,5-7 44-15,1-12 0 0,2-4-72 16,-3-6 72-16,4-3-60 0,0-12-88 16,-1-7-60-16,-2-4-260 0,-1-5-212 15,-5 2-200-15,-2 1-200 0,-5 0-368 0,-4 6-448 16,-4-1-665-16,0 7-671 15,-8 4-1568-15,-9 0 2817 0,6 6 1983 16,-17-1 0-16</inkml:trace>
  <inkml:trace contextRef="#ctx0" brushRef="#br1" timeOffset="-134861.013">7621 16293 560 0,'0'0'8356'0,"0"0"-5827"0,0 0-1013 16,0 0-436-16,0 0-448 0,0 0-48 0,0 0-44 16,0 0-48-16,0 0-116 15,0 0-140-15,37 42 48 0,-14-32 92 16,-3-4 56-16,4-3-76 0,8-3-56 0,-4 0-140 15,4 0-148-15,0-9-12 16,0-7-320-16,-1-1-400 0,5-2-284 0,-4-2-404 16,4-2-860-16,-5 4-2605 0,-6 4-2959 15,3-4 7437-15</inkml:trace>
  <inkml:trace contextRef="#ctx0" brushRef="#br1" timeOffset="-131614.594">10255 16652 10880 0,'0'0'1989'0,"0"0"-1109"0,0 0-360 0,0 0 228 15,0 0 500-15,0 0-228 0,0 0-212 16,0 0-228-16,88-15-64 16,-64 15-76-16,-9 0-144 0,6 0-112 0,-2 3-52 0,-6 3-44 15,2 0-4-15,-6 1-76 0,2-1 0 16,-7 1 0-16,0 2 64 0,0 3-8 16,-4 5-64-16,0-1-216 0,-4 6-4 15,-4-3-28-15,-3 7 40 0,-2-4 100 0,-2 0-28 16,2 0-12-16,-2-2 40 0,2-1 44 15,-2-5-56-15,2 3 44 16,2-8 40-16,-1 4 36 0,0 0 8 0,4-7-8 16,0 4-72-16,0-4 72 0,4-3 0 15,0 1 4-15,4-2-8 16,0-2-104-16,0 0 108 0,4 0 24 0,8 0 248 16,0 0 8-16,4 0-8 0,-1 0-112 15,6 0-28-15,-1 0-44 0,-5 0-4 16,6-2-84-16,-6-2 0 0,-2 1-48 0,2 0-40 15,-2 0-328-15,-2-4-36 16,-3 4-104-16,-4-3-24 0,0 0-224 0,1-1-828 16,-5-2-1264-16,0 2-3093 0,0-9 989 15</inkml:trace>
  <inkml:trace contextRef="#ctx0" brushRef="#br1" timeOffset="-131122.558">10574 16138 1644 0,'0'0'9941'0,"0"0"-8813"0,0 0-696 16,0 0 208-16,0 0 548 15,0 0 44-15,76-12-604 0,-65 12-292 0,-3 0-200 16,-3 0-124-16,3 3 0 0,-5 3 0 16,1 1 36-16,0 2 52 0,-4 1-88 15,0 2-8-15,0 1-4 0,0-1 76 16,-8 1 60-16,5 0 0 0,-5-4-24 16,3 1 72-16,1-1-60 0,0 1-24 0,4-4-100 15,0 0-80-15,0-1-68 16,0 0 36-16,8-2 112 0,5 1 0 0,-6 3 124 15,5-5 24-15,0 2-12 0,0-2-24 16,-3 2 12-16,2-2-4 0,-3 2 28 16,0-1-36-16,-3 4 24 0,2-4 12 15,-3 3 36-15,-4-3 132 0,4 7-44 16,-4-4-52-16,0 3-64 0,0 4-20 16,-4-3 20-16,-4 2-20 0,0 1-28 0,-4 0-96 15,-3-4 52-15,-2 4-64 0,-3 0-8 16,-3 0-80-16,-1-4-156 15,-4 3-232-15,0-1-208 0,0-3-140 0,0 6-288 16,0-5-688-16,9 1-2156 0,2-4-1753 0,2 4 17 16</inkml:trace>
  <inkml:trace contextRef="#ctx0" brushRef="#br1" timeOffset="-125193.714">9060 15786 9336 0,'0'0'2965'0,"0"0"-1597"0,0 0-532 16,0 0-504-16,0 0 1024 0,0 0-280 16,0 0-432-16,0 0-456 0,0 0-40 15,0 0 344-15,0 0 260 0,44-38-32 16,-1 25-148-16,1 4-132 0,4 2-76 15,-4 0-83-15,0 7-37 0,-5 0-112 0,1-3 0 16,-3 0-56-16,-2 1-64 0,1-4 36 16,0-5-48-16,-4-2-8 0,-4 1-92 15,0-4 40-15,-4 3-156 0,-5 1-149 16,-6 2-291-16,-2 4-248 0,-7 3-112 16,-4 3-528-16,0 3-1048 0,-4 3-2469 15,-20 10-3435-15</inkml:trace>
  <inkml:trace contextRef="#ctx0" brushRef="#br1" timeOffset="-124906.222">9207 15833 1436 0,'0'0'9448'0,"0"0"-7447"0,0 0-1017 15,-11 71 168-15,6-44 132 0,5 5-124 0,0 1-380 16,0 4-240-16,5 2-120 0,6 1-176 15,5 4-168-15,0 8 4 16,4 5-80-16,4 7-4 0,0 3 0 0,-4 2-44 16,-1 1-12-16,1-3 48 0,-3-4-196 15,-6-2 72-15,1-11 40 0,1-5 36 0,-6-10-88 16,1-7 12-16,1-8-260 16,-2-12-48-16,-3-1-152 0,0-7-40 15,0 0-104-15,0-7-292 0,1-7-84 16,-5-9-776-16,0 4-949 0,-5-22-2771 0</inkml:trace>
  <inkml:trace contextRef="#ctx0" brushRef="#br1" timeOffset="-124666.218">9398 16405 1016 0,'0'0'9921'0,"0"0"-7449"15,0 0-1012-15,0 0-404 0,0 0-76 16,0 0-184-16,0 0-204 16,0 0-72-16,0 0-56 0,80-44 28 0,-48 37-88 15,0 4-172-15,4 3-36 0,-4 0-136 0,3 0-48 16,1 0-12-16,-4 0-36 16,-4 0 24-16,0 0-136 0,-8 0-192 15,4 0-176-15,-8-3-160 0,-4 3-76 16,4 0-224-16,-5 0-692 0,-6 0-2148 0,-1-3-2441 15</inkml:trace>
  <inkml:trace contextRef="#ctx0" brushRef="#br1" timeOffset="-123923.532">9342 15731 1812 0,'0'0'524'16,"0"0"308"-16,0 0 1396 0,0 0-964 16,0 0-328-16,0 0-104 0,0 0-160 15,-4 67-64-15,4-54 24 0,0-3-35 16,0 6 7-16,8-1 76 0,1 7 36 15,-1 2 48-15,3 1-140 0,2 3 148 0,2 4-120 16,2 3-364-16,-2 3-148 16,5 6-8-16,-3 4-132 0,2 0 0 0,-3 5 76 15,0 4-76-15,0 0-8 0,0 4-4 16,0-4 4-16,-4 0 8 0,4-2-4 16,-8-2-88-16,3-1 88 0,-2-5-52 0,-1-3-132 15,-1-3 12-15,1 1-12 16,1-10 36-16,2-5-112 0,-3 0 24 15,0-9 16-15,1-1-44 0,2-5 52 0,-7 1-24 16,5-7 100-16,-5 0 40 0,3 1-28 16,-3-4 28-16,0 0-40 0,-4-3-80 15,0 0 16-15,0 0 12 0,0 0-12 16,0 0-88-16,0-6-92 0,0-7-416 16,0 4-101-16,-4-7-447 0,-4 0-456 15,1-3-732-15,-2 6-620 0,-10-7 1824 0</inkml:trace>
  <inkml:trace contextRef="#ctx0" brushRef="#br1" timeOffset="-87807.368">9256 17529 3052 0,'0'0'1904'0,"0"0"932"0,0 0-1788 15,0 0-164-15,0 0-48 0,0 0 173 16,0 0-61-16,0 0-336 0,0 0-192 16,0 0 88-16,19-6 12 0,-3 2-64 0,-4-3-180 15,4 7 116-15,0-2-104 16,0 2-8-16,3 0-68 0,2 0-36 0,3 2-52 15,-1 3-116-15,10-3 64 0,-1 2-8 16,3-1-40-16,1-3-24 16,3 3 0-16,6-3 40 0,2 0 44 0,-2 0-68 15,2 0-8-15,1 0-8 0,-5-3 48 16,2 0-16-16,-6-1-32 0,1 4-212 16,0 0 208-16,0 0-120 0,0 0 0 0,-1 4 64 15,-3-4 16-15,8-4 44 16,-4-3 64-16,4-5 8 0,0-1-72 0,4 1-60 15,-1-4 60-15,5 4 24 0,-4-1-24 16,0 3 0-16,-1 1-4 0,-3 2 8 16,0 1-8-16,-8 3-60 0,4-1 56 15,-4 4-40-15,-4 0 44 0,-1 0-40 16,1-3 40-16,-8 3 4 0,4 0 0 16,-8 0 16-16,4-3-16 0,-4 3-48 15,-1-3 48-15,-2 3 0 0,-2 0 4 16,2 0 40-16,-6 0-44 0,-2 0-16 15,-5 0-68-15,0 0 84 0,-1 0 0 0,-3 0 12 16,0 0-4-16,0 0 52 0,0 0 4 16,0 0 24-16,0 0 0 0,0 0 36 15,0 0 0-15,0 0-36 0,0 0-88 16,0 0-140-16,-7 0-344 0,3-3-272 0,-5-4-380 16,-2-2-476-16,3 3-1357 15,-12-1-3599-15,79 39 3128 0</inkml:trace>
  <inkml:trace contextRef="#ctx0" brushRef="#br1" timeOffset="-80068.754">16001 15221 3876 0,'0'0'6216'16,"0"0"-5544"-16,0 0 961 0,0 0-281 0,-97-19-276 15,66 19-16-15,-1 0 4 16,-4 6 204-16,4 4-372 0,0 2-244 0,1 1-272 15,-1 9-88-15,0 3-24 0,-4 8-172 16,4 5-88-16,0 3 0 16,1 12 92-16,7 1-4 0,-1 10-48 0,6 6-48 0,3 3-4 15,4 2-44-15,3 6 48 16,6-5 12-16,3-6 64 0,3-4 8 16,10-5-12-16,2-10-72 0,2-4 4 15,2-9 44-15,5-7-48 0,4-8 0 16,0-4 8-16,4-6-4 0,4-7 72 0,-1-6-28 15,6 0-36-15,-5-6-4 0,3-7 0 16,-7-6-8-16,0-4-48 0,-4-2-208 0,-4 0-12 16,-4 3-88-16,-4-3-20 0,-9 2-200 15,-3 4-148-15,-4 2-188 16,0 3-468-16,-11 1-776 0,-5 0-624 16,4 3-2073-16,-16-5 125 0</inkml:trace>
  <inkml:trace contextRef="#ctx0" brushRef="#br1" timeOffset="-79723.146">15546 15961 6764 0,'0'0'2840'0,"0"0"-763"16,0 0-477-16,0 0-340 0,0 0-76 16,0 0-16-16,0 0 12 0,0 0-332 15,0 0-72-15,92 9-152 0,-60-2-164 16,8-4-68-16,-5-3-64 0,6 0-36 0,-2-3-119 16,1-4-173-16,-1-2-108 0,-2-1-37 15,3 1-15-15,-8-4-192 16,-1 3-124-16,-3 3-148 0,-7 1-156 0,-6 4-132 15,-3-2-92-15,-4 4-128 16,-4 0-244-16,-4 0 60 0,0 0 420 0,-8 4 308 16,0-2 288-16,-4 4 300 0,1 5 436 0,-6-3 360 15,6 3 120-15,-2 1-168 16,5 1-68-16,1 6-52 0,3-3-48 0,-5 6-56 16,5 3-116-16,4 5-72 0,-4-3 8 15,4 2-20-15,0 6 80 0,0 0-48 16,0 3-120-16,4-2-92 0,4 1-80 15,-3-2-64-15,2-6-64 0,1-4-80 0,4-3-360 16,0-9-136-16,0-4-192 16,4-2-276-16,0-7-224 0,4 0-496 0,-5-7-1229 15,10-12-2579-15</inkml:trace>
  <inkml:trace contextRef="#ctx0" brushRef="#br1" timeOffset="-79271.47">16666 15186 10152 0,'0'0'2213'16,"0"0"-1393"-16,0 0-348 0,0 0 288 15,0 0 476-15,0 0-256 0,-96 86-356 0,76-51-200 16,1 2-28-16,2 8 172 0,2 3 20 15,-5 2-132-15,4 4-140 16,4 7-48-16,-4 2-84 0,7 7-88 0,2 3-8 16,3 3-40-16,4-4 24 0,0 2 28 15,8-6-52-15,0-5-48 0,8-6 4 16,0-3-12-16,3-7-108 0,6-5-116 16,3-7-48-16,3-7 12 0,-3-3-64 0,8-9-36 15,-4-7-36-15,4-4-64 16,-1-5-12-16,-3 0-104 0,5-14-324 15,-2-2-552-15,-7 4-1532 0,0-10-4237 0</inkml:trace>
  <inkml:trace contextRef="#ctx0" brushRef="#br1" timeOffset="-77672.148">17315 15341 7132 0,'0'0'5621'0,"0"0"-4385"16,0 0-676-16,0 0-104 0,0 0 436 16,0 0 660-16,108 38-664 0,-68-26-404 15,-1-1-68-15,2-2-96 0,-5-6-124 16,-1 1-36-16,-3-4-124 0,4 0-36 16,-8-4-12-16,0-2-272 0,0-6-280 15,-4 2-160-15,-9-3-392 0,2 1-536 16,-6 2-2164-16,-11 0-3097 0</inkml:trace>
  <inkml:trace contextRef="#ctx0" brushRef="#br1" timeOffset="-77459.053">17571 15500 7232 0,'0'0'2048'15,"-9"66"-71"-15,9-24-617 16,0 15 248-16,0 9 144 15,0 11-364-15,0 6-596 0,-4 3-384 0,4-1-200 0,-4-2-40 0,4-10-168 16,0-12-12-16,0-17 8 0,0-16-44 16,8-9-136-16,-4-16-224 0,9-3-88 15,-2-3-60-15,5-13-192 0,0-7-372 16,-4-4-616-16,0 2-2733 0,-4-17-1315 0</inkml:trace>
  <inkml:trace contextRef="#ctx0" brushRef="#br1" timeOffset="-77259.131">17562 15827 7232 0,'0'0'2088'0,"0"0"-628"0,0 0-519 0,0 0 327 15,0 0 220-15,0 0-352 0,0 0-92 16,96 6-200-16,-68-6-100 0,3 4-204 16,-3-4-180-16,4 0-144 0,-4 0-216 0,0 0-88 15,0-4-8-15,0 1-100 0,-4 0-324 31,4 3-232-31,-8 0-208 0,4 0-208 0,-9 0-472 16,2 0-1316-16,-6 13-2997 0</inkml:trace>
  <inkml:trace contextRef="#ctx0" brushRef="#br1" timeOffset="-76824.906">17714 15443 4956 0,'0'0'2252'0,"0"0"-412"0,0 0-416 0,0 0-239 15,0 0 135-15,0 0-176 0,0 0-220 16,0 0-368-16,0 0-180 0,0 0 28 0,0 0 132 16,-4 73 72-16,4-38-172 0,0 3-68 15,0 6-168-15,0 7 44 16,4 0-44-16,-1 5-56 0,-3 5-60 0,4 3-84 15,1 6-64-15,-1 0 60 0,-4 0-68 16,4 0-28-16,0-4 4 16,0-9-28-16,-1-3-148 0,1-9 28 0,0-7-40 0,5-10-116 15,-1-8-244-15,-1-8-372 16,6-5-524-16,-5-7-884 0,-1 0-1857 16,6-11-1239-16</inkml:trace>
  <inkml:trace contextRef="#ctx0" brushRef="#br1" timeOffset="-76434.672">18073 16342 9096 0,'0'0'1808'16,"0"0"-583"-16,0 0 91 0,0 0 28 0,0 0-312 16,0 0-476-16,79 0-344 15,-71 0-212-15,0 0-36 0,0 6-60 0,-4 2 92 16,-4 3-48-16,3 5 52 0,-3 3 48 0,0 0-48 16,-3 6 0-16,-5 1 48 0,0 0 40 15,-4-1-88-15,4 0 4 0,0 0-4 16,0 0 4-16,5 1 60 0,-2-4 8 15,5 0 28-15,0-3-32 0,0 0-68 16,5-2-4-16,2-5 4 0,5-2 36 0,0-1 64 16,4-2 76-16,0-1-116 15,0-3-8-15,4 0-4 0,-5-3-48 0,2 0-64 16,-6 0-108-16,6 0-204 0,-6-6-148 16,1-3-332-16,-3-1-280 15,-2 0-636-15,-3 3-2217 0,0-5-2727 0</inkml:trace>
  <inkml:trace contextRef="#ctx0" brushRef="#br1" timeOffset="-75972.451">18316 16021 28 0,'0'0'9672'0,"0"0"-7043"0,0 0-1225 16,0 0-48-16,0 0 104 16,63-73-304-16,-47 60-428 0,4 4-272 15,0-1-52-15,0 3-96 0,-4 2-136 0,-1 5-172 16,-6 0-96-16,3 0 92 0,-5 5-4 16,-3 9-48-16,0-2 52 15,-4 9 0-15,0 3-80 0,-8 4-76 0,1 1 24 16,-5-4 48-16,3-3 80 0,-2-2 8 15,3-5 112-15,-1-3-40 0,2-1-72 16,3-5 0-16,0-3-12 0,4 0-220 0,0-1-64 16,0 3 28-16,8 1 116 0,-1 0 56 15,2 1 96-15,7 2-8 0,-4-2 8 16,0-5 56-16,-5 5-48 0,6-1 128 16,-5-2 36-16,-4 2 76 0,-1 0-52 15,1 0 12-15,-4 4-60 0,0-1-60 0,0 1-76 16,0 0 60-16,0-3-72 15,-4 1-148-15,-3 3-84 0,-1-5-112 0,-5 2-40 16,6-1-132-16,-5 3-128 0,0-4-316 16,-4 1-388-16,4-4-480 0,4 0-1269 15,-12-3-2071-15</inkml:trace>
  <inkml:trace contextRef="#ctx0" brushRef="#br1" timeOffset="-75391.914">19937 15205 10796 0,'0'0'1813'0,"0"0"-577"0,0 0-132 15,0 0 620-15,0 0-284 0,0 0-136 16,0 0-544-16,0 0-408 0,0 0-96 15,0 0-36-15,0 0-60 0,-44 95-4 0,24-41 16 16,-3 6-4-16,-5 7-32 0,-4 6-39 0,-9 10-13 16,2 3-20-16,-5 9 20 15,-4 6-80-15,-4 1-4 0,-3 6-112 16,3 0-117-16,0-3-87 0,9-7-24 0,7-9-52 16,4-13 28-16,8-13 20 15,7-14 16-15,10-18-52 0,3-12-88 0,4-16-212 16,0-6-324-16,11-13-484 0,2-9-664 15,-1-1-2893-15,12-22-2355 0</inkml:trace>
  <inkml:trace contextRef="#ctx0" brushRef="#br1" timeOffset="-75153.174">20009 15884 11477 0,'0'0'1640'16,"0"0"-1144"-16,0 0 64 15,0 0 780-15,99 14 140 0,-71-6-280 0,8 2-448 16,-4 3-236-16,7-4-172 0,2 1-244 16,-1-4 0-16,-1-4-100 0,-3-2-84 15,0 0-16-15,-4-2-376 0,-9-8-424 16,2-3-52-16,-1-2-144 0,-9-3-556 15,-2 4-1536-15,-6-8-3513 0</inkml:trace>
  <inkml:trace contextRef="#ctx0" brushRef="#br1" timeOffset="-74581.866">20144 15996 12257 0,'0'0'2240'0,"0"0"-1480"15,0 0-648-15,0 0 276 0,0 0 308 16,0 0 436-16,0 0-500 0,0 0-412 0,0 0 4 16,0 0 80-16,20 83 80 0,-12-43-28 15,-8 4-16-15,0 11-32 0,0 1-28 16,0 5-48-16,0 2-88 0,0-2-84 15,-8-1-52-15,8-6-8 16,-3-6-84-16,3-10 0 0,0-6-76 0,0-13-8 16,3-6-52-16,1-7-184 0,0-4-100 15,0-2-60-15,-4 0-52 0,4-5-128 16,0-4-312-16,4-8-456 0,-4-2-876 0,0 0-1977 16,-4-16-1379-16</inkml:trace>
  <inkml:trace contextRef="#ctx0" brushRef="#br1" timeOffset="-74211.637">20264 16119 7312 0,'0'0'2204'0,"0"0"-771"15,0 0-441-15,0 0 248 16,0 0 308-16,0 0-240 0,0 0-504 0,0 0-356 16,0 0-172-16,0 0-4 0,0 0-76 15,4 70-60-15,-1-41-72 0,-3 9-60 16,0 4 4-16,0 11 104 0,0 1-4 0,0 9-108 15,-3-2-8-15,3-1-40 0,-4-3-16 16,0-10-32-16,4-9-40 0,0-6-100 16,0-9 40-16,4-4-40 0,0-9-264 15,3-7-136-15,2-3-208 0,-1-10-12 16,3-5-812-16,-2-5-1613 0,-1-11-2419 0</inkml:trace>
  <inkml:trace contextRef="#ctx0" brushRef="#br1" timeOffset="-73998.058">20320 16383 11117 0,'0'0'1848'16,"0"0"-1096"-16,0 0 160 0,0 0 636 15,0 0-236-15,0 0-432 0,0 0-340 16,84 3-280-16,-65 0-112 0,5 1-148 15,-4-4-52-15,3 0-96 16,-2 0-492-16,-1 0-360 0,-1-7-220 0,2 1-612 0,-10 2-2921 16,6-2-3931-16</inkml:trace>
  <inkml:trace contextRef="#ctx0" brushRef="#br1" timeOffset="-73691.486">20782 16512 12405 0,'0'0'2128'0,"0"0"-1412"0,0 0-48 16,0 0 572-16,0 0-248 0,0 0-324 0,79-33-276 15,-66 33-124-15,-10-5-216 0,1 5-52 16,-4 5-284-16,0 0 148 16,0 11 136-16,-4 3-84 0,-3 7 84 0,-2 2-172 15,-3 4 172-15,1 0 4 0,-2 3 68 16,2-3-60-16,3-5-12 15,-1 3 0-15,5-8 8 0,4-3 228 0,0-10-76 0,4-2-64 16,5-4-96-16,6-3 0 16,6 0 76-16,7-6 32 0,0-4-32 15,4-9-28-15,-1 0-48 0,1-6-356 0,-4-5-468 16,-5 5-240-16,1-3-388 0,-7 9-1136 16,-2-10-4689-16</inkml:trace>
  <inkml:trace contextRef="#ctx0" brushRef="#br1" timeOffset="-73189.277">21263 15205 9812 0,'0'0'2769'0,"0"0"-821"0,0 0-108 15,0 0 48-15,84-16-476 0,-60 16-568 16,8 7-268-16,0 5 28 16,4 7 17-16,3 3-281 15,2 8-148-15,-5 3-56 0,3 3-28 0,-3 5-60 0,1 0-44 0,-6 3 4 16,-4 5-8-16,-3 1 72 0,-3 7-72 15,-6-3-8-15,-2 6-28 0,-6 4 36 16,-3 0 0-16,-4-5-8 0,0 6-136 16,-7-5-52-16,-5 0-80 0,-4-3-112 15,4 0 35-15,-8-6-71 0,3-3-64 16,-2-7-60 0,-1-6-28-16,4-7-136 0,-4-5-212 0,5-11-892 0,2-1-812 15,-7-11-2885-15</inkml:trace>
  <inkml:trace contextRef="#ctx0" brushRef="#br1" timeOffset="-72759.035">22535 15459 6764 0,'0'0'960'16,"0"0"4357"-16,0 0-3817 0,0 0-128 0,0 0-204 16,64 74-164-16,-36-56-20 0,4 1-112 0,3 0-200 15,1-6-212-15,3-4-252 0,2-2-208 16,2-4-40-16,1-3-264 0,-4 0-48 15,-4-6-420-15,-4-4-480 0,-8 7-832 16,-5-3-3152-16</inkml:trace>
  <inkml:trace contextRef="#ctx0" brushRef="#br1" timeOffset="-72606.341">22778 15862 13833 0,'0'0'2012'0,"0"0"-2004"15,0 0-8 1,0 0 744-16,79 3 152 0,-43-3 144 0,8-9-560 16,8-4-372-16,3-6-108 0,-2 3-664 0,3-1-724 15,-21 5-832-15,21-1-3601 0</inkml:trace>
  <inkml:trace contextRef="#ctx0" brushRef="#br1" timeOffset="-71506.537">24837 15189 1500 0,'0'0'6988'16,"0"0"-1215"-16,0 0-4701 0,0 0-544 16,0 0-20-16,0 0 412 15,-99 60 220-15,67-37-376 16,-8 9-300-16,1 1-204 0,-6 7-116 0,-2 4-80 16,-1 7 56-16,1 3-8 0,2 6 56 0,-2 3-44 15,6 0 20-15,2 2-32 0,7-5 8 0,8-10-56 16,0-2 8-16,8-10-12 15,9-9-60 1,-2-4-8-16,9-6-64 0,0-3-16 16,0-4-32-16,9-2-52 0,2 4 64 0,6-3 48 0,2-1 8 0,1 2 52 15,8-1 0-15,-5 1 8 0,5 1 44 16,4 3-4 0,-4-1-36-16,4 2 72 0,0 1-76 0,0 1 40 0,-4 1-48 15,4-1-4-15,-1 0-152 0,-3-3 20 0,4-4-108 16,-4 4-184-16,0-7-12 15,0 1-100-15,0-3-100 0,-4-1-144 16,0-3-360-16,0-3-760 0,-4 0-2553 0,0-3-1971 0</inkml:trace>
  <inkml:trace contextRef="#ctx0" brushRef="#br1" timeOffset="-70989.28">25866 15459 9652 0,'0'0'6833'0,"0"0"-5069"0,0 0-596 16,0 0-324-16,0 0 264 0,0 0-111 0,0 0-173 15,0 0-352-15,0 0-268 16,0 0-192-16,-48 20-12 0,20-6-48 15,-4 5-36-15,-4 6 72 16,-4 11-36-16,-4 2 48 0,-7 7-48 0,3 8 44 16,-3 1 0-16,2 4 4 0,1 2 44 0,8-3-40 15,9-6 56-15,3-3-56 0,8-6-4 16,8-12 0-16,4-4-48 0,8-7-60 0,0-3-12 16,12-6-28-16,4-1 4 15,8-2 0-15,-1-1 12 0,9-6-52 16,5 0 16-16,-1 0 84 0,-1-10 72 0,1 1 12 15,4-4 8-15,-9-1-8 0,1 3 12 16,-4-5 0-16,-4-1 60 16,-3-2-24-16,-6 7-44 0,1-1 0 0,-8 4 80 15,-4 2 84 1,0 4 76-16,-4 0 60 0,0 0-40 0,-4 0-84 0,-8 0-172 16,-4-1 176-16,-3-2-112 0,-9 0 60 0,0 3 36 15,-4 0-124-15,-4-1-44 0,4 1-72 16,1 3-96-16,-1 0-148 0,4 0-128 15,0 0-88-15,7 0-52 0,1 0-169 16,5 0-11-16,3 0-252 0,4 0-620 16,8 0-732-16,0 0-1772 0,3-10-2197 15</inkml:trace>
  <inkml:trace contextRef="#ctx0" brushRef="#br1" timeOffset="-70641.151">26304 15573 7916 0,'0'0'4937'0,"0"0"-3981"15,0 0-232-15,0 0 108 16,0 0 512-16,0 0-28 16,0 0-220-16,95 73-432 0,-71-63-164 0,8-1-96 0,0-2-16 15,4 0-96-15,0-2-156 0,-5 2-88 16,6 0 12-16,-5 1-12 0,-4 2 4 15,-5 0-52-15,1 2 0 0,-7 1 0 0,-6-1 60 16,1 4 85-16,-7 1-49 16,-2 2 4-16,-3 3 44 15,-3 0-12-15,-10 3 16 0,1 0 44 0,-8 4-48 0,0 0-68 16,-3 2-4-16,-1 1-68 0,-4 3 4 16,-4 0-4-1,0-4-4-15,-4 1-84 0,8-3-4 16,0-3-20-16,0-4-144 0,4-3-172 0,9-6-161 0,-2-6-59 15,10-2-128-15,-1-5-244 0,4 0-776 16,4-3-2432-16,0-19-3561 0</inkml:trace>
  <inkml:trace contextRef="#ctx0" brushRef="#br1" timeOffset="-69408.338">27826 13249 7248 0,'0'0'5741'0,"0"0"-4013"16,0 0-568-16,0 0-168 15,0 0 48-15,0 0 24 16,0 0-368 0,0 0-192-16,0 0-212 0,-104 48-144 0,68-26-52 15,-7 3-28-15,-1 7-64 0,-4 0 4 0,0 6 116 0,-4 3-28 16,-3 0-36-16,-1 7 16 0,0 6-16 15,0 0-52 1,4 3-4-16,5 4-4 0,2-1-40 0,10 0-8 0,3-5-16 16,13-5-56-16,2-6 12 0,9-12-28 0,8-10 64 15,0-6 20-15,8-10 52 0,9 0 96 16,6-6-12-16,5 0 76 0,7-6-16 16,2-6-92-1,3-4-52-15,-5-6-52 0,1-4 4 0,-4 4 48 0,-8-4 4 16,0 5 8-16,-5 2 0 0,-2 2 52 15,-6 2-52-15,-2 5 132 0,-5 1-36 0,-4 2-32 16,0 4 44-16,0 0-84 0,-8 0-36 16,0-4-8-16,-8 1-52 15,4 0 12-15,-4-1-48 16,-4 1-112-16,4 3 48 0,-4-1-8 0,5 1-64 0,-2 0-100 16,1 3-84-16,4 0-36 0,1 0-224 15,-2 3-260-15,2 4-60 0,3 6-536 0,-1-1-508 16,5-2-2045-16,1 9-2399 0</inkml:trace>
  <inkml:trace contextRef="#ctx0" brushRef="#br1" timeOffset="-64018.411">28042 13616 11857 0,'0'0'2412'0,"0"0"-936"0,0 0-172 16,0 0 172-16,0 0-176 0,-45 68-312 16,37-49-428-16,1 0-204 0,2 3-103 15,1 4 3-15,0 2 0 0,4 4 8 0,0 6-80 16,4 3-40-16,5 1-132 0,2-2-8 16,-3-1-4-16,5-1 0 15,-2-6-60 1,6-7-24-16,-6-3-16 0,5-5-44 0,0-9-292 0,-1-1-73 15,6-3-123-15,-1-4-88 0,-1-11-420 0,5 3-648 0,-7-5-1984 16,11-6-3301-16</inkml:trace>
  <inkml:trace contextRef="#ctx0" brushRef="#br1" timeOffset="-61876.13">28710 13621 3684 0,'0'0'468'0,"0"0"4996"0,0 0-4444 0,0 0-159 15,0 0 39-15,0 0 224 16,0 0-72-16,0 0-368 0,-75-19-360 0,62 31-108 15,-2 7-80-15,2 6 104 0,2 4-12 16,3 6-4 0,0 3-100-16,4 4 116 0,0-1-116 0,0 0 24 0,4-3 164 15,0-7 344-15,0-5-64 0,0-7-248 0,4-6-344 16,0-3 0-16,4-8-172 16,0-2 84-16,0 0-24 0,4 0 16 0,0-12-76 15,4-1-224-15,0-6 0 0,0-7-40 0,0 5-60 16,-5-5 84-16,2 1 168 0,-2-1 56 15,-2 7 64-15,-1 4-44 16,-5-1 168-16,1 2 164 0,0 6 112 0,-4 4 16 16,0 2 20-16,0 2 48 0,0 0-12 15,4 2-136-15,-4 5 36 0,0 2-88 16,4 7 64-16,1 3 132 0,2 0-96 16,-3 3 60-16,0-3-76 0,4-6-120 15,-4 0-124-15,4-7-120 16,0 0-112-16,4-2 36 0,-4-4-200 15,4 0-232-15,3-7-276 0,-2-2-176 16,-1-4-356-16,-4 0-1396 0,0 0-3393 0,0-2 1753 16</inkml:trace>
  <inkml:trace contextRef="#ctx0" brushRef="#br1" timeOffset="-61600.105">28922 13512 1748 0,'0'0'2440'0,"0"0"3424"0,0 0-3711 16,0 0-773-16,0 0 164 0,0 0-8 16,0 0-184-16,0 0-416 0,59 79-248 15,-42-56-172-15,-2 6-128 0,5-4 4 16,0 1-112-16,-4-1-72 0,0 3-100 16,0-3-96-16,-4 5 108 0,-4-2-120 15,0 4 0-15,-4 3-108 0,-4-4-220 16,-4 1-208-16,-4-1-88 0,0-1-36 0,0-5 72 15,-4-6-80-15,4 0-136 16,-4-9-56-16,4-4-60 0,4-3-416 16,-4-3-168-1,4-3-1237-15,-4-7-551 0,8-6-1688 0,-4 1 4864 16,4-11-300-16</inkml:trace>
  <inkml:trace contextRef="#ctx0" brushRef="#br1" timeOffset="-61406.52">29400 13699 11857 0,'0'0'2512'0,"0"0"-604"15,0 0-20-15,0 0 128 16,99 0-664-16,-71 0-443 0,0 4-361 16,4-4-332-16,-4 0-216 0,0 0 0 15,-1-4-252-15,1-1-344 0,-4-5-229 0,0 3-259 16,-3 1-520-16,-6 0-1496 15,-3 3-3357-15</inkml:trace>
  <inkml:trace contextRef="#ctx0" brushRef="#br1" timeOffset="-61209.463">29503 13852 10945 0,'0'0'2880'0,"0"0"-1224"0,0 0-524 0,0 0 260 16,0 0-100-1,0 0-32-15,0 0-368 0,84 25-407 0,-64-21-217 0,4-1-52 16,0 0-32-16,0 0-128 0,-1-3-56 16,5 0-156-16,-4 0-208 0,4 0-269 0,0 0-303 15,-4-3-312-15,-1-3-728 16,-2 2-3036-16,-1-2-6153 0</inkml:trace>
  <inkml:trace contextRef="#ctx0" brushRef="#br1" timeOffset="-60476.023">30866 13564 3296 0,'0'0'4'0,"0"0"6572"0,0 0-4871 15,0 0-337 1,0 0-600-16,0 0 1040 0,-83-67-228 0,70 60-492 0,2 1-360 15,-2 3 60-15,5 3 68 0,-3 0 32 0,-2 3-243 16,-2 13-257 0,-2 3-160-16,2 9-20 0,-5 14 44 15,-1 2-24-15,6 7-68 0,-1 6 20 0,-4-3-60 0,8 0 16 16,4-4-76-16,4-8-60 0,0-4-88 0,4-12 4 16,4-4 72-16,4-9 0 15,1-4-36-15,6-3-48 0,1-6 48 0,4 0-72 16,0-6-64-16,8-10-20 15,-4-3-100 1,8-6-44-16,-5-6-52 0,6-5-41 0,-6 1-67 16,1 0 44-16,-4 4 232 0,0 1 100 0,-9 5 80 0,-2 3 52 15,-5 3 132-15,-1 6 124 0,-7 0 36 16,4 8 0-16,-4 1-24 0,0 4 24 0,0 0 49 16,0 0-37-16,5 9-148 15,-1 4-72-15,0 7 60 16,4 1 40-16,-1 9-52 15,2-5-12-15,3 0 40 0,-1-3-100 0,6-6-60 0,3-3-100 0,-1-7-128 16,1-2-232-16,4-4-156 0,3-4-273 16,-2-9-379-16,3 1-948 0,-12-1-2816 15,12-6-4357-15</inkml:trace>
  <inkml:trace contextRef="#ctx0" brushRef="#br1" timeOffset="-57309.871">31217 12821 652 0,'0'0'1228'16,"0"0"-904"-16,0 0 5588 0,0 0-3688 16,0 0-819-16,0 0-441 0,0 0 80 15,0 0 72-15,0 0-96 16,0 0-180-16,0 0-144 0,0 0-48 16,19-26-8-16,-6 26-24 0,-5-4-104 0,7 2-32 0,1 2-128 15,0 0-48-15,0 0-60 16,1 0-48-16,2 0-76 0,-7 0-48 0,4 0-60 15,-5 2 60-15,2 2-20 0,-1 3-52 16,-5-1 4-16,-2 0 0 16,3 1 8-16,-4-1-12 0,0 0-4 0,-1 4-60 0,-3-4 60 15,0 3-68-15,0 1-48 0,0 3-148 16,0 3 12-16,-7-1-12 0,-5 5-48 16,0-1-4-16,0-1 100 0,-1 4 48 15,-2-2-20-15,-1 2 44 0,4-6 148 0,-3 3 0 16,2-3 48-16,1-3 12 0,4-1 40 15,0-2-40-15,0-4-12 16,8 1 16-16,-4-7-8 0,4 0-56 0,0 0-4 16,0 0 4-16,0 0 60 0,0 0 40 15,0 0 32-15,4 0 52 0,0 0-60 16,0 0 72-16,9-4 20 0,-6 1 16 0,5 3-60 16,4-3-40-16,4-3-8 15,0 2-52-15,8 1-64 0,0 3 88 16,0-3-8-16,4 3 105 0,3-3-97 15,-3 3-48-15,0 0-48 0,0-3 0 0,0 3 8 16,0-3-4-16,-4 3 4 0,-4-4 0 16,0 1-4-16,-5 3-4 0,-3-3 0 15,-4 0-64-15,-4 3 4 16,0 0-24-16,-4 0-125 0,0 0-167 0,-4-3-196 0,0 3-64 16,0 0-84-16,-4 0-276 15,0-3-1236-15,-8 0-3625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32767" units="deg"/>
          <inkml:channel name="T" type="integer" max="2.14748E9" units="dev"/>
        </inkml:traceFormat>
        <inkml:channelProperties>
          <inkml:channelProperty channel="X" name="resolution" value="3854.94116" units="1/cm"/>
          <inkml:channelProperty channel="Y" name="resolution" value="5461.1665" units="1/cm"/>
          <inkml:channelProperty channel="F" name="resolution" value="91.01945" units="1/deg"/>
          <inkml:channelProperty channel="T" name="resolution" value="1" units="1/dev"/>
        </inkml:channelProperties>
      </inkml:inkSource>
      <inkml:timestamp xml:id="ts0" timeString="2023-06-27T07:13:09.352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868 17595 1540 0,'-12'7'1460'0,"12"-7"-468"0,0 0-148 16,0 0-20-16,0 0-148 0,0 0-196 16,0 0-180-16,0 0-300 0,0 0-104 15,0 0-272-15,0 0-392 0,0 3-212 16,0-3-948-16</inkml:trace>
  <inkml:trace contextRef="#ctx0" brushRef="#br0" timeOffset="9131.643">13299 17472 5428 0,'0'0'1600'0,"0"0"-664"16,0 0-548-16,0 0-204 0,0 0 1872 0,0 0-423 16,0 0-353-16,0 0-368 0,0 0-152 15,0 0 92-15,-48 22 76 0,48-22-68 16,0 0-48-16,0 0-72 0,0 0-116 15,0 0-136-15,0 0-132 0,4 0-216 0,-4 0-140 16,5-3-108-16,-5 3-4 0,7-4 48 16,1 1 64-16,0 0 4 0,8-3 8 15,0 3-12-15,0-1-8 0,0 1-76 16,0 3 36-16,-1 0-64 0,-2 0 16 16,2 0-4-16,2 10 56 0,-6-1 40 0,6 1-32 15,-2 6 36-15,-2-3 96 0,2 6-96 16,-2-3-88-16,-2 6 80 15,1 0-36-15,0 3 40 0,-4 2 4 0,0 3 0 16,1 3-64 0,-6-2 52-16,1 4-36 0,0 0 44 15,-4-4-4-15,0-1 8 0,4-5 0 0,-4-3-8 0,0-10-40 0,0-2-64 16,4-7-48-16,-4-3-168 0,0 0-164 16,0-3-200-16,0-7-224 15,4-2-68-15,0-8-204 0,-4-5-776 16,4 3-1137-16,-4-16-2871 0</inkml:trace>
  <inkml:trace contextRef="#ctx0" brushRef="#br0" timeOffset="9321.929">13598 17383 6096 0,'0'0'3968'16,"0"0"-2771"-16,0 0-593 0,0 0-24 15,0 0 352-15,0 0 20 0,0 0-192 0,0 0-256 16,0 0-168-16,-68 89-60 15,49-55-20-15,-2 5 16 0,-3-1-32 0,0 3-196 0,1 0-44 16,-1 0-136-16,0 1-104 16,3-7-248-16,-2 0-104 0,7-10 40 0,0-3-108 15,4-6-140-15,0-6-412 16,5-7-577-16,3-3-1163 0,-1-7-2172 0</inkml:trace>
  <inkml:trace contextRef="#ctx0" brushRef="#br0" timeOffset="9715.648">13761 17062 9440 0,'0'0'2081'0,"0"0"-1133"16,0 0-80-16,0 0 312 0,0 0 232 15,80-41-368-15,-68 41-412 0,-4 0-236 16,0 0-112-16,0 3-36 0,0 7 24 15,-4-1-64-15,-4 10-36 0,4 0-88 0,-4 6-84 16,0 0-208-16,0-2 36 0,-4-1 72 16,0-3 52-16,0-3 36 0,4 0 4 15,-4-3 0-15,4-4-80 0,0 4 28 16,0-7-16-16,0 1-32 0,8-1 108 16,4 0 0-16,0 0 136 0,4-1 0 15,0-3-64-15,3 2 16 0,-6-2 8 16,2 2-20-16,-2-2 44 0,-6 3-68 15,1 1 108-15,-4 0 48 0,0 3-12 16,-4 1 12-16,0 3-108 0,-4 6-100 16,0-4-120-16,-7 5-164 0,-2-1-60 0,1-4-36 15,1 1-100-15,-5-2-152 0,-5-2-260 16,6 1-12-16,-2-5-104 0,2-1-500 16,2 0-1337-16,-6-2-2819 0</inkml:trace>
  <inkml:trace contextRef="#ctx0" brushRef="#br0" timeOffset="10971.358">14211 17754 992 0,'0'0'6200'0,"0"0"-4124"0,0 0-768 16,0 0-111-16,0 0 123 0,0 0-88 16,0 0-184-16,0 0-204 15,0 0-220-15,0 0-260 0,24 4 44 0,-7-4 444 0,2 0-112 16,5 0-248-16,4 0-92 0,-4-4-128 15,4 4-76-15,0-6-76 0,-5 3-36 16,1 0-72-16,1-3-12 0,-1-1-44 16,-9-3-16-16,5 3-36 0,-4 1-212 15,0 1-180-15,-8-2-148 0,4 0-140 16,-4 4-152-16,-4-2-348 0,-4-2-588 16,0 3-1088-16,0-2-2341 0,-4 3-766 0</inkml:trace>
  <inkml:trace contextRef="#ctx0" brushRef="#br0" timeOffset="11178.329">14426 17523 7948 0,'0'0'1748'0,"0"0"-700"16,0 0-199-16,0 0 227 0,0 0 48 0,0 0-148 16,0 0-260-16,-19 72-164 0,19-43-48 15,0 1-128-15,4-3-52 16,0 4-112-16,0-1-76 0,-1-2-136 0,-3 1-176 15,4-4-256-15,-4 0-92 0,5-2-220 16,-5-4-140-16,4-4-292 16,0-2-732-16,0-6-945 0,3-7-2091 0</inkml:trace>
  <inkml:trace contextRef="#ctx0" brushRef="#br0" timeOffset="11383.579">14805 17542 7292 0,'0'0'1932'0,"0"0"-316"16,0 0-315-16,0 0 67 0,83 38-52 15,-58-16-44-15,-5 0-256 0,0 1-420 16,-1 2-212-16,-2-3-88 0,2 1-124 16,-3-2-172-16,0-1-56 0,-4-5-92 15,4 1-324-15,-4-3-184 0,0-7-156 16,0 0-132-16,0-6-408 0,-4 0-932 15,0 0-1789-15,0-9-1031 0</inkml:trace>
  <inkml:trace contextRef="#ctx0" brushRef="#br0" timeOffset="11562.042">15135 17506 9548 0,'0'0'1757'0,"0"0"-1089"0,0 0-268 0,-51 74 352 0,31-42 556 16,1 3-208-16,-5 2-368 15,-1 5-320-15,1-4-88 0,0 0-124 0,1 0-164 16,3-3-36-16,0-4-148 16,0-1-404-16,4-8-364 0,0-3-296 0,4-10-456 15,4-3-853-15,0-6-1763 0,5-12-1344 16</inkml:trace>
  <inkml:trace contextRef="#ctx0" brushRef="#br0" timeOffset="11839.617">15208 17279 7432 0,'0'0'3032'0,"0"0"-1643"0,0 0-441 15,0 0 252-15,0 0-76 0,84-23-168 16,-73 26-152-16,-3 3-184 0,5 4-172 16,-6-1-92-16,1 7-84 0,4-4-160 0,-8 7-40 15,0 1-20-15,0 2-52 16,-4 4-28-16,0-1-168 0,0 0-12 15,0 1 52-15,0-3 156 0,0-4 244 0,0-7 76 16,0 1-48-16,0-7-124 0,8 0 24 16,0-2-48-16,0-1-4 0,0-3-96 0,4 0-24 15,0 0-184-15,4 0-148 16,-4-7-196-16,4-2-224 0,-5 2-368 16,6-2-564-16,-10 3-1164 0,10-5-3557 0</inkml:trace>
  <inkml:trace contextRef="#ctx0" brushRef="#br0" timeOffset="12423.123">15574 17837 6412 0,'0'0'1964'16,"0"0"-400"-16,0 0-387 0,0 0 147 16,0 0-76-16,0 0-180 15,0 0-300-15,0 0-180 16,0 0 40-16,0 0 392 0,0 0-192 0,72 3-236 0,-48 0-188 16,0 1-148-16,3-2-72 0,1 3-60 0,0-3-124 15,0-2-4-15,-4 0-48 0,4 0 44 16,-4 0-40-16,-4-7-60 15,0 5-140-15,0-2-144 0,-4-2-208 0,0-1-192 16,-4 1-212-16,-5 0-376 0,2 0-556 16,-1 2-704-16,-4 4-1521 15,-4 0-367-15</inkml:trace>
  <inkml:trace contextRef="#ctx0" brushRef="#br0" timeOffset="12982.88">15846 17627 7312 0,'0'0'2204'0,"0"0"-912"16,0 0-379-1,0 0 187-15,0 0 200 0,0 0-248 0,-37 83-336 0,33-62-236 16,0 6-32-16,0 1-48 0,0 0-28 0,1 7-100 16,3 0-76-16,-4 0-72 0,4 0-112 15,-5 3-4-15,5-3-8 0,0-3-96 0,0-7-200 16,0 1-92-16,0-10-144 16,12-4-224-16,-4-2-160 0,4-4-196 0,4-6-380 15,4 0-629-15,-8-3-1811 0,8-12-1648 16</inkml:trace>
  <inkml:trace contextRef="#ctx0" brushRef="#br0" timeOffset="13228.121">16407 17592 3664 0,'0'0'9621'0,"0"0"-8085"0,0 0-1344 15,0 0-4-15,-4 83 528 0,4-57 748 16,0 2-472-16,0 4-576 0,0 2-352 16,0 8-16-16,4-4-48 0,-4 6-8 0,4 1-52 15,0-1-88-15,0 2-200 16,-4-6-168-16,4-5-44 0,-1-6 88 16,2-10-80-16,-1-7-204 0,4-6-596 0,-4-2-1304 15,3-8-3561-15</inkml:trace>
  <inkml:trace contextRef="#ctx0" brushRef="#br0" timeOffset="13560.142">16806 17961 13357 0,'0'0'2016'15,"0"0"-1376"-15,0 0-308 0,0 0 4 0,0 0 312 16,95-10 364-16,-71 1-480 15,8-2-348-15,-5-1-184 0,10-3 0 0,-9 2-320 16,-1 3-384-16,1-3-112 0,-4 7-96 16,-8 0-612-16,-4-1-2621 0,-4 7-2979 15</inkml:trace>
  <inkml:trace contextRef="#ctx0" brushRef="#br0" timeOffset="13746.053">16889 18081 5428 0,'0'0'7473'16,"0"0"-5937"-16,0 0-1092 0,0 0 48 16,0 0 300-16,0 0 332 0,0 0-256 15,0 0-140-15,0 0-312 0,0 0-156 0,76 17-40 0,-57-21-72 16,5-3-124-16,-3-1-24 16,-1 1-244-1,-1-3-260-15,-3 4-184 0,-4-1-156 0,1 5-400 0,-6-2-1100 16,1 4-3345-16</inkml:trace>
  <inkml:trace contextRef="#ctx0" brushRef="#br0" timeOffset="14329.993">17702 17595 6368 0,'0'0'2740'0,"0"0"-1096"0,0 0-783 0,0 0-65 16,0 0 392-16,0 0-20 0,0 0-200 15,0 0-200-15,0 0-156 0,0 0-192 16,-76 0-120-16,64 7 32 0,4 3 52 16,-8 2 120-16,5 7-100 0,-2 0-184 15,-2 6-36-15,2 7-36 0,1 0 24 16,1 6-124-16,-2 3 0 0,6 4-40 0,-1-1-8 15,0 4-72-15,3-1-24 16,5 1-40-16,0-6-36 0,13-1-108 0,2-9-236 16,6-4-52-16,7-6-148 0,3-2-240 15,1-1-568-15,-4-10-900 0,12 0-2921 16</inkml:trace>
  <inkml:trace contextRef="#ctx0" brushRef="#br0" timeOffset="15042.346">17826 17786 8884 0,'0'0'2341'0,"0"0"-1301"16,0 0-940-16,0 0 300 0,0 0 556 0,0 0 308 15,0 0-232-15,82 32-192 0,-57-13-404 16,-5 6-48-16,0 4-80 16,-1-1-124-16,-2 4 28 0,-2-3-64 0,-2-1-148 15,-2-2-48-15,1-1-48 0,1-3-64 16,-6-2-188-16,1-2-24 0,1-6-36 0,-6 2-104 15,1-8-92-15,0-3-228 0,0-3-380 16,0 0-356-16,5 0-673 16,-6-6-663-16,1-11-1592 0</inkml:trace>
  <inkml:trace contextRef="#ctx0" brushRef="#br0" timeOffset="15232.845">18256 17745 6988 0,'0'0'1872'0,"0"0"-500"0,0 0-756 15,0 0 209-15,0 0 59 0,0 0-28 0,-80 73-104 16,64-48-156-16,-4 0-68 16,0 5-76-16,0 1-76 0,0 1-60 15,-4 2-128-15,5-2-176 0,-5 3-12 0,0 1-148 16,3-5-268-16,-2 1-136 0,7-4-180 16,0-3-180-16,4-2-288 0,0-11-585 15,8-2-1319-15,0-7-2244 0</inkml:trace>
  <inkml:trace contextRef="#ctx0" brushRef="#br0" timeOffset="16044.414">18595 18037 7596 0,'0'0'1648'15,"0"0"-280"-15,0 0-427 0,0 0 303 16,0 0 144-16,0 0-312 0,0 0-44 0,0 0-260 16,0 0-124-16,0 0-32 0,0 0-96 15,31-13 56-15,-11 10 208 0,0-4-160 16,4 5-296-16,4-2-268 0,-4 1-52 16,3 3 88-16,-3 0-92 0,4 0-4 15,0 0-72-15,-4-3 24 0,4 3-48 16,0-3-76-16,0-1-220 0,-5 1-204 15,2 0-152-15,-1 0-116 16,0 0-336-16,-5 0-768 16,-6 3-1280-16,6 0-3633 0</inkml:trace>
  <inkml:trace contextRef="#ctx0" brushRef="#br0" timeOffset="16597.517">19766 17462 11309 0,'0'0'2064'0,"0"0"-1176"16,0 0-608-16,0 0 276 0,0 0 564 16,0 0 40-16,0 0-416 0,4 92-312 15,-4-51-52-15,0 1 40 0,0 2 228 16,-4 4-172-16,-9 0-160 0,2 2-120 16,-6 4-84-16,-2-4-104 0,-5 5 52 0,0-4-60 15,-4-7-4-15,5-6-156 16,-5-6-48-16,7-6 28 0,-3-8-16 15,9-8-48-15,-2-3 84 0,2-5 52 0,2-2 20 16,2-6 48-16,-1-7 32 16,4-2-120-16,0-4-44 0,4-4-24 0,0-3 48 15,4-2 140-15,0 0-100 0,4-1-28 16,0 4 24-16,7 6 108 0,-2 3 4 0,-1 3 160 16,0 4 36-16,4 2 28 0,0 5-52 15,-1-3-64-15,6 5-100 16,3 0 4-16,-1 5 100 0,2 1-40 0,3 3 64 15,-1 7-4-15,1 0 16 0,0 0-60 16,0 6-40-16,-5 0-48 0,6 1-4 16,-9 2-132-16,-1 1-156 0,-2-5-52 15,-1 5-72-15,-1-4 8 0,-2 0-96 0,-1-3-128 16,-1-6-176-16,1-6-420 16,1-5-748-16,-5-2-985 0,-1-2-2731 0</inkml:trace>
  <inkml:trace contextRef="#ctx0" brushRef="#br0" timeOffset="16843.45">20247 17717 1240 0,'0'0'11085'0,"0"0"-9225"0,0 0-1124 16,0 0-324-16,0 0 192 15,69 82 464-15,-58-63-336 0,-3 3-472 0,1 3-192 16,-1 1-60-16,-1 6-4 0,-3-1 4 16,0 7-8-16,-4 4-124 0,0 3-100 15,-8-1-124-15,1 0-112 0,-6-3 36 16,-2 0-44-16,-2-3-220 0,-2-2-284 16,-1-4-532-16,-1-10-1621 15,-6 6-3551-15</inkml:trace>
  <inkml:trace contextRef="#ctx0" brushRef="#br0" timeOffset="18128.073">20818 17710 5460 0,'0'0'6813'0,"0"0"-5041"0,0 0-620 16,0 0-148-16,0 0 496 0,0 0-96 15,0 0-128-15,0 0-436 0,0 0-280 0,0 0-123 16,-25 9-121-16,18-2-304 15,-5 5-12-15,3 4-72 0,-2 0 60 0,-2 6-40 16,6 4 40-16,-1 3-36 0,0 5 48 16,4 2 8-16,-1 5 40 0,2 0-48 0,3 0 0 15,0 0-48-15,0 1 36 0,0-4-96 16,3-4-84-16,10-2-189 16,2-3-79-16,2-4-88 0,7 0-112 0,4-5-284 15,-1-4-660-15,6-10-1080 0,-6 1-2005 16,13-7-2215-16</inkml:trace>
  <inkml:trace contextRef="#ctx0" brushRef="#br0" timeOffset="20523.784">21304 17704 6716 0,'0'0'1948'0,"0"0"-460"0,0 0-363 16,0 0 143-16,0 0 60 0,0 0-264 15,32 85-248-15,-13-53-148 0,5 1-192 0,0 4-104 0,0-2-100 16,4 3-144-16,-5 0-128 0,2-3-44 16,-1 0 40-16,0-1-4 0,-5-4-180 15,-2-5-84-15,-2-6-64 0,-2 0-64 0,-2-10-40 16,2-3-88-16,-6-2-192 15,1-4-232-15,-4-6-336 0,5-7-677 0,-5 0-1247 16,-4-19-2460-16</inkml:trace>
  <inkml:trace contextRef="#ctx0" brushRef="#br0" timeOffset="20730.932">21587 17742 6096 0,'0'0'2456'0,"0"0"-1056"0,0 0-536 15,0 0 49-15,-53 85 191 0,42-56-228 16,-2 2-228-16,2 5-228 16,-1 2-180-16,-4 0-180 0,0 0-60 0,0 4-48 15,-3-4-168-15,2-4-36 0,1 1-140 16,0-7-104-16,0-2-40 0,4-4-76 0,5-5-196 16,-1-5-185-16,3-5-387 0,5-4-892 15,0-6-1680-15</inkml:trace>
  <inkml:trace contextRef="#ctx0" brushRef="#br0" timeOffset="20968.329">21858 18012 10304 0,'0'0'1637'15,"0"0"-665"-15,0 0-92 0,0 0 624 0,88-10-432 16,-61 10-412-16,4 0-288 0,2 0-148 16,-6 0-136-16,5 0-52 0,-4 0-36 15,4 0-12-15,-8 0-136 0,4 3 36 16,-4-3-300-16,0 3-412 0,-5-3-372 0,2 4-592 16,-10-2-1461-16,2 5-3623 0</inkml:trace>
  <inkml:trace contextRef="#ctx0" brushRef="#br0" timeOffset="21576.174">22842 17548 600 0,'0'0'6220'0,"0"0"-4492"0,0 0-396 15,0 0 65-15,0 0 151 0,0 0-132 0,0 0-168 16,0 0-264-16,0 0-300 0,0 0-176 16,55 73-12-16,-50-51-64 0,-1 7-172 15,-4 0-76-15,0 1-36 0,-9 6-100 16,1 2-36-16,-3 0 48 0,-2 6-8 16,-2 0-52-16,-6 5-48 0,2-5-8 0,-5-2 52 15,0-4 8-15,0-11 52 0,4 0 32 16,0-12-88-16,0-5-100 15,4-4-108-15,0-6-124 0,4 0 148 0,-4-6-100 16,8-7-112-16,-3-3-148 0,3-7 120 16,-1 2 100-16,2-5-24 15,3 1-60-15,0 3 56 0,4-1 188 0,0 8 156 16,4-1-4-16,7 3 12 0,-2 4 192 16,6 2 48-16,2 4-12 0,-2-3 52 15,2 6 32-15,6 0-64 0,1 0 88 0,0 0-100 16,4 9-88-16,0 1 4 15,0 6-80 1,-5-1 116-16,1 4-120 0,-3 1-68 0,-2 2-4 0,1 3-208 16,-7-2-208-16,-2-4-288 15,-3-4-172-15,0-8-432 0,4-7-508 0,-4 0-561 0,4-28-2159 16</inkml:trace>
  <inkml:trace contextRef="#ctx0" brushRef="#br0" timeOffset="21867.848">23108 17345 10796 0,'0'0'3153'0,"0"0"-1737"16,0 0-988-16,0 0 340 15,0 0 448-15,0 0-204 0,0 0-580 0,76 3-368 0,-64-3-64 16,1 0-60-16,-6 0-76 0,-3 6-96 15,-4 7 48-15,0 6 108 0,-4 7 76 16,-3 9 52-16,-10 5 68 0,2 2 164 16,-2-1 12-16,2-6 84 0,6-3 120 0,5-10 304 15,4-6-328-15,0-4-256 16,4-5-124-16,5 0-92 0,6-4-4 0,6-3 0 16,2 0-148-16,5-3-252 0,0-11 24 15,0-1-160-15,3-1-272 16,1-3-532-16,-11 3-1472 0,3-3-3869 0</inkml:trace>
  <inkml:trace contextRef="#ctx0" brushRef="#br0" timeOffset="22127.759">23731 17698 5988 0,'0'0'8437'0,"0"0"-7073"15,0 0-724-15,0 0 96 0,0 0 428 16,43 85-80-16,-35-63-324 0,-1 0-444 0,2 5-108 16,-5 0-12-16,0 2-124 0,-4-1-72 15,0 4-64-15,0 3-96 16,-8-3-36-16,-1 3-108 0,-2-1-76 0,-1-2 0 0,-4 3-36 16,-3 0-52-16,-2-3-100 15,-7-4-148-15,0 5-184 16,-4-5-460-16,8-9-796 0,-23 13-2721 0</inkml:trace>
  <inkml:trace contextRef="#ctx0" brushRef="#br0" timeOffset="22878.49">24431 17701 9472 0,'0'0'1473'15,"0"0"603"-15,0 0-804 0,0 0 16 0,0 0 80 16,0 0 60-16,0 0-308 0,0 0-328 15,0 0-228-15,0-3-188 0,0 3-156 16,0 3-112-16,0-3 0 0,0 3 40 0,-4 3 21 16,0 7 107-16,-3 6-276 0,-1 9-180 0,-5 7 112 15,9 9 68-15,1 8 12 0,-1 1-12 16,4-2-44-16,0 0-28 0,7-1-13 16,5-5-39-16,1-4-68 0,2-6-100 0,5-6-232 15,4-4-88-15,1-5-84 16,2-4-152-16,4-4-440 0,-3-3-832 15,0-2-728-15,8-7-2417 0</inkml:trace>
  <inkml:trace contextRef="#ctx0" brushRef="#br0" timeOffset="26631.615">24742 17698 7928 0,'0'0'1620'0,"0"0"-107"16,0 0-473-16,0 0 292 15,0 0 60-15,0 0-184 0,0 0-280 16,0 0-292-16,0 0-252 0,0 0-64 16,0 0 360-16,0 0 44 0,72 104-272 0,-49-63-184 15,5 7 48-15,0 3-60 16,-4-4-132-16,0 1-76 16,-3-6-48-16,-6-4-12 0,5-4-100 0,-4-5-168 0,-4-7-244 15,4-3-196-15,0-7-116 0,0-8-204 16,0-4-496-16,-1-6-988 15,-7-4-1633-15,5-12-2247 0</inkml:trace>
  <inkml:trace contextRef="#ctx0" brushRef="#br0" timeOffset="26793.221">25144 17865 9380 0,'0'0'1372'15,"0"0"-611"-15,0 0-185 0,0 0 344 16,-71 89 140-16,50-60-276 0,2 2-544 0,-1 4-240 15,4 0-128-15,-4 0-12 0,0 0-176 16,4 0-316-16,0-6-160 0,1-4-216 16,2-6-421-16,1-6-1083 0,1-4-2180 15</inkml:trace>
  <inkml:trace contextRef="#ctx0" brushRef="#br0" timeOffset="27009.832">25299 17951 3636 0,'0'0'9381'0,"0"0"-8121"15,0 0-764-15,0 0 324 0,0 0 656 16,88 41-332-16,-64-34-380 0,0-4-460 16,4-3-240-16,-3 0-64 15,3 0-60-15,-1 0-124 16,1-7-244-16,-4 1-192 0,0 3-184 0,-5-3-348 0,1 3-1004 15,-7-1-2113-15,2 1-2271 0</inkml:trace>
  <inkml:trace contextRef="#ctx0" brushRef="#br0" timeOffset="27918.253">26476 17443 10796 0,'0'0'1533'0,"0"0"-205"15,0 0-896-15,0 0-64 0,0 0 364 16,0 0 512-16,0 0-344 0,7 83-332 0,-7-42-244 16,0 6-80-16,0 4-32 0,0 7-40 15,-7 2-24-15,-2 0-136 0,-3 1-12 16,-3-1-84-16,-5-3 12 0,-1-3 68 16,2-10 4-16,-1-2 96 0,0-8 28 15,4-5-64-15,0-10-48 0,0-3 0 16,8-9-12-16,-4-5-112 0,4-2-136 0,4-6-96 15,-4-7-76-15,4-5 112 16,0-5 72-16,4-2 64 0,0-4 120 0,0 1-36 16,0 3 4-16,0-1 84 0,4 7 0 15,0 3 84-15,1 0 28 16,-2 6-12-16,1 4 112 0,0 0 0 0,0 3 48 16,0 3-100-16,4 0-112 0,0 0 40 15,4 0 48-15,8 6 36 0,4 3-104 16,-1 4-64-16,1 7 0 15,4 1-4-15,0 2-8 0,-3 5-348 16,-2-5-288-16,1 2-252 0,0-3-268 0,0 1-300 0,0-4-272 16,-8-3-1421-16,4-7-2483 0</inkml:trace>
  <inkml:trace contextRef="#ctx0" brushRef="#br0" timeOffset="28620.24">26865 17084 6444 0,'0'0'1572'0,"0"0"-264"16,0 0-648-16,0 0 140 0,0 0 605 16,0 0-245-16,0 0-356 0,0 0-312 15,-19 67-188-15,15-45 36 0,-8 4 0 16,4 2-116-1,0 1-160-15,-4 6-64 0,4-3-8 0,0-1 8 0,4-5 84 16,4-4 272-16,0-7 152 0,4-5 80 16,4 0-280-16,4 0-24 0,4-1 12 0,4-3-84 15,0-3-28-15,4 0-48 0,4-3 0 16,0 0-64-16,0-3 28 0,0-6-100 16,0 0-148-16,-5-4-136 0,1-4-160 15,0 2-212 1,-5-4-352-16,2 0-524 0,-9 3-1204 0,0-3-3025 15</inkml:trace>
  <inkml:trace contextRef="#ctx0" brushRef="#br0" timeOffset="28800.501">27009 17217 8340 0,'0'0'1464'0,"0"0"-223"0,0 0-229 0,0 0 256 0,0 0-164 15,0 0-384-15,0 0-292 0,0 0-200 16,-28 76-92-16,28-43 52 0,0 5 16 15,0 0-16-15,8 3-112 16,1-3-76-16,-2 0-188 0,1-3-428 0,0 0-280 0,0-3-296 16,0 1-404-16,-4-12-1641 0,4 8-4479 15</inkml:trace>
  <inkml:trace contextRef="#ctx0" brushRef="#br0" timeOffset="29277.211">27698 17504 11969 0,'0'0'1776'0,"0"0"-1232"16,0 0-136-16,0 0 460 0,0 0 376 0,0 0-140 0,0 0-400 15,84 63-360-15,-68-53-84 0,4 5 108 16,-4 1 60 0,0 0-72-1,-4 3-136-15,0 0-40 0,-1 6-32 0,-2 5 24 16,-1 1 8-16,-4 1-44 0,-4 6-124 0,0 0 60 0,-4 4 12 0,-8 2-72 16,0 0-12-16,-8 0-76 0,0 5-144 0,0-5-268 15,-8 3-192-15,0 1 68 0,1-4 72 0,-5-2-64 16,-1-4-176-16,-3 0-452 15,5-4-876-15,6-8-1012 0,-10 3-3053 0</inkml:trace>
  <inkml:trace contextRef="#ctx0" brushRef="#br0" timeOffset="46327.235">23507 11328 784 0,'0'0'5868'0,"0"0"-4324"0,0 0-584 0,0 0-520 15,0 0 1097-15,0 0 859 16,0 0-864-16,0 0-344 0,-20-3-340 15,20 3-56-15,0 0 36 0,0 0-116 0,0 0-184 16,0 0-124-16,0 0-136 0,4 0-88 16,0-3-8-16,4 3-24 15,8 0 92-15,7 0 140 0,5 0-15 0,9 0-101 16,-1 0-128-16,3 0-4 0,-3 0-84 16,0 0 72-16,4 0-120 0,-8-3 4 15,4-4-4-15,-4 1-4 0,-1 0-80 0,-3-1 0 16,-3 1 0-16,-6 0-112 31,1-1-92-31,-4 4-77 0,-4-3-51 16,-4 3-20-16,-4-1-64 0,-1 4-64 0,-3 0-100 15,0 0-148-15,-3 0-312 0,-5 0-860 0,-8 0-964 16,4 4-2393-16,-12 2-1427 0</inkml:trace>
  <inkml:trace contextRef="#ctx0" brushRef="#br0" timeOffset="46649.463">23714 11283 6520 0,'0'0'2364'0,"0"0"-1380"0,0 0-376 16,0 0 141-16,0 0 455 0,0 0-40 0,0 0-288 15,0 0-372-15,0 0-212 0,0 0-4 16,-20 51 100-16,20-28 44 0,0 2 16 15,0 1-60-15,0 5-56 0,0 4-120 16,0 6 36-16,0 1-36 0,0 5-64 16,4 0-64-16,-4 8-80 0,5 3 72 0,-5-2-76 15,0 2-8-15,0-4 8 16,0-3-52-16,0-4 40 0,3-9-80 16,-3-9 88-16,4-4-68 15,-4-8-28-15,4-6-96 0,-4-4-88 16,4-7-116-16,0 0-132 0,0-4-248 0,1-5-176 15,-2-7-44-15,1-6-516 16,0-3-981-16,-4 2-1863 0,0-19-1303 0</inkml:trace>
  <inkml:trace contextRef="#ctx0" brushRef="#br0" timeOffset="46933.589">23798 11382 10176 0,'0'0'1457'0,"0"0"-997"16,0 0-48-16,0 0 620 0,0 0 376 0,0 0-452 0,0 0-388 16,0 83-232-16,4-48 0 0,0 6 112 15,0 3 48-15,-4 1-140 0,3 6-72 16,-3 0-64-16,0 2-120 16,0-1-100-16,0-5-4 15,-3-3-44-15,-1-3-4 0,4-2 4 0,0-4-196 0,-4-7-16 0,4 1 0 16,0-7-12-16,0-3 12 0,0-7 0 15,0-1-64-15,-4-9-136 16,4-2-136-16,0 0-16 0,0 0-172 0,0-2-436 16,0-9-328-16,0-1-309 0,0-4-319 15,0 0-700-15,-4-12-96 0</inkml:trace>
  <inkml:trace contextRef="#ctx0" brushRef="#br0" timeOffset="47100.501">23774 11826 7976 0,'0'0'1452'0,"0"0"-380"15,0 0-375-15,0 0 551 16,0 0 128-16,0 0-124 0,0 0-384 0,0 0-200 16,88-37-8-16,-69 37 132 0,-3 0-284 15,5 0-260-15,-2 0-248 0,1-4-40 16,1 4-68-16,-6-2-300 0,5-5-136 16,3 3-188-16,-2 1-212 0,3 3-488 15,-9 0-988-15,13 0-2545 0</inkml:trace>
  <inkml:trace contextRef="#ctx0" brushRef="#br0" timeOffset="48476.831">24283 12183 468 0,'0'0'5192'0,"0"0"-4024"16,0 0-128-16,0 0 64 0,0 0 252 0,0 0-79 0,0 0-237 0,0 0-160 15,-63-61-168-15,51 58-68 0,4-1-128 16,1 1-76-16,2 0-88 0,-3 3 0 16,4-3-24-16,0 3-4 0,-3 0-92 0,7 0-32 15,-4 0-28-15,4 0 16 16,-5 0-64-16,5 0 12 0,0 0-24 15,-4 0-40-15,4 0-12 0,-4 0 16 16,4 3-28-16,0-3-40 0,0 0 56 16,0 0 8-16,0 0-64 0,0 0 4 0,0 0 0 0,0 0-4 15,0 0 56-15,0 0-52 16,0 0 48-16,0 0 28 16,0 0-76-1,0 0 72-15,0 0-72 0,0 0-4 0,0 0-8 16,0 0-4-16,0 0-8 0,0 0-36 0,0 0 36 0,0 0-36 15,0 0 40-15,0 0 0 0,0 0 4 0,0 0 4 16,0 0 8-16,0 0 40 0,0 0-40 16,0 0 40-16,0 0 28 0,0 0-4 15,0 0-60-15,0 0 52 0,0 0-16 16,0 0-48-16,0 0-8 0,0 0-56 16,0 0 4-16,0 0-52 0,0 0-32 15,0 0 20-15,0 0 48 0,0 0 16 16,0 0 60-16,0 0 4 15,0 0 8-15,0 3 52 0,0-3 8 16,0 0 12-16,0 3 4 0,-4 1-76 0,4-4 48 0,0 3-48 16,0-3 40-16,0 0 8 15,0 0-12-15,0 0 16 0,0 0-52 0,0 0 36 16,0 0-36-16,-3 3 28 0,-1 0-40 16,0 1-60-16,-1 5-36 0,1-3 32 15,0 4 16-15,0-1-40 0,-3 4 76 0,3-1-36 16,0 5 36-16,-1-4 0 15,5-1 0-15,0-2-64 0,-4-1 28 0,4 1 40 16,0-4-40-16,0 0-4 0,0 1 40 16,0-1 0-16,0 0-36 0,0 1 48 15,0-1-48-15,0 3 4 0,0-2 44 0,4 3 88 16,1 2-16-16,-1-3-64 0,4 2 4 16,-1-3 52-16,-3-1-64 15,5 0-12-15,2-4 0 0,-3 3 12 0,5-4 68 16,-2 3-60-16,1-3 0 0,0 2-8 15,4 2 88-15,0-4 8 16,0 5-84-16,0 0 40 16,0 2-52-16,0-2-4 0,-1 3-56 0,-2-1 60 15,-2-3 0-15,2 7 0 0,-5-4 0 16,-1 1 0-16,1-1 0 0,1 4 4 0,-5-4 8 0,0 1-12 16,-1-1 100-16,-3 4-100 0,0-3-52 15,0 3-72-15,-3-5-12 0,-5 6-96 16,-1-2 72-16,1 1 12 0,1 0-40 15,-6 0 28-15,5-4 12 0,-3-2-48 16,3-1 20-16,-4-6 16 0,4 3-16 16,-5-3-60-16,2-3 136 0,3-7 12 15,0 1 40-15,-4-7 48 0,4 0 112 16,4-3-12-16,0 0 0 0,1 0 0 16,-2 0 48-16,5 1-96 0,0-6 44 15,0 2-84-15,0 0 4 0,5 0 44 16,2 0-60-16,-3-1 0 0,4 2 88 15,0 2-80-15,0 2 4 0,0 2 88 0,4-2-92 16,-4 8 128-16,4-4 12 0,-5 4-104 0,2 3-44 16,-1-1-72-16,0 4-4 15,-5 0-48-15,5-4-12 0,-3 5-88 16,3-2-208-16,-1-2-168 0,1-1-208 0,-4 1-428 16,5-4-624-16,-5 3-1373 15,-1-5-2715-15</inkml:trace>
  <inkml:trace contextRef="#ctx0" brushRef="#br0" timeOffset="48888.378">24324 10982 5336 0,'0'0'3184'16,"0"0"-1228"-16,0 0-655 16,0 0 323-16,0 0-24 0,0 0-268 0,0 0-344 0,0 0-260 15,92 89-108-15,-73-54 44 0,-3 3-28 16,0 3-148-16,-4 0-196 16,4-2-244-16,-4-4-48 0,-4-7-168 15,0-3-76-15,4-9-172 0,-8-3-148 16,4-10-160-16,3-3-140 0,-6 0-420 15,3-3-604-15,0-3-1108 0,-1-13-3493 0</inkml:trace>
  <inkml:trace contextRef="#ctx0" brushRef="#br0" timeOffset="49076.731">24674 11065 236 0,'0'0'9280'0,"0"0"-7924"0,0 0-943 0,0 0 227 16,0 0 716-16,0 0-136 0,0 0-272 0,-71 72-372 15,54-45-272-15,6-2-52 16,-9 6-40-16,4 0-168 0,-4 1-44 16,1 4-236-16,2-5-320 0,1 1-232 15,0-3-352-15,5-1-428 0,6-9-1289 16,-3 4-2891-16</inkml:trace>
  <inkml:trace contextRef="#ctx0" brushRef="#br0" timeOffset="49533.866">25021 11741 12029 0,'0'0'972'0,"0"0"-972"0,0 0 64 0,0 0 52 16,0 0 788-16,0 0 272 0,0 0-372 16,28-76-328-16,-12 60-124 0,4 0-40 15,-1 1-64-15,2 1-100 0,-2 5-12 16,5-1 24-16,-4 1-12 0,1 2 28 15,-2 5-16-15,1 2 84 0,0 0-20 16,-4 0-52-16,-1 5-64 0,2 1-56 0,-6 1-52 16,-2 3 0-16,-1-1 0 15,-1-2 60-15,1 5-48 0,-3-5-4 0,-1 2 40 16,4 1 52-16,-5-1-12 0,5-2-76 16,-4-1 12-16,5 1-24 0,-2-1-112 0,-3-3 40 15,4 0 60-15,1 0-100 0,2-3-24 16,-3 0-60-16,1 0-236 15,2-3-136-15,-3 0-252 0,-4-3-468 0,5-1-964 16,-6 1-3205-16,-3 3-2171 16</inkml:trace>
  <inkml:trace contextRef="#ctx0" brushRef="#br0" timeOffset="49863.195">25080 11928 8796 0,'0'0'1640'0,"0"0"-851"16,0 0-301-16,0 0 408 15,0 0 240-15,0 0 104 16,0 0-184-16,0 0-212 0,0 0-336 0,0 0-236 16,0 0-60-16,73-3-88 0,-62 0 72 0,1 0-8 0,0 3-40 15,-4-4-36-15,5 4-16 16,-6-3 28-16,5 3-28 0,4-3 16 15,-4 0-36-15,8 3-64 16,-4-3 0-16,4 0-12 16,0-1-12-16,-1 1-40 0,2 0 44 0,-2-3-64 0,5 3 8 0,-4-4-132 15,-4 1-36-15,4 3-28 16,-3-4-24-16,-6 0-12 16,1 5-52-16,-4-1-40 0,0 0-160 0,-4-1-180 0,0 4-284 15,-4-2-780-15,0 2-2341 0,0 0-2123 0</inkml:trace>
  <inkml:trace contextRef="#ctx0" brushRef="#br0" timeOffset="50993.026">26188 11239 520 0,'0'0'6660'0,"0"0"-4920"16,0 0-536-16,0 0-95 0,0 0 147 0,0 0 8 15,0 0-136-15,0 0-220 0,0 0-252 16,0 0-120-16,0 0 20 0,0 0 4 16,0 0-44-16,0 0-108 0,0 0-76 0,0 0-76 15,0 0-48-15,0 0-24 16,0 0-24-16,0 0 0 0,0 0-28 15,0 0-8-15,0 0-16 0,0 0-12 0,0 0-20 16,0 0-16-16,0 0-12 0,4 0 12 16,-4 0-48-16,5 0 52 0,-1 0-64 15,7 4 132-15,2-1 0 0,2-1-80 16,2 1-44-16,2 1 40 0,5-1-48 16,0 1 8-16,4-4-8 0,4 0-8 0,0 0-52 15,3 0-28-15,-3-4-20 0,4 1-12 16,0-4 68-16,-4 2-32 15,-1 1-48-15,-3-3 44 0,0 5-20 0,-4-5-16 16,-3 7 116-16,-6-3-52 16,2 3-60-16,-14 0-104 0,1 0-56 15,-4 0 72-15,0 3-24 0,0 0 232 0,-4 8 68 16,-4 0-44-16,-4 3-24 0,-3 5-160 16,-2 3 4-16,-3 0 44 0,1 3 36 0,-5 1 16 15,0-1-12-15,-1 11 68 0,-3-2 0 16,-3 4 4-16,4 3 8 15,-5 1 64-15,0 3-12 0,-1-4-60 0,1 0 88 0,5-3 48 16,3-3-40-16,0-1 40 16,8-5 24-16,-4 0-36 0,8-7-4 15,0-3-8-15,8 0-16 0,-3-6 4 0,7-4-16 16,0-3-24-16,0 0-60 16,0-1 8-16,3 1 4 0,5-4 124 15,4 2 12-15,4 2 20 0,8-6 52 0,-1 3 12 16,5 1-88-16,4-4-56 0,0 3 32 0,5 0 40 15,-5-3-40-15,3 2-47 16,-3 2 11-16,8-4-76 0,-5 3-8 16,1-3 0-16,1 0-12 0,-5 0-36 0,-1-3 40 15,1-3-137-15,-4 3-27 16,-5 0-20-16,-2-4-88 0,-5 3-76 16,-4 2-20-16,-5-4-136 0,-3 0-116 0,1-1-256 15,-5-3-356-15,0 1-628 0,0-1-1120 16,-5-9-3109-16</inkml:trace>
  <inkml:trace contextRef="#ctx0" brushRef="#br0" timeOffset="51317.283">27089 11414 7564 0,'0'0'4901'15,"0"0"-4273"-15,0 0-312 0,0 0-8 16,0 0 504-16,0 0 284 0,0 0-128 0,0 0-520 16,-91 29-212-16,70-14-60 15,-3 8 8-15,-4 5 52 0,0 0 148 16,0 4 96-16,-4 3 48 0,1 0-220 0,-1 0-40 16,0 3-84-16,-4-3-36 0,4 3-148 15,0 0-4-15,1 1-56 0,-1-5 60 16,4 2 0-16,0-8 4 0,9 1-4 0,-2-7-4 15,5-3-48-15,4-3-20 0,5-6-52 16,3-4-84-16,0-6-72 0,4 0-200 16,0 0-236-16,0-6-260 0,4-7-328 15,3-4-780-15,-3 5-3065 16,4-13-3223-16</inkml:trace>
  <inkml:trace contextRef="#ctx0" brushRef="#br0" timeOffset="52642.61">27153 11816 5428 0,'0'0'4924'0,"0"0"-3007"0,0 0-617 16,0 0-132-16,0 0 128 15,0 0-92-15,0 0-200 0,0 0-340 0,0 0-284 16,0 0-144-16,0 0-92 0,0 4-32 16,11-4 36-16,1 3 72 0,4 0-48 15,5 1-64-15,-2-1-48 0,5-3-56 0,-4 0-4 16,0 0-4-16,0 0 0 0,0 0-8 15,-4-3 4-15,4 3-52 0,-5-4-12 16,2 1-4-16,-2 3-108 0,-6-3 28 16,-1 3-64-16,-1 0 36 0,-7 0 24 15,0 0 12-15,0 0 36 0,0 0-24 16,0 0-48-16,0 3 88 0,0 4 96 16,0 2 124-16,-4 3-36 0,1 5-88 0,-1-1 4 15,0 0-4-15,-1 3 0 0,1-4-12 16,0 4-48-16,0 4 52 0,1-2-68 15,-1 5-8-15,0 0-28 0,0 6 48 16,4-1 16-16,-5 1-76 0,1 3-24 16,1-3 12-16,-1 3 88 0,0-3 40 15,0-1-44-15,4-1 44 0,-4-5-88 16,0-3-4-16,4-6-64 0,0-4-8 0,0-3-40 16,0-2-12-16,0-4-48 15,4 3-80-15,0-2-92 0,0-1-96 0,0 0-152 16,0-3-296-16,3 0-404 0,2 0-697 15,-5 0-683-15,3-3-324 0</inkml:trace>
  <inkml:trace contextRef="#ctx0" brushRef="#br0" timeOffset="112227.244">2752 15704 9036 0,'0'0'3173'0,"0"0"-1705"0,0 0-732 0,0 0-168 16,0 0 640-16,0 0-56 16,0 0-248-16,-83-32-240 0,67 32-160 0,-3 0-28 15,-2 0-8-15,-3 2-44 0,0 5-156 16,-4 3-60-16,0 3-204 0,1-1 120 0,-1 3-112 16,0 5-4-16,0 2-8 15,0 3-4-15,-4 4-108 0,1 3-20 16,3 7-16-16,0-2 52 15,3 1 24-15,6 0 60 0,3 0 0 0,8-3 12 16,4 0 0-16,4-6-96 0,0 0 88 16,4-10 8-16,4-7-60 15,4-2-12-15,4-4 72 0,0-3 0 0,0-3 48 16,4 0-44-16,-5-6 4 0,6-4 0 0,-1-3 0 0,-5-2-8 16,2 2-60-16,-6-1-136 0,1 3-24 15,-4 1 36-15,-4 1 48 0,0 6 124 16,-4-1 12-16,0 1 4 15,-4-1 48-15,-4 1-40 16,-4 0 72-16,-3 1-84 0,-2-4-196 0,2 1 108 0,-2 3 80 16,6-2-84-16,2 4-80 0,5 0 12 31,0 0-36-31,1 0-100 0,3 0-84 0,0 0-152 16,0 0-460-16,7 6-452 0,6 1-212 0,2-3-376 0,-2-2-993 15,10-2-2255-15</inkml:trace>
  <inkml:trace contextRef="#ctx0" brushRef="#br0" timeOffset="112441.516">2908 15679 9292 0,'0'0'2285'0,"0"0"-1389"0,0 0-140 15,0 0 588-15,-36 91 16 0,24-59-220 16,0 3-492-16,4 0-168 0,0-1-156 0,5 4-4 0,-1 1-124 15,4-4 0-15,0-1-196 0,0-5 0 0,4-6-196 16,3-4-52-16,1-11-144 0,4-1 108 16,0-3-148-16,4-4-264 15,0 0-296-15,4-7-468 0,-1-5-796 0,-2-2-953 16,7-14-2455-16</inkml:trace>
  <inkml:trace contextRef="#ctx0" brushRef="#br0" timeOffset="112810.477">3270 15577 11969 0,'0'0'1660'0,"0"0"-1368"15,0 0-276-15,0 0 692 0,0 0 664 0,4 88-32 0,-4-62-584 16,0 2-360-16,4-3-140 0,-4 4-96 16,0 3-36-16,0-4-112 0,0 1-12 15,0 2-4-15,-8-1-56 0,1-2-88 16,-10-2 72-16,6-1 68 15,-5 0 4-15,-4-3-4 0,4 1-52 0,-4-8 60 16,0 2 56-16,5-9-52 0,-2 3 108 0,6-8 0 16,-2 0-72-16,5-3-40 0,5-3-148 15,-1-7-148-15,-5 0-12 16,9-5-52-16,-4-2 152 0,4 2-128 0,4 2 136 16,5 0 88-16,2 1 40 0,6 6 72 0,2 6 12 15,5 0 144-15,0 0-152 16,4 6 116-16,0 3-20 0,0 1 184 0,-5-1-72 15,5 1 60-15,-4-1-148 0,-3-3-124 16,-2 1-132-16,1-4 20 0,0 0-320 16,0-3 108-16,0 0 188 0,0-3-164 15,-4-7-1596-15,-5 4-2265 0,-2-13-439 0</inkml:trace>
  <inkml:trace contextRef="#ctx0" brushRef="#br0" timeOffset="112993.134">3657 15805 10832 0,'0'0'1465'0,"0"0"-1233"0,0 0 60 16,0 0 704-16,83 79 724 0,-62-47 292 15,-5 3-776-15,-4 0-508 0,-5 0-460 0,-3 3-36 16,1-4-232-16,-5 2-36 16,0-4-88-16,-5-4-352 15,-6 1-64-15,-1-7-252 0,-4-3-212 16,-5 1-704-16,-11-8-1020 0,13 1-3109 0</inkml:trace>
  <inkml:trace contextRef="#ctx0" brushRef="#br0" timeOffset="113408.507">1210 16208 2904 0,'0'0'6904'16,"0"0"-5123"-16,0 0-845 0,0 0 32 16,0 0 544-16,0 0-384 0,0 0-188 15,101 29-220-15,-69-29-212 0,-1 0-224 16,5 0-184-16,-8-4-56 0,0-2-44 15,-1-3-12-15,-3-1-320 0,0-2-200 0,-3-1-224 16,-6-3-92-16,1 3-656 0,-4 4-1476 16,-8-5-3097-16</inkml:trace>
  <inkml:trace contextRef="#ctx0" brushRef="#br0" timeOffset="113747.378">1366 15912 8696 0,'0'0'2080'16,"0"0"-779"-16,0 0 91 0,0 0 144 16,0 0-176-16,0 0-464 0,8 77-188 15,0-55-68-15,4 4-124 0,4-1 12 0,0 6-148 16,0 5-244-16,3 2-40 16,2 6-20-16,-5 1-76 0,3-1-52 0,-2 7-8 15,2-4 52-15,-3 4 8 0,0-2 8 16,0 1 4-16,-4-2 36 15,0-4-40-15,0 0 92 0,-8-2-92 0,4-7 52 16,-8 0-56-16,0-4 108 16,0-6-28-16,0-2-76 0,0-5 4 15,-8-1-12-15,-4-4-56 0,4-1-56 0,-8-2-108 16,4-1 0-16,-8-2-96 0,5-4 20 16,-5 0-144-16,-1-3-40 0,-3-9-224 15,1-4-80-15,-1-6-68 0,0-3-428 0,0-7-652 16,8-3-1153-16,5 10-1295 0,2-19 32 15</inkml:trace>
  <inkml:trace contextRef="#ctx0" brushRef="#br0" timeOffset="114042.987">2099 15608 7808 0,'0'0'4177'16,"0"0"-2845"-16,0 0-380 16,0 0 136-16,0 0 156 0,-75 16-336 15,58-7-388-15,2 7-112 0,-1 3-124 0,4 11-76 16,3 1 0-16,5 6-48 16,4 12 52-16,0 1-4 0,4 8-148 0,13 2 0 15,3 3-52-15,3 7 68 0,5 0-76 16,4 0-76-16,5 0-56 15,-2-7-116-15,1-6-280 16,4-10 0-16,-1-2-264 0,9-13-264 0,1-9-392 0,-10-8-1044 16,21-15-2617-16</inkml:trace>
  <inkml:trace contextRef="#ctx0" brushRef="#br0" timeOffset="114331.739">3924 15358 11537 0,'0'0'1396'16,"0"0"-936"-16,0 0-64 0,0 0 48 16,104 56 312-16,-76-30 696 15,4 6-124-15,-4 0-784 0,0 8-236 16,-1 2 88-16,1 9 32 0,-8 5-84 0,4 5-160 0,-9 3-112 0,2 2-24 15,-9-2-32-15,-8-4-16 16,0 4-80-16,-4-7-128 0,-13-3-148 0,2 0-36 16,-5-7-36-16,0-2-56 0,-4-4-208 15,0-6-344 1,0-3-236-16,-4-7-540 0,9-8-2465 0,-13 2-2739 16</inkml:trace>
  <inkml:trace contextRef="#ctx0" brushRef="#br0" timeOffset="114656.585">2183 17672 3828 0,'0'0'9945'0,"0"0"-8109"16,0 0-1472-16,0 0-112 0,0 0 484 16,0 0 272-16,0 0-220 0,0 0-420 15,99 7-256-15,-74-7-52 0,2-4-60 16,-2-3-232-16,-2 1-160 0,-3-2-400 15,-5 1-452-15,-2 0-920 0,-1 4-2669 16,-12 3-2663-16</inkml:trace>
  <inkml:trace contextRef="#ctx0" brushRef="#br0" timeOffset="114827.435">2271 17843 12137 0,'0'0'1988'0,"0"0"-1912"0,0 0 116 16,0 0 528-16,0 0 220 0,0 0 16 15,0 0-260-15,0 0-164 0,95 22-64 16,-59-19-224-16,0-3-160 0,-1 0-84 16,10-6-664-16,-2-2 204 0,5-9-808 15,-4 1-820-15,-12 0-3077 16,16-6-4222-16</inkml:trace>
  <inkml:trace contextRef="#ctx0" brushRef="#br0" timeOffset="115027.963">2860 17531 3208 0,'0'0'1968'0,"0"0"-1968"0,0 0-3972 0</inkml:trace>
  <inkml:trace contextRef="#ctx0" brushRef="#br0" timeOffset="115478.605">3390 17043 12733 0,'0'0'2112'0,"0"0"-1372"0,0 0-212 16,0 0 576-16,0 0 380 16,0 0-196-16,0 0-484 0,0 0-472 0,0 0-332 0,0 0-64 15,-99 50-8-15,71-26 64 16,0 1-52-16,-4 6-12 0,0 7-88 15,0 7 24-15,0 3 64 0,1 6 16 0,3 0 56 16,0-1 72-16,7 1-24 0,6-6-36 16,2-3 76-16,9-8-52 0,4-5-36 15,0-7-96-15,4-5-4 0,9-4-20 16,2-4 8-16,6-5 40 0,7-1 64 16,0-6 8-16,3-3 64 0,1-10-56 15,0-2 4-15,4-4-12 0,-8-4-8 0,-4 1-124 16,-5-1-4-16,-2 4 64 0,-10 3 64 15,1 4-140-15,-8 2-12 16,0 4 48-16,0 3 112 0,0 0 0 0,-4 3 76 16,-4-3-76-16,1-1-88 0,-10 4-72 15,2-3-60-15,-2 0 136 0,2 0-88 16,-1 0-260-16,0 0-124 0,7 3 148 16,2-4 20-16,3 4-336 0,0 0-724 15,4 0-776-15,0 0-1809 0,8-6-1051 0</inkml:trace>
  <inkml:trace contextRef="#ctx0" brushRef="#br0" timeOffset="115722.896">3673 17161 12045 0,'0'0'4160'0,"0"0"-3392"0,0 0-336 0,0 0 448 15,0 0 572-15,0 0-364 0,-51 73-456 16,38-55-364-16,5 5-99 15,1 2-37-15,-2 4-68 0,5 6-64 0,0 3-8 0,4 7-56 16,0-1 56-16,0 1-40 16,8-1-12-16,5-3-73 0,-6-8 21 15,10-6-104-15,-2-4-64 0,5-8-256 0,0 2-16 16,4-8-32-16,-4-3-132 0,8-3-480 16,-5-3-1032-16,-6 0-2417 15,3-3-3723-15</inkml:trace>
  <inkml:trace contextRef="#ctx0" brushRef="#br0" timeOffset="116005.396">3928 17529 13509 0,'0'0'2956'16,"0"0"-2160"-16,0 0-412 0,0 0 100 15,0 0 220-15,0 0 68 0,0 0-244 16,80 25-164-16,-52-21 4 0,3-4-112 16,5 0-112-16,-4-7-144 0,4-6-60 15,-5-6-184-15,1-2-208 0,-4-9-196 16,0-1-172-16,-7-4-452 0,-6 0-776 15,-6 10-2092-15,-5-11-2121 0</inkml:trace>
  <inkml:trace contextRef="#ctx0" brushRef="#br0" timeOffset="116290.426">4092 17145 12405 0,'0'0'1912'0,"0"0"-1484"0,0 0-424 0,0 0 288 15,-13 85 424-15,13-50 252 16,9 6-196-16,2 1-264 0,6 5-52 0,2 7 64 15,1 1-4-15,4 2-100 0,-4 0-136 16,0 0-108-16,0-3-40 0,-1 0-56 16,-2-3-16-16,2-1-56 0,-2 4 0 15,-2-3 0-15,-2-3 4 0,-2-4 0 16,-7-6-8-16,1-3 4 0,-5-9 68 16,0-7 0-16,-9-4-64 0,1-2-8 15,-8-7-132-15,1 1-52 0,-6-4-48 0,-2-3 48 16,-1-3 64-16,-4-13-112 0,0-6-200 15,4-13-244-15,-4-6-188 0,5-13-104 16,-1 0-592-16,7 9-2472 16,10-18-1625-16</inkml:trace>
  <inkml:trace contextRef="#ctx0" brushRef="#br0" timeOffset="116523.575">4721 17018 11417 0,'0'0'2836'0,"0"0"-1700"16,0 0-368-1,0 0 272-15,-20 94 84 0,12-52-88 16,4 3-364-16,0 5-232 0,4 1-84 0,0 7-104 16,4-4-116-16,8-1-124 0,4-6-12 0,0-1-132 0,3-9 20 15,6-8-108-15,-1-6-156 16,0-8-100-16,-1-9-4 0,-3-2-84 0,1-8-176 0,-2-8-116 15,-3-7-560-15,0-6-1100 16,-8 5-2533-16,4-18-1787 0</inkml:trace>
  <inkml:trace contextRef="#ctx0" brushRef="#br0" timeOffset="116893.705">4992 16931 13981 0,'0'0'2156'0,"0"0"-1836"15,11 74-316-15,-11-39 580 0,5 9 584 16,-1 3 332-16,4 2-644 0,-4-2-396 16,-1 1-92-16,1-4-16 0,5 1-123 0,-9-1-161 15,4 2-68-15,-4-6-64 0,0-3-217 16,-8-4-7-16,-1-8 116 16,2-6 52-16,-10-3-52 0,6-6-84 0,-5-4 60 15,0-3 40-15,-4-3 92 0,4-3-104 16,0-7-40-16,-3-6 0 0,2-3-148 15,6-3 120-15,-2-3-8 0,5 0 72 0,8 0 12 16,0 6 0-16,4-1 160 0,9 8 0 16,2 5 184-16,5 4-36 0,1 3 12 15,2 0 84-15,5 10-48 0,0-1-36 16,-4 7 0-16,0-1 12 0,-1-2-60 16,-3-1 8-16,-3 2-120 15,-6-2 0-15,1-2-232 0,1-4-172 0,-2 1-136 16,2-1 72-16,-2-6-4 0,1 0-1988 15,-8-6-2753-15,8-10-775 0</inkml:trace>
  <inkml:trace contextRef="#ctx0" brushRef="#br0" timeOffset="117092.805">5351 17145 6460 0,'0'0'7373'15,"0"0"-6649"-15,0 0-672 0,0 0-52 0,0 0 568 16,87 66 876-16,-75-47-112 15,0 0-804-15,0 4-192 0,-4-2 80 0,-4 5-24 16,0 0-196-16,-4 5-84 0,0 1-112 16,-8 3-156-16,-4 1-212 0,0-9-124 0,-4-2-100 15,4-5-160-15,-4-10-168 0,4-7-240 16,-4-6-1132-16,9-7-2609 16,3-18-2255-16</inkml:trace>
  <inkml:trace contextRef="#ctx0" brushRef="#br0" timeOffset="117290.567">5605 17110 12165 0,'0'0'2004'0,"0"0"-1308"0,0 0-256 0,0 0 52 0,0 0 712 15,88 63 72-15,-72-37-120 16,-4 5-348-16,0 4-236 0,-5 4-108 16,-2 2-64-16,-1 0-179 0,-4 3-129 0,0 1-92 15,-9-1-120-15,-2 4-257 0,-6-3-63 16,-2-8 28-16,-1-2 120 0,-4-7-100 15,1-2-184-15,-1-10-324 0,-4-3-360 16,3-3-320-16,6-10-684 0,3 0-2561 16,-5-10-2495-16</inkml:trace>
  <inkml:trace contextRef="#ctx0" brushRef="#br0" timeOffset="117592.822">6262 17672 28 0,'0'0'4276'0,"0"0"-1516"16,0 0-168-16,0 0-515 0,0 0-221 15,0 0-300-15,0 0-160 0,0 0-212 16,0 0-72-16,0 0-216 0,0 0-284 15,-23-7-380-15,39 7-100 0,0 0 28 0,7 0 32 16,1 0-44-16,1 0-136 16,-1 0-8-16,-5 0-4 0,1 0-72 0,-3 0-88 15,-2-3-240-15,-3 3-152 0,-4-3-156 16,-4 0-144-16,0 1-272 0,0 2-716 16,-4 0-1296-16,-4 0-3237 0</inkml:trace>
  <inkml:trace contextRef="#ctx0" brushRef="#br0" timeOffset="117763.305">6266 17792 5700 0,'0'0'7749'0,"0"0"-6493"16,0 0-1168-16,0 0 228 0,0 0 576 0,84 45 532 16,-63-39-308-16,-1-2-356 0,3-4-292 15,1 0-176-15,0-10-292 0,4-3-60 16,-5-6-344-16,1-3-220 0,1-7-488 0,-1-2-700 15,-13 9-2348-15,13-11-3421 0</inkml:trace>
  <inkml:trace contextRef="#ctx0" brushRef="#br0" timeOffset="118063.974">6844 17608 4728 0,'0'0'9713'15,"0"0"-7657"-15,0 0-1432 0,0 0-300 0,13 90-88 16,-9-62 184-16,3 0 392 0,1-2-136 15,5-7-296-15,2-4-184 0,2-5-136 16,-2 0-56-16,1-7 4 16,4-3 32-16,0 0-40 0,-4-7-280 0,0-5 36 15,0-4 60-15,0-3-48 0,0-3 48 16,-4-1-4-16,-1-3 140 0,-2 5-12 0,-1-2 60 16,-5 4 92-16,-3 4 32 15,0-1 60-15,0 3 0 0,-7 0-72 0,-6-2 72 16,-2 5-40-16,-2-3-8 0,-2 4 96 15,-5 0-108-15,0 4-124 16,-4 3-88-16,0 2-68 0,-4 2-176 0,0 9-72 16,0 1-124-1,0 4-276-15,1 3-360 0,3 6-720 0,8-5-2769 0,-8 11-5607 16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32767" units="deg"/>
          <inkml:channel name="T" type="integer" max="2.14748E9" units="dev"/>
        </inkml:traceFormat>
        <inkml:channelProperties>
          <inkml:channelProperty channel="X" name="resolution" value="3854.94116" units="1/cm"/>
          <inkml:channelProperty channel="Y" name="resolution" value="5461.1665" units="1/cm"/>
          <inkml:channelProperty channel="F" name="resolution" value="91.01945" units="1/deg"/>
          <inkml:channelProperty channel="T" name="resolution" value="1" units="1/dev"/>
        </inkml:channelProperties>
      </inkml:inkSource>
      <inkml:timestamp xml:id="ts0" timeString="2023-06-27T07:19:53.738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4370 9547 10212 0,'0'0'5905'0,"0"0"-4641"0,0 0-816 16,0 0-400-1,0 0 224-15,0 0 356 16,0 0 528-16,0 0-496 0,0 0-428 0,0 0-184 15,0 0-40-15,0 0 76 0,32-7 172 0,-12 4 120 0,4 3-23 16,4 0-181-16,0 0-64 0,3-3 84 0,10 3-32 16,-5-6 8-16,7 3-120 0,0-4-40 15,6-2 4-15,-6 3 44 16,5-4-56-16,-4 0-4 0,-4 1-44 16,0-1-60-16,-1-3-60 15,-7 5-184-15,0-3-197 0,-4 3-119 0,-4-3 12 0,-3 5-128 16,-6 0-360-16,-6-1-1096 0,-2 5-3185 0,-7 2-5103 15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32767" units="deg"/>
          <inkml:channel name="T" type="integer" max="2.14748E9" units="dev"/>
        </inkml:traceFormat>
        <inkml:channelProperties>
          <inkml:channelProperty channel="X" name="resolution" value="3854.94116" units="1/cm"/>
          <inkml:channelProperty channel="Y" name="resolution" value="5461.1665" units="1/cm"/>
          <inkml:channelProperty channel="F" name="resolution" value="91.01945" units="1/deg"/>
          <inkml:channelProperty channel="T" name="resolution" value="1" units="1/dev"/>
        </inkml:channelProperties>
      </inkml:inkSource>
      <inkml:timestamp xml:id="ts0" timeString="2023-06-27T07:21:52.57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14722 14989 1768 0,'0'0'3236'15,"0"0"1380"-15,0 0-3131 0,0 0 3 16,0 0 268-16,0 0-392 16,0 0-84-16,0 0-460 0,0 0-116 0,7-17-116 15,-7 17-120-15,4 0-64 0,-4 0-100 16,0 0-60-16,5 5-72 0,-1 1-88 16,3 7 64-16,5 2-40 0,1 7-20 0,-2 7-28 15,6 2-52-15,-6 8 4 0,1 1 0 16,4 12 24-16,-4 5-36 15,0 6-48-15,4 7-12 0,-4 9 0 0,0 5-88 16,-1 4-72-16,2 3-24 0,-1 2 12 0,-5-4 60 16,2-3 16-16,-5-1 20 15,4-5 0-15,-8-1 4 0,3-2 8 16,1-11-12-16,-4 2 52 0,4-12 72 0,-4-5-76 16,5-3 40-16,-1-3-100 15,0-5-72-15,-1-5 8 0,-3-3 28 16,4-3 12-16,0-4-64 0,-4-6 88 0,0-3 72 15,4-7 64-15,-4-2-36 0,0-5 32 16,0-2-44-16,0 0-112 0,0 0 96 16,0 0 72-16,0 0-8 0,0 0 12 0,0 0 0 15,0 0 60-15,0 0 4 16,0 0 60-16,0 0 12 0,0 0 36 0,0 0 16 16,0 0-40-16,0 0-24 0,0 0 12 15,4 0 24-15,-4 0-12 0,0 0-24 16,0 0-28-16,5 0-8 0,-1 0-84 15,-4 5-4-15,3-5 60 0,1 2 24 16,0 2-32-16,4-2-48 0,-3 2 8 16,-1-2 0-16,3 3-4 0,-3-3 76 15,4 2-32-15,1-4-48 0,2 3 92 0,-3-3 4 16,8 0-28-16,-4 0-60 0,4 0-4 16,4-7 56-16,4 0-52 0,-4 1 60 15,3 0-64-15,-3-1 4 0,8 1-8 16,-4 0 4-16,1 4 116 0,2 2-4 15,1-4 16-15,-4 1-52 0,4 3 52 16,0-4-40-16,0 4-32 0,3-6-52 0,-3 6 36 16,4-6-48-16,0-1 8 0,4 1 64 15,0 0-60-15,-1-1 172 0,6 4-172 16,-6-3 60-16,5 0 76 0,0 2 120 16,4 1 36-16,3 3-232 0,2 0 25 0,3-3-1 15,-1 3-8-15,5 0-40 0,-4 0-40 16,8-3 52-16,-4 3-52 15,-1-3-8-15,4 0-48 0,-3-4 36 0,0 4-60 16,0-3 60-16,-5 2 4 0,5 1 4 16,-3 3-4-16,-1-3 4 15,-1 3-8-15,1 0 4 0,4 0 8 0,-5 0 0 16,1 0 4-16,0 0-4 0,4 0-40 16,-1 0 40-16,1-3 4 0,-4-1 0 15,4 2 0-15,0-5-4 0,-1 1 4 16,-3 0 56-16,0-1-60 0,-1 3-64 15,-2-1 16-15,-6 5-24 0,5 0 11 16,-4 0-3-16,-4 0 56 0,4 0 8 0,-5 5-64 16,2-1 56-16,-5 3-4 0,3-1 4 15,-3 0-4-15,-1-2-48 0,2-1 56 0,3-3 0 16,-5 2 0-16,1 2-4 16,0-1 0-16,0 0 8 0,0-3 8 15,4 7-4-15,-8-4-4 0,3 3-44 0,1 1 36 16,1-1-100-16,-2 3 44 0,1 1 60 15,0-4 4-15,-1 1 8 0,5-1 68 16,-3-3-64-16,-2 3-8 0,9-6 0 16,-4 0 0-16,4 0 4 0,4 0-8 15,-5 0 0-15,9 0-8 0,-4-3 4 16,0 0 4-16,3 3-12 0,-3-3-52 0,4 3 64 16,0 0-12-16,0 0 12 15,4 0-4-15,0 0 8 0,-1 0 4 16,4 0-4-16,1-3-4 0,9 3 52 15,-6-3-44-15,5-1 48 0,0 1-52 0,-1-3-8 16,1 6 4-16,0-3-8 0,0 3-64 16,-1 0 68-16,1 0-48 0,-1 0 48 15,2 3 0-15,-2 0 0 0,5 0 0 16,4 0 0-16,-5 1 4 0,8-4 8 0,-2 0 0 16,3 0 0-16,-1 0 56 0,1 0 32 15,-1 0-84-15,1-4 60 16,4 1-72-16,-5-3-4 0,1 3 4 0,-1 0 8 15,-2 3-4-15,2 0 36 0,1 0-40 16,-5 0-4-16,5 0-4 0,0 0 4 16,-1 0-8-16,2 3 12 0,3 0 12 15,-2 0-4-15,-1-3 68 0,3 3 4 16,-2-3-80-16,2 0 0 0,-3 0 101 16,1-3-97-1,-1 0 64-15,3 0 0 0,-2 0-64 0,6-1-8 0,-4 1-8 16,4 3 0-16,0-3 8 0,-1 0 0 0,0 0 0 15,1 0-4-15,-4 0-40 0,4-1 40 16,0 1-76-16,-1-3 75 0,0 2 1 0,1-2 8 16,-4 3 4-16,4-3 9 15,-5-1-9-15,5 1-4 0,-4 0 12 16,0 2-8-16,-1-3 8 0,1 2-8 0,0-2 0 16,-1 5 56-16,0-3-60 0,-2 3-68 15,3-2-5-15,-9 2 65 0,0-2 0 16,5 4-52-16,-5-2 60 15,-2-3-88-15,2 3 40 0,-3-2 48 0,0-2 4 16,-1 4-4-16,2-5 12 0,-2 0 72 0,0-2-76 16,-3 2 56-16,4-2-64 0,-4-1 0 15,-1 1 48-15,-3 3-56 0,0-4 8 16,-1 1-12-16,-3 2 0 0,4-2-32 16,-4 2 40-16,0-3-4 15,-1 1 8 1,1 0-4-16,0 2 4 0,0-2 56 0,0-1-52 0,-1 3-4 15,1-1 0-15,-4-3-4 0,-5 2 4 0,1 4 0 16,1-6 4-16,-10 5-4 0,1-4 8 16,-8 4-4-16,0 3 0 0,-1-3-4 0,-7 2 49 15,0 1-1-15,0 3 60 16,-3-3-32-16,-2 0-28 16,-3 3-40-16,4-3 4 0,-8 0-8 0,0 0 44 15,-1-1 60-15,-2 1-56 0,-5 0-52 0,3 0-48 16,-2-3 44-16,-1 3-44 0,-5-1 44 15,5 1-56-15,-8-3 52 0,4 2 8 0,-4 1 8 16,0 0 4-16,0-6 36 0,-4-4 24 16,-4-4-60-16,5-2 44 15,-10-2-56-15,5-2-84 0,1-2-48 0,3-3 48 16,-9 2-28-16,6-2-8 0,-5-4-1 16,-1-4 21-16,-2-1 40 0,2-4-12 0,-6-11 0 15,3 1-16-15,0-5-80 16,0-2 8-16,0-5 16 0,0 0-76 15,4 2-24-15,0-2 0 16,0-1 60-16,5 1 84 0,-6 0 40 0,5 2 60 0,1 4-4 16,-6 0 4-16,5 6-8 0,1 6-4 15,-5 1 12-15,3 6 0 0,2 5 8 16,-1 5 4-16,0 0-12 0,-4 5-56 16,0-2-16-16,0 3 8 0,4 0-44 0,-4 0-4 15,4-1 0-15,-4-2-20 0,4 3-4 16,4-3-36-16,-4-1 0 15,4 0 36-15,0 4 24 0,0 3 56 0,0 0 56 16,0 7 72-16,1-1 28 0,-1 3 72 16,-5 3 48-16,5 1-8 0,0 0-92 15,0 4 64-15,1-2-96 0,-1 1-16 0,-5-1-28 16,5 1-44-16,0 0-8 0,4-1-64 16,-4 2 60-16,1-2 0 15,3 4 8-15,-4-3 4 0,4 3 60 0,-4-2-12 16,-1 2 76-16,5 0 12 0,-4 0-28 15,0 0 4 1,1 0-36-16,-5 2-76 0,0-2-96 16,3 3 44-16,-2 1 4 0,-1-2-24 0,0 2 64 15,-1-1 4-15,-2 0-152 0,3-3 92 0,-4 0 64 0,0 0 72 16,0 0-72-16,-4 0 0 16,4 0-96-16,-4-3 96 0,1 0 8 0,-6-3 76 15,1 2-84-15,1-1 0 0,-5 1-8 16,0-2 0-16,-4-1-64 0,0 4 20 15,-4 0 40-15,0 0-72 0,0-1 80 0,-4 1-76 16,1 0 72-16,-5 3-28 16,3-3 32-16,-2 3-4 0,-1 0-4 15,-4 0-100-15,0 0 112 16,1 0-48-16,-9 0 48 0,4 0-4 0,-3 0-16 16,-5 3 20-16,0 0 8 0,0 4 40 15,0-4 40-15,-3 3 48 0,-1-3-136 0,0 1-88 16,0-1 88-16,-3 0-8 0,-1-3-32 15,4 4 40-15,-3-2-8 0,-2-2 56 0,-3 3-44 16,5-3-4-16,-1 0-48 16,0 4 48-16,-3-4-12 0,3 0 8 15,-3 0 4-15,3 0 44 16,-1 0 16-16,-2 0-60 0,3 0 0 0,0-4 60 16,-3 4-60-16,3 0-60 0,0-3-56 0,-3 3 112 15,-2-2 4-15,2 2-16 0,-1-4-140 16,-3 4 8-16,2-3 84 0,2 3-44 15,-1 0 108-15,1 0 0 0,-1 0 84 16,0 0-36-16,4 0-48 0,0 0 16 0,-3 3-16 16,3-3-8-16,0 4 8 0,1-4 0 15,-1 2-88-15,0 1 40 0,1 1 48 16,-1-2 0-16,0 5 0 0,0-4-8 16,0 1-44-16,0-4 52 0,1 3 52 15,3 1-52-15,-4-2-8 0,4-2 0 16,0 3 8-16,-3-3-88 0,7 3 84 0,-3-3-44 15,-1 0-52-15,4 4 52 16,-4-4-16-16,1 2 16 0,-1-2 40 0,0 5 0 16,4-3 8-16,-4-2 72 15,0 4-20-15,0-4 8 0,6 2 16 16,-2 2 8-16,-4-2-76 0,8-2-8 0,-8 5-48 0,4-3-100 16,1 2 0-16,-1-1 84 15,0 0-32-15,-4-1 32 0,4 2-60 0,-4-1 16 16,0 1 100-16,1 2-92 0,-1 0 88 15,1 1 0-15,-1-1 0 16,-5 0-64-16,7 1 76 0,-7 2 4 0,1-3 32 16,4 1 16-16,-3-1-52 0,3 3 0 15,-4-5-4-15,4 2 4 0,2-3 0 16,-2 4-32-16,0-4 24 0,0 1 8 0,-3-1-8 16,3-3-76-16,0 0-4 15,4 2 76-15,-4-2 12 0,0 5 44 16,0-5-40-16,1 0-4 0,-5 0 4 0,0 2 0 15,1-2 8-15,-5 0 0 0,0 0-12 16,0 2 0-16,-3-2 0 0,3 0 80 16,-3 0-80-16,-6 0-8 0,6 0-40 15,-5 0-92-15,4 0-44 0,-4 0 72 0,1 0-112 16,4 0-76-16,-6 4 40 16,-2-1 84-16,3 1 36 0,1-1 52 15,-5 4 76-15,0-5 12 0,0 1 12 0,5 0 100 16,-5 1 68-16,4 3-92 0,-3-5-40 15,2 2 88-15,2-2-136 0,4 2-36 16,-2-2-28-16,2 3 56 0,0-3-52 16,-2 2 48-16,2 2-16 0,3-4 28 15,-4 3 4-15,4 1 12 0,-3-3 144 16,7 0-60-16,-3-3-12 0,3 3 100 0,0-3-116 16,0 0 116-16,0 0-52 15,4 0-88 1,5 0 4-16,-1 0-48 0,0 0 68 0,0 0-44 0,0 0-28 15,5 0-4-15,-5 0 0 0,4 0 0 0,1 0 0 16,-1 0 8-16,4 3-4 0,0 1 148 16,0-1 36-16,5 0-84 0,-2 3-12 15,6 1-32-15,-1-1-56 0,5-3 0 0,-2 3 0 16,5 1 4-16,-4-1 72 0,8 1-72 16,-3-5 104-16,3 3-96 0,-4 0 52 15,4-2-64-15,1 0 0 0,-1 0-4 16,-4 1 0-16,4-1-4 0,0-3-56 0,0 0 64 15,0 4-4-15,4-4-36 0,-4 3-24 16,5-3 60-16,-1 0 4 16,-4 0 0-16,4 0 0 0,-1 2 76 15,1-2-68-15,1 0 4 0,3 0-12 0,0 0 8 16,-4 0 0-16,4 0 44 0,0 0 8 16,4 0 64-16,0 0-64 0,1 0-48 15,2-2 76-15,2 2 36 0,-1-3 0 16,3-1-16-16,5 4-32 0,1 0-16 0,-1-3 0 15,0 3 4-15,0-4-64 0,4 1-4 16,0 3-72-16,0-3-8 16,0 0-40-16,0 3-48 0,0 0-48 0,0 0-28 15,0 0-36-15,0-3-36 0,0 1-80 16,12-3-108-16,0-1-296 0,4-3-1276 16,0-4-2369-16,-1 0-3111 0,2-2 7116 0</inkml:trace>
  <inkml:trace contextRef="#ctx0" brushRef="#br0" timeOffset="10891.368">18060 16348 1280 0,'0'0'1852'15,"0"0"-1072"-15,0 0-348 0,0 0-184 16,0 0 2952-16,0 0-1516 0,0 0-584 16,0 0-407-16,0 0-21 0,-12-6 120 15,12 6-104-15,0-4-252 0,0 4-196 16,0 0-152-16,0 0-36 0,-3 0-52 0,3 0 48 16,0 0-32-16,0 0-8 0,0 0 0 15,0 0-8-15,0 0-52 0,0 0 40 0,0 0 8 16,0 0 4-16,0 0 12 0,0 0 128 15,0 0-12-15,0 0-4 0,0 0 28 16,0 0 12-16,0 0 24 0,0 0 4 16,0 0 8-16,0 0-12 0,0 0-76 15,0 0-60-15,0 0-52 0,0 0 4 16,3 0 44-16,1 0 40 0,0 0 28 16,5 0 36-16,-1 0-12 0,-1 0 32 15,5 0-20-15,0 0 120 0,-4 0-72 16,5 0-100-16,-6 0-96 0,1 0 0 15,0 4-4-15,0-1 0 0,-4 3-12 16,0-3-64-16,4 4 72 0,-8-1 4 0,4 0 0 16,0 4 8-16,-4-4 56 0,0 1-60 15,0 2 8-15,0-3-12 16,0 1-4-16,0 2-96 0,0 1-76 0,-4 2 64 0,-4 1-24 16,0-1 0-16,0 1 36 15,0 0 92-15,-4-1-56 0,0 2 52 16,0-2-76-16,4 4-12 0,-4-3-40 0,4 0 0 15,1 0-72-15,-1-4-28 16,-1 0 76-16,5-2 104 0,0-1 52 0,4-3 4 16,0 0-8-16,-3-3-76 0,3 0 88 15,0 4 0-15,0-4 64 0,0 3-12 16,0-3 48-16,0 0 24 0,0 0 16 16,0 0-4-16,0 0 40 0,0 0 80 15,0 0 56-15,0 0-36 0,0 0-92 16,0 0-32-16,0 0-4 0,0 0-12 15,3 0 12-15,1 0 16 0,4 0-16 16,1 0-12-16,-2 0 24 0,1 0-36 0,0 0-16 16,0 0 4-16,0 0-24 0,4 0 48 15,-4 3-52-15,4 0 28 0,0-3-40 16,-4 0 76-16,4 3-24 0,4-3-64 0,-4 3 28 16,-1-3-76-16,6 3 36 15,-6-3 0-15,2 0 28 0,2 0-76 16,-2 0-88-16,2 0 88 0,-3 0 116 15,1 0-68-15,-6 0-44 0,5-3-4 0,-3 3-12 16,-6 0 4-16,1 0 8 0,0-3-4 16,0 3-8-16,0 0-64 0,-4 0 28 0,5 0 0 15,-5 0 0-15,0 0-76 16,0 0-148-16,0 0-20 16,0 0-28-16,0 0-64 0,0 0-100 15,0 0-212-15,0 0-232 0,0 0-316 0,0 0-880 16,-9 0-2937-16,13 0-2531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32767" units="deg"/>
          <inkml:channel name="T" type="integer" max="2.14748E9" units="dev"/>
        </inkml:traceFormat>
        <inkml:channelProperties>
          <inkml:channelProperty channel="X" name="resolution" value="3854.94116" units="1/cm"/>
          <inkml:channelProperty channel="Y" name="resolution" value="5461.1665" units="1/cm"/>
          <inkml:channelProperty channel="F" name="resolution" value="91.01945" units="1/deg"/>
          <inkml:channelProperty channel="T" name="resolution" value="1" units="1/dev"/>
        </inkml:channelProperties>
      </inkml:inkSource>
      <inkml:timestamp xml:id="ts0" timeString="2023-06-27T07:12:10.05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3677 1207 7656 0,'0'0'2748'0,"0"0"-911"0,0 0-761 0,0 0-264 16,0 0 452-16,0 0 168 16,0 0-364-16,0 0-204 0,0 0-236 15,-68-58-88-15,60 55-40 0,-3 1-60 0,-2-3-100 16,-2 3-72-16,-5 2 36 0,-1 0 61 16,-2 0 107-16,-5 2-232 0,0 8-176 15,0 3 32-15,-4 2-36 0,4 4-48 16,-3 4 0-16,-1 9-12 0,0 0-56 15,0 9-64-15,4 4-64 0,0 5 40 16,4 4 24-16,8 10-16 0,4-1 28 0,4 4 12 16,8 3-16-16,0-7 100 0,4 4-60 15,9-10 12-15,2-4 60 16,5-9 8-16,0-8-8 0,8-4 144 0,0-10 52 16,3-6 36-16,5-4 80 0,5-2-8 15,-2-3-76-15,-3-7 40 0,0 0-124 16,-5-10 196-16,1-3-136 0,0-3-120 15,-4 1-36-15,-4-5-40 0,0 1-8 16,-8 0-152-16,0 1-296 0,-8-1-132 0,4 3-156 16,-12-1-285-16,0-1-579 0,0 6-888 15,-4-2-592-15,-8 1-1949 0,-3 1-539 16,-10 2 1873-16</inkml:trace>
  <inkml:trace contextRef="#ctx0" brushRef="#br0" timeOffset="280.046">3466 1857 1800 0,'0'0'444'0,"0"0"6600"0,0 0-4723 16,0 0-505-16,0 0-632 0,0 0 136 15,0 0 244-15,0 0-144 0,0 0-268 16,0 0-124-16,96 26-227 0,-73-24-217 16,1 2-224-16,0-4-236 0,0 0-100 0,-4-4-24 15,0 2-124-15,0-5-336 16,-1-2-281-16,-2-4-243 0,-2 3-400 16,-2 1-688-16,-2 0-340 0,-7 2-208 15,0 1-205-15,-4 2 269 0,0 4 876 16,-4 0 1044-16,-3 0 636 0,3 4 1808 0,-4 4-144 15,-1 6-4-15,2 2 197 0,3 3-357 16,-4 3-164-16,8 7-112 0,-4-4-292 16,4 3-260-16,0 0 24 0,0 2 68 0,0-5-148 15,0 0-308-15,4-2-308 16,4-7-92-16,-1-4-68 0,6-6-60 16,-5 1-40-16,3-7-416 0,6 0-392 0,-6-7-324 15,2 1-860-15,2-16-3053 0</inkml:trace>
  <inkml:trace contextRef="#ctx0" brushRef="#br0" timeOffset="587.262">4442 1063 3544 0,'0'0'12341'16,"0"0"-10605"-16,0 0-1660 0,0 0 184 15,0 0 688-15,0 0 280 0,0 0-412 0,0 0-352 16,-83 81-248-16,70-48-56 0,-2 9-3 16,-2 6-57-16,6 2 8 0,-6 7-48 15,6 7 0-15,-2 3-52 0,2 5-8 0,3 2-4 16,-1-5 4-16,9-1 68 16,0-12 116-16,0-5-4 0,9-7-72 0,3-6 52 15,0-6-64-15,4-6-96 0,4-4-4 16,-1-6-68-16,5-7 12 0,0 1-136 15,4-7-120-15,4-3-108 0,-4-3-121 16,8-4-103-16,-4-5-144 0,-4-4-300 0,-4 3-1172 16,4-10-3448-16</inkml:trace>
  <inkml:trace contextRef="#ctx0" brushRef="#br0" timeOffset="873.134">4864 1286 13833 0,'0'0'2928'16,"0"0"-1736"-16,0 0-540 0,0 0 576 15,0 0 224-15,0 0-419 0,0 0-89 0,0 0 0 16,112 6-268-16,-68-3-328 15,-5-3-144-15,6 0-84 0,-10-3-60 0,1-3-48 16,0-4-12-16,-4 1-60 0,-1-4-36 16,-3 0-240-16,-3 0-256 15,-5 1-168-15,-5 3-120 0,-2-2-297 0,-5 5-947 16,-8 0-2520-16,0 3-2897 0</inkml:trace>
  <inkml:trace contextRef="#ctx0" brushRef="#br0" timeOffset="1133.976">5087 1257 8088 0,'0'0'5857'0,"0"0"-4541"0,0 0-652 0,0 0 640 15,0 0 168-15,-4 76-148 0,8-51-384 0,0 5-296 16,0 1-119-16,5-6 43 16,-9 7 48-16,4 0-216 0,-1 4-328 15,-3 11 436-15,0 6-40 0,0 5-368 0,0 5 20 16,-3-2-108-16,3-4-12 15,0-3-8-15,0-7 0 0,0-3-76 0,0-9 36 16,7-6-40-16,-3-10-44 0,4-3-48 16,-3-6-96-16,2-8-220 0,-3-2-264 0,8 0 32 15,-3-9-161-15,2-7-279 16,1-6-860-16,-4-7-936 0,0 4-2577 0,0-17-2227 16</inkml:trace>
  <inkml:trace contextRef="#ctx0" brushRef="#br0" timeOffset="1444">5259 1355 768 0,'0'0'11125'16,"0"0"-9209"-16,0 0-1068 0,0 0 200 16,0 0 456-16,0 0-144 0,0 0-340 0,0 0-492 15,0 0-248-15,0 0 60 0,0 0 268 16,19 52-83-16,-10-24-125 0,-1 7-36 15,-4 9-124-15,-1 4-92 0,1 3-64 16,-4 6-76-16,0 0 0 0,0-3-4 0,0 3-4 16,0-3 8-16,0-7-8 15,0 2 0-15,0-9 0 0,0-5-56 16,0-3 52-16,4-10-44 0,-4-2 36 0,0-11-60 16,5-3-28-16,-1-2-68 15,-4-4-292-15,4 0-293 0,-4 0-123 0,7-7-4 16,-3-3-32-16,0-5-584 0,5-1-1112 15,-5 0-2857-15,0-13-2079 0</inkml:trace>
  <inkml:trace contextRef="#ctx0" brushRef="#br0" timeOffset="1644.713">5310 1733 11833 0,'0'0'2096'0,"0"0"-984"0,0 0-308 0,0 0 676 15,0 0-220-15,0 0-116 16,0 0-300-16,0 0-116 0,88 29-47 0,-64-22-169 16,0-2-212-16,4-5-188 15,0 0-112-15,4 0-8 0,0-12-140 16,4-1-408-16,-1-6-333 0,1-3-279 0,-8 6-912 16,4-9-4312-16</inkml:trace>
  <inkml:trace contextRef="#ctx0" brushRef="#br0" timeOffset="2546.984">6036 2032 144 0,'0'0'1524'0,"0"0"3692"0,0 0-2904 16,0 0-463-1,0 0-425-15,0 0 144 0,0 0-240 0,0 0-72 16,0 0-172-16,-64-61-96 0,56 61-116 0,0 0-100 0,0 0-116 16,0 0-60-16,1 3-171 0,-6 4-181 0,1 8-112 15,0 5-120-15,0 12 112 0,1 2-40 16,7 8 12-16,-5-1 0 16,9-3-48-16,0-3-48 0,0-10-8 15,4-9-148-15,5-3 24 0,-5-7 48 0,3-2-232 16,5-4 24-16,0 0-13 0,4-4 37 15,0-2 36-15,0-7 4 0,4-6-116 0,-4-3 88 16,4 0 72-16,-8 0-36 16,4 2 88-16,-9 2 32 0,6 1 100 0,-9 8-4 15,0 6 4-15,-1 0 136 16,-3 3 156-16,0 0 76 0,0 6-88 16,4 1-48-16,-4 8 24 15,4 2 96-15,1 5-132 0,-5 6 21 0,4 4-45 0,-4 3 8 16,4 3-44-16,0 3-52 0,-4 4-36 15,3 5 0-15,-3 1-64 0,0 3-8 16,4 0 0-16,-4 0 0 0,4 0-8 16,-4 0-4-16,4-3 8 0,-4-7-44 15,5-9 0-15,-5-9-48 0,4-7-100 0,0-6-276 16,-1-7-137-16,1-4-71 0,0-2-140 16,0-2-360-16,0-8-528 0,1-3-732 15,-1 1-2697 1,-4-14-2727-16</inkml:trace>
  <inkml:trace contextRef="#ctx0" brushRef="#br0" timeOffset="3038.057">6255 1774 11797 0,'0'0'2160'0,"0"0"-1160"16,0 0 260-16,0 0 272 15,0 0-236-15,0 0-352 0,0 0-396 16,0 0-204-16,44 83-40 0,-36-57-24 0,-4-1-64 16,0 0-128-16,-4-2-88 0,3-5 0 15,-3-1-136-15,4-8-68 0,-4-7-124 16,4 3-28-16,-4-5 52 0,5 0-124 0,-1 0 24 16,4-7 172-16,-5-2 0 0,9-8-52 15,1-1-88-15,-2-5-32 16,2-2-32-16,-2 0 40 0,1 2 96 0,4 4 76 15,-4 4 112-15,-3 2 112 0,2 2 144 16,-3 9 80-16,-4 2 72 0,4 0 104 16,-4 0-4-16,0 7-40 0,0 2 0 15,0 3-60-15,-4 4 36 0,0 0-124 0,0 4-72 16,0 2-124-16,0-3-12 16,0 4-48-16,-4-4-356 0,4-1-248 15,-4-3-200-15,4 2-108 0,0-9-608 16,0-1-1240-16,8-7-3345 0</inkml:trace>
  <inkml:trace contextRef="#ctx0" brushRef="#br0" timeOffset="3429.322">7718 783 7660 0,'0'0'5865'0,"0"0"-4761"16,0 0-460-16,0 0 376 0,0 0 436 0,0 0-528 15,-49 68-328-15,34-36-316 0,-5 5-200 16,-5 14-32-16,1 6-52 0,-4 7 60 0,-4 13 0 15,-3 5 112-15,-1 6-88 0,0 8 64 16,5 6-148-16,-5 2-12 16,4 4-124-16,-5 0 16 0,5-2 8 15,6-2-8-15,-6-6-260 0,8-9 120 16,-1-10 100-16,5-5 148 0,1-18 12 0,6-5 112 0,6-13-40 16,-1-9 4-16,4-7-76 15,-1-9-8-15,1-3-104 0,4-8-344 16,0-2-320-16,0-2-256 0,0-8-388 15,0 1-800-15,0-17-3425 0</inkml:trace>
  <inkml:trace contextRef="#ctx0" brushRef="#br0" timeOffset="3925.537">7637 1552 11485 0,'0'0'2584'0,"0"0"-1260"0,0 0-392 0,0 0 340 16,0 0-148-16,0 0 28 0,0 0-136 15,96 17-252-15,-60-9-155 0,8-1-197 0,-4 0-12 16,3-7-160-16,-2 0-104 0,-2 0-128 0,1-7-4 16,-5-6-4-16,2-3-112 0,-5-2-308 15,4-5-212-15,-8 1-133 0,-4-3-147 0,-5 2-608 16,-6 7-1472-16,-13-3-3953 15</inkml:trace>
  <inkml:trace contextRef="#ctx0" brushRef="#br0" timeOffset="4162.645">7916 1562 3116 0,'0'0'9605'0,"0"0"-7737"0,0 0-960 15,-4 70 348-15,1-39 212 0,3 8-200 16,0 3-268-16,0 5-352 0,0 6-224 15,0 8-119 1,0 3-25-16,0 5-76 0,-4 7-8 16,0-2-112-16,-1-5-36 0,1-2-40 0,0-10-4 0,0-6-4 15,1-7-12-15,3-12-60 0,0-7 0 16,0-9-76-16,0-9-529 0,3-5-347 0,1-2-188 16,9-9-288-16,-5-10-624 15,-1 3-1924-15,1-22-1813 0</inkml:trace>
  <inkml:trace contextRef="#ctx0" brushRef="#br0" timeOffset="4505.869">8079 1596 92 0,'0'0'11149'15,"0"0"-9049"-15,0 0-904 0,0 0 64 16,0 0 168-16,0 0-252 0,0 0-240 16,9 67-264-16,-9-28-196 0,4 5-108 15,-4 6 68-15,4 8 16 16,0 2-99-16,-1 0-77 0,1 4-140 0,5-4-136 15,-5 7 0-15,0-6-76 0,0-1 16 16,-1-2-24-16,1-11-24 0,4-10-88 0,-3-8-57 16,-1-7-115-16,0-9-116 0,-1-3-140 15,-3-4-108-15,4-6-192 0,-4 0-472 0,0-4-576 16,0-8-1052-16,0 2-2349 16,0-12-1303-16</inkml:trace>
  <inkml:trace contextRef="#ctx0" brushRef="#br0" timeOffset="4687.547">8068 2057 5852 0,'0'0'6193'0,"0"0"-4505"15,0 0-448-15,0 0-284 16,0 0 484-16,0 0-104 16,0 0-304-16,0 0-188 0,0 0-248 0,0 0-76 0,103 16 5 0,-75-9-41 15,4-5-156-15,0 1-256 0,-1-3-72 16,-3 0-108-16,4 0-244 0,0 0-364 0,4-3-245 15,1-3-675-15,-9 0-2356 0,7-1-3933 16</inkml:trace>
  <inkml:trace contextRef="#ctx0" brushRef="#br0" timeOffset="5111.168">8897 2413 17513 0,'0'0'2600'16,"0"0"-1980"-16,0 0-168 0,0 0 144 0,0 0 313 0,-81-17-145 16,62 17-308-16,3 7-272 0,-4 6-76 15,4 9 0-15,0 7-36 16,4 8-12-16,1 3 36 0,-2 0 0 0,9-5-12 16,0-6-80-16,0-4-4 0,4-12-72 15,0-4-36-15,0-6-228 31,4-3-232-31,4-3-120 0,5-6 80 16,2-10 39-16,1-3-3 0,0-7-36 0,4 1-152 0,-8-4 12 16,4 6 220-16,-4 7 184 0,-5 6 344 0,2 4 72 15,-5 6 460-15,0 3 20 0,0 0-64 16,-4 9-48-16,3 4 60 0,-3 6-12 16,4 10-172-16,0 9-71 0,-4 3-77 0,0 6 52 15,5 8-52-15,-5 2-44 0,0 6-52 31,0 3-64-31,0 2-4 0,0 1 0 16,0-6-4-16,-5 2-48 0,1-12 48 0,0-5-72 0,4-10-16 16,0-6-104-16,0-14-100 0,0-7-269 0,0-8-435 0,0-6-364 15,4-10-1320-15,0-3-2512 0,5-22-3373 0</inkml:trace>
  <inkml:trace contextRef="#ctx0" brushRef="#br0" timeOffset="5464.591">9359 977 14853 0,'0'0'2320'0,"0"0"-1972"0,0 0-284 15,0 0 728-15,47 74 792 0,-31-39-12 0,5 6-539 16,-2 9-417-16,9 1-216 16,0 10-124-16,0-1-56 0,0 0-52 15,-4 4-48-15,-5 0-112 0,-2 1 0 0,-6 6 40 16,-7 5-48-16,-4 3-4 0,-4 1 0 16,-7 6-140-16,-13-4-24 0,-1 5-136 0,-6-5 4 15,-1-10-160 1,0-1 36-16,0-14 12 15,0-13 132-15,8-6 11 0,1-13-83 16,-1-8-328-16,4-5-520 0,-1-12-1196 0,6 0-2852 16,-1-6-5389-16</inkml:trace>
  <inkml:trace contextRef="#ctx0" brushRef="#br0" timeOffset="5918.452">10605 1854 10997 0,'0'0'4488'0,"0"0"-2920"0,0 0-564 16,0 0-608-16,0 0 440 0,0 0 500 0,0 0-228 15,96 29-175-15,-63-23-365 0,-1-3-264 16,7 0-208-16,1-3-12 16,-1 0-84-16,6-6-44 15,-2-3-428-15,1-8-400 0,-4 2-137 16,0-5-343-16,-9 5-912 0,-7 2-1876 0,-7 4-3297 15</inkml:trace>
  <inkml:trace contextRef="#ctx0" brushRef="#br0" timeOffset="6095.451">10809 2111 572 0,'0'0'12461'0,"0"0"-9953"15,0 0-1388-15,0 0-64 0,0 0 152 0,0 0-224 16,0 0 16-16,84 3-368 15,-48-9-219-15,3 0-193 0,1-4-220 16,0 0-120-16,-4 1-261 0,3-1-371 0,1 4-348 16,-12 0-944-16,13 3-3836 0</inkml:trace>
  <inkml:trace contextRef="#ctx0" brushRef="#br0" timeOffset="6631.365">12538 1396 10997 0,'0'0'5576'0,"0"0"-4260"0,0 0-980 16,0 0 84-16,0 0 596 0,0 0 416 16,0 0-267-16,0 0-509 0,0 0-356 15,0 0-156-15,0 0-68 0,-36 61-20 16,12-26-56-16,0 10-8 0,-8 6 8 0,4-1 12 15,1 1 48-15,-1 4-56 0,0-5 0 16,8-3-4-16,0-5 4 0,4-4 8 16,5-10 132-16,6-3-48 0,5-3-24 15,0-5 0-15,5 2 4 0,10 0-72 0,2-3 8 16,6 6 36-16,5-3 36 16,7 3 24-16,2 0 0 0,3 0 0 0,-1-2 24 15,-3-1-60-15,1-4 4 16,-2 2-76-16,-3-8 0 0,-4 4-8 15,0-4-52-15,-1 1-48 0,-3-4-36 0,-4 4 24 0,1-1-256 16,-2-3-176-16,5 4-176 16,-4-4-12-16,0 7-49 15,0-3-287-15,4-1-752 0,-8 3-1020 16,0-1-3077-16,-1-3-3562 16</inkml:trace>
  <inkml:trace contextRef="#ctx0" brushRef="#br0" timeOffset="13197.728">14506 1432 9760 0,'0'0'1433'0,"0"0"375"16,0 0-864-16,0 0 372 0,0 0-36 0,0 0-132 16,0 0-200-16,0 0-148 0,0 0-272 15,-71-6-76-15,47 12-124 0,0 0-144 16,-4 4-40-16,-4 5-56 0,-4 5-80 0,0 5-8 15,-3 4-68-15,-2 5 60 16,-2 8-8-16,-1 5-44 16,0 1 60-16,-4 6 8 0,8-3-8 15,1-1 0-15,7 1 0 0,4-7 0 0,12-8 0 16,4-9-120-16,8 0-28 0,4-12 4 0,4-2 32 16,8-7 28-16,4 1 84 0,4-7 0 15,7 0 60 1,1-4 28-16,4-5-40 0,0-7-40 0,5 0 0 0,-6-2 36 15,1-1-44-15,-4-4-4 0,-5 4-92 16,2 3-64-16,-9-3 160 16,-4 3 0-16,-5 0 0 0,2 1 0 0,-9 2-124 15,0 3 124-15,0 1 40 0,-9-1-28 0,-6 4 60 16,2-1-72-16,-6 0-96 0,-5 5 88 16,0-1-96-16,0 3-8 0,-3 0 104 0,-1-3-172 15,3 3-28-15,5 0-224 16,1 0-36-16,10 0-148 0,2 0-188 15,3 0-228-15,4 0-556 0,0 0-1360 0,4 0-2669 16,3 0-527-16</inkml:trace>
  <inkml:trace contextRef="#ctx0" brushRef="#br0" timeOffset="13731.987">15104 1461 11761 0,'0'0'2360'0,"0"0"-1688"0,0 0-204 0,0 0 336 16,0 0 744-16,0 0-336 0,0 0-184 16,76 66-404-16,-61-54-172 0,2 1-112 15,7-3 208-15,-5 2-63 0,5-2-229 16,4 2-136-16,0-1-116 0,0-2 4 15,4 1 164-15,4-1-164 0,-8 0 8 16,0 1-4-16,0-1 0 0,-9 1 0 16,1-4 48-16,0 4 0 0,-8-4-48 0,-4 4 48 15,0-4 0-15,-4 0-48 0,0 1 48 16,-4 2-48-16,4-3 48 16,-4 1 0-16,0 3 28 0,0-4-16 0,0 6-12 15,-4-2 12-15,0 0 48 0,0-2-60 16,0 3-12-16,0-5-36 0,-4 3 48 0,4-2-56 15,0-1 4-15,-3 1 0 16,-2-1-8-16,1 0 0 0,0 4 0 16,-8 3 0-16,1-1-8 0,-9 10-64 0,-8-2-60 15,0 6-24-15,-8 2 12 0,4 0 96 16,-4-3-28-16,0 4-104 0,5-7-12 16,3 0 20-16,4-2-44 0,4-5 20 0,4-2-80 15,4-4-5-15,4 1 37 16,4-3-24-16,0-2-48 15,4-1-48-15,4-1-100 0,-4-3-76 0,4 4-148 0,0-4-320 16,0 0-400-16,0 0-328 16,8 0-528-16,-4-4-1677 0,8-5-2163 15</inkml:trace>
  <inkml:trace contextRef="#ctx0" brushRef="#br0" timeOffset="14367.385">17132 2000 10636 0,'0'0'1493'16,"0"0"-753"-16,0 0 76 0,0 0 564 15,0 0-44-15,0 0-316 0,0 0-436 16,32 67-264-16,-32-52-196 0,0 1-124 0,0 0-8 16,0 0-140-16,-8 0-520 15,4-4-288-15,-4 1-228 0,0-3-600 16,4 0-1473-16,-8-1-2467 0</inkml:trace>
  <inkml:trace contextRef="#ctx0" brushRef="#br0" timeOffset="15332.837">18312 1727 7688 0,'0'0'1764'0,"0"0"-255"16,0 0 123-16,0 0 188 15,0 0-68-15,0 0-256 0,0 0-408 0,0 0-300 16,0 0-176-16,0 0-236 0,-13-38-108 15,21 63 148-15,1 7 373 16,-2 13-253-16,5 2-136 0,-8-2-184 16,5-1-144-16,2-6-12 0,2-7-60 0,-2-8-84 15,5-7-12-15,0-3-12 0,4-10 60 16,0-3-100-16,4-3-56 0,4-10-4 16,-4-6-20-16,4-6-16 0,0-8 75 15,-5 2-3-15,-3-4 76 0,0 3 0 0,0 0-52 16,-4 0 28-16,0 5 20 0,-4 2 52 15,-4 5-24-15,0 7-16 0,-5 4 4 0,-3 5 0 16,4 4-52-16,1 4 100 16,-1 5 36-16,0 4 184 0,0 7 84 15,0 5-12-15,-1-3 24 0,1 0-12 0,0-3-3 16,1-3-33-16,-1-7-112 0,0-3-72 16,0-6-36-16,3 0 40 0,6-3 20 15,-5-9 0-15,12-4-72 0,-5-9-184 16,6-8-240-16,-2-2-245 0,1 1-123 15,0-1-160-15,0 0-476 0,-4-6-616 0,-1-1-1132 16,2 10-2321-16,-2-25-523 0</inkml:trace>
  <inkml:trace contextRef="#ctx0" brushRef="#br0" timeOffset="15695.81">19212 1032 10852 0,'0'0'1761'15,"0"0"-1273"-15,0 0 248 0,0 73 860 16,-4-41 132-16,-5 8-216 0,6 4-456 15,-5 5-312-15,0 5-36 0,0 6 157 0,0 0-405 16,0 10-244-16,-4 0-108 0,4 0 28 16,-4 3-28-16,5-6-100 15,3-7-8-15,-1-3-48 0,1-5 44 0,4-15-56 16,0-5-40-16,9-7-32 0,-2-9 24 0,5-7-88 16,0-6-68-16,0-3-16 15,4-3 99-15,0-12 57 0,4-8 64 0,-1-5-60 16,6 0-28-16,-5-8-144 15,-1 5 12-15,1 2 36 0,-3 10 72 16,-6 3 88-16,1 7-64 0,-3 2 16 0,-2 7 132 16,1 0 24-16,0 7 172 0,0 5 156 0,-4 4 52 15,0 0-52 1,0 3 0-16,0-3-35 0,-4 1-85 0,0-5-112 16,4-5-120-16,-4-1 0 0,4-6-96 15,0 0-40-15,0 0-289 0,8-6-291 16,-1-8-92-16,6-2-208 0,-2-6-392 15,9-4-716-15,-3 1-500 0,-1 0-633 0,-8 3-1015 16,8-7-128-16</inkml:trace>
  <inkml:trace contextRef="#ctx0" brushRef="#br0" timeOffset="15978.69">19630 1705 4212 0,'0'0'3048'0,"0"0"-444"0,0 0-491 16,0 0-297-16,0 0-464 0,0 0-240 16,20 76-152-16,-16-61-180 0,4-4-260 0,4-5-52 15,4-3-152-15,0-3-32 0,-1-3 72 16,6-10-124-16,3-6-88 0,-5-4-144 15,1-2-224-15,1 0-44 0,-10 2-24 16,2 1-4-16,-9 7 88 0,0 2 132 16,-4-1 68-16,-8 9 8 0,-5 2 76 0,2 3 48 15,-6 0-52-15,2 8-24 0,-5 12-48 16,-1 6 248-16,-2 5 68 16,-1 8 64-16,0 1-12 0,4 4 20 0,4-2 124 15,0-3 97-15,4-4-273 16,8-3-216-16,1-7-120 0,3-10-72 15,3-3-88-15,5-5-120 0,9-3-145 0,2-4-111 16,5-11-96-16,8-3-308 0,3-9-576 16,1-5-868-16,1-4-792 0,-1-3-2037 15,-8 9 621-15</inkml:trace>
  <inkml:trace contextRef="#ctx0" brushRef="#br0" timeOffset="16161.886">20037 1651 5448 0,'0'0'4304'0,"0"0"-1983"0,0 0-585 15,0 0-344-15,0 0-84 0,0 0-136 16,0 0-248-16,0 0-64 0,36 88-196 0,-36-56-152 15,0 4 12-15,0-2 36 16,0 1-159-16,0 0-221 16,-4-7-180-16,4 2-60 15,0-8 0-15,0-4-24 0,0-1 24 0,8-5-4 0,-5-6-93 16,5-6-27-16,5 0-96 0,2-9 16 0,5-5-104 16,5-7-156-16,1-2-444 0,2-2-412 15,4-3-832-15,-8 6-2200 16,12-7-2281-16</inkml:trace>
  <inkml:trace contextRef="#ctx0" brushRef="#br0" timeOffset="16411.767">20518 1892 9292 0,'0'0'4553'0,"0"0"-3537"0,0 0-752 15,0 0 140-15,0 0 540 16,0 0 248-16,0 0-336 0,84-12-512 0,-59-14-232 0,-1 0-60 16,3-2-52-16,-3-1-148 15,-4 4 60-15,-5 3 36 0,2 3 52 16,-13-1 76-16,-4 8 144 0,0 2 64 0,-17 7-128 15,-2 3-60-15,-5 0-96 0,-8 16-48 16,-4 10 48-16,1 9 140 0,-1 2 108 16,4 8 20-16,4-1 24 0,0 1 48 15,4-4 220-15,8-6 1 0,4-3-501 16,8-7-60-16,4-6-181 0,8-3-271 16,12-7-44-16,8-5-152 0,8-4-136 15,3 0-484-15,10-4-1252 0,-10-1-2192 0,21-5-573 16</inkml:trace>
  <inkml:trace contextRef="#ctx0" brushRef="#br0" timeOffset="16986.429">22348 1137 2904 0,'0'0'6512'0,"0"0"-4355"16,0 0-1709-16,0 0 88 15,0 0 536-15,0 0 412 0,0 0-124 0,0 0-352 0,0 0-412 32,0 0-116-32,-92 89-48 0,57-52 32 0,2 2 28 15,1 5-176-15,-4 0-120 0,4 7-12 0,-3 3-28 0,3 6-44 16,0 1 32-16,8 2-8 0,0-9-28 0,12-3 40 15,1-14-40-15,11-4-104 16,0-11 4-16,11-9-12 0,6-4 4 16,10-5 0-1,0-4 0-15,10-10 120 0,-1-9-8 0,0-6-3 16,3-2-101-16,-3-3-8 0,1 1 0 0,-11 4-85 16,-1 2-23-16,-9 4-4 0,-4 3-20 0,-9 7-76 15,-3-1-36-15,-3 7 100 16,-13-3 20-16,-4 3-120 0,0-1 36 0,-8 1 88 15,-4 0 8-15,0 3 52 0,0 3-100 16,0 4 40-16,0 2-76 0,8 1 24 16,5 2-76-16,-1-2-244 15,12-1-184-15,0 1-456 0,8-1-628 0,0 1-1152 0,4-4-3433 16</inkml:trace>
  <inkml:trace contextRef="#ctx0" brushRef="#br0" timeOffset="17267.53">23104 1441 12197 0,'0'0'4800'0,"0"0"-4304"16,0 0-448-16,-88 0 488 0,61 7 192 15,3 2 8-15,4 4-88 0,0 6-208 16,1 3-124-16,2 11 36 0,2 4 365 15,2 8-121-15,2 5-136 0,7 1-108 16,0-1-100-16,4-1-156 0,4-5-96 16,7-6-132-16,6-9-60 15,2-3-196-15,5-8-60 0,4-8-84 0,8-5-89 16,3-5-75-16,2-5-304 0,6-9-896 16,-10 0-2060-16,22-22-4053 0</inkml:trace>
  <inkml:trace contextRef="#ctx0" brushRef="#br0" timeOffset="17627.637">23666 1533 14469 0,'0'0'2052'0,"0"0"-1740"0,0 0 424 0,0 0 964 16,-92 36-256-16,53-9-227 0,-5 12-285 0,0 2-276 16,0 7-88-16,9-3-88 15,3-1-68-15,8-6-216 0,7-6-196 16,6-7-4-16,7-6-8 0,4-9-180 15,8-8-76-15,12-2 64 0,8-6 36 16,8-13-72-16,3-10-112 0,6-5-36 16,-6-1-96-16,1-4 100 0,-1 6 152 0,-11-3 184 15,0 7-24-15,0-2-40 16,-8 2-32-16,-4 4 144 0,0 2 0 0,-8 7 84 0,-4 7 64 16,0 2 92-16,-4 7-56 15,0 5-100-15,0 6-84 0,0 8 120 16,0 7-60-16,0 2 52 0,0 4 140 0,0 0-108 15,0 0-32-15,0-4-112 0,0-6-100 16,8-2 28-16,0-5-24 0,0-3-60 16,4-5-40-16,0-3-128 0,3-1-64 15,2-3-89-15,7-7-507 0,-5-5-1260 16,-2 3-2456-16,-2-10-3041 0</inkml:trace>
  <inkml:trace contextRef="#ctx0" brushRef="#br0" timeOffset="17871.809">24268 1384 13413 0,'0'0'1900'0,"0"0"-1260"16,0 0 824-16,0 0 192 0,56 77 108 16,-48-55-623-16,3 3-497 0,-2 6-232 0,-1 4-100 15,-1 4 88-15,1 2 72 0,1 7-308 16,-5-4-164-16,-1 4 0 15,-3 2 0-15,0-2-72 0,-7-1-240 0,-6-2-76 16,-2-8-84-16,-2-1-96 0,-2-4-52 16,3-7-13-16,-5-6-195 0,6-3-544 15,-1-9-1064-15,8-5-2464 16,-4-8-3849-16</inkml:trace>
  <inkml:trace contextRef="#ctx0" brushRef="#br0" timeOffset="18321.973">25093 1660 11729 0,'0'0'1932'0,"0"0"-1172"16,0 0-252-16,0 0 888 0,0 0 396 0,103-6-364 0,-71 6-452 16,12 0-340-16,0 0-260 0,8 0-208 15,-1-3-116-15,5-4-52 0,-4 1-52 16,0-4-32-16,-5 1-280 0,-2 3-464 0,-9-5-164 15,-8 9-128-15,-9-2-692 16,-10 4-2476-16,-9 0-3289 0</inkml:trace>
  <inkml:trace contextRef="#ctx0" brushRef="#br0" timeOffset="18477.79">25176 1917 11177 0,'0'0'2140'0,"0"0"-1504"0,0 0-204 16,0 0 892-16,0 0-144 0,0 0-288 15,96 46-236-15,-48-46-284 0,15-5-288 16,5-7-84-16,8-4-48 16,3 0-212-16,5-3-804 0,4 0-560 0,-24 3-1480 15,35-6-4685-15</inkml:trace>
  <inkml:trace contextRef="#ctx0" brushRef="#br0" timeOffset="18844.444">26758 1544 14425 0,'0'0'1920'0,"0"0"-1536"16,-88-7 64-16,49 19 532 0,-9 8 532 15,-4 5-288-15,0 9-372 0,4 8-247 16,9-1 255-16,7 0-304 0,8 1-252 0,8-8-220 16,11-5-84-16,5-6-68 15,9-8 8-15,7-8-64 0,12-4 16 16,3-3-84-16,10-10-52 0,2-9-92 0,5-6-124 15,4-5-60-15,-8 3-65 0,-1-5 49 16,-7 7 72-16,-4-1 24 16,-8 4 160-16,-7 6 84 0,-10 0 196 0,-3 7 48 15,0-1 208-15,-4 7 52 0,0 0 56 16,0 3-156-16,0 9-204 0,0 7 132 0,-4 6 120 16,4 10 84-16,-4 1-12 15,4 0-59-15,0-1-17 0,8-3-80 0,4-4-168 16,0-5-4-16,7-8-52 0,6-5-8 15,2-4-132-15,5-3-233 0,0-10-271 16,4-2-376-16,4-8-832 0,-12 5-2124 0,8-7-3749 16</inkml:trace>
  <inkml:trace contextRef="#ctx0" brushRef="#br0" timeOffset="20079.456">27464 638 3860 0,'0'0'2448'15,"0"0"-808"-15,0 0-488 0,0 0-348 16,0 0-392-16,0 0 52 0,0 0 1797 16,0 0-1321-16,0 0-356 15,0 0 48-15,0 0 184 16,-68-57-76-16,52 53-116 0,0 4-92 0,-4 4-124 0,4 5-24 15,-8 14-16-15,0 6-72 0,-4 8 36 0,0 11 120 16,0 6 244-16,0 3-100 16,4-3-232-16,9-7-219 0,2-5-145 0,6-14-76 15,7-5 64-15,0-7-109 0,12-10-75 16,4-3-352-16,4-3 24 0,4-3 108 16,3-10-36-16,6-3 72 0,-6-2-24 0,1-6-16 15,0 6 72-15,-4-5 76 16,-4 5 52-16,-1 2 132 0,2 0 88 15,-6 3 48-15,-2 1 200 0,-6 2 64 0,-3 4 92 16,0-1 16-16,-4 5-40 0,4 2-72 16,-4 0-124-16,0 0 36 15,0 0 0-15,0 2-96 0,0 8-112 0,0 3 328 16,5 6 184-16,-1 3 48 0,-4 7-135 16,3 3 11-16,1-1 108 0,0 4-180 15,-4 3-264-15,4-3-112 0,0 3-12 0,1 0-108 16,-1-3-184-16,-1 0-156 15,1 0-168-15,-4-4-125 0,4-2 9 0,0-4-368 16,-4 3-1144-16,4-11-2536 0,-4 8-3641 16</inkml:trace>
  <inkml:trace contextRef="#ctx0" brushRef="#br0" timeOffset="23971.042">7570 4432 5532 0,'0'0'1848'0,"0"0"2305"15,0 0-2425-15,0 0-128 16,0 0-344-16,0 0-204 0,0 0-84 0,0 0-116 16,0 0-80-16,84 3 84 0,-48 4-52 15,3-4-283-15,9 0-229 0,0 0-148 16,0-3 16-16,-1 0-148 0,1-6 36 15,0-7-36-15,0 0-12 0,-5-3-204 16,2 1-304-16,-10-2-89 0,-3 2-195 16,-8 1-272-16,-8 6-848 0,-8 2-2436 15,-8 6-3301-15</inkml:trace>
  <inkml:trace contextRef="#ctx0" brushRef="#br0" timeOffset="24219.384">7777 4556 9216 0,'0'0'2017'0,"0"0"-1001"0,0 0-480 15,-12 67 456-15,12-36 100 16,0 7 40-16,0 4-280 0,4 12-304 0,-1 3-40 16,6 9 0-16,-5 11-52 0,-4-1-112 15,0 0-88-15,0 0 40 0,0-3-148 16,0-9-64-16,0-10-84 0,0-10-12 15,4-9-88-15,0-16-44 0,0-7-384 16,-1-8-408-16,6-4-68 0,3-12-120 16,-1-11-260-16,6-12-1280 0,-10 4-2617 0,10-23-1075 15</inkml:trace>
  <inkml:trace contextRef="#ctx0" brushRef="#br0" timeOffset="24453.973">7968 4651 7928 0,'0'0'2140'0,"0"0"-915"0,0 0-277 0,0 0 280 16,0 0-60-16,0 0-160 0,0 0-276 16,12 89-132-16,-4-51 8 15,0 10 144-15,4 5-160 0,-4 8-100 0,0 2-172 16,0 4-100-16,-4 3-48 0,0 3-64 16,0 0 40-16,-4 0-136 0,0 0-8 0,0-7-4 15,0-3 0-15,0-4-8 16,0-12-128-16,-4-9-36 0,4-9-256 15,0-10-356-15,0-9-192 0,0-10-204 0,0 0-200 16,4-13-444-16,-4-3-1245 0,0-15-2835 16</inkml:trace>
  <inkml:trace contextRef="#ctx0" brushRef="#br0" timeOffset="24646.074">7956 5305 10997 0,'0'0'2204'0,"0"0"-1616"16,0 0-400-16,0 0 736 15,0 0 516-15,0 0-320 0,0 0-192 0,80 0-264 16,-52 6-172-16,0-6-88 0,0 3-196 16,4-3-208-16,0 0-112 0,3 0 40 15,-3-3-564-15,4 3-276 0,-1-2-140 0,-3 2-224 16,4 0-716-16,-12 0-2469 16,12 8-983-16</inkml:trace>
  <inkml:trace contextRef="#ctx0" brushRef="#br0" timeOffset="25010.677">8653 5464 12913 0,'0'0'2132'0,"0"0"-1716"0,0 0-240 0,0 0 568 15,0 0 724-15,-84-22-200 0,60 22-532 16,1 9-208-16,3 7-224 0,-4 3-60 16,8 10 12-16,0 3 36 0,4 9-24 0,0-3 49 15,8 3 7-15,4-5-164 0,0-11-160 16,0-6 0-16,9-7-160 0,-2-5-8 15,9-7-88-15,-4 0 75 0,4-13 45 16,4-6 16-16,-4-4-172 0,4-4-124 16,0-3 4-16,-5 2 8 0,-2 5 100 0,2 8 8 15,-2 2 76-15,-1 6 24 16,-5 7 24-16,6 4 172 0,-5 9 0 0,-1 5 144 16,6 11-20-16,-5 3 112 0,-1 7-28 15,1 1 232-15,1 8-172 16,-2 3-144-1,1 5-4-15,-4 5 76 0,0 2-64 0,0 4-44 16,-4 3 20-16,5-3-48 0,-5-7-48 0,3-3-12 16,1-9-144-16,0-7-64 0,0-9 52 0,0-12-140 0,-4-8-388 15,4-12-116-15,0-4-224 0,-4-15-320 16,4-9-636-16,-4-10-940 16,0 3-1781-16,0-32-255 0</inkml:trace>
  <inkml:trace contextRef="#ctx0" brushRef="#br0" timeOffset="25311.168">9000 5168 3908 0,'0'0'9629'0,"0"0"-8033"0,-4 70-764 0,0-35-4 16,-4 6 624-16,0 1-260 15,0-4-164-15,0-3-492 0,4-10-316 0,1-6-220 16,3-6-36-16,0-7-160 0,0-6-108 15,7-3 12-15,5-13 220 16,4-9-16-16,5-7-180 0,-2-3-184 0,1 1-16 16,-5 4 124-16,6 5 96 0,-6 10 176 15,2 2 68-15,3 10 4 16,-9 3-8-16,6 3 8 0,-9 12 136 0,3 4-16 0,-7 7-20 16,0 3-100-16,-4-1-8 15,0 1-80-15,0-1-144 16,0-2-312-16,-8-1-548 0,4-9-1404 0,-7 7-3897 0</inkml:trace>
  <inkml:trace contextRef="#ctx0" brushRef="#br0" timeOffset="25735.474">7362 4496 7928 0,'0'0'3105'0,"0"0"-1421"16,0 0-1048-16,0 0-12 0,0 0-28 16,-80-17 224-16,65 30 24 0,3 4-316 15,-4 8-144-15,1 13-12 0,-6 6 112 16,5 7 132-16,-3 10 72 0,-2 5-96 16,1 4-92-16,5 9-124 0,-2 7-84 0,2 9-120 15,7 10-64-15,3 0-100 0,5 6-8 16,9 0-60-16,10-3-220 15,9-4 124-15,8-5-124 0,4-13-112 0,8-10-220 16,8-16-28-16,3-15 24 0,5-20 60 16,4-15-28-16,4-10-212 15,-4-19-728-15,-12 0-1048 0,15-32-3405 0</inkml:trace>
  <inkml:trace contextRef="#ctx0" brushRef="#br0" timeOffset="26045.504">9566 4524 10816 0,'0'0'2065'0,"0"0"-957"0,0 0-144 0,0 0 408 15,87 29 96-15,-67-14-256 16,1 11-304-16,3 3-396 0,-1 2-220 15,1 7-156-15,0 6-136 0,-5 8-12 16,2 8-40-16,-1 6 28 0,-1 14 24 16,-2 3 76-16,-10-1-76 0,-3-3-332 15,-4-3-84-15,-8 1-60 0,-3 2 24 0,-6-2-16 16,2-4-112-16,-5-4-188 16,0-2-44-16,0-3-332 0,0-11-400 15,-4-11-628-15,8-14-1993 0,-8-8-651 0</inkml:trace>
  <inkml:trace contextRef="#ctx0" brushRef="#br0" timeOffset="26762.429">10343 3756 8796 0,'0'0'2633'0,"0"0"-801"0,0 0-244 15,0 0 24-15,0 0-160 0,0 0-132 16,0 0-340-16,0 0-212 0,0 0-196 0,0 0-195 16,0 0-169-16,-80 86-88 15,56-49-48-15,-3 8-12 0,-1 2-56 16,0 5-4-16,4-2-36 0,3 1 28 0,2 0-44 15,3-3-32-15,4-7 0 0,4-3 72 0,4-6-48 16,4-10-52-16,0-3 16 16,8-3 35-16,0-4-123 0,7-5 4 15,2-1-16-15,7-6-96 0,-5 0 24 0,9-6 96 16,-4-10 40-16,4 0 56 16,-4-6-20-16,-4 2 36 0,0 1 48 0,-8 4-40 15,0-1-32-15,-8 3-64 16,0 4-24-16,-4 2 88 0,-4 4 36 15,-8 0-52-15,-4 3 88 0,-4 0-124 0,-3 0-292 16,-2 0 96-16,1 3 120 0,0 0-168 16,0 4 92-16,9-1-32 0,3-3-156 15,-1 1-288-15,10 3-216 0,3-2-556 16,0 1-948-16,0 1-1885 0,3 5-1667 0</inkml:trace>
  <inkml:trace contextRef="#ctx0" brushRef="#br0" timeOffset="26950.763">10889 4689 11777 0,'0'0'5276'16,"0"0"-4256"-16,0 0-576 0,79-22 232 15,-47 6 280-15,4 0-224 0,-4-3-320 16,4 0-280-16,-4 0-132 15,0 2-148-15,0 5-740 0,-9 5-692 0,-3 5-564 16,-8-2-2560-16,-7 10-4669 0</inkml:trace>
  <inkml:trace contextRef="#ctx0" brushRef="#br0" timeOffset="27111.489">10901 5001 9652 0,'0'0'6613'16,"0"0"-5257"-16,0 0-1060 0,0 0 88 0,0 0 712 15,0 0-104-15,0 0-248 0,80 0-320 16,-45-16-264-16,5-3-160 16,-4 0-172-16,8-4-740 0,-8 4-424 0,-1 3-600 15,-7 4-2328-15,0-1-4605 0</inkml:trace>
  <inkml:trace contextRef="#ctx0" brushRef="#br0" timeOffset="27813.05">12335 4191 2644 0,'0'0'7688'0,"0"0"-5359"0,0 0-1221 15,4-77-536-15,-4 58-52 16,0 1 348-16,-8 1 100 0,4 5-320 0,0 6-216 16,0-1-24-16,0 7 36 0,-4 7-196 0,-4 8-248 15,0 14-184-15,-8 13 80 0,1 14 104 16,-5 14 148-16,-1 7-88 0,1 5-32 16,-4 1-28-16,5-1-8 0,-1-6-88 15,4-13 92-15,8-8-40 0,0-17 44 16,8-16-12-16,4-9-148 0,0-10-188 15,0-3-220-15,8 0 196 0,4-6 36 0,4-7 112 16,0-3 72-16,4-3 140 16,-4 0-36-16,0 5-4 0,-1 9-72 15,-3 5-156-15,1 12 280 0,2 14 112 0,-2 6 392 16,2 12 168-16,-6 3-300 0,2 4-112 16,-3-3 0-16,-4 0-88 15,0-7-120-15,1 1-52 0,-2-4-44 0,1-7-16 0,0 1-496 16,0-7-600-16,0-2-468 15,0-8-1356-15,4 2-3777 0</inkml:trace>
  <inkml:trace contextRef="#ctx0" brushRef="#br0" timeOffset="29028.513">13260 4575 612 0,'0'0'6448'16,"0"0"-4024"-16,0 0-1092 0,0 0-59 0,0 0-21 15,-41-77-464-15,30 65-168 0,-2-1-164 16,-2 4-40-16,-2 5-4 0,6 1-32 16,-5 3-28-16,0 3-140 0,-1 10 12 15,-2 10-4-15,3 9 16 0,0 8 12 16,0 11-112-16,0 0 52 0,4 3-4 0,0-3 0 15,1-3 28-15,2-4-80 0,5-8-56 16,4-11-16-16,0-10-60 0,0-9 0 16,0-2-124-16,8-4 88 0,4-6 36 15,0-10 0-15,8-6 0 0,1-8-332 16,-2-4-124-16,1-4-16 0,-1 3 128 16,-6 3 192-16,2 3-60 0,-6 7 64 15,-1 3 0-15,0 9 136 0,-8 4-60 16,3 6-152-16,1 0 56 0,1 13 168 15,-1 6 380-15,4 9 128 0,-4 5-184 0,3 4 136 16,6 2-40-16,-6 5-136 0,5-6 0 16,1 0-112-16,2-3-172 15,1-10-12-15,0-5-76 0,4-8 28 0,4-5-4 16,-1-4-268-16,2-3-224 0,-5-7-324 16,8-5-324-16,0-7-536 0,-9 3-1076 15,18-14-2749-15</inkml:trace>
  <inkml:trace contextRef="#ctx0" brushRef="#br0" timeOffset="29261.474">14068 4454 12537 0,'0'0'2188'0,"0"0"-1656"0,0 0 168 16,0 0 656-16,0 0-120 0,0 0 16 16,-99 86-252-16,71-48-184 0,0 3-147 0,4 4-73 15,7 0-152-15,-2-1-116 0,11 0-100 16,0-3-80-16,8-2-148 0,0-7 0 15,4-5-76-15,8-7-44 16,4-4 36-16,0-7-48 0,3-5-208 0,2-4-44 16,-1 0-68-16,-1-4-68 0,-3-2-209 15,0-1-355-15,-7-2-552 0,-2 3-728 16,-3 0-1660-16,-4-5-1653 0</inkml:trace>
  <inkml:trace contextRef="#ctx0" brushRef="#br0" timeOffset="29397.242">13885 4820 10332 0,'0'0'2213'0,"0"0"-1113"0,0 0-60 0,0 0-132 16,0 0 8-16,0 0 204 16,0 0 28-16,0 0-80 0,84-7-284 15,-52 14-260-15,3-4-244 0,-3 0-208 16,0-3-72-16,0 0-8 0,4 0-320 0,-4-6-380 16,-1 2-256-16,1-5-368 0,-8 5-1064 15,0-5-5497-15</inkml:trace>
  <inkml:trace contextRef="#ctx0" brushRef="#br0" timeOffset="29634.885">14594 4435 15573 0,'0'0'2956'0,"0"0"-2576"16,0 0 272-16,0 0 312 0,111 16 533 15,-67-16-573-15,0-3-356 16,12-7-256-16,-4-5-104 0,4-5-96 0,-5 1-112 16,1 1-84-16,-8-2-136 0,-8 5-288 15,-4-2-156-15,-9 5-281 0,-2-1-187 16,-14 8-536-16,-7 0-1140 0,0 3-2012 16,-15 2-2649-16</inkml:trace>
  <inkml:trace contextRef="#ctx0" brushRef="#br0" timeOffset="29845.235">14857 4403 3892 0,'0'0'8465'0,"0"0"-7305"0,0 0-1156 16,-16 67 500-16,16-32 560 0,0 7 680 15,0 2-56-15,0 7-436 16,0-1-140-16,4 7-284 0,-4 1-235 0,0 2-97 16,0-6-132-16,-4 0-48 0,-4-6-136 15,5-7-180-15,3-7-60 0,-5-8-48 16,5-10-184-16,0-6-192 0,5-10-108 0,2 0-137 15,1-16-15-15,8-9-196 16,0-7-560-16,0-10-708 0,4-2-612 0,-8 9-1857 16,4-25-999-16</inkml:trace>
  <inkml:trace contextRef="#ctx0" brushRef="#br0" timeOffset="30027.096">14980 4382 11909 0,'0'0'1852'16,"0"0"-1844"-16,0 0 348 0,9 66 580 0,-9-28 612 15,0 10 116-15,0 2-496 16,0 1-372-16,0 3-124 0,0-1-100 16,-4 2-123-16,-1-4-157 0,1-7-192 0,0-2-100 15,1-8-168-15,-1-1-209 0,0-8-99 16,0-9-48-16,4-4-108 0,0-5-228 16,0-7-396-16,0 0-628 0,0-7-664 15,-4-2-2361-15,4-10 173 0</inkml:trace>
  <inkml:trace contextRef="#ctx0" brushRef="#br0" timeOffset="30168.952">14885 4838 11401 0,'0'0'2672'16,"0"0"-1348"-16,0 0-632 0,0 0-88 0,0 0 364 15,0 0 624-15,0 0-296 0,0 0-380 16,91 0-455-16,-63 0-301 16,4 0-160-16,0-3-76 0,0-3-8 0,0-3-525 15,-1 2-463-15,6-3-360 0,-5 1-724 16,-5 3-2400-16,10-1-2941 0</inkml:trace>
  <inkml:trace contextRef="#ctx0" brushRef="#br0" timeOffset="30512.353">15466 4903 12837 0,'0'0'2056'0,"0"0"-1412"16,0 0 224-16,-95 72 800 15,67-46-132-15,0-4-168 0,5-3-271 0,6-4-225 16,10-5-440-16,-2-4-432 0,9-6 0 0,0 4-108 15,0-4 12-15,5 0-84 0,2-4-16 16,1-2 4-16,5-4-100 16,2-2-132-16,2-4-125 0,-2-3 13 0,5 3-36 15,0 0 168-15,-4-1 112 0,-1 9 96 16,-2 2 60-16,-1 2 128 16,-5 4 8-16,2 6 124 0,-1 6 168 0,-4 8-96 15,-1 2-48-15,1 7 12 0,0 3-16 16,1 9-20-16,3 4 108 0,-4 2 108 15,3 7-48-15,-3 0-48 0,1 0-12 16,-5-3-63-16,4-4-169 0,-4 1-48 16,0-10 35-16,0 0-59 0,4-6-64 15,-4-6-104-15,0-8-248 0,0-5-220 0,0-3-212 16,3-10-584-16,-3 0-696 0,4-13-600 16,0 0-1765-16,0-18-779 0</inkml:trace>
  <inkml:trace contextRef="#ctx0" brushRef="#br0" timeOffset="30824.568">15741 4651 14261 0,'0'0'2592'0,"0"0"-1620"0,0 0-320 15,-15 96 700-15,10-65 16 0,-3-2-275 16,5-4-537-16,-1-3-336 0,4-6-220 15,0-7-92-15,0-2-68 0,4-4-32 16,-1-3-40-16,5-3 100 0,5-10-100 16,-2-6-9-16,10-3-111 0,-6-3-64 0,1-4 40 15,0 4 72-15,0 3 20 0,4 5 28 16,-4 5-12-16,0 6 96 0,-4 6 96 16,-1 0 76-16,-2 9 64 0,-5 3 168 15,4 5-172-15,-8 2 124 0,0 0-172 0,0 3-8 16,0 0-8-16,0 0-64 0,-8-3-276 15,4 1-540-15,0-1-1176 16,-1-6-1872-16,-2 2-3273 0</inkml:trace>
  <inkml:trace contextRef="#ctx0" brushRef="#br0" timeOffset="31144.28">16754 3686 14349 0,'0'0'2492'0,"0"0"-2492"16,0 0 176-16,0 0-140 15,0 0 1252-15,0 0 604 0,3 96-672 16,-3-40-383-16,4 11 71 0,-4 10-136 0,4 8-240 15,1 7-120-15,-1 3-28 0,-4 4-252 16,4 2-72-16,3 1-52 0,-3-4-4 16,9 1-8-16,-2-7-88 0,1-3-148 15,0-7-108-15,-4-6-76 0,4-2-132 0,-4-8-72 16,0-6-108-16,0-9-409 16,0-3-831-16,-4-16-1764 0,-4 2-2421 0</inkml:trace>
  <inkml:trace contextRef="#ctx0" brushRef="#br0" timeOffset="32310.53">18372 3867 8748 0,'0'0'880'16,"0"0"1965"-16,0 0-2013 0,0 0-248 16,0 0 380-16,0 0 396 0,0 0-260 15,-60-19-160-15,36 28-212 0,-4 7-252 16,-4 3-72-16,-8 10-24 0,-4 6 0 0,-3 10-28 15,-5 2-36-15,-1 10 0 16,2 4-11-16,-1 5 11 0,8 4-12 0,4-1-76 16,8-2-80-16,8-7-52 0,9-5-92 15,7-14-4-15,8-9-36 0,4-7-100 16,11-12-92-16,10-4 32 0,6-9 64 16,9 0 36-16,8-13 84 0,4-9-96 15,-1-3 20-15,-2-4-81 0,-2 1-75 16,-3 0-120-16,-8 5-16 0,-4 2 16 15,-12 1 8-15,-1 7 100 0,-6 4 60 16,-9 2 52-16,0 1 144 0,-4 6 48 16,-4-3 112-16,-9 0-160 0,2-1-160 0,-10 1 60 15,-2 3 40-15,-1 0 0 0,-8 0-4 16,4 0 56-16,-7 7-152 0,7 2 0 16,-4 4 76-16,8 2-112 0,0 4 48 15,8 0 60-15,4 0-72 0,4-2-272 0,4-4-400 16,4-4-112-16,4-4-184 0,7 0-496 15,2-3-672-15,15-2-2633 0</inkml:trace>
  <inkml:trace contextRef="#ctx0" brushRef="#br0" timeOffset="32535.019">18945 4194 7096 0,'0'0'8685'0,"0"0"-6949"0,0 0-1300 0,0 0 280 16,-79 29 732-16,55-7-376 0,-1 6-271 16,1 4-301-16,5 5-188 15,3 3-20-15,4-3-76 0,8 1-152 0,-1-3-64 0,5-3-96 16,9-7-108-16,3-6-412 0,8-3-297 16,-1-6-135-16,5-7-176 15,4-3-628-15,8-13-1184 0,-16 1-2869 0,20-18-2574 16</inkml:trace>
  <inkml:trace contextRef="#ctx0" brushRef="#br0" timeOffset="32894.008">19332 4210 13301 0,'0'0'2480'0,"0"0"-1264"0,-64 82-336 16,27-40 808-16,2 8 168 0,-1 4-243 15,4-6-525-15,4-3-464 0,13-10-356 16,6-10-220-16,5-3-48 0,4-9-72 15,0-4-36-15,13-9-64 0,2 0 4 16,5-3 48-16,8-10-24 0,0-5-72 16,4-5-124-16,4-2-132 0,-8 0 48 15,4-5 64-15,-8 9 20 0,-1-5 96 0,-3 7-13 16,-3 0-23-16,-10 7 132 0,-3 2 148 16,0 7 156-16,0 3 40 0,-4 0 72 0,0 0 145 15,0 6-169-15,0 3-28 16,0 4 76-16,0 6-28 0,0 3-8 15,0-2 8-15,0-1-32 0,4-1-56 0,0-4-176 16,0-6-108-16,4 3-52 16,0-9 16-16,0 2-36 0,4-4-148 0,-4 0-108 15,3-11 60-15,2 0-144 0,-5-3-357 16,3-1-883-16,-2-1-972 0,-5 3-1904 16,0-3-2925-16</inkml:trace>
  <inkml:trace contextRef="#ctx0" brushRef="#br0" timeOffset="33099.862">19635 4140 6612 0,'0'0'1908'0,"0"0"-868"15,0 0-204-15,0 0 597 0,0 0 115 16,0 0-356-16,86 42-56 0,-69-23-292 16,-6 3-212-16,6 0-72 0,-6 3-40 15,2 3-40-15,-5 5 160 0,-1 2 68 0,-3 2-340 16,-4 2-252-16,0-4-116 0,-7 2-100 15,-1-2-192-15,-5-2-392 16,-2-5-180-16,-2-6-160 0,2-3-160 0,-1-10-428 16,4-2-972-16,-1-7-2349 0,6-7-1603 15</inkml:trace>
  <inkml:trace contextRef="#ctx0" brushRef="#br0" timeOffset="33278.547">20133 4328 12509 0,'0'0'4744'0,"0"0"-3776"0,0 0-244 0,82-26 652 16,-57 19-428-16,3 1-388 0,-4 3-343 15,0 3-217-15,-1-2-184 0,1 2-317 16,-4 0-363-16,-4 5-284 0,0 1-220 0,-4 4-716 16,-8 2-944-16,-4-1-2017 15,-4 7-695-15</inkml:trace>
  <inkml:trace contextRef="#ctx0" brushRef="#br0" timeOffset="33397.756">20240 4521 10180 0,'0'0'3857'0,"0"0"-2289"16,0 0-276-16,0 0 48 16,0 0-172-16,0 0-224 0,0 0-300 15,0 0-132-15,91 26-208 0,-63-33-304 0,4-5-168 16,0-2-440-16,0 2-160 16,3-1-112-16,2 3-760 0,-14 1-1544 0,13-1-4413 15</inkml:trace>
  <inkml:trace contextRef="#ctx0" brushRef="#br0" timeOffset="33827.862">21562 4334 12569 0,'0'0'5236'0,"0"0"-4436"0,0 0-528 15,-84-48 144-15,61 41 260 0,-1 5 240 16,-4 4-332-16,0 17-232 16,-4 11-95-16,1 8 131 0,-1 9 312 0,0 4-264 15,8 2-148-15,8-2-56 0,4-9-136 16,12-10-60-16,4-10-36 0,12-7-156 0,12-10 32 15,4-5 52-15,11-14-12 16,2-11-60-16,6-7-120 0,-3-9-136 16,4-3-108-16,-8 2 96 0,-5 1 47 0,-3-1 121 15,-3 7 24-15,-10 7 0 16,-3 2-24-16,-5 10 128 0,-6 7 116 0,-5 9 12 16,0 0 244-16,-4 16 220 0,0 10-76 15,0 4-167-15,4 10-41 0,-4 4 16 16,7-3-52-16,6 4-156 0,-1-8-12 0,8-4-400 15,-1-8-669-15,1-3-583 0,5-6-1292 16,-5-7-3001-16,3-9-4483 0</inkml:trace>
  <inkml:trace contextRef="#ctx0" brushRef="#br0" timeOffset="35097.334">22631 3712 6352 0,'0'0'1756'0,"0"0"-900"16,0 0-392-16,0 0 196 0,0 0 385 15,0 0 1591-15,0 0-1052 0,59-80-896 16,-43 58-332-16,4 3-144 0,4-4-88 15,-1 7-72-15,-2 1-52 0,-1 5-4 0,-5 6 4 16,2 4-52-16,-10 14 52 16,1 12 164-16,-4 11 356 0,-4 14 448 0,0 12-428 15,-8 11-196-15,-3 5-84 0,-10 3-104 16,2-2-68-16,-1 0-80 0,-4-5 0 0,0-5 64 16,1-10-72-16,6-6-8 0,6-12 8 15,2-10 12-15,9-10-8 16,0-13-4-16,0 2-48 0,0-11-60 15,5 0-52-15,2 0 84 0,1-11 16 16,4 2-260-16,0-7-60 0,0 3-28 16,-4 1 100-16,4 8 60 0,-4 4 76 0,3 7 172 15,2 9 160-15,2 6 188 0,2 10-188 16,3 0-12-16,-8 6 72 0,3-1 100 0,1 2-96 16,0-2-216-16,-4 1-4 0,0-2-8 15,1-1-104-15,-6-3-16 16,-3-4-108-16,0 3 20 0,-4-5-232 0,0 3-188 15,0-2 0-15,-12 6-100 0,-4-4 108 16,1-1 16-16,-13 0-696 0,0 2-692 16,7-8-1277-16,-22 3-1327 0</inkml:trace>
  <inkml:trace contextRef="#ctx0" brushRef="#br0" timeOffset="35567.374">20260 5188 8264 0,'0'0'1100'0,"0"0"-636"0,0 0 1677 0,0 0-125 15,0 73-84-15,-4-38-504 0,0 5-252 16,-1 5-268-16,1 0-112 0,1-1-212 16,-1-5-228-16,4-1-136 0,-4-7-144 15,4-6-76-15,0-5-148 0,4-8-80 16,0-5-336-16,3-7-264 0,10-3-156 0,-6-10-428 15,6-6-692-15,-2 3-1912 0,5-19-1945 16</inkml:trace>
  <inkml:trace contextRef="#ctx0" brushRef="#br0" timeOffset="35694.016">20483 5277 9128 0,'0'0'3933'0,"0"0"-2789"0,0 0-752 0,0 0 216 0,-4 70 220 15,-4-42 64-15,4 7-344 0,-4-3-324 16,0 3-224-16,4-1-120 15,0 2-280-15,0-5-888 0,4-6-1052 0,-4 11-4417 16</inkml:trace>
  <inkml:trace contextRef="#ctx0" brushRef="#br0" timeOffset="36282.143">19117 7136 10000 0,'0'0'1497'0,"0"0"-969"0,0 0 60 16,-28-65 524-16,20 43 16 0,3 2-324 16,-3 1-208-16,-3 3-124 0,3 4-24 0,-5-1 36 15,2 7-88-15,-2 2 124 0,2 4 280 16,-6 4-176-16,6 8-148 0,-5 10-72 15,4 7-76-15,0 9-60 0,3 9 84 16,6 5 85-16,-1 2 35 0,4 0-96 16,0-3-100-16,0-7-92 0,4-10-88 15,-1-5-96-15,10-9-4 0,-5-12-68 16,4-4-12-16,4-8 36 0,0-8 48 0,0-9-4 16,4-9-84-16,-5-1-260 0,2-1-148 15,-6-3 8-15,6 6 15 0,-2 0-27 16,2 8 100-16,-2 1 96 0,1 11 32 15,0-1 128-15,4 10 140 0,-5 0 4 16,6 7 108-16,-1 5 100 0,-5 4 112 16,6 3 20-16,-1 3-108 0,-5 1-88 15,2-1-96-15,-2 1 16 0,2-9-64 0,-10 3-76 16,5-7-92-16,-3-10-100 0,2 0-344 16,-3-4-156-16,0-8-464 0,0-7-392 15,0-6-672-15,0 2-2277 0,-4-12-2771 16</inkml:trace>
  <inkml:trace contextRef="#ctx0" brushRef="#br0" timeOffset="36746.128">19538 6245 8796 0,'0'0'2569'0,"0"0"-2569"0,0 0-825 16,0 0 825-16,0 0 609 0,0 0 191 0,0 0 20 16,-75-67-96-16,63 64-200 0,4 3-108 15,-4 0-8-15,0 3 56 16,0 0 28-16,-4 4-116 0,4-1-24 0,-3 4 48 16,2 2-12-16,-2 7-128 0,2 3-12 0,5 10 60 15,4 1 36-15,1 4 136 16,3 4 112-16,0-6-224 0,7 0-136 0,1-6-136 15,1-6-96-15,2-11-84 0,1-10-76 16,0-2 12-16,4-5 28 0,4-11-88 16,0-7-76-16,0-5-172 0,-4-4-160 15,-1 4-40-15,2-1 24 0,-6 7 68 0,2 3 48 16,-5 2-140-16,-4 9 128 16,-1 4 324-16,1 4 84 0,5 0 120 15,-9 6 620-15,4 11 112 0,0 2-12 16,3 6-148-16,-3 3-100 0,4 1-100 0,-3 3 0 15,-1-1-124-15,3 1-136 16,1 3 8-16,-4 0-120 0,1 3-68 0,-1 0-116 16,0 1-260-16,-1-5-216 0,1 5-324 15,0-4-300-15,0-14-1492 0,0 14-3201 16</inkml:trace>
  <inkml:trace contextRef="#ctx0" brushRef="#br0" timeOffset="37651.626">20252 7045 5460 0,'0'0'960'0,"0"0"5313"0,0 0-4553 15,0 0-708-15,0 0-120 0,0 0 728 16,0 0-228-16,83-10-196 0,-51 4-220 16,9 1-403-16,2-6-249 0,-4-2-152 15,6 1-124-15,-6-1-48 0,-3-3-156 0,-4 4-220 16,-8-1-77-16,0 1-155 0,-8 1-232 16,-4 3-312-16,-4 4-704 15,-4 4-1952-15,-4 0-2561 0</inkml:trace>
  <inkml:trace contextRef="#ctx0" brushRef="#br0" timeOffset="37829.525">20431 7252 9772 0,'0'0'4873'0,"0"0"-4053"0,0 0-556 16,0 0-212-16,0 0 516 0,0 0 624 15,0 0-252-15,96 44-396 16,-56-51-224-16,3-2-100 0,2-4-220 0,2 4-292 15,-3-4-964-15,0-3-360 0,-13 6-768 0,9-2-3805 16</inkml:trace>
  <inkml:trace contextRef="#ctx0" brushRef="#br0" timeOffset="38213.64">21699 6731 3544 0,'0'0'12545'0,"0"0"-10453"16,0 0-1476-16,0 0-220 0,-97 25 132 0,70-6 252 16,-1 6-168-16,0 4-260 15,4 3-72-15,7 3-27 0,2 5-9 16,7 2 0-16,5 4 56 0,3-3-80 0,0-4-112 16,7-9-108-16,-3-3-8 15,4-12-40-15,-1-5-48 0,6-4-64 0,2-6 16 16,2 0 36-16,2-9-16 0,1-4 76 15,1-3-36-15,-2-4-120 0,-3-1-65 16,5-2-71-16,-2-5 0 0,-3-1 36 16,0-2 36-16,4-1 120 0,-8-4 76 0,4-1 72 15,-1 2 72-15,-2 3 60 0,-5 4 40 16,-1 2-36-16,2 4-52 0,-1 9-24 16,-4 6-12-16,0 7-48 0,3 0 0 15,-3 14 160-15,5 8-40 0,2 3 20 16,1 7-132-16,1 0-4 0,2-1-4 15,1-1 0-15,0-2-96 0,4-6-236 16,-3-3-276-16,2-6-260 0,1 0-632 16,-1-6-1188-16,-6-2-3237 0,-2-2-3143 0</inkml:trace>
  <inkml:trace contextRef="#ctx0" brushRef="#br0" timeOffset="44794.248">23957 4479 13453 0,'0'0'2140'16,"0"0"-1384"-16,0 0-472 0,0 0 440 15,0 0 648-15,0 0-72 0,0 0-360 16,0 0-380-16,0 0-316 0,12-9 37 15,8 16 143-15,0-5-88 0,4 3 184 0,0 0-216 16,4-2-136-16,0 3-156 0,7-2 132 16,1-1-144-16,5-3 40 0,2 4-40 15,5-4-112-15,-1 0-116 0,-2-4-100 16,-2 1-228-16,-7-1-72 0,-8 4-237 16,-12 0-439-16,-8 0-900 0,-4 0-2064 0,-12 4-1949 15</inkml:trace>
  <inkml:trace contextRef="#ctx0" brushRef="#br0" timeOffset="44945.344">24064 4664 12117 0,'0'0'1572'0,"0"0"-696"0,0 0-220 16,0 0 516-16,0 0 108 0,0 0 92 16,0 0-320-16,84 20-440 15,-52-18-272-15,4 1-84 0,4 0-84 0,0-3-172 16,-1 0-196-16,1 0-460 0,4-6-348 15,0 6-236-15,0-7-424 16,-8 7-412-16,16-6-5429 0</inkml:trace>
  <inkml:trace contextRef="#ctx0" brushRef="#br0" timeOffset="45435.555">25108 3928 2520 0,'0'0'8368'16,"0"0"-6211"-16,0 0-1001 0,0 0 260 0,0 0 224 16,0 0 52-16,0 0-184 0,101-16-352 15,-62 18-183-15,5 5-381 0,4-4-108 16,3 1 0-16,-3-4-196 0,1 0-180 0,-2 0-108 16,1-7-84-16,-5 0 72 15,-3-2-156-15,1-4-268 0,-10 0-252 0,1 1-184 16,-12 5-281-16,-8 1-671 0,-8 3-1208 15,-4 0-2393-15,-8 3-2471 0</inkml:trace>
  <inkml:trace contextRef="#ctx0" brushRef="#br0" timeOffset="45695.531">25400 3930 9260 0,'0'0'2489'0,"0"0"-733"16,0 0-112-16,0 0-20 0,0 0-112 0,-17 73-304 15,17-38-352-15,-4 4-40 16,1 8-232-16,-1 4 57 0,-4 9-193 0,-5 3-312 0,-2 7-84 16,-1 4-52-16,-5 5-12 15,2 1 4-15,3-2-40 0,-4-4-40 16,4-7 28-16,4-8-120 0,0-10-88 0,8-16 4 16,0-9 68-16,4-8-109 15,0-14-191-15,8-2-28 0,1-2-76 16,6-14-184-16,5-8-548 0,8-6-492 0,0-12-716 15,-5 10-2353-15,5-28-2415 0</inkml:trace>
  <inkml:trace contextRef="#ctx0" brushRef="#br0" timeOffset="45950.626">25516 4019 1292 0,'0'0'9540'0,"0"0"-7983"0,0 0-701 15,0 0 616-15,0 0 92 0,0 0-132 16,0 0-372-16,3 73-396 0,5-37-160 16,-4 11 156-16,-4 4 32 0,0 9-388 15,0 0-232-15,-8 10-60 0,-8-2-8 0,4 1-4 16,-8 1 0-16,5-7-8 16,-2 0-52-16,-2-9 56 0,6-3-4 0,2-9 0 15,2-10-88-15,1-7-136 0,8-6-168 16,0-10-64-16,0-9-24 0,0 0-64 15,8-6-248-15,5-8-684 0,2-7-1020 16,-6 5-1813-16,6-19-2139 0</inkml:trace>
  <inkml:trace contextRef="#ctx0" brushRef="#br0" timeOffset="46126.018">25407 4619 11701 0,'0'0'1776'0,"0"0"-1304"16,0 0 488-16,0 0 988 0,0 0-224 0,0 0-384 15,84-16-452-15,-52 14-252 0,4-2-91 16,3-2-169-16,-3 3-180 16,1-1-196-16,2 2-36 0,-3-2-148 0,0 1-44 15,3 3-453-15,-2 0-283 0,6 7-408 16,-11 2-1568-16,8 7-4081 0</inkml:trace>
  <inkml:trace contextRef="#ctx0" brushRef="#br0" timeOffset="46530.423">26081 4966 16761 0,'0'0'2164'0,"0"0"-1744"16,0 0 216 0,-84 9 388-16,65-3-220 0,-2 4-247 15,1 2-265-15,5 8-184 0,2 2 0 0,2 6 40 0,3 4-28 16,4-1-24-16,4 1-36 0,0-3-60 15,4-6-60-15,7-5-156 0,1-5-88 0,4-7 12 16,0 1-68-16,8-7-45 16,-4-7 29-16,4-2 0 0,4-7-4 0,-4-6-48 15,4 3-48-15,-8-6 84 0,4-1 48 16,-5 3 72-16,1 4-12 0,-4 0 224 16,-4 7 60-16,-8 2 184 0,0 4 64 15,0 6 156-15,-4 0 52 0,0 0-64 0,0 6-160 16,0 4-96-16,0 7 120 15,-4 2 132-15,4 6-120 0,-4 6-24 16,0 1 48-16,1 9-75 0,-1 0-9 16,-5 7-108-16,1 3-100 0,1 3-8 0,-6 4-40 15,1 1-12-15,1 5-72 0,-2-1-185 16,6 3-147-16,-5-2-120 0,3 3-100 16,-2-3-112-16,-1-10-228 0,4-4-800 0,0-18-932 15,4 6-3317-15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32767" units="deg"/>
          <inkml:channel name="T" type="integer" max="2.14748E9" units="dev"/>
        </inkml:traceFormat>
        <inkml:channelProperties>
          <inkml:channelProperty channel="X" name="resolution" value="3854.94116" units="1/cm"/>
          <inkml:channelProperty channel="Y" name="resolution" value="5461.1665" units="1/cm"/>
          <inkml:channelProperty channel="F" name="resolution" value="91.01945" units="1/deg"/>
          <inkml:channelProperty channel="T" name="resolution" value="1" units="1/dev"/>
        </inkml:channelProperties>
      </inkml:inkSource>
      <inkml:timestamp xml:id="ts0" timeString="2023-06-27T07:17:31.078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1457 8918 4864 0,'0'0'7573'16,"0"0"-6657"-16,0 0-824 0,0 0 416 0,0 0 392 15,81 7 332-15,-46-4-392 16,5 3-204-16,0-6-132 16,0 4-144-16,3-4-4 0,-2 0-60 15,-2-4-48-15,-3-2-96 0,0-4-152 16,-1 1-12-16,-3-1-48 0,1-2-272 16,-10 1-320-16,-2 3-300 0,-6-3-244 15,-2 5-760-15,-10 4-1304 0,-3 2-2933 0</inkml:trace>
  <inkml:trace contextRef="#ctx0" brushRef="#br0" timeOffset="185.741">1800 9029 7000 0,'0'0'1636'0,"0"0"-316"0,0 0-71 0,20 77 471 0,-7-42 136 0,-2 6-448 16,1 3-380-16,0 4-284 0,-4 3-176 15,0 6-212-15,-4 0-208 0,0-3-148 0,-4 0-88 16,0-9-60-16,0-11-108 15,-4-9-4-15,0-5-72 0,0-4-104 0,0-7-224 16,-4 1-368-16,0-4-700 0,0-3-1240 16,-16 4-2525-16</inkml:trace>
  <inkml:trace contextRef="#ctx0" brushRef="#br0" timeOffset="361.032">1498 9715 9336 0,'0'0'1809'0,"0"0"-1205"0,0 0-372 15,0 0 488-15,0 0 260 0,0 0 84 0,0 0-544 16,92 19 232-16,-61-19-60 0,5 0-180 16,0 0-104-16,3-6-160 15,2 0-48-15,-2-7-140 0,1 0-60 0,-4 0-72 0,4-6-336 16,0 4-260-16,-1-5-376 0,-3-2-516 16,-8 7-2473-16,8-14-4755 0</inkml:trace>
  <inkml:trace contextRef="#ctx0" brushRef="#br0" timeOffset="544.765">2366 9369 10888 0,'0'0'1953'0,"0"0"-1353"0,0 0 200 0,0 0 776 0,96 44 52 16,-72-40-592-16,4-1-516 0,4-3-188 15,4-10 96-15,-5-6-112 0,5-3-228 16,0-6-88-16,-4-4-392 0,-1-5-344 0,-3-2-176 15,-3 2-604-15,-5-4-1272 0,-9 12-2541 16,-3-15-2847-16</inkml:trace>
  <inkml:trace contextRef="#ctx0" brushRef="#br0" timeOffset="862.233">2593 8903 1840 0,'0'0'7484'0,"0"0"-6696"15,0 0-384-15,0 0 741 0,0 0 135 16,-47 66-336-16,47-43-236 0,0 2-124 15,0 1 32-15,0 5 112 0,11 4-104 16,-3 3-152-16,9 9 24 0,-6 4-140 0,5 3-48 16,0 4-124-16,-4 2-24 0,4-1-36 15,-4 2-64-15,0-6 16 16,0-1-76-16,0-7 0 0,-4-3-48 0,0-2 40 16,-1-8-68-16,-2-1 72 0,-1-5 4 15,0 1-4-15,-4-7-8 16,0-3-36-16,0-6-16 0,0-1-32 15,-8-2 84-15,-1-1-40 16,-2-5-44-16,-6 3-64 0,-2-7-36 16,-5 0-28-16,-8 0-84 0,0-5-52 0,-3-1-124 0,3 0-52 0,-4-7-56 15,8 3-164-15,4 1 100 0,0-4-460 16,8 4 96-16,4-4-537 16,0 1-795-16,8 2-1824 0</inkml:trace>
  <inkml:trace contextRef="#ctx0" brushRef="#br0" timeOffset="8744.543">4199 9096 8824 0,'0'0'1628'0,"0"0"1249"16,0 0-1441-16,0 0-228 0,0 0-108 15,0 0-68-15,0 0-292 0,0 0-248 16,87 70-112-16,-59-61-88 0,8-2-24 15,5-4 172-15,-2-3-36 0,5 0-136 0,0-10-184 16,-1-5-84-16,2-1 0 0,-6-3-72 16,1-3-488-16,-4-1-248 0,-8 0-308 15,0-2-340-15,-8-3-1088 0,-5 9-2293 16,-2-16-3251-16</inkml:trace>
  <inkml:trace contextRef="#ctx0" brushRef="#br0" timeOffset="9094.805">4550 8643 8308 0,'0'0'2292'0,"0"0"-711"0,0 0-161 0,0 0 12 15,0 0-312-15,0 0-356 16,0 0-380-16,0 0-48 0,-20 65 12 0,20-39-16 0,0 6 40 16,0-1-28-16,0 8-76 15,0 5 4-15,3 4 20 0,1 3-60 0,5 2-60 16,-1 5 24-16,-1 2-12 0,6 3-112 15,-1-2 112-15,-1-1-88 16,2-2 4-16,-2-7 8 0,1-4-24 0,0-6-12 0,0-6 4 16,0-2 20-16,-4-8 12 15,-4-3 52-15,0-4-15 0,-4-1 171 16,0-5 0-16,0-2-148 0,0-1 4 0,-4 1-52 16,-4-1 12-16,0 0-48 15,-8 4 0-15,0-3-36 0,0-4-48 16,-4 0-88-16,-3 1-56 0,-1-4-72 0,-4-3-100 15,0 0-108-15,-4 0-37 0,4 0 93 16,-4-6-44-16,4-1-16 16,4 1-48-16,0-3-148 0,9 2-248 0,-2 1-328 15,9-4-440-15,5 4-256 0,-1-4-2585 0,4-9-2443 16</inkml:trace>
  <inkml:trace contextRef="#ctx0" brushRef="#br0" timeOffset="9568.26">6000 9249 7400 0,'0'0'8'0,"0"0"2780"16,0 0-807-16,0 0-181 0,0 0-132 0,0 0-76 0,43 85-256 15,-30-53-440-15,-5 1-256 0,-1-3-176 31,1-2-208-31,-3-2-232 0,-1-3-24 0,0-11-136 16,0-2-36-16,-4-4-144 0,0-6-112 0,0 0-208 0,0-3-340 16,0-6-400-16,0-4-1204 0,-4-13-3665 0</inkml:trace>
  <inkml:trace contextRef="#ctx0" brushRef="#br0" timeOffset="9729.973">5884 9007 10152 0,'0'0'2213'0,"0"0"-1013"0,0 0-220 0,0 0 368 0,0 0-184 16,0 0-456-16,0 0-520 0,96-13-188 15,-68 11-344-15,0-5-824 0,0 1-624 16,-4 2-2465-16,12-2-3323 0</inkml:trace>
  <inkml:trace contextRef="#ctx0" brushRef="#br0" timeOffset="9989.233">6481 9093 11745 0,'0'0'1524'0,"0"0"-736"0,-23 64 328 16,11-33 828-16,-4 1-128 0,0-1-480 15,4-6-492-15,9-5-300 0,-1-4-215 16,4-7-205-16,4-2-120 0,7-1 4 16,2-2 64-16,6-2-60 0,1 2 48 15,8-4-48-15,-5 0-4 0,5 0-8 0,-4 3 0 16,4 0 0-16,-3 0 4 0,-1 4 44 15,-5-1-44-15,-3 3 44 0,-4 1 28 16,-4 4-36-16,-8 0-40 0,0 2-100 16,-4 0 40-16,-12 1-156 0,0-3-161 0,-3 3-147 15,-5-4-48-15,-1-1-40 16,1 1-72 0,-4-4-164-16,0 1-492 0,1-7-576 0,7 1-2088 0,-12-4-3749 15</inkml:trace>
  <inkml:trace contextRef="#ctx0" brushRef="#br0" timeOffset="10529.773">7825 9118 5988 0,'0'0'1860'0,"0"0"1349"0,0 0-1885 16,-53-67-112-16,38 52 156 15,4 8-260-15,-2 2-292 0,1 5 52 0,0 0 60 16,4 12-204-16,0 9-160 0,1 12-160 16,2 8-88-16,-3 7 0 15,4 5 0-15,0 8 76 0,4-1 105 0,0-9-241 16,0-6-244-16,0-11-12 0,4-11-96 16,8-11-60-16,-3-8-52 15,6-4 64-15,-2-7 59 0,6-12 13 0,1-6-160 0,0-7-184 16,3-6-32-16,-2 0 44 15,-1 6 148-15,-5 4 96 0,2 5 24 16,-2 11 100-16,2 1 36 0,-2 11 124 0,2 5-16 16,-6 7 112-16,6 7 52 0,-6 3 188 15,1 1-104-15,-4 2-52 0,0 0-12 16,0-3-39-16,-4-3-81 0,-1-3-52 16,6-4-120-16,-5-1-72 0,0-8-84 15,-4-3-125-15,4 0-231 0,0-7-376 16,-1-6-264-16,1-6-1036 0,-4 4-2968 0,5-14-4157 15</inkml:trace>
  <inkml:trace contextRef="#ctx0" brushRef="#br0" timeOffset="10834.798">8152 9134 5884 0,'0'0'6269'0,"0"0"-5461"0,0 0 144 15,0 0 1056-15,11 70 436 0,-11-45-508 16,0 3-704-16,0-2-323 0,0-3-277 0,4-8-380 15,-4-2-252-15,4-3-68 0,-4-1-112 16,9-5-64-16,-5-4-180 0,3 0-12 16,5-7-13-16,0-9-15 0,8-3-120 15,0-3 24-15,0-3 192 0,-1 6 216 16,6-1 152-16,-1 8 48 0,-4 2 4 16,-1 7 228-16,-2 3 36 0,2 0-44 0,-6 3 32 15,2 3 96-15,-2 5 28 16,2 1-112-16,-7 3-99 0,4-2-117 0,0 3-88 15,-4 0 132-15,0 0-84 0,0 3-60 16,-4-3-68-16,3-3-308 16,-3 2-257-16,1-5-291 0,-1-1-304 0,4 1-1260 15,-4-4-2456-15,-1-3-4445 0</inkml:trace>
  <inkml:trace contextRef="#ctx0" brushRef="#br0" timeOffset="11215.948">9247 9125 5896 0,'0'0'4376'0,"0"0"-1815"15,0 0-949-15,0 0-160 0,20 72 48 16,-16-43 20-16,0 2-380 0,0 2-420 15,0-2-256-15,-4-2-136 0,4-7-132 16,0-2-196-16,-4-8-56 0,4-3-140 0,-4-5-256 16,0-1-180-16,0-3-188 0,0-3-224 15,0-10-740-15,0 3-1220 0,0-12-5005 16</inkml:trace>
  <inkml:trace contextRef="#ctx0" brushRef="#br0" timeOffset="11365.644">9228 8906 13001 0,'0'0'1704'0,"0"0"-1276"0,0 0 996 15,0 0 672-15,0 0-624 0,0 0-752 16,0 0-600-16,0 0-120 0,0 0-608 16,0 0-740-16,79-49-1068 0,-72 41-3973 15</inkml:trace>
  <inkml:trace contextRef="#ctx0" brushRef="#br0" timeOffset="11632.094">9574 8982 4152 0,'0'0'8701'16,"0"0"-7149"-16,0 0 184 0,0 0 432 16,0 0-216-16,67 80-392 0,-55-55-567 15,1 0-485-15,-2 4-12 0,2-1 144 0,-2 4-252 16,-3-4-160-16,-4 5-108 15,1-5-48-15,-1 0-72 0,-4-6-40 0,3-2-32 16,-3-8-24-16,0-2 48 0,0-7 48 16,4-3 4-16,-4 0 20 15,0-3-24-15,0-7-132 0,0-2-40 0,4-10 76 0,0-10-24 16,4-3-36-16,0-10-292 16,0 1-132-16,0 0-216 0,0-1-421 15,4 7-1127-15,-8 9-2172 0,8-5-2589 0</inkml:trace>
  <inkml:trace contextRef="#ctx0" brushRef="#br0" timeOffset="11879.672">9941 8887 11729 0,'0'0'2884'16,"0"0"-1952"-16,0 0-52 0,0 0 612 16,47 69 196-16,-35-43-344 0,-4-1-456 0,4 0-391 15,-4 0-133-15,-4 5-48 16,4-1-16-16,-4-1-128 0,-4 3-100 15,0 1-24-15,0-1-44 0,0 2-4 0,0-5-4 16,-4-2-116-16,4-11-16 0,0-5 136 16,0-7-48-16,0-3 0 0,4-3 36 15,4-9-96-15,4-8 108 0,4-5 64 16,4-6-64-16,0-5-192 0,-1-2-196 16,5 0-24-16,-3 4-61 0,2-2-235 0,1 5-352 15,-4 6-748-15,-4 5-1152 0,8-5-3397 0</inkml:trace>
  <inkml:trace contextRef="#ctx0" brushRef="#br0" timeOffset="12251.252">10395 9128 7856 0,'0'0'2228'0,"0"0"-759"0,0 0-185 15,0 0 116-15,0 0 24 0,47 69-144 16,-30-65-372-16,-2-4-56 0,2 0-200 15,2-7-248-15,1-5-172 0,4-4-124 16,-4-3-108-16,0-3 0 16,0-7-144-16,-1 4 8 0,-2-1-96 0,-2 1 36 0,-2-1 48 15,-9 7 68-15,-1 0 80 0,-3 4 48 16,-3-1 0-16,-10 3-40 0,-6 7-8 16,-2-1 100-16,1 4-28 0,1 3 148 15,-1 13-48-15,0 3 72 0,0 9 40 0,4 7-16 16,0 3 84-16,0 3 244 0,0 3-183 15,0 1-85-15,8-1-60 16,-3-3-100-16,7-4-8 0,4-2-160 0,0 0-12 16,8-7 12-16,3-2 56 15,6-11-56-15,-2-2-124 0,9-7 16 16,0-3-196-16,8-6-277 0,4-7 277 0,-1-6-208 16,5-3-1088-16,1-7-1096 0,-10 6-1676 15,21-8 199-15</inkml:trace>
  <inkml:trace contextRef="#ctx0" brushRef="#br0" timeOffset="12647.494">11108 8997 5624 0,'0'0'10729'0,"0"0"-9001"16,0 0-940-16,-100 96 560 0,68-61 176 0,0 6 1 15,9-3-413-15,-1 0-364 0,11-9-328 16,2-4-144-16,7-6-128 0,4-3-148 15,4-6-112-15,3-7 100 0,6 0-84 0,6-3 0 16,1-10-24-16,5-5-36 0,3-11-72 16,0-2-108-16,-1-11 20 0,1-1-116 15,3-2-76-15,-3-2 36 0,0 0-36 16,0-1-52-16,-7 0-21 0,-2 1 45 16,-3-8-88-16,-4 5-60 0,-3-3 120 15,-6-1 120-15,1 6 408 0,0 5 36 16,-4 7 196-16,0 8 236 0,4 12 120 0,-4 7 72 15,0 6-28-15,0 0-48 0,-4 9-183 16,0 10-1-16,-3 7 12 0,2 5 48 16,-3 11 48-16,0 6 48 0,1-1-52 15,3 3 40-15,-5 2-136 0,5-4-192 16,0-1-180-16,0-6-52 0,4-3-116 16,-3-6-168-16,3-3-160 0,0-7-48 0,0-6-228 15,7-4-304-15,1-8-873 0,1-4-2023 16,2 0-1541-16,5-19-2887 0</inkml:trace>
  <inkml:trace contextRef="#ctx0" brushRef="#br0" timeOffset="12927.55">11398 9099 14309 0,'0'0'2580'0,"0"0"-1836"16,0 0-176-16,0 76 728 0,0-47 400 16,0-4-179-16,4-3-765 0,-4-9-344 15,9-1-128-15,-1-8-148 0,7-4-132 0,-2-4-68 16,6-10-52-16,-3-5-100 0,4-4-200 15,0-5-100-15,0-1-4 0,0 4 76 16,-4-1 35-16,-1 4 85 0,-2 6 36 16,-1 4 132-16,-5 1 76 0,-2 9 84 0,-5 2 80 15,4 0 176-15,-4 2 184 0,0 9 21 16,0 1-97-16,0 4-48 16,0 0-12-16,0 3-40 0,-4 0-8 0,4-3-88 15,0-4-112-15,0 1-56 0,0-6-144 16,8 2-136-16,3-6-216 0,-2 0 292 15,3-3-989-15,-1 0-883 0,-2 0-2488 0,14-6-2593 16</inkml:trace>
  <inkml:trace contextRef="#ctx0" brushRef="#br0" timeOffset="13345.218">12024 9036 8188 0,'0'0'4097'0,"0"0"-2885"0,0 0-624 0,0 0 184 16,0 0 536-16,0 0 28 0,0 0-76 16,-51 70-300-16,38-45-8 0,-2 4 20 15,2 3-155-15,1 0-93 0,5 1 72 16,3 0-312-16,4-5-280 0,0-6-96 15,8-5-96-15,7-5-12 0,5-2-100 16,1-4 28-16,3-6 24 0,3 0-24 0,5-13-84 16,4-6-108-16,0-6-136 0,0-4-348 15,-1-6-345-15,-3 0-807 0,-4 3-2032 16,-8 10-1357-16,0-3-3523 0</inkml:trace>
  <inkml:trace contextRef="#ctx0" brushRef="#br0" timeOffset="13484.446">12355 9109 13165 0,'0'0'1900'0,"0"0"-1356"0,0 0 44 0,-4 76 688 16,0-54 204-16,0-3-496 15,0-7-852-15,4-1-132 0,0-9-340 16,0-2-276-16,8-8-504 0,0-9-508 0,-1 1-836 16,10-15-4393-16</inkml:trace>
  <inkml:trace contextRef="#ctx0" brushRef="#br0" timeOffset="13678.57">12426 8579 11569 0,'0'0'2208'0,"0"0"-1724"16,0 0-432-16,0 0 416 0,0 0 364 15,0 0 248-15,0 0-664 0,0 0-416 0,0 0-176 16,0 0-12-16,-47 59-308 15,47-59-440-15,0 0-136 0,0 0-612 0,0 0-2197 16,0-6-3623-16</inkml:trace>
  <inkml:trace contextRef="#ctx0" brushRef="#br0" timeOffset="14377.286">12542 8369 7352 0,'0'0'2024'0,"0"0"2441"16,0 0-3061-16,0 0 192 16,0 0-168-16,0 0 60 0,80 82-352 0,-76-40-320 15,-4 8-223-15,-4 11-121 0,-9 6-132 16,2 0-24-16,-5-1-88 0,0-2-36 15,4-4-180-15,-4-3-12 0,4-6-108 0,0-7-84 16,4-6-124-16,0-9 64 16,5-7-52-16,3-9 24 0,0-7-68 0,7-6 7 15,5-3-39-15,4-7 40 0,8-5 156 16,8-4 52-16,4-4-64 16,0 1-24-16,3 2-24 0,2 1 0 15,-2 7 184-15,-7 5 60 0,-4 5 48 16,-4 2 12-16,-8 0-60 0,-5 2 172 0,-6 5 172 15,-1 3-4-15,-4 3-12 0,0 2-60 0,-13 5-12 16,2-5-12-16,-6 5 49 16,-2-1-101-16,-1-1-84 0,4-1-20 0,0-8-84 15,1 0-4-15,2-6-112 0,5-3-176 16,1-6-321-16,3-7-123 0,4-12 0 16,0-3-408-16,4-17-556 0,7-6-728 15,2 10-2505-15,10-35-1835 0</inkml:trace>
  <inkml:trace contextRef="#ctx0" brushRef="#br0" timeOffset="14761.705">13148 8397 1696 0,'0'0'8856'0,"0"0"-6787"0,0 0-729 15,0 0 252-15,0 0-76 0,24 67-64 16,-33-32-468-16,-2 9-204 0,-1 4-24 16,0 4 217-16,0-2-233 0,8 1-196 15,0-4-312-15,4-2-232 0,4-5-96 0,8-1-124 16,0-7-156-16,8-4-72 15,-4-2 36-15,3-7 35 0,5-7 49 16,0-1 72-16,4-9-48 0,-3 2-24 0,-2-2 20 16,1-2 52-16,-4 0 72 0,-1 0 40 15,2 0 144-15,-5-2 0 0,3-9 132 16,-2-1-56-16,-2-4-4 0,2-2-12 16,-2-2 16-16,-2-2-68 0,-2 0 88 15,-7 3-24-15,0 3-8 0,-4 3 32 0,0 4 40 16,0 6 108-16,-8 3 96 0,-7 6-28 15,-2 13-308-15,-3 6 88 0,1 7 152 0,-5 6 85 16,3 3-1-16,2-2 0 0,3-4-64 16,8-4-56-16,4-5-136 15,4-4-72-15,8-3-132 0,8-7 12 0,11 1-64 16,5-10-180-16,9 0 24 0,2-3-341 16,5-6-367-16,3-3-52 0,2-4 288 15,-5 3-1300-15,-9 1-1068 0,13-7-3025 16</inkml:trace>
  <inkml:trace contextRef="#ctx0" brushRef="#br0" timeOffset="15472.029">14697 8512 1212 0,'0'0'11653'16,"0"0"-9065"-16,4 82-624 0,0-33-456 16,1 14-108-16,-1 13-124 0,-4 6-171 15,0 10-293-15,-4 1-368 0,-5 2-116 16,2-3-76-16,-1 0-132 0,0-7-72 0,-1-2-48 15,2-10 0-15,3-10-156 0,0-12-120 16,4-6 36-16,0-10-4 0,0-13-8 0,4-6-136 16,-4-6-72-16,8-8-120 15,-5-2-201-15,-3-6-523 0,4-13-1008 16,1-6-872-16,-5-10-1633 0,4 10-991 0</inkml:trace>
  <inkml:trace contextRef="#ctx0" brushRef="#br0" timeOffset="15686.767">14646 8871 6492 0,'0'0'844'0,"0"0"-284"16,0 0 1432-16,0 0-135 0,0 0-153 0,76-64-436 15,-60 64-372-15,-5 0-192 16,5 6-116-16,-4 5-68 0,-4 3-108 0,4 5 44 16,-7 4-36-16,-2 3-76 0,-3 2-100 15,-8 4-56-15,-4-1-124 0,-3 4-64 16,-2-3-124-16,2-3-144 0,-1-6-448 0,-1-5-176 15,9-5-112-15,1-10-92 16,3-3-356-16,4-3-720 0,0-10-981 16,0 4-791-16,11-17 632 0</inkml:trace>
  <inkml:trace contextRef="#ctx0" brushRef="#br0" timeOffset="15996.79">14989 8820 6200 0,'0'0'2728'0,"0"0"-892"0,0 0-23 16,0 0 55-16,35 83-240 0,-31-48-264 15,-4 2-300-15,0-2-256 0,0-2 100 16,4-8-176-16,0-10-368 0,0-2-204 16,5-10-160-16,-2-3-4 0,5-6 0 0,4-7-44 15,0-10-112-15,4 2-304 0,0-8-48 16,0 1-72-16,-4-1 164 0,-4 4 64 16,0 3 124-16,-4-1-116 0,-4 7 252 15,-4 3 20-15,-4 0 76 0,-9 7 180 16,-2 0 80-16,-2 4 48 0,-2 2-60 15,3 0-28-15,0 12-84 0,0 3 48 0,4 8 12 16,-4 6 60-16,4-1 24 16,1-3-12-16,2-2-268 0,5-8-48 15,0-5-332-15,4-7-416 0,0-3 108 0,8-6 136 16,8-10-144-16,4-9-396 0,4-7-1004 16,0 3-2133-16,8-21-1591 0</inkml:trace>
  <inkml:trace contextRef="#ctx0" brushRef="#br0" timeOffset="16509.862">15447 8379 7324 0,'0'0'4913'16,"0"0"-3365"-16,0 0-196 0,0 0 308 15,4 95 172-15,-13-51-152 0,2 7-436 0,-1 4-223 0,0 1 139 16,-1-2-304-16,2 3-420 16,3-5-352-16,0-2-84 0,0-5-376 15,4-8-92-15,0-2-196 0,12-9-160 0,0-11 148 16,8-4-225-16,4-9-367 0,4-2 236 15,-4-13 220-15,-1-2-96 0,1-1 188 16,0-3 608-16,-4 6 112 0,0 0 248 16,-4 7 364-16,-4 3 192 0,4 3-28 0,-4 3 48 15,-5 3 8-15,6 4-172 16,-5-1-152-16,-1 4-203 0,1 0-133 16,5-4-164-16,-2-2-8 0,6-5-4 0,-2-2-96 15,9 0 40-15,8-9-85 16,4-3-51-16,-1-4-120 0,6 3 24 15,-5 7 172-15,-4 3 68 0,-5 3 52 0,-2 9 0 16,-6 7 0-16,-3 9 112 0,0 8 120 16,-8 1-52-16,-4 4-8 0,-4 3-28 15,0-3 4-15,0 4-15 0,0 2-61 0,-4-3 52 16,-4 7 104-16,-4-4 160 16,1-2 544-16,-6-1-568 0,1-9-220 0,-4-4-84 15,0-4-60-15,1-10 0 0,3-3 0 16,-5-9 8-16,10-2 52 0,-6 0 24 15,10-9 36-15,-1-4-36 0,0-9-84 16,8-10-12-16,-4-3-120 0,4-6 12 16,8-4-180-16,4 1-76 0,8 3 48 0,4 0-44 15,-1 0-76-15,5 3-136 16,4 2-109-16,0 5-443 0,4-1-532 16,0 0-960-16,-8 13-1600 15,12-6-777-15</inkml:trace>
  <inkml:trace contextRef="#ctx0" brushRef="#br0" timeOffset="17569.444">17060 8874 4440 0,'0'0'988'0,"0"0"3436"0,0 0-2183 16,0 0-721-16,0 0-392 0,0 0 132 16,0 0-68-16,0 0-264 0,0 0-336 15,0 0-296-15,0 0-148 0,0 0-136 16,12-48-12-16,-8 48-76 0,-4 3 28 16,0 4-12-16,0-5 60 0,5 5 60 0,-5-1 12 15,0 0 88-15,0-1 88 0,0-3 8 16,0-2-36-16,0 0 36 15,0 0 88-15,0 4-40 0,0-4-84 0,0 0-40 16,0 0-80-16,0 0 8 0,0 0-96 0,0 0 48 16,0 0-56-16,0 0 8 15,0 0-12-15,0 0 0 0,0 0 4 0,0 3 44 16,0-3-40-16,0 3 56 16,0-3-60-16,0 0 4 0,0 2 76 0,0-2 25 15,0 0-49-15,0 0-56 0,0 0 8 16,0 4-12-16,-5-4-8 15,5 3-52-15,0 1 52 0,-4 2-4 0,0-3 0 16,0 4-24-16,0-1 36 0,1 0 12 16,-1 0 96-16,0 1-96 0,-5-1 88 0,5 1-52 15,0-4 24-15,1 6-68 0,3 1 44 16,0 2-40-16,0 5 52 16,0 1 12-16,0 1-60 0,3 3 124 0,5-2-40 0,1-8-12 15,-1 1-84-15,3-6-52 16,2-4-56-16,2-3 24 0,-2-3 76 15,2-4-4 1,1-6 0-16,0-6-208 0,0-2-48 16,4-2 3-16,-4-5 9 0,-4-1-124 0,4 0 112 0,-4 4 0 15,-5 3 36-15,-3-1-24 0,1 8 100 0,-5-2-4 16,0 9 84-16,-9-3-20 0,-6 5 88 16,-2 0-92-16,2 2 40 0,-5 4 60 0,4 0 8 15,-4 4-8-15,4 5 4 16,0 1 44-16,5 2 76 0,-2 5-76 15,5-4-48-15,1-1-48 0,2-3-136 0,5 1-172 16,0 0-496-16,0-1-700 16,0-3-980-16,5 1-2037 0,6-1-1195 0</inkml:trace>
  <inkml:trace contextRef="#ctx0" brushRef="#br0" timeOffset="17844.913">17479 8741 4700 0,'0'0'4656'0,"0"0"-2127"0,0 0-409 16,36 66-52-16,-25-30-284 0,-3 1 64 15,-4 4-444-15,1 4-275 0,-1-4-89 16,-4 1-364-16,4-8-324 0,-1-8-172 16,1-4-132-16,0-6 36 0,5-6-76 15,2-7 40-15,-3-3-36 0,8 0 36 0,4-16-48 16,0-3-4-16,4-13-4 15,4 1-4-15,0-7-60 0,-1 2 24 0,-3-2-24 16,-3 0-24-16,-6 2-132 0,-2-2-172 16,-2 1-240-16,-3-1-196 0,0 3-417 15,-4 3-1007-15,0 10-2960 0,8 5-2845 16</inkml:trace>
  <inkml:trace contextRef="#ctx0" brushRef="#br0" timeOffset="18353.237">18052 8950 15017 0,'0'0'1920'0,"0"0"-1200"0,0 0-324 0,0 0 860 0,0 0 80 16,0 0-192-16,0 0-439 0,0 0-281 15,92-32-184-15,-64 4-240 0,8-7-24 16,-8 0-304-16,3 0-60 0,-6 3-36 16,-5 7-13-16,-5 0 25 0,-7 5 108 15,-8 5 20-15,0 4 4 16,-15 5 48-16,-2 6 232 0,-2 0 100 0,-5 17 20 15,0 8 52-15,-4 10 256 0,3 3-64 16,2 6 84-16,7 8-55 0,-3-5-21 16,2 0-20-16,1-2-48 0,4-3-64 15,8-11-164-15,1-6-76 0,3-8-100 0,11-12-140 16,5-5-64-16,9-5 52 16,-2-15-148-16,9-5-393 0,3-10-155 15,-2 0-436-15,3 0-508 0,0-3-460 0,-5 6 64 0,1 0-69 16,-4 4 897-16,0 2 760 15,-5 4 700-15,-2 3 1256 0,-1 3 489 16,-5 10 359-16,6 3 40 0,-6 3-360 0,1 3-424 16,-4 10-336-16,4 2-436 0,-4 4-284 15,4 7-108-15,-4 3 72 0,0-2-24 16,-4 3 84-16,4 2 112 0,0-1-263 16,0 1-173-16,-4-1 76 0,4-6 224 15,-4-2-96-15,-4-10-88 16,0-7 0-16,-1-2-60 0,1-4-52 0,1-7 4 15,-1-6 124-15,4-6 44 0,3-2-96 16,6-5 0-16,-2-6-84 0,2-3 0 16,-2 0-48-16,5-4-120 0,-3 6-220 15,2-3-228-15,1 8-177 0,-4 5-179 0,4 1-428 16,0 9-780-16,-8 4-2100 0,12-4-1801 16</inkml:trace>
  <inkml:trace contextRef="#ctx0" brushRef="#br0" timeOffset="18576.891">19419 8534 16369 0,'0'0'2908'0,"0"0"-1916"0,0 0-772 15,0 0 268-15,96 57 521 0,-60-47 155 16,3-4-404-16,10-6-444 0,5 0-136 15,-1-6-36-15,3-4-144 0,-4 1-96 16,-1-7-324-16,-7 0-356 0,0-3-300 16,-13 0-325-16,-6 4-1471 0,-9 1-2896 0,-16 2-3633 15</inkml:trace>
  <inkml:trace contextRef="#ctx0" brushRef="#br0" timeOffset="18795.119">19666 8531 52 0,'0'0'15121'0,"0"0"-13341"15,-20 66-1516-15,20-34 180 0,0 10 904 0,0-1 768 16,0 10-283-16,8 3-769 0,0 3-356 0,0 3 88 16,4 0-276-16,-8 1-232 15,3 0-60-15,2-2-152 0,-1-8-76 16,0-6-84-16,4-4 12 0,0-13-72 16,-1-2-84-16,2-10-100 0,-2-6-116 0,2-3-72 15,-5-7-172-15,-1-5-196 16,-3-7-340-16,4-7-749 0,-3-4-747 0,-5-2-1576 15,0 6-609-15,-9-9-1111 0</inkml:trace>
  <inkml:trace contextRef="#ctx0" brushRef="#br0" timeOffset="18916.997">19766 9026 3724 0,'0'0'8053'0,"0"0"-6085"0,0 0-776 0,0 0 220 16,84-6 68-16,-61 6-52 0,5 0-116 15,4 0-400-15,0 0-279 0,3 0-185 16,2 0-280-16,-1-3-168 0,-4-4-472 15,-1-2-645-15,1 2-743 0,-8-2-2988 16,4-1-6873-16</inkml:trace>
  <inkml:trace contextRef="#ctx0" brushRef="#br0" timeOffset="19079.925">20993 9175 19701 0,'0'0'3773'0,"0"0"-3145"0,0 0-628 0,0 0-24 16,0 0-92-16,0 0 108 0,0 0-272 16,0 0-580-16,-91-6-473 0,74 6-1235 0,-2 0-3868 15</inkml:trace>
  <inkml:trace contextRef="#ctx0" brushRef="#br0" timeOffset="19925.537">4331 11176 6948 0,'0'0'2980'16,"0"0"-623"-16,0 0-1257 16,0 0 420-16,0 0-208 0,0 0-104 0,0 0-240 15,0 0-256-15,0 0-184 0,0 0-136 16,0 0 108-16,19-7 196 16,29 20 9-16,8-3-305 0,-1-5-192 0,-3-1-52 0,1-4-144 15,-14 0 84-15,1 0-36 0,-9-6-52 16,1-4-8-16,-4-3-92 15,-4 1-184-15,-3-1-200 0,-2-6-277 0,-3 0-431 16,0-3-744-16,-7 6-2540 0,-6-12-3625 16</inkml:trace>
  <inkml:trace contextRef="#ctx0" brushRef="#br0" timeOffset="20149.418">4645 10846 9656 0,'0'0'1845'0,"0"0"-293"0,-12 113 452 16,8-48-8-16,0 4-448 0,4-2-428 16,0-1-424-16,4-2-344 0,5-7-316 0,-2-9-36 15,9-13-96-15,-4-10-100 16,4-12-24-16,0-7 12 0,3-6 76 0,2-9-52 0,-1-8-136 16,-1-5-196-16,2-7-236 15,-1-2-336-15,-5-1-456 16,-2-6-544-16,2 0-256 0,-3 6-565 0,8-18-1435 0</inkml:trace>
  <inkml:trace contextRef="#ctx0" brushRef="#br0" timeOffset="20543.964">5003 10515 7916 0,'0'0'2936'16,"0"0"-1315"-16,0 0-369 0,0 0 140 16,0 0-256-16,0 0-276 0,0 0-104 15,0 0 196-15,37 79-20 0,-25-37-88 16,-5 12 80-16,6 3-51 0,-5 7-385 15,-5 8-200-15,1 4-44 0,-4 8-76 16,0 1-120-16,0 1-36 0,0-7-12 16,-4-8-60-16,4-17 48 0,0-17-72 0,0-18-88 15,4-12-92-15,4-7-124 0,1-10-72 16,6-10 132-16,2-8 35 0,-6-6-11 16,6-2 0-16,-6-2 48 0,1 4 36 15,-4 4 124-15,0 9 92 0,-4 5 0 0,0 6 4 16,0 7 0-16,-1 3 280 15,2 0 48-15,-1 0 76 0,0 13-4 0,4-1-83 16,-1 5 23-16,2 5-28 0,-1 0 4 16,0 0-64-16,-1-3-20 0,2-3-4 15,-1-3-120-15,-4-4-96 0,-1 1-12 16,5-8-72-16,-3 2-12 0,-1-1 0 16,-4-3-36-16,4 0-40 0,0 0-432 0,-4 0-208 15,3-3-197-15,5-1-467 0,-4-2-596 16,5 0-1016-16,-2 0-1605 15,1-4-383-15</inkml:trace>
  <inkml:trace contextRef="#ctx0" brushRef="#br0" timeOffset="21046.483">5462 11319 5928 0,'0'0'3168'15,"0"0"-767"-15,0 0-481 0,0 0-232 0,0 0-304 0,0 0 60 16,80 15-396-16,-73-15-376 16,1 0-60-16,1-6 60 0,-1-3-172 15,3-7-208-15,2-4-111 0,-6-1-109 0,5-4-72 16,-3-5-116-16,-2 5-153 0,-3 3 25 0,0 6 64 15,-4 6-4-15,0 1 0 16,0 3 128-16,-4 2 56 0,-3 1 12 16,-1 3 112-16,-5 0-76 0,2 0 12 0,-2 3-60 15,2 10-76-15,-1 3 4 16,3 4 72-16,2 5 0 0,3 4 84 16,0-1 76-16,0 4-28 0,0-1-48 0,4-3-84 15,0-1-108-15,0-9-76 16,0-5-24-16,8-7-8 0,0-3-432 0,-1-3-260 15,10-3 132-15,-2-13-240 0,2-3-700 16,7-10-500-16,-1 1-389 0,-3-3 561 16,4 1 628-16,0 5 1392 0,-4 6 24 15,0 7 792-15,-5 5 412 0,-2 4 452 0,-2 3 345 16,2 0-181-16,-5 10-348 16,-1 2-348-16,-3 4-108 0,5 3-104 0,-5 4-152 15,-4-2-100-15,4 2 68 0,-4-4 5 16,0-7-249-16,0-5-244 0,4-4-240 15,-4 0-36-15,0-3-48 0,3-3 12 16,5-3-96-16,1-7 156 0,2-3-136 0,5-3-92 16,0-3-77-16,8-1-35 0,-4 1 156 15,8 3 72-15,-4 4 4 0,0 5 24 16,4 0-4-16,-9 10 92 0,1 0 8 16,1 0 100-16,-6 10 8 0,-2 3 0 15,2 3-96-15,-2-1-12 0,-2 5-56 16,-3-1-52-16,4-1-148 0,-4 5-196 15,0-4-232-15,-4 3-288 16,3 0-788-16,-2-2-1116 0,7 2-2705 0</inkml:trace>
  <inkml:trace contextRef="#ctx0" brushRef="#br0" timeOffset="21531.467">8028 10992 5004 0,'0'0'8561'0,"0"0"-7101"0,0 0-1020 15,0 0 316-15,0 0 888 0,0 0-188 16,0 0-224-16,0 0-364 0,16 73-79 16,12-64-197-16,3-2-228 0,1-1-172 15,4-3-80-15,1-3-40 0,-2-3-24 16,1-6-48-16,0-4-8 0,-1-6-344 16,-3-3-48-16,0-7-228 0,-4 3-101 0,-4 1-283 15,-3-1-408-15,-2 4-572 16,-7 2-928-16,0 6-1737 0,-8-5-1855 15</inkml:trace>
  <inkml:trace contextRef="#ctx0" brushRef="#br0" timeOffset="21933.008">8422 10772 6048 0,'0'0'1692'0,"0"0"3113"0,0 0-3797 0,0 0-372 16,0 0 336-16,-79-8 388 0,71 8-52 16,-1 0-236-16,5 0-272 0,1 0-252 0,3 2-36 15,-4 4 112-15,0 4-91 0,4 2-133 16,0 5-84-16,0 8-48 15,0 4-16-15,0 2 64 0,0 4 128 0,0 0-128 16,4 3-172-16,-4 4-72 0,4-5 0 16,-1 8-12-16,5-1-48 0,1 4 0 0,-1 0-12 15,-1 3-4-15,6-1 4 0,-2 1-84 16,1 0 12-16,4-7 24 0,-4 1 44 16,1-4-80-16,2-5 72 0,-2-5-84 15,-2-3 36-15,-3-5 56 0,1-8-8 16,-2-2 8-16,-3-3-4 0,-4-3 8 15,0-4 108-15,0-3 0 0,0 0 48 16,0 0-152-16,-11 0-4 0,2 0-116 16,-10 0 8-16,-2-7 100 0,-3-3 4 0,-4 1-4 15,0 0-76-15,-4-8 36 0,0 5-24 16,1-4 24-16,3 0 36 16,1 0-192-16,3 0-36 0,3 0-16 15,1 1 4-15,1-1-4 0,2 2-32 0,6 3 44 16,-6-3-24-1,10 5-37-15,-1-1-95 0,4-2-148 0,-5-1-208 16,9 0-288-16,0 1-436 0,0-7-816 0,9 5-704 16,-1-7-2573-16</inkml:trace>
  <inkml:trace contextRef="#ctx0" brushRef="#br0" timeOffset="22493.957">9351 11024 6292 0,'0'0'6841'0,"0"0"-5229"0,0 0-216 0,0 0 352 16,0 0-72-16,83 15-284 15,-51-15-479-15,0 0-417 0,0 0-192 16,4-2-172-16,-4-9-124 0,0 3-8 0,-4-6-60 16,-5 5-424-16,1-1-245 0,-4 1-379 15,-4 5-312-15,-7 1-860 0,-2 3-2228 16,-7 3-2077-16</inkml:trace>
  <inkml:trace contextRef="#ctx0" brushRef="#br0" timeOffset="22626.711">9522 11223 8096 0,'0'0'3997'0,"0"0"-2809"0,0 0-436 16,0 0 664 0,0 0 240-16,0 0-356 0,0 0-440 0,0 0-112 15,0 0 412-15,0 0-479 0,95 39-377 0,-63-39-244 16,4-4-60-16,4-3-340 0,0-1-293 16,8 2-499-16,-4-1-280 15,4 3-660-15,-12 4-2736 0,11 0-6441 0</inkml:trace>
  <inkml:trace contextRef="#ctx0" brushRef="#br0" timeOffset="23637.164">11243 10582 5440 0,'0'0'1016'16,"0"0"-352"-16,0 0 2576 16,0 0-787-16,0 0-785 0,0 0-456 0,0 0-308 15,0 0-84-15,0 0 48 0,-84 57-192 16,69-31-160-16,2-1-112 0,2 7 12 15,3 3 184-15,0 2-4 0,0 5-135 16,4 3-121-16,0 2-120 0,4 3-28 16,0-2-48-16,0 0-68 0,0-3-76 15,8-4-36-15,0-6-28 0,4 0-8 0,-1-7-24 16,6-5-24-16,-2-4 8 0,-2-4-56 16,6-5-377-16,1-4-175 0,8-3-172 15,0-3-232-15,4-6-784 0,-8 0-1240 16,12-16-3461-16</inkml:trace>
  <inkml:trace contextRef="#ctx0" brushRef="#br0" timeOffset="23931.241">11705 10718 6644 0,'0'0'1452'0,"0"0"1204"0,0 0-1267 16,0 0 359-16,0 0-168 0,0 0-224 16,0 0-596-16,77-15-144 15,-58 24 40-15,9 7 80 0,4 6 96 0,-1 4-64 16,1 9-260-16,0 0-127 0,-4 6-141 0,-4 0-20 16,0-3-112-16,-4 0-108 15,-4-3-40-15,3-3-92 0,-6-10-4 0,2-6-56 16,-2-3-125-16,-1-7-47 15,0-3-268-15,0-3-104 0,-1-3-204 16,2-10-280-16,-2-6-1256 0,2 4-2044 0,-2-18-977 16</inkml:trace>
  <inkml:trace contextRef="#ctx0" brushRef="#br0" timeOffset="24161.922">12259 10636 6340 0,'0'0'4372'0,"0"0"-2163"0,0 0-1393 0,0 0-80 0,0 0 412 15,0 0-144-15,-80 45-108 0,57-17-28 16,-5 4-120-16,0 5-36 0,-4 5 72 16,0 3-164-16,0 2-36 0,-3 5 73 15,-2-2-269-15,5 1-172 0,-3-1-108 16,3 1-56-16,0-3-52 0,0-4-96 16,4-6 24-16,4-3-36 0,5-6-256 15,6-11-72-15,5-4-37 0,4-9-39 0,1-1-136 16,3-4-376-16,3 0-828 0,5-9-964 15,1 6-1601-15,2-14-971 0</inkml:trace>
  <inkml:trace contextRef="#ctx0" brushRef="#br0" timeOffset="24683.974">12674 10985 10296 0,'0'0'2889'0,"0"0"-1201"0,0 0-128 16,0 0-204-16,0 0 176 0,0 0-236 0,0 0-384 16,103 16-243-16,-71-16-113 0,0 3-180 15,4-3-112-15,-1 0-116 0,1-3-48 16,1-3-100-16,-5 0-8 0,-1-5-64 0,-3 2-48 15,-1-1-476-15,1 1-348 16,-3 3-505-16,-9-1-1179 0,3 1-4577 0</inkml:trace>
  <inkml:trace contextRef="#ctx0" brushRef="#br0" timeOffset="25355.985">13904 10481 6612 0,'0'0'896'0,"0"0"-348"0,0 0 2413 16,0 0-641-16,0 0-140 0,0 0-640 16,24 66-212-16,-20-31-344 15,1 3-80-15,-5 4 0 0,0 5-272 0,0 1-159 16,0 6-25-16,-5 0 60 0,-2-4-204 0,-5 1-184 16,-1-3-36-16,2-11-36 15,-1-1-40-15,4-8-4 0,-4-2-4 0,0-3-4 16,0-5-8-16,-4-3-264 0,0-1-16 15,1-2-60-15,-2-9 4 0,6 1 8 16,2-4 48-16,1-10-257 0,0-6-71 16,5 1 244-16,-1-8 216 0,4 1-24 0,0-3 48 15,0-1 16-15,0 1 56 16,0 3 56-16,0 2 4 0,0 5-32 16,0 5 36-16,4 4 88 0,-1 6 80 0,1 0-8 15,4 0 112-15,5 0 200 16,-2 6-32-16,6 4-64 0,-2 3 37 15,5 0-1-15,0-2-120 0,0 3-36 0,0-2-16 16,-1 1-84-16,-2 0-104 0,3-1-4 16,-4-2-48-16,0-1-48 15,-1 1 36-15,-3-1-88 0,0 1-80 16,-4-1-352-16,0 0-477 0,1 2-111 16,-2-3-372-16,-3-4-1340 0,0 2-3297 0</inkml:trace>
  <inkml:trace contextRef="#ctx0" brushRef="#br0" timeOffset="25539.035">14295 11134 10452 0,'0'0'3825'0,"0"0"-3177"0,0 0-324 0,0 0 584 15,0 0 664-15,0 0-32 0,0 0-168 16,0 0-448-16,0 0-387 0,64 70-213 16,-64-54-92-16,0 1-112 0,0-6-64 15,0-1-56-15,-4-3-60 0,4-7-144 16,0 3-232-16,0-3-185 0,0-3-267 15,-4-4-248-15,4-3-480 0,-4 5-2712 16,-4-15-2657-16</inkml:trace>
  <inkml:trace contextRef="#ctx0" brushRef="#br0" timeOffset="25696.2">14339 10896 15645 0,'0'0'2312'0,"0"0"-1784"16,0 0 284-16,0 0 668 15,0 0-67 1,0 0-845-16,0 0-568 0,0 0-364 16,0 0 52-16,0 0-297 0,80-47-575 0,-60 28-1024 0,-1 7-3556 0,1-5-5597 15</inkml:trace>
  <inkml:trace contextRef="#ctx0" brushRef="#br0" timeOffset="25960.381">14853 10646 10244 0,'0'0'6125'0,"0"0"-4845"0,0 0-808 16,0 0 156-16,0 0 696 0,0 0-4 15,0 0-399-15,80 47-497 0,-56-31-108 16,-5 0-76-16,5 0-56 0,0 2-68 0,-3 5-116 16,-2 2-8-16,1 4 4 15,-8 0-68-15,-4 6 72 0,-4 2 0 16,-4 4-4-16,-4 5-132 0,-12-2 52 0,-8 3 36 15,0-2-48-15,-4-4-196 0,-4 1-168 16,0-11-97-16,0 1-99 0,-3-10-212 16,-5 0-404-16,1-6-1020 0,7-6-2752 15,-20-1-4973-15</inkml:trace>
  <inkml:trace contextRef="#ctx0" brushRef="#br0" timeOffset="26733.762">10665 10629 2520 0,'0'0'4592'0,"0"0"-3644"16,0 0-276-16,0 0 3825 16,0 0-2233-16,0 0-632 0,0 0-468 15,0 0-104-15,0 0-144 0,0 0 24 0,0 0-223 16,-43 10-133-16,43-10-64 16,4 0-36-16,3 0-136 0,10 0-212 0,2 0 164 15,5 0 48-15,4 0 220 0,0 0-208 16,0 0-216-16,0 0 40 0,0 4-40 15,-4-4-60-15,-1 0-76 0,1 3-8 0,-3-3-40 16,3 0 28-16,-5 0 0 0,-2 0-120 16,2 0-220-16,-7-3-116 0,0-1-244 0,-4 1-120 15,-4 3-280-15,0-4-1045 16,-4 1-1967-16,0 0-1569 0,0 1-3151 16</inkml:trace>
  <inkml:trace contextRef="#ctx0" brushRef="#br0" timeOffset="26978.16">10697 10671 5016 0,'0'0'4968'0,"0"0"-3023"0,0 0-753 0,0 0 40 0,-4 66 268 16,4-46-84-16,0 5-324 0,0 0-320 15,8 4-84-15,-3 6-76 0,-1 0-124 0,-1 3-52 16,1 0-108-16,-4 0-107 0,0-3-149 15,0 0-72-15,0-6-60 16,0-4-85-16,0-9-39 0,0-4-96 0,0-6-280 16,4-2-256-16,0-4-128 0,0-6-80 15,5-6-432-15,6-5-992 0,-7-2-2133 16,8-9-1351-16</inkml:trace>
  <inkml:trace contextRef="#ctx0" brushRef="#br0" timeOffset="27157.717">10880 10801 9140 0,'0'0'2145'0,"0"0"-1041"0,0 0-224 0,0 0 756 16,0 0 52-16,0 0-248 0,0 0-636 15,0 0-364-15,0 0 4 0,-11 70 20 0,11-35 376 16,0-4-232-16,0 8-267 0,0-1-205 16,0 3-64-16,0 4-72 15,4-4-60-15,-4 3-100 0,3-3-409 0,1-2-127 16,0-4-196-16,1-1-372 0,-1-2-848 15,0-6-932-15,-4 5-2477 0</inkml:trace>
  <inkml:trace contextRef="#ctx0" brushRef="#br0" timeOffset="28296.289">10562 11684 692 0,'0'0'5036'0,"0"0"-4228"16,0 0-224-16,0 0-208 0,0 0 1272 15,0 0 957-15,0 0-889 0,0 0-664 16,0 0 48-16,0 0 204 0,0 0-260 16,0-54-32-16,4 54-228 0,0 0-248 0,3 3-168 15,2 3 32-15,3 6 196 0,4 2-179 16,-4 8-225-16,-5 3 4 0,2 0-112 15,-5 5-80-15,0 0 56 0,-4 3-48 16,-4-1-12-16,-5-1-4 0,-2 1-56 16,-1-7 52-16,-4 1-64 0,4-5 72 15,-8-2-112-15,0-2-44 0,4-4 12 0,-4-3-4 16,-3-4 63-16,2 0-63 0,1-6 136 16,5 0-48-16,-2-3-24 0,6-4-60 15,3-5-100-15,-5-4 72 0,6 0-36 16,3-3 88-16,0-4-28 0,4 4 28 0,0 0-4 15,0 7 112-15,4-1 0 0,4 4 12 16,-1 2 88-16,2 1 68 0,3 3-56 16,3 3 20-16,1 0 64 15,0 0 36-15,4 6-76 0,0 4-60 0,0 2 64 16,0 1-40-16,0-1-48 0,0 1-60 16,-4 1-12-16,-5-2-60 0,6 3 72 0,-6-2-12 15,-3-1-352-15,1 2-28 16,-1-1-132-1,-1 0-48-15,-3-1-140 0,0 1-164 0,1-4-540 16,-5-2-636-16,4-1-2173 0,0-6-2747 0</inkml:trace>
  <inkml:trace contextRef="#ctx0" brushRef="#br0" timeOffset="28485.947">10929 11937 10316 0,'0'0'2405'16,"0"0"-1257"-16,0 0-552 15,0 0 628-15,0 0 440 0,0 0-280 16,28 77-352-16,-28-58-496 0,3 4-156 0,-3-5-88 16,4 1-156-16,-4-3-136 0,0-6-100 15,0-1-32-15,0-5-148 0,0-2-356 16,0-2-296-16,0 0-400 0,-4 0-820 16,1-2-2849-16,-5-11-3203 0</inkml:trace>
  <inkml:trace contextRef="#ctx0" brushRef="#br0" timeOffset="28632.274">10893 11753 13557 0,'0'0'2504'0,"0"0"-1976"0,0 0-92 16,0 0 208-16,0 0 320 0,0 0-532 16,0 0-432-16,0 0-60 0,0 0-408 15,0 0-424-15,71 0-956 0,-54 0-3961 0</inkml:trace>
  <inkml:trace contextRef="#ctx0" brushRef="#br0" timeOffset="32340.026">22487 10632 8188 0,'0'0'648'0,"0"0"1112"15,0 0 629-15,0 0-549 0,0 0-140 16,0 0-144-16,0 0-204 0,0 0-312 0,0 0-284 16,0 0-15-16,24 77-205 0,-20-36-212 15,-4 3-152-15,0 8-52 0,-8 2-12 16,-5-1-48-16,-2 5-48 0,-1-4-12 0,-7 0-72 16,2-7-12-16,-3-2 24 0,0-8 0 15,5-11 60-15,-2-7 0 16,1-6 0-16,1-7-264 0,-1-3-112 0,4-3-36 15,-4-6-25-15,0-3 61 0,4-10 32 16,4 0 92-16,0-4 8 0,8-2-200 16,-3 0 224-16,7-4 100 0,-4 3 108 15,4-2-136-15,0 5 72 0,0 5 72 16,4 4 4-16,-1 6 112 0,5 4 24 16,0 2-16-16,4 2 188 0,4 2 8 0,0 7-20 15,8 5-28-15,-4 2 36 0,4 2-72 0,-4 1-4 16,3 0-44-16,-3-3-87 15,1 0-85-15,-6 0-12 0,2-6-60 16,-6-1-1-16,1-3-135 0,0 1-108 16,-4-1-292-16,0-6-212 0,0 3-96 0,0-3-604 15,0 0-824-15,-1-3-1700 16,2-3-929-16</inkml:trace>
  <inkml:trace contextRef="#ctx0" brushRef="#br0" timeOffset="32509.357">22646 11157 4984 0,'0'0'7285'0,"0"0"-5985"15,0 0-904-15,0 0 188 16,0 0 888-16,0 0-232 0,0 0-176 0,0 0-424 16,0 0-268-16,0 0-16 0,64 66-40 15,-64-50-96-15,0 0-132 16,0-3-80-16,-4 0-8 0,4-1-52 0,-4-5-216 16,0-1-272-16,0-6-280 0,0 0-296 15,1 0-708-15,-1-6-3249 0,-1-11-4259 16</inkml:trace>
  <inkml:trace contextRef="#ctx0" brushRef="#br0" timeOffset="32662.869">22769 11119 13449 0,'0'0'3092'0,"0"0"-2392"0,0 0-528 0,0 0 488 16,0 0 508-16,0 0-40 0,0 0-1128 15,0 0-76-15,0 0-388 0,0 0 124 16,32-7-276-16,-27 7-472 0,-5 0-672 15,0 0-1148-15,0 0-2025 0,-16 7-2571 0</inkml:trace>
  <inkml:trace contextRef="#ctx0" brushRef="#br0" timeOffset="33212.114">21650 10769 10744 0,'0'0'2257'15,"0"0"-1213"-15,0 0-44 0,0 0 808 0,0 0-416 16,0 0-272-16,0 0-508 0,0 0-344 16,0 0-184-16,0 0-84 0,0 0-172 15,60-54 0-15,-60 64-36 0,0 6 148 0,-4 7 60 16,-8 5-100-16,0 6 88 0,-3 5-72 16,-2 2 40-16,-3-3 44 0,5-4 0 15,-2 2 12-15,2-7 36 0,2-4-8 16,2-3-40-16,7-3-60 0,-4 3-4 15,8-3 16-15,-5 0-12 16,5 1 8-16,0-5-32 0,0 1-4 0,0-4 4 16,5-1 8-16,-1-6 4 0,0 5-52 0,3-3 4 15,6 2-92-15,-5 0 124 16,7 4 88-16,-2 3 12 0,2 3 136 16,2 3 244-16,-2 3-108 0,-2 1 24 0,-2 3-164 15,-3 3 16-15,1-4 36 0,-2 1-60 16,-3-1-64-16,0 5-24 0,0-5-48 15,0 0-72-15,-4 4 60 0,0-3-88 0,0-4-108 16,0-3-256-16,3-5-140 16,-3-9-160-16,5-2-228 0,3-6-524 15,7 0-500-15,-2 0-544 0,15-21-2069 0</inkml:trace>
  <inkml:trace contextRef="#ctx0" brushRef="#br0" timeOffset="33644.695">23272 10557 15881 0,'0'0'2540'15,"0"0"-1764"-15,0 0-652 0,0 0 436 16,0 0 368-16,0 0 84 0,0 0-599 15,0 0-317-15,0 0 52 0,0 0 20 0,0 0-96 16,36 72 0-16,-36-39 88 0,-4 1-84 16,-9 7-76-16,-2 0-84 0,-1 1-136 15,4-4-8-15,0-6 68 0,8-7 28 16,0-3 12-16,4-2-100 0,0-5-157 16,12 2 133-16,0-2 12 0,4 5-24 15,0-1 60-15,4 0 112 0,3 6 84 0,-3 0-44 16,5 0 44-16,-5 2 84 15,-1-2-32-15,1 0-44 0,0-2 4 16,0 2 36-16,-4-4-48 0,4 2 4 0,-4-1 88 16,-4-3-84-16,-5 0-8 15,2 4 8-15,-5-1 92 0,-4 0-4 16,0 3 196-16,-4 1 36 0,-5-1-96 0,2-3-232 0,-5-3-192 16,0-2-404-16,0-6-320 15,-3 0-308-15,2-5-1032 0,1 0-2376 16,-4-6-2837-16</inkml:trace>
  <inkml:trace contextRef="#ctx0" brushRef="#br0" timeOffset="34694.894">24519 11096 4224 0,'0'0'1708'16,"0"0"-564"-16,0 0-560 0,0 0-180 15,0 0-68-15,0 0 52 0,0 0 1720 16,0 0-1143-16,-8-70-501 0,4 64-56 16,-3 0 180-16,2-1 252 0,1 7 120 0,0-3-44 15,0 3-112-15,0 0-80 0,-3 0-44 16,-2 0-52-16,1 3-184 0,0 4-140 0,-4-1-96 16,0 0-96-16,5 0 84 15,-1-1-52 1,-1-3 4-16,5 5-40 0,-3-5 28 0,3 1 36 15,0 1 8-15,-1 3 148 0,-3 2 76 0,4 3-271 16,-3 5-1-16,-1 5 28 0,-1 3-28 16,2 6-72-16,-1-2 40 0,4 3-4 0,0-3-24 15,-1-4 12-15,1-3-76 0,4-3 76 16,0-6 4-16,0-3-80 0,4-7-8 16,1 1 0-16,-1-2-88 0,4-2 80 0,-1 0-4 15,1-6-108-15,1-1-60 16,6-5-40-16,2-4 28 0,-2 0-16 15,2-6-61-15,2 3-35 0,-3-1-24 0,0 2 24 16,0-5 72-16,1-2-124 0,2 0 64 16,-3-4 96-16,0-3 12 0,0 1-48 15,3-4-28-15,-2-3-60 0,-6-1-100 16,6 1-112-16,-6-1 100 0,-3-1 132 16,1-2 112-16,-2 5 4 0,-3-2 56 15,-4 8 68-15,0 2 60 0,0 7 0 16,0 6 172-16,0 3 192 0,-4 5 60 15,1 3-128-15,3 3-36 0,-4 2-48 16,4 0-52-16,0 0 0 0,0 0-60 16,0 7-16-16,-4 5 16 0,4 3 156 0,0 8 100 15,-5 4-72-15,5 6 24 0,-4 5 108 16,0 4 108-16,-3-1-160 0,3 5-12 16,-4 3-72-16,-1 2-59 0,2-3-161 15,-1-7 0-15,4 0-60 0,-1-3-12 16,1-6-160-16,4-7 15 0,0-3-267 0,0-8-4 15,4-3-108-15,5-4-100 0,-5-4-112 16,7 1-424-16,-2-4-724 0,-1 0-592 16,3-7-1501-16,-7 3 913 0,9-4-3084 15</inkml:trace>
  <inkml:trace contextRef="#ctx0" brushRef="#br0" timeOffset="34862.93">24770 11169 8944 0,'0'0'1981'16,"0"0"-709"-16,0 0-60 0,0 0 536 0,0 0-188 0,0 0-316 15,0 0-356-15,0 0-312 0,63 74-136 16,-59-55-120 0,-4 0-112-16,5 0-36 0,-5-7-172 0,4-2-56 0,-4-4-100 15,4-3-312-15,-4-3-180 0,0 0-212 0,4-3-280 16,-4-6-1032-16,0 2-1936 0,3-12-1993 0</inkml:trace>
  <inkml:trace contextRef="#ctx0" brushRef="#br0" timeOffset="35010.97">24857 10950 10664 0,'0'0'2797'0,"0"0"-1441"16,0 0-424-16,0 0 708 15,0 0 4-15,0 0-260 0,0 0-580 0,0 0-708 16,0 0-96-16,0 0-72 0,0 0-268 16,0 0-392-16,100-63-284 15,-68 52-328-15,-4 3-1160 0,-8 2-2229 0,12-5-2135 0</inkml:trace>
  <inkml:trace contextRef="#ctx0" brushRef="#br0" timeOffset="35283.287">25256 10893 8988 0,'0'0'5245'0,"0"0"-4425"15,0 0-604-15,0 0 448 0,-56 85 1100 16,32-59-152-16,8-4-620 0,-4 3-540 0,1-2-232 16,6-4 36-16,6-3-148 15,3-3-56-15,4-1-40 0,4-2 48 0,3-1-60 0,6-2 0 16,6-1-112-16,1 0 4 15,1-2-64-15,-2 2 40 0,5-3 60 16,-4 7-16-16,-4-4 28 0,-4 7 12 0,0-4 48 16,-4 5 60-16,-4 0 112 0,-1 0 60 15,-3-1 8-15,0-1-92 0,0 1-64 16,-3-7-80-16,-5 4-4 0,-4-7-132 16,4 0-136-16,-4-3-160 0,0 0-132 15,0-3-136-15,4-4-116 0,-3-5-116 16,2-1-376-16,5-6-1016 0,0 6-1825 15,4-8-1431-15</inkml:trace>
  <inkml:trace contextRef="#ctx0" brushRef="#br0" timeOffset="35843.115">25535 10934 1368 0,'0'0'6100'15,"0"0"-4856"-15,0 0-676 0,0 0 404 16,0 0 509-16,0 0-149 0,0 0-188 0,0 0-296 16,0 0-320-16,0 0-188 15,4 3-64-15,-4-3-108 0,0 0-168 0,0 0-64 16,0 0-316-16,0 0-136 0,0 0-48 15,0 0-84-15,0 0-128 0,0 0-168 16,0 4-172-16,0-1-33 0,0-3 181 16,0 3-68-16,0-3-172 0,0 0-344 0,0 0-804 15,0 0-684-15,0-10 2988 16</inkml:trace>
  <inkml:trace contextRef="#ctx0" brushRef="#br0" timeOffset="36416.51">25675 10515 6080 0,'0'0'5757'16,"0"0"-4401"-16,0 0-1024 16,0 0-16-16,0 0 924 0,0 0 360 0,-13 77-284 15,13-37-232-15,-4 11-312 0,4 7-124 0,0 2 192 0,0 7-243 16,0 2-173-16,0 1-120 15,0-3-160-15,0 0-32 0,-7-4-40 0,3-2-64 16,4-7-8-16,0-9 0 0,0-8-60 16,4-5 16-16,-1-14 40 15,5-4 0-15,-4-11-156 0,5-3-168 0,2 0-120 16,1-13-73-16,4-5-187 0,-4-5-12 16,0-2-164-16,-4-4-432 0,0 0-596 15,-8 4-884-15,0-3-473 0,-8-2 169 0,-3 2 472 16,-6 0 568-16,-3 0 848 15,-3-2 1212-15,2 2 1732 0,-3 0 668 16,0-2-424-16,1 8-508 0,7 0-68 0,4 7 201 16,0 4-25-16,8 5-328 15,4 3-252-15,0 0-80 0,0 3-112 0,8 0-56 16,8 0 4-16,4 0 280 0,3 0-296 16,5 0-320-16,4 0-184 0,0-7 0 15,5 1-112-15,-6 0-116 0,9-4-4 0,-4-2-476 16,-1-4-416-16,1 0-324 15,1-1-692-15,-14 6-2568 0,5-8-2645 0</inkml:trace>
  <inkml:trace contextRef="#ctx0" brushRef="#br0" timeOffset="36574.916">26145 10909 12625 0,'0'0'2076'15,"0"0"-1360"-15,0 0 180 0,0 63 736 16,0-36-8-16,0-2-244 0,0-1-576 0,0 2-343 15,0-7-169-15,0-3-188 0,0-3-104 16,3-1-268-16,-3-5-253 0,0-1-159 16,0-3-164-16,0 0-268 0,-3-3-644 15,-1 0-2136-15,-4-3-1929 0</inkml:trace>
  <inkml:trace contextRef="#ctx0" brushRef="#br0" timeOffset="37010.903">26085 10839 13105 0,'0'0'2532'16,"0"0"-1428"-16,0 0-356 0,0 0 364 16,0 0-324-16,0 0-300 0,0 0-268 0,0 0-220 15,88-19-60-15,-64 17-676 0,4-5-248 16,-5 3-92-16,1 1-264 0,0 0-796 16,-5 3-873-16,-2 3-99 15,-6 7 1432-15,2 2 1676 0,-9 8 1352 0,0 2 332 16,-4 3 529-16,-4 4-201 0,-4 2-88 15,-4 1-412-15,4 1-148 0,0-5-280 16,-1 0-224-16,6-6-104 0,3-6-148 16,0-6-144-16,0-4-171 0,8-3-161 0,4-3-132 15,-1-3-68-15,10-6-140 16,-1-7-205-16,-1-4-303 0,5 2-128 0,0-4-16 16,1 3 60-16,-6 2-92 0,1 5-228 15,-4 2 252-15,0 3 376 0,-8 5 492 0,-1 2 440 16,2 0 328-16,-9 0 96 0,4 2 28 15,0 9-52-15,-4-5-52 16,0 3-116-16,0 1-160 0,0 0-48 0,0-2-160 16,0-1-220-16,4 0-84 0,-4-5-220 15,7 5-44-15,2 0-80 16,7-1 340-16,-4-6-56 0,7 3-944 0,5-3-224 16,4-3-308-16,8-3-904 0,0-1 1360 15,4 0-2001-15,-13 2-1795 16</inkml:trace>
  <inkml:trace contextRef="#ctx0" brushRef="#br0" timeOffset="37169.024">26985 10947 4212 0,'0'0'5248'0,"0"0"-2387"0,0 0-521 16,0 0-588-16,0 0-184 0,0 0-276 0,-79 35-92 15,59-16-128-15,3 4-259 0,2 1-157 16,3 2-100-16,4-4-132 0,4-6-88 16,4 0-120-16,0-7-156 0,4-2-60 15,8-4-120-15,0-3-24 0,8 0-108 16,-1-13-100-16,5-2-192 0,4-4-232 0,0-10-241 15,-4 1-595-15,4-4-892 0,-8 10-2344 16,15-20-2281-16</inkml:trace>
  <inkml:trace contextRef="#ctx0" brushRef="#br0" timeOffset="37532.613">27228 10509 13433 0,'0'0'2276'0,"0"0"-1772"15,0 0 96-15,0 0 864 16,-32 69 244-16,28-34-76 15,1 7-599-15,3 3-369 0,0 2-24 0,0 5 36 16,0-2-288-16,3-3-256 0,-3-2-120 0,0-1-12 16,0-3-4-16,0-2-140 0,0-11-136 15,0-2-80-15,0-8-64 0,0-5-32 16,0-3-28-16,0-4-112 16,-7-3-121-1,-2-3-243-15,-3 0-200 0,-3 0-356 0,-1-3-564 16,-5-3 212-16,-2-7-416 0,3-3 1059 0,-4-3-43 0,5-3-40 15,-6-6-132-15,5-2-944 0,9-1-4 0,-2 6 640 16,9-1 1748-16,4 13 2312 0,0 4 1596 16,8 3-1232-16,4 2 189 0,8 4-329 15,4-3-328-15,4 0-384 0,11-3-484 16,2 0-548-16,6-1-364 0,-2-5-196 0,2-1-232 16,-3-4-48-16,0 2-524 15,0 3-456-15,-4-8-140 16,-1 8-596-16,-11-2-2912 0,8 2-3721 15</inkml:trace>
  <inkml:trace contextRef="#ctx0" brushRef="#br0" timeOffset="37999.821">28184 10706 5108 0,'0'0'740'15,"0"0"-492"-15,0 0-240 0,0 0 176 16,0 0-184-16,0 0-224 0,0 0-736 16,0 0 72-16,0 0 4 0,0 0-476 15,0 0-332-15</inkml:trace>
  <inkml:trace contextRef="#ctx0" brushRef="#br0" timeOffset="38611.806">28097 10832 7128 0,'0'0'5233'0,"0"0"-3801"15,0 0-672-15,0 0 288 0,0 0 444 0,0 0-132 16,0 0-228-16,0 0-252 0,0 0-112 15,76-25-172-15,-44 17-195 0,-1-2-181 16,5 3-64-16,0-3-36 0,-4 4-120 16,-4 4-4-16,-4-3-68 0,-4 5-48 15,-8 0 20-15,-5 0-56 0,-3 7-12 0,-4 5-88 16,0 4-1-16,-7 4 1 16,-9 5-24-16,-8 4 36 0,0 3 40 0,-4-1 92 15,0 4 16-15,4 0-16 0,1-4 68 16,-2 5 40-16,5-4 8 0,5-1 72 15,6-2 288-15,5-4 40 0,4-3-76 16,0-3-24-16,17-2-87 16,-2-9-81-16,5 3-28 15,4-8-108-15,8-3-104 0,0-7-153 0,0-8-255 0,8-5-180 16,-5-6-152-16,1-5-272 0,4 2-768 16,-4-2-1308-16,-12 6-2233 0,12-8-2730 0</inkml:trace>
  <inkml:trace contextRef="#ctx0" brushRef="#br0" timeOffset="38926.927">28706 10900 12077 0,'0'0'2560'16,"0"0"-1300"-16,0 0-504 0,0 0 372 0,0 0 280 15,0 66-24-15,8-56-460 0,8-8-463 16,0 2-313-16,8-4-40 0,0-6-108 0,8-11-72 16,0-1-208-16,0-5-121 15,0 1-135-15,-4-3-112 0,-4 3 24 16,-5-1 124-16,-3 8 116 0,-4-2 116 0,-8 5 56 15,1 2 76-15,-5 2 136 16,-9 1 108-16,-3 3 16 0,-4-2-16 16,0 6 104-16,-8 0-28 0,0 6 24 0,1 10 124 15,-5 9-12-15,4 7 120 0,0 10-12 16,0 2-4-16,4 3 4 0,0 1 21 16,5-4-73-16,6-2 12 0,1-10 72 15,8-10-220-15,0-5-240 0,17-9-108 16,-2-8-156-16,9 0-112 0,4-12-156 15,8-4-225-15,0-9-511 0,-1-4-1168 0,-7 7-2776 16,4-9-2905-16</inkml:trace>
  <inkml:trace contextRef="#ctx0" brushRef="#br0" timeOffset="39167.773">29121 10826 8916 0,'0'0'5509'0,"0"0"-4725"15,0 0-532-15,0 0 276 0,0 0 512 16,0 0 484-16,0 0-124 0,0 0-668 15,51 74-392-15,-42-56-96 0,-1 5 0 0,0-5-36 16,-5 5-27-16,1-4-49 0,-4 4-56 16,0-4-68-16,0 0 0 0,0-3 40 15,0-7-40-15,0-3-4 0,0-6 0 16,0 0-4-16,13-3-60 16,-2-6-64-16,10-10 40 0,-2 0-97 0,9-6-171 15,0-1-28-15,-4 0 52 0,0-3-24 16,-1 4-272-16,-2-4-212 0,-1 4-388 0,-1-3-1076 15,-6 5-2377-15,-2-6-3131 0</inkml:trace>
  <inkml:trace contextRef="#ctx0" brushRef="#br0" timeOffset="39445.987">29531 10893 12953 0,'0'0'2160'15,"0"0"-1580"-15,0 0 60 0,0 0 692 0,0 0 4 16,0 0-172-16,0 0-532 0,0 0-376 15,0 0-120-15,0 0-136 16,0 0 0-16,0 0-184 0,56 10-132 0,-33-32-172 16,2-1 0-16,-5 4 68 0,-9 4 116 15,2-2 68-15,-9 9 128 16,-4-2-4-16,0 3 112 0,-13 3 136 0,2 2 84 0,-5 2-100 16,-4 0-120-16,0 6 0 0,-4 6 68 15,4 8 204-15,0-2 108 0,5 8-76 16,-2-8-48-16,2 6-12 15,6-6-72-15,1-5-172 0,1-3-84 0,7-1-136 0,0-6-368 16,0-3-100-16,0 0-320 0,11 0-532 16,-3-6-1328-16,12-10-2825 0</inkml:trace>
  <inkml:trace contextRef="#ctx0" brushRef="#br0" timeOffset="39745.317">30185 10624 12357 0,'0'0'3124'16,"0"0"-2068"-16,0 0-356 0,0 0 784 0,0 0 60 16,-88 82-204-16,68-63-635 15,0-3-365-15,9 0-220 0,-2-4-36 0,5-3-76 16,8 2-8-16,0-1 0 0,0-2 0 16,12 3-4-16,0-3-56 15,4 5-96-15,4-1-52 0,0 2 40 0,-4-3 96 0,0 3-24 16,-4 2 48-16,-4-4-4 15,-1 4 48-15,-7-3-44 0,0 4-36 16,0-3 76-16,-7 0-77 0,-5 1-87 0,-1-2-132 16,-6 4-60-16,3-6-76 0,-4-1-72 15,0 0-4-15,-4-4-120 0,0 1-316 16,1-5-476-16,-5-2-680 0,4 0-612 16,-20 0-2189-16</inkml:trace>
  <inkml:trace contextRef="#ctx0" brushRef="#br0" timeOffset="40467.495">30783 10741 4528 0,'0'0'980'16,"0"0"-320"-16,0 0-164 0,0 0 2076 15,0 0-1100-15,0 0-699 0,0 0-65 16,0 0 136-16,0 0 60 0,0 0 84 0,0 0 16 16,-5-29-188-16,5 32-116 0,-8 7 28 15,1 2-48-15,-6 8-200 0,1 5-28 16,-3 0 48-16,2-2 220 0,2-2-208 0,7-7-280 15,0-5-148-15,4-2-84 16,0-7 8-16,0 2 89 0,0-2-97 16,8 0-117-16,0 0-7 0,3-2 28 0,6-8-24 15,-2 1-76-15,5-7-96 16,0 0-48-16,0 0-136 0,-4-4 24 0,0 4-40 16,0 2 36-16,-8 0 40 0,-1 1 44 15,-2 1 88-15,-1-1 24 0,-4 4 108 16,0-1 152-16,-4 0 0 0,-4 3 40 15,-4 2 96-15,0 5 12 0,-4 0-136 16,1 0-12-16,-6 3-100 0,5 4-84 0,-3 2-40 16,-2 1-136-16,6-1-1176 15,2 0-988-15,6-2-2525 16</inkml:trace>
  <inkml:trace contextRef="#ctx0" brushRef="#br0" timeOffset="40614.697">30965 10744 3040 0,'0'0'10717'0,"0"0"-9297"0,0 0-944 0,84 22 132 16,-56-22 960-16,0 0-324 0,0-7 80 16,0-2-580-16,4-7-464 0,0-3-280 15,0-6-72-15,3 0-536 0,-3-1-368 0,0-2-92 16,-8 5-256-16,-4-2-996 0,-4 3-800 16,-5 3-1281-16,-6 6 145 0,-5-6 1128 15</inkml:trace>
  <inkml:trace contextRef="#ctx0" brushRef="#br0" timeOffset="40882.528">31392 10426 652 0,'0'0'4248'0,"0"0"-2024"0,0 0-408 15,0 0-288-15,0 0-163 0,-83-54-61 0,70 54-172 16,1 0-144-16,0 7-236 0,4 2 28 16,1 7-48-16,-1 4-160 15,-1 5-32-15,5 7 248 0,4-1-152 0,-4 10-208 0,4 0-72 16,-3 1-88-16,3 5-52 16,-8 1-32-16,4-1-64 15,-1 5-116-15,-3 1-4 0,5 1 0 0,-5-2-60 16,4 2 0-16,-5-1 0 0,9-2-28 15,-4-1-20-15,4-4-12 0,0-6 72 16,0-1-4-16,0-8-104 0,0-2-236 0,0-7 0 16,0-3 28-16,0 1-16 15,0-8-40-15,-7-2-72 0,-5 3-76 0,-4-7-88 16,-5 0 80-16,6-3-188 0,-5-3-104 16,0 0-208-16,-4-6-212 0,4-7-641 15,-3-6-439-15,7 3-2428 0,-16-15 3948 0</inkml:trace>
  <inkml:trace contextRef="#ctx0" brushRef="#br0" timeOffset="41546.228">31595 10700 5060 0,'0'0'64'16,"0"0"4856"-16,0 0-4015 0,0 0-585 15,0 0 568-15,0 0 644 16,0 0 252-16,88 18-64 0,-56-14-384 0,4-1-256 16,7-3-356-16,1 0-152 0,7-10 36 15,-2-2-11-15,-1-8-381 0,-1-1-216 16,-7-5-240-16,0-3-357 0,0-2-243 0,-12 2-444 15,-4 0-816-15,-9 7-3092 16,-2-3-3937-16</inkml:trace>
  <inkml:trace contextRef="#ctx0" brushRef="#br0" timeOffset="41881.384">31998 10306 11265 0,'0'0'1796'0,"0"0"-1248"16,0 0-76-16,0 0 852 0,0 0 220 0,0 0-180 15,0 0-524-15,0 0-584 0,0 0-196 16,0 0 76-16,-32 53 96 0,28-18 12 16,0 10 28-16,0 3-52 0,-5 6-76 15,6-1-8-15,-1 4 8 0,0-2-8 16,0-2-64-16,0 6 0 0,4-6 24 16,-4 1 52-16,4-3 8 0,0-1-68 0,4-5-28 15,0 3-60-15,4-7 12 16,-1 0-24-16,6 1 12 0,-5-4-8 15,-1 0 4-15,-3-4-44 0,0 2 36 16,-4-5-148-16,0-3 64 0,0 2 0 0,-8-8-52 16,1 0 136-16,-10-3-172 0,6 0-72 15,-10-3-36-15,-2-3 0 0,-1-5-40 16,0 3-44-16,-4-1-104 0,-4-5-100 16,0-5-224-16,-3 0-488 0,-1 0-728 0,-8 0-932 15,12-5-3309-15,-19-9 1781 0</inkml:trace>
  <inkml:trace contextRef="#ctx0" brushRef="#br0" timeOffset="42906.129">25220 12230 6188 0,'0'0'180'16,"0"0"2652"-16,0 0-715 16,0 0-285-16,0 0-52 0,0 0 68 15,0 0-360-15,0 0-296 0,21 92-332 0,-21-57-228 16,0-1-168-16,0-2-112 16,0 1-171-16,0-8-157 0,0-6-24 15,0-7-96-15,0-5-137 0,0-7-375 0,3 0-124 16,1 0-72-16,0-7-220 0,0-5-936 15,0-1-2448-15,0-16-2209 0</inkml:trace>
  <inkml:trace contextRef="#ctx0" brushRef="#br0" timeOffset="43076.848">25252 12046 7248 0,'0'0'1792'0,"0"0"1265"0,0 0-801 0,0 0-176 16,0 0-364-16,0 0-276 0,0 0-656 15,0 0-556-15,0 0-228 0,88-20-64 16,-69 20-400-16,5-3-404 0,-3 3-400 16,-1 0-1032-16,-5 0-2429 0,2 0-2651 0</inkml:trace>
  <inkml:trace contextRef="#ctx0" brushRef="#br0" timeOffset="43359.807">25527 12258 9548 0,'0'0'5249'0,"0"0"-4529"16,0 74-496-16,-4-46 596 0,4 1 928 0,0-4 96 15,0-3-588-15,0-2-687 0,0-8-337 16,4-2-136-16,4-7-92 16,0-3-4-16,8 0-132 0,4-10-40 0,3-3-93 15,5-9-271-15,0-3-160 0,-4 0 60 16,4-4 124-16,-3 6 56 0,-10 8 124 0,1 2 184 16,-4 4 148-16,0 5 60 15,-4 4 300-15,0 0 132 0,-4 7 96 16,4 2-16-16,-5 4-132 0,2 4-136 15,-5-3-84-15,4 5-40 0,-4 0-8 16,0-2-3-16,0-2-93 0,0-2-76 16,4 0-112-16,0-4-133 0,0-2-447 0,0-1-196 15,3-3-108-15,2-3-272 0,2 0-1156 16,2-6-2369-16,2-13-3687 0</inkml:trace>
  <inkml:trace contextRef="#ctx0" brushRef="#br0" timeOffset="43544.651">26272 12157 14309 0,'0'0'4172'15,"0"0"-3296"-15,0 0-460 0,0 0 864 0,0 0 157 16,0 0 87-16,92 51-452 0,-61-48-508 16,5-3-260-16,0 0-100 0,4-3-204 0,-4-3-228 15,0-1-280-15,-4 1-92 16,-4-4-124-16,-8 7-136 0,-5-4-288 15,-7 7-1009-15,-8 0-1791 0,0 0-1117 0,-15 7-1903 16</inkml:trace>
  <inkml:trace contextRef="#ctx0" brushRef="#br0" timeOffset="43734.71">26380 12223 10648 0,'0'0'2373'16,"0"0"-1441"-16,0 0-652 0,0 0 616 15,-9 86 724-15,9-48 292 0,0 6-136 16,4 4-512-16,1 6-375 0,-1 6 7 0,0 3-244 15,-4-1-172-15,0-1-140 16,0-11-200-16,0-6-140 0,0-9-108 0,0-10-100 16,0-2-56-16,0-7-156 0,4-7-76 15,-1-3-156-15,1-6-220 0,0-3-457 0,5-9-567 16,-1-8-684-16,-1 8-1388 0,1-20-1097 16</inkml:trace>
  <inkml:trace contextRef="#ctx0" brushRef="#br0" timeOffset="43875.313">26455 12550 3040 0,'0'0'11281'0,"0"0"-9177"0,0 0-1168 0,0 0 324 16,0 0 276-16,100 14-304 0,-72-12-287 15,0-2-425-15,0 0-348 0,0-6-124 0,3-7-48 16,-3-2-316-16,0-5-276 0,-3 1-225 16,-6-3-215-16,-3 3-428 0,-4 0-1008 15,-4 7-2272-15,-8-5-4029 0</inkml:trace>
  <inkml:trace contextRef="#ctx0" brushRef="#br0" timeOffset="44132.318">26021 12103 7504 0,'0'0'7981'0,"0"0"-6249"0,0 0-1012 16,0 0-128-16,0 0 624 15,0 0 152-15,0 0 17 0,88-25-345 16,-45 15-232-16,6-2-252 0,7 2-172 0,-1-3-108 16,4 3 12-16,1 1 52 15,-4-4-16-15,0 7-324 0,-9-4-72 0,2 3-204 16,-10 5-328-16,-3-2-228 0,-8 1-216 16,4 3-636-16,-12 0-2257 15,0 0-3340-15</inkml:trace>
  <inkml:trace contextRef="#ctx0" brushRef="#br0" timeOffset="45577.927">10216 10446 6156 0,'0'0'820'0,"0"0"4369"16,0 0-3325-16,0 0-536 15,0 0-512-15,0 0 24 0,0 0-8 16,0 0-216-16,-84 54-148 0,67-36-88 0,2 11-72 16,-2 0 12-16,2 6 44 0,-1 0 176 0,4 6-152 15,0 3-180-15,4 3-4 16,0 7-20-16,4 4-63 0,4 2-9 16,0 8-100-16,8 1 72 0,8 4 0 0,0 4-40 15,4 1-44-15,4 2 0 16,-1-4 4-16,5 0-4 0,4-5-256 0,-4-8 63 15,8-3-75-15,0-9-12 0,4-4 0 16,-1-5-144-16,10-4 20 16,2-10-100-16,5 1-244 0,0-10-400 0,0 0-964 15,-17-10-1740-15,21 5-2345 0</inkml:trace>
  <inkml:trace contextRef="#ctx0" brushRef="#br0" timeOffset="46327.244">14993 10318 4424 0,'0'0'548'0,"0"0"4964"16,0 0-4135-16,0 0-85 0,87-44-96 16,-63 38 232-16,7 6-176 0,1 0-100 15,1 6-68-15,-1 13-4 0,4 3-352 16,-1 10-156-16,-3 3-167 0,-4 7-141 15,0 5-44-15,0 0-4 0,-9 1-20 0,6 4-64 16,-5-2-12-16,-5-3-64 0,2 4-56 16,-2-3-8-16,-2 3-44 0,-10 2 52 15,1 7 8-15,-4 5 0 0,0 1 0 16,-4 3-8-16,-8 1 0 0,-4 1-8 16,5-1-4-16,-5-4-84 0,4-2-84 15,-1 0-172-15,6-10-12 0,-5-7 36 16,-4-9 23-16,4-7-143 0,-4-12-52 0,0-8-76 15,0-9-36-15,4-2-172 16,-4-7-220-16,0-11-556 0,0-5-752 0,4-8-1657 16,0 3-1215-16,0-24 561 0</inkml:trace>
  <inkml:trace contextRef="#ctx0" brushRef="#br0" timeOffset="47030.535">15769 10017 3140 0,'0'0'1056'0,"0"0"1944"0,0 0-536 16,0 0-487-16,0 0-493 0,0 0 320 15,0 0-96-15,0 0-376 0,0 0-296 0,88-10-300 16,-68 20-136-16,0 5 20 0,0 4-168 16,4 4-200-16,-8-1-43 15,0 4-25-15,-4-1-28 0,-1 0-12 0,-2-3-32 16,-1 2-4-16,-5-6-60 0,1 4-36 16,0 1 0-16,-4-1 0 15,0 0-12-15,0 3 0 0,0-3-96 0,0 0 24 16,0-3-28-16,4-6 16 0,8-7-24 0,0-2 12 15,4-4 8-15,4 0 80 0,0-10 4 16,4-9-64-16,4-9-65 0,0-4 129 16,0-6-120-16,-1-3-20 0,-3-1 36 15,-4 1 96-15,1 3 8 0,-6-3-96 16,-3 6-132-16,-4-4-84 0,-4 6-36 16,0-3-64-16,-4 4-100 0,0 0-24 15,-4 4-76-15,-3 3-412 0,-6 3-688 0,1 5-500 16,-4 9-801-16,4 3-1947 0,-15 5 1024 15</inkml:trace>
  <inkml:trace contextRef="#ctx0" brushRef="#br0" timeOffset="53492.583">3605 13287 7292 0,'0'0'1700'0,"0"0"-976"0,0 0 981 15,0 0-501-15,0 0-144 0,0 0-148 16,0 0-104-16,0 0-240 0,8-3-128 15,12 9 260-15,4 4 132 0,8-4-316 0,8 4-184 16,-5-4-96-16,6-3-88 16,-1 0-76-16,-5-3-72 0,5 0 0 15,-5-3-84-15,2-6-4 16,-5-4-292-16,0 0-436 16,-4-2-276-16,-5 2-732 0,-7 3-2032 0,-4-2-3749 15</inkml:trace>
  <inkml:trace contextRef="#ctx0" brushRef="#br0" timeOffset="53695.911">3948 13436 1212 0,'0'0'10369'0,"0"0"-8821"0,-4 70-1024 0,12-35 376 15,0 7 560-15,-4 2-280 0,4 6-488 0,0 1-484 0,-1-2-208 16,-2-5-112-16,3-10 100 15,-4-5-88-15,0-10 88 0,-1-6-52 0,-3-4-8 16,0 1-116-16,0-1-580 0,0 0-264 0,-3 2-420 0,-9-3-896 16,3 3-813-16,-14 1-1755 0</inkml:trace>
  <inkml:trace contextRef="#ctx0" brushRef="#br0" timeOffset="53884.223">3777 14062 4424 0,'0'0'3308'0,"0"0"-1404"15,0 0-535-15,0 0-109 0,0 0-48 0,0 0-284 16,0 0 32-16,0 0-16 15,0 0-320-15,0 0-300 0,0 0-136 16,0 0-92-16,0 0 4 16,0 0 148-16,-37-22 100 0,58 25 156 15,-1 0-36-15,4 0-264 16,3-3-200-16,-3 0-8 0,4 0-4 0,0 0-200 16,0-3-396-16,0-7-296 0,0 1-208 15,0-7-592-15,-5 7-1368 0,5-14-4213 16</inkml:trace>
  <inkml:trace contextRef="#ctx0" brushRef="#br0" timeOffset="54082.765">4414 13808 4668 0,'0'0'7873'0,"0"0"-6241"0,0 0-872 16,80 35 56-16,-52-26 464 0,-4-3-372 15,4-2-380-15,-5-4-244 16,1-4-76-16,4-8-48 0,0-7-160 15,0-3-240-15,4-4-180 0,-4-2-272 0,0-1-364 16,-5 1-640 0,-6 5-1116-16,-2-2-2273 15</inkml:trace>
  <inkml:trace contextRef="#ctx0" brushRef="#br0" timeOffset="54365.538">4606 13423 7564 0,'0'0'3865'16,"0"0"-3249"-16,0 0-40 0,0 0 356 15,0 0 364-15,0 0-52 0,0 0-452 16,0 0-308-16,0 0-76 0,-45 67 40 0,53-41 276 16,1 9-392-16,2 3-120 15,6 9-120-15,-2 1-92 0,2 9-4 0,-6-3-120 16,5 3 56-16,-4 0 68 0,4 0 36 16,-4 0-36-16,-4-3-4 0,0-3 4 15,-5-7 4-15,2-2 44 0,-1-7-40 16,-4-10 56-16,4-2-60 0,-4-11 4 15,0-3 52-15,0-2 28 0,-8-4 92 16,0 1-128-16,-8-4-52 0,0 0-196 0,-8-7-12 31,-3-6-64-31,-1-2-156 0,0-5-56 16,0-2-84-16,4-3-112 0,-1-3-476 0,14-4-620 16,3 6-728-16,8-15-1981 0</inkml:trace>
  <inkml:trace contextRef="#ctx0" brushRef="#br0" timeOffset="54858.504">6176 13677 14337 0,'0'0'2092'15,"0"0"-1292"-15,0 0-280 0,86 26 208 0,-49-17 136 16,3 1-240-16,-5-4-124 0,5 1-84 16,-4-7-160-16,4 0-88 0,-4 0-168 15,3-13-64-15,-3-3-436 0,-4-6-404 16,0-7-272-16,-4 1-608 0,-12 3-2228 0,3-17-2713 16</inkml:trace>
  <inkml:trace contextRef="#ctx0" brushRef="#br0" timeOffset="55164.332">6474 13332 9156 0,'0'0'2557'15,"0"0"-485"-15,0 0-1388 0,0 0-256 0,-47 66 580 16,38-43 432-16,5 2-204 0,0 6-300 16,4 4-276-16,0 6-184 15,8 8-88-15,4 1-60 0,0 4-48 0,1 0-47 16,2-3-73-16,1 3-100 0,0-3-60 15,0-1 0-15,0-5-12 0,0-1 4 16,-1 1 8-16,-2-6 0 0,-5-6 60 16,-4-3 36-16,-1-2-36 0,-3-3 36 15,0-6-88-15,0-3 44 0,-3-6-40 16,-5-1 28-16,-5-6-40 0,6 1-148 0,-9-4-56 16,4 0-40-16,-4-7-97 0,4-5-95 15,-8-4-100-15,8-10-100 0,-7 1-136 16,6-7-240-16,5 0-876 0,1 7-1288 15,7-10-2877-15</inkml:trace>
  <inkml:trace contextRef="#ctx0" brushRef="#br0" timeOffset="55338.203">7199 13671 13637 0,'0'0'2312'0,"0"0"-1456"0,0 0-196 15,48 89 280-15,-40-58 228 0,4 1-8 0,-4 0-612 16,-1-6-428-16,2-4-120 0,-1-3-124 16,-4-2-288-16,-1-5-212 15,1-5-48-15,-4-5-76 0,5-2-512 0,-5 0-1588 16,-5-16-2553-16</inkml:trace>
  <inkml:trace contextRef="#ctx0" brushRef="#br0" timeOffset="55483.175">7183 13503 8704 0,'0'0'7385'0,"0"0"-6097"0,0 0-804 15,0 0-100-15,0 0-76 0,0 0-88 16,0 0-220-16,0 0-460 0,0 0-804 16,0 0-756-16,84-45-3101 0</inkml:trace>
  <inkml:trace contextRef="#ctx0" brushRef="#br0" timeOffset="55775.935">7606 13516 12865 0,'0'0'1640'0,"0"0"-1384"15,0 0 160-15,0 0 1168 0,3 67 840 16,-6-48-372-16,-1 2-1055 0,-4 2-597 16,-1-4-220-16,5 0-180 0,4-4-12 15,-3-2-96-15,3 3-60 0,3-3 44 16,5-1-8-16,5 1 0 0,-2 4-64 0,10-5 124 15,-1 1-13-15,-5 0-3 16,9-1 40-16,1 1 48 0,-6 3 0 16,1-4 8-16,0-2-8 0,-4 3 0 0,-5-4 8 15,-2-3-8-15,-5 1-48 0,0-1-232 16,-4 1-84-16,0-4-88 0,-8 3 52 0,-5 0-104 16,-2-2-12-16,-9 3-24 0,0-5-352 15,-8 2-792-15,8-2-1240 16,-20-2-3041-16</inkml:trace>
  <inkml:trace contextRef="#ctx0" brushRef="#br0" timeOffset="56519.858">8861 13528 7140 0,'0'0'7169'16,"0"0"-5545"-16,0 0-856 0,0 0-196 16,36 86 504-16,-33-57 132 0,1-1-180 15,-4-2-336-15,0-1-328 0,0 0-155 16,0-2-89-16,0-4-120 16,0-6-4-16,-4-4-153 0,4-4-111 0,0-5-376 0,0 0-284 15,-3 0-116-15,3-2-252 0,0-10-1096 16,-4 1-2873-16,-5-16-4055 0</inkml:trace>
  <inkml:trace contextRef="#ctx0" brushRef="#br0" timeOffset="56693.955">8829 13339 14249 0,'0'0'1888'0,"0"0"-1184"15,0 0-380-15,0 0 508 0,0 0 560 0,0 0-328 16,0 0-612-16,0 0-392 0,0 0-60 0,0 0-56 15,51-33-272-15,-38 27-628 16,-2-1-396-16,2 4-804 0,-2 3-3008 16,-3 0-5197-16</inkml:trace>
  <inkml:trace contextRef="#ctx0" brushRef="#br0" timeOffset="57510.945">9132 13500 5276 0,'0'0'1548'0,"0"0"2821"0,0 0-3097 15,0 0-124-15,0 0-156 0,0 0 164 16,0 0 48-16,0 0-60 0,0 0-296 0,0 89-332 15,0-62-172-15,0 3-124 16,-5-2-60-16,5-3-64 0,-4-2-52 16,0-4-44-16,4-7-100 0,-3-1 52 0,3-5 0 15,0-6-52-15,0 0-44 16,0 0-236-16,0 0 36 0,0-6 12 0,7-7 84 0,2-3 200 16,-1-3-76-16,3-3-124 15,2-1-60-15,-2 1 60 0,1 3 172 16,1 3 64-16,-2 4 12 0,1 5 4 0,-4 1 220 15,4 0 12-15,-4 6 12 0,0 0-16 16,0 0-84-16,0 0-24 0,0 8-112 16,0 3 112-16,0-2 60 0,0 7-36 15,-1 0-52-15,-2-1-32 0,-1 4-56 16,0-2-8-16,0 5-112 0,-4-6-36 16,0-1-416-16,4-2-188 0,-1-3-308 0,5-3-536 15,1-7-740-15,-5 0-1841 0,11-7-1959 16</inkml:trace>
  <inkml:trace contextRef="#ctx0" brushRef="#br0" timeOffset="57861.946">9965 13405 7476 0,'0'0'6089'0,"0"0"-4729"0,0 0-796 15,0 0 632-15,0 0 452 0,0 0 160 16,0 0-480-16,0 0-695 15,0 0-453-15,-17 25-140 0,6-9-40 0,-2 3-60 16,-2 0-12-16,2 3 12 0,2-3 0 16,-1 0-4-16,-1-3 56 0,10 3-4 0,-1-7-48 15,0 2-12-15,4-5-25 0,0 0-63 16,8 1 40-16,-1 0 72 0,10-4-40 16,-2 3 40-16,2 1 48 0,3-4 0 15,-1 4 0-15,-2 0 44 0,-2-1-40 16,-2 0 0-16,-2-2 120 0,-7 6 92 0,4-4 41 15,-8 8-1-15,0-5-64 16,0 4-8-16,-4 0-52 0,-4-2-84 16,0 0-40-16,-4-1-8 0,-4-7-252 0,4-3-160 15,0-3-149-15,1 0-119 0,-2-9-224 16,2-11-116-16,3-1-436 16,3-9-1192-16,5 5-1301 0,-4-23-1467 0</inkml:trace>
  <inkml:trace contextRef="#ctx0" brushRef="#br0" timeOffset="58196.133">10191 13579 13417 0,'0'0'2392'0,"0"0"-1800"0,0 0-456 0,72 76 428 15,-56-63 848-15,0 0 96 16,-4-10-664-16,0 0-468 0,-4-3-72 16,8-3-60-16,-1-10-103 0,2-6-141 0,-2-3-169 15,-2-6-87-15,2-2-208 16,-6 5 4-16,-1 0 92 0,-5 3 160 15,1 3 36-15,-4 6 40 0,-7 0 24 16,-6 4 108-16,-2 3 48 0,-10 2 4 16,5 4 68-16,-3 4 40 0,3 8-64 15,-4 7-88-15,8 7 104 0,-4 5 72 0,8 1 12 16,0 10-16-16,4-4 28 16,0-1 0-16,5 2-16 0,3-4-44 0,0-9-64 15,3-5-72-15,5-8 48 0,0-3 28 16,8-8-88-16,0-2-76 0,0 0-128 0,4-12-100 15,0-4-280-15,4-2-296 16,4-8-216-16,0 0-276 0,-4-5 268 0,-1 8-4529 16,1-8-4063-16</inkml:trace>
  <inkml:trace contextRef="#ctx0" brushRef="#br0" timeOffset="58433.592">10674 13332 7948 0,'0'0'8393'0,"0"0"-7261"16,0 0-1124-16,0 0 264 0,0 98 520 15,0-53 1024-15,0 8-295 0,4 5-565 16,3 5-264-16,5 7 80 0,1 6-204 16,-2 0-208-16,2 4-108 0,-2 2-240 15,-3-3-12-15,-4-5-68 0,0-5-136 16,1-6-36-16,-5-4-28 0,0-9-8 0,0-12-36 16,3-6-4-16,-3-11-32 15,0-7-16-15,0-7-72 0,0-7-60 0,0 0-233 16,0-14-431-16,0-4-188 0,0-8-84 15,4-12-508-15,-4-7-492 16,0-9-757-16,-4-6-1263 0,-4-10-240 0,-4 16 3901 0</inkml:trace>
  <inkml:trace contextRef="#ctx0" brushRef="#br0" timeOffset="58675.941">10697 13608 5320 0,'0'0'1028'0,"0"0"3617"0,9-80-2873 16,-2 64-524-16,1-3-136 0,0 7 212 15,1 2-132-15,2 4-288 16,-3-1-228-16,-4 7-76 0,4-3-96 0,0 3-152 15,0 0-120-15,0 0-88 0,-4 7-20 16,4-4-64-16,0 7-56 16,-4-1-4-16,3 7 60 0,-2 0 28 0,-1 9-88 15,-4 0-64-15,0 7-80 0,0 0-40 0,-4 0-24 16,-4-7-36 0,0 0 16-16,4-9 164 15,0-5 64-15,0-9 116 0,4-2-116 0,-4 0-332 16,4 0-120-16,0-13-124 0,0 1-252 0,8-10-64 0,0-1-432 15,12-2-812-15,4-5-680 0,-5 12-109 16,13-4-2347-16</inkml:trace>
  <inkml:trace contextRef="#ctx0" brushRef="#br0" timeOffset="59065.687">11080 13493 3232 0,'0'0'2812'0,"0"0"-108"0,0 0-483 0,0 0-485 0,0 0-108 0,0 0-40 16,0 0-260-16,0 0-312 0,0 0-276 15,19-6-164-15,-19 6-24 0,0-3-88 16,-3 0-184-16,-1-1-124 0,0-2-44 15,0 3 8-15,4-3 16 0,-4 2-28 16,0 1 0-16,-1 3-24 0,2 0 77 0,-5 0 191 16,0 7 180-16,-8 6-252 15,4 2-124-15,-4 11-12 0,0 2 28 0,5 7 68 16,-2 2 52-16,2 2 128 0,3 0-168 16,-1-5-116-16,9-9-88 15,0-1 12-15,0-10 0 0,0-3-60 0,9-5-40 16,-1-6-104-16,7-3-40 0,5-7 4 15,1-13-48-15,6-2-64 0,1-6-152 0,-4-8-112 16,4 5-4-16,-4-1 148 16,-5 3 71-16,1 9 37 0,-3 9 100 15,-6 0 96-15,-3 8 108 16,-4 6 196-16,-4 0 120 0,5 3 73 16,-5 7 119-16,4 5-84 0,-4 4-96 0,0 1-72 0,0 2 20 15,0-7-36-15,0 2-124 0,0-8-116 16,3-3-100-16,-3 1-68 0,0-7-220 0,0 0-240 15,0 0-208-15,0-4-221 16,0 1-839-16,0-6-2000 0,0 3-1781 16,0-7-3679-16</inkml:trace>
  <inkml:trace contextRef="#ctx0" brushRef="#br0" timeOffset="60028.998">11311 13414 9232 0,'0'0'3105'0,"0"0"-2301"0,0 0-268 16,0 0 616-16,0 0 96 0,0 0 276 0,0 0-68 15,0 0-476-15,0 0-392 0,0 0-152 16,76 89-80-16,-76-60-40 0,0-1-63 16,0 3-93-16,-9 1-40 0,5 0-120 0,-3-6 0 15,-1-8-48-15,4-5 36 16,4-6 4-16,0-4 4 0,0-3-4 16,12-6-272-16,4-4 35 0,3-2 245 0,9-5 0 15,0-2-436-15,4 4-220 16,0-5 68-16,4 2 36 0,-1 2-36 0,2-1-16 15,-5 3 48-15,-4 0 208 0,-9 4 228 16,-2 4 120-16,-6 0 172 0,-7 6 252 16,-4 0 280-16,0 3 180 0,-4 4-4 15,-7 8-244-15,-2 8-136 0,-2 9-15 16,2 2 279-16,1 7 228 0,5-2-280 0,3-4-216 16,4-3-244-16,0-10-252 0,4-4 0 15,3-11-120-15,5-7-36 16,4 0-112-16,5-14-92 0,2-11-76 0,5-6-180 15,0-10-268-15,4-7-321 16,3-2-343-16,2-5-40 0,-1 1 580 0,-1-3 268 16,-3 0-1124-16,0 3 488 0,-8 0 1172 15,-8 4 204-15,-4 1 500 0,-4 5-144 16,-4 13 204-16,-4 5 376 0,0 14 324 0,0 9 20 16,0 3-168-16,-4 6-228 0,4 10-148 15,-4 6-152-15,0 6 60 0,-1 11 257 16,5 2-201-16,-3 3-108 0,3 4-264 15,-4-3-256-15,4-4-24 0,0-6-44 16,0-4 8-16,0-9 36 0,4-3-48 16,-1-3-72-16,6-3-12 0,-1-1-100 15,3-1 4-15,2 1-12 0,2 1 24 0,2 0 96 16,2 1 68-16,-3 3 0 0,-4-1 4 16,1 3 12-16,-2 0 88 0,-7 3 8 15,-4 1 36-15,0-2 0 0,-4 3-60 16,-7-6-84-16,-2-2-108 0,-2-6-96 15,-2-4-172-15,6-6-120 0,-6 0-36 16,10-13-17-16,-1-6-31 0,4-10-20 16,4-2 64-16,0-10 32 0,4-7-268 0,7-7-392 15,2-4-260-15,2-5-760 0,6 4-616 16,3 10-1373-16,-1 4 1165 0,1 12 1248 16,4 11 1760-16,0 8 1136 0,-4 8 780 0,-5 7-136 15,-2 7 272-15,-6 8 197 16,-2 8-265-16,-5 8-420 0,0 7-344 15,-4 4-220-15,0 2-44 0,0 0-140 16,0-2-228-16,0-3-220 0,0-6-124 16,11-3-108-16,-3-8-88 0,12 0 12 15,1-3-56-15,3 0 144 0,3-6-40 0,6-1-104 16,-2 4 8-16,1-2 64 0,0 0-16 16,-4 9 124-16,-1-4-16 15,-3 7 148-15,-4-1-24 0,-4 0-124 0,-4 4-164 0,-8-1-4 16,-4 2 69-16,-4 1-69 15,-12 1-61-15,-3-1 53 0,-2-2 8 16,-7-1 0-16,1-3 73 0,-5 1 35 0,4-7-44 16,0-3-52-16,8-6 180 0,4-7 100 15,8-3-4-15,1 0 4 16,2-13-292-16,5-3-72 0,0-10 12 0,5-2 52 16,10-7-100-16,9-9-76 0,4 0-120 15,8-7-265-15,3-3-283 0,2-7-208 16,-5 17-1916-16,15-28-6965 0</inkml:trace>
  <inkml:trace contextRef="#ctx0" brushRef="#br0" timeOffset="60143.776">13646 13275 19501 0,'0'0'4045'0,"0"0"-3297"16,0 0-496-16,0 0-252 0,0 0-264 15,0 0 84-15,-79 3-244 0,38-3-436 16,1 0-145-16,5 0-663 0,-21 6-4600 0</inkml:trace>
  <inkml:trace contextRef="#ctx0" brushRef="#br0" timeOffset="60842.96">2765 15637 8856 0,'0'0'4521'16,"0"0"-3393"-16,0 0-888 0,0 0-236 0,0 0 564 15,0 0 640-15,0 0 136 16,99 6-332-16,-59 3-128 15,8 1-260-15,-5 0-200 0,10-3-180 0,-5-5-132 0,-1 1-100 0,-4-3-12 16,2 0-72-16,-6-3-16 0,-3-6-252 16,-8 2-136-16,0-6-260 0,-8 4-420 15,-4-1-1136-15,-8 4-2632 0,-4 0-2821 16</inkml:trace>
  <inkml:trace contextRef="#ctx0" brushRef="#br0" timeOffset="61033.48">3155 15837 13329 0,'0'0'1912'0,"0"0"-1784"0,0 0 112 0,0 0 764 16,0 0 436-16,0 0-168 0,0 0-504 15,0 0-192-15,87 22-212 0,-62-22-180 16,-1 0-92 0,0-7-92-16,-1-2-12 0,1-1-36 15,0-5-352-15,0-5-88 0,-4-1-296 0,0-2-312 16,0 0-600-16,-8 4-2316 15,-1-2-2553-15</inkml:trace>
  <inkml:trace contextRef="#ctx0" brushRef="#br0" timeOffset="61310.878">3255 15370 10796 0,'0'0'1865'0,"0"0"-221"0,0 0-624 16,0 0-12-16,0 0 252 0,0 0-248 0,0 0-296 15,0 0-264-15,0 0-72 16,0 0 96-16,55 32 180 0,-31-16-328 16,4 3-204-16,0 3-116 0,-4 3-8 0,4 3-4 15,0 4-72-15,-5 3 72 16,1 7-104-16,-3-1-136 0,-6 6 40 0,-2 0 44 16,-6 5 12-16,-3-1 4 0,-4-1 36 15,0-3 108-15,-7-1 8 16,-5-5-4-1,-1-10-4-15,-2 4-256 16,-5-9-160-16,-1-5-932 0,-2 3 84 16,-1-12-1260-16,4 1-1893 0,-12 0-1763 0</inkml:trace>
  <inkml:trace contextRef="#ctx0" brushRef="#br0" timeOffset="62249.197">5765 15484 9980 0,'0'0'2433'0,"0"0"-621"15,0 0-424-15,0 0 16 0,0 0-252 16,0 0-92-16,0 0-192 0,0 0-184 16,104 3-220-16,-72-6-220 0,3-2-100 15,1-6-44-15,-4-2-28 0,4 1-72 0,-8-1-84 16,3 1-136-16,-6-1-364 0,-1 4-160 16,-9-1-336-16,2 3-848 0,-10 1-2420 15,1 6-2285-15</inkml:trace>
  <inkml:trace contextRef="#ctx0" brushRef="#br0" timeOffset="62644.801">6032 15202 2696 0,'0'0'664'0,"0"0"576"0,0 0 4592 0,0 0-3711 16,0 0-817-16,0 0-216 0,-80 25-56 15,72-9-180-15,4 6-132 0,0 3-212 16,4 4-136-16,0 6-28 0,8 7 160 0,0-1 72 15,4 3-244-15,0 8-64 0,-4-2-36 16,8 7 24-16,-4 1 48 16,0-2-24-16,4 5-12 0,-5-8-75 0,6 5-33 15,3-7-80-15,-5-1-80 0,2-5-12 16,-6-5-96-16,1-1 104 0,0-7-4 16,-4 0 8-16,0-10 0 0,1-3 12 15,-6-3 36-15,-3-7-36 0,4-3 48 16,-4-2 0-16,0-4 24 0,0 0 28 15,0 0-104-15,-7 0-8 0,-2 0-36 16,-7-7-124-16,-4 2-44 0,1-9-16 16,-5 1 99-16,0-6-87 0,-4-3 36 15,0 0-132-15,3-4 88 0,2 1-16 0,3 3-60 16,5-3 68-16,2 6-104 16,5-4-164-16,5 4 28 15,3 4-44-15,0-4-408 0,7-4-1136 16,5-2-2112-16,0 0-1329 0,0 6-190 0</inkml:trace>
  <inkml:trace contextRef="#ctx0" brushRef="#br0" timeOffset="62818.306">6721 15583 2936 0,'0'0'9945'0,"0"0"-7761"16,0 0-212-16,0 0 104 0,0 0-632 0,80 19-628 15,-65-19-488-15,6 0-300 0,-1-4-28 16,-1-3-536-16,1-5-368 16,-4 3-196-16,-4 2-516 0,-4 5-2988 0,-8 2-4429 15</inkml:trace>
  <inkml:trace contextRef="#ctx0" brushRef="#br0" timeOffset="62979.324">6661 15879 784 0,'0'0'8156'15,"0"0"-3475"-15,0 0-4197 0,0 0 188 16,0 0 1264-16,0 0-100 0,0 0-264 0,0 0-608 16,88 5-284-16,-53-21-147 0,1-3-241 15,1-6-292-15,-1-3-364 0,3-5-389 16,-7 1-271-16,0 5-580 0,-8 7-2492 0,4 1-4393 16</inkml:trace>
  <inkml:trace contextRef="#ctx0" brushRef="#br0" timeOffset="75775.564">7993 15307 11997 0,'0'0'3132'0,"0"0"-1936"0,0 0-708 0,0 0 272 16,0 0 584-16,0 0-264 15,0 0-492-15,0 0-284 0,0 0 36 16,0 0 108-16,114 25-7 0,-58-20-153 0,4-1-44 16,0 3-124-16,4-7-108 0,-1 0 100 15,1 0-100-15,-4-4-4 0,0-3-8 16,-4-4-52-16,-9-3-188 0,1-1-136 16,-8-1-157-16,-9 0-103 0,-3 3-80 15,-7 4-180-15,-10-1-224 0,-3 7-1144 16,-8 3-1808-16,0 0-1593 0</inkml:trace>
  <inkml:trace contextRef="#ctx0" brushRef="#br0" timeOffset="75961.448">8422 15379 7796 0,'0'0'2756'0,"0"0"-1751"0,-36 73-145 0,28-34 532 15,5 7-12-15,-1 8-488 16,4 7-276-16,0 3-92 0,4 3-80 0,3-1-8 15,1-3-192-15,1 2-228 0,-2-12-16 16,5-11-88-16,1-10-256 16,-2-13-416-16,2-13-188 0,-2-6-160 0,1-10-284 15,0-11-372-15,-4 4-921 0,4-24-3675 16</inkml:trace>
  <inkml:trace contextRef="#ctx0" brushRef="#br0" timeOffset="76152.264">8629 15519 9200 0,'0'0'3873'0,"0"0"-3221"16,0 0-372-16,0 72 428 0,0-39 576 15,0 2-192-15,0 4-400 0,0 1-368 16,0 1-4-16,0 7-36 16,0-1-28-16,8 2-120 0,-3-5-136 15,-1-3-92-15,3-6-168 0,1-4-392 16,1-7-240-16,2-10 4 0,5 0-80 0,-4-9-640 0,4 2-976 15,4-7-2909-15</inkml:trace>
  <inkml:trace contextRef="#ctx0" brushRef="#br0" timeOffset="76440.976">9709 15389 15073 0,'0'0'2096'0,"0"0"-1648"16,0 0-64-16,0 0 296 0,-103-12 288 0,79 14-292 31,0 8-360-31,4 3-120 0,4 6-40 0,8 9-32 16,-3 7 20-16,6 10-84 0,5 5 160 0,0 8 36 15,0 3-27-15,0 4 3 0,5-1-76 0,6 2-8 16,-3-5-104-16,8-7-44 0,0-10-108 15,4-9-124-15,0-10-277 0,-1-8-87 16,2-15-220-16,-2-2-212 0,1-12-440 0,-3-1-1436 16,-2-25-2805-16</inkml:trace>
  <inkml:trace contextRef="#ctx0" brushRef="#br0" timeOffset="76643.607">9944 15449 13121 0,'0'0'2056'0,"0"0"-1480"0,0 0 56 16,0 0 512-16,92 92 476 16,-68-56-408-16,4-2-360 0,4 4-352 0,0-3-75 15,0 4-97-15,0-8-124 0,-1-2-204 16,-6-10-448-16,-2-6-269 0,-3-4-39 16,0-9-36-16,-4 0-252 0,-5-13-624 0,2-2-956 15,-9-2-1693-15,-1-8-1791 0</inkml:trace>
  <inkml:trace contextRef="#ctx0" brushRef="#br0" timeOffset="76810.478">10319 15363 1252 0,'0'0'12069'0,"0"0"-10457"0,0 0-1136 16,0 0 104-16,-68 96 524 16,44-51 280-16,0 5-388 0,1 4-384 15,-1 3-232-15,0 1-88 0,-1-4-24 16,1-4-244-16,1-5-24 0,3-5-216 15,0-8-260-15,8-3-380 0,-4-6-128 16,8-8-392-16,4-5-1200 0,-4-1-2841 0</inkml:trace>
  <inkml:trace contextRef="#ctx0" brushRef="#br0" timeOffset="77242.77">10884 15643 8704 0,'0'0'2829'0,"0"0"-1153"15,0 0-644-15,0 0 468 16,0 0 104-16,0 0-344 0,-19 73-484 0,34-63-324 15,9-5 40-15,4-1 324 0,8-1-296 16,4-3-203-16,4-7-145 0,-4-1-132 16,-1-3-40-16,2-1-60 0,-6-4-208 0,-3 4-205 15,0-8-127-15,0 1-44 0,-4 1-216 16,4-6-520-16,-12 6-1220 0,12-7-2997 16</inkml:trace>
  <inkml:trace contextRef="#ctx0" brushRef="#br0" timeOffset="77614.484">11785 15158 12853 0,'0'0'2648'16,"0"0"-1688"-16,20 66-376 0,-12-25 432 0,0 6 400 16,4 7 28-16,-8 1-628 0,-1 3-499 15,2-4-89-15,-5-1-44 16,0 1-40-16,-8-1-132 0,-4 2 0 0,4-7-4 0,-4-7-8 15,0-6-8-15,4-7-124 16,-4-9-40-16,4-7-44 0,-3-1-4 0,2-9-25 16,-3-2-19-16,-4-2-28 0,4-9-28 15,-3-4 16-15,2-3 72 0,-2-8-84 16,2-3-52-16,2 1 0 0,7 2 0 0,0 3 108 16,4 5 36-16,0 5-8 15,4 7 8-15,4 3 224 0,8 3 64 16,-1 0 268-16,6 0-48 0,2 5 96 0,1 2-232 15,0 3 72-15,4-2 4 16,0 2-28-16,-4-3 48 0,4 3 0 16,-9-4-60-16,2 1 0 0,-6 2-184 0,-2-3-172 15,2 4-60-15,-2-1-64 0,2-2-56 0,-2 2-188 16,-6-3-388-16,1-6-3064 16,-4 0-2589-16</inkml:trace>
  <inkml:trace contextRef="#ctx0" brushRef="#br0" timeOffset="77795.228">12331 15700 13729 0,'0'0'1972'15,"0"0"-1344"-15,0 0-64 0,24 70 688 0,-24-44 384 16,0 2-380-16,0 0-612 0,-4-6-327 16,0-5-253-16,0-8-64 0,0 0-269 0,0-6-183 15,-4-3-156 1,0 0-296-16,0-3-596 0,1-2-1116 15,-10-15-3225-15</inkml:trace>
  <inkml:trace contextRef="#ctx0" brushRef="#br0" timeOffset="77927.306">12136 15474 14013 0,'0'0'2436'0,"0"0"-1564"0,0 0 56 15,0 0 472-15,0 0-164 0,84-25-604 0,-56 13-412 16,0-7-220-16,0-3-340 15,3-4-732-15,-4-3-512 0,5 4-1480 0,-8 2-3093 16,12-8-3362-16</inkml:trace>
  <inkml:trace contextRef="#ctx0" brushRef="#br0" timeOffset="78125.911">12968 15090 13489 0,'0'0'2416'0,"0"0"-1912"15,0 0-180-15,0 0 872 0,84 61 892 0,-68-35-235 16,0 5-1089-16,0 4-400 0,0 3 32 15,4 4 224-15,-4 1-212 16,-5 2-328-16,-2-1-80 16,-9 1-132-16,0 3-228 0,-13 0-112 0,-2-1-48 0,-5-3 24 15,-4 0 24-15,0-2-17 0,-7-4 29 16,-1 0-360-16,-9-3-516 0,-6 0-940 16,10-10-2596-16,-34 14-4837 0</inkml:trace>
  <inkml:trace contextRef="#ctx0" brushRef="#br0" timeOffset="78958.923">8474 16545 8644 0,'0'0'2649'16,"0"0"-829"-16,0 0-44 15,0 0-76-15,36 66-272 0,-32-37-392 16,0-1-460-16,0 2-320 0,-4 1-20 0,0-2-16 16,-4-1-16-16,0 1-68 15,-4-7-16-15,0-3-32 0,-3 0-4 0,-2-7-84 16,-2 1-112-16,-6-3-36 0,5-1-24 15,-3-2 28-15,2-4-16 0,2-1 24 16,-2-2 64-16,6 0 0 0,-2-2-136 16,5-8-36-16,-3-5 8 0,-2-2 28 15,6-2 48-15,-1 0 12 0,4 4 88 0,0-1 60 16,4 6 0-16,0 4 72 0,4 3-64 16,8 3-8-16,4 0 64 15,7 0 204-15,1 6-44 0,8 7-4 0,0 3 12 16,-4-1 136-16,0 4-76 15,0 4-84-15,-4-4-96 0,-5-3-112 0,2 0-132 16,-5-4-396-16,-1-2-316 0,2-4-68 0,-6-3-176 16,1-3-576-16,1 0-1372 15,-6-9-3389-15</inkml:trace>
  <inkml:trace contextRef="#ctx0" brushRef="#br0" timeOffset="79110.377">8872 16846 8324 0,'0'0'3153'0,"0"0"-2077"0,0 0-332 16,0 0 816-16,36 83 212 0,-32-64-208 16,1 3-516-16,-5-6-532 0,4-3-308 15,-4-4-208-15,0-6-76 0,0-3-324 16,0 0-156-16,-4 0-208 0,-5-9-812 0,-2 0-1468 16,-2-11-5701-16</inkml:trace>
  <inkml:trace contextRef="#ctx0" brushRef="#br0" timeOffset="79251.049">8769 16596 11325 0,'0'0'2812'15,"0"0"-1812"-15,0 0-20 0,0 0 880 16,0 0-532-16,0 0-896 0,0 0-432 0,79-54-884 16,-55 38-540-16,-7 2-1524 15,2 0-6869-15</inkml:trace>
  <inkml:trace contextRef="#ctx0" brushRef="#br0" timeOffset="84041.584">565 8664 9548 0,'0'0'584'0,"0"0"-456"15,0 0-76-15,0 0 528 16,0 0-91-16,0 0 2351 0,0 0-1228 15,0 0-544-15,0 0-548 0,0 0-272 16,0 0-84 0,40-21 204-16,-36 40 288 0,4 6-56 15,-4 13-108-15,0 3-224 0,0 10-156 0,-4 0-108 0,4 2-4 16,-4-2-52-16,0-6-80 0,4-11-320 0,0-5-128 16,4-13 4-1,0-6-92-15,4-10-264 0,-4-3-1040 16,3-10-916-16,-2-1-2001 0,-1-17-1483 0</inkml:trace>
  <inkml:trace contextRef="#ctx0" brushRef="#br0" timeOffset="84410.538">314 8436 11417 0,'0'0'1156'0,"0"0"-980"0,-51 86-72 16,35-42 560-16,-1 7 32 0,2 6 152 0,11 3 32 15,4 0-236 1,4 3-372-16,11 5-80 0,13 1-192 16,0-1-8-16,8-2 8 0,0-9 56 0,4-13-56 0,3-11 4 15,6-19 340-15,3-7 64 16,3-7-212-16,5-12-72 0,-1-14-48 0,1-9-20 16,-4-6-56-16,-4-10-48 0,-8-5-88 15,0-5-24-15,-8-2-40 0,-1-4-284 0,-7-3 148 16,-8 0 124-16,0-4-300 0,-12 8 244 15,-8-3-28-15,0-2 296 16,-16 5 128-16,-8 3-56 0,-8 2 156 0,-3 7 112 16,-5 10-76-16,-8 9 136 0,0 13 132 15,-4 6-184-15,4 9 72 0,-3 7-88 16,3 13-60-16,-4 6-272 0,4 13 0 0,0 9-124 16,1 14-84-16,6 8-28 0,2 6-84 15,3 7-512-15,12 4-532 16,9-20-1356-16,10 25-2909 15</inkml:trace>
  <inkml:trace contextRef="#ctx0" brushRef="#br0" timeOffset="85408.971">17451 13906 11837 0,'0'0'1612'15,"0"0"-472"-15,0 0-596 0,-84 45 212 0,68-32 708 16,4-5-228-16,8-1-324 0,4-3-192 0,0-4-96 16,21 0-284-16,2 0 108 15,12 0 161-15,10 0-17 0,2 0-324 16,-2-4-268-16,-6 4-12 0,-3 0 12 0,-8 0-120 16,-8 4-16-16,-5 4 16 0,-6 3-60 15,-5 5 8-15,-4 2 52 0,-4 8 120 16,-12 2-84-16,0 4-12 0,-8-1-16 0,0 5 28 15,0-7-13-15,1 2-63 16,-1-6 16-16,0 1 20 0,3-4 112 16,6-3-36-16,7-2 44 0,3-3-8 0,5 0 12 15,17 2 36-15,3-4 172 16,7 4-64-16,10 0-44 0,-2-7-88 16,1 1 73-16,0-4-73 0,-1-6-12 0,6 0-8 15,-5-16-101-15,-4-3 21 0,3-9-116 16,1-8-272-16,-8-4-232 0,0-8-996 15,-8 7-1388-15,-4-19-3525 0</inkml:trace>
  <inkml:trace contextRef="#ctx0" brushRef="#br0" timeOffset="85779.434">17356 13611 10484 0,'0'0'901'0,"-84"32"63"15,52-4-68-15,-9 10 512 16,2 6 128-16,-1 11-64 0,12 5-212 15,4 4-216-15,13 2-288 0,3 7-220 16,8 7-208-16,0 5-23 0,8 4-121 16,11-3-76-16,1-4-96 0,8-5-12 0,8-11-12 15,3-12 12-15,6-9 8 0,2-10 4 16,5-14-12-16,0-10 8 0,4-8-8 16,-1-6 8-16,10-16 40 0,-2-6-36 0,1-15-12 15,4-6-48-15,-1-8-108 0,1-11-113 16,-5-4 37-16,-3-7 64 15,-4 0 20-15,-4-7 40 0,-8 0-100 0,-9 4-24 16,-3 3-48-16,-11 0-124 0,-14 6 196 16,-7 3 12-16,-15 8 76 15,-17 4-92-15,-9 4 140 0,-6 13-60 0,-9 9 132 16,-4 10 184-16,1 13 24 0,-5 6-196 16,4 10 0-16,4 11-12 0,1 9-52 15,7 1-120-15,4 7 52 0,4 3-104 0,8 0-404 16,13 4-536-16,6 0-868 0,6-14-1060 15,7 17-2921-15</inkml:trace>
  <inkml:trace contextRef="#ctx0" brushRef="#br0" timeOffset="86362.556">19917 14147 7032 0,'0'0'612'0,"0"0"-432"0,0 0 40 15,0 0 860-15,0 0 560 0,-84-53-111 16,60 49-137-16,5 4-264 0,-1 0-208 0,-1 0-28 16,2 4-8-16,3 2-104 0,-5 6-16 15,10 8-124-15,-5 8 80 0,4 3-184 16,4 11-208-16,1 2-96 0,3 7 12 15,4-7-27-15,0-2-117 0,0-7-96 16,4-13-4-16,-1-9-88 0,9-7-69 0,0-6 9 16,8-13 148-16,0-5-4 0,8-11-132 15,0-10-168-15,0-5-160 0,-1 0 52 16,-3 0 104-16,-4 3 64 0,1 6 60 16,-2 10-36-16,-3 6-24 0,0 8-4 15,-4 8 28-15,4 3 220 0,0 14 628 0,0 0-68 16,0 12-8-16,-1 3-136 15,-2 3-76-15,-1-1-72 0,-5-2-52 16,2-4-43-16,-1-3-65 0,-4-9-108 0,-1-7-229 16,5-6-127-16,1 0-68 0,-1-13-64 15,3-5-60-15,6-8-460 0,-2-9-724 16,1-6-1388-16,0 10-2657 0,12-20-1231 16</inkml:trace>
  <inkml:trace contextRef="#ctx0" brushRef="#br0" timeOffset="86543.353">20324 13627 11685 0,'0'0'1908'0,"0"0"-1032"0,0 0-408 0,0 0 536 16,0 0 412-16,-21 82-116 0,17-38-332 15,1 8-76-15,3 8 24 0,-4 3-271 16,4 7-173-16,-4-3-256 0,4-4-216 16,0-8-316-16,0-14-232 0,0-16-25 15,11-12 113-15,2-10 92 0,-1-3-96 16,8-13-308-16,-1-9-496 0,5-6-1016 0,-7 3-2440 15,10-20-2729-15</inkml:trace>
  <inkml:trace contextRef="#ctx0" brushRef="#br0" timeOffset="86701.092">20666 13570 14313 0,'0'0'2168'0,"0"0"-1932"15,0 0-36-15,0 0 608 16,0 0 560-16,-20 95-324 0,16-54-436 0,0 6-156 0,4 8-16 15,0-1 77-15,0 3-185 0,4 3-328 0,0 1 0 16,1-4-536-16,-1-3-265 0,3-3-175 16,-3-7-412-16,4-9-916 0,0-9-1568 15,0-1-1645-15</inkml:trace>
  <inkml:trace contextRef="#ctx0" brushRef="#br0" timeOffset="87811.296">21877 14094 13581 0,'0'0'2260'0,"0"0"-732"0,0 0-848 15,0 0 248-15,0 0 184 0,0 0-208 16,0 0-284-16,80 0-23 0,-44 0-233 0,3 0-196 16,-2 0-168-16,-5 3-8 15,-4 0-88-15,-5 0 12 0,1 3 0 0,-7 1-88 16,-6 2-168-16,-7 5-145 0,0 0 69 15,-4 5 40-15,-8 7 192 16,-12 3 16-16,1-1 8 0,-6 1 152 0,-3-4 8 16,0 1 4-16,4-1 8 0,1-6 96 15,-1 0 4-15,4-3-4 0,8-3 28 16,4-7 144-16,4 4-12 0,4-4-124 0,4 4 40 16,4 2 108-16,8 1-123 15,4 0-33-15,0-1 8 0,7-3 0 16,1-2-56-16,0-7-84 0,4 0-4 0,0-9-220 15,0-7-156-15,4-3-149 0,-4-10-239 16,4 1-348-16,-4-5-1048 16,-8 8-3152-16,8-9-4501 0</inkml:trace>
  <inkml:trace contextRef="#ctx0" brushRef="#br0" timeOffset="88128.926">22554 14218 4500 0,'0'0'10853'16,"0"0"-9421"-16,0 0-1148 0,0 0 524 15,0 0 1112-15,28 72-224 0,-15-65-787 16,2-4-593-16,-2-3-120 0,6-3 8 0,5-7-108 16,0-6-96-16,1-3-144 0,-2-3-64 15,1 0-32-15,0 0-76 16,-9 0 52-16,-2 2-129 0,-2 8 77 0,-7-1 12 16,-4 3 124-16,0 4 84 0,-4 0 92 15,-7 3 8-15,-6-1 84 0,-2 1 8 16,-1 0 52-16,-4 3 44 0,8 3-56 15,0 10-40-15,1 6-36 0,-2 3-56 16,6 9 8-16,-2 11 84 0,1-1 101 16,5 4 71-16,3-4-16 0,-1 1-8 15,1-11-116-15,4-2-128 0,0-10-108 16,4-7-220-16,5-5-108 0,2-7-13 0,1-4 33 16,4-5-240-16,5-7-396 0,2-6-1184 15,-7 3-2756-15,12-15-3313 0</inkml:trace>
  <inkml:trace contextRef="#ctx0" brushRef="#br0" timeOffset="88347.176">22949 14084 8384 0,'0'0'6365'0,"0"0"-5417"0,0 0-420 15,0 0 320-15,0 0 256 0,0 0-116 16,0 0-108-16,84 88-380 16,-76-62-192-16,-1 3 68 0,-2-1 12 0,-5-2-83 15,0 0-197-15,0-1-96 0,0-6-12 16,0-4 0-16,0-4-76 0,0-5 16 0,0-3 48 15,0-3 4-15,0 0-113 0,4-3-75 16,4-8-144-16,3-1 72 16,6-7-84-16,2-4-212 0,5-5-316 0,0 3-340 15,0-4-980-15,-4 1-1804 0,0 9-813 16,0-6-579-16</inkml:trace>
  <inkml:trace contextRef="#ctx0" brushRef="#br0" timeOffset="88580.787">23308 14147 1420 0,'0'0'8592'0,"0"0"-4671"0,0 0-2317 16,4 77-372-16,-4-55 84 0,0 3-48 15,0-9-168-15,4-3-356 0,-1-6-344 0,5-7-83 16,5 0 11-16,2 0-60 16,2-10-40-16,7-6-192 0,-1-3-36 0,1-7-192 15,-4 4-40-15,1-3-20 0,-6 2-5 16,1 8 49-16,-8 3 76 16,-4 1 60-16,-4 5 72 0,0 3 0 0,-12-4 48 0,-8 7 144 15,0-3-32-15,-8 0-99 16,0 3 11-16,-4 0-72 0,4 3 0 15,1 7 12-15,3-1-8 0,4 2-4 0,0-3-169 16,4 3-63-16,4-3-132 16,4-2-172-16,0 1-220 0,8 0-412 0,0-7-1052 15,0 3-2696-15,12-3-3549 0</inkml:trace>
  <inkml:trace contextRef="#ctx0" brushRef="#br0" timeOffset="88853.231">23905 13899 9912 0,'0'0'5133'0,"0"0"-3977"16,0 0-416-16,0 0 972 0,0 0-20 16,0 0-280-16,-92 87-527 0,73-68-461 15,-1 3-208-15,8-3-80 0,4 0-40 0,0-3-96 16,8 0-12-16,0-1 4 0,4 5-40 16,8-5 40-16,4-2 0 15,0 4-44-15,3-5 40 0,2 1 4 0,-1-1-4 16,-1-2-48-16,-2 2 56 15,-2-2-8-15,-2-1-48 0,-6 4 48 0,-3-4 0 16,-4 4 12-16,0 0-240 0,-4 2-76 16,-8 2 12-16,-7 1 12 0,-6 1 3 15,1 0-3-15,-4-5-136 0,0-1-192 0,-3-1-420 16,-1-2-848-16,9-4-2076 16,-18-3-2417-16</inkml:trace>
  <inkml:trace contextRef="#ctx0" brushRef="#br0" timeOffset="89341.96">24782 14033 5580 0,'0'0'5385'0,"0"0"-4049"0,0 0-120 0,0 0 192 0,0 0 188 16,0 0-312-16,-4 67-52 15,4-35-312-15,-4 2-176 0,0-2 36 16,4-3-183-16,0-10-249 0,4-3-212 0,4-7-52 16,-4-3 12-16,8-2-84 0,0-4-12 15,7-7-36-15,2-8 32 0,-1-4-136 16,3-7-68-16,-3 1-68 0,1-4-65 16,-6 1 25-16,2 5 84 0,-10 4 60 15,-3 0 104-15,-4 7 64 0,0 2-124 16,-11 4-24-16,-6 3 152 0,-7-1 108 15,1 4 212-15,-1 4-236 0,3 5-84 16,1 1-40-16,1 5-132 0,6 1-96 0,2 0 12 16,7-3-208-16,4-4-408 0,0 2-1068 15,4-6-2748-15,12 2-2953 0</inkml:trace>
  <inkml:trace contextRef="#ctx0" brushRef="#br0" timeOffset="89477.44">25256 14153 15369 0,'0'0'2388'0,"0"0"-1472"0,0 0-44 0,95 11 312 0,-70-15-260 16,3-9 1-16,0-6-537 0,3-6-260 16,1-7-128-16,-4 1-364 0,4-4-741 15,-8 0-235-15,-5 0-436 0,-2 3-1232 16,-9 13-2957-16,-8-7-1731 0</inkml:trace>
  <inkml:trace contextRef="#ctx0" brushRef="#br0" timeOffset="89709.965">25424 13770 10436 0,'0'0'2493'0,"0"0"-1029"0,0 0-104 15,0 0-4-15,0 0-464 0,0 0-88 16,0 0-68-16,-73 88-188 16,73-56-32-1,0 0 68-15,4 6-76 0,5 7-91 0,-1 2-29 0,-1 7-52 16,-3 4-68-16,0-1-88 0,0 3-56 0,1-2-40 16,-1-2-72-16,0-5-4 0,-4 0-8 0,3-4-8 15,1-2-64-15,-4-4-88 0,0-6-200 16,0-3-28-16,0-7-112 15,-4 0-69-15,-3-6-27 0,-6-2 20 0,-2-9 124 16,-2 3-12-16,-6-11-88 0,3 0-140 0,-8-4 12 16,4-8-256-1,-8-8-828-15,13 5-1116 0,-18-22-3981 0</inkml:trace>
  <inkml:trace contextRef="#ctx0" brushRef="#br0" timeOffset="90041.266">26535 14084 16073 0,'0'0'2560'0,"0"0"-1968"0,0 0-580 0,0 0 736 15,96-16 132-15,-53 13 325 0,6 3-553 16,2-3-312-16,1 0-148 0,0-7-84 16,-1 1-68-16,1-8-40 0,0-4-108 15,-1-2-108-15,-2-3-316 0,-6-2-221 16,-2 0-171-16,-6-1-432 0,-7 1-1140 15,-8 4-2304-15,-8-1-1833 0</inkml:trace>
  <inkml:trace contextRef="#ctx0" brushRef="#br0" timeOffset="90291.82">27144 13658 7948 0,'0'0'6597'0,"0"0"-4833"0,0 0-704 0,0 0 228 16,0 0-196-16,0 0-372 0,-75 36-220 0,71-8-136 0,0 10-36 15,4 7 89-15,0 5 151 0,8 11-36 16,0 0-240-16,-1 8-196 15,-2 1-24-15,3 3-24 0,-4 0-44 0,0-3 0 16,0-4-4-16,-1 1-60 0,-3-10-12 16,0 0-136-16,0-6 28 15,0-7 0-15,-3-2-4 0,-5-7 4 0,-4-7-40 0,0-5 4 16,-8-7-40-16,-4-4 123 0,0-9 61 16,-8-3-16-16,-3-3-68 0,-1-9-40 15,-5-4 88-15,6-9-124 0,-5-5-120 16,8-8-344-16,4-3-396 15,0-3-804-15,8 9-1164 0,1-15-3313 0</inkml:trace>
  <inkml:trace contextRef="#ctx0" brushRef="#br0" timeOffset="91129.983">28950 14023 5532 0,'0'0'392'15,"0"0"2840"-15,0 0-2312 0,0 0-300 16,0 0 25-16,0 0 407 0,0 0 212 0,-32-65-160 16,32 60-72-16,0 5-116 0,0 0-96 15,0 0-16-15,0 0-16 0,0 0 0 16,0 0-68-16,0 0-64 0,0 0-35 16,0 0-89-16,0 0-108 0,-4 0-72 15,4 0-12-15,0 0-40 0,-4 5-128 0,0-5-168 16,4 2 44-16,-5-2 0 15,1 0 12-15,4 0 0 0,0 0-52 16,0 0 52-16,-3 0-12 0,-1 4-44 0,-4-2-4 16,-5 2-84-16,2 3 40 0,-6-1 44 15,2 2 0-15,-5 6-8 0,0-1 0 16,0 2 8-16,0 4 8 0,1 0-4 16,-2 0-4-16,10 3 0 0,-2 7-8 15,6 0-4-15,3 3 8 16,4-4-44-16,0 1 40 0,7-7-40 0,1-6 48 0,8-1 0 15,-4-9 0-15,8 1 0 16,-3-7-12-16,2-7 12 0,5-4 0 0,0-9-4 16,8-8-120-16,-4-7-140 0,8-3-76 15,-4-1 28-15,-4 1 8 0,-4 3 40 16,-1 7 116-16,-3 0-8 0,-8 5 48 0,0 7 96 16,-8 3 12-16,0 7 132 15,0 4 60-15,-4 2-92 0,0 0 104 16,0 8-96-16,0 5-20 0,0 10-16 0,0 5 120 15,0 4-12-15,0 6 28 0,0-3-52 16,0 0 0-16,4-7-84 16,4 1-72-16,0-7 0 0,0-6-12 0,3-4-84 15,-2-5-24-15,7-7-144 0,-4 0-28 16,0-3-180-16,4-10-144 0,0-3-129 16,4-3-535-16,-9-6-1232 0,-3 8-2512 15,5-8-2437-15</inkml:trace>
  <inkml:trace contextRef="#ctx0" brushRef="#br0" timeOffset="91358.91">29288 13912 1172 0,'0'0'11477'16,"0"0"-9581"-16,0 0-1352 0,0 0 548 15,0 0 392-15,0 0-148 0,0 0-260 16,80 79-304-16,-64-52-32 0,-5 1 25 16,6 0-229-16,-6 1-224 0,2 0-156 0,-5-1-92 15,-5-2-64-15,1 2-64 16,-4-2 16-16,0-7-36 0,0-4 76 15,0-2 8-15,0-10 8 0,0-3 64 0,4 0 8 16,-4-3-80-16,9-10-4 16,-5-9-116-16,7-6-96 0,6-7-88 0,2-7-240 15,-3-2-173-15,8 0-199 0,0 3-244 16,4 6-580-16,-4 5-1000 0,-4 9-1661 16,8 5-1191-16</inkml:trace>
  <inkml:trace contextRef="#ctx0" brushRef="#br0" timeOffset="91644.072">29767 14021 9972 0,'0'0'3265'0,"0"0"-1593"0,0 0-424 0,0 0 360 16,0 66 20-16,0-63-392 0,7 1-568 16,5-4-204-16,4-7-87 0,4-3-13 15,4-5-64-15,4-7-168 0,0-4-132 0,4 1-172 16,-8 0-92-16,0 2-40 0,-5 1 12 16,-6 6 59-16,-6 3 29 15,-7 7 96-15,0-1 104 16,-7 4 8-16,-10 0 48 0,-3 3 164 15,-3 0-92-15,-5 6 33 0,4 11-49 0,-4 5-32 0,4 3-16 16,0 4 36-16,4 6 112 0,0 3-120 16,8-4-88-16,0 5-124 0,4-4-20 0,4-3-12 15,4-1-137-15,12-5-59 0,4-4 24 16,12 0 120-16,4-6 208 16,8-4-8-16,4 1-104 0,3-6-412 0,5-7-208 0,4 0-548 15,8 0-1352-15,-20 0-2605 16,27-7-3883-16</inkml:trace>
  <inkml:trace contextRef="#ctx0" brushRef="#br0" timeOffset="92082.279">30838 13890 5532 0,'0'0'0'0,"0"0"5204"16,0 0-3799-16,0 0 23 0,0 0-208 0,0 0 64 0,0 0-156 16,0 0-212-16,0 0-116 0,-75 74-172 15,71-43-176-15,-5 4-36 0,9 3 36 0,0 0 192 16,0 0-195-16,0-3-265 15,0-9-184-15,0-1-88 0,5-9-193 0,-1-7-71 16,3-2-124-16,5-4-172 16,4-3 12-16,5-6-172 0,2-7-752 0,-3 0-2396 15,8-12-1929-15</inkml:trace>
  <inkml:trace contextRef="#ctx0" brushRef="#br0" timeOffset="92343.245">31034 14100 5280 0,'0'0'8589'0,"0"0"-6305"16,0 0-1084-16,0 0-76 15,3 83 120-15,-3-61-48 0,4-6-211 16,4-1-377-16,0-8-296 0,4-4-92 0,4-3-28 0,8 0-96 16,0-13-24-16,4-2-72 0,0-8 0 15,0 0-112-15,-5-2-128 16,1 0 32-16,-4 3 52 0,-8-1 24 0,4 8-16 16,-8-1 52-16,-4 0 60 15,0 4 36-15,-4 2 60 0,-8 0 64 16,-3 3-120-16,-2 2 44 15,-6-2 36-15,2 7 72 0,2 0-152 16,-1 0-4-16,-5 10-108 0,10-1-72 16,-6 1 32-16,6 3-20 0,-1-4-161 0,3 1-315 0,6-4-172 15,-1 0-372-15,4 1-1264 0,0-4-3284 0,0-3-3897 16</inkml:trace>
  <inkml:trace contextRef="#ctx0" brushRef="#br0" timeOffset="92653.325">31427 13925 12597 0,'0'0'2288'0,"0"0"-1204"16,0 0 128-16,0 0 348 0,0 0-136 0,33 89-132 16,-33-63-467-16,0-1-377 15,-5-3-204 1,5-3-176-16,0-3-68 0,0-6-132 16,0-1-64-16,0-6-96 0,9-3-32 0,-1 0-53 0,3-3 121 0,6-6 96 15,2-4 16-15,-3-6-40 0,0 0 0 16,4-3-8-16,-4 3 44 0,0-3 40 15,0 2 56-15,0 1-32 0,-4 6 36 16,0 5 36-16,-4 1 12 0,-5 7 84 16,-3 0 124-16,4 2 48 0,-4 9 220 15,0 4-40-15,0 1-47 0,0 3-85 0,-4 3-24 16,1-3-4-16,-1 0-44 0,4-3-232 16,-4 0-48-16,0-3-220 15,0 3-180-15,0-4-37 0,-4 1-159 16,4-3-232-16,4-1-548 0,0-5-2532 0,0-4-3237 15</inkml:trace>
  <inkml:trace contextRef="#ctx0" brushRef="#br0" timeOffset="92995.361">31922 13881 8140 0,'0'0'1736'0,"0"0"-1736"0,0 0-180 0,0 0 180 0,0 0 880 16,0 0-187-16,0 0-101 0,0 0-92 0,0 0 204 15,51-32 416-15,-43 45 4 0,-3-1-152 16,-1 1 12-16,0 6-128 0,0-3-92 16,-4 6-16-16,3 0-100 0,-3 3-184 0,0 2-108 15,0 1-76-15,-3 3-64 0,-5 4-32 16,4 4-39-16,-5 1 39 0,2 9-40 16,-1-2 12-16,4 5 16 0,-9-5 600 15,10-6-504-15,-1 0-268 0,0-6-220 16,0-6-20-16,4-1 156 0,0-5 12 15,-4-8-196-15,4-2-72 0,-4-6 16 0,4-1-81 16,-5-6 65-16,5 0-48 0,-3 0-52 16,-5 0-24-16,0 0-24 0,-4-6-460 0,0-4 60 15,0-3-220-15,0-3-652 16,0-3-56-16,0-9-873 16,4 5-1971-16,-7-24-956 15</inkml:trace>
  <inkml:trace contextRef="#ctx0" brushRef="#br0" timeOffset="93166.24">31930 13579 8080 0,'0'0'4237'0,"0"0"-2301"0,0 0-736 16,0 0-120-16,0 0 600 0,92-38-180 0,-77 38-620 16,2 0-296-16,2 0-172 15,1 0-168-15,0 3-244 0,0 0-4 16,0 3-156-16,-4 1-168 0,-4-1-388 0,-1 0-384 15,2 8-476-15,-9-9-1480 0,-4 12-3941 16</inkml:trace>
  <inkml:trace contextRef="#ctx0" brushRef="#br0" timeOffset="93508.974">32217 13849 11641 0,'0'0'4612'0,"0"0"-3568"0,0 0-572 15,-4 95 616-15,0-53 444 0,4-5-108 0,-4 2-539 16,4-7-533-16,0-4-280 0,4-3-72 16,4-6-48-16,3-2-48 0,2-9-160 15,2-1 52-15,2-7-112 0,3-3-73 16,-1-9 13-16,1-5-40 16,0-8-84-16,0 0-120 0,-4-1-92 0,0 1 48 0,0 0 404 15,-4-1 252-15,-5 3-48 0,2 2 56 0,-9 4 136 16,4 5 76-16,-4 3 204 15,0 9 52-15,0 0 156 0,-4 0-172 0,-1 9-292 16,1 10-76-16,-3 4 64 0,-1 5-28 16,0 4 112-16,0-4 108 0,4-2-132 15,4-4-208-15,0-9-60 0,0-4-488 16,0-3-112-16,7-6 220 0,10 0 112 16,-2-8-112-16,6-12-412 0,3-2-1108 0,-4-1-2344 15,16-8-2481-15</inkml:trace>
  <inkml:trace contextRef="#ctx0" brushRef="#br0" timeOffset="94176.428">32727 13986 2856 0,'0'0'9937'0,"0"0"-7437"0,0 0-1808 0,-28 69 0 15,15-50 1008-15,2 1-8 0,3-8-300 16,-1-2-495-16,6-4-413 0,3-3-228 16,0-3-80-16,0 0-176 0,0-3-216 15,3-3-28-15,6-4-8 0,-1-6-88 0,3-3-12 16,6-3-85-16,-6 3-51 15,2 3 112-15,-1 4 156 0,-5-1 24 16,2 7-76-16,-5 0-20 0,0 1 96 0,0 5 36 16,-1 0 160-16,-3 7 124 15,4 3 208-15,0 3-140 16,-4 6-44-16,4 0 36 0,-4 3-36 0,5 0-144 0,-1 6 68 16,0 4 208-16,3 1 136 0,1-2 204 15,1-3-355-15,-5 4-201 0,3 0-64 16,-3 0 0-16,-4 2 0 0,0 2-8 0,0-2-4 15,-4 1-160-15,-7 3 3 0,-6-3-27 16,2-2-24-16,-5-5 52 16,-1-9 84-16,2-3 84 0,3-13 220 15,0-3-220-15,0-10-96 0,4-15-220 0,3-11 156 16,6-8-120-16,3-16-64 0,3-13-8 16,14-10 68-16,3-8-156 0,-1-8-68 15,9-5-444-15,4-5-708 0,4 5-1408 0,4 5-929 16,4 7 2061-16,-5 17 1936 0,6 11 548 15,-6 12 528-15,-3 18 232 0,-8 11 201 16,-4 15 323-16,-8 8 8 0,0 6 8 16,-4 16-284-16,-4 8-568 0,-4 12-492 15,0 9-116-15,-4 6-8 0,-8 7 376 16,0 5 21-16,-8 2-269 0,-4-1-264 0,1-1-244 16,-5-6-36-16,-1 1-364 0,5-10-60 15,1-9 31-15,6-10 77 16,2-14 184-16,7-4 104 0,4-7-20 0,0-7-64 15,0-3-44-15,0 0 32 0,0-7-24 16,4-2 40-16,0-7-16 16,-4-1-12-16,0-4-160 0,0-2-196 0,-8 1-88 15,-9-3 60-15,-2-1-176 0,-5 4-120 16,0 0 88-16,0 6 536 0,4 7 228 16,8 6 652-16,0 3-96 0,9 0-20 0,3 0-12 15,0 3-164-15,3 0-28 0,13-3-48 16,4 0 0-16,12 0-100 15,4-6-184-15,8-5-24 0,-1 3-320 0,6-5-112 16,-6 1-424-16,-15 1-1380 0,4 2-5829 0</inkml:trace>
  <inkml:trace contextRef="#ctx0" brushRef="#br0" timeOffset="95078.008">19092 15481 8536 0,'0'0'6009'0,"0"0"-4485"0,0 0-820 16,0 0-368-16,0 0 852 0,84 23 44 15,-33-11-156-15,13 1-384 16,0-1-388-16,0-2-192 0,0-7-108 0,-4-3-4 15,-5-3-112-15,5-11 4 0,-8-4-232 16,0-8-244-16,-5 1-176 0,-2-3-184 16,-10-1-416-16,-11 4-1308 0,-8 9-2037 15,-12-6-1679-15</inkml:trace>
  <inkml:trace contextRef="#ctx0" brushRef="#br0" timeOffset="95251.021">19758 15151 5976 0,'0'0'1872'15,"0"0"2365"-15,0 0-2729 0,0 0-140 16,-37 79-108-16,34-35-88 0,3 8-132 0,0-1-92 16,0 5-276-16,0-2-232 0,0 3-292 15,3-3-148-15,1-3-196 0,1-7-416 16,3-6-112-16,0-8 12 0,4-14-32 16,4-14-136-16,4-2-480 0,-1-6-1380 15,9-19-3321-15</inkml:trace>
  <inkml:trace contextRef="#ctx0" brushRef="#br0" timeOffset="95492.618">20049 15637 680 0,'0'0'5472'0,"0"0"-1520"0,0 0-2031 0,0 0 411 15,0 0-288-15,0 0-452 0,87 6-448 16,-67-19-356-16,0-2-288 0,4-9-160 16,0 3-60-16,-1-5 124 0,1 1-272 15,-3 3-60-15,-6 4-68 0,-6 4 4 0,-5 4-4 16,0 4 8-16,-4 6-12 15,0 0-112-15,-8 0-96 0,-9 0-264 16,-3 6 116-16,1 1 76 0,-9 3 24 0,4-1 120 16,0 1-20-16,1-1-200 0,6-2-88 15,-3-5-208-15,4 1-288 0,9 1-476 16,-2-1-960-16,9 1-2217 0,0-1-3123 0</inkml:trace>
  <inkml:trace contextRef="#ctx0" brushRef="#br0" timeOffset="95910.25">21224 15566 7808 0,'0'0'7089'0,"0"0"-5501"0,0 0-1140 16,0 0 36-16,-21 67 656 0,30-54 4 16,3-3-560-16,8-7-328 0,4 0-108 15,3-6 12-15,6-7 20 0,-1-9-44 16,0-3-28-16,0-7-108 0,-4-2-8 16,-5 2-248-16,-3 1-12 0,-5 5-24 0,-2 4 0 15,-9 3 36-15,-4 4 120 16,0 2 136-16,-4 4-56 0,-9 3 52 0,-2-1 8 15,-9 4 160-15,0 0-152 0,-3 10 124 16,-1 3 0-16,0 9-64 0,-4 3-24 16,8 7 112-16,0 5 48 0,3 5-24 15,6 6-16-15,3-3 16 0,7-1-4 16,5-6-140-16,0-6-40 0,9-10-220 16,7-3-292-16,12-13 72 0,0-2 184 15,3-4 24-15,9-13-224 16,1-6-380-16,-2-7-452 0,4-2-1336 15,-15 6-2509-15,21-16-2823 0</inkml:trace>
  <inkml:trace contextRef="#ctx0" brushRef="#br0" timeOffset="96244.463">21953 15443 5612 0,'0'0'6661'0,"0"0"-4785"0,0 0-1612 16,0 0 304-16,0 0 992 0,0 0 352 15,-39 90-388-15,22-57-560 0,2 9-224 16,-2-1 281-16,6 1-197 0,2-2-292 15,1-8-328-15,5-6-156 0,3-7-48 16,0-6-84-16,0-7 12 0,11-3-112 16,2-3 28-16,2 0-36 0,5-12-12 0,1-10-40 15,2-4-108-15,-3-3-108 0,0-3 72 16,3 2 147-16,-6 0 57 16,3-1 16-16,-8 4 32 0,-1-1 40 0,-2 6-4 15,-5 4 28-15,0 4 72 0,-4 5 84 16,0 2 160-16,0 7 36 0,0 0-184 0,0 4-92 15,0 11-4-15,0 6 8 0,-4 4 0 16,0 6 92-16,-1 1 205 16,5 3 7-16,-4 0-44 0,4-3-192 0,0-4-76 15,0-2-108-15,4-5-84 0,5-4-296 16,2-5-265-16,1-2-51 0,4-7-396 16,1-3-952-16,-6 0-2148 0,14-3-3129 0</inkml:trace>
  <inkml:trace contextRef="#ctx0" brushRef="#br0" timeOffset="96625.304">22650 15421 1316 0,'0'0'9332'0,"0"0"-7675"15,0 0-85-15,0 0-4 0,0 0-536 0,0 0-172 16,0 0 180-16,-72 95-228 0,65-45-164 15,-1 5 12-15,3 3 60 0,5-8-220 16,0-2-159-16,5-14-281 0,3-8-60 16,7-14-317-16,2-9-95 0,7-3 180 15,4-15-60-15,4-14-16 0,-1-6-168 16,1-9-220-16,0-6-460 0,0-2-1064 0,-8 11-1956 16,3-16-2677-16</inkml:trace>
  <inkml:trace contextRef="#ctx0" brushRef="#br0" timeOffset="96909.96">22973 15011 7200 0,'0'0'6113'0,"0"0"-4453"0,0 0-1040 16,0 0-84-16,0 0 616 15,8 96 172-15,-8-49-192 0,0 4-424 16,-4 9-196-16,0 1 168 0,0 2 73 0,-3 0-401 16,-2-3-352-16,5-6 0 0,0-5-496 15,4-12-89-15,0-8 53 16,0-10 188-16,8-13 52 0,4-3-60 0,4-3 92 15,0-9-168-15,3-7-184 0,2-3-104 16,-1-3 72-16,-5 0 108 16,2-1 100-16,-6 8 224 0,6 2 152 0,-9 4 60 15,3 9 300-15,2 0 176 0,-6 5 168 0,1 8 24 16,5 6-112-16,-6 4-176 0,1 2-208 16,0 1-124-16,1 2 64 15,-2-2-52-15,1-1-60 0,4-3 0 0,0 1-196 0,0-8-428 16,0 1-664-16,0-10-1228 15,-1 1-3149-15</inkml:trace>
  <inkml:trace contextRef="#ctx0" brushRef="#br0" timeOffset="97308.985">24232 15589 1552 0,'0'0'6368'0,"0"0"25"16,0 0-4769-16,0 0-480 0,-80 16 352 15,72 0-452-15,5 9-272 0,-1 3 56 0,4 4-183 16,0 0-173-16,0-4-96 15,0-8-156-15,7-4-220 0,-3-10 0 0,9-3-136 16,-2-3 124-16,1-3-36 0,8-9 40 16,1-7-172-16,-2-4-196 15,5-5-49-15,-9 0 21 16,2 4 136-16,-10 2 160 0,2 7 48 16,-9 2-100-16,0 4-72 0,-5-1 100 0,-6 3 32 0,-9 5 52 15,-4-3 48-15,-4 5 72 0,-7 5-72 16,3 1-180-16,4 7 68 0,4-1-108 0,7 1-60 15,6-1-52-15,3 1-88 0,4-4-480 16,4-2-884-16,0-1-2228 16,8-6-1833-16</inkml:trace>
  <inkml:trace contextRef="#ctx0" brushRef="#br0" timeOffset="97441.595">24427 15579 9080 0,'0'0'4053'0,"0"0"-2277"0,112 0-224 15,-69 0 24-15,-2 0-404 16,2 0-376-16,-3-6-356 0,-4-6-280 0,4-5-124 15,0-4-36-15,-5-9-576 0,1 2-624 16,-4-7-396-16,-12 13-1484 0,8-16-4405 16</inkml:trace>
  <inkml:trace contextRef="#ctx0" brushRef="#br0" timeOffset="97617.47">24786 15170 8052 0,'0'0'5469'16,"0"0"-3961"-16,0 0-992 0,0 0-128 15,-60 104 444-15,53-59 348 0,2 6 248 0,5 3-328 16,0 1-308-16,0 1-183 0,0 0-101 0,0-4-156 16,5-4-352-1,-2-8-96-15,5-10-364 0,0-12-41 0,4-6 89 16,4-7 72-16,4-10-124 0,4-13-124 0,3-11-700 16,1-9-1288-16,-4 4-3213 0,8-20-3831 15</inkml:trace>
  <inkml:trace contextRef="#ctx0" brushRef="#br0" timeOffset="98158.045">25101 15189 7216 0,'0'0'8781'16,"0"0"-7021"-16,0 0-1328 0,-8 90-196 15,0-50 184-15,-1 7 512 0,2 5-16 0,3 2-272 16,-4 0-119-16,3 3 191 16,-2-7-112-16,7 1-276 0,-4-9-220 0,4-7-108 15,0-13-60-15,4-7 56 16,3-5-140-16,2-10-112 0,3 0-108 0,4-17-96 15,3-1-109-15,5-11-75 0,4 1-224 0,-3-1-272 16,-1 4 92-16,-5 9 380 16,1 7 420-1,-8 2 248-15,0 7 356 0,-8 0 140 16,0 10 196-16,0-1 156 0,-4 4-4 0,0-1 68 0,0 1-207 0,0 0-329 16,0-1-192-16,4-5-184 0,0 0-124 15,3-2-116-15,6-1-285 0,2-4 101 0,2 3 268 16,3-3-224-16,3-3-328 15,-3-1 8-15,1-1-60 0,-2 2-56 0,1-1-92 16,-4 1-524-16,-4 3-188 0,4 0 384 16,-4 0 788-16,0 3 448 0,-4 1 68 15,4-1 392-15,0-3 576 0,4 0 204 16,-4 0 224-16,-1-7-556 0,2-3-472 16,2-1-152-16,-2-6-48 0,-2-5-128 0,2 3-96 15,-2-3-12-15,-3 0-64 16,-4-1-196-16,0 8-48 0,-4-2 120 15,0 5 188-15,-8 2 160 0,-7 0 76 0,2 8 284 16,-2 2-28-16,-6 5 244 16,-3 12-196-16,1 12-136 0,-1 4-112 15,-4 6 24-15,4 3 72 0,9-2 161 0,-6-4-285 16,5-1-264-16,8-10-48 0,4-3-304 16,4-6-205-16,0-3-127 15,8-10 248-15,8-3 360 0,0-3-316 0,4-13-344 0,4-9-704 16,0-2-1608-16,-4 2-2397 15,11-6-735-15</inkml:trace>
  <inkml:trace contextRef="#ctx0" brushRef="#br0" timeOffset="98329.292">25894 15535 4772 0,'0'0'312'15,"0"0"9197"-15,0 0-7217 0,0 0-1100 16,0 0 64-16,0 0-352 0,75 92-280 16,-75-60 336-16,0 2-379 0,-4-1-193 15,-4 2-120-15,1-7-160 0,-2-2-108 16,5-8-156-16,0-5-4 0,4-7-68 0,0-2-64 15,4-4-301-15,9-7 57 16,2-5 232-16,9-7 48 16,4-8-112-16,8-1-72 0,4-4-36 15,-5-1-1104-15,-3 7-1288 0,12-13-2857 0</inkml:trace>
  <inkml:trace contextRef="#ctx0" brushRef="#br0" timeOffset="100208.687">26714 15811 4164 0,'0'0'1460'0,"0"0"4077"15,0 0-3653-15,0 0 96 0,0 0-220 16,0 0-200-16,0 0-500 0,0 0-544 0,0 0-420 15,0 0-96-15,0 0-172 0,9 13-72 16,-9-4-224-16,0 4-156 0,0 3-528 16,0 1-1484-16,-9 2-5413 0,9-106 1377 0</inkml:trace>
  <inkml:trace contextRef="#ctx0" brushRef="#br0" timeOffset="100914.714">17304 16598 7716 0,'0'0'196'0,"0"0"4401"16,0 0-3081-16,0 0-440 0,0 0 132 16,0 0 12-16,0 0-192 0,0 0-352 15,3 77-468-15,9-59-208 0,0 1-140 16,4-5-164-16,-4 2-424 0,4-4-176 15,-4-3-308-15,4 1-792 0,-8 0-1841 0,-5 0-2671 16</inkml:trace>
  <inkml:trace contextRef="#ctx0" brushRef="#br0" timeOffset="101853.266">17296 16738 3592 0,'0'0'4008'0,"0"0"-952"16,0 0-1219-16,0 0-269 15,0 0-76-15,0 0-312 0,23 83-148 16,-14-58-140-16,-2 1-268 0,1 2-192 0,5 1-152 15,-6 0-72-15,-3-1-60 0,4-3-80 16,-4 1-68-16,0-4-48 16,-4-6-148-16,0-4-160 0,0-1 0 0,0-9 12 15,0 2-24-15,0-4-124 0,0 0-276 16,0 0-392-16,0-4-680 0,-4-3-1352 0,-4-7-2541 16</inkml:trace>
  <inkml:trace contextRef="#ctx0" brushRef="#br0" timeOffset="102043.594">17291 16465 8080 0,'0'0'5309'0,"0"0"-3789"0,0 0-1116 16,0 0 656-16,0 0 888 0,0 0-388 0,0 0-752 15,0 0-804-15,0 0 76 0,0 0-80 16,0 0-132-16,76-38-380 15,-56 32-284-15,-4 3-252 0,0 3-628 0,-4 0-2460 16,-1 12-3841-16</inkml:trace>
  <inkml:trace contextRef="#ctx0" brushRef="#br0" timeOffset="102352.928">17674 16906 288 0,'0'0'13041'16,"0"0"-10901"-16,0 0-1464 0,0 0-156 16,0 0 596-16,15 74 452 0,-10-71-408 0,3 3-732 15,0-6-380-15,3 0-44 0,6 0 80 16,-2 0-72-16,2-3 0 0,3 0-12 16,-9-4-4-16,6 1-108 0,-6 3 52 15,1-3 0-15,0 3 8 0,-4-1-32 16,4 1 12-16,-8 0 0 0,4-3-28 15,0 2 28-15,0-5 0 0,-4 3-100 16,-1-7-48-16,2 1-24 0,-1-2-16 16,-4 2 4-16,4-1 32 0,-4 3-20 15,0 4-76-15,0 0 36 0,0 3-52 16,-8 3-556-16,3 0-1600 0,-10 0-3401 0</inkml:trace>
  <inkml:trace contextRef="#ctx0" brushRef="#br0" timeOffset="102943.217">18243 16811 4864 0,'0'0'9161'0,"0"0"-7949"0,0 0-1212 16,0 0 0-16,0 0 516 0,45-80 264 15,-34 53-92-15,6-2-532 0,-6-3-152 16,6 0 0-16,-2 4 84 0,-2 1 0 16,-6 6 60-16,-3 5 136 0,0 1 124 15,-4 4 184-15,-4 5-52 0,-4 3-64 0,0 0-72 16,-8 3-136-16,0 0 36 0,-3 6-104 15,-2 7-200-15,-3 3-96 0,5 6 12 16,-1 3 84-16,-1 5 72 0,2 4-72 16,3 4 0-16,0 3-72 0,4 7 60 15,0 0 0-15,4-1-56 0,0 2 68 16,4-5 120-16,4-3 136 0,0-9 12 16,9-7-72-16,6-6-39 0,5-3-61 15,3-7 16-15,5-6 44 0,4-3-36 16,5 0-56-16,-1-8-64 0,-1-9-132 0,5-2 84 15,-4 0-36-15,-1-3-389 0,-2-4-147 16,-6-2-200-16,1 3-232 0,-4-5-540 16,-7 12-1480-16,2-11-3193 0</inkml:trace>
  <inkml:trace contextRef="#ctx0" brushRef="#br0" timeOffset="103109.636">18769 16917 7824 0,'0'0'7237'0,"0"0"-5625"0,0 0-904 0,0 0 148 16,0 0 788-16,0 0 112 16,37 63-531-16,-33-57-921 0,0-3-304 0,-4 1-108 15,3-4 12-15,-3 0-244 0,4 0-376 0,-4 0-113 16,4-7-327-16,0 1-1408 0,-4-1-3828 16</inkml:trace>
  <inkml:trace contextRef="#ctx0" brushRef="#br0" timeOffset="103613.894">20112 16723 5976 0,'0'0'7857'0,"0"0"-6313"0,0 0-1156 16,0 0-248-16,0 0 516 0,0 0 612 15,0 0-184-15,84 3-272 0,-44 2-360 16,3 2-196-16,2 0-176 0,2-4-76 16,-3 0-8-16,0 0-40 0,0-3-4 15,-8 0 36-15,-1 0-112 0,-3 4 124 0,-8 5-72 16,1 4 24-16,-10 12 48 15,-3 7 48-15,-4 12 36 0,-4 10-80 0,-4 6-4 16,-4 7 76-16,-4 2-28 0,0-1-48 16,-4-5-48-16,5-2-28 0,3-11 72 15,-1-6 0-15,5-12-8 0,0-9-72 16,0-11-112-16,0-9-528 0,0-3-136 16,5-6-280-16,-1 0-1232 0,-4-20-3821 15</inkml:trace>
  <inkml:trace contextRef="#ctx0" brushRef="#br0" timeOffset="103782.919">20264 17170 1344 0,'0'0'13485'0,"0"0"-11249"0,0 0-1612 16,0 0-228-16,0 0 280 16,0 0 272-16,95 19-460 0,-63-16-328 0,4-3-160 15,-1 0-8-15,2-3-212 16,-5 0-444-16,0 3-196 0,-4 0-276 15,-5 0-844-15,-10 3-2344 0,-10 13-3373 0</inkml:trace>
  <inkml:trace contextRef="#ctx0" brushRef="#br0" timeOffset="103945.563">20316 17595 7612 0,'0'0'5257'0,"0"0"-3073"0,0 0-1480 15,0 0-488-15,0 0 36 0,0 0 772 0,0 0 400 16,79 7-368-16,-43-14-532 0,8-2-268 15,-1 0-72-15,2-4-160 0,2-3-24 16,1-1-132-16,0-2-432 0,0 5-712 16,-5 0-492-16,-11 5-1308 0,9 6-4341 15</inkml:trace>
  <inkml:trace contextRef="#ctx0" brushRef="#br0" timeOffset="104642.151">22069 16884 5532 0,'0'0'1300'0,"0"0"4029"0,0 0-3517 16,0 0-560-16,0 0 32 0,0 0 48 16,0 0-160-16,0 0-328 0,0 0-488 15,0 0-184-15,-84 3 36 0,60 8-28 16,0 3-56-16,-8 9-120 0,0 0 4 0,4 2 124 15,-8 7 52-15,5 2 12 16,-1 8 8-16,4 2 213 0,0 4-5 0,5 6-304 16,2 0-108-16,5 0-40 0,8-7-32 15,4-2 72-15,4-7 0 16,12-7 84-16,4-1-84 0,5-8 0 0,2-10-12 16,5-5 0-16,4-7-148 0,-1 0 76 15,-3-13-120-15,4-3 8 0,-8-1 23 0,1-4 53 16,-6 2-12-16,-3-4-64 0,-4 4-12 15,-3 0-24-15,-2 4-60 16,-7 2-72-16,0 3 56 0,0 1 64 0,0 2 148 16,-7-2-40-16,-6 3 132 0,1 3-160 15,-4-4 164-15,-3 1 0 0,-2-1 0 16,1 4-172-16,1-1-236 0,-1 4 16 0,4 0-16 16,4 0 172-16,4 7-148 15,4 0-264-15,4 2-372 0,0 1-548 0,8 2-1168 16,3-5-2437-16</inkml:trace>
  <inkml:trace contextRef="#ctx0" brushRef="#br0" timeOffset="104870.701">22683 17091 4244 0,'0'0'5124'0,"0"0"-491"0,0 0-3369 15,0 0-256-15,0 0 448 0,-21 70-148 0,1-42-400 16,1 7-492-16,-1 0-260 0,-1 4-8 15,6-6 132-15,2 6 184 0,6-1 117 16,3-3-253-16,4-6-120 0,0-1-124 16,11-9-84-16,2 0 0 0,2-6-72 15,2-3-64-15,2-7-20 0,1-3 24 16,1 0-233-16,3-10-195 0,-5-6-244 16,1-3-276-16,-4 0-584 0,-8-2-1384 0,0 4-3473 15,-8-2-1067-15</inkml:trace>
  <inkml:trace contextRef="#ctx0" brushRef="#br0" timeOffset="105043.506">22550 17310 1852 0,'0'0'12053'0,"0"0"-9869"0,0 0-1280 0,0 0-48 0,0 0 216 16,0 0-260-16,0 0-212 0,0 0-224 16,0 0-132-16,100 9-96 0,-67-9-100 15,2-9-48-15,1-1-392 0,0-6-376 16,-4 4-424-16,3-1-652 0,-3 1-2788 15,-8 2-4809-15,4 3 7729 0</inkml:trace>
  <inkml:trace contextRef="#ctx0" brushRef="#br0" timeOffset="105863.036">23866 16910 1228 0,'0'0'1680'0,"0"0"4060"0,0 0-3271 16,0 0-509-16,-21-83-396 0,10 67-368 15,-2 1-68-15,-2-1 88 16,-2 3-536-16,6 0-336 0,-1 7-232 0,0 3 108 0,0 0 108 16,4 3-20-16,-4 3-236 0,0 10-72 15,-4 5-8-15,0 11 8 16,0 9 56-16,4 6 152 0,1 7-24 0,-2 4-88 16,2 4 52-16,3 1-40 0,-1 1 40 15,9-4 8-15,0-3-32 0,0-7 156 16,13-5 313-16,-2-10-289 0,10-3-212 15,-2-9-92-15,5-9-144 0,0-1 72 0,0-10 12 16,4 0-76-16,-5-3-44 16,-2-7 8-16,-1-3 27 0,-1 4-99 15,-6-4-144-15,-5 1-112 0,-1-4-36 0,-3 3-140 16,-4-3-640-16,0 0-1064 0,0 4-1820 16,-4-4-1289-16</inkml:trace>
  <inkml:trace contextRef="#ctx0" brushRef="#br0" timeOffset="106120.017">23746 17234 328 0,'0'0'2384'0,"0"0"1556"16,0 0 1373-16,0 0-3205 0,0 0-544 0,0 0-236 16,0 0-308-16,0 0 200 15,0 0-252-15,0 0-212 0,0 0-196 0,92 18-232 0,-68-18-147 16,0-3-181-16,-5-6-8 16,5-1-124-16,-3-3-173 0,-2 4-219 15,-3 0-120-15,-4-4-4 0,-4 7-88 0,0 2-28 16,-8 1-68-16,0 3-40 15,0 0 104-15,-8 10 392 0,0 2 164 16,-4 4 212-16,-4 3 176 0,4 7 200 0,1-1-64 31,2 4-80-31,-3-4-192 0,5 1-40 0,2-1-168 0,1-3 44 16,4-3-100-16,0-6-520 0,13 1-1196 0,-2-9-745 16,6 1 641-16,-2-3-2236 0,1-3 768 15</inkml:trace>
  <inkml:trace contextRef="#ctx0" brushRef="#br0" timeOffset="106635.424">24614 16786 7112 0,'0'0'2968'16,"0"0"-243"-16,0 0-993 0,0 0-648 16,0 0-140-16,0 0-112 0,0 0-52 0,0 0-64 15,-83 76-224-15,67-40-112 0,4 1 48 16,-4 8 36-16,4 2 12 15,4 5-64-15,0-5-95 0,8 3-13 0,0 1-28 16,0 1-44-16,0-5-124 0,8-3-24 0,4-6-32 16,4 1-40-16,-4-11-12 15,8 1-48-15,-4-7-16 0,4-3-20 16,-1-6-232-16,2-4-44 0,-1 1-129 16,3-4-119-16,1-3-52 0,0-3-172 15,4 3-484-15,-8-3-916 0,0 0-2232 16,4 3-3349-16</inkml:trace>
  <inkml:trace contextRef="#ctx0" brushRef="#br0" timeOffset="107034.048">24973 16926 3100 0,'0'0'560'0,"0"0"6456"15,0 0-5047-15,0 0-617 0,0 0-216 0,0 0 200 16,0 0-292-16,0 0-152 0,0 0 192 16,0 0-180-16,76 50-136 0,-45-40 81 15,10-3-301-15,-2-7-248 0,1 0-128 0,4-13-76 16,-4 0-96-16,0-6 0 16,0-3-132-16,-4 0-148 0,-4-7-240 0,-4 6-125 15,-5 1-219-15,-11 7-236 0,0 2-512 16,-12 7-776-16,0 3-1436 15,-12 3-2269-15,0 0 426 0</inkml:trace>
  <inkml:trace contextRef="#ctx0" brushRef="#br0" timeOffset="107195.398">25252 16931 3204 0,'0'0'536'0,"0"0"3180"16,0 0-1420-16,0 0-427 0,-28 90-25 16,28-59 32-16,0 8-208 0,0 1-244 15,0 5-464-15,0 3-276 0,4 3-84 0,-4-3-100 16,0-7-136-16,0-6-364 15,4-10-24-15,-4-9-136 0,4-2-264 0,1-9-112 16,2-5-64-16,-3 0-136 0,4-3-660 16,0-13-1612-16,0 6-3677 0</inkml:trace>
  <inkml:trace contextRef="#ctx0" brushRef="#br0" timeOffset="107344.845">25244 17221 11253 0,'0'0'1820'0,"0"0"-1220"15,0 0 716-15,0 0 420 0,0 0-528 16,92-10-556-16,-60 4-392 0,0-7-212 16,-4 1-48-16,4-4-108 0,-1 0-432 15,-3-1-168-15,0-2 112 0,-8 0-468 16,-4 5-704-16,-4-3-2557 0,-12 2-2839 0</inkml:trace>
  <inkml:trace contextRef="#ctx0" brushRef="#br0" timeOffset="107593.401">24893 16621 1200 0,'0'0'8968'0,"0"0"-5091"15,0 0-2185-15,0 0 220 16,80 6-468-16,-48 1-156 0,0-1-352 0,4 0-243 15,-1-3-317-15,1 0-204 0,5 1-76 16,-2-4-48-16,5 0-48 0,-4-4-120 16,3-2-64-16,6 0 16 0,-6-4-341 15,5 4-151-15,0-3-412 0,0 2-636 16,-1 1-1388-16,-15 0-3637 0</inkml:trace>
  <inkml:trace contextRef="#ctx0" brushRef="#br0" timeOffset="107835.247">26229 16630 4408 0,'0'0'10209'0,"0"0"-8409"0,0 0-1276 0,-21 68-64 16,10-37 592-16,-6 7 116 16,2 3-288-16,-5 7-440 0,-5 0-184 15,1 9 12-15,-4 0-52 0,1 6-68 0,-4 1-136 16,-6 2 41-16,1 2-53 0,0-2-8 15,5 4-41-15,-1-6-87 0,4-7 88 16,4-10-24-16,8-9-304 0,0-5-380 16,12-8-320-16,0-13-180 0,4-2-688 15,0-7-1168-15,4-3-2749 16</inkml:trace>
  <inkml:trace contextRef="#ctx0" brushRef="#br0" timeOffset="108142.403">26312 17049 8412 0,'0'0'4661'0,"0"0"-3337"0,0 0-856 0,0 0 176 16,0 0 1032-16,0 0-228 0,87 10-256 16,-55-4-360-16,4 1-260 0,8-4-268 15,-4 1-84-15,4-4-220 0,0 0-36 16,-5-4-136-16,-3-6-352 0,1 1-208 16,-9-7-368-16,-5 0-444 0,-7 3-948 15,-8-3-2445-15,-4 7-2571 0,-8-1 5200 0</inkml:trace>
  <inkml:trace contextRef="#ctx0" brushRef="#br0" timeOffset="108308.208">26507 17062 1708 0,'0'0'8332'0,"0"0"-2979"15,0 0-4493-15,0 0-476 0,-52 92 636 0,48-60 276 16,1 6-216-16,3 6-248 0,0 0-432 16,3 5-156-16,1-5 60 0,4 0 13 0,-4 1 23 15,5-8-340-15,-6-4-124 0,1-8-385 16,0-6-111-16,0-9-64 15,4-7-84-15,-3-3-584 0,2-7-1392 16,-3-2-3365-16,0-4-3450 16</inkml:trace>
  <inkml:trace contextRef="#ctx0" brushRef="#br0" timeOffset="108446.082">26459 17345 1304 0,'0'0'13681'15,"0"0"-11273"-15,0 0-1588 0,0 0 212 0,0 0 352 16,0 0-107-16,112-19-381 0,-68 5-508 15,4 0-280-15,3-9-108 0,5-5-292 16,-4-8-652-16,4 1-189 0,-9-3-727 16,-11 6-2492-16,8-12-4321 0</inkml:trace>
  <inkml:trace contextRef="#ctx0" brushRef="#br0" timeOffset="108659.509">27097 16805 8612 0,'0'0'5665'0,"0"0"-4289"15,0 0-1164-15,0 0 116 0,36 70 612 16,-20-41 496-16,-1-4-184 0,2 7-480 16,-2 0-408-16,2 2-72 0,2 1 12 15,-3 7-96-15,0-1-136 0,0-3-23 0,0 3-1 16,-4 0 0-16,4-2-48 16,-9 2 0-16,-7-6-64 15,0 2-277-15,-3 2-159 0,-17-4-144 0,0 0-64 0,0-3-28 16,-7-7-300-16,-6-6-672 0,1-3-1060 15,0-10-2053-15,4-3-2179 0,-15-3 6844 0</inkml:trace>
  <inkml:trace contextRef="#ctx0" brushRef="#br0" timeOffset="109204.497">28407 16630 10965 0,'0'0'2576'0,"0"0"-1028"16,0 0-444-16,0 0 96 15,0 0-368-15,-51 76-292 0,27-51-244 0,4 5-136 16,0-2 0-16,4 1-12 15,1-4-140-15,-2 4-4 16,9-8-4-16,1 3-112 0,7-10 112 16,0 3 4-16,0-1 4 0,7 0-8 0,5-3-56 0,4 2 52 15,0-5 4-15,0 2 60 0,4-2-60 16,-4-1 0-16,-1-2 100 0,-2 2 8 0,-1 1 140 16,-5-1 104-16,2-2-120 15,-9 0-36-15,0 1-48 0,0 3 8 0,-4 1-32 16,-8 1-124-16,0-1-12 0,-1 1-148 15,-2-4-36-15,3 1-36 0,0-4-144 0,4-3-212 16,0-3-88-16,5 0-348 16,-2-6-544-16,5-7-1000 0,0-5-2733 15,5-2-1699-15,10-12 6204 0</inkml:trace>
  <inkml:trace contextRef="#ctx0" brushRef="#br0" timeOffset="109349.221">28508 16954 5076 0,'0'0'4384'0,"0"0"465"16,0 0-3413-16,0 0-368 15,0 0 360-15,19 67-236 0,-19-45-176 0,0-3-248 16,-4 0-244-16,4-2-235 0,-4-5-117 16,4-5-172-16,0-7-160 0,0 0-449 15,8-5-451-15,4-3 264 0,4-15-272 16,8-2-796-16,0-10-2688 0,-5 7-4529 0,13-20 6121 0</inkml:trace>
  <inkml:trace contextRef="#ctx0" brushRef="#br0" timeOffset="109563.053">28946 16449 4516 0,'0'0'10221'0,"0"0"-8581"0,0 0-1128 16,0 0 652-16,-4 67 280 0,0-29-296 15,-5 10-176-15,9-1-351 0,0 8-173 16,0 2-12-16,0-3 276 0,0-1-360 16,4-2-328-16,1-6-24 0,7-7-232 15,-5-6-200-15,6-10 20 0,-2-3 60 16,-3-7-144-16,5-1-161 0,-6-9-255 15,-3-2-580-15,-4 0-1196 16,0-2-2752-16,0-5-3505 16,-15-5 7405-16</inkml:trace>
  <inkml:trace contextRef="#ctx0" brushRef="#br0" timeOffset="109686.504">28699 16815 1344 0,'0'0'11977'0,"0"0"-9185"0,0 0-1824 0,0 0-524 0,0 0 276 16,0 0-68-16,0 0-296 0,0 0 48 0,103-45-108 15,-47 29-284-15,4-3-12 16,-1-4-76-16,5 4-412 0,-4-6-544 16,0 3-284-16,-17 6-1008 0,17-6-4933 0</inkml:trace>
  <inkml:trace contextRef="#ctx0" brushRef="#br0" timeOffset="110681.2">30049 16380 3232 0,'0'0'0'16,"0"0"0"-16,0 0 5020 0,0 0-3116 15,0 0-331-15,0 0 167 0,0 0-116 0,0 0-292 16,0 0-224-16,0 0-240 0,0 0-340 0,0 0-84 16,-87-13-100-16,70 22-52 0,6 1-60 15,-1-3-72-15,7-2-52 0,1-1-60 0,4-4 16 16,0 0-16-16,0 3-36 15,0-3 36-15,0 0 24 0,0 0 64 0,0 0 108 16,0 0 132-16,0 0 85 0,0 0-85 16,0 0-84-16,0 0-112 15,0 0-20-15,0 0-52 0,0 0-36 0,0 0-4 16,0 0-68-16,0 0-4 0,0 0-8 16,0 0-108-16,0 0 108 0,0 0-48 15,-3 3 48-15,-1 0 4 0,-8 1-64 16,0 5 0-16,-8 4 8 0,-4 2-8 15,0 5 24-15,0 1 36 0,1 5-48 0,-1 0 0 16,-4 2 48-16,7 1-36 0,2 3 36 16,-1-4-36-16,3-3 36 0,10 0-4 15,-1-6 16-15,4-5 4 0,4-5-4 0,0-2-40 16,0-1 4-16,12 0 36 16,0-3 88-16,4 4 32 15,8-4 48-15,0 0-48 0,3-3-64 16,1 0-56-16,-4 0-12 0,4 0 4 15,-4-3 8-15,0-3-8 0,-4-1-56 0,0 1 56 16,-5-3-4-16,2-1-96 0,-6 0-268 0,2-2 84 16,-5-2 3-16,-1 0-79 15,-7 0 4-15,0 2-112 0,0 2 76 0,0 0 80 16,-7 4 160-16,-5 0-12 0,-1 3 124 16,-2-4 48-16,-5 4 0 0,-1-3 0 0,2 6-12 15,3 0 12-15,0 0 0 16,0 0-100-16,8 0-184 0,0 0-84 15,0 0-224-15,8 0-452 16,0 3-740-16,0 0-1392 0,0-3-2821 0,16 7-78 0</inkml:trace>
  <inkml:trace contextRef="#ctx0" brushRef="#br0" timeOffset="110924.144">30396 16243 1448 0,'0'0'208'15,"0"0"352"1,0 0 6332-16,0 0-4155 0,0 0-809 0,0 0-132 0,0 0-428 16,0 0-484-16,0 0-84 0,0 0-96 0,-48 88-44 15,36-52 120-15,0 5-48 0,0 0-135 16,0 3-113-16,5 1-72 0,2 0-52 16,1-1-164-16,0-3-104 0,4-3-92 15,0-2-132-15,8-8 48 0,4-5-220 16,0-8-24-16,4-5-84 0,4-4-60 0,4-6-197 15,4-3-99-15,0-13-284 0,4-6-884 16,-12 2-2224-16,12-14-2709 0</inkml:trace>
  <inkml:trace contextRef="#ctx0" brushRef="#br0" timeOffset="111369.232">30766 16154 132 0,'0'0'8748'0,"0"0"-6575"0,0 0-749 16,0 0 56-16,0 0 188 0,49 73-288 0,-38-41-364 16,-3 2 56-16,4 4-484 0,-4 7-72 15,-4-3 156-15,0 2-64 16,-4 0-304-16,0-2-63 0,-12-1-93 0,4-3-76 15,-8-6-60-15,5 0 48 0,-6-6-60 16,6-8-4-16,-6-2-44 0,6-4-72 16,2-5-88-16,-3-4-61 0,1-3-47 0,2 0 24 15,-2 0-12-15,3-3 60 0,0-6 112 16,-1-1 124-16,2-3-276 0,-1 1 116 16,4-4 68-16,-5-3 32 0,9 0 64 15,0-1-128-15,0 2 132 0,0 5 12 16,0 3 160-16,0 7 48 0,0 3-96 15,4 0-76-15,5 0-36 0,3 10 148 0,4-1 48 16,-1 4-28-16,6 3 16 16,-2 0 72-16,1-1-112 0,0 2-56 0,5-2-96 15,-6-3-4-15,5-1-148 0,-9-2 52 16,6 1-392-16,-5-4-292 16,-4-3-56-16,4 0-432 0,-4 0-1108 0,-8 1-2401 15,3-1-2255-15</inkml:trace>
  <inkml:trace contextRef="#ctx0" brushRef="#br0" timeOffset="112015.346">31193 16618 1696 0,'0'0'260'16,"0"0"1408"-16,0 0 3056 0,0 0-3348 0,0 0-424 15,0 0-11-15,0 0 151 0,0 0 4 16,0 0-44-16,0 0-72 0,32 54-124 16,-28-33-36-16,-1 5-64 0,1 3-164 0,-4 3-152 15,0-4-216-15,-4 1-132 16,4-7-92-16,-3-2-12 0,-1-6-48 0,4-3-16 16,0-9-132-16,0-2-296 0,-4 0-148 15,4-6-192-15,0-7-356 0,0-6-1404 16,0 0-3533-16,0-12-115 0</inkml:trace>
  <inkml:trace contextRef="#ctx0" brushRef="#br0" timeOffset="112175.062">31217 16484 8884 0,'0'0'5957'0,"0"0"-4573"0,0 0-784 0,0 0 172 15,0 0 612-15,0 0-656 0,0 0-728 0,0 0-552 16,0 0 108-16,0 0-372 15,0 0-228-15,95-38-1384 0,-79 25-3825 16</inkml:trace>
  <inkml:trace contextRef="#ctx0" brushRef="#br0" timeOffset="112418.911">31528 16177 3816 0,'0'0'8189'16,"0"0"-6237"-16,0 0-396 15,0 0 296-15,0 0-208 0,0 0-420 16,63 79-308-16,-43-54-284 0,0 4-231 0,-4-1-61 16,4 1-100-16,0 2-156 0,0 1-24 15,-4 0-60-15,0-3-4 16,-4 3 0-16,-9-4 0 0,1 1 0 0,-4-1-68 0,-4 4-72 16,-3-7-172-16,-6 3-156 15,-2-4-137-15,-2-6-11 0,6-2-40 16,-6-4-136-16,6-5-340 0,-1-4-516 0,3-3-1052 15,6 0-1945-15,-1-12-1419 16,0 2 4712-16</inkml:trace>
  <inkml:trace contextRef="#ctx0" brushRef="#br0" timeOffset="112581.125">31850 16452 7312 0,'0'0'7485'0,"0"0"-6377"16,0 0-628-16,0 0 764 15,0 0 224-15,92 16-256 0,-68-16-480 0,4 0-388 16,0-3-212-16,0-3-132 0,0-4-132 16,-9 4-624-16,-3 0-100 0,-4 2-436 15,-8 1-1472-15,-4 3-4393 0</inkml:trace>
  <inkml:trace contextRef="#ctx0" brushRef="#br0" timeOffset="112742.16">31803 16693 7564 0,'0'0'6521'0,"0"0"-4681"0,0 0-1336 16,0 0 32-16,0 0 632 0,0 0-72 16,0 0-200-16,79 5-384 0,-44-12-344 0,2-3-168 15,3-3-60-15,-1 4-392 0,1-4-380 16,-4 4-396-16,0 2-600 16,-12 1-2760-16,8 3-5897 0</inkml:trace>
  <inkml:trace contextRef="#ctx0" brushRef="#br0" timeOffset="113432.274">32778 16049 5956 0,'0'0'2808'16,"0"0"433"-16,0 0-1773 0,0 0-580 15,0 0 288-15,0 0 252 0,0 0-444 16,0 0-404-16,0 0-260 0,0 0-12 15,17 16 48-15,-14 0 228 0,1 9 52 0,0 7-244 16,0 7-236-16,-4 2 16 0,0 6 8 16,0-2-120-1,-4 1 28-15,-4 0-40 0,1-2-44 16,-10 1 9-16,6-1-5 0,-10-3 0 16,6-6 4-16,-5-3 48 0,-4-3-56 0,8-3-4 0,-4-12-60 15,0 3-49-15,8-8-15 0,-3-5-140 16,2-1-176-1,1-3 36-15,4-3-8 0,0-8 56 0,0-1 48 0,5-3 4 16,-1-8 20-16,4 1 76 0,0-3-28 16,0-4-60-16,0 0 48 0,7 1 112 15,1 3 88-15,0 6 48 0,0 2 156 0,4 4 228 16,-4 7-16-16,4 3-24 0,4 3-24 16,0 0 36-16,0 0-24 0,0 7-100 15,3 2 48 1,2 1-24-16,-5 3-36 0,3-5-160 15,-2 3-60-15,-2-3-120 0,-2 3-272 0,-2-2-280 0,1 1-64 16,-3-4-164-16,2 3-724 0,-7 4-2264 0,5-6-3509 16</inkml:trace>
  <inkml:trace contextRef="#ctx0" brushRef="#br0" timeOffset="113650.969">33109 16567 40 0,'0'0'11481'0,"0"0"-9893"0,0 0-468 15,0 0 620-15,0 0-216 16,0 0-140-16,52 70-500 0,-44-45-492 16,0 4-136-16,0 3-72 15,-4 6 32-15,4 3-32 0,-4 3 0 16,0 1-100-16,-1-5-48 0,1-4-36 0,1-8-60 0,-5-8-208 0,0-5-48 16,0-8-124-16,0-4-72 0,0-3-116 15,0 0-112-15,-9-6-620 16,2-10-1588-16,3-3-2301 0,-4 3-2291 0,-4-19 6588 0</inkml:trace>
  <inkml:trace contextRef="#ctx0" brushRef="#br0" timeOffset="113796.197">33193 16246 11985 0,'0'0'3868'0,"0"0"-3372"15,0 0 548-15,0 0 636 0,88-3-428 16,-56 0-632-16,7 0-608 15,-3-4-12-15,0-2-1148 0,-5 3-820 0,5-4-5037 16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32767" units="deg"/>
          <inkml:channel name="T" type="integer" max="2.14748E9" units="dev"/>
        </inkml:traceFormat>
        <inkml:channelProperties>
          <inkml:channelProperty channel="X" name="resolution" value="3854.94116" units="1/cm"/>
          <inkml:channelProperty channel="Y" name="resolution" value="5461.1665" units="1/cm"/>
          <inkml:channelProperty channel="F" name="resolution" value="91.01945" units="1/deg"/>
          <inkml:channelProperty channel="T" name="resolution" value="1" units="1/dev"/>
        </inkml:channelProperties>
      </inkml:inkSource>
      <inkml:timestamp xml:id="ts0" timeString="2023-06-27T07:22:24.803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3486 3171 8944 0,'0'0'0'0,"0"0"2109"0,0 0-1529 0,0 0-288 16,0 0 132-16,0 0 484 0,0 0 224 16,0 0-224-16,0 0-392 0,3 0-112 15,1 0-152-15,1 0-240 0,-1 0 0 16,8-2 124-16,-1 2 16 16,6-4-80-16,-1 2-20 0,3-3-16 15,2 3-32-15,-2-2-4 0,5 4 212 0,0 0 0 0,4 0-164 16,0 0-40-16,0 0-16 0,0 0-52 15,4 0 60-15,4 4 52 0,3-4-44 16,1 0 72-16,4 0-80 0,3 0 0 16,5-4 0-16,-3 1 52 0,-2-2-48 15,5 1-4-15,0-3 0 16,-5 1 0-16,6 2 96 0,-2 2-24 0,-3-2-68 16,4 1-8-16,-5 3-76 0,5-3-44 15,-4 3 124-15,0 0-8 0,0-3 16 16,-1 3-4-16,2 0 48 0,-10 0-52 0,5 0 60 15,-4 0-60-15,-4 0-12 16,0 0-64-16,-1 0 68 0,-3 0-52 16,0 0 24-16,0 3 20 0,-4 0-8 0,0 0 24 15,0-3 52-15,-4 4-52 16,0-2-4-16,-1 2-60 0,1-1 60 0,-3 0-8 0,3 1 0 16,-5-1 12-16,5-3-76 15,-4 4 72-15,0-2-116 0,-4-2 120 16,3 3 64-16,-2 0 20 0,-2-3-84 0,2 4 12 15,-2-4-12-15,-2 2-12 0,-2-2 12 16,6 5-12-16,-6-3-84 0,6 2-104 16,-2-2 196-16,1 2-48 0,0-4-108 15,0 2 84-15,0 3 12 16,0-5-48-16,-1 0 44 16,2 0 64-16,-2 0-40 0,6 0 44 15,-1 0 124-15,-5 0-36 0,6 0-88 0,3 0-124 0,-5 0 124 16,1 2 12-16,4-2 12 0,-1 0 28 15,5 4-52-15,0-4 0 16,0 0 112-16,0 0-104 0,0 0 44 0,0 0-44 0,0 0 104 16,0 0-112-16,4 0-120 0,-4 0-20 15,0 0 52-15,-5 0-716 0,1 0-368 0,-3 3-852 16,-6 2-3433-16</inkml:trace>
  <inkml:trace contextRef="#ctx0" brushRef="#br0" timeOffset="1065.259">12216 3079 13149 0,'0'0'1372'0,"0"0"-964"0,0 0-196 0,0 0 116 16,0 0-52-16,0 0 88 15,0 0-48-15,0 0-40 0,0 0-28 0,0 0 88 16,0 0 0 0,15-38-76-16,5 35-12 0,0 3-88 0,4-3-12 0,4 0-24 15,0 3 36-15,8-4-48 0,-1 2-4 16,6-5-44-16,6 1 8 0,5-4-72 0,4 1 4 16,0-1 8-16,12-3-12 0,-1 0 0 15,5 1-4-15,0-1-92 0,3 3-140 16,0 4 236-16,6-3 60 0,2-1-56 0,0 1 4 15,5-4-4-15,-4 4 44 16,4-4-36-16,-4 4-12 0,-5-4 0 0,1 2 0 16,-1 0 0-16,-3 1-84 0,0 1-16 15,-4 2 24-15,-8-2 28 0,-1 3 0 16,-11 0-52-16,-4-1-24 0,-5 3 112 16,-2 1 4-16,-6 0-4 15,-3 1 8-15,0 2-156 16,-4 0 152-16,0-5 4 0,-4 5 4 0,-1-2 8 15,2 2-8 1,-5-4 0-16,-1 1 0 0,-3-3 0 0,0 3 84 16,0-1-68-16,-4-2 80 0,4-1-96 0,-4 1 12 0,0-3-4 15,0 2-8-15,0-2 0 0,0 3-12 0,0-4 8 16,0 1 4-16,0 2-8 0,-1-2 8 16,2-2 4-16,-5 6-4 15,-1 2-56-15,-3 0 44 0,5 0-28 0,-9-1-56 0,4 1-152 16,-4 3-408-16,0 0-168 15,0 0-372-15,-4 3-1320 0,-16 10-4201 16</inkml:trace>
  <inkml:trace contextRef="#ctx0" brushRef="#br0" timeOffset="2646.956">22176 2739 4332 0,'0'0'2032'0,"0"0"2985"16,0 0-4321-16,0 0-696 0,0 0 0 16,0 0 216-16,0 0 372 0,0 0 192 15,0 0 80-15,0 0-200 0,48 5-32 16,-28-5-212-16,4-7-164 0,4 3-116 15,0-2 28-15,4 0 8 0,-1-1-32 16,5-3-16-16,4 4-124 0,4 0 112 0,-4 0-112 16,4 2 8-16,-1 1 88 0,-3 0-96 15,4 0 0-15,-4 0-4 0,-1 0-92 16,2 3-4-16,-5 0 88 16,3-4 8-16,-3 4 4 0,0-3-76 0,4 0 68 15,0 3 0-15,3-3-140 0,5 3 148 16,5 0 48-16,6 0-48 0,-4 0-12 0,1 0-96 15,4 0 108-15,0 0 12 0,4-3 32 16,-1 3-44-16,5-3-184 0,-4 0 68 16,4-1 104-16,0-2-252 15,-1 3 152-15,-3-1 60 0,-4 2 52 0,3 2-16 16,-7 0 32-16,0 0-28 0,-5 0 20 16,5 0-8-16,-4-5 112 0,4 5 16 15,-4-5-28-15,7 2-100 0,-3-3 48 16,4-1-48-16,-4 1 8 0,0 0-8 15,4-5 4-15,-5 3 64 0,1 2-20 0,-8-8-48 16,-1 9-12-16,-2-2 12 0,-6 3 52 16,-7 4-52-16,0 0 0 15,0 0 36-15,0 4-24 0,0 3 52 0,3-5 8 0,-3 1-72 16,1-3 12-16,3 0 4 16,3 0 96-16,5 0-52 0,0-3 16 15,7-4-28-15,1 1 52 0,-4-3-100 0,0 2 0 16,0 1 0-16,-5-1 80 0,-2 1-72 15,-2 0 68-15,1 3 0 16,0 0 84-16,0-1 312 0,3 1-228 0,2 0-20 16,2 0 8-16,1 0 4 15,0 0-152-15,-4-4-72 0,3 4 100 0,-6-3-64 16,2 3-36-16,-3 0 100 0,-4-1-52 16,4 1-60-16,-4 0 88 0,-1 0-76 15,-3 3 36-15,0 0-48 0,0 0-8 0,-4 0 8 16,8 0 0-16,-4 0 0 15,3 3-4-15,2-3 4 0,6 0 0 16,-3 0 4-16,4 0 44 0,0 0-40 0,0 0 92 16,-1-3 168-16,6-1 340 0,-6 2-300 15,1-3-104-15,0 3 64 0,-1 2-48 16,2 0-51-16,-2 0-69 0,-3 0-4 16,0 0 48-16,0 2 16 0,-4 5 56 0,-5-3 220 15,1-1 168-15,-8 0-264 16,-3 0-112-16,-2-3-120 0,-7 0 24 0,4 0-48 15,-4 0-24-15,0 0-48 0,3-6 48 16,2 3 4-16,-6-1-56 0,10-3-8 16,-10 5-8-16,6-1-80 0,-6 0 28 15,2 0 12-15,-2 3 44 0,-7-3-44 16,0 3-12-16,-4-4-300 0,0 1-148 0,-12-1-120 16,-8-1-256-16,-8-2-821 0,5 4-2699 15,-49-7-4877-15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32767" units="deg"/>
          <inkml:channel name="T" type="integer" max="2.14748E9" units="dev"/>
        </inkml:traceFormat>
        <inkml:channelProperties>
          <inkml:channelProperty channel="X" name="resolution" value="3854.94116" units="1/cm"/>
          <inkml:channelProperty channel="Y" name="resolution" value="5461.1665" units="1/cm"/>
          <inkml:channelProperty channel="F" name="resolution" value="91.01945" units="1/deg"/>
          <inkml:channelProperty channel="T" name="resolution" value="1" units="1/dev"/>
        </inkml:channelProperties>
      </inkml:inkSource>
      <inkml:timestamp xml:id="ts0" timeString="2023-06-27T07:45:22.02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4971 14893 7916 0,'0'0'5325'0,"0"0"-5325"16,0 0-236-16,0 0 236 16,0 0 664-16,0 0 108 0,0 0-188 15,-3 73-168-15,3-53-192 0,0-4-8 0,0 3 84 0,3 0-48 16,2 3-12-16,3 6-28 0,4 1-40 15,-5 10-72-15,6 1 36 0,-2 5-64 16,-2 9-72-16,3 0-76 0,-5 6 28 16,1 3-52-16,1 4 12 0,2 3-48 15,-3 3 0-15,5-1-128 0,-2 2 64 16,1 2-68-16,0-2-80 0,0-5 184 0,1 1-52 16,-6 0 180-16,5-7 36 15,-8 4 0-15,4 0-112 0,0-1-116 16,0-2 112-16,-1 3-84 0,-2-4-4 0,3 1 80 15,0-4 124-15,-1-3 4 16,-3-5 4-16,5-12 0 0,-5-1-8 0,4-8-28 16,-5-2 24-16,1-4-8 0,1-3-88 15,-1 0-28-15,0-3 40 0,0 1-28 16,0-1 16-16,-1 0 88 0,5-3 4 0,1 3 0 16,-1-3 8-16,7 6 356 15,-2 0-156-15,2 0 28 0,1 1 64 0,0-8-64 16,-4 1-28-16,0-3-100 0,-4 0-12 15,0-7 116-15,-4-3-80 0,4 0-24 16,-4 0-36-16,3 1 36 0,2-4 140 16,-1 3-24-16,3 0-92 0,-2 0-112 0,7 0 200 15,0 0 48-15,3 4-84 16,2-1 344-16,3 3-24 0,-5-2-348 0,5-1 24 16,-4 1-164-16,8-1 0 15,-5 0 152-15,10 1-156 0,-6-1 132 16,10 4-88-1,-5-3 16-15,4-2-4 0,-1 5-12 0,5 0 4 0,0-2 8 16,0-1-56-16,-1 3 56 0,1-1-8 0,4 1-40 16,-4-4 36-16,-1 4-4 0,6-4-44 0,-2 1 0 15,2-1 36-15,-2 0-36 0,2-3-52 16,-2 0 44-16,0-3-32 16,2 4 40-16,2-4-4 0,-3 3-20 0,0 0 24 15,4 0 72-15,-1 3-72 0,2-2-4 16,-2 2 0-16,5 0 4 0,-4 1 0 0,3-1 0 15,1 0-4-15,-3 1-8 16,2-4 12-16,1 3-8 0,0-3 8 0,-5 1 24 16,5-1-12-16,1 1 52 0,-2-2-64 15,1-2-64-15,0 3 4 0,-5 0 52 16,5 1 8-16,4-1 0 16,-5 4 0-16,1-4 0 0,1 3-88 0,3-4 88 15,-2-2 4-15,6 5-4 0,-4-5 4 16,4 0-8-16,0 0-4 0,-4 0-44 15,4-5 44-15,-4-1 16 0,3 1-20 16,-4-2 24-16,5-3 12 0,0 5-16 16,0-2 4-16,-4 0-12 0,4 1-40 0,0-4-32 15,-4 4 60-15,3 0-60 0,0-1-112 16,1 1 172-16,0-4-36 0,0 4-64 16,-1 0 64-16,5-1 48 0,0-2 0 15,0 3 68-15,0-1-68 0,4 4 0 16,-5-3 40-16,5 3-36 0,-1-4 32 15,1 4-28-15,-4-3-12 0,4 3 4 0,-4-1-4 16,-4 4-144-16,7-2 88 0,-7-3 60 16,4 5 0-16,-1-2-72 0,1 2-164 15,-4 0 236-15,4 0-72 0,3 0 64 16,-3 0 0-16,3 0-76 0,2 0 84 16,-2 0 72-16,1 2-20 0,0 3 12 15,-5-3-56-15,6 2 52 0,-2-1-60 0,-3 0 0 16,0 0-8-16,-1 0-72 0,-3 1 72 15,0-1 4-15,0-3-4 16,0 3-140-16,-4 0 148 0,2-3-8 0,-2 3 20 16,0 0-12-16,0 1 8 15,0-1-8-15,0 3 4 0,-1 0 8 0,1 1 112 16,0-1-116-16,0 1 32 0,4 2-40 16,-4-3-8-16,-1 4 4 0,5-4-56 0,-4 0 48 15,0 1 8-15,0-1-4 0,-5-3-80 16,5 0 88-16,0-3 4 15,-4 4 4-15,4-4 36 0,-1 3-44 0,1-3-60 0,0 4 60 16,-4-4 4-16,3 2-4 16,1-2-44-16,-4 0 40 0,0 3-56 0,-5-3 56 15,1 0 4-15,0 0 8 0,-4 0-8 16,3 0 76-16,-6 0-76 16,2 0 0-16,-3 0 0 0,4 0-100 0,-4 0 96 15,3 0-68-15,-2 0 60 0,2 3-48 16,-3-3-52-16,-4 4 4 15,0-4 108-15,-4 0 64 0,-4 0-60 0,0 0 72 16,-5 0-76-16,-3 0-36 0,1-4 32 16,-6 1 4-16,1 3-76 0,-4-3 68 15,0 1 4-15,0 2 0 0,-4-4-44 0,0 1 40 16,0-1-4-16,-4-2-56 16,0 3 68-16,-4-7 88 0,4 1 72 0,-4-4-84 15,0-6-4-15,0 0-72 0,0 0 0 16,0-3-8-16,-4 0 0 0,4-4 0 0,-8 1-64 15,3-7 60-15,2-3-252 16,-5-3 140-16,4-6 40 0,-4-3 72 16,4-11 4-16,-4-2-8 0,4-3-56 15,0-8 8-15,-4-2-96 0,8 0 8 0,-4 0 80 16,4 3-28-16,0 4 0 0,0-1 48 16,0 7-72-16,-3 2 0 0,3 1-68 15,-9 0 16-15,1 0 12 0,0 3 40 16,1-3 124-16,-2 3-68 0,1-4 60 15,1 2 4-15,-6-1 4 0,9 0-88 16,0-1 0-16,-3 8 76 0,3 1 0 16,4 9-80-16,-4-2 92 0,4 10-4 0,-5 4 0 15,5 2 4-15,0 1 28 0,-4 3 20 16,0 0 16-16,4 0-28 0,-3-4-36 16,-5 0 0-16,4 4 0 0,0-3 8 15,-1 3-8-15,1-1 12 0,-3 4 0 16,3 1 52-16,0-1-60 0,0 2 56 15,-5 6 16-15,6-6-12 0,-1 4 36 16,-4 1-36-16,4 2-4 0,0-3-52 0,-1-3 8 16,2 4 32-16,-5-4-36 0,8 4-12 15,-4-5 8-15,4 1 0 16,-4 0 44-16,4 0 12 0,0 2-64 0,0-3 48 16,-4-2-32-16,4 3-12 0,0 0 0 15,-4 3 8-15,4 1 152 0,-4-2-52 0,0 8-24 16,0-2-24-16,0-3 60 0,0 2-112 15,0 0 36-15,-3-1 40 0,-2-2-36 16,1-2 96-16,0 0-84 16,1 0 8-16,-2-2-12 0,1 4-56 0,1-1-4 15,-2 0 72-15,1 4 52 0,0 3 0 16,-3-1-36-16,2 1 60 0,2 2-24 0,-1 2 36 16,0-3-84-16,3 3-64 15,-2 2-4-15,-1-4 0 0,4 2 68 0,0 2 32 16,-1-4-108-16,1 4 12 0,1-2 0 15,-5 2 4-15,4 0 120 16,0-4-16-16,0 4-120 0,-1-3 52 0,5-1 8 16,-3 4-12-16,-1-3-40 0,0 3-8 15,0-3-8-15,0 3-52 0,4-2 56 16,-4 2 0-16,0-4 4 0,0 1 8 0,0 3 4 16,0-3 36-16,0 3 16 15,0-4 8-15,-4 1-24 0,5 3-36 16,-6-4 0-16,5 2 4 0,-4 2 44 0,1-2-60 15,-2 2-124-15,1-5 112 16,-3 3-24-16,2 2 36 0,-3-3 40 16,5 3-40-16,-6-4-112 0,1 4 112 0,1-3-8 15,-2 3 16-15,-2 0 88 0,2-4-96 16,-2 4-36-16,-1 0 36 0,0 0 96 0,-4 0-84 16,1 0-12-16,-2 0-60 15,-3 0 60-15,0 0 12 0,1 4-12 0,-1-1-4 16,0 1-4-16,0 1 4 0,-4 0 0 15,0-3-40-15,0 0 36 0,4 5 8 16,-4-3 0-16,0-1-4 0,0 4 4 16,-3-5 4-16,3 1-4 0,0 0 8 0,0 1-8 15,-4-1 12-15,4 1 0 16,-4-2 48-16,0-2 0 0,4 4-60 0,-4-2 0 16,4 2-4-16,-3-2 4 0,-1 3-8 15,0-3 8-15,0 5 4 0,0-4-4 16,0 4 0-16,1-5-4 0,-1 2-12 15,0-4-32-15,0 3 48 0,0-3 32 16,0 0-32-16,-3 0 0 0,-1 0-8 16,4-3 4-16,-8-1-8 0,4 2 8 0,0-3 4 15,0 3 4-15,-3 2 32 0,2-3-24 16,-2 3-12-16,3 0 116 16,-4 0-116-16,0 0-60 0,4 0 36 0,-3 0 24 15,-1 0 0-15,0 3 0 0,0-3-56 16,0 0 48-16,0 0 16 0,-4 0 4 15,5 0-12-15,-5-3 0 0,0 0-8 0,0-1 4 16,0 2 4-16,1-5-12 16,-2 3 24-16,2-2 28 0,3 4-36 0,-4-2 8 15,5 1 36-15,-6 3-48 0,-2 0-60 16,3-4 48-16,0 4 12 16,0 0 52-16,0 0-52 0,-4 0-12 0,5 0 0 15,-6 0 0-15,6 0 12 0,-4 0 60 16,2 0 16-16,2 0-76 0,-2 0 0 15,2 0 4-15,-5 0 8 0,4 0 60 0,-4 0-28 16,5-3-44-16,-5 3-96 16,0-3 96-16,0 3 4 0,1 0 44 15,-2 0-48-15,2 0-92 0,-1 0 92 0,0 0 44 16,-3 0-36-16,-2 0 36 0,6 0-44 16,-9 0-72-16,4 0 72 0,0 0 0 15,-3 0 0-15,-1 0 0 0,0 0-8 16,4 0-52-16,-4 0 60 0,1 0 48 0,3 0-48 15,-4 0-8-15,-4 3-48 16,4-3 52-16,-4 3 4 0,5 1 0 16,-4-4 0-16,-1 3 0 0,4-3 0 0,0 4 8 15,-4-4 68-15,0 2-68 16,0-2-4-16,0 4-4 16,1-2-12-16,-1-2 0 0,1 4 24 0,-1-2-24 15,0 3 12-15,1-3 0 0,-1 5 52 0,0-4-8 0,4-3-44 16,-4 2-8-16,0-2-40 0,4 0 48 15,-4 0 0-15,6 0 8 0,-2 0 0 16,0 0 0-16,0-2 0 0,0-1 4 16,1 0-4-16,-1-1-8 0,0 2 0 15,0-3-48-15,0 3 12 0,0 2-16 16,-3-4 60-16,7 4-8 0,-4 0 12 16,0-2-8-16,5 2 0 0,-5 0 0 0,4-4-8 15,0 4 8-15,4 0 0 0,-4-2-4 16,0 2-60-16,5 0 60 0,-1-4-12 15,0 4-24-15,0 0 32 0,5-3-56 16,-2-1 56-16,2 1 8 0,-1 0-4 16,4 1 0-16,0 2 0 0,1 0-64 15,-6 0 60-15,6 0-8 0,-5 0-92 16,4 0 100-16,0 0 4 0,1 0 0 16,2 0 4-16,-2 0-4 0,3 0-12 15,0 0-28-15,1 0 32 0,-1 0 4 0,3 0 4 16,-3 0 0-16,4 0 12 0,1 2 36 15,-1-2-48-15,0 3-8 0,0-3 8 0,0 0 60 16,0 3-56-16,1 1-4 16,-1-1 0-16,4 1-52 0,-4-2-156 15,0 2 136-15,4 2-28 0,0-4 64 0,-4 3 36 16,4 1 0-16,0-3 0 0,0 0 8 16,5-3 40-16,-5 2-36 15,4 3-4-15,-4-5 128 0,8 2-136 0,-7 2-8 16,7-4-40-16,-5 3 48 0,1 0 4 15,1 0-4-15,3 0-4 0,0 1-120 16,4-1 120-16,0 0 4 0,0 0 100 0,4-3-16 16,0 3-80-16,5-3 0 15,-6 0 8-15,5 0 52 0,4 0 20 0,-3 0 28 16,3 0 12-16,-1 0-64 0,1 0-60 16,4 0 8-16,-4 0 0 15,4 0-8-15,0 0-8 0,0 0-68 16,0 0-20-16,0 0-40 0,0 0-12 0,0 0 12 15,0 0-12-15,0 0-48 16,0 0-28-16,0 0 4 0,0 0 8 0,0 0-24 16,4 0-136-16,-4 0-1172 0,0 0-3929 0,-4 0-4523 15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32767" units="deg"/>
          <inkml:channel name="T" type="integer" max="2.14748E9" units="dev"/>
        </inkml:traceFormat>
        <inkml:channelProperties>
          <inkml:channelProperty channel="X" name="resolution" value="3854.94116" units="1/cm"/>
          <inkml:channelProperty channel="Y" name="resolution" value="5461.1665" units="1/cm"/>
          <inkml:channelProperty channel="F" name="resolution" value="91.01945" units="1/deg"/>
          <inkml:channelProperty channel="T" name="resolution" value="1" units="1/dev"/>
        </inkml:channelProperties>
      </inkml:inkSource>
      <inkml:timestamp xml:id="ts0" timeString="2023-06-27T07:20:41.319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</inkml:brush>
  </inkml:definitions>
  <inkml:trace contextRef="#ctx0" brushRef="#br0">4808 2063 8080 0,'0'0'4309'0,"0"0"-3749"0,0 0-48 0,0 0 328 15,100 35 484-15,-84-19-280 16,-4 7 60-16,-4 3-16 0,0 7-400 16,-8 3-224-16,0 8-96 0,-8 7-28 0,-4 3-48 15,-4 3 0-15,-8 0-12 0,-4 4-84 16,-7-4-3-16,-10 3 147 0,2 0 352 16,-5-2-464-16,-3 2-124 0,-5-9-104 15,0-1-8-15,3-8 8 0,2-4-4 16,3-13-68-16,9-3-36 0,7-12-96 15,8-7 116-15,-1-3 76 0,10-6-168 0,-1-7-112 16,0-6-108-16,4-7-85 0,0-2 145 16,8-3-88-16,4-5 196 0,0 1-36 15,8 0 72-15,3 0 36 0,6 7 88 16,-6-1 72-16,6 7 0 0,-2 6 120 16,2 0 60-16,-2 3-44 0,5 7-24 15,-3 0 8-15,2 3 4 0,5 0 8 16,4 3 4-16,4 3 44 0,4 10-20 15,3 6-76-15,6 6-48 0,-6 4-36 0,6 6-4 16,-6 0 0-16,-3-4 4 0,-4 1-12 16,-4-7-84-16,-4 0 84 0,0-6-100 15,-5-2-156-15,2-1-304 0,-6-3-76 0,1-1-236 16,0-2-600-16,0-1-876 16,-4-3-1472-16,-4-2-429 0</inkml:trace>
  <inkml:trace contextRef="#ctx0" brushRef="#br0" timeOffset="686.115">5936 2588 7232 0,'0'0'2192'0,"0"0"181"15,0 0-1309-15,0 0-272 0,0 0 448 16,0 0 160-16,0 0-352 15,0 0-268-15,0 0-384 0,0 0-200 0,24 0 36 16,-8 0 100-16,8 0 160 0,4-4 120 0,8 4-212 16,7-3-156-16,9-1 12 0,8 2 72 15,8-2-47-15,3 2-137 0,5-9-44 16,3 2-40-16,5-3-48 0,4-4-12 16,0-1 0-16,-4-5-8 0,-1 0 0 15,-7 0-4-15,-8 3-96 0,-9 0-64 16,-10 7-181-16,-10-2-135 0,-11 5-168 0,-9 7-188 15,-2-3-140-15,-13 5-640 16,-4 0-1232-16,0 0-2241 0,-21 0-3898 0</inkml:trace>
  <inkml:trace contextRef="#ctx0" brushRef="#br0" timeOffset="940.341">7127 2289 1748 0,'0'0'8212'16,"0"0"-7127"-16,0 0-213 16,84 9 344-16,-56-5-120 15,-4 2-300-15,0-3-68 0,-1 0-48 0,-2 4-104 0,-1-1-328 16,-5 4-248-16,-2 2-12 0,-5 8 4 0,-8 2 8 0,0 3-64 16,-4 4-36-16,-13 5-136 15,-2 1 188-15,-5-3-24 0,-4 3 72 16,-4-3 0-16,0 0-168 0,-3-1-8 15,-2-5-332 1,-3 2-220-16,-3-6-168 0,2 1-264 0,9-10-876 0,-19-5-2397 16</inkml:trace>
  <inkml:trace contextRef="#ctx0" brushRef="#br0" timeOffset="1419.573">6693 1581 3024 0,'0'0'2804'0,"0"0"3061"16,0 0-4777-16,0 0-436 0,0 0 360 0,0 0 312 0,0 0-344 15,0 0-20-15,-8 7-628 0,-7 5-144 0,-2 7 44 16,-7 3-72-16,0 7-48 0,1 3 0 16,-5 5-64-16,-4 1-40 0,0 1 116 15,4 2-124-15,0 0-40 0,0-2 36 0,8-5-12 16,5-5 12-16,-2-8-56 0,13-1 60 16,0-10-4-16,4-4 0 0,0 0-100 15,8-6 96-15,5 4-68 0,6-4 24 16,1 0 52-16,4-7 48 0,1-2-40 0,-2-1 52 15,1-3-60-15,-4 1-116 16,-1-2 100-16,-2 3 8 0,-6-3 0 16,-2 6 8-16,-1-3 88 0,-4 2-40 0,-4 4 4 15,0 0 20-15,0 3 40 0,-8-2-112 16,-5 1-88-16,2 3-60 16,-10-3-136-16,2 3-84 0,-5 0-16 0,0 0-88 15,0 0-352 1,1 6 120-16,2-2-328 0,1 3-404 15,1-5-965-15,6 1-1983 0,-6 4-2083 0</inkml:trace>
  <inkml:trace contextRef="#ctx0" brushRef="#br0" timeOffset="2482.079">8917 1885 2568 0,'0'0'8477'0,"0"0"-7117"16,0 0-848-16,0 0 188 0,0 0 632 15,0 0-200-15,8 99-44 0,-12-57-256 16,-5 5-324-16,-3 7-200 0,1 0-4 0,-9 6 236 16,-1 1 280-16,2 0-416 15,-9-5-124-15,0-2-36 0,-8-3 20 0,1-4-91 16,-10 1-149-16,2-4-24 0,-5-5-109 16,8-4-111-16,1-9-36 0,7-12 160 15,4-3 12-15,11-11 76 0,2 0-116 16,2-11-72-16,2-3-96 0,3-5 12 15,-1-8 84-15,5 2-96 0,1-4 120 16,3 1-112-16,0 0 160 0,0 2-32 0,7 1 68 16,6 6-24-16,2 3 16 0,2-1 96 15,6 8 8-15,1 3-8 0,4 3 136 16,4 3 48-16,3 0 96 0,2 0 88 16,-1 9-24-16,3-2-40 0,-3 5-72 15,0 4-96-15,-4 0-28 0,3 3-96 16,-2 0 28-16,-1 4 4 0,-5-4-44 15,1-4-76-15,-8 1 16 0,-3-3-84 16,-2-1-88-16,-3-5-76 0,-7-1-32 0,2-3-28 16,-3 1-112-16,-4-2-136 0,0-2-216 15,0 0-568-15,0 0-628 0,-4 0-828 16,0 0-2909-16</inkml:trace>
  <inkml:trace contextRef="#ctx0" brushRef="#br0" timeOffset="2816.183">9239 1692 380 0,'0'0'10753'16,"0"0"-8001"-16,0 0-1992 0,0 0-292 15,0 0 336-15,0 0 152 0,0 0-400 0,0 0-344 16,0 0-148-16,75-19-56 0,-62 29-8 15,-2 5 8-15,-3 7 128 0,-3 4 48 16,-5 5-184-16,-5 8-72 16,-6-4-152-16,-1 3 224 0,-1-3 24 0,-2-7-24 15,7-3 8-15,0-2 56 0,4-7-64 16,4-4 160-16,0 1 284 0,4-3-72 0,12-4-128 16,-1 0 136-16,10 1 196 0,3-4 24 31,0 0-52-31,3-3-268 0,1 0-136 0,0 0 16 0,-4-3-92 15,4 0-68-15,0-4-96 0,-4 4-260 16,4 0-520-16,-4-3-272 0,0 6-492 0,-4-3-2764 0,-1-1-4489 16</inkml:trace>
  <inkml:trace contextRef="#ctx0" brushRef="#br0" timeOffset="3665.717">10566 2521 5520 0,'0'0'3052'0,"0"0"937"0,0 0-2825 15,0 0-392-15,0 0 276 16,0 0 196-16,0 0-300 0,0 0-264 15,0 0-312-15,0 0-232 0,0 0 148 16,56 6 48-16,-17-3-4 0,10 0 52 0,7 1-64 16,2-2-120-16,7-2-12 0,3 0 12 15,7-6-28-15,1 0-20 0,-5-7-88 16,1 1-24-16,-4-4-36 0,-4-3-60 16,-9 0-112-16,-7-3-312 0,1-1-496 15,-10 1-172-15,-3-1-544 0,-16 9-2360 16,-12-9-3657-16</inkml:trace>
  <inkml:trace contextRef="#ctx0" brushRef="#br0" timeOffset="3881.15">11598 2228 4984 0,'0'0'536'0,"0"0"2596"0,0 0-1360 0,0 0 121 16,83 13 107-16,-59-6-388 0,0 2-408 15,1 1-260-15,-2 2-328 16,1 4-200-16,-4 3-220 0,-8 4-120 0,0 3-76 15,-4 2 12-15,-4 2 160 0,-4 9 36 16,-4-1 244-16,-9 3-232 0,2 1-148 16,-1 3-72-16,-4-1-56 0,0-3-236 15,0-3-320-15,1-3-372 0,2-6-152 16,-2-7-356-16,-2-6-564 16,6-7-1185-16,-14-6-2755 0</inkml:trace>
  <inkml:trace contextRef="#ctx0" brushRef="#br0" timeOffset="4342.269">11303 1502 1356 0,'0'0'7988'0,"0"0"-5591"0,0 0-681 0,0 0-472 16,0 0 52-16,0 0-204 0,0 0-276 15,0 0-184-15,0 0-348 16,0 0-112-16,-48 94-168 0,28-62-4 0,-4 7-76 16,0-4 76-16,-4 2 8 0,9 1-8 15,-5-6-8-15,7 0-4 0,6 0 4 16,-1-3-4-16,4-1-124 0,4-2 132 0,4-1-8 15,0-4-72-15,0-4-128 16,7-1 64-16,6-7-12 0,-5 1 112 16,4-4-64-16,4-3 12 0,-5 1 40 0,6-4 8 15,3-4 4-15,-5-5-16 0,6-4 4 16,-2-2-104-16,1-4 16 0,-3 0 0 16,-6 0 24-16,1-4 48 0,-4 7 76 15,-8 0 156-15,0 4 16 16,0 2 64-16,-8 3 24 15,0-2 24-15,-7 3-172 0,-2-1-112 0,2 1-12 0,-9 0-112 0,3 3-112 16,-3-1-148-16,1 4-76 16,-1 0-52-16,0 7-104 0,0 2-316 0,0 7-756 15,0 3-661-15,8-3-2067 0</inkml:trace>
  <inkml:trace contextRef="#ctx0" brushRef="#br0" timeOffset="5383.178">13514 1930 3148 0,'0'0'8029'0,"0"0"-6297"0,0 0-676 16,0 0-548-16,0 0-16 0,0 0 264 16,0 0 384-16,8 86-428 0,-8-39-144 15,0 14-48-15,-4 3-16 0,-12 8-4 16,-3 7-228-16,-6 1-128 0,-6-1-44 16,-5-2 108-16,0-7 108 0,-4-11 416 15,-4-7-235-15,1-12-401 0,-1-1-96 16,-4-7-96-16,-4-7-97 0,0-3 21 0,0-9-84 15,8-7 40-15,5-6 208 16,3-6-140-16,4-10-120 0,4-3-36 0,8-10 256 16,0-6-52-16,8-2-120 0,8-8-12 15,4 1-48-15,0-1 156 16,16 4-12-16,4 6 12 0,8 6 84 0,8 4 40 0,0 9 12 16,4 7 124-16,3 5-128 15,1 4 92-15,4 10 32 0,-1 9-32 16,2 6 20-16,-1 7 4 0,3 3-40 0,-3 0 64 15,3 0 96-15,-2-7-48 16,-6-1 24-16,-2-6-72 0,-2-2-48 0,-7 0-100 16,-4-6-12-16,0-1-60 0,-8-2-4 15,0-3-156-15,0-4-292 16,-5 0-188-16,-2-3-148 0,-2 0-576 0,2 0-876 16,-5-6-1701-16,-1-13-2155 0</inkml:trace>
  <inkml:trace contextRef="#ctx0" brushRef="#br0" timeOffset="6098.96">13928 1327 4180 0,'0'0'2344'0,"0"0"2193"16,0 0-3253-16,0 0-352 0,0 0 404 16,0 0-240-16,0 0-304 0,0 0-304 15,0 0-192-15,0 0-60 0,0 0-12 16,49-35 12-16,-42 32 0 0,1 0-4 16,-4 0-8-16,1 3-16 0,2-4-24 0,-7 4 24 15,4-3 0-15,-4 3 16 0,4 0-80 16,-4 0-32-16,0 0-16 0,0 0-84 15,0 0 40-15,0 0-52 16,0 0-4-16,0 0-48 16,0 0-44-16,0 0 84 0,0 0-32 0,0 0 44 0,0 0 48 0,4 0 12 15,-4 0 0-15,0 0 4 0,0 0-4 16,0 0 76-16,0 0-64 0,0 0-60 16,0 0 36-16,0 0 52 0,-4 0 20 15,4 0 0-15,0 3-120 0,-4 1 0 16,4 2-8-16,-4 3-52 0,-3 4 60 0,2 6 12 15,-7 3 24-15,1 3-36 0,-2 0-48 16,2 5-60-16,-1 1 20 16,0-2 76-16,4-1-60 0,4-2 68 0,4-1 4 15,0 0-60-15,0 0 56 0,8-2-8 16,-1-4 8-16,6 1 4 16,6-5 12-16,1-5 72 0,1-4 64 0,11-3-16 15,-1-3 28-15,5-6 60 0,4-3-40 16,4-8-20-16,-4 5-4 0,-1-4-56 15,1 0-92-15,-4 1-8 0,-4 2-64 0,0 2-20 16,-4 3-48-16,-9-2-332 16,2 3-156-1,-6 1-128-15,-2 4-24 0,-6-2-328 16,-3 4-700-16,-4 0-1260 0,-4-3-2453 0</inkml:trace>
  <inkml:trace contextRef="#ctx0" brushRef="#br0" timeOffset="6316.449">14271 1473 756 0,'0'0'2008'0,"0"0"4004"0,0 0-3491 0,0 0-625 0,0 71-360 16,0-46-316-16,0 2-128 0,0 9-296 15,0 2-352-15,-8 6-284 0,0 4-72 0,1 6-88 16,-2 0-88-16,1 0-616 15,8-4-240-15,-4-8-88 0,4-1-428 0,0-16-1032 16,4 1-3141-16</inkml:trace>
  <inkml:trace contextRef="#ctx0" brushRef="#br0" timeOffset="25499.588">12869 3298 5792 0,'0'0'220'0,"0"0"4352"16,0 0-3659-16,0 0-141 16,0 0-56-16,0 0 304 0,0 0-20 0,0 0-160 15,0 0-148-15,0 0-168 0,8 0-100 16,-8 4-100-16,0 5 44 0,4 1-60 16,-1 3-144-16,-3 2 8 0,0 7-164 15,0-2 112-15,0 5-8 0,-3 0-64 16,-1 1 52-16,0-1-92 0,-4 6 40 15,-1-2 28-15,2 3-68 0,-1 0 0 0,-4 3 0 16,0 0-8-16,0 0 4 0,-4 3-4 16,0-3 48-16,0 3-36 0,-3-3 52 15,-2 3-60-15,1-3 56 0,-3 3 0 16,-5-3-56-16,4 0 44 0,-4-4 4 0,0 2 44 16,0-5-88-16,-4 0-8 15,0 0 0-15,0-1 0 0,-3 1 64 0,-1-2-56 16,0 2 40-16,-4 1-36 0,0-2 72 15,1 3-36-15,-6-5 76 0,2 1 24 16,2-1 96-16,2-3-112 0,-5 0-124 16,0 1 0-16,1-1-4 0,-1-3 4 15,-8 3 28-15,4 0-36 0,-8-3-4 0,-3 7-8 16,-6-4 12-16,-2 3 4 16,3 4 60-16,-7-3 0 0,-5 5-64 0,0-2-88 15,-4 2 76-15,-3 1-28 16,-1 0 4-16,-4 0 36 0,1-4 12 0,-1 1-4 15,1-1 4-15,-1 1-4 0,-3-4 0 16,-1 4 80-16,0-3-4 0,4-1-36 0,-3-3-36 16,3 0 124-16,4-6-100 15,-3-3-36-15,-1-1-72 0,4 1 72 0,0-6-12 16,2 0-40-16,-2-2-4 0,3-5 52 16,2 0-40-16,3 0 44 0,1 0 0 15,3-3 60-15,0 1-60 0,5-5-60 16,-1 0 60-16,0 1-4 0,4-4 4 15,-4 4-12-15,5-4-112 0,-1 4 16 0,0-3 60 16,1-4-52-16,-1 4 88 16,0-1 8-16,1 0-8 0,-1 1-120 15,0-2 28-15,1 3 96 0,-2-2 8 0,1 1 0 16,0-1-8-16,1 0 0 16,3 1 0-16,4-4 0 0,-3 5-40 0,3-6-12 15,0 1 60-15,0-2 60 0,4-1-8 16,-3 0-52-16,3-3 0 0,-4 0 0 15,4 3 0-15,1-4-60 0,-5-2 48 0,8 4 12 16,-3-5-60-16,-2 1-4 0,5 0 52 16,1-4-84-16,2 1-16 15,2 0 76-15,4 0 36 0,-2-1 36 0,1 1-24 0,9-4 24 16,-5 4 16-16,4-7-52 16,0 2 84-16,0 3-36 0,4 2 40 15,0 0-84-15,0-2 4 0,0 2 52 0,0 0-52 16,5 2 92-16,-5 0-92 15,4 4-8-15,-4 1-68 0,4-1-4 16,0 0 72-16,1 3 4 0,-1-3 80 0,3 3-20 16,2 0-16-16,3 0 12 15,-5 1-52-15,6-5 116 0,-1 8-16 16,4-4-24-16,1 0 4 0,-6 1-28 0,6-2-48 16,-2 4-12-16,1-2-4 0,1-1-92 15,-2 0 96-15,2 0-52 0,3 3 4 16,-5-2-24-16,6-2-36 0,-1 5 20 15,-1-1 88-15,2 1 0 0,3-1 8 16,-4 4 80-16,4-5 32 0,-5 5-72 0,6-1 12 16,-1 4 124-16,0 0-100 0,0-1 4 15,0 1-88-15,0 0 0 0,-1 0 0 16,2-1 0-16,-1 1 4 0,-4 0 0 16,4-1-4-16,-5-2-4 0,6 3 4 15,-1-4 0-15,-4 3 8 0,4 0 0 16,0 1-8-16,1 0 8 0,-6 0 0 0,5-1-4 15,0-3-4-15,0 5 0 0,0-2 12 16,1 0-4-16,-6 1-4 16,5 1 8-16,-4-2 36 0,4 0-36 0,1-2 60 15,-5 2-8-15,-1-2-52 0,5 3 0 16,-3-4-8-16,-1 1-4 0,3-1 0 16,-3 1 0-16,4-1 8 0,1 4 52 15,-1 0-60-15,0-1 4 0,0 1-4 16,4 3 4-16,-5 0-4 0,5-1-48 0,0 2 0 15,-4-3 36-15,4 3-88 0,0-2 96 16,0 1-4-16,-4 3 0 16,4 0-40-16,0 0-12 0,0 0-24 0,0 0 8 15,0 0-20-15,0 0 0 0,0 0 20 16,0 0-20-16,0 0 24 0,0 0 8 16,0 0 52-16,0 0-36 15,0 0 44-15,0 0-4 0,0 0 8 0,0 0 0 16,0 0 12-16,0 0 36 0,0 0-36 15,0 0 52-15,0 0-52 0,0 0-8 0,0 0 0 16,0 0 4-16,0 0 52 16,-3 0 0-16,3 0 16 0,0 0-16 0,0 0 12 0,0 0-12 15,0 0 4-15,0 0 32 16,0-3-36-16,0 3-52 0,0-2-4 0,-4 2-4 16,4 0 0-16,0 0 0 0,0 0-4 15,0 0 4-15,0 0-4 16,0 0 0-16,0 0-8 15,0 0-48-15,0-4-24 0,0 4 8 0,0 0-56 0,-4 0-4 16,4 0-120-16,0 0-72 0,-4 0-76 16,0 0-112-16,-1 4 12 15,1-4 24-15,1 2-128 0,-5 1-136 16,4 0-412-16,-4 1-584 0,3-2-856 0,2-2-1813 0,-1 0-851 16,56-18 3516-16</inkml:trace>
  <inkml:trace contextRef="#ctx0" brushRef="#br0" timeOffset="25732.278">5442 3382 12377 0,'0'0'1464'0,"0"0"-1464"16,0 0-36-16,0 0 36 0,0 0 696 16,-48 91 188-16,37-59 36 0,-2 3-20 15,1 2-168-15,5 5-252 0,-6 3-184 16,5 3-64-16,-3 3-220 0,-2 2 52 15,2 1 44-15,-1-3-108 0,3-9-48 0,2-11-48 16,3-9 20-16,0-12-72 0,4-7-380 16,0-3-428-16,0 0-196 0,8-6-40 15,-1-7-572-15,-3 4-1501 16,9-21-3943-16</inkml:trace>
  <inkml:trace contextRef="#ctx0" brushRef="#br0" timeOffset="25879.411">5502 3542 4608 0,'0'0'10113'0,"0"0"-9521"0,0 0-376 0,0 0-216 16,103-37 1068-16,-71 34-184 0,0 3-240 0,4 0-152 15,-4 0 76-15,8 7-80 0,0-4-328 16,3-1-160-16,-2 1-64 0,2-3-232 0,-3 0-428 16,4-3-548-16,-12-2-744 15,15-12-3093-15</inkml:trace>
  <inkml:trace contextRef="#ctx0" brushRef="#br0" timeOffset="34013.759">2131 7397 8080 0,'0'0'6965'16,"0"0"-5769"-16,0 0-1196 0,0 0 116 0,0 0 880 0,0 0 400 0,84 32-280 15,-56-25-444-15,4-1-60 16,3-3-4-16,1 1-183 0,8-4-197 0,4 0 16 16,4 0-184-16,4-11-48 15,-1 2-12-15,5-3-8 16,-1-5-100-16,1-1-292 0,-4-1-149 16,-4-1-119-16,-4 1-76 0,-8 3-52 0,-8 4-212 0,-13 2-704 0,-2 7-1392 15,-25 3-4001-15</inkml:trace>
  <inkml:trace contextRef="#ctx0" brushRef="#br0" timeOffset="34198.112">2239 7778 8896 0,'0'0'3925'16,"0"0"-3541"-16,0 0-292 0,0 0 896 0,0 0 376 0,83 35-32 15,-39-31-304-15,12-4-460 0,4 0-88 16,4-4-48-16,-1-5-56 0,1-4-332 15,0-3-44-15,0-3-184 0,-9-1-148 0,1-5-332 16,-4 3-100-16,-4-6-80 16,-9-1-712-16,-11 7-2316 0,-4-16-4609 0</inkml:trace>
  <inkml:trace contextRef="#ctx0" brushRef="#br0" timeOffset="34500.966">2685 7035 1772 0,'0'0'7200'0,"0"0"-5159"16,0 0-449-16,0 0-164 0,80-28-152 15,-48 25-228-15,7 3-104 0,6 0-24 16,6 0-84-16,1 9-272 0,4 4-268 16,-5 6-200-16,1 7-48 0,-4 2-48 15,-4 7-4-15,-9 6-128 0,1 1 56 16,-12 5 4-16,-3 0-64 0,-10 1 16 0,-3 3 112 15,-8 0-92-15,-4-1-156 0,-11 2-64 16,-10 2 184-16,-10-3 88 0,-5 3 32 16,0-4 32-16,-8-3 20 0,0 2-36 15,-4-2-88-15,1-2-392 0,3-4-200 16,4-6-624-16,5-10-508 0,11-12-2041 0,11-11-3319 16,6-17 5700-16</inkml:trace>
  <inkml:trace contextRef="#ctx0" brushRef="#br0" timeOffset="35184.756">5119 7442 2704 0,'0'0'8741'16,"0"0"-6769"-16,0 0-776 15,0 0-300-15,0 0 332 0,0 0-96 0,17-73-488 16,-2 45-388-16,5-5-168 0,8-1-40 15,4-2 76-15,8 2-16 0,-1 5 4 0,6 7 12 16,-2 10 60-16,1 5 36 16,0 7 124-16,0 19 44 0,-4 6 88 0,-1 7 36 15,1 12-172-15,-8 1-71 0,-1 6-41 16,-3 3-68-16,-3 3-76 0,-1-3-76 16,-4 0-4-16,-8 1-4 0,4-8-96 0,-4-7-16 15,-5-8-152-15,1-6-101 0,-3-10-123 16,-1-7-244-16,0-9-320 15,-1 0-808-15,-3-9-2208 0,0-16-2721 0</inkml:trace>
  <inkml:trace contextRef="#ctx0" brushRef="#br0" timeOffset="35375.733">5849 7059 12105 0,'0'0'1688'0,"0"0"-816"0,0 0 780 0,-68 75 140 15,40-37-488-15,-4 7-496 0,0 9-296 16,1 3-96-16,-5 9-76 0,-5 1-160 0,6 6-92 16,-1 0-88-16,0-2-64 15,4-6-92-15,1-4-320 0,6-11-36 16,5-11-96-16,9-10-92 0,3-10-124 16,8-13-216-16,0-6-636 0,0 0-1520 15,0-29-3253-15</inkml:trace>
  <inkml:trace contextRef="#ctx0" brushRef="#br0" timeOffset="35787.6">6163 6524 6020 0,'0'0'5785'0,"0"0"-3433"15,0 0-840-15,0 0-244 0,84-51 244 16,-69 45-516-16,2 0-492 0,-6 6-296 0,2 0-148 15,-1 0-48-15,-5 3 52 16,-3 6-64-16,-4 4-4 0,0 4 4 16,0 2 124-16,-11 6-52 0,-1 0-72 0,-4 3 0 15,0-2 88-15,7 0-4 16,-2-8-84-16,7 1-4 0,4-5-156 16,0-2 52-16,4 1 32 0,7-5 76 0,10 3 56 15,3-2 64-15,4 4 40 0,0-4 132 16,4 4-108-16,0-4-176 0,-4 1 40 0,-2 3 24 15,-5-7 36-15,-1 3 40 16,-5 1-64-16,-2-4-72 0,-5 4 48 16,-8-1-60-16,4 4-4 0,-4 0-68 0,-8 3-60 15,-5 0-28-15,2 0-60 0,-10 3-36 16,-2-3-48-16,-1-1-72 0,4-2-64 16,-8 1-140-16,0-3-84 0,-4-1-336 15,4 4-592-15,-4-6-1204 0,0-1-2457 16,9-1-1947-16,-9-2 6952 0</inkml:trace>
  <inkml:trace contextRef="#ctx0" brushRef="#br0" timeOffset="36265.999">7259 7394 10120 0,'0'0'2393'0,"0"0"-917"15,0 0 144-15,0 0 192 0,0 0-376 0,0 0-212 16,83 23-284-16,-59-21-184 15,4 3 21-15,4-5-257 0,0 2-84 16,0-2-28-16,0 0-176 0,3 0-40 0,2 0-48 16,-1-2-24-16,3-5-48 0,-3-3-64 0,-4 0 40 15,0 1-48-15,-1-4-4 16,-6 1-116-16,-5-1-120 0,-5 4-48 0,2-4-148 16,-10 2-228-16,-3 5-220 0,0 1-345 15,-4-5-719-15,0 6-1848 0,-4-5-1865 16</inkml:trace>
  <inkml:trace contextRef="#ctx0" brushRef="#br0" timeOffset="36547.957">7617 7035 3312 0,'0'0'4636'0,"0"0"-1559"0,0 0-1049 0,0 0-644 16,0 0-248-16,0 0 284 0,0 0-208 0,13 99-372 16,-2-58-264-16,-3 10-84 15,1 6 188-15,-5 1-8 0,3 1-139 0,1 5-181 16,-4 0-120-16,1-1-104 0,-1-2-128 16,-1-7-12-16,1-4-120 0,0-2-208 15,4-14-145-15,1-4-99 0,2-9-148 16,6-11-112-16,-2-6-572 0,1-4-852 0,0-7-1792 15,4-18-2957-15</inkml:trace>
  <inkml:trace contextRef="#ctx0" brushRef="#br0" timeOffset="36822.677">8498 7067 12537 0,'0'0'4324'16,"0"0"-3836"-16,0 0-416 0,0 0 648 15,0 0 732-15,52 74-144 16,-36-40-396-16,4 8-463 0,-1 2-61 0,5 3-120 0,-3 8-64 16,-6-1-60-16,1 0-144 15,0-3-40-15,0-1-56 0,-4-9-328 16,0-5-192-16,0-14-153 0,-4-7-59 0,8-5-28 15,-4-10-200-15,4-3-468 16,-4-12-696-16,4-11-1733 0,-8 3-2331 16,3-18 1996-16</inkml:trace>
  <inkml:trace contextRef="#ctx0" brushRef="#br0" timeOffset="36990.808">8837 7024 7584 0,'0'0'6505'0,"0"0"-5709"0,-60 79-644 15,28-39 264-15,-7 14 416 16,-2 3 452-16,-6 4-272 0,2 6-312 0,-2-7-244 16,3 1-248-16,0-8-208 0,9-2-76 15,3-9-92-15,8-5-336 0,7-12-224 16,6-5-384-16,7-15-492 0,4 0-1628 16,4-21-3853-16</inkml:trace>
  <inkml:trace contextRef="#ctx0" brushRef="#br0" timeOffset="37280.47">9259 6505 1368 0,'0'0'10965'0,"0"0"-8889"16,0 0-788-16,0 0 288 0,87-13-288 0,-70 13-304 15,-6 11-312-15,-2 1-196 0,-1 7-136 16,-1 3-96-16,-3 3-132 15,-4 7-112-15,0 3-16 0,-8 6 8 0,1 1-4 16,-6-1-156-16,2 0 44 0,-1-2 28 16,3-5 96-16,5-3 8 15,4-7 104-15,0-2 104 0,8-10-68 0,5 1-52 0,-2-7-36 16,6-3-52-16,2-3 0 0,5 0 52 16,0-3-60-16,0-6-84 0,4-4-232 15,4 0-196-15,-4 1-268 0,0-1-472 16,-5 1-916-16,-2 1-2928 0,3 3-4421 15</inkml:trace>
  <inkml:trace contextRef="#ctx0" brushRef="#br0" timeOffset="37874.264">10231 7471 40 0,'0'0'10620'16,"0"0"-8271"-16,0 0-745 0,0 0-548 15,0 0 252-15,0 0-180 0,0 0 176 0,0 0-180 16,88-22-100-16,-53 18-283 0,10-3-209 15,-2 1-180-15,2 0-120 0,-2-3-136 16,-7 2-40-16,-1-3-56 0,1 1-84 16,-8 0 76-16,0-4-80 0,-4 3-140 15,-3 1-148-15,-2-5-132 0,-3 6-221 0,-4-3-207 16,-4 2-668-16,-4 7-912 16,-4-5-1684-16,0 7-1337 0,-8-3-835 15</inkml:trace>
  <inkml:trace contextRef="#ctx0" brushRef="#br0" timeOffset="38487.943">10590 6943 1756 0,'0'0'2440'0,"0"0"3512"16,0 0-4123-16,0 0-689 0,0 0 16 16,-16 83 296-16,16-45-248 0,0 7-308 15,8 5-120-15,0 4-220 0,0 0-44 16,-5 1 40-16,1 5-52 0,0-6-208 15,1 2-156-15,-5-7-4 0,0-5-132 16,4-10-56-16,0-8-40 0,3-10-88 0,1-3-72 16,1-7-280-16,-1-3-188 0,7-3-148 15,-2-3-328-15,6-13-920 0,1-5-1820 16,4-12-1473-16,-8 11-31 0</inkml:trace>
  <inkml:trace contextRef="#ctx0" brushRef="#br0" timeOffset="38699.119">11279 6864 652 0,'0'0'4'0,"0"0"8772"0,0 0-7572 15,0 0 133-15,0 0 579 16,12 67 28-16,-8-32-492 0,-4 6-372 16,4 6-160-16,0 5 24 0,4 1-176 15,0 1-364-15,0 0-284 0,0 1-120 16,-4-2-84-16,3 1-28 0,-7-5-312 15,5-5-124-15,-5-3-52 0,0-7 48 0,0-5-164 16,4-6-360-16,0-8-1216 16,-4-5-2629-16,0-6-3379 0</inkml:trace>
  <inkml:trace contextRef="#ctx0" brushRef="#br0" timeOffset="39044.495">11976 6886 2872 0,'0'0'11365'0,"0"0"-9373"0,0 0-1056 15,84 0-252-15,-52 6 572 0,0 5 32 16,4-3-288-16,-1 3-419 0,1-2-193 0,4-4-24 16,4 2 96-16,3-7-204 15,5 0-256-15,-3-2 0 0,-2-5-388 0,1-5-268 16,-8-1-217-16,-4 0-175 0,-8 1-372 15,-8 1-868-15,-9 5-2292 0,-11 6-2401 0</inkml:trace>
  <inkml:trace contextRef="#ctx0" brushRef="#br0" timeOffset="39223.216">12052 7382 13461 0,'0'0'4588'16,"0"0"-3932"-16,0 0-556 0,0 0 364 15,0 0 420-15,0 0 624 0,112 6-499 0,-64-19-513 16,-1-6-280-16,9-1-108 0,0-1-108 16,-1-2-256-16,-3 5-252 0,-4-2-208 15,-4 4-245-15,-5 4-479 0,-11 3-1476 16,4 2-4465-16</inkml:trace>
  <inkml:trace contextRef="#ctx0" brushRef="#br0" timeOffset="40030.877">14175 6607 11789 0,'0'0'2300'15,"0"0"-860"-15,0 0-348 0,0 0-108 16,-79 32 252-16,51-12-60 15,0 7-224-15,4 2-196 0,0 9-283 0,9 0-109 16,-2 9-24-16,6 4-28 0,-1 7 136 0,7 8-84 16,-2 1-124-16,3 6-144 0,0 0 0 15,0 0 0-15,4-6-96 16,0-4-4-16,0-10-80 0,4-4-96 0,7-14 36 16,6-10-64-16,2-6-176 0,9-12-136 15,4-7-148-15,8 0-217 0,4-16-359 16,0-7-784-16,4-5-2332 0,-17 6-2285 0</inkml:trace>
  <inkml:trace contextRef="#ctx0" brushRef="#br0" timeOffset="40451.845">14646 6763 5928 0,'0'0'8233'16,"0"0"-6781"-16,0 0-720 0,0 0 572 0,0 0 400 15,0 0-92-15,0 0-567 16,0 0-437-16,0 0-292 0,0 0-64 16,4-4-36-16,0 8-44 0,-4-4-16 0,4 0 0 15,4 3 4-15,4 0-28 0,-4-3 252 16,0 3-80-16,3-3-148 0,-6 3-96 16,3-3 12-16,-1 0-24 0,-3 3-40 15,0-3-4-15,5 4-4 0,-5-4-8 16,-1 0-4-16,1 3-36 0,0-3 36 15,4 3 4-15,-3-3 0 0,2 3 4 0,1 0 4 16,0-3 0-16,1 3 4 16,2 4-4-16,1-1-4 0,4 7-44 0,4 2-16 15,0 6 64-15,4 6 8 0,0 9 4 16,4 1 60-16,-5 1-64 0,1 0 40 16,-4 1-48-16,1-4-4 15,-6-3-56-15,2-7-12 0,-6-3 0 0,1-6-24 16,0-3-136-16,-4-4-176 0,-4-3-112 15,4 0-144-15,-5-2-160 0,-3-4-245 0,5 0-359 16,-5 0-544-16,0 0-744 0,4-7-1276 16,0-2-453-16,-4 0-591 0,8-17 3992 15</inkml:trace>
  <inkml:trace contextRef="#ctx0" brushRef="#br0" timeOffset="40698.855">15271 6648 1592 0,'0'0'11033'0,"0"0"-9301"0,0 0-884 0,0 0-168 0,0 0 172 16,0 0 68-16,-80 32-104 16,52-7-200-16,0 6-124 0,-3 8-40 15,-5 5-36-15,0 4-76 0,0 0-84 16,-3 3 60-16,-5 2 88 0,4-1-175 16,0 1-129-16,0-2-88 15,4-2-12-15,4-9-100 0,4-8-141 0,9-4-163 0,7-11-116 16,4-5-56-16,4-6-192 0,4-6-340 15,4 0-856-15,7-12-1220 0,2-4-2521 16,2 2-1079-16,13-17 6224 0</inkml:trace>
  <inkml:trace contextRef="#ctx0" brushRef="#br0" timeOffset="40869.512">15710 6899 11893 0,'0'0'2296'15,"0"0"-944"-15,0 0 512 0,0 0 308 0,0 0-512 16,87-3-567-16,-71-1-449 16,4 1-320-16,0-2-176 0,4-2-148 15,3-3-208-15,-2 2-156 0,3-3-180 0,0 1-257 16,3-2-247-16,-3 3-372 0,-7-1-1612 16,2-3-4081-16</inkml:trace>
  <inkml:trace contextRef="#ctx0" brushRef="#br0" timeOffset="41318.556">17128 6280 11189 0,'0'0'2520'0,"0"0"-2416"0,0 0 72 15,36 98 1328-15,-33-54 424 16,-3 4-224-16,0 6-308 0,-3 3-164 0,-5 1-395 16,0 2-485-16,-4 4-100 0,-4-4-32 15,-8 6-40-15,4 1-36 0,-7 3-24 16,-1-7-112-16,0 1-8 0,4-10 0 16,0-9-8-16,4-11 4 0,4-12 0 15,8-6-4-15,0-9-112 0,4-4-208 16,-4-3-116-16,0-6-28 0,0-11-197 0,-8-2 121 15,1-9 196-15,-2-7-100 16,2-6 36-16,-5 0 64 0,3-3-152 16,2 0-24-16,-2-2-28 0,2 5-288 0,7 5 196 15,-1 9 600-15,9 7 48 16,0 11 312-16,4 2-76 0,13 7 72 0,3 0 276 0,8 4-4 16,4 5 0-16,3 4 44 15,9 3 72-15,0 0 24 0,0 0-39 16,4-4-109-16,-1-2-212 0,5-7-240 0,-8 0-120 15,0-3-112-15,0-3-408 16,-5-6-329-16,2-4-247 0,-6-3-264 16,-7 4-1748-16,12-18-4133 0</inkml:trace>
  <inkml:trace contextRef="#ctx0" brushRef="#br0" timeOffset="41544.292">17801 6632 6168 0,'0'0'9037'15,"0"0"-7941"-15,0 0-632 0,60 71 156 16,-40-43 496-16,-8 4 76 0,3 2-288 0,-2 4-392 16,2 4-160-16,6 3 473 15,-10 2 251-15,6 3-664 0,-6-5-292 16,-2 2-116-16,-1 1-4 0,-4 0-48 16,-4-3-72-16,0-5-220 0,-4 2-20 0,-13-4-344 15,-6-6-157-15,-5 0-127 0,-9-7-172 0,2-4-184 16,-9-4-528-16,-4-8-1200 15,-7-6-2973-15,11-3-307 0</inkml:trace>
  <inkml:trace contextRef="#ctx0" brushRef="#br0" timeOffset="41993.037">19328 6610 2880 0,'0'0'768'16,"0"0"3080"-16,0 0-880 0,0 0-719 16,0 0-1013-16,0 0-324 0,0 0 168 0,-56 86 112 15,43-46-312-15,6 15-4 0,3 6-104 16,0 2-108-16,4 10 40 0,-4 3 88 0,4 1-199 15,0-1-93-15,0-1-68 0,0-4-128 16,12-10-148-16,4-5-156 16,-1-5-156-16,10-10-84 0,-1-9-52 0,4-10-84 15,0-10 12-15,-5-12-156 0,9-2-17 16,-4-15-107-16,-4-5-296 16,0-6-992-16,-9 6-2768 0,2-19-2933 0</inkml:trace>
  <inkml:trace contextRef="#ctx0" brushRef="#br0" timeOffset="42216.36">19686 7007 1880 0,'0'0'10101'0,"0"0"-8389"0,0 0 124 0,91 52 352 16,-63-31-216-16,0 5-316 0,0 2-415 16,-3-3-589-16,2 1-372 0,-3-4-280 15,4 0 0-15,-4-6-184 0,0 0-140 16,0-6-208-16,-5-4-125 0,2-3-219 0,-6-3-272 15,1-6-720-15,0-7-1060 16,-4-3-1353-16,-4-3 109 0,-4-3-1240 0,-4 0 4277 16,0 6 1135-16,-4-16 0 0</inkml:trace>
  <inkml:trace contextRef="#ctx0" brushRef="#br0" timeOffset="42352.61">20084 6988 3464 0,'0'0'64'0,"0"0"7769"0,0 0-5885 16,0 0-428-16,-95-35-648 0,71 41-256 0,-8 13-92 15,0 10-136-15,-8 9-140 16,1 6 12-16,-9 3 60 0,8 8 336 15,-4-4 8-15,4-1-136 0,1-6-188 16,3 2-120-16,8-4-104 0,0-12-116 0,4-2-124 16,3-2-488-16,10-10-272 0,3-4-324 15,4-5-576-15,-1-7-1232 0,5 0-3025 16,5-2-739-16,3-15 6768 0</inkml:trace>
  <inkml:trace contextRef="#ctx0" brushRef="#br0" timeOffset="42698.355">20471 7099 5244 0,'0'0'8281'16,"0"0"-6281"-16,0 0-920 0,0 0 520 16,88 10 12-16,-48-8-232 15,-1-2-383-15,9 0-233 0,0 0-320 0,8-5-224 16,0-2-208-16,3-6-12 0,5-2-144 15,0-4-548-15,-1-1-289 0,1-2-271 16,-8 0-748-16,-13 3-3048 0,2-3-5009 0</inkml:trace>
  <inkml:trace contextRef="#ctx0" brushRef="#br0" timeOffset="43115.751">22129 6610 9400 0,'0'0'4197'0,"0"0"-3573"0,0 0-360 0,0 0 104 15,0 95 1180-15,-20-57-104 0,-8 4 192 16,-4 2-264-16,0 4-548 0,-4-1-335 16,-4 4-149-16,4 3-88 0,0-3-56 15,1 3-88-15,-1-6-108 0,8-4-96 16,0-9 12-16,4-7 8 0,5-6-152 15,2-5 108-15,9-11-64 0,1-4-72 16,-2-2-97-16,5 0-35 0,-4-5-24 0,5-4 204 16,-1-7 96-16,4-4-180 0,0-5 12 15,0-4 72-15,4-6 96 0,3-3 16 16,5 1-112-16,-3-1 96 0,2 3-24 16,1 5-12-16,-4 11 148 0,4 7 0 0,-1 9 268 15,6 3 88-15,-2 3-12 16,9 13 8-16,1-1-72 0,3 11-96 0,0 0-48 15,0-1-52-15,0 3-24 0,3-5 40 16,-3 2-100-16,4-6-12 16,0-3-64-16,0 1 28 0,4-9-268 0,-5-5-404 15,5-3-264-15,-4-6-384 0,-4-10-988 16,-4 3-2049-16,4-12-2683 0</inkml:trace>
  <inkml:trace contextRef="#ctx0" brushRef="#br0" timeOffset="43440.269">22387 6051 11729 0,'0'0'3224'15,"0"0"-2256"-15,0 0-476 16,76-29 964-16,-48 27 144 0,0 2-484 0,0 0-520 15,0 0-256-15,3 2-72 0,-6 5-11 16,-6 6-125-16,-3 2-60 0,-8 5 48 0,-4 8-112 16,-4 3-4-1,-4 5-4-15,-8 5 8 0,-8 0-8 0,1 1-44 16,-5-4-64-16,0-3 36 0,7-7-36 0,6-6 44 16,3-6-32-16,8 1-25 15,0-8 9-15,8 0 112 0,8 1 104 16,3-1-7-16,5-2-97 0,4-4-133 0,4-3-159 15,4 0-196-15,0-3-208 0,4-9-272 16,0-2-372-16,-12 3-1588 0,4-13-4445 16</inkml:trace>
  <inkml:trace contextRef="#ctx0" brushRef="#br0" timeOffset="43666.12">23132 6484 9428 0,'0'0'7713'0,"0"0"-6485"0,0 0-640 15,0 0 248-15,80 79 288 0,-60-57-91 16,0 0-73-16,-4 0-528 0,4 8-212 0,0-5-40 16,-5 2-84-16,-2 5-88 15,-5 0 36-15,-1 3-44 0,-7 7-60 16,-4-2 60-16,-7 2 0 0,-13 2-36 16,-4 2-156-16,-8-6-172 0,-8 5-96 0,0-7-132 15,1 0-65-15,-5-10 1 0,8 1-152 16,0-10-564-16,4-6-1516 0,13-7-3117 15,-5-6-3363-15</inkml:trace>
  <inkml:trace contextRef="#ctx0" brushRef="#br0" timeOffset="44180.56">24479 6467 6460 0,'0'0'2584'16,"0"0"693"-16,0 0-1049 15,0 0-692-15,0 0-160 0,0 0-152 16,0 0-244-16,-52 74-172 0,37-40-16 16,-2 13-75-16,6 8-121 0,-2 4-64 0,5 9 108 15,1-2-168-15,3 0-100 0,-5 2-80 16,5-8-100-16,4-2-144 0,0-8-48 0,0-9-108 16,9-5-108-16,3-11-172 15,3-7-96-15,5-2-32 0,1-7-104 16,3-4-144-16,8-5-437 0,-1 0-675 0,1-11-1192 15,-9-1-2633-15,5-10-3543 0</inkml:trace>
  <inkml:trace contextRef="#ctx0" brushRef="#br0" timeOffset="44406.111">25121 6550 8036 0,'0'0'1464'0,"0"0"357"15,0 0-1113-15,0 0 544 0,0 0 964 16,32 82-40-16,-21-44-412 16,1 3-356-16,4 4-412 0,5-1-171 0,-2 4-125 15,1-4-288-15,4 5-292 0,-4-8-120 0,0 1-68 16,0-2-52-16,-1-5-268 0,2-3-144 16,-1-4-60-16,-1-5-113 15,1-5-39-15,1-8 60 0,2-10-248 0,-3-3-1032 16,4-13-2056-16,-12 0-2593 0</inkml:trace>
  <inkml:trace contextRef="#ctx0" brushRef="#br0" timeOffset="44589.471">25507 6711 13977 0,'0'0'1896'16,"0"0"-1516"-16,-88 61-96 0,48-29 516 15,-7 6 336-15,-1 4-212 0,5 2-288 16,2 0-48-16,1-3 8 0,1 5-220 0,7-6-216 15,0 2-160-15,0-8-116 16,4 1-404-16,4-7-80 0,8-2-156 0,4-7-336 16,8-6-356-16,4-3-1544 15,0-10-2421-15,8 0-2499 0,12-23 7468 0</inkml:trace>
  <inkml:trace contextRef="#ctx0" brushRef="#br0" timeOffset="44758.89">25766 6953 6856 0,'0'0'8001'16,"0"0"-6401"-16,80 0-804 0,-53 0 748 0,5 3 392 16,-8-3-283-16,4 0-489 0,0 0-632 15,0-3-316-15,0-3-216 0,8-5-48 16,-4-1-364-16,7-1-204 0,-3 5-144 16,0-6-165-16,4 5-391 0,0-1-1168 15,-12 4-3292-15,12-4-5469 0</inkml:trace>
  <inkml:trace contextRef="#ctx0" brushRef="#br0" timeOffset="45385.857">27344 6477 156 0,'0'0'772'15,"0"0"8536"-15,0 0-7415 0,88 26-729 16,-73-1 584-16,-2 10 212 0,-13 9-448 0,-5 8-580 16,-14 6-284-16,-6 7-60 15,-6-2 8-15,-5 3 61 0,-4 1-197 0,0-3-192 16,0 0-184-16,-3-7-80 0,2-7-4 15,2-2-4-15,3-10-80 16,8-9 84-16,4-10 12 0,4-7-8 0,8-5-4 16,1-7-424-16,-6 0-61 0,6-13-111 0,-2-4-76 15,5-4 172-15,4-8-12 16,4 1-20-16,4-6-120 0,4-5-104 16,8 1-476-16,0-3 36 0,0-1-56 0,0 4 396 15,0 6 576-15,1 7 280 0,2 6 496 16,1 5 64-16,8 12 36 0,0 2 160 15,8 9 236-15,3 7-88 0,6 7-148 0,2 2-112 16,1 0-52-16,0 4-16 16,-4-6-72-16,3-1-200 0,1-6-212 15,0-4-92-15,0-5-168 0,-5-5-312 0,6-2-192 16,-6-2 8-16,-3-8-52 0,-4-4-380 16,-4-4-1552-16,-9 3-4233 15,-2-17-298-15</inkml:trace>
  <inkml:trace contextRef="#ctx0" brushRef="#br0" timeOffset="45664.149">28244 5886 6948 0,'0'0'4977'0,"0"0"-3645"0,0 0-924 16,0 0 1276-16,0 0 196 15,-8 70-164-15,-4-35-340 0,-7 9-500 16,-6 5-404-16,5 1-131 0,-3 1 23 0,3-1 208 16,8-5-224-16,7-3-200 0,5-8-52 15,9-5 72-15,10-4 60 0,6-6 40 16,6-3 128-16,5-2-20 0,5-12-328 16,2-2-48-16,0 0-280 0,2-13-188 15,-2-3-208-15,2-3-136 0,-6-3-108 16,1 3-553-16,-5-3-1083 0,-10 6-1952 15,-9-9-1589-15</inkml:trace>
  <inkml:trace contextRef="#ctx0" brushRef="#br0" timeOffset="45855.482">28372 6064 652 0,'0'0'2076'0,"0"0"2560"0,0 0-2316 15,-44 67 65-15,36-32 163 0,0 3-296 16,0 10-752-16,8-2-284 0,-4 3-68 0,0 4-332 15,4-5-315-15,-7 3-261 16,2-3-240-16,-3-1-76 0,4-6-373 0,4-6-319 16,0-2-184-16,12-8-224 0,8-10-704 15,8-8-1180-15,8-7-2177 0,-8-3-1947 16,7-16 5840-16</inkml:trace>
  <inkml:trace contextRef="#ctx0" brushRef="#br0" timeOffset="46104.749">29125 6356 1736 0,'0'0'2176'0,"0"0"6141"0,0 0-5241 16,0 0-748-16,75 92-540 0,-58-56-308 16,2 2-335-16,1 9 135 0,-4 1-252 15,-4 2-532-15,0 5-220 0,0 1-84 0,-8 4-84 16,0 5-72-16,-4-2-32 0,-4-3-8 15,-12 0 0-15,-3 1-104 0,-13-8-408 16,0-1-244-16,-9-8-88 0,2-6-96 31,-9-3-197-31,4-10-411 0,1-9-704 0,-2-2-1892 16,-2-9-1661-16,7-2-1427 0</inkml:trace>
  <inkml:trace contextRef="#ctx0" brushRef="#br0" timeOffset="91486.739">1581 9360 5592 0,'0'0'6785'0,"0"0"-5549"0,0 0-1096 0,0 0 800 0,0 0 924 16,0 0-348-16,0 0-420 0,48 25-376 0,-32-18-132 15,4-5-64-15,8 3-84 0,0-3-88 16,4-2-135-16,0 3 27 0,3-3-88 16,1 0-8-16,4 0-64 0,0 0 48 0,0-3-128 15,8 3 0-15,-1 0 8 16,9 0 36-16,4 0 64 15,7 0-104-15,-3 3 4 0,8 0-4 16,0-3-8-16,3 3-144 0,5-3 52 16,4 0 88-16,4 0 4 0,4-3 0 0,-2 0 0 0,11 0 0 15,-6 1 0-15,8-5 0 0,2 3 0 16,2 1-68-16,9 0 68 0,-6 3 8 16,10 0-8-16,4 0-120 0,-1 0 60 15,4 0 56-15,2 3-72 0,2 0 16 16,4 3 24-16,1 1 32 0,3-1 4 15,1 4-12-15,-1-7-108 0,1 3-52 16,3-6-9-16,0 0 97 0,5 0-4 0,4 0-104 16,3-6 180-16,-4-1-112 0,5 4 52 15,-5-3-48-15,1 6 20 0,-6 0 64 16,6 0 36-16,-5 0 0 0,5 6 76 16,-4-3-16-1,3 4 24-15,-8-1-84 0,1-3-160 16,-1 0 152-16,-4 4-88 0,-3-7 96 0,3 4-108 0,-3-2 56 15,3 2-8-15,-7-2-12 0,0 2 60 0,-1-2-256 16,-8 5 220-16,5 3-4 0,-9-1-32 16,5 1 84-16,-4 3 12 0,3-1-8 15,-7 4-4 1,3-3 4-16,-4 0-4 0,1-4 4 16,-4 1-12-16,-1-1 8 0,5-3-12 0,-4 1-60 0,3-1-28 15,4 0 88-15,-3-2-36 0,0 3 48 0,-5-2-4 16,4 5 4-16,-3 0-60 0,-1 3-16 15,1 1 28-15,-5 0 48 16,1 2 112-16,4 0-64 0,-1-4 36 0,1-2-76 16,4 3 80-16,-1-7-84 0,1 0-4 15,3 0-52-15,1-2 52 0,0-4-84 16,3 3 84-16,-3 0 56 0,3 0-56 0,1 1 8 16,-1 3-8-16,1-2 124 0,-1 4-64 15,-3 2 0-15,-1 1-52 16,-4-2-16-16,1 1 16 0,0 0 104 0,4-3-64 15,-2-1 172-15,6 0-124 16,-1-4-8-16,6 0-40 0,-2-3 8 16,0 0-56-16,5 0-84 0,-5 0 48 0,5 0 36 15,-1-3 0-15,4 0 72 0,-2 3 24 0,2-3-88 16,0-1-4 0,1 4 44-16,-5 0-48 0,4 0-16 15,-3-2 16-15,3-3 124 0,0 3-112 0,5-1 120 0,-1 0-124 0,1-1 92 16,0-3-28-16,3 5-68 15,1-4-4-15,3 0 0 0,0-1 48 16,1 0-44-16,3 4 8 0,1-3 84 0,-1 3 52 31,1-3-148-31,-1 2-48 0,1 4 44 0,-1-3 4 16,0 0 12-16,0 3-12 0,5 0 12 0,0 0 49 0,3 0 11 16,-4 0-72-16,4 0 0 0,1 0 12 15,3 3-8-15,5 0 68 0,-2-3-8 16,6 0-64-16,-5 0 0 0,5 4-12 15,-5-4 8-15,1 0-48 0,2 0 52 16,2 0 52-16,-1 2 92 0,1-2-72 0,0 0-72 16,2 0-132-16,-2 0 84 0,7 0 40 15,-4 0 8-15,4 0 84 0,1-2-24 16,3 2-60-16,-3-4-84 0,-1 1-12 16,0 3 88-16,4-3 8 0,-4 3 72 15,5 0-60-15,-5 0-12 0,1 0-68 16,3 0 16-16,-3 0 52 0,-2-2 8 0,5 2 44 15,-3-5 20-15,3 5-72 0,0-6-100 16,5 3 48-16,-1-3 52 0,0-1 12 16,4 1-4-16,1-3 100 0,-1 2-108 15,-4 1-132-15,-3-1 132 0,-1 4 0 16,0-3 12-16,-3 3 64 0,-9 0 8 16,0-1-84-16,-12 1-132 0,-3 3-4 15,-5-3 63-15,-12 0 73 0,-3 3 109 16,-12-3-65-16,-8 0-40 0,-9 3-8 15,-16 0-8-15,-7-4-36 0,-12 4-61 0,-12 0 61 16,-17 0-184-16,-10 0-24 0,-18 4-192 16,-7-4-164-16,-8 3 48 0,-16 0-24 15,-8 3 8-15,-11 4-496 0,-10 2-1240 16,6-2-1584-16,-40 12-1633 0</inkml:trace>
  <inkml:trace contextRef="#ctx0" brushRef="#br1" timeOffset="127763.011">3585 10700 8916 0,'0'0'3057'0,"0"0"-1117"15,0 0-1280-15,-27-68-392 0,14 47 412 0,6-5 912 16,-6 0-304-16,2-2-340 0,-1 3-396 0,3 0-112 16,-2-1 72-16,-1 3 72 0,0 2-15 15,0-2-181-15,-1 4-96 0,-2 3-96 16,3 0 20-16,-4 4-156 15,1-1 0-15,-6 4-20 0,5-1-40 16,1 7-48-16,-2-4 48 0,6 7 0 0,-1-2-4 16,3 2-8-16,-2 2-120 0,-1 8 12 15,-4 3-28-15,-5 12-20 0,2 7 72 0,-5 12-16 16,-4 11 20-16,4 8 92 16,5 4 8-16,-5 6 116 0,7 3-64 0,2-3-56 15,-2 0 152-15,6-7-36 0,-1 1 28 16,7-6-40-16,1-5-12 0,4-4-12 15,0-9 0-15,9-4-12 0,7-7-68 0,4-7 84 16,-1-3-84-16,9-6 8 16,0-6 72-16,0-1-84 0,4-5 12 15,0-4-8-15,-4-4 8 0,4-5-4 0,-8-3 32 16,0-5-40-16,-5 1-180 16,-2-3-64-16,-6 0-20 0,2 0-76 15,-10 0-168-15,1-4-53 0,-4 5-183 0,-4-1 0 16,-8 0-64-16,-3 3-276 0,-2-3-456 15,-2 0-512-15,-5-3-200 0,3 3 271 16,-3 3 273-16,1-3 320 0,3 5 764 16,8 2 624-16,-4 6 920 0,12 3 548 15,0-1-8-15,4 4-31 0,0 0-137 0,0 0-96 16,4 0-236-16,8 7 24 16,0 3 136-16,7-2-156 0,6 6-16 0,-1-2-68 15,4-2-208-15,0 3-100 0,0-7-183 16,3 0-97-16,1-6-100 0,0 0-116 15,0 0 56-15,0-10-132 0,0 1-188 16,-4-3-248-16,-4-2-49 0,-1 3-3 0,-3-2 12 16,-3 3-328-16,-6 0-144 0,-7 5-300 15,0 1-128-15,-4 4 144 16,0 0 260-16,0 0 296 0,-8 4 344 0,4 1 332 16,-8 5 40-16,4 0 480 0,0 5 292 15,1 1-64-15,-2 3-92 0,1 3-28 16,4 4 8-16,1 2-100 0,-1 0-140 15,-5 5-88-15,9-1 16 0,0-1 56 16,0-2-36-16,0-1-12 0,0 1-12 0,5 0-100 16,3-4-156-16,-5-2-64 0,5-2-8 15,0-1-52-15,0-5-76 16,0-2-416-16,0 0-184 0,1-7-180 0,-2-3-76 0,5-3-416 16,-4 0-1360-16,4-16-3129 15</inkml:trace>
  <inkml:trace contextRef="#ctx0" brushRef="#br1" timeOffset="128713.27">4339 10503 6716 0,'0'0'3164'0,"0"0"-1319"0,0 0-909 16,0 0-284-16,0 0 376 16,0 0 72-16,0 0-232 0,0 0-380 0,0 0-16 15,0 0 212-15,0 0-204 0,-64-64-196 16,51 68-100-16,2 4 24 0,-1 9 16 15,0 2-16-15,-4 9-48 0,0 4-16 0,0 6 4 16,0 1 24-16,4 2-28 0,-4 3-32 16,1 0-16-16,2 2 28 0,5-2 44 15,1 3 4-15,3-3 12 0,4 0-64 16,0 2-72-16,0-2-36 0,4-3 100 16,3-6-40-16,1-3-24 0,5-7-36 15,-2-3-12-15,2-2-72 0,-2-8 68 16,5-2-68-16,0-1-28 0,-1-5 16 0,6 1-112 15,-1-5-120-15,4 0-72 0,-1 0-92 16,1 0-192-16,4-2-152 16,-3-5-428-16,6 1-704 0,-7 3-1240 0,8-7-3197 15</inkml:trace>
  <inkml:trace contextRef="#ctx0" brushRef="#br1" timeOffset="129106.924">4840 10487 12285 0,'0'0'2420'0,"0"0"-1276"0,0 0-536 16,0 0 176-16,0 0 452 0,0 0-92 15,0 0-384-15,76 70-324 16,-56-61-164-16,0 1-80 0,4-4 4 0,-5-3-16 15,2 0-68-15,-1-3-64 0,-1 0-48 0,2-6 0 16,-1-4-192-16,-5 1-280 0,2-1-248 16,-6 1-220-16,-3-1-96 15,1 4-152-15,-9 3-352 0,0 0-584 0,0 3-749 16,-5 0-1479-16,-3 3 1496 0</inkml:trace>
  <inkml:trace contextRef="#ctx0" brushRef="#br1" timeOffset="129314.14">5048 10588 1096 0,'0'0'4412'16,"0"0"-1984"-16,0 0-704 0,0 0-367 15,0 0 211-15,-45 77-28 0,41-52-136 16,4 7-224-16,-3 3-236 0,3 7-52 0,0 2-20 16,-4 3-40-16,0 0-232 15,0 1-224-15,4-3-84 0,-4-1-96 0,0-6-39 16,-1-3-145-16,2-6-12 0,-1-10 0 16,4-3-4-16,0-9-93 15,0-5-267-15,0-2-248 0,0 0-144 0,0-6-52 0,0-7-76 16,0-3-392-16,0-5-496 15,0-6-652-15,0-4-621 0,0-1-1107 16,0 6 1352-16,-4-8-84 0</inkml:trace>
  <inkml:trace contextRef="#ctx0" brushRef="#br1" timeOffset="129463.29">4948 10843 5464 0,'0'0'2392'0,"0"0"-696"0,0 0-299 0,0 0 131 16,0 0-124-16,76-7-352 15,-56 14-296-15,-1 1-88 0,1-1-32 0,1-3-116 16,-2-1-196-16,1 0-188 0,1-3-136 15,-6 0-4-15,1 0-108 0,4-3-284 16,-8-7-152-16,4 4-140 0,0-4-220 16,-1 1-216-16,-2 3-568 0,-1 0 83 0,-5-1-1651 15,2 0-2516-15</inkml:trace>
  <inkml:trace contextRef="#ctx0" brushRef="#br1" timeOffset="129953.688">4721 10099 6168 0,'0'0'5413'0,"0"0"-3497"0,0 0-1036 0,0 0-124 16,0 0 428-16,0 0-24 15,0 0-148-15,0 0-296 0,84 16-224 16,-64-13-40-16,3 4 24 0,1-4 120 0,0 3-208 16,4-3-204-16,0 0-51 15,0 1-37-15,4-4 16 0,0 0-64 16,0 0-12-16,3 0-36 0,5-7-72 0,0 1 12 15,4 0 56 1,-1-4-253-16,2 1-255 0,-6-1-244 0,1-3-72 0,0 4-120 16,-8-1-100-16,0 1-552 0,-8 3-1268 0,-5 0-3941 15</inkml:trace>
  <inkml:trace contextRef="#ctx0" brushRef="#br1" timeOffset="130963.214">5553 11172 7292 0,'0'0'2372'0,"0"0"-1376"0,0 0-351 16,0 0 435-16,0 0 220 15,0 0-284-15,-19-72-324 0,15 55-200 0,-1 8-152 0,1 0 24 16,1 2 84-16,-1 0-24 15,0 4-104-15,4 1-72 0,-4 2-112 16,4 0-48-16,-4 0 36 0,4 0-40 0,0 0-76 16,0 0 56-16,0 0-56 15,0 0 116-15,0 0-52 0,0 0 16 0,0 0-4 16,0 0 4-16,0 0 44 0,0 0-20 16,0 0 36-16,-4 0 0 15,4 0-64-15,-5 0-24 0,5 0-60 16,-3 0 8-16,3 0-8 0,-4 0-84 15,4 0 24-15,-4 0 48 0,4 0 12 0,-4 0 36 16,4 0-36-16,-4 0-4 0,4 0-44 0,0 2 44 16,-4-2-8-16,4 0-52 0,0 0 64 15,-5 0 4-15,5 0 48 0,0 0-52 16,-3 0 0-16,3 0-12 0,-4 0 0 16,4 0 0-16,-4 3-48 0,0 1-64 15,-4-1 28-15,4 4-16 0,-4-1 0 16,0 6 64-16,0 5 48 0,1 2 100 15,-2 6-4-15,1 0 28 0,4 3 0 0,1 5-16 16,-1-1-44-16,4-7 20 0,0 0-72 16,0-3 0-16,4-6-12 0,-1-6-48 15,1-6 40-15,0-2-76 0,4-2-76 16,1-2-40-16,2-9-80 0,1-5-4 0,0 1 12 16,0-4 52-16,-5-3-68 0,6 3-108 15,-5 0-76-15,4 2 72 16,-8 5 112-16,4 2 160 0,-4 7 28 0,0 3-4 15,-1 0 104-15,1 3 264 0,-4 7 76 16,5 2-4-16,-5 5 64 0,0 5-4 16,0 0-36-16,0 3-100 0,0 4 12 15,-5-1-40-15,1 0-72 0,1 5 0 16,-1 2 36-16,0 0-60 0,-4 2-12 0,4 4-4 16,-1 4 4-16,5 6 72 15,-3-3 12-15,3 2-196 0,0-2-12 0,0-3-68 16,8-7 56-16,-4-4-52 0,4-5-192 15,0-12-112-15,-5-9-100 0,1-4-120 16,1-8-32-16,3-9-24 0,0-5-412 16,-1-10-528-16,2 2-1224 0,3-18-2873 0</inkml:trace>
  <inkml:trace contextRef="#ctx0" brushRef="#br1" timeOffset="131484.212">6466 10334 5044 0,'0'0'5092'0,"0"0"-3175"0,0 0-737 16,0 0-432-16,0 0 140 0,0 0 20 15,0 0-4-15,0 0-220 0,0 0-176 0,-24 86-100 16,16-55-36-16,-3 11-28 0,-6 2 48 16,2 11-60-16,-5 2-40 0,-5 6-120 15,1 7-64-15,-4-1-20 0,0 2-84 16,1-1 80-16,-1-4 16 0,4-2-88 0,-4-4-4 15,4-3-8-15,-4-3 0 0,5 0-100 16,3-9 28-16,-1-7-136 0,6-3-60 16,2-13-88-16,6-6-84 0,3-7-92 15,-4-6-108-15,8-3-228 0,0 0-336 16,-4 0-740-16,4-6-2489 0,0-13-1563 16</inkml:trace>
  <inkml:trace contextRef="#ctx0" brushRef="#br1" timeOffset="131981.008">6562 10643 10604 0,'0'0'1993'0,"0"0"-301"15,0 0-744-15,80 31 100 0,-57-24 220 0,1-1-176 16,-8 0-112-16,4-6-296 0,0 0-328 16,0-3-136-16,-1-4-76 0,2-2-44 15,-1-3-88-15,-1-1-12 0,2 0 0 16,-6 1-184-16,1-1-316 0,-4 1-196 15,-3 1-212-15,-2 5-168 0,-3 0-416 0,0 2-528 16,-4 4-932-16,0 0-1445 16,0 4-787-16</inkml:trace>
  <inkml:trace contextRef="#ctx0" brushRef="#br1" timeOffset="132148.029">6788 10785 7504 0,'0'0'1520'16,"0"0"-436"-16,0 0-308 0,-11 89 369 15,11-51 223-15,-4 3-160 0,0 5-428 16,4 1-264-16,-4 3-136 0,4 4 8 0,-4 0 172 16,-1 0-16-16,5-6-196 0,-3-7-204 15,3-6-144-15,0-13-8 0,0-3-92 16,0-9-108-16,0-6-140 0,0-4-188 16,0 0-60-16,0-7-136 0,3-9-376 15,2-3-416-15,-1-4-725 16,-4 4 389-16,4-15-4300 0</inkml:trace>
  <inkml:trace contextRef="#ctx0" brushRef="#br1" timeOffset="132362.848">6773 11001 8252 0,'0'0'1984'15,"0"0"-631"-15,0 0-609 0,0 0 316 0,0 0 208 16,0 0-232-16,0 0-144 0,0 0-268 15,80 6-228-15,-65 1-12 16,6-3-64-16,-2-2-72 0,1 2-124 0,1-4-28 0,-2 0-96 16,-3 0-60-16,3 0-224 15,-2 0-184-15,-2-4-240 0,2 2-188 16,-2-2-240-16,5 1-460 0,-7-1-244 0,2 4-4053 16</inkml:trace>
  <inkml:trace contextRef="#ctx0" brushRef="#br1" timeOffset="133129.446">7430 11255 10708 0,'0'0'1685'16,"0"0"-957"-16,0 0-472 0,0 0 404 16,-32-70 264-16,21 61 84 0,3 2-368 0,-5 4-404 15,6 3 16-15,-1 12 32 0,-5 7 16 16,2 10 80-16,-1 10 16 0,0 5-12 16,4 0-92-16,0-2-20 0,-1-7-64 15,6-3-148-15,-1-10-60 0,4-6-120 16,0-10-64-16,0-3-224 0,0-3-144 0,7-6-4 15,2-10 48-15,3-6-64 16,-5-6-132-16,10-5-128 0,-2-2 0 16,2 0-8-16,-6 4 128 0,6 6 264 0,-10 5 280 15,5 5 168-15,-3 4 348 0,-2 9 188 16,-3 2 64-16,4 7 44 16,-8 4-188-16,4 9 24 0,1 2-104 0,-5 7-36 0,0 2 104 15,0 8 40-15,0 2 100 16,0 7-76-16,0 2 60 0,4 5-148 15,-4-1-140-15,0-1-168 0,0 1-64 0,0-6-48 16,0-1-60-16,0-2-12 16,0-7-52-16,3-3 0 0,1-3-256 0,0-5-52 15,4-4-76-15,-4-6 12 0,1-5-140 16,-2-6-80-16,1-6 12 0,0 0-296 16,-4-12-348-16,4-7-913 0,0-1-1731 15,-4-25-616-15</inkml:trace>
  <inkml:trace contextRef="#ctx0" brushRef="#br1" timeOffset="133483.445">7924 10451 13449 0,'0'0'1444'0,"0"0"-1444"0,0 0-12 16,0 0 12-16,0 0 252 0,60 74 896 15,-48-46 136-15,4 1-604 0,0 2-348 16,0 5-48-16,-4-2-28 0,0 8-8 16,-1-3-112-16,-7 1-36 0,1 2-100 15,-1-1-72-15,-4 0-28 0,0 0 4 16,-4-3-64-16,-5 3 0 0,2-2 24 0,-1 2 100 15,-5-3 36-15,-2 3 48 16,-2-2-48-16,2-2-120 0,-9 2-100 0,0-1-140 16,-4-1-196-16,-4 3-188 0,-4-6-248 15,1-2-332-15,3-7-828 16,4-6-2093-16,-4-6-1619 0</inkml:trace>
  <inkml:trace contextRef="#ctx0" brushRef="#br1" timeOffset="134751.605">8908 11024 10304 0,'0'0'2597'0,"0"0"-881"15,0 0-784-15,0 0-100 0,0 0 264 16,0 0-244-16,88 19-344 0,-60-16-80 16,0 2-340-16,0-1 96 0,0-1-184 0,-4-3-4 15,3 0 0-15,-7 0-108 0,4 0-280 16,-8 0-408-16,0 0-204 0,-4 0-112 16,-8 0-456-16,1 0-1260 0,-5 4-2849 15</inkml:trace>
  <inkml:trace contextRef="#ctx0" brushRef="#br1" timeOffset="134978.946">8981 11303 3404 0,'0'0'9341'0,"0"0"-7445"0,0 0-1100 15,0 0-420-15,0 0 240 0,0 0 380 0,0 0-28 16,0 0-292-16,91 34-344 15,-68-34-196-15,5-3-100 0,-4-3-36 0,4 3-48 16,0-3-40-16,0 2-144 0,4 1-396 16,4 3-112-16,0 0 516 0,3 0-648 15,-2-3-560-15,-10 3-1696 0,13-6-3989 0</inkml:trace>
  <inkml:trace contextRef="#ctx0" brushRef="#br1" timeOffset="136164.081">10267 11557 4820 0,'0'0'6024'0,"0"0"-4147"0,0 0-501 16,0 0-264-16,40 73 284 0,-24-60 20 15,4-5-392-15,-1-4-264 16,5-4-196-16,4-4-116 0,0-4-128 0,0-5-40 16,-4-6-124-16,4-3-20 0,-4-10-28 15,4-3-96-15,-4-3-12 0,0-3-108 16,0-7-272-16,-5 0-44 0,1-3-88 0,-4-2-28 16,4-1-132-16,-7-4 20 15,-2 1 32-15,1-3 176 0,-8-1-180 16,1 8 128-16,-5-4 88 0,0 3 84 0,0 2-432 15,0 8 212-15,-9 2 136 0,-3 9 296 16,5 3 112-16,-2 5 40 0,1 6 140 16,0 6 112-16,5 4 112 0,-6 2-52 15,5 4-24-15,-4 3 12 0,1 0-28 16,-1 6-104-16,-5 4 4 0,2 9-24 16,-2 6 36-16,-2 7 60 0,2 7-72 0,-2 5 24 15,-2 6 48-15,2 2-36 0,-1 5 0 16,4 6 36-16,4 0 12 0,1 2 8 15,7-2 164-15,0 1 8 0,7-2-72 16,1-5-76-16,4 1-72 0,0-4-60 16,0-6-64-16,0-7 112 0,0-3-123 15,3-10-61-15,-2-6-56 0,-2-5-4 16,6-9-72-16,-6-4-13 0,6-4-159 16,-6-4-352-16,6-8-60 0,-2-4-180 0,2-9-280 15,2-4-248-15,-3-2-560 16,4-2-616-16,-8 12-2329 0,12-14-479 0</inkml:trace>
  <inkml:trace contextRef="#ctx0" brushRef="#br1" timeOffset="136328.11">11013 11226 7552 0,'0'0'2736'0,"0"0"-987"0,0 0-673 15,0 0 284-15,0 0-148 0,0 0-108 16,0 0-160-16,0 0-128 16,79 74-152-16,-79-46-100 0,0 1-160 0,0-4-184 15,0-3-92-15,4-3-128 0,-4-5-96 16,0-8-88-16,0-1-256 15,0-5-196 1,0 0-152-16,0 0-180 0,0-2-332 0,-4-1-1072 0,-4-10-3837 0</inkml:trace>
  <inkml:trace contextRef="#ctx0" brushRef="#br1" timeOffset="136479.946">10968 11147 9924 0,'0'0'4501'0,"0"0"-3341"15,0 0-868-15,0 0 448 0,0 0 900 0,80-25-424 16,-60 15-676-16,0 1-540 16,4-1-36-16,0-5-416 0,-1 2-128 15,5-1-516-15,-4 2-396 0,-7 3-1252 0,6-1-4073 0</inkml:trace>
  <inkml:trace contextRef="#ctx0" brushRef="#br1" timeOffset="136863.78">11311 11322 13149 0,'0'0'1728'16,"0"0"-1048"-16,-4 70-416 0,4-48 328 16,-4 3 1236-16,4-6-96 0,0 1-560 15,0-14-676-15,0 0-360 0,0-6-136 16,8 0 0-16,0 0-12 0,4-9-36 0,0-7-40 16,8-6-140-16,0-3-188 0,-1-8-24 15,-2-2-12-15,2 7 100 0,1 2 132 16,-3 4 84-16,-6 10 88 0,1 5-28 15,-3 3-72-15,-6 4 148 0,5 11 160 16,-4 1 260-16,0 7-56 0,0 0-80 0,1 3-40 16,-2 1-76-16,1-4-32 0,0 0 8 15,0-3-36-15,0-4-108 0,0-5-100 16,4-7 52-16,0 0 36 0,0-7 12 16,3-2-84-16,2-8 24 0,2-4-88 15,2 2-60-15,3-4 52 0,-1 4 8 0,2 4 12 16,-2-2 76-16,1 8-24 0,-3 3 32 15,2 6 44-15,-3 0-16 16,-4 6 24-16,0 7 184 0,-4 3-12 0,0 0-64 16,-4 6-104-16,0 1 52 0,-4-2-56 15,0 5-76-15,0 0-252 0,0-5-336 0,-4-1-368 16,0 2-744-16,0-7-1308 0,-4 7-4421 16</inkml:trace>
  <inkml:trace contextRef="#ctx0" brushRef="#br1" timeOffset="151985.006">13159 10747 7564 0,'0'0'5449'0,"0"0"-4213"16,0 0-956-16,0 0 20 0,-31-71 356 15,19 63 488-15,4-2-172 16,0 3-316-16,0 5-76 0,-4-1-248 0,0 3-40 15,0 0-120-15,-4 0 84 0,-4 9-60 16,-4 1-72-16,0 8-64 0,0 8-52 16,-3 6 44-16,-1 5-44 0,4 11-8 0,0 7-8 15,0 5-68-15,8 6 76 0,0 5 48 16,8-2-40-16,8 2 92 16,0-2 60-16,0 1 32 0,12-9 164 0,0-8 68 15,4-5-83-15,0-10-85 0,3-10-112 16,2-9 28-16,-1-5-16 0,4-9-24 15,-1 2-24-15,1-7 28 0,0-4-128 16,-3-8-8-16,2-7-140 0,1-4-136 16,-4-2-208-16,-4-7-137 0,-4 4-159 15,-4-1-284-15,-4 4-632 0,-4 3-892 0,-4 0-1504 16,0 9-549-16,-12-10-1075 16</inkml:trace>
  <inkml:trace contextRef="#ctx0" brushRef="#br1" timeOffset="152134.846">12957 11232 2460 0,'0'0'7132'0,"0"0"-4811"0,0 0-965 15,0 0-60-15,0 0 340 0,0 0-176 16,0 0-260-16,0 0-172 16,0 0-328-16,56 42-228 0,-41-38-180 0,5-4-156 15,-4 0-136-15,4-7-192 0,4-6-244 16,-4-2-348-16,4-5-268 0,0 1-320 16,-5 0-452-16,1 3-284 0,-7 4-2045 15,-5 8-1367-15</inkml:trace>
  <inkml:trace contextRef="#ctx0" brushRef="#br1" timeOffset="152262.668">13219 11223 1436 0,'0'0'4468'0,"0"0"-1944"0,-24 70-688 16,16-41-327-16,1 2-101 0,-1 1-152 16,-1 1-80-16,5 0-260 0,1 0-280 15,-1-5-152-15,4-3-148 0,0-5-336 0,0-8-12 16,7-5-236-16,6-7-100 16,-1 0-288-16,8-9-304 0,8-8-348 0,0-8-684 0,-5 3-2713 15,17-19-2611-15</inkml:trace>
  <inkml:trace contextRef="#ctx0" brushRef="#br1" timeOffset="152536.686">13921 10629 11761 0,'0'0'1840'0,"0"0"-1052"15,0 0 68-15,0 0 880 0,0 0-252 0,-92 52-476 16,72-24-468-16,0 10-148 0,0 7 48 15,5 6 204-15,-2 6-183 16,2 7-133-16,-2 4-12 0,6 9-88 0,2-1-20 16,2 1-28-16,-1-5-72 0,8-5-60 15,0-10-40-15,4-9-4 0,7-7-4 16,6-10-72-16,-2-5-84 0,1-7-108 0,9-5 8 16,-2-8-84-16,5-6-48 15,8-4-121-15,0-12-247 0,8-12-356 0,-5-7-924 16,-2 6-2808-16,10-18-5281 0</inkml:trace>
  <inkml:trace contextRef="#ctx0" brushRef="#br1" timeOffset="152812.819">14303 10868 9080 0,'0'0'3017'0,"0"0"-773"15,0 0-1056-15,0 0 80 0,0 0 220 0,104 3-256 16,-64 7-328-16,-1-1-160 0,2 1-100 16,2-4-183-16,-3 3-133 15,-4-2-196-15,0-4-60 0,0-3-72 0,-5 0-60 16,-3 0-340-16,0-10-269 0,-3 1-71 15,-6-7-152-15,-7 2-480 0,0 3-876 0,-8-3-1652 16,-4 6-1273-16,-8-3-1303 0</inkml:trace>
  <inkml:trace contextRef="#ctx0" brushRef="#br1" timeOffset="153028.883">14586 10858 1280 0,'0'0'6096'0,"0"0"-4360"0,0 0-416 0,0 0 121 0,0 0 339 16,-59 70-112-16,59-51-320 0,0 6-280 15,0 4-68-15,0 7-16 0,0 5-68 16,3 3-160-16,-3 3-295 0,0 7-133 0,0 1-60 16,-7-2-124-16,-2 1-72 15,1-2-64-15,1-5-8 0,-1-6-12 0,3-9-108 16,1-6-124-16,0-8-36 0,4-5-73 16,0-7-95-16,0-3-212 0,0-3-96 15,0-5-164-15,8-9-464 0,5-1-656 16,-2-10-892-16,2 2-2069 0,-2-18-791 0</inkml:trace>
  <inkml:trace contextRef="#ctx0" brushRef="#br1" timeOffset="153244.618">14673 11037 12509 0,'0'0'1796'0,"0"0"-900"0,0 0-720 16,0 0 416-16,0 0 832 0,0 0 12 15,0 0-552-15,-11 75-456 0,3-43-88 16,4 6 4-16,0 3 44 0,-4 4 160 15,4 2-255-15,-4 7-221 0,0-3-72 16,-4 0-48-16,0-3-148 0,4-3-169 0,0-12-207 16,4-7-64-16,0-10 16 0,4-9 104 15,0-4-112-15,0-3-312 0,4-6-672 16,4-7-764-16,0-6-405 0,0 5-1771 16,4-16-604-16</inkml:trace>
  <inkml:trace contextRef="#ctx0" brushRef="#br1" timeOffset="153402.563">14710 11283 9684 0,'0'0'3177'0,"0"0"-1373"0,0 0-1060 0,0 0 216 16,0 0 308-16,0 0 28 0,0 0-144 15,0 0-444-15,83 36-256 0,-63-30-76 16,0-6-168-16,4 0-107 0,4 0-101 16,0-6-317-16,0-1-231 0,0 1-156 0,-1 0-204 15,-2 2-408-15,3 1-1144 0,-9 3-2521 16,13 0-3175-16</inkml:trace>
  <inkml:trace contextRef="#ctx0" brushRef="#br1" timeOffset="153779.22">15212 11455 704 0,'0'0'12753'0,"0"0"-10701"0,0 0-860 0,0 0 40 0,-92 54 416 15,68-29-36-15,-4 5-543 16,9 3-449-16,-2 7-212 0,5-6-80 15,0 1 48-15,9-4-124 0,3-4-240 16,-1-8-12-16,5-10-60 0,0-4-132 0,5-5-64 16,6 0-20-16,1-2-40 0,4-8 12 0,5-3 64 15,-2-6-64-15,1-2-48 16,0-2-73-16,-4-2 37 0,-1 6-52 16,2 0 88-16,-6 3 32 0,2 6 52 0,-5 8 96 15,-4-2 48-15,-1 4 124 0,1 4 52 16,-4 1 264-16,5 15 16 0,-5 2-40 15,0 6-60-15,0 11-24 0,0 1-12 16,0 11-28-16,-5 4-72 0,1 4-84 16,1 1 64-16,-5 5-72 0,4-5 8 0,-5-6 60 15,5-7 12-15,4-8 76 0,-3-11-100 16,3-6-60-16,0-9-120 0,0-4-148 16,0-9-12-16,3-2-232 0,1-11-272 15,1-6-564-15,-1-10-700 0,8-5-576 16,-9 5-2509-16,6-26-3451 0</inkml:trace>
  <inkml:trace contextRef="#ctx0" brushRef="#br1" timeOffset="154053.053">15438 11334 288 0,'0'0'14317'0,"0"0"-12281"0,0 0-1436 15,-7 67-68-15,-1-45 692 16,4 3 232-16,-5-5-516 0,6-4-640 15,-1-7-300-15,4-2-40 0,0-7-92 16,0 0-112-16,7-7-84 0,6-5 0 0,6-7 60 16,2 0 8-16,-1-6-56 15,4 2-52-15,-5 4 84 0,1 7 16 0,-4 5 60 16,0 7 144-16,0 0 64 0,-8 9 184 16,0 7 28-16,-4 3 116 15,-4 6 80-15,0 0-116 0,0 5-180 0,-4-5-100 16,0-3-12-16,0 0-80 0,4-5-348 15,-4-6-284-15,4-4-260 0,0 0-660 0,0-7-1224 16,0 0-3677-16</inkml:trace>
  <inkml:trace contextRef="#ctx0" brushRef="#br1" timeOffset="154336.843">16566 10741 17297 0,'0'0'1880'0,"0"0"-1880"0,0 0 48 15,-67 98 236-15,35-54 728 16,4 10 208-16,-4 10-455 0,4 3-353 16,0 6-76-16,0 9-140 0,-4 7-100 0,1 7-96 15,-9 2-24-15,3 0-148 0,-2-2-140 16,3-11-76-16,0-5-12 15,8-13-13-15,4-14 49 0,9-5 60 0,2-13 48 16,6-13-268-16,3-6-136 0,4-7-152 16,0-9-336-16,7-3 80 0,1-3-3008 15,9-19-3337-15</inkml:trace>
  <inkml:trace contextRef="#ctx0" brushRef="#br1" timeOffset="154750.902">16598 11404 12897 0,'0'0'1220'0,"0"0"-96"0,0 0-432 15,0 0 224-15,96 44 464 0,-64-30-112 16,-4-5-304-16,3-2-316 0,1-7-248 0,-4 0-120 16,4-4-123-16,0-8-157 0,0-7-72 15,-4-1-365-15,0-6-223 16,0-2-244-16,-4 0-188 0,-9-4-476 0,5 6-1096 0,-12 8-1865 16,-4-8-2267-16</inkml:trace>
  <inkml:trace contextRef="#ctx0" brushRef="#br1" timeOffset="154945.667">16909 11248 9940 0,'0'0'1921'0,"0"0"-781"16,0 0-312-16,-44 89 652 0,36-48 104 0,0 4-172 15,0 10-428-15,4 4-212 0,1 5-52 16,-2 3-48-16,-3 6-139 16,0 0-217-16,-3-3-168 0,-2-7-100 0,2-6-48 15,-2-12-96-15,5-10-12 0,1-13 60 16,7-6-120-16,-4-10-213 15,4-2-187-15,0-4-152 0,0-4-64 0,0-5-212 16,0-7-736-16,4-6-2100 0,-4 3-465 16,4-17-2491-16</inkml:trace>
  <inkml:trace contextRef="#ctx0" brushRef="#br1" timeOffset="155120.891">16774 11671 12149 0,'0'0'1736'16,"0"0"-836"-16,0 0-232 0,0 0 764 0,0 0-56 15,0 0-96-15,0 0-376 0,0 0-296 16,79 25-120-16,-70-25-159 0,-2 4-213 16,1-4-116-16,0 0-84 0,-4 0-281 15,0 0-59-15,0 0-152 0,0 0-252 16,0-4-216-16,0 4-616 0,0-3-1136 16,-4 0-2069-16,0 3-2715 0</inkml:trace>
  <inkml:trace contextRef="#ctx0" brushRef="#br1" timeOffset="156096.327">16857 11490 2508 0,'0'0'1592'16,"0"0"-396"-16,0 0-244 16,0 0 308-16,0 0 92 0,0 0-216 15,0 0-284-15,0 0-167 16,0 0-57-16,0 0 64 0,0 0-16 0,-32 0-68 0,28 0-12 15,0 3-4-15,4 0 24 0,-4-3-96 0,0 0-184 16,4 0-76-16,0 0-108 16,-3 0-40-16,3 4-64 0,-4-4-40 0,4 3 4 15,-5-3 52-15,1 3-4 0,4 0 4 16,-4-3 20-16,4 3 92 16,-4 0 72-16,1-3 24 15,3 4 24-15,-4-1-88 0,4-3-72 16,0 0-40-16,0 3 4 0,0-3-56 0,0 0-44 0,0 0-60 0,0 0-16 15,0 0-8-15,0-3 72 0,0 3 0 16,4 0 12-16,-4-3 12 0,0 3 84 16,0 0 76-16,0 0 0 0,0 0-24 15,0 0 0-15,0 0-4 0,0 0 4 16,0 0 0-16,0 0-52 0,0 0-44 16,0 0 20-16,0 0 0 0,0 0-24 15,0 0 16-15,0 0-16 16,0 0-48-16,0 6 4 0,-4 0 0 0,0 7-4 15,0 7-56-15,-1 5 56 0,1 6 108 16,-3 7 40-16,3 4-28 0,0 2-24 0,-5 1-40 16,1-1-56-16,1 4-4 0,-5-4 4 15,3 0-8-15,2-2-44 16,-5-1 48-16,8-3 4 0,4-3 4 0,0 0-4 0,0-4-4 16,4-6-4-16,0-8 4 0,0-7-40 15,0-4-100-15,-4-3-52 16,0-3-60-16,0 0-52 0,0 0-56 0,4-6-4 15,-1-1 24-15,1-5 96 0,5-4-220 0,-1-6-212 16,-4-1-252-16,3-9-400 16,2 1-532-16,-1-4-725 0,-1 10-1643 15,-3-17-832-15</inkml:trace>
  <inkml:trace contextRef="#ctx0" brushRef="#br1" timeOffset="156381.875">16797 11757 7596 0,'0'0'1672'0,"0"0"-520"0,0 0-303 0,0 0 423 0,0 0 120 16,0 0-52-16,0 0-296 15,0 0-280-15,0 0-172 0,0 0-84 16,5-4-24-16,-1 4-80 0,-1 0 52 0,5 4 104 16,4-1-8-16,4-3-200 15,1 4-60-15,2-1 12 0,1-3 13 0,-1 2 119 16,6 1-156-16,-1-3-136 0,0 4-20 15,0-4-64-15,-1 0-48 0,1 0 0 16,4 0-8-16,-4 0 4 0,-4 0-8 16,0 0 0-16,-4-4-60 0,0 4 8 0,-5-3-212 15,2 3-184-15,-5-2-161 0,-1-1-59 16,-2 3-140-16,3-4-184 0,-8 4-588 16,4 0-800-16,-4 0-1804 0,0 0-2573 15</inkml:trace>
  <inkml:trace contextRef="#ctx0" brushRef="#br1" timeOffset="156980.866">17291 12093 572 0,'0'0'4004'0,"0"0"-3300"0,0 0 404 0,0 0 332 0,0 0 352 15,0 0-115-15,0 0-329 16,0 0-264-16,0 0-236 0,0 0-104 15,0 0-88-15,-71-31-104 0,71 27-40 16,-4 2-64-16,4-2-64 0,0 4-100 16,-4 0-60-16,4 0-16 0,0 4 76 0,-4 5-28 15,-5 4-112-15,5 6-140 0,-3 3 0 16,-1 6 84-16,-5 4 48 0,6-3 60 16,-1-7-100-16,4-3-12 0,4-6 16 0,0-7-48 15,0-6-52-15,0 0-120 16,4 0-128-16,4 0-108 0,-1-3 296 15,10 0 12-15,-2-7-124 0,2 1-88 0,-1-4-84 16,3-3-40-16,2-1 12 0,-2 3 0 16,1-5 24-16,-3 5 88 0,-2 3 108 15,1 0 104-15,-4 5 44 0,-4 3 4 16,0 3 176-16,0 6 160 0,-4 8 136 16,0 7-76-16,-4 8-100 0,0 5-96 15,0 5 8-15,0-1 12 0,0 6 64 0,-4-2-24 16,0 2-128-16,0 0-68 0,0 1-56 15,-4 0 40-15,0-5 48 16,4-5-44-16,0-3-48 0,-3-6-4 0,7-8-320 16,-5-1-208-16,5-8-124 0,0-6-44 15,0-3-200-15,0-3-588 0,8-13-1092 16,-4 0-2609-16,12-19-1215 0</inkml:trace>
  <inkml:trace contextRef="#ctx0" brushRef="#br1" timeOffset="157302.555">18088 10918 13033 0,'0'0'2068'15,"0"0"-1352"-15,0 0-172 0,76 67 388 16,-52-38 380-16,-1 3-204 0,2 3-524 16,-5 3-364-16,-1 0-72 0,-2 0-140 15,-2 4 96-15,-2 2-100 0,-6-3 0 16,-3 3-4-16,-4 4 0 0,0 0-84 0,-8-1 36 16,-8 4-12-16,-7 0-16 0,-1 0-92 15,-4-4-4-15,-4-3-96 0,4 0-148 16,-4-4-52-16,0-6-136 0,0-2-152 15,8-7-248-15,0-6-392 0,9-6-644 0,2-7-981 16,2-6-3011-16</inkml:trace>
  <inkml:trace contextRef="#ctx0" brushRef="#br1" timeOffset="166511.669">5465 12525 9608 0,'0'0'4701'0,"0"0"-4121"16,0 0-352-16,0 0 352 0,0 0 448 16,0 0-208-16,0 0-348 0,0 0-260 15,-35 64-28-15,35-37 100 0,0 9 12 16,4 5-28-16,0 7 52 0,4 2-40 16,0 8-120-16,-4 2-156 0,3 0-4 0,-2 7-8 15,-1 0-40-15,0-1 40 0,0 1-4 16,0-3 8-16,3 2 0 15,-2-2-4-15,3-4-4 0,0 1-76 16,-4-4-20-16,3-3-76 0,-2-7 24 0,-1-9 72 16,0-2-44-16,0-11 20 15,-4-6 0 1,4-6-84-16,-4-4-124 0,3-9-160 0,-3 0-116 0,4 0-64 0,-4 0-232 16,0-6-444-16,0-7-1012 0,0 4-2041 15,-7-14-2903-15</inkml:trace>
  <inkml:trace contextRef="#ctx0" brushRef="#br1" timeOffset="166803.46">5283 13541 10316 0,'0'0'1493'0,"0"0"-1069"16,0 0 36-16,0 0 548 0,0 0 172 0,0 0-400 15,0 0-352-15,8 86-24 0,0-55 44 16,3 1-36-16,6 6-92 0,3 4-156 15,-5 2-40-15,6 4-116 0,-2-4 44 16,1 1-52-16,-4-5-12 0,4-4-36 16,-4-4 48-16,0-7 8 0,0-9 240 15,-1-4 84-15,-2-5 172 0,2-7-124 0,2 0-184 16,-2-10 24-16,2-5 172 16,2-11-76-16,5-2-108 0,0-7-84 0,4-6-32 15,4-4-92-15,0 3 0 0,0-2-8 16,0 6-248-16,-4 3-232 0,-8 3-196 15,-1 7-348-15,-2 3-680 0,-10 6-1328 16,1 3-3213-16</inkml:trace>
  <inkml:trace contextRef="#ctx0" brushRef="#br1" timeOffset="168312.466">4398 14932 5624 0,'0'0'8'0,"0"0"720"16,0 0 3841-16,0 0-2861 0,0 0-460 15,-31-80-312-15,18 65 8 0,1-4-112 16,1 6-60-16,-2-3-128 0,2 4-88 15,-6 1-148-15,6 3-4 0,-6 1-12 0,6 0-100 16,-10 4-84-16,6 1 12 0,-1 2-120 16,-4 0 20-16,0 0-28 0,0 8-92 15,1 3-84-15,-6 1-36 0,1 7 68 16,-4 3-68-16,5 10-64 0,-1 4 0 16,4 1 124-16,8 8 0 0,0 2-40 15,12 7 52-15,0 3 40 0,0 7-40 16,3-1 44-16,10 3-84 0,2-1 48 15,2-9 32-15,3-5-24 0,3-2 32 16,-2-12 148-16,3-5-52 0,4-4 100 0,-9-6 0 16,5-2-48-16,0-5 20 0,-5-2-92 15,2-4 44-15,-1-2 28 0,-5-4-40 16,2-3 196-16,-2 0-84 0,-2 0-112 16,2-13-60-16,-2 5-48 0,-2-11 8 15,1-1-8-15,-3-2-192 0,-2-4-124 0,1 1-148 16,-8 0-184-16,4-1-356 0,-4 0-528 15,-4 4-696-15,-4 0-1608 16,1 6-1229-16,-14-3-1306 0</inkml:trace>
  <inkml:trace contextRef="#ctx0" brushRef="#br1" timeOffset="168613.023">4219 15354 8080 0,'0'0'1852'0,"0"0"-367"15,0 0 271-15,0 0 108 0,0 0-268 0,0 0-352 16,80 7-316-16,-65-7-192 0,-3 0-76 0,4 0-136 15,-4 0-280-15,4 0-220 0,0-3-24 16,0-4-156-16,-4 0-188 0,4 0-240 16,-4 2-264-16,0-1-384 0,0-1-656 15,-4 4-360-15,-5-1-388 0,-3 4-301 0,0 0 165 16,0 7 716-16,0 3 908 0,-3-2 940 16,-1 6 208-16,4 5 1224 15,-4-3 496-15,4 6 284 0,0 0-352 0,0 0-344 16,0 5-55-16,4-2-125 0,3 4-336 15,-2-1-164-15,3 2 460 0,0 0-468 16,-1 1-296-16,-3-2-108 0,5-4-80 0,-1-2-136 16,-1-8-180-16,1-3-108 15,5-2-532-15,-2-10-16 0,2 0-296 0,-2 0-745 16,1-3-1071-16,4-9-2128 0</inkml:trace>
  <inkml:trace contextRef="#ctx0" brushRef="#br1" timeOffset="169129.642">5323 14798 6624 0,'0'0'432'0,"0"0"124"16,0 0 1920-16,0 0-659 0,0 0-257 0,0 0-416 15,-84-7-300-15,72 7-64 0,0 5 44 16,0 1-128-16,0 3-300 0,0 4-124 16,0 9-12-16,0 4-16 0,4 6 88 0,0 5 12 15,1 8 96-15,2 2-108 16,1 7-112-16,0 3-40 0,4 4 16 0,0 2-60 15,0 1-76-15,0 0 12 0,8-8-68 16,1-4 8-16,2-8-12 16,2-6-144-16,-2-9 56 0,5-11-68 0,0-5-52 0,-1-7 12 15,6-6-208-15,-1 0-196 16,4-12-48-16,-1-7-156 0,1-6-388 16,-3-8-856-16,-2 7-2449 0,1-14-1987 0</inkml:trace>
  <inkml:trace contextRef="#ctx0" brushRef="#br1" timeOffset="169319.7">5486 15024 13193 0,'0'0'2004'0,"0"0"-1288"16,0 0-440-16,0 0 1100 0,0 0 204 0,0 0-308 0,80 13-432 15,-57-10-416-15,1-3-227 0,4 0-101 16,4 0-96-16,-4 0-84 0,0-7-85 0,0 1-235 15,-4 0-204-15,-1-1-184 0,1-2-376 16,-7 2-700-16,-6 5-1044 0,2-5-2849 16,-13 7-1991-16</inkml:trace>
  <inkml:trace contextRef="#ctx0" brushRef="#br1" timeOffset="169545.098">5661 15079 9732 0,'0'0'1713'16,"0"0"-1109"-16,0 0-92 0,-31 72 816 15,23-40 228-15,3 3-140 0,-3 2-320 16,8 1-220-16,-4 1-140 0,4 2-112 16,0 4-220-16,0-1-124 0,-3 1-136 15,3-4-144-15,0 0-4 0,0-6-56 0,0-7-72 16,0-6-248-16,0-9-84 16,0-7-76-16,3-1-96 0,1-5-168 0,4-7-364 15,-3-3-252-15,3-9-616 16,-1 3-1125-16,1-19-1915 15</inkml:trace>
  <inkml:trace contextRef="#ctx0" brushRef="#br1" timeOffset="169738.541">5712 15227 10304 0,'0'0'1841'0,"0"0"-1277"0,0 0-156 16,0 0 700-16,0 0 368 0,0 0-596 0,0 0-232 15,-7 70-140-15,7-38-76 16,0 2 0-16,4 5-24 0,-1 5-76 15,2 1-16-15,-1 1-156 0,0 6-36 16,-4-4-124-16,0-1-72 0,4-5 0 16,-4-5-124-1,0-4-84-15,0-8-52 0,0-6-124 0,0-7-52 16,4-5-48-16,-4-7-228 0,4 0-488 0,-1-10-576 0,-3 1-1153 16,5-10-2131-16</inkml:trace>
  <inkml:trace contextRef="#ctx0" brushRef="#br1" timeOffset="170205.692">5697 15579 7644 0,'0'0'2332'0,"0"0"-1275"0,0 0-93 15,0 0 572-15,0 0 60 0,0 0-248 16,0 0-488-16,0 0-280 0,0 0-148 16,0 0 28-16,0 0 152 0,43-2-72 15,-22 2-224-15,-1 2-108 0,-1-2 24 0,5 0-60 16,4 0 36-16,-3 0-64 0,-1 0-48 16,4 0 16-16,-5-6-108 15,-3-1 0-15,0 2-4 0,0-2-40 16,-4 4 40-16,-4-4-136 0,-5 0-96 0,6 5-96 15,-9 0-24-15,0-2-76 0,-1 1-24 16,-3 0-116-16,0 3-184 0,0 0-300 16,0 0-316-16,0 0-804 0,-3 0-2633 15,-9 0-3383-15</inkml:trace>
  <inkml:trace contextRef="#ctx0" brushRef="#br1" timeOffset="170812.392">6262 15624 7656 0,'0'0'2244'0,"0"0"-787"0,0 0-377 0,0 0 332 15,0 0-232-15,0 0-424 0,0 0-316 16,0 0-152-16,0 0-24 0,-75 82 32 0,64-62-32 15,2 5-92-15,1-3-12 16,4 3-8-16,1-2-28 0,3-1 36 16,-4-6-48-16,4-7-28 0,0-3-84 0,0-1-48 15,0-5-164-15,7 0-132 0,1-7 68 16,5-3-96-16,-2-3-212 0,1-3-160 16,4 1 40-16,-4-1 32 0,0 3 140 15,0 3 124-15,-1 4 280 0,2 6 128 0,-1 0 40 16,-5 6 264-16,6 6 128 15,-5 5-24-15,-1 2 136 0,-3 0-80 16,5 7-12-16,-5-5 16 0,0 9-32 16,-1-5-24-16,-3 7-52 0,0 3-136 15,0 2-76-15,0 9-24 0,0 1 0 0,0 4-16 16,0 2-56-16,-3-4-52 0,3 1 0 0,0-5-12 16,0-8-88-16,0-5-36 15,3-7 24-15,-3-12-148 0,4-7-100 16,0-6-236-16,0-8-196 0,5-11-164 15,-9-4-220-15,4-9-908 0,-1 6-2489 0,-3-18-1935 16</inkml:trace>
  <inkml:trace contextRef="#ctx0" brushRef="#br1" timeOffset="171119.707">6427 15624 4620 0,'0'0'7737'15,"0"0"-6293"-15,0 0-1216 0,0 0 416 16,0 0 756-16,0 0-76 0,0 0-504 16,15 74-524-16,-11-60-236 15,-4 0-56-15,0-9-4 0,4 2-112 0,-4-4-12 0,5-3-48 16,-5 0 124-16,3-3-124 0,5-4-116 16,0-1 288-16,4-6 0 0,0 5-48 15,-1-4-100-15,6 5 36 0,-6-3 0 16,6 8 36-16,-6 0 76 0,2 0 112 0,-1 3 76 15,-1 3-40-15,2 0 36 16,-6 6 28-16,1 1 0 0,1-1-104 16,-1 7 52-16,-5 1-36 0,1-5-72 0,4 6-52 15,-4-1-160-15,1-4-272 0,-1-8-364 16,3 2-356-16,1-7-232 16,0-7-740-16,0 2-2361 0,8-25-1803 0</inkml:trace>
  <inkml:trace contextRef="#ctx0" brushRef="#br1" timeOffset="171430.922">7295 14907 13921 0,'0'0'2388'0,"0"0"-1676"0,0 0-264 0,0 0 320 15,0 0 656-15,0 0-248 0,0 0-656 16,0 0-288-16,0 76-72 0,-8-41 105 15,-1 2-93-15,-2 8-40 0,-1 6 4 0,0 3-4 16,-4 6-36-16,0 7-52 0,-8 3-44 16,5 9-72-16,-6 1-36 15,1 2-28-15,-4 1-80 0,4-1-76 0,1-3 147 16,3-5-39-16,-4-11 4 16,8-6-52-1,0-12 24-15,0-8 100 0,8-11-136 0,0-13-100 0,8-4-60 0,-4-9-220 16,4-9-312-16,0-13-604 15,0-4-852-15,4 1-1445 16,4-20-1299-16</inkml:trace>
  <inkml:trace contextRef="#ctx0" brushRef="#br1" timeOffset="171614.657">7155 15679 11641 0,'0'0'4152'0,"0"0"-3624"16,0 0-16-16,0 0 620 0,0 0 112 0,84-17-8 15,-60 14-420-15,0 3-380 16,4-3-143-16,-1 3-85 0,5-4-164 0,0-2-44 16,1 3-4-16,2-7 0 0,-3 1-288 15,0 0-657-15,-8-4-51 0,-5 0-68 16,-2 3-884-16,-9 1-2444 0,-1 0-3705 16</inkml:trace>
  <inkml:trace contextRef="#ctx0" brushRef="#br1" timeOffset="171795.856">7450 15630 10104 0,'0'0'2025'0,"0"0"-1361"0,-20 70-64 16,16-32 696-16,0 3 380 0,0 10-320 15,1 0-368-15,-1 3-228 0,-1 3-120 0,1 0-264 16,0 0-156-16,-4-2-136 0,5-5-84 16,-5-5-48-16,3-10-220 15,1-10-24-15,0-10-16 16,4-11-8-16,0-4-248 0,0-9-388 0,0-7-636 0,4-10-572 15,0 4-1813-15,5-19-1539 0</inkml:trace>
  <inkml:trace contextRef="#ctx0" brushRef="#br1" timeOffset="172029.048">7474 15808 12357 0,'0'0'1976'15,"0"0"-1648"-15,0 0 128 0,0 0 524 0,0 0 344 16,0 0-380-16,0 85-316 0,0-59-140 15,0 3-168-15,0 3-76 16,0 3-72-16,0-1-72 0,0 8-100 0,0 2 0 16,-8 1-100-16,0 5-192 0,0-1-176 15,1-2-8-15,-2-6-116 0,1-6-88 16,4-10-180-16,0-6-144 0,4-13-16 0,0-2-436 31,0-4-1241-31,0-7-2463 0,4-9-272 0</inkml:trace>
  <inkml:trace contextRef="#ctx0" brushRef="#br1" timeOffset="172508.511">7415 16180 8128 0,'0'0'6109'16,"0"0"-4673"-16,0 0-972 0,0 0-208 15,0 0-8-15,0 0 464 0,0 0 500 16,0 0-252-16,91-26-412 0,-68 23-240 0,1 0-100 16,4 3-88-16,-3-3 28 15,-1 3-100-15,-9 0-44 0,2 0-4 0,-2 0-48 16,1 0-220-16,-4 0-272 16,1-3-256-16,-6-1-248 15,1 1-672-15,0-3-2380 0,-3 3-5269 0</inkml:trace>
  <inkml:trace contextRef="#ctx0" brushRef="#br1" timeOffset="172895.398">8040 16087 15265 0,'0'0'2784'0,"0"0"-1796"0,0 0-276 15,0 0 80-15,-92 48 136 0,68-32-331 16,5 6-273-16,-2 1-116 0,5 2-88 15,1 3-12-15,3 4-8 0,-1-7 44 16,6 0 48-16,3-5 4 0,0-8-64 0,4-5-132 16,0-7-96-16,0 0-172 0,4 0-180 15,4-7-108-15,-1-5 95 0,10-1 9 16,-2-9 76-16,2-1-160 0,3-2 20 0,-5 3-20 16,2 0 68-16,-2 6 124 15,-3 6 156-15,0 4 188 0,-4 3 0 0,-4 3 336 16,0 9 192-16,1 8 84 0,-2 5-60 15,-3 6-236-15,0 7-144 16,0 3-28-16,0 4 76 0,0 2-36 0,0 4-16 16,-3-4-84-16,-2 3 4 0,1-2 9 15,0 3-85-15,0-4-12 0,-4-2-81 16,8-8 69-16,0-2-160 0,0-13-228 0,0-6-64 16,0-13-60-16,0-3-272 15,4-16-248-15,4-10-908 0,-4 3-1828 0,8-27-1949 16</inkml:trace>
  <inkml:trace contextRef="#ctx0" brushRef="#br1" timeOffset="173177.879">8371 15358 12177 0,'0'0'2420'16,"0"0"-1748"-16,0 0-320 15,0 0 480-15,0 0 560 0,88 60-60 16,-69-35-464-16,5 0-356 0,-4 0-268 16,-1 5-24-16,2 1-24 0,-1 1-40 15,-8 0-80-15,-5 2-16 0,2 5 36 0,-9-1-36 0,-5 6-56 16,-6 4-4-16,-10 3-84 16,2-4-84-16,-5 4-52 0,-4 0 36 15,4-4-24-15,-8-3-108 0,4-5-100 0,-4-1 40 16,0-9-92-16,0-1-60 15,-3-6-348-15,-1-3-368 0,0-6-1356 16,8-7-2737-16,-7-2-3306 0</inkml:trace>
  <inkml:trace contextRef="#ctx0" brushRef="#br1" timeOffset="175895.26">9175 15459 2704 0,'0'0'1264'0,"0"0"-468"15,0 0-132-15,0 0 364 0,0 0 544 16,0 0 112-16,0 0-339 0,0 0-369 0,0 0-516 15,-31 3 1528-15,27-3-1056 0,0 0-152 16,4 0-76-16,0 0-196 0,0 0-148 16,0 0-136-16,0 0-28 0,0 0-8 15,4 3-108-15,3 0-76 0,14 1 240 16,-2 3 0-16,9-2 16 0,4-2 36 16,0 3-76-16,3-2-52 0,2-1 4 0,-1-3-72 15,-4 4 44-15,7-4-20 16,-3 0-28-16,0 0-92 0,4 0 36 0,0-4-36 15,-1 1-4-15,6-3 0 0,-2-4-4 16,1 1-48-16,0-1 40 16,-1 0-116-16,-6 1 124 0,-1-1-40 0,-8 1-80 0,0-1-232 15,-9 4 4-15,-3 0-116 16,-4 0 36-16,-4 1-112 0,0 3-236 16,-8 2-240-16,0 0-216 0,0 0-248 15,0-3-424-15,-4 3-1385 0,-12-7-1919 0</inkml:trace>
  <inkml:trace contextRef="#ctx0" brushRef="#br1" timeOffset="176182.572">9832 15221 8836 0,'0'0'1632'0,"0"0"-703"0,0 0-609 16,0 0 140-16,0 0 552 0,0 0 244 15,0 0-284-15,0 0-244 16,0 0-248-16,92 12-32 0,-64-8-36 0,0 2 20 0,0 0-72 15,0 4-88-15,0-1-188 16,4 2-8-16,-4 0-76 0,0 3 0 0,-5 1 0 16,-7 1 4-16,5 3-4 0,-10 0-36 15,-3 4-40-15,-4 2 28 16,-4 3-16-16,0 4-20 0,-8 3-64 0,-3 0-12 16,-6 0 104-16,2 0 56 0,-6-7 52 15,5-3 32-15,-3-1-84 16,2-13-124-16,2-1-136 0,2-3-96 0,2-2-220 15,3-5-32-15,0 0-416 0,0-2-928 16,8-1-3053-16,-4-7-1983 0</inkml:trace>
  <inkml:trace contextRef="#ctx0" brushRef="#br1" timeOffset="176895.381">11698 15129 9912 0,'0'0'1353'0,"0"0"-297"15,0 0-328-15,0 0 316 0,0 0 192 0,-13-74-76 16,5 62-300-16,-3-1-276 0,-2-3-80 15,-2 4-148-15,-2-1 4 16,2 3-104-16,-5 1-36 0,0 0-132 0,0 2-76 16,-4 4 48-16,4 3-60 0,0 0 8 15,-4 10 0-15,4 6 52 0,-3 5 28 16,-1 14 8-16,-4 11-20 0,8 7 20 16,-4 11-88-16,4 5 52 0,0 7-52 15,1 1-8-15,6-4-80 16,1-1 80-16,5-8 4 0,7-7 56 15,0-12 88-15,4-8-88 0,7-5 16 0,-3-6 8 0,8-7 60 0,-4-6-44 16,4-4-4-16,0-2-96 16,0-7 0-16,0 0-4 0,4 0-80 15,0-10-40-15,-5 0-132 0,6-5-144 0,-6-4-128 16,2-1-112-16,-2-1-84 0,-2-2-168 16,-6 0-336-16,1 4-536 15,-4 0-840-15,-4 10-1345 0,0-7-59 0</inkml:trace>
  <inkml:trace contextRef="#ctx0" brushRef="#br1" timeOffset="177050.015">11430 15608 6716 0,'0'0'3036'0,"0"0"-831"0,0 0-797 15,0 0-380-15,0 0 156 0,0 0 24 0,0 0-312 0,64-31-244 0,-44 24-244 16,1-2-172-16,2 2-152 0,1-3-84 16,0 3-64-16,0-1-60 0,-5-2-308 15,2 3-372-15,-6 4-276 0,-2-2-192 16,-2 5-476-16,-7-4-893 0,-4 4-1731 15,0 0 1324-15,0 0 532 0</inkml:trace>
  <inkml:trace contextRef="#ctx0" brushRef="#br1" timeOffset="177177.802">11666 15529 2268 0,'0'0'2948'0,"0"0"-140"0,0 0-672 0,0 0-395 15,-17 69-257-15,17-46-356 0,0 2-432 16,0 1-168-16,0 2 4 0,0 3 164 16,4 4 112-1,1-3-212-15,-5 3-140 0,4-6-336 16,0 0-120-16,3-4-268 0,1-3-336 0,5-4-68 0,2-1-336 15,2-7-540-15,-2-4-820 0,13-6-2713 16</inkml:trace>
  <inkml:trace contextRef="#ctx0" brushRef="#br1" timeOffset="177633.702">12431 15030 9068 0,'0'0'1820'0,"0"0"-471"16,0 0-325-16,0 0-20 16,0 0 324-16,0 0-176 0,0 0-404 0,0 0-228 15,-84-16-136-15,72 23-88 0,-4 2-28 16,4 7-20-16,-4 3-16 0,1 6 40 16,-2 10 56-16,6 3-44 0,-2 10-16 15,1 3-36-15,1 3 8 0,-2 3-32 0,6 0-12 16,-6 4-4-16,9-4-44 0,0-3-39 15,0-4-25-15,4-4 16 0,8-6-28 16,5-5-72-16,2-6-4 0,5-4-132 16,1-6-20-16,2-6-1 0,1-4-39 0,0-3-84 15,4-6-96-15,0 0-52 16,8-9-48-16,-4-7 48 0,-1-3-248 16,5-6-412-16,-4-1-508 0,-4-2-840 0,-4 6-2453 15,8-14-2083-15</inkml:trace>
  <inkml:trace contextRef="#ctx0" brushRef="#br1" timeOffset="177851.648">12717 15191 12165 0,'0'0'1712'15,"0"0"-1104"-15,0 0-176 0,0 0 636 31,0 0 356-31,84 7-184 0,-52-3-444 0,0-4-380 16,4 0-120-16,-1 0-208 0,1 0-88 0,5-4-96 0,-9-3-224 16,3-1-280-16,-7-3-288 0,0 2-324 0,-8 0-380 15,-4 2-840-15,-8 4-2217 0,-8 3-1503 16</inkml:trace>
  <inkml:trace contextRef="#ctx0" brushRef="#br1" timeOffset="178046.495">12925 15255 10648 0,'0'0'1889'0,"0"0"-1197"0,0 0-568 0,0 0 232 16,0 0 560-16,-56 82 444 0,48-53-296 16,3 10-256-16,5-1-80 0,0 10 48 0,0-2-92 15,0 6-144-15,0-1-128 0,0 2-108 16,-3-2-144-16,-1-4-148 16,4-1-12-16,-4-9-280 0,4-7-112 0,0-5 28 0,0-12-28 15,4-4-144-15,3-9-252 16,2 0-152-16,-1-13-76 0,7-6-620 15,-2-2-1032-15,-5-3-2153 0,4-7-1591 0</inkml:trace>
  <inkml:trace contextRef="#ctx0" brushRef="#br1" timeOffset="178288.046">12972 15358 10768 0,'0'0'1773'0,"0"0"-1033"0,0 0-472 16,0 0 380-16,-24 66 692 0,24-38-60 16,-4 7-360-16,4 4-388 0,0 1-164 0,0 2 16 15,0 6 8-15,0-4-24 0,0 0-184 16,0 1-184-16,0-1-96 0,0-5-280 16,0-7-92-16,0-7-100 0,0-6 76 15,0-6 8-15,0-7-140 0,4 0-228 16,1 1-456-16,3-7-640 0,-5 0-933 15,5 0-2503-15</inkml:trace>
  <inkml:trace contextRef="#ctx0" brushRef="#br1" timeOffset="178521.409">12912 15754 10648 0,'0'0'2105'0,"0"0"-881"16,0 0-640-16,0 0 376 0,0 0 480 0,0 0-124 16,0 0-468-16,80-23-256 0,-52 18-140 15,4-9-184-15,0 8-268 16,0-2-8-16,0 1-116 0,-4 3 28 0,0-2-100 0,0 4-328 16,0-5-180-16,-9 0-144 0,5 4-248 15,-4-3-560-15,-8 2-1332 16,3 1-3525-16</inkml:trace>
  <inkml:trace contextRef="#ctx0" brushRef="#br1" timeOffset="178978.627">13574 15856 12865 0,'0'0'2952'0,"0"0"-2952"16,0 0-528-16,0 0 528 15,-76-48 240-15,53 48 976 0,-1 3-232 16,-4 16-440-16,4 3-88 0,3 10 60 0,-2 10-88 16,3-1-120-16,4 7-52 15,4-4 76-15,4-5-16 0,1-8-292 0,7-6-24 0,0-9-268 16,3-6-12-16,9-4-76 15,4-6 24-15,4-3-48 0,8-7 124 16,0-9 24-16,0-6-188 0,-4 0-124 0,4 0-16 16,-9-2 164-16,-3 8 172 0,-4 4 136 15,1 5 84-15,-10 7-48 16,1 3 52-16,0 3 436 0,-4 10 212 0,0 3-80 16,4 6-296-16,-4 6-208 0,4 4 84 15,0 5 12-15,4 5 60 0,0 0-72 16,0 2-100-16,0 3 0 0,-4 2-40 15,0 1-4-15,-4 1-4 0,0 3-132 16,0-3-240-16,-4-3-180 0,0-1-80 16,0-5-176-16,0-4-360 0,-4-3-564 0,8-10-196 15,-4-6-653-15,4-10-1891 0</inkml:trace>
  <inkml:trace contextRef="#ctx0" brushRef="#br1" timeOffset="181295.67">13765 15770 6824 0,'0'0'1704'15,"0"0"-1096"-15,0 0-532 16,0 0 40-16,0 0 492 0,0 0 244 0,0 0-179 16,0 0-393-16,0 0-176 0,0 0-16 15,0 0 824-15,12-44 108 0,-8 44-412 16,-4 0-228-16,0 0-28 0,0 0 112 15,0 0 380-15,0 0-72 0,0 0-224 16,0 0-152-16,0 3-112 0,0-3-64 0,0 2 0 16,0-2-36-16,0 7-12 0,0 3-36 15,0 5-12-15,0 5 36 0,0-1-40 16,0 3-112-16,0 0-4 0,0 4 0 16,0-5-4-16,0 2 0 0,0-1-8 0,-4 1-100 15,4-7 64-15,0-4 40 16,0-3-44-16,0-2-36 0,0-4-76 0,0-3 12 15,0 0 12-15,0 0-36 16,0 0 40-16,0 0 32 0,0 0 28 16,0 0-28-1,0-6 100-15,9 0 196 0,-6-1 0 0,5-2-72 16,0-4-124-16,1-3-100 0,-2 3 16 0,5-6-64 0,-4 6 0 16,0-2-36-16,0 3 0 0,-4-2 72 15,4 5 48-15,-5 2 60 0,2 1 4 0,-1 0 4 16,0 2 48-16,-4 1 32 15,4 0-76-15,-4 0-8 0,0 3-4 0,0 0 4 16,4 0 12-16,-4 0 88 0,0 0-12 16,0 0-28-16,0 0 28 15,0 0 20-15,0 3-44 0,0 0-64 0,0 4 0 0,0-1 232 16,4 3-48-16,-1 4-12 0,1 1-72 16,1-2-40-16,-5 1-60 15,4-5-8-15,-4 3-64 0,4-3-100 0,-4 3-76 16,4-5 28-16,-4 2 12 0,4-1-4 15,-4 0-36-15,0 0 28 16,0 2 32-16,0 1 40 0,0-4-24 0,0 3 36 16,0 1-4-16,0-1 40 0,0 1-36 15,-4-4-24-15,4-3-4 16,0 4 28-16,0-7 8 0,0 3 52 0,0-3-100 16,0 0-100-16,0 0-28 0,0 0 64 0,0-3-24 15,0 3-204-15,4 0-304 0,-4-4-120 16,3 1-572-16,1 0-565 0,-4 0-995 15,0-3-1404-15</inkml:trace>
  <inkml:trace contextRef="#ctx0" brushRef="#br1" timeOffset="182379.631">14008 15824 652 0,'0'0'288'0,"0"0"284"15,0 0 524-15,0 0 468 0,0 0-144 0,0 0-208 16,0 0-368-16,0 0 40 0,-12-63-136 15,12 56-124-15,0 4-56 16,-4 0 1-16,4-1 35 0,0 1 0 0,-4 0 20 16,4 0-24-16,0-1 0 0,-4 4-68 15,4-2-40-15,-4-1-64 0,4 3-76 16,-7-3-40-16,3-1-8 0,-1 4-56 0,1 0-60 16,-3-3 60-16,-1 3 16 15,0 0 68-15,-1 0-8 0,2 0-104 16,-1 0-168-16,-5 3 44 0,6 4-88 0,-5 2-8 15,3 4 44-15,-2 5-36 0,3 2-8 16,0 5 84-16,4 1-8 16,0 2 32-16,4 5 40 0,-4-5-24 0,4-3-52 15,0-3 4-15,8-3 36 0,-4-3 8 0,4-6-32 16,4-1 20-16,0-6 4 16,0 0 20-16,3-3-8 0,2 0 12 15,-1 0-76-15,0-9-60 0,-5-4-4 0,5-2-96 16,0-1-120-16,0-3-72 15,-4-4-4-15,4-3 28 0,-4 1-16 0,-3 0-112 16,2 3-72-16,-3-7 20 0,0 1 76 16,-4-4-24-16,0 0 20 0,-4-3-144 15,0-3 96-15,0 0-132 0,0 3 12 16,-8-1 404-16,0 3 12 0,0 1-88 0,0-3 76 16,5 6 28-16,-6 0 104 15,5 8 8-15,0 0 192 0,0 10 64 0,4-3 124 16,0 9 52-16,0-5 32 0,0 3-60 15,0 4-40-15,0 0-8 0,0 0-120 16,0 3-48-16,0 0 8 0,0 0-32 16,0 0-16-16,0 0-24 0,0 0 24 15,0 0-8-15,0 3 32 0,0 3-60 16,-4 1-28-16,4 8 116 0,-3 2-128 16,-1 5 4-16,4 4-28 0,-5 5 64 0,5 4-24 15,0 3-16-15,0 4-68 0,0 1 156 16,0 6-60-16,0 1-28 0,0 4 16 15,0 0-16-15,0-3 0 0,5-3 28 16,-1-4-28-16,-1-4-60 0,5-4 4 16,-4-7-16-16,4-1-40 0,4-9-80 0,-4-3-128 15,0-2-108-15,4-6-188 0,-4-5-112 16,4 0-164-16,0-3-312 16,0 0-584-16,-5-6-1413 0,2-2-3231 0</inkml:trace>
  <inkml:trace contextRef="#ctx0" brushRef="#br1" timeOffset="183663.094">15379 14989 9852 0,'0'0'1701'16,"0"0"-1021"-16,0 0-180 0,0 0 368 16,0 0 500-16,0 0-212 0,0 0-476 0,0 0-380 15,0 0-28-15,0 0-12 0,0 0 12 16,-60 44 24-16,44-18 4 0,0 2 80 16,-3 7-24-16,-2 4-72 0,1 8 32 15,-3 7-60-15,-1 3 16 0,-4 13-40 16,-4 3 12-16,-4 6 36 0,-8 10-100 0,0 4-52 15,-4 5-124-15,-7 0-8 0,3 1 0 16,0-5-108-16,1-1-20 0,3-7-28 16,-1-7 148-16,2-6-48 0,8-6 4 15,7-14 56-15,8-5 120 0,7-10-120 16,10-6-12-16,3-13-120 0,4-7-76 0,0-7-120 16,0-3-176-16,7-2-60 15,6-7 60-15,2-5 60 0,2-4-160 16,2-6-428-16,1-6-880 0,-8 5-1044 0,12-15-3109 15</inkml:trace>
  <inkml:trace contextRef="#ctx0" brushRef="#br1" timeOffset="183902.72">15108 15891 13833 0,'0'0'1620'0,"0"0"-376"0,0 0-436 0,0 0 268 16,92 21 152-16,-65-17-92 15,1-4-296-15,0-4-355 0,8-2-253 16,0-7-184-16,0-1-48 0,0-3-244 0,-4 1-253 16,-4 0-111-16,-8 1-124 15,-1 2-148-15,-6 2-288 0,-9 6-556 16,-1 2-1000-16,-3 3-2041 0,-7 0-1899 0</inkml:trace>
  <inkml:trace contextRef="#ctx0" brushRef="#br1" timeOffset="184114.012">15244 15942 5716 0,'0'0'4540'0,"0"0"-3443"0,0 0-661 16,-32 73 256-16,24-42 672 0,4 4 220 15,-1 3-404-15,1 4-408 0,1-1-200 16,3 6-68-16,-4 4-72 0,-4 0-188 15,-1 0-96-15,2-1-72 0,-1-2-76 16,4-3 0-16,0-4-112 0,4-12-60 16,0-7-172-16,0-10 12 0,0-9-100 15,0-3-352-15,4-3-380 0,8-9-424 0,0-7-796 16,0-1-1733-16,4-17-1139 0</inkml:trace>
  <inkml:trace contextRef="#ctx0" brushRef="#br1" timeOffset="184323.728">15379 16008 7324 0,'0'0'2564'0,"0"0"-1451"0,0 0-713 0,0 0 344 15,0 0 636-15,0 0 116 0,0 96-416 16,0-62-388-16,0 8-220 0,-4-1-36 16,0 6-40-16,0 1-100 0,-4 3-212 0,-4 0-84 15,4-4-48-15,-4 0-176 16,4-3-108-16,4-7 24 0,0-9 72 15,4-6 72-15,0-9-48 0,0-10-72 0,0-3-372 16,0 0-388-16,0-10-708 0,4 4-1409 16,0-13-3039-16</inkml:trace>
  <inkml:trace contextRef="#ctx0" brushRef="#br1" timeOffset="184537.959">15200 16430 10348 0,'0'0'1685'0,"0"0"-929"0,0 0-272 16,0 0 496-16,0 0 560 0,0 0-276 0,0 0-420 16,0 0 8-16,0 0-52 15,92-34-360-15,-69 27-268 0,5 1-88 0,-4-4 28 0,0 4-40 16,0 0 12-16,-1-1-84 16,2 1-48-16,-9-4-112 0,3 3-204 15,-2 5-104-15,-10-4-84 0,5 2-200 0,-3 4-312 16,2 0-632-16,1 0-1096 15,-4 0-1177-15,0 0-3675 0</inkml:trace>
  <inkml:trace contextRef="#ctx0" brushRef="#br1" timeOffset="185262.014">15901 16449 5976 0,'0'0'2144'15,"0"0"-704"-15,0 0-692 0,0 0 385 16,0 0 431-16,0 0-76 0,0 0-264 0,0 0-296 16,0 0-92-16,0 0 104 0,0 0-40 15,-72-56-92-15,64 56-88 0,0 5-224 16,-4 5-240-16,1 6-96 0,-2 9-112 0,2 5-48 15,-6 3 0-15,9 0-4 16,1-5-4-16,3-8-76 0,0-5-40 0,4-2-80 16,0-10-40-16,0-3-100 0,8 0-20 15,3-3 60-15,2-7 108 16,2-3-36-16,5-2-76 0,-4-1 12 0,-4 0 88 0,4 0 36 16,-4 7 60-16,-4 2 0 15,4 7-8-15,-4 0 120 0,0 7 96 16,0 5 224-16,0 11 112 0,0 5-124 15,-4 4-100-15,4 6-36 0,0 3-160 16,-1 7 72-16,-2 0 100 0,3-1-36 16,-4 1-52-16,-4-1-40 0,0-9-56 0,0-3-96 15,4-9-200-15,-4-7-80 16,3-10-140-16,1-6-100 0,1-3-176 16,-1-3-748-16,4-13-836 0,-1 1-2209 0,6-24-3191 0</inkml:trace>
  <inkml:trace contextRef="#ctx0" brushRef="#br1" timeOffset="185574.112">16562 15221 12509 0,'0'0'1680'0,"0"0"-632"0,0 0-432 16,80 66 152-16,-56-34 512 0,4 0-340 15,-4 6-424-15,0 3-224 0,4 1-120 16,-5 5-96-16,-3 4-16 0,-4 0 12 16,-8 7 0-16,-4-2-60 0,-4 5-12 15,-4-1-124-15,-12 3-196 0,-8-2 100 0,-3-4 24 16,-6-1-24-16,-3-1-28 15,1-1 4-15,-5-7 60 0,1-5-52 0,-2-2-184 16,5-8-240-16,1-2-380 0,-1-8-472 16,12-7-1064-16,-16-5-2693 0</inkml:trace>
  <inkml:trace contextRef="#ctx0" brushRef="#br1" timeOffset="186579.14">18531 15512 8716 0,'0'0'1048'0,"0"0"-440"16,0 0-220-16,0 0 1385 0,-32-82-549 15,19 66-32-15,2 0-424 0,-6 7-100 16,6-1 116-16,-1 8 24 16,0 2-180-16,0 0-12 0,0 9 120 15,4 3-368-15,-4 8-188 0,0 5-68 0,0 11 8 0,1-3 16 16,2 9 44-16,1-5-32 0,4-1-40 15,4-7-100-15,0-6 44 16,0-11-52-16,8-5-96 0,0-5-12 0,4-2-52 16,9-2 40-16,-2-12 32 0,1-8 16 15,4-3-184-15,-1-7-124 0,5 0-36 16,-3-4-36-16,-1 3 132 0,0-6 36 0,-5 4 12 16,1-6 76-16,1-4-148 15,-2-2 44-15,-7-1-172 0,-4-3-52 16,4 4 236-16,-8 3 288 0,-4 2 0 0,3 10 76 15,-3 1 36-15,0 8 112 0,0 5 140 16,0 1 44-16,-3 5-72 16,3 5 24-16,0 1-4 0,-4 6 16 0,4-3-52 15,0 3-16-15,0 0-108 0,0 0-60 0,0 3 12 16,0 3-148-16,0 10 4 16,0 9 144-16,0 11 112 0,0 5-16 15,0 9-64-15,0 4-8 0,0 4-24 0,0 2-76 16,0 4-72-16,-8-4-100 0,4 0-156 15,0-5-256-15,0-5-60 0,0-8-56 16,4-8-84-16,4-5-132 0,8-9-604 16,0-12-1168-16,0-4-2401 0,7-4-2211 15</inkml:trace>
  <inkml:trace contextRef="#ctx0" brushRef="#br1" timeOffset="186861.154">19259 14855 12765 0,'0'0'1932'0,"0"0"-676"0,0 64-576 0,0-25 68 15,0 5 364-15,0 6-100 0,0 7-388 16,0 4-272-16,-4 2-120 0,4 1-36 15,0 0-100-15,-3 5-96 0,-1 5-268 0,4 1-48 16,-4-2-124-16,-4 1-220 16,-1-14-180-16,6-9-24 0,-5-7-144 0,4-9-488 15,0-7-816-15,0-9-2353 0,-1 1-3470 16</inkml:trace>
  <inkml:trace contextRef="#ctx0" brushRef="#br1" timeOffset="187743.934">19658 15323 6624 0,'0'0'2392'0,"0"0"-479"16,0 0-489-16,0 0 272 0,0 0-16 15,0 0-424-15,0 0-412 0,0 0-288 0,84-55-176 16,-73 55 28-16,6 0-28 0,3 4-36 16,-8 5-16-16,3 3-12 0,-6 4-84 15,-2 4-36-15,-3 2 12 0,-4 4-88 16,0 2-32-16,0 0-88 0,-7-2-12 15,-1-1-60-15,-1-2 0 0,5-4-112 0,-3-4-84 16,3-5 36-16,4-3 124 0,-4-4 12 16,4-1-52-16,0-2-60 15,0-2-100-15,4-5-20 0,3-3 92 0,5-5 236 16,1-7 0-16,7-4-4 0,-5 0-44 16,6-2 0-16,-6 3 48 15,1 2 12-15,0 7 84 0,-4 1-32 0,4 4 8 16,-9 6 28-16,2 5-4 0,-1 0 88 15,3 5 88-15,-2 12 92 0,3 2-44 16,-5 4-152-16,1 2-8 0,1 3-64 16,-1-3-96-16,-1 1-12 0,6 0-36 15,-9-1-84-15,7 1-408 0,-3-5-268 0,5-1-236 16,-2-1-456-16,9-7-812 0,-8-2-3073 16,12-4-3139-16</inkml:trace>
  <inkml:trace contextRef="#ctx0" brushRef="#br1" timeOffset="193827.291">8765 12591 7324 0,'0'0'1804'0,"0"0"-1224"0,0 0-244 15,0 0 1393-15,0 0-553 0,0 0-80 16,0 0-96-16,4 13-56 0,0-3-40 0,0 3-220 16,0-1-216-16,0 1-84 15,3 3-124-15,6 0-16 0,-2 0-60 0,2-4-96 16,2 1-84-16,2 3 0 0,2-4 80 16,5 1-72-16,-3 4-4 0,7-5-4 15,0 4-4-15,3 0 108 0,1 0-68 16,4-3-40-16,-4 2-8 0,3 4 4 15,5-3-8-15,-4 3 12 0,8 3 96 16,-4-3-92-16,4 1-8 0,-1 2 4 0,6-3-4 16,-2 3 0-16,1-3-32 15,3-3-28-15,1 3 128 0,4 0-52 0,4 0-8 16,0 0-4-16,4 4 72 0,-4-2-24 16,3-2-48-16,-3 7 0 0,0 0 0 15,0-4 8-15,-5 3-68 0,5-3 12 16,-1 3 44-16,1 1-60 0,0-5 64 15,0 6 44-15,-4-2-44 0,4 0-76 0,-1 1 76 16,1-4 60-16,0 3-60 0,0 0 0 16,-4-2 0-16,3 3 4 0,1-1 36 15,-1 0 8-15,-3 1-48 0,0 2 8 16,0-2-20-16,4-1-12 0,-4 3 16 16,-1-2 4-16,1-1-8 0,0-2-48 15,4 2 56-15,-4-3-100 0,0 0 100 16,-1 1 4-16,1 2 68 0,-4-3-20 15,4 1-48-15,-5-1-60 0,1 3 60 16,0-6-8-16,-5 3-28 0,2 1 36 16,-6-2 68-16,1 2-56 0,-4-1-12 0,0-3 52 15,-1 0-52-15,-6 1 84 0,-1-5 32 16,-5-2-116-16,1 4-12 16,-4-9-40-16,-4 5-20 0,-4-7 72 0,0 0-48 15,-4 1-64-15,-5 0 52 0,2-4 8 16,-5-1-20-16,0 2-40 0,-4-4 52 0,4 0-64 15,-4 0 76-15,0 0-52 0,0 0-72 16,0 0-248-16,-4-4-184 0,0-1-204 16,0-9-536-16,0 2-1528 0,-5-9-3965 0</inkml:trace>
  <inkml:trace contextRef="#ctx0" brushRef="#br1" timeOffset="194101.555">12678 14119 8868 0,'0'0'1216'16,"0"0"-828"-16,0 0-156 0,0 0 489 15,51 67 459-15,-38-48-172 0,2 0-232 16,1 0-144-16,0 3-92 0,0-6-88 0,0 3-172 16,0-3-32-16,-4 0-36 15,4-4-36-15,-8-3-12 0,0 4-152 16,-1-2 36-16,-7-2 28 0,0 0-28 0,0 7 52 15,-15 0 24-15,-9 6-124 16,-8 3-196-16,-4 4 12 0,-12 3 172 0,-7-1-124 16,-1 1-28-16,-8 3-272 0,-8-3-84 15,-7 3-8-15,-9 0-88 0,17-10-984 16,-49 17-4029-16</inkml:trace>
  <inkml:trace contextRef="#ctx0" brushRef="#br1" timeOffset="203926.803">11941 11757 6036 0,'0'0'4808'15,"0"0"-2307"-15,0 0-1269 0,0 0-752 16,0 0 124-16,0 0 616 0,-80-7-116 15,59 7-400-15,-2 0-200 0,3 0-136 16,-4 3-12-16,5 4 48 0,-9-3 32 16,3-1-92-16,-3 2-52 0,0 1-112 0,-3 1-108 15,-1 0 88-15,-4-2-160 0,-3 2-60 16,-6 0 8-16,2-2-140 0,-2 2 20 16,2-4-180-16,0 4-124 0,2-3 0 15,-2-2-12-15,-2 5-52 0,6-4-276 16,3-1-100-16,-4 5-688 0,4-3-672 0,9-1-649 15,-14-3-2179-15</inkml:trace>
  <inkml:trace contextRef="#ctx0" brushRef="#br1" timeOffset="204227.208">10929 11734 1668 0,'0'0'564'0,"0"0"8705"0,0 0-7233 16,0 0-984-16,0 0-268 0,0 0-20 0,0 0-272 16,0 0-240-16,0 0-252 15,-92 51-12-15,68-32 0 0,4 0-84 16,-4 4-32-16,4 2-8 0,-4 0-52 0,9 4 84 16,-2-4-48-16,6 1 16 15,7-5 0-15,0-2 132 0,4 2-4 0,0-6 8 16,8 1 64-16,7-3 112 0,1-1-40 15,5 1-44-15,6 3 96 16,1-4 12-16,4 1 0 0,8 0-176 0,0-1-24 16,3-1-100-16,9 1-452 0,0-3-388 15,8 1-1076-15,-17-3-2357 0,21 2-4363 16</inkml:trace>
  <inkml:trace contextRef="#ctx0" brushRef="#br1" timeOffset="-213986.046">6865 17259 964 0,'0'0'12253'16,"0"0"-10297"-16,0 0-1428 16,0 0-280-16,0 0 332 0,0 0 716 0,0 0-164 0,-88-51-420 15,72 48-308-15,0 3-120 0,-1 0 68 0,-2 0 0 16,-1 0 4-16,-4 3-40 0,-3 4-87 15,-1 2-129-15,0 1-28 0,-8 3-12 16,3-1 12-16,-2 1-72 0,-1 6-4 16,0-4-56-16,-3 5-96 0,3-1 140 15,-1 3-92-15,2 0 96 0,3 1-73 16,0-1 77-16,0-2-88 0,8 1-16 0,1-2 100 16,3-1-36-16,-1 6 12 0,2-6-160 15,3 1 112-15,0-3 40 0,4 0 40 16,8 0 4-16,0-3-8 0,0 2-52 15,4-2-28-15,0-3 4 0,8 2 24 16,3 2-16-16,10 0 76 0,-1 0 140 0,4 2-92 16,-1-4-44-16,1 1-8 0,0-3-4 15,-3-7-76-15,-2 0 72 0,1-3 0 16,-1 0 12-16,2-10 0 0,-5-2 4 16,3-4 56-16,-2 0 12 0,-6-3-72 15,2-4 4-15,-5 4-8 0,-1-2-48 0,-3 1-32 16,0 1 8-16,-4 3-8 15,0 1 0-15,0 2-100 0,0 3 64 16,-8 4 44-16,1 0 4 0,-6 0-184 0,2 1-64 16,-5 3-96-16,0-1 48 0,-1 0-4 15,2-1 164-15,3 4 20 16,-4 0-168-16,4 0-304 0,4 10-456 0,4-1-308 16,-4 4-588-16,4 0-741 0,4 3-3283 0</inkml:trace>
  <inkml:trace contextRef="#ctx0" brushRef="#br1" timeOffset="-213422.982">8781 17110 2844 0,'0'0'8201'15,"0"0"-5933"-15,0 0-860 0,0 0-464 0,39 79 136 16,-22-47 152-16,-6 6-136 16,2 3-396-16,-2 1-308 0,1 5-172 15,-7 1-64-15,-1-4-104 0,-4 1-52 0,0-4 0 16,0-3-52-16,0-9-104 0,0-7-112 15,-4-10-260-15,4-1-100 0,0-11-232 0,0 0-520 16,0-4-1456-16,4-9-2809 16,0-2-1067-16,3-2 6124 0,-3-8-351 0</inkml:trace>
  <inkml:trace contextRef="#ctx0" brushRef="#br1" timeOffset="-212814.716">9012 17468 3664 0,'0'0'12'0,"0"0"6496"0,0 0-4719 16,0 0-753-16,79-6-28 0,-51 3 92 15,0 3-120-15,0 0-164 0,4 0 188 16,4 0-236-16,0 0-252 0,-1 0-220 16,6 0-116-16,-2 0-32 0,1-3 48 15,4 3-60-15,0 0 8 0,0-2-128 0,-4 2 80 16,3 0-96-16,-2 0 0 16,-2 0 4-16,1 0-4 0,-1 0 0 0,6 0 4 0,-2 0-4 15,5 0 72-15,0-5-12 16,0 3 144-16,0-5-204 0,-1 1 0 15,2-1 4-15,2-3 8 0,-3 1-12 0,4 0 0 16,-5-1 0-16,2 1 0 0,-2 2 0 16,-6 1-4-16,2 0-52 0,-4-1 12 15,-3 4 40-15,-4-3-52 0,0 3 4 16,-4-1-204-16,-4 4-108 0,-4-3 20 16,-4-1 48-16,-4 2-36 0,-4-1-120 15,-4 0-216-15,0-1-4 0,-4 2 88 16,0-3 232-16,0-3-64 0,-4-3-164 15,-4-1-492-15,0-4-432 0,-4 3-281 16,4-2 493-16,-3-1 644 0,2 3-64 16,-3 0-288-16,5 4-172 0,3-1 472 15,-1 4 700-15,1 3 716 0,0 0 220 0,4 3 36 16,0 0-128-16,0 0 36 0,0 0 232 16,0 0-251-16,8 0-165 0,1 0 108 15,2 0 148-15,1 0-140 0,8 0-308 16,0 3-164-16,0 3-52 0,4 1-36 0,-4 2 112 15,4 1-16-15,-9 2-12 16,2 1-164-16,-2 0 16 0,-2-1 24 0,-5 4 20 16,-5 0 40-16,1 1 72 0,0-3-108 15,-4 5-128-15,0-2-8 0,-8 2-52 0,1 0 16 16,-2 0 20-16,-3-3-72 16,1 3-12-16,-6-3 0 0,2 0-96 15,-5-1-248-15,0 4-212 0,0-2-24 0,-4-2-4 16,4-2-164-16,1-3-308 0,2-4-484 15,6-6-580-15,2 0-577 16,1-3-2995-16</inkml:trace>
  <inkml:trace contextRef="#ctx0" brushRef="#br1" timeOffset="-212203.334">12717 16923 2488 0,'0'0'520'16,"0"0"2256"-16,0 0 1404 0,0 0-2363 0,0 0-281 16,0 0 24-16,0 0-136 0,0 0-164 15,0 0-284-15,0 0-276 0,-7-13-404 16,-14 22 44-16,1 1-44 0,-3 3-136 15,-5 9-40-15,0 0-36 0,-4 7-8 16,0 3 20-16,-3 5 40 0,-2 5-64 0,-3 5 36 16,1 4-104-16,-1 0 0 0,4 3-4 15,4 0 0-15,4-3-60 0,5-6 48 16,6-7-72-16,10-7 8 0,3-9 76 16,4-3 184-16,4-6-184 0,11-7-44 15,-2-6-16-15,6 0 60 0,1-3 4 16,4-10-4-16,0 1 0 0,-4-1 0 15,0-3 0-15,0 3-96 0,-8 1 28 0,-1-2 68 16,2 6 12-16,-9-2 88 16,0 3-88-16,-1-1-12 0,-3-3-172 0,0 2-132 15,0-3-124-15,-3-1 48 16,-5 0 60-16,-1 4-24 0,2-1 100 0,-5 0 8 16,-1 4 52-16,2 3 108 0,-5 0-144 15,-4-1-128-15,0 4-148 0,1 0-180 16,-2 4-520-16,-7 2-1496 0,13 0-1765 0,-9 1-1271 15</inkml:trace>
  <inkml:trace contextRef="#ctx0" brushRef="#br1" timeOffset="-208562.551">19897 11420 8672 0,'0'0'1632'0,"0"0"-11"0,0 0-405 0,0 0 4 16,0 0 156-16,0 0-172 0,0 0-208 15,0 0-172-15,-8 3-112 0,8-3-208 16,8 0-188-16,0-3-72 0,12 1 76 0,0-5 288 16,8-3-292-16,4 4-135 0,4 0-109 15,0-1 28-15,-1 3-88 0,5-2 108 16,0 0-60-16,4 4-60 0,-5-5-56 16,2 0-28-16,-2 1 24 0,-3-1-12 15,-4 1-4-15,-4 0-93 0,0 0-195 16,-4-1-100-16,-9 4-60 0,2 0-24 15,-6 3-228-15,-7 0-516 0,0 0-1224 16,-4 0-2657-16,-4 9-2987 0</inkml:trace>
  <inkml:trace contextRef="#ctx0" brushRef="#br1" timeOffset="-208317.869">20133 11585 328 0,'0'0'10977'0,"0"0"-8761"0,0 0-1164 16,0 0-332-16,0 0 552 0,0 0 32 0,0 0-220 16,0 0-432-16,0 0-356 0,0 0-248 15,0 0 148-15,43 26 96 16,-19-17 0-16,4 4-48 16,0-3-72-16,0-2-160 0,0 3 60 0,-1-5-28 15,5 0-44-15,1-2-8 0,2-1-88 16,5-3-28-16,3 0-348 0,6-3 104 15,3-1-220-15,3-5-396 0,1 2-724 16,-12-2-2688-16,20-3-4209 0</inkml:trace>
  <inkml:trace contextRef="#ctx0" brushRef="#br1" timeOffset="-207602.497">22494 10915 1108 0,'0'0'4808'0,"0"0"-464"0,0 0-2143 15,0 0-293-15,0 0-156 0,0 0-164 16,0 0-160-16,0 0-324 0,0 0-200 16,0 0-187-16,0 0-317 15,-7-6-204-15,-17 22-196 16,-12 3-76-16,0 9-32 0,-7 4 96 15,-2 7 4-15,-2-1-4 0,3 6-48 0,-3-3 48 0,-2 4 4 16,6-1-4-16,-2-3 0 0,10-3 4 16,3-6-4-16,4-3 4 0,4-4 4 0,12-2-44 15,1-4-52-15,7-3 4 0,4-4-65 16,0 4 17-16,8-3 36 0,11 2 108 16,5-2 64-16,4 4 104 0,8-3-68 15,4 3 81-15,0-1-57 0,-1-1-16 16,1 2 108-16,0-2-32 0,0 1-28 0,-4 0 4 15,3 0 8-15,2 3-48 0,-6-3 84 16,1-4-140-16,-4 2-64 16,-4-3 0-16,4 0-44 0,-8-5-20 0,0 0 56 15,-1 1-100-15,-3-1-60 0,-3 0-184 16,-2-3-96-16,-3 0-109 0,4 1-91 16,-8-1-192-16,5-3-644 0,-6 0-908 15,1 0-1920-15,0-10-2457 0</inkml:trace>
  <inkml:trace contextRef="#ctx0" brushRef="#br1" timeOffset="-206918.21">23913 10944 6644 0,'0'0'3900'0,"0"0"-747"15,0 0-1709-15,0 0-664 0,0 0 276 16,0 0 96-16,0 0-68 0,0 0-544 16,0 0-272-16,0 0-168 0,-79 0-4 0,51 9 52 15,0 4 8-15,-8 6-20 0,0 0 8 16,-4 7-20-16,-7 2-4 0,-2 4-44 15,-2 3 8-15,-5 6 0 16,-4 0-80-16,1 3 4 0,-1 5-8 0,8-5 0 16,4 1-44-16,4-1 4 0,12-6 36 0,0 0 4 15,13-3-8-15,3-3 8 0,12-7 0 16,4-3 96-16,0-2-36 0,16-5 112 16,0-2 36-16,8 0-15 0,4-4 27 15,0-6-208-15,4 1-12 16,3-4-60-16,-7-7 52 0,0-2 4 0,0-1 0 15,-1-2-4-15,-7-1-44 0,1 1-8 16,-2-2 52-16,-6 2-88 0,2-2-49 16,-6 6-39-16,2-5-24 0,-7 4 28 15,0-1-16-15,0 0-24 0,-4 0 24 0,0 4 124 16,0 0 24-16,-8-4-36 16,0 4 72-1,-4 0-92-15,0-4 104 0,-3 1 0 0,-2 3-24 16,1-1-124-16,-3 4 16 0,2-3-64 0,2 6 24 0,-2 0-124 15,2 0-96-15,7 0-176 16,-4 3-312-16,8 3-632 0,-4 1-864 0,8-1-873 16,0 3-2083-16,0-6 680 0,12 1 4428 0</inkml:trace>
  <inkml:trace contextRef="#ctx0" brushRef="#br1" timeOffset="-206533.635">24483 11195 6096 0,'0'0'10649'15,"0"0"-8493"-15,0 0-1736 0,0 0-236 16,0 0 280-1,0 0 476-15,0 0 105 0,0 0-585 0,75 35-288 0,-51-26-88 16,4-2 12-16,0 2 100 0,4-2-88 16,-4-1-96-16,0 0-4 0,0-2 4 0,0-1-12 15,-5 3-8-15,-2-3-4 0,-5 3-60 16,-1 1 12-16,-2-4 52 16,-5 3-68-16,-4 1 16 15,-4 2 60-15,0 4 148 0,-8 3 20 0,-12 5-84 0,-5 5-84 16,-6 3-4-16,-5 3-80 0,-7-1-84 0,-2 1-124 15,-6 4-252-15,3-5-149 0,0 0-111 16,0 1-88-16,4 0-844 16,0-3-2840-16,9-11-3917 0,-10 9 3574 15</inkml:trace>
  <inkml:trace contextRef="#ctx0" brushRef="#br1" timeOffset="-205344.828">25523 11401 744 0,'0'0'848'0,"0"0"7804"16,0 0-6311-16,0 0-1081 0,0 0-256 15,0 0 52-15,0 0-28 0,0 0-144 16,0 0-120-16,0 0-260 0,0 0-196 16,79-79-64-16,-55 63 0 0,4 0 88 15,-3 4-76-15,-1-1-96 0,-1 6-76 16,1 0-24-16,-8 7-56 0,0 0-4 16,4 14 8-16,-8 2-8 0,0 6 64 15,0 0 20-15,-1 3 24 0,2 1 4 16,-2-5 120-16,6 0-40 0,-2-6 28 0,9-2 37 15,1-4-29-15,3-2 28 0,0-4 120 16,-1 0-16-16,1-3-188 0,0 0-88 16,-4-3-76-16,0-4-8 0,0 0-12 15,-5 2-60-15,5-4-112 0,-3-2-104 16,-6-1-64-16,5-1-96 0,-8 4-13 0,4-5-123 16,-8 5-160-16,0 4-444 0,-4-2-664 15,-4 3-2552-15,-4 4-3613 0</inkml:trace>
  <inkml:trace contextRef="#ctx0" brushRef="#br1" timeOffset="-205145.707">25718 11658 952 0,'0'0'9828'0,"0"0"-7799"16,0 0-1289-16,0 0-180 0,0 0 552 15,0 0 208-15,0 0-260 0,0 0-404 16,0 0-224-16,0 0-100 0,0 0-64 15,56 42 16-15,-24-42-16 0,4 0-108 16,-1 0-136-16,6-4-24 0,-2 1-120 0,-3 0-360 16,8 0-196-16,-4 3-112 0,-4 0-532 15,3-3-1644-15,-11 3-5797 16,4-3 3953-16</inkml:trace>
  <inkml:trace contextRef="#ctx0" brushRef="#br1" timeOffset="-203981.029">27161 11103 3464 0,'0'0'992'0,"0"0"5501"15,0 0-4057-15,0 0-828 16,0 0-320-16,0 0-4 0,103 0-136 15,-55-7-8-15,8-2-444 16,8-4-156-16,-1 4-140 0,1-5-84 16,0 9-135-16,-8-2-25 15,-5 5-156-15,-3 2-4 0,-8 0 4 16,-5 0-8-16,-3 0-64 0,-4 0-16 0,-8 6-32 0,-8-3-1 16,1 2-27-16,-10 6-180 15,-3 1-172-15,0 4 268 0,-7 6 136 16,-10 3 12-16,-7 7-88 0,-4 6-48 0,-4 1 12 15,1 2 36-15,-9 0 160 0,-3 7-36 0,-6-4 48 0,2 4-100 16,-1-1 92-16,0 2 8 0,0-9 100 16,4 2-40-16,4-4-12 0,9 0 0 15,-1-7 28-15,8-1-72 0,4-9 0 16,4 1 64-16,8-5 20 16,8-5-28-16,0 1-60 15,8-3 120-15,8-4 248 0,12 0 84 16,0 0 20-16,12-2-104 0,3-4-27 0,5 0-29 0,0 0 224 15,4 0 20-15,0 0-160 0,-1-4-128 16,-3 1-124-16,0 0-140 0,-4-3-4 16,-4 0-120-16,-1-1 24 0,-2 1-52 15,-9-4-164-15,4 1-160 0,-9 2-144 0,-3-2-28 16,0-1-73-16,-4 4-211 0,-9 0-764 16,2-5-1036-16,-5 6-2052 0,0-4-1885 15,-4-7 2290-15</inkml:trace>
  <inkml:trace contextRef="#ctx0" brushRef="#br1" timeOffset="-203714.271">28220 11192 40 0,'0'0'1564'0,"0"0"6692"15,0 0-6771-15,0 0-833 0,0 0 156 0,0 0 848 16,0 0-244-16,0 0-436 0,-83-20-404 15,63 30-324-15,-4 3-60 0,0 3 48 16,-3 3 72-16,-6 9 100 0,1 1 32 16,-4 6-256-16,1 7-36 0,-9 2-76 15,0 6-72-15,-4 4-36 0,-4 1 36 0,4 1-72 16,-3-5-112-16,-1 0 36 16,5-4-100-16,2-5-180 0,6-5-80 15,3-1-184-15,4-11-304 0,12-3-632 0,3-6-1420 16,6-9-3441-16,3-7 1314 0</inkml:trace>
  <inkml:trace contextRef="#ctx0" brushRef="#br1" timeOffset="-177170.821">22069 10706 6688 0,'0'0'504'16,"0"0"-452"-16,0 0 4021 0,0 0-2445 16,0 0-240-16,0 0-440 0,0 0-32 15,-5-6-76-15,5 6-180 0,0 0-156 16,0 0-132-16,0 0-100 0,0 0 8 15,5 0 40-15,-5 0 36 0,0 0-172 0,0 0-48 16,0 0-16-16,0 0-32 0,4 0-4 16,-4 0 36-16,4 0 4 0,0 0-64 15,-1 0 24-15,5 0 28 0,1 0-40 16,6 0 64-16,2 0 8 0,-2 0-72 16,5 3 40-16,5-3-64 0,-6 0 36 15,5 0-72-15,-4 0-4 0,-1 0 52 0,6 0 28 16,-5 0-84-16,4 0-4 0,-1 0 60 15,1 0-48-15,0-3 0 0,1-1 49 16,-2 1-57-16,1-3-4 0,0 2 0 16,0-3 8-16,-1 5 0 0,1-1-8 0,0 0 0 15,1 0-4-15,-1 0-4 16,-1-1-4-16,1 4 8 0,0-3-4 16,0 3-41-16,-1 0-11 0,1-4 60 0,-3 4 0 15,3 0 0-15,-5 0 0 0,5 0 0 16,-3 0 4-16,3 0-4 15,-1 0 0-15,1 0 0 0,-4 0 8 0,3-2-8 16,-6 2 0-16,3 0-4 0,-1 0-4 16,-2 0-4-16,2 0 8 15,1 0-4-15,1 2 4 0,3-2 4 0,-1 0 4 16,1 0 8-16,0 4-12 0,0-4-4 0,4 0 4 16,-1 0 8-16,1 3-4 15,0-3-4-15,0 0-44 0,0 0 44 0,-4 0 4 16,4 0 8-16,-4 0 0 0,3 0-12 15,-3 0 12-15,1 0-8 0,-1 0 8 16,0-3-12-16,-1 3 8 0,-3 0-8 16,1 0-4-16,-6 0 0 0,1 0-56 0,0 0 60 15,0 0-4-15,0 0 0 16,0 0 4-16,-4 0-4 0,-1-4 4 0,6 4 0 16,-6 0 0-16,2 0 0 0,-2 0 0 15,2 0-8-15,2 0 4 0,-3 0-4 16,4 0-4-16,-4 0-36 0,4 0 40 15,-4 0 4-15,4 0-80 0,-4 0 80 16,4 0 4-16,0 0 8 0,-4 0-8 16,0 0 0-16,-1 0-4 0,2 0-4 15,-5 0 0-15,-1 0-64 0,2 0 64 0,-1 0-68 16,-1 0 32-16,1 0 40 16,-4 0-4-16,1 0 0 0,3 0 4 0,-5 0 0 15,5 0 4-15,-4 0-4 0,1 0 4 16,-1 0-8-16,0 0-76 0,-1 0-40 15,-3 0-116-15,0 0-164 0,0 0-120 0,0 0-288 16,-7 0-520-16,3 4-668 0,-5-4-1232 16,-6 0-2497-16</inkml:trace>
  <inkml:trace contextRef="#ctx0" brushRef="#br1" timeOffset="-173894.328">27005 10785 5776 0,'0'0'1340'0,"0"0"4713"16,0 0-4353-16,0 0-644 0,0 0-152 16,0 0 488-16,0 0-360 0,0 0-236 0,0 0-344 15,0 0-148-15,0-3-60 0,4 3 36 16,0-4 172-16,4 2-211 15,0-5-45-15,4 4-88 0,0-6 0 0,4 2-20 16,4-6-16-16,3 1-64 0,2-1 4 16,2-3 0-16,5 1-12 15,0-4 0-15,4-4-8 0,0 2-52 0,4-5-12 16,4 0-64-16,-5 1 64 0,5-4-84 16,-4 4-4-16,4 0 52 0,-4-1-65 15,0 1 41-15,-1 2-12 0,-2 1-4 0,-5 0 16 16,-1 3 56-16,-3 0 64 15,-4 3-72-15,-4 0 24 0,0 4 52 16,-4 1 4-16,-4 3-4 0,0 1 4 0,-5 3-8 16,1-2 12-16,-3 6 4 0,-1-2 0 15,0 2 44-15,-1-4-44 0,-3 4 8 0,4-2 0 16,-4 2 44-16,4 0-52 16,-4 0-4-16,0 0 0 0,4 0-8 15,-4 0 8-15,5 0 0 0,-1 0 0 0,3 0 0 16,-3 0 0-16,4 6 100 0,-4-4-88 15,5 4 36-15,-2 1 36 0,1 0 0 16,5 2 52-16,-6 0-16 0,9 3-12 16,-4 5 4-16,4-4-15 0,0 6 35 15,3 0-32-15,2 3-28 0,-1 0-24 16,4 1 12-16,-1-2-56 0,1 2 0 16,0-2 8-16,1 3-12 0,-2-6 0 15,-3 1-4-15,0 1 0 0,0-1 8 16,4-3-8-16,-8-4 4 0,3 4-12 0,2-7 0 15,-10 5-60-15,6-8-48 0,-6 0-100 16,-3-3-157-16,1 4-23 0,-6-7-164 16,1 3-80-16,0 0-252 0,0 0-700 0,0-3-1012 15,1 2-2309-15,-1-2-3079 16,-4 5 6324-16</inkml:trace>
  <inkml:trace contextRef="#ctx0" brushRef="#br1" timeOffset="-155202.013">4848 10512 872 0,'0'0'224'0,"0"0"1212"0,0 0 4260 16,0 0-3560-16,0 0-615 0,0 0-357 15,0 0-20-15,0 0 44 16,0 0-192-16,0 0-188 0,-8-12-136 0,8 12-104 0,0 0 36 16,0 0 20-16,0 0-132 0,0 0-128 15,0 0-60-15,0 3-60 0,-4 0-48 16,1 6-76-16,-1 4-32 0,0 6 20 16,0 0-96-16,-1 7 60 0,5 0-60 15,-4 2 52-15,4 0-64 16,0 1-48-16,0 5 36 0,0 1-48 0,0 4-12 15,4 1 72 1,1 2 0-16,-1-1-4 0,0 1-44 0,0 2 40 16,-1-2-40-16,1-1 48 0,0 0-8 0,5-3-92 15,-9-2-68-15,4-3 20 0,0-1-48 0,-1 0 40 16,1-6 44-16,0-1 28 0,0-2-76 16,-4-8-20-16,4-1-80 15,-4-9-104-15,0 2-8 0,5-7-68 0,-5 0-104 0,0 0-236 16,4 0-408-16,-4-7-996 0,0-2-2145 15,0-16-2103-15</inkml:trace>
  <inkml:trace contextRef="#ctx0" brushRef="#br1" timeOffset="-154220.233">6597 10607 3604 0,'0'0'1148'0,"0"0"-744"0,0 0-68 0,0 0 2940 16,0 0-847-16,0 0-889 0,0 0-404 15,0 0-212-15,0 0 84 16,0 0 20-16,8 22-356 0,-8-8-200 0,0-6-104 15,0 9-20-15,0-2-4 0,0 5-136 16,0 2-36-16,0 3-84 0,0 1-76 16,5 2 84-16,-1 0 8 0,-4 5-96 0,0 2 32 15,0 2-32-15,0 2 4 16,0 3-12-16,0-2 0 0,0 2 0 0,0-5-12 16,-4 4-112-16,4 1 84 0,0 0 40 15,-5 5 0-15,5 1-40 0,0-1 32 16,0 0-92-16,0-2-44 0,0 0 136 15,0-1-64-15,0-3-48 0,0-2 116 16,0-8-40-16,0-2-4 0,0-7-40 16,5-2-32-16,-5-9-16 15,4 0 36-15,-4-8-48 16,0 0-60-16,4-3-28 0,-4 0-12 0,0 0-48 0,3-3-52 16,5-4-76-16,1-6-92 0,-1-6-288 0,3 0-600 15,2-3-896-15,-9 0-2097 0,3-6-2339 16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32767" units="deg"/>
          <inkml:channel name="T" type="integer" max="2.14748E9" units="dev"/>
        </inkml:traceFormat>
        <inkml:channelProperties>
          <inkml:channelProperty channel="X" name="resolution" value="3854.94116" units="1/cm"/>
          <inkml:channelProperty channel="Y" name="resolution" value="5461.1665" units="1/cm"/>
          <inkml:channelProperty channel="F" name="resolution" value="91.01945" units="1/deg"/>
          <inkml:channelProperty channel="T" name="resolution" value="1" units="1/dev"/>
        </inkml:channelProperties>
      </inkml:inkSource>
      <inkml:timestamp xml:id="ts0" timeString="2023-06-27T07:25:45.040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5044 1644 5124 0,'0'0'7041'0,"0"0"-4077"0,0 0-1868 15,0 0-656-15,0 0 220 0,0 0 956 16,0 0-376-16,0 0-352 0,0 0-352 0,0 0 13 16,67 0-101-16,-35 7-96 15,8-1-124-15,0 4-12 0,4-4-44 0,-1 0-64 16,2-6-24-16,-2 4 36 0,-3-4 28 15,0 0-148-15,-4-4 0 0,-1-2-52 16,-7 0-32-16,4-4 0 0,-8 4-312 16,-3-4-212-16,-2 4-152 0,-6-3-69 0,-10 4-587 15,1 3-1324-15,-4-1-2788 0,-12 3-3853 16</inkml:trace>
  <inkml:trace contextRef="#ctx0" brushRef="#br0" timeOffset="270.957">5259 1667 7384 0,'0'0'5897'15,"0"0"-5157"-15,0 0-640 0,0 0 308 0,0 0 636 16,-24 79 176-16,24-56-288 16,0 8-400-16,0 10-52 0,0 10 72 0,4 13 12 15,-4 6-72-15,4 12-200 0,-4 4-204 16,0 6-80-16,0-1 32 15,0-1-28-15,3-1 0 0,1-10-12 0,5-6 0 16,-1-12-12-16,-1-14-60 0,2-12 0 16,3-10-148-16,-8-15-184 0,3-4-84 15,-3-6-116-15,5-16-208 0,-1-9-304 0,-5-10-1060 16,5 3-2873-16,-4-31-4227 0</inkml:trace>
  <inkml:trace contextRef="#ctx0" brushRef="#br0" timeOffset="538.199">5398 1809 3360 0,'0'0'9881'0,"0"0"-8561"16,0 0-1016-16,0 0 312 0,0 0 840 16,0 0-192-16,0 83-448 0,9-45-364 15,-5 6-156-15,3 3-40 0,5 14-72 0,-8 3-136 16,4 6-48-16,-4 6 0 15,-4 1 4-15,4-5 108 16,-4-2-112-16,0-6-8 0,0-13-4 0,0-7 8 0,0-10 4 16,0-8-64-16,0-7-80 0,0-5-104 15,0-6-128-15,0-2-116 16,0-6-172-16,0 0-80 0,0-8-300 0,0-9-492 16,0 4-2352-16,-4-18-2545 0</inkml:trace>
  <inkml:trace contextRef="#ctx0" brushRef="#br0" timeOffset="709.761">5407 2317 1356 0,'0'0'11469'0,"0"0"-9789"15,0 0-960-15,0 0 588 0,0 0 356 16,95-13-604-16,-72 11-324 0,5-5-284 0,4 1-256 16,-4-4-124-16,4 1-72 15,0-4-52-15,0 1-60 0,-1-5-228 16,-3 2-236-16,-3 2-308 0,-1-3-352 15,-9 3-516-15,2 0-1404 0,-14-6-4869 16</inkml:trace>
  <inkml:trace contextRef="#ctx0" brushRef="#br0" timeOffset="997.615">4816 1339 13257 0,'0'0'1940'0,"0"0"-1336"0,0 0 236 0,0 0 700 16,0 0-456-16,104 10-200 0,-72-7-188 15,8 0-212-15,-5 0-144 16,10 1-83-16,2-4-61 0,5 3-64 0,4-3 0 15,0 0 28-15,8 0-40 0,-9-3-120 16,5-4-4-16,-4-2-164 0,-4 0-244 16,4-1-297-16,-5-3-19 0,1 1-460 15,-16 2-1220-15,12 1-3560 0</inkml:trace>
  <inkml:trace contextRef="#ctx0" brushRef="#br0" timeOffset="2308.702">6107 2607 8892 0,'0'0'1916'15,"0"0"-555"-15,0 0-197 0,0 0 284 0,0 0-316 0,0 0 8 16,0 0-108-16,0 0-280 0,0 0-176 16,-71-16-256-16,59 19-88 15,0 3-36-15,-4 4 48 0,4 1-48 0,-4 6-52 16,8 2-32-16,-4 6-100 0,8 4 96 15,0 4 148-15,0 0-72 0,4 3-172 16,0-4-12-16,4-1-120 0,4-9-12 0,0-6-16 16,0-7-44-16,4-5-76 0,-4-4 36 15,4 0-4-15,4-10 68 0,4-5-28 16,-5-5-136-16,6-5-72 0,-1 0-40 16,-9 0 124-16,6 2 84 0,-6 4 148 15,-3 3 28-15,5 6 52 0,-9 4-32 16,-1 3 40-16,1 3 220 0,0 0 52 15,-4 7 0-15,4 5 0 0,0 4 84 16,1 7 160-16,-5 2-152 0,4 7-92 16,-4 2-4-16,3 4-60 0,-3 3-28 0,0 4-20 15,0 0-88-15,0-1-60 0,-3-3-12 16,3 1-80-16,-4-7-44 0,4 0-400 16,0-7-124-16,0 1-60 0,0-4-180 15,0 0-1000-15,0-8-2044 0,0 8-2285 16</inkml:trace>
  <inkml:trace contextRef="#ctx0" brushRef="#br0" timeOffset="3023.554">5617 4413 4712 0,'0'0'5724'0,"0"0"-4035"16,0 0-413-16,0 0 260 15,0 0 212-15,0 0-248 0,0 0-352 16,5 71-268-16,-5-41-196 0,4 5-76 0,-4 7 13 16,0 5-161-16,0 7-132 0,0 7-100 0,0 6-48 15,0 9-32-15,0 6-104 0,0 4-44 16,0 0 0-16,0-4-12 15,0-3 4-15,0-2-164 0,0-4 4 0,0-6-60 0,0-7-40 0,0-3-60 16,0-6-24-16,0-11-37 16,-4-4-71-16,4-14-88 0,0-3-152 0,0-6-524 15,0-4-984-15,0-5-2264 0,-5-1-3121 16</inkml:trace>
  <inkml:trace contextRef="#ctx0" brushRef="#br0" timeOffset="3710.967">5104 6785 12853 0,'0'0'2500'15,"0"0"-1392"-15,0 0-472 0,0 0 304 16,0 0 328-16,0 0-248 0,0 0-268 16,0 0-432-16,0 0-80 0,0 0 89 15,111-10 131-15,-63 10 76 0,4 0-212 16,3 0-140-16,1 3-52 0,0 1-60 16,-4-1 24-16,3-3-88 0,-7 0-8 15,1 0 0-15,-2 0-80 0,-8-7-260 0,2 1-56 16,-5-3-88-16,-8-1-148 0,-4 4-137 15,-9 0-339-15,-2 1-984 0,-9 3-1996 16,-4 2-2213-16</inkml:trace>
  <inkml:trace contextRef="#ctx0" brushRef="#br0" timeOffset="3986.177">5370 6769 9712 0,'0'0'2461'0,"0"0"-1257"0,0 0-368 0,0 0 404 16,0 83 92-16,9-51-312 0,2 6-304 15,1 3-260-15,0 6-16 16,0 7-72-16,0 6-52 0,0 7-156 0,0 0-24 16,-4 6-76-16,-4-4 12 0,4-5-20 15,-4-6-52-15,-4-11 0 16,4-12-88-16,-4-13 28 0,0-10-24 0,0-5-176 0,0-3-216 15,3-4-212-15,-3-4-248 16,0-9-344-16,5-9-632 0,-1 3-2281 16,-4-25-3143-16</inkml:trace>
  <inkml:trace contextRef="#ctx0" brushRef="#br0" timeOffset="4209.881">5562 6817 9276 0,'0'0'2401'0,"0"0"-1169"16,0 0-72-16,0 0 368 0,0 86-236 0,0-53-248 15,8 13-356-15,-4 1-144 0,3 10-44 16,-3 7-108-16,0 3-132 0,1 5-152 16,-5-2-108-16,0-3-84 0,0-4-148 15,4-5-76-15,-4-8 40 0,0-4 8 16,0-9-20-16,4-9-364 0,-4-5-120 15,0-13-256-15,0-4-932 0,0-6-1240 0,0 0-2889 16</inkml:trace>
  <inkml:trace contextRef="#ctx0" brushRef="#br0" timeOffset="4398.237">5581 7388 6156 0,'0'0'4540'15,"0"0"-3023"-15,0 0-149 0,0 0 300 0,0 0 180 16,96-3-352-16,-68 0-464 0,-4-1-456 16,0 1-236-16,4-3-132 15,-5 0-184-15,5-1-24 0,-4 4-144 0,4-3-200 0,0 0-376 16,0 1-288-16,0 5-192 16,-4-2-1284-16,3 4-4621 0</inkml:trace>
  <inkml:trace contextRef="#ctx0" brushRef="#br0" timeOffset="5004.663">6326 7654 9440 0,'0'0'2069'16,"0"0"-1289"-16,0 0-408 0,0 0 672 15,0 0 540-15,0 0-152 0,-83-57-412 0,71 67-204 16,0 9-424-16,0 7-48 16,0 11 0-16,4 5 0 0,4 9-52 15,1 3 76-15,-1-1 276 0,4-1-232 0,0-11-167 16,0-4-185-16,0-7-52 16,4-11 4-16,-1-7-12 0,5-6-48 0,0-6-133 15,-4 0-159-15,4-12 24 0,4-11 120 16,-4-4-132-16,4-3-100 0,-4-4-100 15,3 2 28-15,-2 7 104 0,-1 0 140 16,0 4 56-16,-1 7 100 0,2 3 96 16,-1 3-44-16,-4 3 44 0,-1 5 4 0,1 0 340 15,0 7 116-15,1 5 124 16,-1 4-116-16,0 8-108 0,0 1-88 0,-1 3-36 16,-3 4-64-16,4 2-20 0,-4 5-4 15,0 1-44-15,4 9-40 0,-4 4-52 0,0 5 0 16,4 5 52-16,5 7-60 15,-2-3-72-15,1 3-100 0,5-10-96 16,-6-2-72-16,-3-11-52 0,0-12-132 0,0-10-64 16,-4-9-28-16,0-10-272 15,4-6-1076-15,-4 0-1104 0,5-15-2813 16</inkml:trace>
  <inkml:trace contextRef="#ctx0" brushRef="#br0" timeOffset="5964.886">6590 7363 3788 0,'0'0'6744'0,"0"0"-5083"16,0 0-169-16,0 0-288 0,0 0 68 0,0 0-72 15,0 0-308-15,63 69-324 0,-55-44-200 16,1 0-112-16,-5 4-60 0,-4 1-48 16,3-2-76-16,-3 0-60 0,0-1-12 15,0-8-12-15,0-8 8 0,0-4-8 16,0-4-36-16,0-3-76 0,0 0-72 15,0 0-60-15,0-10 12 0,4-1-64 16,4-8-28-16,0-4-56 0,0-3 80 16,8 4-48-16,-4 0 24 0,0-1 136 15,4 7 128-15,-4 4 64 0,3 3-120 0,2 5 128 16,-6 1 144-16,2 0 180 0,-5 3 84 16,-1 0-84-16,6 6-112 0,-5 1-76 0,-5 1-16 15,1 6 56-15,4-2-28 16,-8 8-108-16,0 2-40 0,0 3-224 15,0 4-108-15,0 3-140 0,0 3-296 0,0 0-744 16,-4-5-1588-16,-4 16-4505 0</inkml:trace>
  <inkml:trace contextRef="#ctx0" brushRef="#br0" timeOffset="6627.488">5884 9131 8332 0,'0'0'2056'0,"0"0"-727"15,0 0 91-15,0 0 384 0,0 0-180 16,0 0-504-16,0 86-456 0,0-58-192 0,8 3 32 16,-4 8 108-16,5-1-160 15,-2 8-136-15,5-2-96 0,-3 3 12 0,-2 3-88 16,1 2 16-16,-4 5-88 0,0 3-60 16,0 0 0-16,0 3 36 15,-4 1-48-15,0-1-84 0,0 2 24 0,0-6-112 0,0 2-20 16,-4-4-52-16,4-3 60 15,-4-9 24-15,4-11 40 16,-4-2-4-16,4-10-72 0,0-9-24 0,0-1-60 0,0-5-100 16,0-3-64-16,0-2 12 15,0-2-24-15,-4 0-64 0,4 0-604 0,0-2-1608 16,-8-9-3241-16</inkml:trace>
  <inkml:trace contextRef="#ctx0" brushRef="#br0" timeOffset="10574.684">5383 11808 8688 0,'0'0'452'0,"0"0"5249"0,0 0-4357 15,0 0-552-15,0 0 596 0,0 0 36 0,95 12-300 16,-59-2-336-16,3-3-299 16,2 2-101-16,2-6-84 0,-3 3-88 15,0-6-96-15,-4 0-112 0,0 0-8 0,-4-4-96 16,-1-4-108-16,-6 2-124 0,-1-5-280 0,-1-1-193 16,-7 2-223-16,0-2-672 15,-4 5-1220-15,-8 0-3017 0</inkml:trace>
  <inkml:trace contextRef="#ctx0" brushRef="#br0" timeOffset="10754.359">5637 11900 9380 0,'0'0'4157'0,"-7"66"-2925"0,7-24-312 15,-4 6 432-15,4 11 272 0,-4 2-240 0,4 0-408 16,-5 5-404-16,-3-3-267 0,4 1-73 15,-3-1-64-15,-2-3-168 0,1-9-44 16,4-6-100-16,1-13-245 0,3-13-75 16,0-7-24-1,0-9-220-15,0-3-260 0,7-12-512 16,-3 2-1316-16,9-25-3277 0</inkml:trace>
  <inkml:trace contextRef="#ctx0" brushRef="#br0" timeOffset="10967.114">5813 11912 10076 0,'0'0'2469'16,"0"0"-1141"-16,0 0-164 0,0 0 572 15,0 0-124-15,-13 99-456 0,9-58-412 0,1 7-192 16,-1 2-44-16,0 11 237 0,-4 2-297 16,-1 7-232-16,2-3-132 0,-5 3-84 15,3-4-60-15,2-5-12 0,-1-13-60 16,4-7-220-16,0-13-24 0,4-9-113 15,0-10-7-15,0-2-248 0,0-7-336 0,0 0-848 16,4 0-2016-16,0-16-2445 0</inkml:trace>
  <inkml:trace contextRef="#ctx0" brushRef="#br0" timeOffset="11130.791">5753 12397 9624 0,'0'0'2857'0,"0"0"-1237"16,0 0-320-16,0 0 368 15,0 0-44-15,0 0-336 0,0 0-444 16,0 0-516-16,79 61-208 0,-55-54-80 0,4-1-40 16,0-6-292-16,4 0-388 15,0 0-388-15,-12 0-796 0,20 7-3712 16</inkml:trace>
  <inkml:trace contextRef="#ctx0" brushRef="#br0" timeOffset="11485.71">6354 12697 8672 0,'0'0'5741'16,"0"0"-3873"-16,0 0-288 0,-92 63 352 0,64-34-248 15,5 5-399-15,7-1-353 0,1-5-316 16,6-3-172-16,1-6-176 0,8-6-268 16,0-3-24-16,0-8-96 0,8-2 20 15,4 0-104-15,8-2 36 0,0-15-84 16,4-1-184-16,0-8-192 0,-1 1-40 0,1-4 51 15,-3 7 81-15,3-3-60 0,-5 5-76 16,-2 8-52-16,2 2 124 0,-7 4 168 16,4 6 320-16,-7 0 112 0,2 6 520 15,-3 11 180-15,-1 5-88 0,-2 3-76 16,-1 3-120-16,-4 8 32 0,4 1 77 0,-4 9 7 16,0 0-84-16,0 8-156 0,-4 4-124 15,-5 2-108-15,6 4-60 16,-5-1 0-16,0 0-120 0,4-2-84 0,4-4-196 15,0-9 60-15,0-14-205 0,0-5-147 16,0-13-200-16,0-11-272 16,4-5-1352-16,4-8-3501 0</inkml:trace>
  <inkml:trace contextRef="#ctx0" brushRef="#br0" timeOffset="12974.096">10629 7541 6748 0,'0'0'2128'0,"0"0"-1428"16,0 0-224-16,0 0 2777 0,0 0-1049 15,0 0-612-15,0 0-516 0,0 0-28 0,0 0-140 16,-20 0-300-16,20 0-180 16,0 0-136-16,0 0-112 0,0 0-124 15,5 2-56-15,-1-2-104 0,7 4 104 0,2-1 96 16,6 0 28-16,5-3 57 0,4 3-33 15,4-3 56-15,0 0-56 0,4 0-28 16,0 0-116-16,4 0 44 0,0 0-36 16,7 0 48-16,1 0-52 0,4 4-8 15,3-4-8-15,5 3-4 0,-4-3 8 0,8 0-56 16,-4 0 48-16,-1 0-48 0,1 0 52 16,0-7-40-16,-4 7 0 0,0-3 44 15,4-3 4-15,3 2 60 0,1 2-60 16,0-3-60-16,3 3-4 0,-3-1-4 15,0 3 68-15,7 0 0 0,-2 0 12 16,2-3-4-16,4-1-4 0,1 2 0 16,0-2 8-16,0-3-12 0,-5 4-44 15,2-2-4-15,-2 1 40 0,1 1 4 16,-1-1-56-16,-3 4 12 0,0 0 44 0,0 0 0 16,-1 0 4-16,5 4 0 0,-4-4-8 15,3 0 8-15,-3 0 4 0,0 0 8 16,4 0 36-16,-1-4 12 0,2-2-12 15,-2 0-48-15,0-3-96 0,2-1 88 16,-6 3-4-16,1-2-36 0,-8 2-36 0,-1 1 20 16,-7 0 4-16,-4 4 52 0,-5-3-76 15,-2 5-25-15,-9-2 21 16,-1 2 80-16,-3 0 0 0,0 0-40 0,-8 0 40 16,-4 0 8-16,0-4-4 0,-4 1-116 15,0 3-64-15,-5-3-48 0,2 0-48 16,-1-4-96-16,0 1-272 0,-5-3-456 0,-3-1-744 15,0 1-772-15,0-1-2341 16,-7-2-2099-16</inkml:trace>
  <inkml:trace contextRef="#ctx0" brushRef="#br0" timeOffset="13240.344">14482 7271 13745 0,'0'0'1632'15,"0"0"-1624"-15,0 0-8 16,0 0 680-16,0 0 184 0,0 0 292 16,0 0-284-16,84 35-368 0,-60-26-256 0,-4 4-140 15,4-5-48-15,-4 6 28 0,4-1 72 16,-5-4-76-16,2 4-12 0,-10-1-64 16,2 4 68-16,-6-3 20 0,-3-1-24 15,-4 4 40-15,-11 4 168 0,-9-2 156 16,-5 1-168-16,-10 4-180 0,-5-1-88 0,-4 0-52 15,-4 1-312-15,-7-5-232 0,-1 1-184 16,-4 0-240-16,4-5-476 0,12-5-1708 16,-8 0-5769-16</inkml:trace>
  <inkml:trace contextRef="#ctx0" brushRef="#br0" timeOffset="15587.947">12160 12715 10528 0,'0'0'4401'15,"0"0"-3433"-15,0 0-576 0,0 0-268 16,0 0 252-16,0 0 380 0,0 0 160 16,0 0-384-16,0 0-288 0,15 4-108 15,2-1 132-15,3 3 88 0,3-2 84 0,5-2-184 16,8 3-84-16,0-3-112 16,0 1-52-16,7-3 0 0,2 3 40 0,-2-3-48 15,9 4 0-15,-4-2-48 0,8-2-24 16,3 4 8-16,5-4 4 0,4 0 60 15,12 0 8-15,-1 0 104 0,9-6-112 16,0-4-4-16,3 3-60 0,5-2 64 16,3-1 36-16,1 1-32 0,4 3 40 0,-1-4-36 15,1 1 92-15,3 2-100 0,-3 1-72 16,0 0 60-16,-1-4 4 0,5 4 8 16,-1-1 12-16,1 1 72 0,-1 0-24 15,-3 2 40-15,-4 4 56 0,-1 0-32 16,-3 0-52-16,-8 4 44 0,-1-1-112 15,1 3 80-15,-9-3-12 0,1 4 37 0,-4-7-25 16,0 3-8-16,-5-3-68 0,2 0-4 16,-6 0 4-16,-3-3-8 15,-4 0 0-15,-4-1 0 0,-5 1-4 0,-3 3-8 16,-8 0-52-16,-1 0 56 0,-11 0-52 16,0 3-25-16,-8 1-111 15,-8-4-180-15,0 3 0 0,-8-3-88 0,0 0-12 16,-4 0 24-16,0 0 20 0,0 0-148 15,0-3-260-15,0-4-696 0,-4 1-1448 16,-4-8-3601-16</inkml:trace>
  <inkml:trace contextRef="#ctx0" brushRef="#br0" timeOffset="15853.522">16284 12427 1604 0,'0'0'7728'0,"0"0"-5995"0,0 0 75 0,0 0-332 16,0 0 24-16,87 41-308 0,-63-25-296 16,7 0-244-16,-3 3-124 0,4 1-60 15,4 1-100-15,-3-2-208 0,-1-1-148 16,-1 6-12-16,-4-6-12 0,-6-1-4 16,-1 1 8-16,-8-2-92 0,-9 3 100 15,-3 0 12-15,-3 4 36 0,-17-2 52 16,-8 2-100-16,-4 3-68 0,-8-4-64 0,-3 0 132 15,-2 0-4-15,-2-3-104 0,-5-3-356 16,1 1-300-16,2-3-324 0,1-3-436 16,16-6-1028-16,0-5-2877 0</inkml:trace>
  <inkml:trace contextRef="#ctx0" brushRef="#br0" timeOffset="16802.748">20730 12690 4700 0,'0'0'192'0,"0"0"188"15,0 0 4816-15,0 0-3103 16,0 0-765-16,7-67-176 0,-7 48 148 0,-3 1-356 16,-1-4-164-16,-4-1-12 0,0 1-144 15,0 0-168-15,0 3-116 0,-4-3-84 16,0 2-108-16,0 5-16 0,-4 2-32 0,4 0 32 15,1 7 52-15,-2 3 84 16,-2 3 109-16,-9 0-377 0,-1 9-61 16,-3 12-51-16,-3 6 16 0,-1 11 96 0,0 9 24 15,0 8 72-15,0 5 4 0,0 9-39 16,4 2-1-16,0 4 0 0,4 1 88 16,9-2 8-16,-2-7 88 0,14-8 180 15,3-7-4-15,12-11-56 0,4-10-36 16,12-2-124-16,3-10-60 0,5 0-60 15,5-10-12-15,2-2-64 0,0-7 0 16,2 0-4-16,-6-16-4 0,1-3-168 16,-3-6-108-16,-5-4-172 0,-5 0-204 15,-3 1-64-15,-8-1-109 0,-4 7-271 0,-12 0-572 16,0 3-588-16,-8 0-560 16,-9 3-237-16,-6 0 425 0,-1 4 444 0,-4 2 1572 15,0 3 612-15,-4 7 1500 0,8 0 240 16,1 0-20-16,7 4 265 0,4-1 91 15,7 0-120-15,1 0-420 0,4 1-452 0,4-1-172 16,5 3 136-16,3 3-124 0,4-2-255 16,3-1-173-16,2-2-144 0,3-1-148 15,4-3-96-15,0-7-108 0,-1 1-196 16,1-7-312-16,-4 4-120 0,0-4-17 16,0-1 25-16,-9 2-112 0,-2 6-64 0,-5-1-76 15,-4 5 92-15,-4 2 196 0,0 0 248 16,0 0 284-16,0 0 52 15,-4 6 376-15,-4 1 44 0,3 2 140 0,-3 3-68 16,1 8 76-16,3-1-68 16,0 6 40-16,4 0-28 0,0 4-48 15,0-4-4-15,0 0-7 0,8-2-213 0,3-4-240 16,6-3-24-16,-2-7-376 0,9-2-61 16,0-4-63-16,12-3-72 15,0-10-360-15,4-2-772 0,-8-1-2604 0,15-6-3193 0</inkml:trace>
  <inkml:trace contextRef="#ctx0" brushRef="#br0" timeOffset="17122.678">21343 13052 5612 0,'0'0'5593'0,"0"0"-709"0,0 0-4080 15,0 0-272-15,0 0 708 16,-87-9 180-16,62 21-152 0,-6 14-235 16,-1 2-305-16,4 4-4 0,1 3-60 0,7-3-252 15,3-7-220-15,6-3-120 16,7-6-36-16,4-6-36 0,0-4-72 0,7-3-120 15,5-3 96-15,4 0 36 0,5-3-64 0,2-9-128 16,5-8-132-16,-4 1-100 16,4-6 12-16,0 3 108 0,-4 2 84 15,-1 4 76-15,-6 4 60 0,-1 3-16 16,-8 2 63-16,-1 4 73 0,-3 3 24 16,-4 0 245-16,4 10 127 0,-4 2 212 15,0 4-124-15,0 3-76 0,0 0-68 0,0-1-64 16,0-4-60-16,0-1-156 0,0-4-36 15,4-3-120-15,1-6 0 0,-1 0-96 16,3 0 60-16,5-3-124 0,1-12-96 16,6-4-228-16,5-4-148 0,0-9-477 0,0 5-863 15,4-9-820-15,-9 11-1588 0,17-23-1581 16</inkml:trace>
  <inkml:trace contextRef="#ctx0" brushRef="#br0" timeOffset="17321.787">21794 12490 6656 0,'0'0'4669'0,"0"0"-3397"15,0 0-264-15,0 0 624 0,0 0 140 16,0 0-248-16,0 0-444 0,0 0-308 0,0 0-92 16,0 0 245-16,0 0-13 0,-4 79-284 15,-5-37-220-15,2 3-152 16,-1 2-124-16,-5 7-84 0,2 3-48 0,-6 4-84 16,6-2-180-16,-1 2-208 0,4-1-84 15,4-3 288-15,0-3 112 0,4-9-488 16,0-4-133-16,0-9-495 0,4-4-904 15,5-8-2932-15,2 1-5869 0</inkml:trace>
  <inkml:trace contextRef="#ctx0" brushRef="#br0" timeOffset="17954.073">22694 12630 2888 0,'0'0'2304'16,"0"0"3749"-16,0 0-4413 0,0 0-288 16,0 0-104-16,0 0-28 0,0 0-188 15,0 0-412-15,0 0-128 0,-84-19-52 16,65 24 64-16,-1 6 96 0,-4 5-148 0,-4 6-88 15,0 3-60-15,0 13-24 0,-4 3 49 16,0 13 23-16,0 10-88 0,0 7-92 16,-3 4-76-16,7 1-36 0,0 4 36 15,5-7 48-15,10-3 40 0,5-11 80 16,8-7 292-16,8-8-304 0,12-6-48 0,8-5-204 16,4-8-36-16,4-6-48 0,3-5-84 15,1 0-72-15,4-8-88 0,3-2-140 16,-2-1-28-16,2-3-124 0,-2 0-229 15,-6 0-1155-15,-11-3-3428 0,0-1-6117 16</inkml:trace>
  <inkml:trace contextRef="#ctx0" brushRef="#br0" timeOffset="18823.507">23121 12646 1252 0,'0'0'6068'0,"0"0"-1723"0,0 0-2185 0,0 0-616 15,0 0-324-15,-77 3 184 0,74-3-72 0,3 3-256 16,0-3-380-16,12 4-432 0,4-2-200 16,12 5 324-16,11-1 329 15,2 4-101-15,2-4-276 0,1 0-208 0,-4 1-12 16,-4-4-24-16,3-3-96 0,-3 0 0 16,0-3-108-16,0-7-96 15,-4 1-340-15,-4-4-148 0,-5-3-133 0,-2 3-319 16,-10 4-688-16,-6-5-1296 0,-1 6-2197 15,-4 2-2339-15,-13-1 5448 0</inkml:trace>
  <inkml:trace contextRef="#ctx0" brushRef="#br0" timeOffset="19020.867">23332 12643 2948 0,'0'0'676'0,"0"0"5348"0,0 0-3743 16,0 0-541-16,-48 91-160 0,40-56 80 15,4 7-88-15,-4 5-108 0,4 4-404 16,-4 4-316-16,0 2-187 0,-4 0-121 15,0-1-132-15,1-4-232 0,-2-11-72 16,9-6-48-16,0-13 40 0,4-6-124 0,0-7-124 16,0-6-120-16,8-3-205 0,0 0-67 15,0-9-56-15,8-7-536 16,-4-3-1060-16,0 3-2008 0,8-15-2213 0</inkml:trace>
  <inkml:trace contextRef="#ctx0" brushRef="#br0" timeOffset="19243.665">23419 12697 156 0,'0'0'11581'0,"0"0"-9953"0,0 0-764 15,-12 75 84-15,8-36 708 0,1 6-204 0,-1 2-260 16,0 3-408-16,4 8-160 0,-5-1 44 16,1 0-155-16,0 1-213 0,0-5-188 0,1-2-104 15,-5-4-8-15,3-9-88 16,5-5-236-16,0-8 31 0,0-9-35 0,0 0-100 15,5-10-96-15,-5 1-72 0,4-7-44 16,0 0-268-16,3-7-644 16,1-9-648-16,-3 0-812 0,-1-6-1489 0,0-6-1351 15,-1 8 4613-15</inkml:trace>
  <inkml:trace contextRef="#ctx0" brushRef="#br0" timeOffset="19380.347">23351 13141 1840 0,'0'0'1432'0,"0"0"5712"0,0 0-5471 16,0 0-789-16,0 0-172 0,0 0 368 0,0 0 12 15,0 0-260-15,84 35-284 0,-56-25-224 16,4-5-240-16,4-1-84 0,7-4-160 16,-2 0-688-16,6-6-660 0,-3-7-1160 15,-12 3-3749-15,12-3 661 0</inkml:trace>
  <inkml:trace contextRef="#ctx0" brushRef="#br0" timeOffset="19691.65">23881 13151 52 0,'0'0'13881'0,"0"0"-11877"0,0 0-1136 0,-96 65 436 15,61-35 308-15,3 2-112 0,4-1-383 16,0 1-317-16,9-4-88 0,6-2-216 0,9-7-292 16,0-6-204-16,4 0-80 15,8-4-52-15,5 0-36 0,-2-5 36 16,6-4-136-16,2 0-132 0,1-13-96 16,4 0 88-16,-4-7-44 0,0 2 39 0,0 3 25 15,-4-2 60-15,0 2-16 16,-4 3-8-16,-1 1 108 0,-2 5 180 0,-5 3 64 15,0 3 84-15,-4 3 184 16,3 7-48-16,-3 2 220 0,0 10-112 0,0 7-120 16,0 6-16-16,-3 0 41 0,-5 6 71 0,4 4-124 15,-1-1-96-15,1 4 16 16,4-10-12-16,-4-3-88 0,4-10-84 16,0-8-28-16,0-5-224 0,0-5-141 0,0-7-95 15,0 0-108-15,4 0-348 0,0-11-1272 16,5-4-1604-16,-1-4-997 0,-5-1-2151 15,1-11 6388-15</inkml:trace>
  <inkml:trace contextRef="#ctx0" brushRef="#br0" timeOffset="19965.086">23041 12287 5592 0,'0'0'5417'15,"0"0"-2741"-15,0 0-956 0,0 0-500 0,0 0 184 16,0 0-12-16,84 3-304 0,-53-3-344 16,9 0-135-16,8 0-149 0,3 0-144 15,5 0-220-15,8 0-60 0,0-3-36 16,8 0-48-16,3-7-12 0,9 1-84 15,4 0-184-15,4-1-413 0,7-3-307 0,-3 3-608 16,-5-2-2188-16,-19 5-2397 0</inkml:trace>
  <inkml:trace contextRef="#ctx0" brushRef="#br0" timeOffset="20242.209">25037 12364 8520 0,'0'0'5153'0,"0"0"-3369"0,0 0-840 0,-64 85 16 16,40-44 400-16,0 10 172 0,-4 10-204 16,-4 5-391-16,4 7-345 0,-7 7-252 0,-1 8-64 15,0 7-204-15,-3 4-72 0,-6-4 0 16,2 4-132-16,3-7-60 15,0-6-184-15,4-8-204 0,8-10-28 16,4-15 23-16,8-11 73 0,5-11-132 0,6-12-520 16,5-6-1240-16,0-9-2708 0,5-4-3157 15</inkml:trace>
  <inkml:trace contextRef="#ctx0" brushRef="#br0" timeOffset="20791.339">25089 13016 1016 0,'0'0'9276'0,"0"0"-6963"0,0 0-465 0,0 0-60 15,0 0-68-15,0 0-232 16,92 27-360-16,-60-21-168 0,3 3-243 0,1-2-173 16,0-4-168-16,3-3-84 0,-2 0-124 15,2-10-168-15,1-2-12 16,-4-4-120-16,0-6-424 0,0 0-208 0,-8 0-149 0,-5-1-331 16,-10 4-808-16,-2 3-2008 15,-11 3-1905-15,-4 4-1267 0</inkml:trace>
  <inkml:trace contextRef="#ctx0" brushRef="#br0" timeOffset="21036.594">25344 12986 156 0,'0'0'2452'0,"0"0"3984"0,0 0-4511 16,0 0 115-16,-20 69-20 0,20-40-188 16,-4 6-368-16,0 6-392 0,4 3-376 15,-4 4-180-15,0 3-68 0,-5-1-32 16,6 5-52-16,-9 2-155 0,4 0-65 15,-4-3-12-15,-4 0-36 0,9-3-84 0,-6-7 40 16,1-9-52-16,5-6-8 16,2-7-68-16,5-10-20 0,-4-5-132 15,4-4-297-15,0-3-47 0,0 0-48 16,4-10-56-16,5-2-32 0,2-10-344 16,6-1-612-16,-6-4-828 0,-3-6-1841 0,0 8-1855 15,4-20 2945-15</inkml:trace>
  <inkml:trace contextRef="#ctx0" brushRef="#br0" timeOffset="21278.298">25383 13134 4616 0,'0'0'976'0,"0"0"4405"16,0 0-4121-16,0 0-516 0,0 0 312 16,0 0 612-16,-4 70-316 0,4-38-308 0,0 7-440 15,0 5-76-15,0 1 72 0,0 5 196 16,0 1-272-16,0 0-172 15,0 3-84-15,0-1-51 0,-3-5-129 0,-1 0-44 16,0-3-44-16,0-7-48 0,4-4-16 16,0-8-141-16,0-11-207 0,0-2-136 15,8-9-76-15,-1-4-96 0,5 0-216 16,4-10-300-16,-4-3-784 0,1-6-2024 16,-2 0-2085-16</inkml:trace>
  <inkml:trace contextRef="#ctx0" brushRef="#br0" timeOffset="21443.826">25368 13541 3828 0,'0'0'6536'16,"0"0"-4287"-16,0 0-1241 0,0 0-384 0,0 0 284 15,0 0 240-15,0 0-300 16,0 0-240-16,0 0-272 0,0 0-104 16,107 54-96-16,-71-47-136 0,4-4-260 0,4 0-408 15,4-3-88-15,-1-3-188 0,1-7-428 16,0 4-884-16,0-7-2041 0,-5 1-1099 15,-2-1 2885-15</inkml:trace>
  <inkml:trace contextRef="#ctx0" brushRef="#br0" timeOffset="21737.239">26021 13516 2672 0,'0'0'80'0,"0"0"9293"0,0 0-6589 15,0 0-1472-15,0 0-400 0,-84 9 180 0,56 0 64 16,0 8 16-16,-4 2-356 16,4 6-303-16,1 7-77 0,3-1-12 15,4 1 132-15,5-6-228 0,2-1-172 0,9-8-156 16,0-5-68-16,4-3-184 0,4-2-28 15,4 2-48-15,4-6-20 0,4-3-16 0,0 0-173 16,0-3 197-16,0-6 120 16,3-5 16-16,-2 6 32 0,-6-3 36 15,2 5 124-15,-5 3-48 0,-1 0 60 0,-3 3 84 16,1 0 88-16,-5 12 220 0,4 1 44 16,-4 7-47-16,4 5-121 0,-4 7-100 15,0-1-8-15,4 4-16 0,-1 3-132 16,-3-2 60-16,4-8-64 0,-4-3-8 15,4-2-132-15,5-11-232 0,-1-6-245 16,3 1-59-16,-3-7 72 0,8 0-76 0,1-13-732 16,2-3-1716-16,-6 1-3733 0</inkml:trace>
  <inkml:trace contextRef="#ctx0" brushRef="#br0" timeOffset="22073.591">26897 12576 8504 0,'0'0'7405'0,"0"0"-5793"16,0 0-560-16,0 0 532 0,92 86-244 15,-72-51-223-15,4 2-369 16,-4 8-348-16,-4-1-120 0,-1 4-112 0,-2 3-84 16,-9 3 24-16,-4 3-100 0,0 0-8 15,-12 0 0-15,-8 4 0 16,-8-4-8-16,-4 3-64 0,-4-2-96 0,-8-5-124 0,-3 1 4 16,-5-3-52-16,1-3-120 15,-2-7-36-15,1-6-37 16,5-3-27-16,-1-7-136 0,0-6-280 0,8-2-540 0,0-9-856 15,12-2-2220-15,-7-6-3165 0</inkml:trace>
  <inkml:trace contextRef="#ctx0" brushRef="#br0" timeOffset="24217.379">27583 12909 11401 0,'0'0'6012'0,"0"0"-4688"0,0 0-672 15,0 0-360-15,0 0 480 16,0 0 228-16,0 0 117 0,0 0-489 0,0 0-348 16,0 0 80-16,87 7-56 0,-46-7 44 15,-2 0-168-15,1 0-140 0,4-4-40 16,-4-2-120-16,-5-3-180 15,1-1-316-15,1 1-156 0,-5-1-76 0,-9 0-321 16,-3 4-1283-16,-8 3-3388 0,-8 3-3737 16</inkml:trace>
  <inkml:trace contextRef="#ctx0" brushRef="#br0" timeOffset="24370.917">27634 13075 14665 0,'0'0'2948'16,"0"0"-2108"-16,0 0-788 0,0 0-4 15,0 0 432-15,0 0 316 0,0 0-280 16,0 0-188-16,84 9-84 0,-32-9-144 16,4-9-100-16,3-4-220 0,1-3-524 0,-4 0-384 15,-12 7-852-15,20-10-3912 0</inkml:trace>
  <inkml:trace contextRef="#ctx0" brushRef="#br0" timeOffset="24874.577">29224 12503 9636 0,'0'0'4133'0,"0"0"-3409"0,0 0-204 16,0 0 408-16,81-10 340 16,-78 10-548-16,-3 0-44 0,-3 10 0 15,-10 2-256-15,-7 12 20 0,-7 3-172 0,-10 9-148 16,-2 1-44-16,-1 5-64 15,0-1 84-15,0 3-36 0,0-2-56 16,1-1-4-16,2 0-4 0,5 1 4 0,5-5 0 16,7 2-84-16,7-4 84 15,6-7 52-15,7-2-44 0,0-4 52 0,0 0 76 16,12 1 132-16,8 2 280 0,0-3 9 16,0 0-217-16,7-3-124 0,1 0-32 0,0 0-52 15,0-3 12-15,0-3-8 16,0 0-40-16,0-1-92 0,0 2 4 0,-4-6-8 15,-1 2-84-15,-2 0-52 0,-1-5-32 16,-5 2-268-16,2 0-204 0,-6-4-189 16,-3 3-71-16,4-4-288 0,0 3-864 15,-4-5-1092-15,8 0-2577 0</inkml:trace>
  <inkml:trace contextRef="#ctx0" brushRef="#br0" timeOffset="25539.907">30201 12732 2904 0,'0'0'10037'0,"0"0"-8701"16,0 0-944-16,0 0 352 0,0 0 716 15,-96-45-332-15,68 45-412 0,4 0-300 16,-4 3-244-16,0 7 88 0,0 5-40 16,0 2 60-16,0 4 100 0,-3 9 48 0,3 1-64 15,0 1-24-15,4 6-84 0,-4 0-11 16,8 0-89-16,0 0-48 0,1-3-24 16,6 0-32-16,5-3 32 0,1-7-12 15,7-3-12-15,0-3-56 0,0-2 4 0,4-5 68 16,3-3-76-16,2 1-8 15,-1-3-60-15,-1-5 64 0,5 2 0 16,-3-1-4-16,-2-3-40 0,-3 0-12 0,0 0-12 16,-4 0 12-16,0 0-16 0,0 0 68 15,0 0 8-15,0 0-12 16,0 0-60-16,0 0 12 0,0 0 60 0,0 0 8 16,0 0 4-16,0 0-12 0,0 0-44 15,0 0-28-15,0 0 24 16,0 0 44-16,0 0-8 0,0-3-100 0,4-1 3 0,-4 2 61 15,5-3-36-15,-1 3-72 16,-1-1 156-16,-3 0 0 0,4 3-12 16,4 0-84-16,0 0 96 0,8-4 4 0,0 2 0 15,8-5 8-15,0 1-12 0,0-4 0 16,4-3-56-16,-5 0-116 0,1 1-24 16,-4-4 16-16,-8 3 8 0,1 1-72 15,-6-1-112-15,-3 4 28 0,0-4 96 16,-4 6 156-16,0-2 76 0,-8 3 40 15,-3-1 68-15,-2 1-100 0,-6 3 212 0,-1-1-96 16,-1 4-124-16,-3 0-64 16,1 0-44-16,-5 4 36 0,8 2-40 0,-4-3-48 15,4 4-132-15,0-1-92 0,5-3-156 16,-2 3-132-16,6-2-108 16,2-4-128-16,9 0-160 0,0 0-776 0,0 0-2213 15,13 0-1527-15</inkml:trace>
  <inkml:trace contextRef="#ctx0" brushRef="#br0" timeOffset="25852.58">30763 12849 13553 0,'0'0'4240'0,"0"0"-3336"0,0 0-180 0,0 0 316 16,0 0-308-16,0 0-75 0,95 63 35 16,-80-53-392-16,6 2-224 0,3-2-72 15,-4 4-4-15,-1-6-12 0,-2 5 4 0,-2-1-68 16,-2 1 4-16,-5-1-36 16,-5 2-124-16,-3 2-56 0,-3 0 32 15,-9 3 111-15,-8 0 137 0,-4 3 8 0,-8 3-4 16,0-3-68-16,-8 0-268 0,-4 1-60 15,-3-1-212-15,-5-3-392 16,3-3-596-16,-2-6-680 0,15-1-1688 0,-12-9-1885 16</inkml:trace>
  <inkml:trace contextRef="#ctx0" brushRef="#br0" timeOffset="26389.783">28878 12271 7132 0,'0'0'116'16,"0"0"4685"-16,0 0-3293 0,0 0-364 0,0 0 76 15,0 0 144-15,0 0-176 0,0 0-228 16,0 0-4-16,0 0-456 0,0 0-76 16,0 0-48-16,0 7 29 0,0-7 31 15,0 0-100-15,4 0-20 0,0 3-160 16,7 0 64-16,6 3-40 0,2 1 76 15,14-4 176-15,10 3-144 0,9-6-104 16,12 0 8-16,11 0-108 0,5 0-84 0,0-3-8 16,7 0 8-16,1 0 12 0,4 3 36 15,3-4-36-15,9 4 72 16,0-3-80-16,-1 0 8 0,1 0 60 0,0-3-60 16,-1-1 44-16,-8 1-56 0,2-1-144 15,-10-2 72-15,-7-3 12 0,-5 2-48 16,-7-1 24-16,-13 6-12 0,-2-4-40 15,-14 2 28-15,-7 1 48 0,-8 2-12 16,-8 2 12-16,0 2-12 0,-8-4 0 0,-4 1-12 16,0 3-120-16,-4 0-88 0,0 0-32 15,0 0-28-15,0-4-108 0,-4 4-256 16,0 0-525-16,0 0-1659 0,-16 0-4573 0</inkml:trace>
  <inkml:trace contextRef="#ctx0" brushRef="#br0" timeOffset="29437.227">19136 7315 1772 0,'0'0'2832'0,"0"0"-1244"0,52-83-624 0,-36 58-68 16,-4-7-80-16,-4 4 2357 0,-5-2-1741 16,1 5-480-16,-4 0-308 0,0 3 88 15,-7-4 136-15,3 1-160 0,-8 0 48 16,3-1-224-16,-2 5-128 0,-1-2-60 15,0 1-12-15,0 6-28 0,0 7 148 0,4-1 148 16,-4 6-140-16,0 1-155 16,-4 3-121-16,-4 0-184 0,-3 10-100 0,-5 4-81 15,-9 0 105-15,5 9 28 16,-3 5-48-16,-1 4 12 0,0 6 12 0,1 6 60 16,-1 10-76-16,4 1 80 0,0 8-124 15,-1 7 132-15,10 3 24 0,-1 3 60 16,8 3-4-16,4 4-76 0,8-6 104 0,4-9 0 15,8-3 24-15,12-14 41 0,8-7 47 16,4-12-4-16,8-7 148 0,8-6 84 16,-1-6-144-16,2-7-52 0,-2-6-48 15,1 0-76-15,-8-9-128 0,-1-4 0 16,-2-6-8-16,-1 0-8 0,-9-6-68 0,-3-1-412 16,-8 3-120-16,-8-2-148 0,-8 3-109 15,0 3-399-15,-12 0-1056 16,0 3-2140-16,-16-4-2253 0</inkml:trace>
  <inkml:trace contextRef="#ctx0" brushRef="#br0" timeOffset="29597.942">18789 7645 8716 0,'0'0'2429'0,"0"0"-1129"0,0 0-764 0,0 0 660 16,0 0 392 0,0 0-20-16,0 0-408 0,77 33-480 0,-50-33-300 15,-3 0-148-15,4 0-156 0,-4-4-76 0,-9 1-96 16,6-4-212-16,-5-3-380 15,-1 1-312-15,-2 2-268 0,-5-2-420 0,-1 4-752 16,-3-2-1857-16,0 0 61 0,-4 4 1144 16</inkml:trace>
  <inkml:trace contextRef="#ctx0" brushRef="#br0" timeOffset="29737.104">19068 7604 1832 0,'0'0'3024'0,"0"0"-96"0,0 0-676 16,0 0-603-16,0 0-125 0,-7 82-252 0,7-53-252 16,0-1-100-16,0 4-220 0,3 3 20 15,1 0 56-15,-4-2-136 0,4 0-224 16,0-1-268-16,5-3-148 0,-2-7-220 15,1-6-136-15,9-7-172 0,-2-4-64 16,5-5-104-16,8-5-260 0,0-7-848 16,-5 2-2193-16,14-15-5103 0</inkml:trace>
  <inkml:trace contextRef="#ctx0" brushRef="#br0" timeOffset="30081.64">19658 7626 13609 0,'0'0'1584'0,"0"0"-680"15,0 0 124-15,0 0 616 16,-88-2-172-16,69 14-412 0,-2 4-560 16,6 3-231-16,-5 3-17 0,12 0-20 0,-5 4-16 15,10-7-8-15,-1-1-28 0,4-5-36 16,0 0-72-16,7-7-72 0,2 1 0 16,3-5-8-16,4 3-64 0,0-5-84 15,4-5-112-15,3-1-168 0,1-3-48 16,0-4-13-16,0-3-51 0,0 1-64 15,0-2-60-15,-4-1-28 0,-5 4 36 0,2 2 244 16,-6-1 420-16,-2 7 36 0,-5 4 188 16,-4 2 232-16,0 0 404 0,0 0-88 15,0 8-260-15,-4 5-120 0,-5 6-40 16,5 6 61-16,-3 1 95 16,3-1 112-16,0 0-148 0,4-8-292 0,0-4-180 15,0-8-144-15,4-2 8 0,7-3-152 16,2 0 56-16,-1-5-104 0,4-11-164 15,3-3-301-15,5-7-431 0,1-5-996 0,-10 7-2028 16,13-13-2425-16</inkml:trace>
  <inkml:trace contextRef="#ctx0" brushRef="#br0" timeOffset="30338.241">20172 6966 1344 0,'0'0'9300'0,"0"0"-8027"0,0 0-249 16,0 0 704-16,0 0 0 15,0 0-384-15,0 0-712 0,0 0-436 0,0 0-48 16,0 0 24-16,12-38-124 0,-12 44-48 16,0 3 0-16,0 11 340 0,0-1 248 15,0 9 0-15,0 7-136 0,0 6-124 0,-4 7-36 16,0 9-124-16,-8 4-80 16,4 2-84-16,0 0-4 0,0 4-12 15,1-6-340-15,3-4-404 0,-1-10-112 16,5-3 32-16,0-5 12 0,0-4-116 15,5-10-376-15,-1 0-680 0,3-6-948 16,1-3-2189-16,0-5-674 0</inkml:trace>
  <inkml:trace contextRef="#ctx0" brushRef="#br0" timeOffset="30938.497">21076 7117 9732 0,'0'0'2265'0,"0"0"-957"16,0 0-468-16,0 0 700 0,0 0 444 15,0 0-612-15,0 0-612 0,0 0-296 16,0 0-120-16,-83 42 20 0,67-13 148 15,-5 9-51-15,6 7-61 0,-1 1-24 16,4 9-24-16,4-1 12 0,1 0 20 0,2-3-80 16,1 0-88-16,4-7-108 0,0-2-96 15,9-4 36-15,-2-1-48 0,9-5-8 16,-4 0-40-16,0-3-12 0,4-8-24 0,-4 2-108 16,4-4-220-16,4-3-48 15,4 0-168-15,0-4-40 16,4-2-145-16,4-7-555 0,3 1-1184 0,-10-4-2796 0,18-4-4513 15</inkml:trace>
  <inkml:trace contextRef="#ctx0" brushRef="#br0" timeOffset="32127.938">21738 6859 8476 0,'0'0'2028'16,"0"0"-275"-16,0 0-133 0,0 0 288 16,0 0-344-16,0 0-376 0,0 0-244 15,99-40-232-15,-63 31-28 0,5-1-136 0,2-2-196 16,4-4-47-16,5 0-89 0,1 1-84 15,-1 2-32-15,-1-4-96 16,-3 5-4-16,-5-1-112 0,2 4-56 0,-9-1-24 16,-5 2-177-16,-6 1-335 0,-2 0-236 15,-3 7-484-15,-9-3-1352 0,2 3-3237 16</inkml:trace>
  <inkml:trace contextRef="#ctx0" brushRef="#br0" timeOffset="37002.789">21686 7054 7264 0,'0'0'2140'0,"0"0"2057"0,0 0-2981 0,0 0 132 16,0 0-308-16,92 52 492 0,-61-30-708 15,1-7-212-15,4-2-76 0,5 0-108 16,-2-7 8-16,4 1-107 0,2-7-97 15,2 0-136-15,-2-10-52 0,-6 1-44 16,1-4-72-16,-4-3-36 0,-4-1-124 0,-9 6-257 16,-2-3-215-16,-10 6-164 0,-6-2-112 15,-5 3-604-15,0 4-1116 16,-13-7-3705-16</inkml:trace>
  <inkml:trace contextRef="#ctx0" brushRef="#br0" timeOffset="37288.284">21897 7136 8160 0,'0'0'2508'0,"0"0"-747"0,0 0-521 16,-28 71 216-16,21-46 40 0,7 7-388 16,-4 3-440-16,0 7-236 0,4-1-176 15,0 3-132-15,0 4-52 0,0 2-60 16,-5 1 52-16,-3 6-64 0,1-3 60 0,-1 1-48 15,-1-5 52-15,1-9-56 0,5-5-8 16,-1-11 48-16,0-3-48 16,4-6-48-16,0-6-64 0,0-8-120 0,0 2-64 15,0-4-48-15,4-4-100 0,0-3-40 16,3-1-152-16,-3-5-76 16,5-6-208-16,-5 1-456 0,0 1-1132 0,-1-15-2873 15</inkml:trace>
  <inkml:trace contextRef="#ctx0" brushRef="#br0" timeOffset="37492.794">21837 7432 7460 0,'0'0'2116'16,"0"0"-475"-16,0 0-501 0,0 0 556 16,0 0-356-16,0 0-168 0,0 0-116 0,0 0-300 15,77 13-180-15,-54-6-72 16,5-2-48-16,4-1-116 0,-4 2-96 15,3 1-144-15,-3-3-4 0,0-2-96 0,-3 0-48 16,3-2-24-16,-5 0-112 0,1 0-332 0,-4 0-244 16,0-4-164-16,-4 0-652 15,-5 1-1328-15,-2-1-4337 0</inkml:trace>
  <inkml:trace contextRef="#ctx0" brushRef="#br0" timeOffset="38020.827">22380 7734 5716 0,'0'0'1728'0,"0"0"-16"0,0 0-20 0,0 0-223 16,0 0-29-16,0 0-452 15,0 0-356-15,-88-45 20 0,75 55 52 0,-2 9-20 16,3 4-136-16,-4 5-152 16,8 4 8-16,-4-1 28 0,4 1 96 0,4-3-200 15,4-4-200-15,0-9-128 0,0-3-124 16,8-7-32-16,4-3-4 0,0-3 60 15,8-9 88-15,-1-4 0 0,6-10-452 0,-1-2-240 16,0 0-88-16,-5-4 96 0,1 7 160 16,-4 0 144-16,-4 6 56 0,0 4 196 15,-4 5 128-15,0 1-64 0,-4 6 76 16,0 6 200-16,0 4 668 0,0 9-156 16,-4 3-264-16,0 3 20 0,0 3-24 0,0 1-36 15,0 3-64-15,-4 3-100 0,0 0-24 16,0 3 12-16,-3 4 0 15,-2 1-12-15,-3-1-12 0,1 2-200 0,2-5-8 16,-3-7-96-16,5-7-124 0,3-6-196 16,-1-3-124-16,5-10-60 15,-4-2-176-15,4-4-216 0,0-4-200 0,0-8-676 16,0-9-1192-16,0 10-2221 0,0-24-347 16</inkml:trace>
  <inkml:trace contextRef="#ctx0" brushRef="#br0" timeOffset="38436.91">22041 7213 5092 0,'0'0'3136'0,"0"0"-1220"0,0 0-807 16,0 0 59-16,0 0-4 0,-44 73-188 16,32-51-180-16,4-2-120 0,0 5 28 15,0 4-32-15,4-1-88 0,0 4-152 16,-3 6-100-16,7 4-136 0,0-1 4 15,-5 6-44-15,5 4-92 0,0-1 20 16,5 5-76-16,-5-2 44 0,3 2 8 0,1-4-20 16,-4-4-40-16,4-2-4 0,-4-11-44 15,4 1 44-15,-4-10-44 0,0 0-40 16,4-5 16-16,-4-4-76 0,0-6-232 0,4-1-128 16,-4-3-108-16,0-2-132 0,4-4-28 15,0 0-92-15,0 0-408 16,0-4-1060-16,4-11-3121 0</inkml:trace>
  <inkml:trace contextRef="#ctx0" brushRef="#br0" timeOffset="39452.768">23495 6578 8280 0,'0'0'2368'0,"0"0"-723"16,0 0-493-16,0 0 320 0,0 0 136 0,0 0-636 16,0 0-388-16,0 0-92 0,-39 70 0 15,22-32 0-15,2 10 192 0,-6 0 60 16,5 2-256-16,-3 4-172 0,2 7-123 15,-2 5-33-15,-1 7-52 0,-4 7-36 16,-4 8-12-16,-4 1 12 0,0 6-72 16,0-2-4-16,-4 0-132 0,5-9 76 0,3-1-60 15,0-6-4-15,7-4-32 0,2-10-17 16,7-6-7-16,0-10-16 16,8-5-8-16,0-10 68 0,0-10-84 0,4-7-84 15,0-5-112-15,4-7 0 16,0 1 48-16,0-4 36 0,4-4-136 0,4-4-384 15,0-9-536-15,4-2-552 0,-8 0-1076 0,7-14-3357 16</inkml:trace>
  <inkml:trace contextRef="#ctx0" brushRef="#br0" timeOffset="39703.789">23439 7531 8020 0,'0'0'2628'16,"0"0"-995"-16,0 0-125 0,0 0 272 15,0 0 136-15,0 0-396 0,88 16-272 0,-60-13-200 16,4-3-355-16,3 0-169 0,5 0-148 16,4-3-52-16,0-8-68 15,4 6-168-15,-8-8-88 0,-1 3-172 0,-3 1-296 16,-8-4-212-16,-8 5-145 0,-3 1-259 15,-6 0-596-15,-11 4-1112 0,0-1-2397 16,-8 4-2891-16</inkml:trace>
  <inkml:trace contextRef="#ctx0" brushRef="#br0" timeOffset="39940.921">23602 7588 8500 0,'0'0'2781'0,"0"0"-925"0,0 0-532 0,-15 92 100 15,15-54 112-15,-4 4-200 0,4 2-304 16,0 1-236-16,-4 2-176 0,-1 4-124 0,1-4-67 16,0 4-177-16,-3-6-104 0,3-4-100 15,0-3-48-15,0-3-4 16,-1-10-92-16,1-3-40 0,4-9-164 0,0-3-165 16,0-8-143-16,0-2-124 0,4 0-28 15,5-12-260-15,-1-1-452 0,-1-9-792 16,1 6-1929-16,5-15-1683 0</inkml:trace>
  <inkml:trace contextRef="#ctx0" brushRef="#br0" timeOffset="40256.729">23766 7607 5308 0,'0'0'2132'0,"0"0"-524"0,0 0-80 15,0 0 285-15,0 0-297 16,0 0-248-16,0 0-328 0,0 0-172 0,0 0 64 16,0 0 56-16,-44 82-212 0,44-53-48 15,-4 6 80-15,0 0-100 0,4 6-220 16,-4 4-59-16,0 3-49 0,4-1-88 16,-8 3-80-16,8 2-52 0,-4-1-60 0,4-1 4 15,0-3-4-15,0-2-60 0,0-1 56 16,4-2-84-16,4-7 40 15,0-3 44-15,4-6-44 0,-4-5-156 0,0-9-161 16,4-1-123-16,-4-8 12 0,-4-3 28 16,4 0-152-16,-4-7-296 0,-4-5-524 15,4-8-460-15,-1-2-744 0,1 6-2493 16,-4-15-1283-16</inkml:trace>
  <inkml:trace contextRef="#ctx0" brushRef="#br0" timeOffset="40437.819">23643 8032 7200 0,'0'0'2752'0,"0"0"-783"16,0 0-497-16,0 0 228 0,0 0-116 15,0 0-380-15,0 0-400 16,0 0-104-16,0 0-28 0,0 0-156 16,103 0-248-16,-75 4-212 0,0-4-56 0,4 2-160 0,0-2-84 15,-1 0-488-15,5 0-288 0,-4 0-664 16,-4 0-1324-16,8 5-4297 0</inkml:trace>
  <inkml:trace contextRef="#ctx0" brushRef="#br0" timeOffset="40872.609">24193 8338 14113 0,'0'0'2184'16,"0"0"-1384"-1,0 0-168-15,0 0 1092 0,-80 5-452 0,63-1-540 16,2 2-568-16,3 1-160 0,0 5 40 0,4 4-32 0,-5 3-12 16,2 3 0-16,3 0 44 0,0 1-44 0,4-7 56 15,0 0-56-15,4-7-364 0,0 1 108 16,4-10 96-16,4 0 28 16,0 0-40-16,0-7 64 0,4-5-176 0,4-1 4 0,0-4-220 15,-4-2 56-15,4 0 40 16,-1 1-16-16,2 2 12 0,-6 3 136 15,-3 7 260-15,-4 0 12 0,1 6 0 0,-1 0 372 16,0 0 144-16,-4 6-36 0,3 3-36 16,-3 4-40-1,0 6-100-15,4 4-32 0,0-1-16 0,-4 6-112 0,4 4 40 16,0 6-12-16,1 3 8 0,-5 0 64 16,4 7-24-16,-1 0-111 15,-3-1-37-15,0-3-60 0,0-2-12 0,0-4 0 16,0 0 0-16,0-6-4 0,0-7-68 15,0-6-1-15,0-2 13 0,0-9-160 16,0-3-180-16,0-5-136 0,0-5-88 16,0-3-184-16,4-9-264 0,0-5-496 0,0-6-1044 15,0 6-3169-15,0-17-2259 0</inkml:trace>
  <inkml:trace contextRef="#ctx0" brushRef="#br0" timeOffset="41423.567">24447 7969 9924 0,'0'0'4957'0,"0"0"-3977"0,0 0-740 15,0 0 264-15,0 0 1112 0,0 0-252 0,0 0-412 16,0 0-596-16,0 0-136 0,0 0 8 15,0 0 28-15,0 19-108 0,-7-10-52 16,-2 4-47-16,1 1 47 0,4-2-20 16,-3 1-16-16,7-8 48 0,-4 2-12 0,-1 3 12 15,5-5 28-15,0 5 20 16,0 0 112-16,0 5 8 0,0 2-144 0,0 2-56 16,0 3-16-16,0 3 12 0,0 5-60 15,5-5 36-15,-5 0-48 16,0 0 0-16,0 1-4 0,0-4-8 0,0-6-72 15,0 0 24-15,0-7-24 0,0-3-88 0,0-3-32 16,0-3-16-16,0 0-20 16,4 0-88-16,0-6-48 0,3-3-85 15,1-10-3-15,1-1 76 0,2-1-64 0,1-4-16 16,4-1 76-16,-8 0 60 16,5 0 124-16,-6 1 96 0,1 3 28 15,0 3 72-15,0 0 12 0,0 7 84 0,0-2 112 16,3 7 88-1,-6 2 24-15,3 2 12 0,0 3 20 16,-1 0-8-16,2 3-52 0,-5 2-12 0,4 5-48 0,-5 7 8 0,1 2 16 16,0 3-11-16,-4 0-65 15,5 0-44-15,-5-3-124 0,0-2-24 16,0-2-148-16,0-3-133 0,0-1-315 0,0-1-148 16,0 1-124-16,0-4-328 0,0 3-964 15,-5-7-1784-15,1 0-2649 0</inkml:trace>
  <inkml:trace contextRef="#ctx0" brushRef="#br0" timeOffset="41886.699">25157 7010 8020 0,'0'0'5813'0,"0"0"-4053"16,0 0-756-16,0 0 64 16,0 0 268-16,43 86-148 0,-15-54-212 0,4-1-456 15,4 7-151-15,0 3-69 0,4 4 64 16,-5 0 288-16,-3 5-180 0,-8 1-180 16,1 2-148-16,-14-1-96 0,-3-1-44 15,-8 0-4-15,0-1-48 0,-12-2-12 16,-4 0-24-16,-3-1-60 0,-6-5-4 15,-3-2-32-15,0-1-88 16,0-4-68-16,1-3-112 0,-1-4-96 16,0-5 55-16,1-5-83 0,2-5-36 0,1-4-152 0,4-6-444 0,1-3-680 15,6-3-2392-15,-2-15-4709 0</inkml:trace>
  <inkml:trace contextRef="#ctx0" brushRef="#br0" timeOffset="42393.206">26276 7452 11609 0,'0'0'2340'15,"0"0"-636"-15,0 0-248 0,0 0-180 16,0 0 52-16,99-3-328 0,-58 3-100 15,2 0-231-15,9 0-125 0,-1 3 24 16,5-1-84-16,0 1-240 0,0 1-64 0,0-4-96 16,-8 0-84-16,0 0-108 0,-1 0-232 15,-3-7-336-15,-4 5-120 0,0-5-129 16,-9-2-783-16,-6 5-2768 0,-13 1-4817 16</inkml:trace>
  <inkml:trace contextRef="#ctx0" brushRef="#br0" timeOffset="42581.237">26427 7711 12117 0,'0'0'2776'0,"0"0"-1324"16,0 0 124-16,0 0 212 0,92 11-448 16,-36-11-427-16,4 0-525 15,7 0-376-15,1-7-12 0,4 0-96 0,-8-2 36 0,0 3-401 16,-8-1-331-16,-9 4-464 15,-4 0-828-15,-15 1-2444 0,4 2-4045 16</inkml:trace>
  <inkml:trace contextRef="#ctx0" brushRef="#br0" timeOffset="47880.887">22013 8585 520 0,'0'0'4688'0,"0"0"2397"0,0 0-6189 0,0 0-424 16,0 0 604-16,0 0 712 0,0 0-260 15,4 70-456-15,-8-49-456 0,0 6-188 16,-5 1 0-16,6 1 168 0,-5-1-232 0,4 1-132 15,0-3-135-15,0-5-97 16,0-5-157-16,4 0-51 0,0-9-132 0,0-4-196 16,0-3-196-16,0 0-188 0,4-7-328 0,4-2-324 15,4-5-724-15,0 2-1989 16,0-7-1799-16</inkml:trace>
  <inkml:trace contextRef="#ctx0" brushRef="#br0" timeOffset="48019.504">22148 8766 10184 0,'0'0'1661'0,"0"0"-1057"0,0 0-184 0,0 0 1056 16,0 0 240 0,-4 83-392-16,0-58-592 0,-3-3-500 0,3 3-216 15,-1-2-16-15,1-1-360 0,4 0-744 0,-4 0-616 16,0-6-2164-16,-3 9-3493 16</inkml:trace>
  <inkml:trace contextRef="#ctx0" brushRef="#br0" timeOffset="48402.864">21272 9643 11189 0,'0'0'2116'0,"0"0"-976"0,0 0-344 16,0 0 824-16,0 0-68 0,0 0-200 15,0 0-412-15,0 0-272 0,96 21-107 16,-68-14-101-16,7-4-60 0,1-3-132 15,3 0-52-15,6 0-144 0,-6-6-8 16,5 0-64-16,-7-5 0 0,2-1-76 16,-7-1-116-16,-4 0-148 0,-4 1-156 0,-5 3-149 15,-2-1-155-15,-13 3-360 0,-4 4-900 16,0 0-820-16,-17 3-4469 0</inkml:trace>
  <inkml:trace contextRef="#ctx0" brushRef="#br0" timeOffset="48621.153">21455 9646 3484 0,'0'0'9029'0,"0"0"-7373"0,0 0-1048 15,0 0 136-15,0 0 784 0,-24 72-116 0,17-43-416 16,3 3-408-16,4 2-256 16,-5 4 44-16,1 4 220 0,4 2-71 0,-4 1-173 15,0 2-96-15,0 0-100 0,1-1-84 16,-1-5-72-16,-1-3-48 0,1-10-24 0,4-2 0 15,0-10-4-15,0-4-128 0,0-2-184 16,0-7-101-16,0-3-107 0,0 0-60 16,4-9-228-16,1-7-460 0,2-4-956 15,5 5-2156-15,-3-20-2173 0</inkml:trace>
  <inkml:trace contextRef="#ctx0" brushRef="#br0" timeOffset="48835.562">21531 9826 9712 0,'0'0'2861'0,"0"0"-1309"16,0 0-904-16,0 0 396 0,0 0 608 16,0 0-516-16,0 70-484 15,0-38-236-15,0-1-36 0,3 2 108 0,1 1 112 16,0 2-212-16,1-2-144 0,-1 1 37 0,0 0-153 16,0-2-128-16,-4-3-12 0,3-4-108 15,-3-5-309-15,0-4-103 16,0-4-116-16,0-1-136 0,0-5-60 0,0-1-308 15,0-3-584-15,0-3-664 0,0 0-2345 16,0-3-2207-16</inkml:trace>
  <inkml:trace contextRef="#ctx0" brushRef="#br0" timeOffset="49269.441">21854 10236 10316 0,'0'0'2889'0,"0"0"-1769"0,0 0-688 0,0 0 748 16,0 0 484-16,0 0-208 0,0 0-584 15,0 0-444-15,0 0-172 0,0 0-64 16,-88-4-20-16,72 21-76 0,4 5 52 15,-1 0-16-15,2 3 40 0,3 1-52 16,4-4-32-16,1-6-52 0,3-4-36 16,0-5-136-16,0-4-80 0,3-3-40 0,5 0-24 15,4-3-52-15,4-6 64 16,-1-4-84-16,2 0-28 16,-2-6-52-16,2 3 4 0,-6 3 96 15,2 1 48-15,-5 6 84 0,3 6 28 0,-7 0 172 0,1 3 208 0,-1 6 240 16,0 10-80-16,-1 0-96 15,-3 7-88-15,4 5 60 0,0 1 12 0,-4 3-32 16,4 3-44-16,-4-3-44 0,0 3-36 16,0-3-100-16,0-4-44 15,-4-6-332-15,0-5-228 0,4-7-108 0,0-7-116 16,0-3-588-16,0-3-1076 0,0 0-3241 16</inkml:trace>
  <inkml:trace contextRef="#ctx0" brushRef="#br0" timeOffset="49904.387">21085 9426 10544 0,'0'0'1761'0,"0"0"-825"16,0 0-60-16,0 0 576 0,0 0-60 16,0 0-28-16,0 0-392 0,0 0-320 0,0 0-116 15,0 0-36-15,-32 13 12 0,36-13-87 16,-4 0-97-16,0 0-96 16,4 0-64-16,-4 0-24 0,4 0-20 0,7 0-40 15,6-3 72-15,7-1 100 16,4 1 272-16,7 0-80 0,5 1-232 0,-1-5-48 15,6 0-44-15,6-2-80 0,-3 0-44 16,4-4-8-16,3 3-52 0,1-6-100 16,4 1 76-16,-4-2-144 0,0 2-280 0,0-1-180 15,-13 0-60-15,2 4-57 16,-9 1-275-16,-5 3-796 0,-7 1-1152 0,0-3-3101 16</inkml:trace>
  <inkml:trace contextRef="#ctx0" brushRef="#br0" timeOffset="50369.497">21630 9999 9836 0,'0'0'2201'0,"0"0"-933"0,0 0-444 16,0 0 744-16,0 0 172 0,0 0-236 16,0 0-532-16,0 0-388 15,0 0-180-15,0 0-52 0,0 0 0 0,48-7 13 16,-36 3-109-16,4 1-100 0,0 0-20 16,0 0-40-16,-1 3 0 0,-2-4-36 0,2 1-60 15,6 0 0-15,-6 0-84 16,2-4-36-16,3 5-244 0,-1-5-221 0,1 1-191 15,-4 2-152-15,4-2-336 0,0 0-848 16,-4 0-2652-16,8-1-3289 0</inkml:trace>
  <inkml:trace contextRef="#ctx0" brushRef="#br0" timeOffset="50902.597">22161 10106 12865 0,'0'0'2136'0,"0"0"-1384"15,0 0-144-15,0 0 240 0,0 0 500 16,0 0-376-16,0 0-460 0,0 0-156 15,0 0-88-15,19 76-48 0,-19-51-64 0,0 4-8 16,0-3-4-16,-4-5-80 16,4-4-52-16,-4-5-12 0,4-6-48 15,0-2-36-15,0-4-60 0,0 0-160 0,0-4-40 16,4-2 4-16,4-6-28 16,1-1 184-16,-2-3-48 0,1-4-16 15,5-2 40-15,-6 6 12 0,1-3 84 0,0 4 104 16,4 2-64-16,-8 0 8 0,4 7 64 15,-4 3 12-15,-1 3 188 0,6 0 144 16,-5 6-52-16,4 3 4 0,-4 4-112 16,3 0-24-16,-3 6-100 0,5 1 0 15,-5-1-60-15,0-4-48 0,3 3-440 0,-3 2-384 16,1-4-204-16,3-3-1016 0,-4 3-3393 16</inkml:trace>
  <inkml:trace contextRef="#ctx0" brushRef="#br0" timeOffset="75602.414">29169 7292 652 0,'0'0'340'0,"0"0"-224"0,0 0 172 0,0 0-120 16,0 0 732-16,0 0 2008 0,0 0-1828 15,0 0-428-15,24-3-148 0,-20 3 444 16,-1 0 268-16,1-3-51 0,5 0-177 15,-1 0-168-15,3-3-104 0,2-1-4 16,-6 1 84-16,5-3-28 0,1 2-24 0,-6 0-108 16,5 1 44-16,-8 3 100 0,4 0-152 15,-4 1-124-15,-4-3-116 16,4 5-92-16,-4 0-52 0,0 0 0 0,0 0 36 16,0 0 120-16,0 0 13 0,-4 0-49 15,-3 0-108-15,-6 0-220 0,-2 0-36 16,-10 5-196-16,-3 0 112 0,-3 4 36 15,-9 5 40-15,3 1 8 0,-6 4-72 16,3 1 64-16,-8 2-64 0,5 6-40 0,-2 1 16 16,-2 3 92-16,3 3-80 0,4-1 31 15,1-2 53-15,11 0 0 0,7-4-68 16,10-2 4-16,3-1-8 0,8-2-36 16,4-1 44-16,11 0 64 0,2 0 12 15,7 1 84-15,3-4-36 0,1-1-8 16,4-2-44-16,0-3 44 0,-1-3 36 0,6-3-80 15,-1-5-4-15,-4-2 4 0,-1 0 4 16,1-2 49-16,-4-5-61 16,0-3-8-16,-8 0-53 0,4-2 13 0,-8 2 40 15,0-2 4-15,-4 2 4 0,-4 0 72 16,-8 1-23-16,0 0-41 16,0-1 112-16,-4 1-56 0,-9-4 20 0,-2 0-48 15,-5 1-36-15,-4-4-84 0,0 2-28 16,-4 2 28-16,0 3-1 0,0 2-75 0,0 1-32 15,1 3-224-15,-5-1-96 0,4 4-120 16,4 0-276-16,-4 0-512 16,4 4-1036-16,4-1-2405 0,-8-3-2679 0</inkml:trace>
  <inkml:trace contextRef="#ctx0" brushRef="#br0" timeOffset="78895.266">29643 6884 888 0,'0'0'8428'16,"0"0"-7136"-16,0 0-711 0,0 0 23 16,0 0 180-16,0 0 288 0,0 0-300 15,0 0-116-15,16 69-224 0,-16-47-56 0,4 3-76 16,-4-1-20-16,0-3-92 0,0 1-40 16,0 0-48-16,0-5-12 0,0-6-4 15,0 0-76-15,-4-8 0 0,4 2-8 16,0-5-52-16,0 5-24 0,0-5-36 0,0 0-84 15,0 0-204-15,4 0-44 16,-1-5 40-16,1 3 64 0,5-8 116 16,-1-3-32-16,-1 1 92 0,6-3-88 0,-5-5 72 15,3 1 80-15,2 3-28 0,-6-3 64 16,5 3 64-16,-3 0 52 0,2 7 36 16,1-1 28-16,-3 1 176 0,2 6 152 15,1-3-56-15,0 6-20 0,-4 0-28 16,4 0-52-16,-9 2-108 0,6 8-20 15,-1 0 16-15,-4-1 48 0,-4 7-12 0,4 0-52 16,-4-1 40-16,0 4-24 16,0 2 20-16,0 0-196 0,0 5-12 0,-4-1-124 15,0-3-148-15,4 3-240 0,-4-3-180 16,4 2-240-16,0-3-308 0,0-2-536 16,0-3-193-16,4 0-3171 0</inkml:trace>
  <inkml:trace contextRef="#ctx0" brushRef="#br0" timeOffset="79802.334">28332 7049 2492 0,'0'0'8565'0,"0"0"-6769"0,0 0-676 15,0 0-332-15,0 0-84 0,0 0 204 0,0 0 0 16,0 0-100-16,0 0-500 0,0 0-160 15,-92 73-24-15,68-48-76 0,0 3 88 16,-3 4-136-16,3-1-88 0,-8 5 88 0,0 5-112 16,-3 3 104-16,-10 4-36 15,6 2-80-15,-6 1-184 0,2 1 148 0,7-8 0 16,4-10 160-16,8-1 84 0,4-11-84 16,8-4 4-16,5-4-8 15,3-8 0-15,-1-1-72 0,5 2 72 0,0-3 4 0,5 2 168 16,2 1-56-16,5-1 0 15,1 0 72-15,6 4 40 0,1-1-176 16,0 4 48-16,0 0-20 0,4-1-64 0,-4 2 0 16,3 0-12-16,1 0 0 15,4 4-48-15,4-1-4 0,0 2 44 0,8-1-64 16,-4-1-64-16,4-2-236 0,3-2-60 16,2 0 36-16,2-4-112 15,1-2-472-15,3 2-608 0,-14-6-1144 0,18 0-2405 16</inkml:trace>
  <inkml:trace contextRef="#ctx0" brushRef="#br0" timeOffset="80239.788">30635 7159 12645 0,'0'0'2764'15,"0"0"-2208"-15,0 0-240 0,0 0 520 16,0 0 536-16,0 0-204 0,88 23-504 0,-73-17-312 15,2 3-84-15,6 4 60 0,-3 1 60 16,4 0 173-16,0 2-281 0,-4-3-188 16,0 3-88-16,-5-3 0 0,2 2 0 0,-9 2 8 15,-1-2 0-15,-2 5-12 16,-5-1-36-16,0-1-48 0,-12 8 20 16,-13 2-128-16,-3 4-64 0,-11 4 3 0,-5 5-51 15,-11-3 48-15,-1 4 72 0,-8-2-156 16,4-5-88-16,0 0 24 0,4-6 100 15,5-4-140-15,7-3-184 0,0-6-300 16,5-4-772-16,2-5-984 0,5-3-1477 16,13-4-1927-16,-9-11 3201 15</inkml:trace>
  <inkml:trace contextRef="#ctx0" brushRef="#br0" timeOffset="80888.721">27850 6629 1552 0,'0'0'9881'0,"0"0"-7501"15,0 0-1164-15,0 0 108 0,0 0 80 16,0 0-84-16,0 0-316 0,0 0-332 15,0 0-196-15,0 0-100 0,-24-35-59 16,24 35 11-16,0-3 24 0,4 3-72 16,8-3-76-16,-1 0-24 0,10-1-48 0,-1 1 136 15,3 0 120-15,5 0-112 0,4 0 12 16,5-3-168-16,2-1-20 0,5 1-52 16,12-3 0-16,-1-1 0 0,5-4-44 0,4 2-4 15,4 3 4-15,3-3 0 0,5-2 4 16,8 5-8-16,-1-4-4 15,9 0-8-15,-1 0-28 0,10 4 36 0,-6 0 4 16,5-1-84-16,-5 4-112 0,5-4-8 16,4 4 24-16,-5-3 0 15,8-1-76-15,-3 4 100 0,4-5-12 0,-4 6-28 16,-9-2 52-16,-3 5 36 0,-13-3 24 16,-11 5-52-16,-5 0-68 15,-11 0 60-15,-3 5 56 0,-10-3 4 0,-3-2 84 16,-8 4 4-16,-4-4 8 0,-5 0-4 0,-2 0 0 15,-10 0 4-15,6 0 64 16,-9 0-76-16,-4 0 0 0,4 0-160 0,-4 0 52 16,0 0 0-16,-8 0-112 15,-5-4-253-15,2 2-371 0,-9 2-452 0,-8-5-816 16,4 5-2728-16,-20-6-4617 0</inkml:trace>
  <inkml:trace contextRef="#ctx0" brushRef="#br0" timeOffset="84881.56">21798 5098 8504 0,'0'0'1088'16,"0"0"-688"-16,0 0 1985 0,0 0-1441 0,0 0 160 15,0 0 120-15,0 0-132 0,-32 45-8 16,32-45-36-16,0 0-80 16,0 0-184-16,0 0-116 0,0 0-107 0,4 0-137 15,-4 0-168-15,4-3-100 0,-4-3-88 16,0-4-68-16,0-5-72 0,0-5 72 0,0-8 4 16,-8-7-4-16,4-3 0 15,-1-7-4-15,1-2 4 0,4-1 72 16,0-6-72-16,0 0-8 0,0-2-52 15,0-5-84-15,0-3 96 0,-3 3 36 0,3-5-124 16,-4 2 4-16,4 1 24 16,-4 3-40-16,0-1 15 0,0 5-63 0,0-5 64 0,-1 4-64 15,2-4 52-15,-1 1-4 0,4-3-20 16,0 0-128-16,0-5-32 16,0 2 24-16,0 0-76 0,7 1 36 0,2 8 96 15,-1 4 40-15,-4 11 208 0,0 5 24 16,-4 7 64-16,3 5-16 0,-3 6 76 15,0 0 36-15,0 3-176 0,0 4 264 16,-3-5-164-16,3 9 164 0,0-3-164 0,0 5 16 16,0 0 8-16,0-1-44 15,0 4-28-15,3 0-12 0,-3-3 0 16,9 2 4-16,-5-2 32 0,-4 0-12 0,8 3 28 16,-8-4-40-16,7 4-12 0,-7 3 0 15,4-3 0-15,1 0 4 16,-5 3-52-16,0 0-8 0,0 0 0 15,0 0-40-15,0 0 0 0,0 0-24 16,0 0-16-16,0 0-68 0,0 0-16 0,0 0-60 16,0 0-12-16,0 0-60 0,0 0-116 0,0 0-204 15,0 0-528-15,0 3-876 16,-5 0-2340-16,-2 0-3161 0,19-12 3945 0</inkml:trace>
  <inkml:trace contextRef="#ctx0" brushRef="#br0" timeOffset="86888.1">24722 1821 4864 0,'0'0'924'0,"0"0"5169"16,0 0-4433-16,0 0-1048 16,0 0 56-16,0 0 744 0,0 0-300 0,0 0-420 15,80-14-148-15,-45 7-176 0,6 1-72 16,-2-4-76-16,1 3-72 0,0 1-88 15,-4 0-60-15,-4-1-132 0,0 5-28 0,0-5-100 16,-4 2-292-16,-4 0-312 16,-5-1-420-16,-6 6-696 0,-6-3-2701 0,-7 3-3911 15</inkml:trace>
  <inkml:trace contextRef="#ctx0" brushRef="#br0" timeOffset="87073.126">24726 2048 288 0,'0'0'6444'0,"0"0"389"15,0 0-5197-15,0 0-540 0,0 0 36 16,92-4-40-16,-60 1-320 0,3 0-428 16,5-3-84-16,-3 0-116 0,2 1-144 15,1 0-40-15,4-2-168 0,-4 5-84 16,3-3-412-16,-7 5-268 0,1-2-572 15,-10 2-1364-15,4 0-3929 0</inkml:trace>
  <inkml:trace contextRef="#ctx0" brushRef="#br0" timeOffset="93155.773">19474 892 5184 0,'0'0'6593'0,"0"0"-5897"16,0 0-688-16,0 0 456 0,0 0 1112 0,-83-41 36 16,67 41-384-16,-4 6-312 15,1 10-128-15,-6 3-248 0,1 6-100 0,-4 10 12 16,-4 3-84-16,1 13-88 16,-9 6-76-16,1 10-68 0,-2 12-64 0,-2 4-24 15,7 9-44-15,-4 6 120 0,7 1-116 0,10 2 52 16,7-2 73-16,4-7 15 15,9-9 56-15,3-14-20 0,15-12-52 0,5-9 84 16,4-10-80-16,12-9-20 0,0-13-116 16,3-7-4-16,6-9-4 0,2-6-40 15,-3-10-136-15,4-6-204 0,-4-7-192 16,-8-3-213-16,-1 1-559 0,-10-1-1240 16,-6 6-2456-16,-7-5-1741 0</inkml:trace>
  <inkml:trace contextRef="#ctx0" brushRef="#br0" timeOffset="93452.368">19156 1854 3464 0,'0'0'10797'0,"0"0"-8553"16,0 0-1200-16,0 0-88 0,0 0 124 15,0 0 20-15,0 0 56 0,84 22-295 0,-48-18-353 16,3-4-252-16,1 0-192 16,0-7-64-16,0-3-148 0,-4-2-212 15,-5-1-236-15,1-4-133 0,-8 5-47 0,1 3-140 16,-14 0-224-16,-2 2-144 0,-9 4 300 15,0-1 180-15,-9 1-636 16,-6 3 668-16,-2 0 428 0,-2 0 344 0,3 0 432 16,-5 3 520-16,10 8-44 0,-6 1-40 15,10 4-144-15,-1 3-180 0,4 6-48 16,0 4-28-16,4 6-24 0,0 4 48 16,0-2 20-16,8 4 40 0,0-2-396 0,8-2-156 15,-4-5-96-15,8-7-516 0,-1-3-416 16,5-9-56-16,8-9-332 0,0-4-1072 15,-4-4-2685-15,16-17-1111 0</inkml:trace>
  <inkml:trace contextRef="#ctx0" brushRef="#br0" timeOffset="93767.889">19961 1927 7292 0,'0'0'5353'16,"0"0"-3773"-16,0 0-900 0,0 0 192 15,0 0 604-15,-92 36 32 0,73-8-280 0,-5-3-276 16,3 7-160-16,6-4-187 0,6-6-229 15,2-3-304-15,7-3-72 0,0-5-108 16,3-6-36-16,5-5 20 0,5 0 16 16,-2-3-132-16,10-10-41 0,-1-3-35 0,3-3-12 15,1-3-4-15,0-3-8 0,0 2 36 16,-4 8 72-16,0-2-16 0,0 9 92 16,-4 1 80-16,-5 7 76 0,2 0 24 15,-2 7 444-15,-2 1-52 0,-1 12-52 16,-4-1 4-16,3 3-40 0,-3-3 12 15,-4 3-23-15,4-6-89 0,1-3-204 16,-1-3-24-16,0-8-48 0,-1 3-36 0,5-5-196 16,-4-7-157-16,5-6-159 0,2-6-308 15,5-4-460-15,0-8-768 0,-4 8-1936 16,8-21-2593-16</inkml:trace>
  <inkml:trace contextRef="#ctx0" brushRef="#br0" timeOffset="93968.468">20487 1251 1004 0,'0'0'11089'0,"0"0"-8705"0,0 0-1980 0,0 0 352 16,0 0 1072-16,0 0-188 0,0 0-548 15,0 0-456-15,-12 69-164 16,4-24 369-16,0 6-77 0,0 9-332 0,-4 10-236 0,-4 3-184 16,4 3-12-16,0 0-92 15,-4-3-80-15,9-3-372 0,-2-10-184 16,5-2-37-16,4-5-247 0,-4-1-436 0,4 2 276 15,-4-4-96-15,1-5-1144 16,3-17-4189-16</inkml:trace>
  <inkml:trace contextRef="#ctx0" brushRef="#br0" timeOffset="94322.156">21040 1344 1852 0,'0'0'12025'0,"0"0"-10305"15,0 0-1092-15,0 0 284 0,0 0 228 16,0 0-292-16,-79 84-256 0,59-42-140 16,0 12-136-16,4 6 124 0,-4 10 300 15,9 6-323-15,-6 1-105 0,9 1-44 16,5-5-184-16,3-3 12 0,0-9-96 0,7-6 0 16,6-11-108-16,6-6 24 0,1-7-220 15,5-6-180-15,-2-3-197 16,5-5-135-16,3-8-188 0,5-6-824 0,-12-3-2848 15,12-16-5381-15</inkml:trace>
  <inkml:trace contextRef="#ctx0" brushRef="#br0" timeOffset="94634.613">21280 1470 10888 0,'0'0'3249'0,"0"0"-1869"0,0 0-24 0,0 0 476 15,112 50-420-15,-73-43-144 0,8-4-263 16,6-3-397-16,-1-3-172 0,-1-7-136 15,1-2-60-15,0-4-92 0,-5-3-148 0,-2 0-60 16,-2 0-316-16,-7 0-460 16,-8 0 0-16,0 2-269 0,-12 5-607 0,-12-1-1200 15,0 7-2721-15,-12-3-3819 0</inkml:trace>
  <inkml:trace contextRef="#ctx0" brushRef="#br0" timeOffset="94817.726">21607 1438 2996 0,'0'0'1380'0,"0"0"4864"0,0 0-4351 16,0 0-185-16,-9 92 204 0,9-57-4 16,0 7-136-16,0 2-488 0,0 7-323 15,-4 3-333-15,0-1-192 0,-3 8-160 16,-1-4-104-16,-1-3-64 0,5-7-108 0,1-5-128 16,3-14-128-16,0-2-32 15,0-13-136-15,11-4-124 0,-2-9-105 16,2 0-151-16,1-9-396 0,4-7-1000 15,-8 0-2532-15,5-19-2001 0</inkml:trace>
  <inkml:trace contextRef="#ctx0" brushRef="#br0" timeOffset="95050.649">21742 1454 4376 0,'0'0'6981'15,"0"0"-4793"-15,0 0-1412 0,0 0 108 0,0 0 636 16,15 92 44-16,-15-50-124 0,5 2-316 15,-1 7-432-15,-4 3-191 0,4 0-41 16,-4 3-148-16,0-3-116 0,0 0-184 16,-4-1-12-16,0-5-24 0,-1 0-232 15,1-9-96-15,4-9-120 0,0-8 71 16,0-5-99-16,9-11-192 0,-1-6-608 16,3 0-940-16,-2-6-1580 0,-5-11-1225 0,4 5-1791 15,-8-14 6144-15</inkml:trace>
  <inkml:trace contextRef="#ctx0" brushRef="#br0" timeOffset="95176.286">21774 1880 7656 0,'0'0'5909'0,"0"0"-3945"15,0 0-1172-15,0 0-428 0,0 0 904 16,0 0 100-16,0 0-244 0,0 0-392 16,80-7-380-16,-52 4-352 0,-1 0-60 0,5-4-612 15,0-2-476-15,4-1-400 16,-8 4-2272-16,4-8-3237 0</inkml:trace>
  <inkml:trace contextRef="#ctx0" brushRef="#br0" timeOffset="95484.782">22168 1892 10920 0,'0'0'5637'16,"0"0"-4753"-16,-91 77-240 0,59-44 916 16,0 6 148-16,4 0-215 15,4-8-441-15,12-5-508 0,9-11-352 0,3-2-192 16,0-7-36-16,15-3-60 0,1-3 24 15,7 0 12-15,2-5-252 0,3-12-76 16,3 2-108-16,-3-1-48 0,0-3-76 0,-3-1 51 16,-2 5 105-16,-7 2 12 15,1 3 88-15,-6 4 144 0,-3 6 128 16,-1 0 92-16,-7 13 552 0,0 3 56 0,0 6-204 16,0 3-188-16,-3 10-20 0,-5 0 85 15,0 2 19-15,1 9-56 0,2-2-52 0,-3 1 184 16,8-7-120-16,-4-11-256 15,4-3-376-15,0-12-48 0,0-6-72 16,4-2-65-16,-4-4-191 0,0-4-384 0,0-8-984 16,0 2-1932-16,0-18-1869 0</inkml:trace>
  <inkml:trace contextRef="#ctx0" brushRef="#br0" timeOffset="95726.627">21383 1032 4652 0,'0'0'6809'0,"0"0"-3597"16,0 0-1360-16,0 0-272 0,104 0-204 0,-64 0-444 15,8 0-288-15,3 0-168 16,9 0-135-16,4-4-121 0,3 1-112 0,6-1-108 15,-2-1-88-15,5-2-217 0,-1-2-375 16,1-1-296-16,0-3-300 16,-5 1-1204-16,-15 2-3389 0</inkml:trace>
  <inkml:trace contextRef="#ctx0" brushRef="#br0" timeOffset="96370.093">23108 1454 2888 0,'0'0'8349'0,"0"0"-6273"16,0 0-692-16,0 0-328 0,0 0 388 16,0 0-444-16,0 0-196 0,0 0 76 15,-64 98-220-15,45-48-84 0,-5 15 92 0,-4 1-111 16,0 10-229-16,-8 0-60 0,-3 10-16 16,-6 0-48-16,2 6-152 0,-5 4-52 15,1 3 0-15,-2-2-44 0,2 1 36 16,-1-9 4-16,12-3-4 0,4-16-4 15,12-13-48-15,8-12-72 0,9-20-96 16,3-9-112-16,11-13-292 0,6-6-13 0,6-20-83 16,5-5-228-16,7-10-284 0,-3-12-1252 15,-4 8-2769-15,4-31-3323 0</inkml:trace>
  <inkml:trace contextRef="#ctx0" brushRef="#br0" timeOffset="96602.142">22833 2092 7884 0,'0'0'5965'0,"0"0"-4421"15,0 0-700-15,0 0 32 0,0 0 928 0,0 0-88 16,80 22-439-16,-48-12-417 0,8-4-256 16,4-3 16-16,-1-3-152 0,6 0-252 15,-2-6-132-15,1-4-84 0,-4-2-56 16,0-4-124-16,-4-3-300 0,-5 3-200 0,-3 0-164 15,-8-1-373-15,-12 5-771 16,-3 3-1800-16,-6 3-1233 0,-6 3-2435 0</inkml:trace>
  <inkml:trace contextRef="#ctx0" brushRef="#br0" timeOffset="96801.566">23204 2067 3724 0,'0'0'68'0,"0"0"6084"0,0 0-4383 0,-40 70-105 15,32-42 248-15,1 3-4 0,3 8-300 16,-5-1-348-16,5 10-332 0,-3 0-208 15,3-1-223-15,-5 7-97 0,1 0-96 16,-3 3-124-16,-2 3-24 0,2-3-84 16,-1-3-72-16,3-10-120 15,2-8 24-15,3-14-36 0,4-9-172 0,0-7-216 16,7-6-285-16,6-3-71 0,2-10 108 16,6-12-352-16,-2-4-940 0,5-9-1148 15,-7 10-2769-15,-2-20-1307 0</inkml:trace>
  <inkml:trace contextRef="#ctx0" brushRef="#br0" timeOffset="97062.296">23224 2171 12713 0,'0'0'1528'16,"0"0"-1136"-16,0 0 212 0,0 0 620 0,0 0-4 15,0 0-308-15,0 80-356 16,0-55-188-16,4 3-76 0,0 7 28 0,-4 3 120 15,4 6 8-15,0 5-56 0,-4-2-164 16,0 1-56-16,-4 3-63 0,0-4-101 16,-4-6-8-16,4-6-72 0,0-5 23 15,4-8-35-15,-4-10 80 0,4-2-60 16,0-7 4-16,0 0-24 0,4-3-196 16,-4 0-256-16,0 0-88 0,4-3-120 15,4-3 68-15,-4-4-128 0,4 1-404 0,0-7-1020 16,-4-3-2681-16,-4 7-2055 0,0-11 5984 15</inkml:trace>
  <inkml:trace contextRef="#ctx0" brushRef="#br0" timeOffset="97232.744">23260 2504 7008 0,'0'0'7181'16,"0"0"-5353"-16,0 0-1084 0,0 0-184 15,0 0 860-15,0 0 164 0,0 0-160 16,84-22-515-16,-56 10-473 0,7-1-256 0,1-3-128 15,-4 1-52-15,4-1-144 16,0 2-316-16,-4 2-292 0,0 2-197 0,-4 7-123 16,-1 3-612-16,-7 0-2468 0,4 3-2201 15</inkml:trace>
  <inkml:trace contextRef="#ctx0" brushRef="#br0" timeOffset="97590.556">23750 2635 12237 0,'0'0'5480'0,"0"0"-4468"16,0 0-408-16,0 0 592 0,0 0-76 0,0 0-99 15,-79 60-333-15,62-41-288 16,6 0-156-16,2 0-112 0,1-2-132 0,8-5-4 16,0 1-116-16,0-4 44 0,0-2-20 15,4-7-84-15,5 3-48 0,6-3-124 16,-3-3-72-16,8-4-36 0,0-5-53 15,5-2 53-15,-6 0-4 0,5 0 136 0,-4 2 36 16,-4 5-16-16,0 4 52 16,-8 3 256-16,3 3 60 0,-7 11 356 0,5 5-12 15,-9 2-64-15,4 11-20 0,-4 0-116 16,0-1-20-16,0 1-52 0,0 1 40 16,0 0-51-16,0 0-73 0,-4-5-36 15,0-2-12-15,-1-8-52 0,1-2-105 16,0-6-207-16,1-1-160 0,-1-5-208 15,4-2-4-15,-4-2-468 0,4 0-868 0,0 0-692 16,-4 0-2061-16,4 0-2015 0,0-9 5904 16</inkml:trace>
  <inkml:trace contextRef="#ctx0" brushRef="#br0" timeOffset="97933.95">23025 1835 5916 0,'0'0'2128'0,"0"0"2437"0,0 0-2997 16,0 0 8-16,0 0 152 0,100 13-220 16,-76-13-308-16,4 0-336 0,4 0-120 15,3 0-15-15,-3-7-209 0,8 1-232 16,-1-1-164-16,2-2-68 0,2-1-56 16,2 1-72-16,-2 0-100 0,0-1-324 0,-6-2-280 15,3 1-133-15,-5 2-315 0,-11 4-1488 16,4-6-4909-16</inkml:trace>
  <inkml:trace contextRef="#ctx0" brushRef="#br0" timeOffset="98839.733">23993 990 10096 0,'0'0'1729'16,"0"0"-733"-16,0 0-52 0,0 0 336 15,0 0-20-15,0 0-236 0,0 0-24 0,36 93-136 16,-20-49-44-16,-1 6-112 0,2 11-100 15,-2-1 113-15,2 7-201 0,-2 3-256 16,2 0-44-16,-6-4-124 0,9 7-52 16,-8-3-44-16,4-3-60 0,0 0 0 0,-4-4-24 15,0-3-76-15,0-5-116 16,-4-1-52-16,0-4-12 0,-8-3-1 0,0-3 25 16,-12 2-124-16,-4-2-60 0,-12 1-12 15,0-5-4-15,-8-1 24 0,-3-4-100 16,-1-1-336-16,0-5-388 0,0-4-448 15,1-2-420-15,-2-4-849 0,9-3-2795 16,-7-11 3940-16</inkml:trace>
  <inkml:trace contextRef="#ctx0" brushRef="#br0" timeOffset="99604.296">27153 1600 4500 0,'0'0'10281'0,"0"0"-8121"0,0 0-1104 16,0 0 236-16,0 0 324 0,0 0-171 15,0 0-393-15,0 0-408 0,0 0-200 0,0 0-156 16,0 0-236-16,51-48-52 0,-19 16-124 16,8-9-128-16,0 0-72 0,3-3-88 15,-6 2 48-15,-1 1 124 0,-4 6-16 16,-4 3 88-16,-9 7 0 0,1 2-16 16,-4 4 100-16,-8 4 28 0,4 5 56 15,-4 2 132-15,-5 1-48 0,6 0-32 0,-5 1 4 16,0 2-52-16,0 1 0 0,3 3 56 15,-2 0-56-15,3 0 4 0,0 10 124 16,3 7 172-16,2 4-64 0,-2 10 16 16,2 8 20-16,-5 5-32 0,-5 10 44 15,-3 3-72-15,0 7-48 0,0 2-156 0,-3 5-12 16,-1-2-48-16,-5-2 44 16,5 2-44-16,0-5 48 0,1-3-4 15,-1-8-56-15,-4-8 48 0,8-4-96 16,-4-9 36-16,4-7 0 0,0-5-204 0,0-5-280 15,-5-2-184-15,5-7-60 16,-4 0-269-16,1-6-583 0,-9 4-1108 0,8-4-1952 16,-16 0-2201-16</inkml:trace>
  <inkml:trace contextRef="#ctx0" brushRef="#br0" timeOffset="99785.092">27356 2232 8672 0,'0'0'8161'0,"0"0"-7105"0,0 0-856 15,0 0 660-15,0 0 232 16,0 0-140-16,87-4 169 0,-38-3-409 0,2-5-348 16,9-1-120-16,-1 1-100 0,1-3-100 15,0 2-44-15,-4-4-132 0,-4 5-340 0,-5-1-256 16,-2 1-233-16,-6 2-183 0,-11 3-1080 16,12 2-3544-16</inkml:trace>
  <inkml:trace contextRef="#ctx0" brushRef="#br0" timeOffset="102754.364">3708 16033 640 0,'0'0'9036'0,"0"0"-7307"0,0 0-665 15,0 0-220-15,0 0 412 0,-27-77 16 16,23 59-168-16,-4-1-296 0,4-2-312 0,0-3-76 15,0 2 84-15,0 3 144 0,-4 1-244 16,4 5-24-16,4 2 20 16,-4 6 124-16,4 2-147 0,0 3-97 0,0 0-124 15,0 0-84-15,-4 0-20 0,4 0-16 16,0 3-36-16,0-3-148 0,-4 3 16 16,4-1-64-16,-4 5-57 15,1 3 9-15,-6 6 0 0,5 6 100 0,0 11 132 0,0 4 0 16,1 8 0-16,3 9 8 0,-4 5 4 15,-5 5 8-15,5 9-8 0,-4 7 0 16,1-1-48-16,-6 3 48 0,2-3 8 16,-1-2 44-16,-1-10-48 0,6-11 8 15,-5-11 60-15,7-13-12 0,1-6-12 16,4-11-40-16,-3-5-8 0,3-7 0 16,0-3-48-16,0 0-12 0,0-3-88 0,0-4-120 15,0-2-48-15,0-4 60 16,0-2 36-16,0-4 72 0,3-4 52 0,-3 8 36 15,9-1 8-15,-5 5 52 0,0 3-48 16,0 4-148-16,0 2-12 16,-1-3 96-16,5 5 112 0,-3 0 8 0,7 5 80 0,-5 1-76 15,6 6 72-15,2 4 52 16,-7 3 136-16,5 4-92 0,-2 2 28 16,-3 3 40-16,-3 1-104 0,-2 6-44 0,1 0-96 15,-4 6 4-15,4 3 52 0,-4 5-48 16,4-2-12-16,0 0-4 15,5-3-96-15,-2-5-32 0,1-2-4 0,4-4-60 16,0-8-292-16,0-6 60 0,-5-3-140 0,6-7-72 16,-5-5-504-16,3-1-500 15,2-3-488-15,-5-3-2077 0,-1-4-1891 16,2-5 4820-16</inkml:trace>
  <inkml:trace contextRef="#ctx0" brushRef="#br0" timeOffset="104018.69">4661 16373 64 0,'0'0'2388'0,"0"0"4128"15,0 0-4580-15,0 0-443 0,0 0-101 16,0 0 136-16,0 0-208 0,0-69-236 15,0 69-344-15,0-4-220 0,0 4-140 16,0 0 36-16,-4 4 48 0,0-4-132 0,-4 6-200 16,1-4-132-16,-6 9-148 0,-2 1-8 15,-2 4 44-15,-2 3 52 16,-1 4 0-16,3-1 0 16,-2-4 52-16,3 5 8 0,0-7 52 0,4 3 8 0,0-4-52 15,4-2-4-15,3-1 40 0,2-5-44 0,3 3-72 16,0-7-76-16,12 2-24 15,4 2 28-15,8 0 144 0,0-1 56 16,8 4-56-16,-4-7-8 0,-4 4 8 0,-1-1 8 16,-3 0 52-16,-4 1-56 0,-4 2-4 15,4 1 4-15,-8-1 144 0,4 4 12 16,-4 3-88-16,-5-4 40 0,2 2-16 16,-1 0 28-16,-4 0 20 0,0-2 16 15,0 1-28-15,-4 3-20 0,-8-3-28 0,4 0-40 16,-5-4-44-16,-2 4-72 15,3-7-124-15,-4 0-36 0,5-3 12 16,-2 1 0-16,1-4-12 0,1 0-72 16,-6-10-164-16,10 1-96 15,-6-7-252-15,5-3-152 0,5 0-560 16,3-7-832-16,3 1-1725 0,5-1-1103 0,1 4 1940 0,10-6 2705 16</inkml:trace>
  <inkml:trace contextRef="#ctx0" brushRef="#br0" timeOffset="104359.145">4848 16479 6796 0,'0'0'2828'0,"0"0"-175"0,0 0-1413 16,0 0-212-16,0 0 700 0,16 82 36 0,-12-63-348 15,-4 3-608-15,4-3-380 0,0 3-76 16,0-6-60-16,1 4-120 0,2-8-172 0,-3 1-68 16,4-5-92-16,1-1 76 15,-2-7-24-15,1 0-100 0,8 0-304 16,-4-7-100-16,3-7 36 0,6-3 48 0,-5-8-164 15,0 3-328-15,0-4-72 16,-4 1 12-16,-1 3 268 0,-2-1 188 16,-1 8 12-16,-5-2 132 0,-3 9 480 0,0-3 436 15,0 8 292-15,0 3 136 0,0 0-28 16,0 0-156-16,0 0-128 0,0 3-188 16,4 8-176-16,0-3 124 0,0 12 232 0,1-1 76 15,-1 3-4-15,0 0-40 16,-4-3-112-16,3 0-340 0,-3-3-124 15,4-7-308-15,-4-2-392 0,0-4 60 16,4-3-124-16,0-3-492 16,0-7-1244-16,1-5-2385 0,2 2-3559 15</inkml:trace>
  <inkml:trace contextRef="#ctx0" brushRef="#br0" timeOffset="104722.106">5218 16030 3908 0,'0'0'8409'0,"0"0"-6765"0,0 0-1012 16,0 0 468-16,0 0 712 0,13 79-304 16,-9-46-432-16,0-2-476 0,0 7-248 15,-1 7-72-15,1-1-48 0,1 7-100 16,-5 0-44-16,4-1-88 0,-4 2-88 16,0-11-56-16,4-6-148 0,-4-7 108 15,4-9 16-15,0-9-52 0,-1-4-48 0,6-3-100 16,3-3 52-16,-1 0 8 0,10 0 88 15,3 0 108-15,0 0 40 0,-1 0 68 16,1 0-84-16,0 0 44 0,0 6 40 16,-4 1 4-16,-4-1 0 0,-1 4 48 0,-6-4 248 15,-5 4 84-15,0-1-48 0,-4-3-40 16,0 0-12-16,0 1-36 16,-8 3-60-16,-4-4-40 0,-4 1-144 0,0-1-108 0,0 0-88 15,-4 1-96-15,-4-7-124 16,5 2-72-16,-5-2-188 0,-1 0-176 15,-3-2-76-15,4-5-500 0,1-2-712 0,-1-1-1081 16,4-2-1395-16,4 1-124 16,4-8 3972-16</inkml:trace>
  <inkml:trace contextRef="#ctx0" brushRef="#br0" timeOffset="105357.812">5896 16506 7080 0,'0'0'6677'0,"0"0"-5309"0,0 0-776 16,0 0-180-16,0 0 432 0,0 0 516 0,0 0-472 15,0 0-228-15,0 0-72 16,84 23 60-16,-52-23-164 0,3-3-155 0,6-11-145 15,-5-5-100-15,-5-6-84 0,5 0-461 16,-4-7-259-16,-8 1-156 0,0-1-168 16,-5 0-512-16,-6 9-2424 0,-5-5-2789 0</inkml:trace>
  <inkml:trace contextRef="#ctx0" brushRef="#br0" timeOffset="105651.892">6127 16135 116 0,'0'0'11253'0,"0"0"-9369"16,0 0-1148-16,0 0-76 0,0 0 624 0,-3 95-80 16,10-60-236-16,1 4-316 15,8 2-232-15,-4 3-28 0,4 4-48 16,-4-1-88-16,0 4-148 0,-4 0-60 0,4-3-44 16,-8-1 4-16,4 1 4 15,0-1 36-15,-4-2 220 0,0-4-60 16,-4-3 12-16,0-9 156 0,0-7-160 0,0-6-104 15,0-3-39-15,0-4-13 0,0-3 12 16,-4-2 4-16,4-1-64 0,-8-3-12 16,4 0-281-16,-8-9-71 0,4-1-136 15,-4-9-36-15,0-7-40 0,0-6-268 16,5-2-216-16,2-8-468 0,5 1-1008 0,0 3-2109 16,5 6-2863-16,2-3 5668 0</inkml:trace>
  <inkml:trace contextRef="#ctx0" brushRef="#br0" timeOffset="105804.116">6530 16421 6412 0,'0'0'7125'0,"0"0"-5833"0,0 0-420 15,24 70 756-15,-20-42-36 0,-4-2-280 16,0-4-580-16,0-3-428 0,0-3-224 16,0-3-80-16,0-4-72 0,0-3-316 15,-4-2-616-15,-4-4-296 0,-1 0-1452 16,-6 0-4897-16</inkml:trace>
  <inkml:trace contextRef="#ctx0" brushRef="#br0" timeOffset="105969.235">6331 16249 1044 0,'0'0'12269'0,"0"0"-10393"0,0 0-1184 0,0 0 996 0,0 0-160 15,0 0-460-15,87-31-532 16,-63 24-388-16,0 1-148 15,4-1-80-15,-4 5-200 0,-5-5-404 0,6 4-212 0,-5 0-288 16,-5 0-1800-16,6 3-4757 0</inkml:trace>
  <inkml:trace contextRef="#ctx0" brushRef="#br0" timeOffset="106322.834">6728 16516 6492 0,'0'0'7933'0,"0"0"-6245"16,0 0-1372-16,0 0 160 0,0 0 444 0,0 0-20 16,92 15-200-16,-72-27-284 0,5-3-268 15,-1-5-148-15,-1-5-36 0,1 3-112 16,-4-4-48-16,1 1-60 0,-6 2-28 0,-7 5 64 16,-5 4 72-16,2 2 12 0,-5 9-12 15,0-3 148-15,-5 2 36 0,-6 4 64 16,-4-2 60-16,-2 2 60 0,-3 0-72 15,1 6-48-15,-2 3 20 16,10 3 28-16,-6 8 36 0,10 5 112 0,-5 4-152 16,3 9-56-16,2 0 8 0,3 4 64 15,0 2 72-15,4-6 180 0,0-6 52 16,0-4-268-16,8-9-196 0,3-5-48 0,6-12 12 16,3-2-12-16,3-7-48 15,1-14-232-15,4-11-64 0,0-10-144 0,0-2-260 16,0-6-396-16,-5-2-928 0,1 2-928 15,-3 9-1973-15,-1-16-1559 0</inkml:trace>
  <inkml:trace contextRef="#ctx0" brushRef="#br0" timeOffset="106494.264">7143 15859 3676 0,'0'0'52'0,"0"0"7673"0,0 0-6061 0,0 0-520 0,0 0 132 16,0 0 204-16,0 0-180 0,0 0-500 15,0 0-428-15,-11 32-8 16,15 3 104-16,3 2 504 15,1 8-267-15,5-4-241 0,-6 3-236 16,1-2-228-16,0 3-24 0,-3-4-168 0,2 0-453 0,1-3-315 0,-4 0-212 16,4 0-516-16,4-9-2620 15,-4-7-3857-15,8-3 2689 0</inkml:trace>
  <inkml:trace contextRef="#ctx0" brushRef="#br0" timeOffset="106840.884">7542 16310 6536 0,'0'0'8157'0,"0"0"-5573"0,-36 83-1740 16,20-46-116-16,4 1 816 0,0-2-108 16,4-11-455-16,4-9-637 15,4-10-344-15,0-3-108 0,8-3 12 0,4-12 88 0,4-4 0 16,4-10-164-16,-5-9-216 16,6-6-84-16,-1-3 35 0,-8-1 97 15,4 1 32-15,-1-1 128 0,-3-3 20 0,1 1 76 16,-2-6-64-16,2-5 0 15,-9 1-72-15,-1-3-12 0,1 5-40 16,0 8 272-16,-4 12 72 0,4 12 212 0,-4 11 144 16,4 9 120-16,-4 3 0 15,0 0-84-15,0 13-151 0,0 5-141 16,0 8-16-16,0 6-32 0,-8 10-28 0,4-2 168 16,0 8 4-16,1 0-76 0,-1-1-192 15,-5 3-4-15,1 1-236 16,4-3-40-16,1 0-240 15,3-3-137-15,0-1-95 0,3-6 276 0,9-3 96 0,1-4-896 16,2-4-1144-16,1-6-1992 0,0-9-2089 0,8 2 1421 16</inkml:trace>
  <inkml:trace contextRef="#ctx0" brushRef="#br0" timeOffset="107167.89">8203 16418 7096 0,'0'0'9093'16,"0"0"-6865"-16,0 0-1404 0,0 0-64 16,-19 73 532-16,15-58-331 0,4 5-501 0,0-8-448 15,7 1 36-15,5-3 76 16,1-4 80-16,6 0-84 0,5-6-120 0,0 0-152 16,0-6 8-16,3-10-184 15,-3-4-216-15,-3-1-41 0,-1-5 73 16,-9 4 184-16,1 0 144 0,-3 0-12 0,-9 9 24 15,0 1 172-15,0 5 40 0,-9 1 68 16,-6-1-24-16,-6 4 52 16,2 3 72-16,-9 0-148 0,4 0-12 0,0 3-40 0,4 7 72 15,4 0-80-15,0-1-232 0,8 0-48 16,-4 1-4-16,9-1-304 16,3 1-788-16,0-7-1360 15,0 0-2469-15,3-3-2031 0</inkml:trace>
  <inkml:trace contextRef="#ctx0" brushRef="#br0" timeOffset="107286.21">8506 16396 4440 0,'0'0'5908'0,"0"0"-1563"0,0 0-2581 16,84 6-312-16,-60-6-204 0,-5-4-440 15,5-5-112-15,-3-10-52 16,-2 0-328-16,5-9-316 0,0-8-400 0,-4 1-576 16,0-2-260-16,-4 2-532 15,-4 6-1428-15,-5 1-2929 0</inkml:trace>
  <inkml:trace contextRef="#ctx0" brushRef="#br0" timeOffset="107534.552">8693 16005 4516 0,'0'0'92'0,"0"0"8153"16,0 0-6325-16,0 0-1088 0,0 0-64 0,-40 74 452 15,37-47-108-15,3 5-20 16,0 3-320-16,0 0-236 0,0 3 108 0,3 0 229 16,5 4-341-16,-4-5-168 0,5 5-208 15,-5-1-72-15,-1 4-80 0,1-5 8 16,-4 2-8-16,4 0-4 0,-4-5-8 0,0 2-136 15,0-4 24-15,0-3-136 0,-8-4-92 16,5-3-116-16,-10-2 40 16,1-1 35-16,1-10 13 0,-9 1-12 0,-1-3 80 15,-2-3 128-15,-5-5 56 0,-4 2-60 16,-4-4-168-16,-4 0-460 0,-3-11-968 16,-9 2-1340-16,8 0-3433 0,-28-7-699 0</inkml:trace>
  <inkml:trace contextRef="#ctx0" brushRef="#br0" timeOffset="108049.689">9454 15996 4044 0,'0'0'5580'0,"0"0"-3915"0,0 0 295 16,0 0-464-16,96 19 120 0,-61-13-188 15,1 6 4-15,1-5-160 0,-5-1-308 16,0-3-295-16,3-3-305 0,-3 0-112 16,4-9-132-16,-4-4-108 0,-4 1-12 0,0-7-144 15,-4-4-304-15,-5 4-257 16,1-4-355-16,-4 4-308 0,-8 0-1072 16,0 7-2440-16,-8-1-2349 0</inkml:trace>
  <inkml:trace contextRef="#ctx0" brushRef="#br0" timeOffset="108220.691">9785 16011 1448 0,'0'0'9569'16,"0"0"-7913"-16,0 0-788 0,-8 95-92 0,8-53 536 15,0 2 116-15,0 7-176 0,4 4-304 0,0-2-212 16,0 4-88-16,0 3-172 0,0-2-76 16,-4-4-132-16,0-7-268 0,0-15-48 15,4-7-88-15,0-16-180 0,-1-2-280 16,2-7 60-16,3-2-40 0,0-9-236 15,8-4-300-15,-4-11-1340 16,-1-2-2797-16,-2 3-2611 0,2-14 5888 0</inkml:trace>
  <inkml:trace contextRef="#ctx0" brushRef="#br0" timeOffset="108425.792">9937 16167 40 0,'0'0'1160'0,"0"0"9045"15,0 0-8233-15,0 0-1120 0,0 0 156 16,0 0 564-16,0 89-268 0,0-52-296 15,4 1-248-15,-4 4-184 0,3-4-76 16,1 0-136-16,-4-3-156 0,0 0-208 0,0-3 0 16,0-3-144-16,0-4-444 0,0-6-120 15,-4-6 60-15,4-4 48 16,-3-3-4-16,3-2-328 0,-4-4-780 0,0 0-708 16,-1 0-1453-16,-3 0-783 0,1-4 576 15,-1 1 3936 1,3-3-275-16</inkml:trace>
  <inkml:trace contextRef="#ctx0" brushRef="#br0" timeOffset="108539.641">9873 16624 708 0,'0'0'1592'0,"0"0"-968"0,0 0 5316 0,0 0-3423 16,0 0-1065-16,0 0-460 0,0 0 780 0,0 0-268 16,47-35-524-16,-23 35-576 0,8-6-240 15,0-1-104-15,4-2-60 16,3-4-48-16,2-3-224 0,-2 1-284 0,1-4-488 16,1-1-792-16,-6 4-3149 0,-11 4-3971 15,0 2 8032-15</inkml:trace>
  <inkml:trace contextRef="#ctx0" brushRef="#br0" timeOffset="108857.671">10330 16504 9548 0,'0'0'5397'0,"0"0"-4405"0,0 0-388 15,-55 63 852-15,39-34 96 0,1 2-256 16,2-2-396-16,5-4-283 0,4 0-121 16,1-5-108-16,3-8-304 0,0-2-84 15,3-4-120-15,5-6-96 0,4 0 8 16,0 0-32-16,0-9 8 0,4-5-72 0,0-5-109 15,-4-2-59-15,4-2 56 0,-4-2 76 16,-4 3 56-16,3 6 76 0,-3 0 112 16,-3 7 36-16,-1 2-16 0,0 7-56 15,0 0 132-15,-1 3 256 0,5 7 232 16,-3 2-72-16,-1 11-220 0,4 2-196 16,-5 8-88-16,1 0-68 0,-4 9 156 0,4 3 0 15,-4-1 48-15,0-3-40 16,0-2-8-16,-4-4-44 0,0-7-80 15,1-6-252-15,-5-6-28 0,4-3-40 0,-9-7-132 16,6 0-624-16,-1-6-828 0,-5 0-1832 16,6-6-2049-16,-10-7 194 0</inkml:trace>
  <inkml:trace contextRef="#ctx0" brushRef="#br0" timeOffset="109173.417">9223 15891 6824 0,'0'0'6177'0,"0"0"-4185"16,0 0-960-16,0 0-104 15,0 0 720-15,0 0-88 0,0 0-256 0,84-12-395 16,-45 1-265-16,2 2-184 0,6-1-112 16,5 1-80-16,4-4-64 0,4 1-96 0,0-1-108 15,3 0 0-15,1 1-60 0,0-2 12 16,-4-1-132-16,-4 2-364 16,-1-3-172-16,-7 3-168 0,0 5-113 0,-8-3-311 15,-9 5-1120-15,-10 4-2992 0,-2 2-4885 16</inkml:trace>
  <inkml:trace contextRef="#ctx0" brushRef="#br0" timeOffset="109870.744">9868 16189 664 0,'0'0'1396'0,"0"0"-940"0,0 0-192 0,0 0-228 16,0 0 1228-16,0 0 1564 0,0 0-1296 16,0 0-600-16,-4 76 104 0,0-57 405 15,4 1-9-15,0 2-160 0,0 3-240 16,0 0-200-16,0 1-108 0,0-1-116 0,8 0-136 16,-8 2-216-16,9-2-120 15,-5-3-36-15,0 3-16 0,3 0-32 0,-3 1-4 16,5 2-40-16,-5 1 4 0,0 3 64 15,-4 3-68 1,0-3 64-16,0 3 4 0,0-1-16 0,0-2-48 16,0 0 44-16,0 0-52 0,3-4-8 0,-3-3-40 15,0 4 44-15,4-4-8 0,-4 1 4 16,4-3-56-16,-4-4 48 0,0 0-4 0,4-1-52 16,1 5 64-16,-5-5-40 0,4 1-8 15,0-3-8-15,-4-6-12 16,0-1-176-16,0-5-12 0,3-1-12 0,-3-3-60 15,0 0-128-15,0-3-88 0,0-4-220 16,0-5-136-16,0-1-476 0,0-3-1092 16,0-6-721-16,-3 3-2551 0,-1 0 4244 15</inkml:trace>
  <inkml:trace contextRef="#ctx0" brushRef="#br0" timeOffset="110588.641">9653 16163 1720 0,'0'0'732'15,"0"0"-512"-15,0 0 28 0,0 0 2752 16,0 0-352-16,0 0-1068 0,0 0-483 0,0 0-93 15,44 67 220-15,-36-48-44 16,-4-3-184-16,5 6-276 0,-2 1-124 16,1 2-48-16,-4 3-76 0,4 5 72 0,-3 1-16 15,-5 1-72-15,3 4-128 0,-3 2-96 16,4 3-108-16,-4 1-80 16,0 0-44-16,0 2-48 0,0-6 36 0,0 3-60 0,0-6-16 15,0 0 84-15,4-6 0 16,-4 0 4-16,0-3 0 0,0 2-8 0,4-5-32 15,-4-1 40-15,0 4 0 0,0-10-8 16,4 0-92-16,-4-3 40 0,0-3 12 16,0-4-28-16,0 0 4 0,0 1 60 0,0-7-72 15,0 3-16-15,0-6-48 16,0 0 24-16,0 0-48 0,0 0-108 16,0 0-116-16,0 0 76 0,4 0-104 0,-4-6-132 15,0 0-156-15,4-4-324 16,-4-2-152-16,8-4-404 0,-8-6-1345 15,4-1-2907-15,-4 4 2704 0,0-13 2605 0</inkml:trace>
  <inkml:trace contextRef="#ctx0" brushRef="#br0" timeOffset="111553.082">11048 15802 208 0,'0'0'9896'0,"0"0"-7615"16,0 0-841-16,0 0-452 0,0 0 96 16,64-83 108-16,-45 62-312 0,5 2-324 15,-3-1-64-15,-1 1-12 0,-1 0-4 0,1 0-60 16,-4 3-184-16,4 0-136 15,-3 4-88-15,-6 2-8 0,1-1-96 16,-4 9-64-16,0 2-72 0,0 0-48 0,-4 13 220 16,0 12 60-16,4 10 168 0,-8 16-156 15,0 6 60-15,0 6-72 0,-12 7 0 16,4 0 60-16,0-3-60 0,-4-1-60 16,0-6-16-16,4-5 28 0,0-11 48 15,0-6 256-15,4-8 148 0,4-9-272 16,0-9-132-16,0-1-48 0,0-8 0 15,0-3-12-15,4 0-64 0,4 0-68 16,0-3 104-16,0-4 28 0,0-5-52 0,4-1 28 16,0 1-76-16,0-2-60 0,0 5-24 15,-4 5-76-15,0 4-48 0,-1 0 120 16,-2 7 88-16,7 6 36 0,-5 6-124 16,2 2 100-16,3 5 136 0,-1 3 12 15,2 0 4-15,2 2-4 0,2 4 52 16,2 1 516-16,-3-3-176 0,0 3-108 0,0-5-52 15,0 5 28-15,-4-5-64 0,0 4 72 16,-5-4 0-16,2 1-84 0,-1-2-48 16,-8-2-40-16,4 0-48 0,-4-2 0 15,0-1-40-15,-8-2-8 0,0-8-204 16,-8 1-28-16,4-3-172 0,-8 0-100 16,0-7-60-16,0 1-188 0,0-5-476 0,-4-2-908 15,-4 0-2073-15,9 0-2911 16,-13-6 5292-16</inkml:trace>
  <inkml:trace contextRef="#ctx0" brushRef="#br0" timeOffset="112267.744">13350 16091 11681 0,'0'0'3000'16,"0"0"-1424"-16,0 0-420 16,0 0 120-16,0 0-36 0,0 0-264 0,0 0-452 15,0 0-524-15,0 0-12 0,0 0-124 0,-95 92 52 16,59-54-12-16,1 0 84 15,-5 7-52-15,-1-4 16 0,2 0 48 16,-1 0 4-16,1-3 4 0,2-3 40 16,5-6-36-16,4-4 88 0,5-6 8 0,7-6-36 15,8-3-20-15,0-4-44 0,8-3 0 16,0 3 40-16,0 1-36 0,12 2 72 16,4 7 148-16,4 3-99 0,4 6-25 0,4 0 40 15,0 1-52-15,3-3 48 0,-3 2 52 16,0-3-4-16,-4-3 428 15,0 0-368-15,4-3-120 0,-8 1-84 16,4-3-44-16,-1-3-4 0,-3-3-120 0,1-3-132 16,-6-3-208-16,2-2-72 0,-2 0-64 15,-2 0-109-15,-2-7-135 0,-3-1-584 16,0-3-1228-16,-4-3-2380 0,-4 0-1769 16</inkml:trace>
  <inkml:trace contextRef="#ctx0" brushRef="#br0" timeOffset="112901.75">13072 16668 5336 0,'0'0'2652'15,"0"0"2301"-15,0 0-3109 0,0 0-648 0,0 0 192 0,0 0-288 16,0 0-128-16,0 0-272 0,0 0-152 16,0 0-84-16,0 0 132 0,-12 11-15 15,24-9-205-15,4 1-72 0,4 0-28 16,0 1-116-16,4-2-88 0,-4 5-64 0,3-3 40 15,5 2 36-15,0-4 24 16,8 5 36-16,0-3-72 0,8 2-20 16,8-6 80-16,-1 2 24 0,9-2-104 0,0 0-52 15,3-2-12-15,6-4-24 0,2 0 36 16,5-1 0-16,0-3-24 16,3 3-240-16,1-2 140 0,0 4 116 0,3 1-52 15,5-3 60-15,4 4 76 16,3-3-76-16,4 3-68 0,2-4 68 15,2 4 4-15,5-3 0 0,3 3 80 0,1-4-84 16,-1-2-164-16,1 3 20 0,0-4 48 0,-1 3 12 16,5 2-40-16,-1-2 124 15,1 1-4-15,-1-1 4 0,1 4 0 0,-4 0 12 16,-1-1 68-16,-3 2-80 16,-1 2-112-16,-8-5 104 0,1 3-72 0,0 2 80 15,-8-3 0-15,-1 3 0 0,-3 0-4 16,-5 0 4-16,-3 0 0 0,0 0 4 15,-5 3 8-15,-3-1 36 0,-4 5-48 16,0-3-36-16,-4 2 24 0,-5-3 4 16,1 1-64-16,-4-1 68 0,-5 0 4 15,1-3-8-15,-3 0-52 0,-2 0-60 0,-4 0 32 16,-2 0-20-16,-2-3-12 0,-3 0 12 16,0-1-4-16,-8 1 100 0,0 0 4 15,0 0-52-15,-12-1 56 0,-4 4 0 16,-1 0-44-16,-6 0-12 0,-5 0 48 15,0 0-48-15,0 0 12 0,0 0-281 16,0 0-23-16,-5-2 84 0,1-3-48 0,-3 0-296 16,3-4-392-16,0-2-564 0,0-1-380 15,4-1-344-15,-5-2-553 0,5-2-1835 16,-4 2-216-16,1-1 4816 0,-1 3-752 16</inkml:trace>
  <inkml:trace contextRef="#ctx0" brushRef="#br0" timeOffset="113151.894">18348 16361 6640 0,'0'0'2984'0,"0"0"-1435"16,0 0-329-16,0 0 248 0,0 0-64 15,95 35-84-15,-67-26-364 16,4 1-384-16,4-1-56 0,-1 0 28 0,1 4 180 16,0-3-176-16,-5-1-196 0,-3 0-156 15,0-2-124-15,-7 3 4 0,-10-1-16 16,-2 1 48-16,-5 3 64 0,-4-1-164 0,-13 7 4 15,-2 0 84-15,-9 6-24 16,-8 1 16-16,0 2-76 0,-8 4 109 16,0 1-117-16,0-2-4 0,5 1-61 0,-1-4-59 15,4-6-428-15,4-3-368 16,12-6-248-16,0-3-268 0,4-10-1248 0,8 0-3785 0,-8-10-2042 16</inkml:trace>
  <inkml:trace contextRef="#ctx0" brushRef="#br0" timeOffset="114085.205">14777 15272 3584 0,'0'0'520'0,"0"0"3544"0,0 0-1568 16,0 0-415-16,0 0-577 16,0 0-16-16,0 0-96 0,0 0-228 0,0 0-340 15,0 0-232-15,0 0 116 0,0 0 36 16,76 12-308-16,-68 27-192 0,0 8-23 16,-4 4-77-16,0 7-12 0,0-4 4 15,-4-1-40-15,0 1-84 0,0-7-8 16,0 1-4-16,0-6-64 0,0-8-24 15,0-5 16-15,0-7 0 0,0-5-12 0,0-9 36 16,0-4-76-16,4-2-56 16,-4 3-17-16,0-5-31 0,0 0-16 0,3 0-60 15,-3-5 120-15,5-1 100 0,3 0 72 16,4-3 12-16,0-4 0 0,0 3 0 16,-1-2-100-16,6 5 28 0,-6-2 24 15,-2 3 0-15,2 2-4 0,1 1-56 16,-3 0 100-16,-2 3 8 0,-3 0 12 0,-4 0 36 15,0 0 64-15,0 3-16 16,0 4-84-16,0-1 160 0,0 0 48 0,-4 4-64 16,1 2-32-16,-6-2-116 0,1-1 52 15,0 2-12-15,1-3-36 0,-6-2 36 16,6 1-40-16,-9-1-8 0,4-3-144 16,-4 0-52-16,4-3-84 0,-4 0-48 15,0-3-140-15,4-6-8 0,0 0-324 0,4-3-176 16,8-5-712-16,0 1-1196 15,0 7-3097-15,8-10-1087 0</inkml:trace>
  <inkml:trace contextRef="#ctx0" brushRef="#br0" timeOffset="114267.01">15347 15630 7656 0,'0'0'4733'0,"0"0"-2201"16,0 0-276-16,0 0-488 0,0 0-552 15,8 82-328-15,-8-65-352 0,0-5-292 16,0 1-244-16,0-4-12 0,-4-6-160 0,4 4-300 16,-4-7-332-16,4 4-188 15,-4-4-312-15,0 0-1384 0,-4 0-3601 16,1-4-2806-16</inkml:trace>
  <inkml:trace contextRef="#ctx0" brushRef="#br0" timeOffset="114417.717">15331 15465 6020 0,'0'0'3064'0,"0"0"-599"0,0 0-965 15,0 0 36-15,0 0 232 0,0 0-784 0,0 0-676 16,88 0-308-16,-69-6-544 0,6 2-648 16,-5-2-712-16,4 0-2457 15,-9 3-3943-15,6 3 8068 0</inkml:trace>
  <inkml:trace contextRef="#ctx0" brushRef="#br0" timeOffset="114712.641">15734 15624 1580 0,'0'0'9745'0,"0"0"-7861"16,0 0-776-16,0 0 228 0,0 0 244 0,11 80-244 16,-7-61-316-16,5 2-432 0,-1 1-212 15,-5 3-68-15,5-1-4 0,1-6-24 16,-2 1-76-16,1 1-68 0,0-1-63 15,1-4-13-15,-6 2 0 0,1-2 40 16,-4 1-40-16,4 0 0 0,-4 3 12 0,0-3 0 16,0 0-60-16,0 3 36 0,0 0-40 15,0-4-4-15,0 2-4 16,-4-4 0-16,0-1 8 0,1-2 44 0,-6-5 20 16,5-1 0-16,0 3 108 0,-4-4-44 15,-4 0-64-15,0-3-72 0,-3 0-80 16,2-3-368-16,-2-7-197 0,-5-6-71 0,3-5-128 15,-2-5-160-15,-1-3-884 0,-1-6-2276 16,6 7-2053-16</inkml:trace>
  <inkml:trace contextRef="#ctx0" brushRef="#br0" timeOffset="114885.057">15678 15370 1188 0,'0'0'9917'15,"0"0"-7853"-15,0 0 100 0,0 0 152 0,0 0-552 16,80-12-896-16,-57 5-600 16,1-3-268-16,0 1-64 0,4 0-204 0,-4-2-504 15,4 6-384-15,-5-2-520 0,-2 4-2160 16,-10 3-3365-16,2 0 1626 0</inkml:trace>
  <inkml:trace contextRef="#ctx0" brushRef="#br0" timeOffset="117069.633">20459 16386 3304 0,'0'0'0'0,"0"0"0"0,0 0 3904 16,0 0-1880-16,0 0-888 0,0 0-684 0,0 0 13 16,0 0 163-16,0 0 52 0,0 0-232 15,28-63-232-15,-28 59-128 16,0 4 28-16,0-3-28 0,0 3-24 0,0 0-12 16,0 0 112-16,0 0 192 0,0 0 216 15,0 0 132-15,0 0-188 0,0 0-164 16,0 0-112-16,0 0-40 0,0 0-40 15,0 0-24-15,0 0 16 0,0 0-28 0,0 0 0 16,0 0 24-16,0-4 76 0,0 4 48 16,0 0 72-16,0-2-96 0,0 2-52 15,0 0-48-15,0 0-48 16,0 0-52-16,0 0-36 0,0 0 60 0,0-4-72 0,0-2-36 16,0-3-36-16,0 2-16 15,3-5 16-15,-3-1-28 0,0 0 56 0,4 4 44 16,-4-7 0-16,0 3-4 0,0 1-44 15,0-4-4-15,0-1 40 0,0-1-84 16,0-1-176-16,-4-3 84 16,1-1 4-16,-1-6 24 0,0 1 36 0,0 0-12 15,0-1 132-15,-5 4 4 0,6-1 60 16,-5 3 28-16,4 4 36 0,-4 4-24 0,4 2 160 16,0 4-28-16,4 2-8 15,-4 1-40-15,4 3 24 0,0 3-60 16,-4 0-52-16,4 0-20 0,0 0 36 15,-4 0-100-15,0 0-8 0,0 0-4 16,1 3-100-16,-6 3-108 0,1 1 96 0,0-1 108 16,-4 7 4-16,4-1 4 0,0 7 4 15,1 3-8-15,3 4 64 0,-1 6 108 16,5 3-40-16,0 3 4 0,0 3-24 16,5 1-16-16,-1 5-48 0,0 1 16 0,-1 2-52 15,1-2 72-15,0 3-24 0,-4-7 28 16,4 1 32-16,-4-8 28 15,0 1-40-15,0-2-44 0,0-5-4 0,0-2-56 16,0-4-4-16,0-5-48 0,-4-5-28 16,4-4-44-16,0-5-76 15,0-4-256-15,0-2 12 0,0 0 72 0,0 0 60 16,0 0 132-16,-4 0 104 16,4 0 60-16,-4-2 4 0,4-2 4 0,-3-5-96 0,-5 2-24 15,-1-5-160-15,1-1 136 16,1 0 84-16,3 4 60 0,-5 2 4 15,9 4 176-15,-4 0 220 0,4 3-136 0,0 0-140 16,0 0-56-16,0 0-64 0,0 6-12 16,4 1 12-16,1-1 12 15,-1 7 96-15,0-4 16 0,0 5 0 0,-1-2 60 16,-3 1-60-16,0 2 60 0,0 1 12 0,0 3-88 16,-3 3-8-16,-5 4-100 15,-5 2-64-15,2 7-68 0,-2 0-64 0,2 3 120 16,-1 0 76-16,3-3 12 0,2-6 40 15,7-1 156-15,0 2-124 0,3-5-44 16,6 0-40-16,7-3 0 0,-5-6 32 16,6 0-32-16,-1-3-12 0,-1-4 8 0,2 1 4 15,-6-1-12-15,5 0-72 16,-7 1 12-16,2 0-148 0,2-1-152 16,-6-3-120-16,5 5-100 0,0-9-76 0,0 2-340 15,0-4-532-15,4 0-696 0,-1 0-841 16,2-6-1459-16,-6-5 208 15</inkml:trace>
  <inkml:trace contextRef="#ctx0" brushRef="#br0" timeOffset="117544.621">21447 16474 1384 0,'0'0'7124'0,"0"0"-4267"0,0 0-1049 16,0 0-488-16,0 0-20 0,0 0-272 15,0 0-332-15,0 0-64 0,0 0-212 0,-79-28-136 16,66 41-16-16,1 7 4 0,5 1 24 15,-1 10 32-15,-1 11 184 16,5 3 100-16,4 2-200 0,0 0-144 0,0 2-111 16,8-8-109-16,1-6-48 0,-1-10-92 15,7-6-65-15,-2-9-27 0,2-8-48 16,5-2 52-16,8-12-88 0,0-13-232 16,4-7-208-16,0-9-336 0,0-7-916 15,-4-3-1844-15,0 1-2001 16</inkml:trace>
  <inkml:trace contextRef="#ctx0" brushRef="#br0" timeOffset="117788.613">21753 15898 484 0,'0'0'5900'0,"0"0"-959"0,0 0-2825 16,0 0-508-16,0 0-148 15,0 0-164-15,-28 98-336 0,25-61-124 16,-1 9-164-16,0 1 24 0,0 0-220 0,4 7-172 15,-8 3-147-15,5-3-49 0,-2 4-108 16,-3-2-52-16,4-2-56 16,0-6-281-16,-3-4-171 0,7-5-52 0,0-11-36 15,0-6-52-15,0-9-224 0,11-9-640 0,6-4-620 16,-2-11-1064-16,5-7-2033 16,-4 2 457-16,8-16 4252 0</inkml:trace>
  <inkml:trace contextRef="#ctx0" brushRef="#br0" timeOffset="118040.606">21921 16542 4788 0,'0'0'824'0,"0"0"6077"0,0 0-5309 16,4 82-768-16,-4-50 244 0,0-1 344 16,0-1 48-16,0-9-368 0,4-5-480 15,8-3-200-15,0-10-72 0,8-3-240 16,4-3-92-16,0-10-8 0,4-6-76 16,-4-6-140-16,4-4-76 0,-5 0 24 0,-3 1 12 15,-3 2-4-15,-6 8 40 0,-3-1 124 16,-4 3 88-16,-4 2 8 0,0 2 64 15,-8 3 48-15,-3-3 68 0,-10 5 56 0,1 0 32 16,1 2 84-16,-2 5-84 16,1 0-96-16,1 5-16 0,-1 4-156 0,4 2-36 15,4 1-124-15,0-2-44 16,4-1-140-16,4-2-324 0,0-4-252 0,4 0-176 16,0 0-496-16,4-3-1412 0,8 0-2757 15,0-6-1043-15,16-16 6204 0</inkml:trace>
  <inkml:trace contextRef="#ctx0" brushRef="#br0" timeOffset="118319.669">22399 16300 1748 0,'0'0'7156'0,"0"0"-511"0,0 0-5201 15,0 0-724-15,0 0 352 0,-43 73 204 16,22-48-224-16,6 1-444 0,-5-4-295 16,8 4-117-16,3-7-64 0,2 0-84 15,7-3-48-15,0 0 4 0,0-4-4 16,12 1-44-16,0-7-16 0,3 4 48 0,5 0 4 15,1-5-52-15,-2 2 56 0,1-1 4 16,-3 1 4-16,2-1 44 0,-6 4 0 16,-2-1 124-16,-3 0 44 0,-4 1-60 15,-4 3 16-15,0-1 128 0,-8 5-68 16,-4-2-232-16,-4 1-124 0,-3-3-96 16,-5 0-116-16,3-4-164 0,-3-3-57 15,5-2-123-15,2-4-200 0,2-7-516 16,6-5-1184-16,2-4-1324 0,7-10-329 0,0 7-2483 15,7-16 5908-15</inkml:trace>
  <inkml:trace contextRef="#ctx0" brushRef="#br0" timeOffset="118953.697">22614 16519 3704 0,'0'0'600'16,"0"0"5560"-16,0 0-3135 0,0 0-661 16,80 0-464-16,-68 0-456 0,0 0-356 0,0-7-196 15,0 1-187-15,4-7-389 16,-1-1-200-16,2-6-116 0,3-2-156 0,-8 3-76 15,8-3 27-15,-9 2-99 16,1 0-148-16,-3 9 12 0,-2 1 76 0,-7 1 144 16,0 2 156-16,0 4 64 0,-7-1 64 15,-6 2 8-15,-2 2 184 0,-6 0-12 16,2 0-120-16,-5 6-16 0,4 7 76 16,-4 6-88-16,1 3 16 0,2 6 44 15,1 1-20-15,1 3-28 0,2 0-44 16,6-4-64-16,2-2-84 0,1-4-76 15,8-6-68-15,0-3-296 0,4-11-52 0,9 2 0 16,2-4 232-16,9-9 0 0,4-4-148 16,4-11-376-16,4 3-908 0,-1-8 32 15,6 4 1160-15,-5-4-836 0,-4 7-3169 16,-4 0 1465-16,-5 10 3124 0,-7 5 92 0,-4 7 3932 16,-8 0-999-16,-4 13-709 0,0 3 148 15,-8 6-544-15,0 0-676 0,-3 3-360 16,-2 4 52-16,5-3-155 0,4-1-53 15,1-3 168-15,3-3-452 0,7-3-224 0,1-3-164 16,0-4-56-16,4-6-84 16,4-3-12-16,0 0-16 0,-4-6 16 15,8-7 0-15,-5-2-12 0,2-7-112 16,-2-1 4-16,5-2-48 0,-3-8-76 0,-2 5-36 16,6-10 23-16,-6 0-23 0,5-9-88 15,1-4-168-15,2-7-288 0,-3-2-236 16,-4-3-8-16,-4 2 212 0,-1 8 432 15,-2 8 520-15,-9 10 568 0,4 16 332 16,-4 7 56-16,0 12-132 0,0 0-124 16,-4 2-76-16,4 11-184 0,-9 6-28 15,6 6-192-15,-1 8 12 0,0-2 60 0,0 7 313 16,4 1-9-16,-4 2-272 0,4 3-80 16,0-3-160-16,0 3-84 15,0-2-104-15,0-2-16 0,0 0-584 0,0-6-353 0,-4 1-147 16,-8-7-560-16,4-5-2820 15,-12 3-5089-15</inkml:trace>
  <inkml:trace contextRef="#ctx0" brushRef="#br0" timeOffset="124305.81">25076 16156 3208 0,'0'0'8237'0,"0"0"-6773"0,0 0-560 16,0 0-360-16,0 0 128 0,0 0 156 16,0 0-148-16,0 0-428 0,0 0-192 0,-95 49 40 15,76-30 24-15,-2-3 40 0,-3 3-40 16,4 1 12-16,-3-1 36 0,6-5 40 15,2-3 36-15,6-3 368 0,2-1-296 16,3-3-184-16,0-1-92 0,4 0-44 0,0-3-48 16,0 3-64-16,8 2-36 15,3 6 52-15,9-2-4 0,5 4-108 16,-1-4 48-16,-1 1 60 0,1-3 100 0,-4 2 0 16,-8 0 12-16,0 4 48 0,0-3 64 0,-8 6 160 15,0-4 36-15,0 4-48 16,-4 0-176-16,0-1-8 0,-4 5-40 0,-4-4 0 15,4 0 0-15,-4-3-48 16,-4-1 0-16,4-2 0 0,0-4 0 16,-4 0-164-16,-4-2 16 0,4-4-12 0,-4 3 0 15,0-3 48-15,1 0-48 0,-2-7-60 16,2-2-64-16,2-1-100 16,2 1-100-16,3-7-148 0,4 3-324 0,4-4-344 15,0-1-660-15,12-1-781 0,4-2-2199 16</inkml:trace>
  <inkml:trace contextRef="#ctx0" brushRef="#br0" timeOffset="124684.863">25192 16287 9952 0,'0'0'1981'0,"0"0"-865"0,0 0 168 16,12 89 168-16,-7-50-188 0,-5 5-296 15,4-3-336-15,-1-3-156 0,1-3-144 16,0-6-208-16,0-10-124 0,9-3-172 0,-6-7 60 15,5-6 40-15,4-3-344 0,0-3 120 16,4-9-112-16,4-11-224 16,-1-5-140-16,-3-4-72 0,1-3-72 15,-6 3 44-15,2-3 260 0,-6 4 140 0,-3 2 228 16,-3 1 244-16,-1 5 72 0,-4 1 160 0,0 4 112 16,0 1 344-16,-9 4 32 0,5 7 0 15,4 3-44-15,-4 3-184 16,4 0-92-16,0 9 20 0,0 7-120 15,-4 4 8-15,4 11 72 0,-4 1 16 0,1 6 132 16,-1 3 84-16,0-3-48 0,-1 1-248 16,5-6-184-16,0 0-132 0,0-4-72 15,0-10-88-15,5-4-144 0,-1-8-60 16,3-7-300-16,1 0-132 0,5-10 4 0,-2-5-212 16,5-8-756-16,0-5-808 15,1-7-1753-15,-6 10-827 0,5-19 2752 0</inkml:trace>
  <inkml:trace contextRef="#ctx0" brushRef="#br0" timeOffset="125068.659">25718 15798 5776 0,'0'0'1756'0,"0"0"860"16,0 0-1443-16,0 0 199 0,0 81 336 0,0-48-144 15,0 9-352-15,0 6-356 0,0 6-116 16,0-1 280-16,-4 5-396 15,-3-1-332-15,-6-2-292 0,5-5-12 0,-3-3-84 16,2-8-28-16,5-11 16 0,0-6 44 16,4-8 56-16,0-9-52 0,0-2-24 15,0-3-112 1,8 0-100-16,1-3 224 0,2 3 72 16,6-5 84-16,-2 0-84 0,5 3-48 15,-4 2 0-15,4-4-64 0,-4 4 52 0,0 0-8 0,-1 6 68 0,-6 4 172 16,-1-3 60-16,0 6-36 0,-5-1 36 15,-3 1-84-15,0 3-40 0,0-5 0 0,-3 6 16 16,-5-1-64-16,0-3 12 16,-4 3 28-16,-4-7-16 0,0 1-36 15,0-1-48-15,-4-3-36 0,5-2-120 0,-6-1-4 16,5-3-12-16,4 0-144 16,-3 0-136-16,2-7-176 0,6 1-148 15,3-3-112-15,4-1-416 0,4 1-812 0,11-4-2457 16,5 1-1267-16,1-1 3116 0</inkml:trace>
  <inkml:trace contextRef="#ctx0" brushRef="#br0" timeOffset="125474.2">26229 16393 704 0,'0'0'11513'0,"0"0"-9373"16,0 0-1104-16,0 0 372 0,0 0 156 15,-96 75-312-15,68-52-516 0,4 2-348 16,0-3-84-16,4 1-60 0,8-8-244 0,4-2-24 15,4-6-156-15,1-1-284 16,3-3 36-16,0-3 36 0,3 0-72 0,9 0 44 16,4 0 124-16,0 0 76 0,0-3-4 15,4-1 100-15,0 2 16 0,0 2 8 16,-1-3-12-16,-2 3 36 16,-6 0 64-16,1 0 4 0,0 3 8 15,0 3 48-15,-3 3 224 0,2 4 96 0,-3 6-8 16,0 0-80-16,0 3 28 0,-4 6-36 15,4 2-40-15,-8 1 84 0,4 4 16 0,-4 3-52 16,0 0 12-16,-4 1-48 16,0-4-36-16,0 0-4 0,-3-7-56 0,-2-2-3 15,5-8-33-15,-4-2-100 16,4-6 0-16,-3-1 72 0,-2-3-84 0,1-2-80 0,-3-2-92 16,-6-2-49-16,-3 0-19 0,1 0-16 15,-2-8-160-15,-3 2 40 0,1-8-64 16,-5-2-100-16,4 0-88 0,0-2-184 15,0-8-644-15,5 1-964 16,2-4-728-16,-2 1-1677 0,6 6-895 16,2-3 5384-16</inkml:trace>
  <inkml:trace contextRef="#ctx0" brushRef="#br0" timeOffset="126352.021">26611 16418 1152 0,'0'0'2556'0,"0"0"2288"0,0 0-3188 15,0 0-187-15,0 0-97 0,0 0 216 0,0 0-128 16,0 0-296-16,0 0-384 16,87 80-40-16,-71-49 108 0,4 10-52 15,-3 7-76-15,-6 2-100 0,-3 8-159 0,1-1-193 16,-9 3-136-16,0 1-84 16,0-1-36-16,-9-3-12 0,1-3-64 0,4-6-8 15,0-7-12-15,1-10-160 0,3-5-12 16,0-10-121-16,0-4-35 0,0-5-40 15,0-4-24-15,0-3-160 0,0 0-160 0,0-10 68 16,0-2-440-16,0-8-768 16,3-2-96-16,1-9 60 0,0-4-449 15,0-3-491-15,-4-6-1252 0,0-4 2744 0,0-3 1420 16,0-4 80-16,-4-1 12 16,0-1-28-16,0 0 236 0,1 2 1032 0,-2 11-656 0,5 6-116 15,0 8 4136-15,0 9-3216 16,8 9-8-16,0 1-507 0,4 5 7 15,4 4 36-15,0-2-80 0,0 4-148 0,4 0-116 16,0 0 16-16,-4 10-156 16,-1-1-68-16,-2 3-144 0,-2 5 20 15,-7-2 40-15,-4 5-4 0,0-1-48 0,0 3-124 16,-7 3-100-16,-5 1-92 0,-4-1 0 16,-1-2-4-16,-2-1-4 0,-1-6-120 15,0 3-84-15,0-6-172 0,0-1-12 16,4-2-40-16,-4-1-64 0,0-3 24 0,4 1 64 15,0-4 44-15,4 0-216 16,5-3-172-16,3 0-324 0,4-3-720 0,0-7-2149 16,4 4-2279-16,11-10 6068 0</inkml:trace>
  <inkml:trace contextRef="#ctx0" brushRef="#br0" timeOffset="126726.729">27683 16510 6492 0,'0'0'1960'0,"0"0"2937"0,0 0-3713 15,0 0-392-15,-21 66 344 0,18-44-44 16,-1 4-324-16,4-4-432 0,0-3-336 15,4-5-84-15,3-6 84 0,6-4 132 16,-2-2-132-16,6-2-172 0,2-9-200 16,1-3 0-16,1-8-172 0,2-5-152 15,-3 0-136-15,0-4-152 0,-4 4-260 0,0 0-56 16,0 2 284-16,-9 4 511 0,-2 0 505 16,-5 6 244-16,0 4 121 0,-12-1 251 15,-4 4 268-15,0 3 20 16,-4 0-116-16,-4 3-296 0,4 0-164 0,-4 9-140 15,5 1-188-15,-2 2-24 0,10 1-180 0,-6 4-60 16,10-9-188-16,3 5-604 0,0-3-964 16,-1-1-3485-16</inkml:trace>
  <inkml:trace contextRef="#ctx0" brushRef="#br0" timeOffset="126868.375">28014 16548 3208 0,'0'0'11013'0,"0"0"-9289"15,0 0-1056-15,0 0 180 0,83-32-192 16,-63 14-336-16,0-8-320 0,3 0-220 16,-3-2-660-16,1 3-648 0,-10 2-1540 15,1-5-3949-15</inkml:trace>
  <inkml:trace contextRef="#ctx0" brushRef="#br0" timeOffset="127128.588">28045 16218 3240 0,'0'0'8493'0,"0"0"-6969"15,0 0-1028-15,0 0-12 0,0 0 564 16,0 0-244-16,-20 73-200 0,20-48-192 16,8 7-16-16,1 0 176 0,-6 3 252 0,5 6-208 15,-4 1-288-15,4-2 4 16,-8 8-4-16,0-4 4 0,0 7-176 0,0-3-84 16,-4 3-72-16,-4-1 0 0,4-1-12 15,-3-5 4-15,2-3-64 0,-7-3-12 16,4-3-40-16,0-4-68 0,0-6-104 15,0-6 16-15,-3-5-24 0,2-5-152 16,-3-6-84-16,5-3 20 0,-10 0-112 0,2-7-360 16,-5-5-332-16,-1-7-676 15,2-2-813-15,-5-9-2443 0,8 5 444 0,-12-13 4604 16</inkml:trace>
  <inkml:trace contextRef="#ctx0" brushRef="#br0" timeOffset="128833.911">30503 15970 52 0,'0'0'2792'0,"0"0"2372"16,0 0-3196-16,0 0-239 0,0 0-81 15,0 0 28-15,0 0-316 0,0 0-300 16,0 0-160-16,0 0-24 0,5-3-32 0,-10 6-292 16,-7 4-116-16,1-1-288 15,-9 7-148-15,-5 2-96 0,-3 4 88 0,0 0-92 16,1 6 88-16,-1-1-48 0,0 1-88 15,-3 0 28-15,3 4-40 0,-4-1 16 16,4 4 44-16,-4-4 16 0,4 0 36 16,4 2 40-16,5-5 4 0,-6 0 4 0,9-2 48 15,4-4 0-15,5-4 36 16,-2-5 4-16,5-1-16 0,4-2 0 0,0-4 16 16,0 0-40-16,4-3 72 0,5 3 64 15,2 4 24-15,1-7-52 0,4 2 4 16,5-2 32-16,-6 0-56 0,5 0 45 0,0 5-93 15,0-3-84-15,-5 4 8 0,6 5 60 16,-5-3-60-16,-1 2-4 16,2 3 40-16,-6-4-48 0,6 4-4 0,-6-3-68 15,-3-1 64-15,5 1 4 16,-2-4-8-16,-3 1 0 0,1-2-36 0,-2-1-16 16,-3-1 4-16,4-3-145 0,-8 3-159 15,4-3-148-15,0 0-148 0,-4 0-148 16,4 0-28-16,0-3-116 0,0 0-432 0,4-3-660 15,-4 3-1036-15,0-4-1837 16</inkml:trace>
  <inkml:trace contextRef="#ctx0" brushRef="#br0" timeOffset="129276.933">30982 16018 7504 0,'0'0'2204'0,"0"0"693"0,0 0-1697 16,0 0-400-16,0 0 876 0,0 0-256 15,0 0-496-15,0 0-528 0,0 0-240 16,0 0-156-16,0 0-4 0,-81 38 0 16,53-13 8-16,-3 3 52 0,-1 5 152 15,0 2 36-15,0 6 4 0,-4 3 32 16,8 0 60-16,-3 4 88 0,6-4-124 0,6-2-156 15,3-8-68-15,8-8-80 0,8-10 0 16,0-3 36-16,12-7-36 0,8-3-144 16,4-3-28-16,4-3-24 15,8-9-24-15,-1-5-96 0,1-2-36 0,0 0 108 0,-4 0 96 16,-8 3 140-16,0 4-92 0,-8 2 92 16,-4 4 4-16,-4-1 4 15,-5 7 8-15,-3-2 92 16,0 2 108-16,0 0 132 0,-3-3-180 0,-5-1-160 15,-4 1 8-15,-4 0 80 0,-1-4-88 0,-6 7-184 16,3-3 60-16,-4 3-72 0,1 0 0 16,-1 7-36-16,0-1-48 0,3 4-76 0,2-4-76 15,6 0-172-15,2 1-280 16,7-4-480-16,0 0-544 0,4-3-1065 16,4 0-2323-16,0-6-160 0,16-7 5397 15</inkml:trace>
  <inkml:trace contextRef="#ctx0" brushRef="#br0" timeOffset="129556.131">31249 16180 80 0,'0'0'11341'0,"0"0"-9789"16,0 0-560-16,0 0 576 16,0 0-188-16,0 0-412 0,0 0-336 0,83 31-228 15,-63-24-168-15,-4-4-64 0,4 0-28 16,-4 0-32-16,3 0-28 0,-2 4 28 15,-2-1-100-15,-2 0-4 0,-5-3 40 0,-1 4-36 16,-3 2 148-16,-4-3-12 16,0 4-40-16,-4-1-56 0,-7 8-40 15,-6-1-12-15,-2 0-96 0,-5 5 12 0,-4 2-40 16,0-1-48-16,0 0-36 0,0-3-308 16,0-3-36-16,-4 0-176 15,4-4-328-15,5-1-476 0,-5-9-816 0,4 2-1757 16,7-4-1907-16</inkml:trace>
  <inkml:trace contextRef="#ctx0" brushRef="#br0" timeOffset="130136.258">30141 15672 3656 0,'0'0'1328'15,"0"0"4556"-15,0 0-3459 0,0 0-665 16,0 0-300-16,0 0-80 0,0 0-320 0,0 0-260 0,0 0-224 16,-16 7-92-16,28-5-20 0,4 1 0 15,12 0-51-15,7 1 287 0,5 3-156 0,0-5-180 16,4 2-60-16,0-2-136 16,4-2-24-16,4 0 0 0,4 0-60 15,3 0 0-15,5-2-84 0,0-9 12 0,3 2-12 16,5-1 0-16,0-2-72 0,0-1-48 15,-1 1 48-15,-7-1-168 16,-8 4-40-16,-8-1-20 0,-16 3-16 0,-9 5-8 0,-11-3-64 16,-4 5-144-16,-4 0-101 15,-4 0-235-15,0 0-440 0,0 0-828 16,0 5-1976-16,0-3-1837 0,-4-2-1102 0</inkml:trace>
  <inkml:trace contextRef="#ctx0" brushRef="#br0" timeOffset="130759.319">31754 16338 10132 0,'0'0'2033'0,"0"0"-705"15,0 0-260-15,0 0 140 0,0 0-252 0,0 0-444 16,0 0-188-16,100-22-52 0,-60 10-52 16,-4 1-220-16,0 2 0 15,-8-3-520-15,0 5-276 0,-4-2-196 0,-9 2-168 16,-3 4-760-16,-7 3-2321 0,-5 0-3527 0</inkml:trace>
  <inkml:trace contextRef="#ctx0" brushRef="#br0" timeOffset="130934.724">31874 16459 1688 0,'0'0'1732'0,"0"0"4064"0,0 0-3639 15,0 0-529-15,0 0 128 16,0 0-132-16,0 0-480 0,0 0-436 0,99 39-252 16,-67-53-240-16,4 2-216 0,1-8-432 15,2-2-668-15,1-3-904 0,-12 6-2368 0,7-13-3953 16</inkml:trace>
  <inkml:trace contextRef="#ctx0" brushRef="#br0" timeOffset="131320.405">32531 16059 1044 0,'0'0'10777'0,"0"0"-8785"15,0 0-1004-15,0 0 308 0,100-16 28 0,-68 13-468 16,4 3-324-16,4-3-252 0,3-1-84 15,-2 4-72-15,-2-3 84 0,-3 3-148 16,-8 0-60-16,-4 0-180 0,-13 3 8 16,-2 4 24-16,-9 2-48 0,0 7 196 0,-12 0 64 15,-9 9-28 1,-2-2-36-16,-1 4-48 0,-8 6 40 0,0-1 4 0,1-1 4 16,-1 1-64-16,-4 3-8 0,-1 2 68 15,5 0 0-15,-3-3 4 0,3 1 4 16,0 1 108-16,4-3 72 0,9-3-12 15,-1-5-12-15,8 0 8 0,7-6-56 0,5-3-40 16,0 0 4-16,13-3 144 0,2-1 244 16,2-1 180-16,7-3-268 15,4-2-143-15,0 1-37 0,3-7-64 0,5 0-12 16,-4-2-72-16,4-9-48 0,-1 3-60 16,-3-9-304-16,4-2-221 0,-4 3-131 15,0-6-104-15,-4 3-212 0,0 0-476 16,0 0-1356-16,-8 3-2285 0,-1-4-2183 15</inkml:trace>
  <inkml:trace contextRef="#ctx0" brushRef="#br0" timeOffset="131567.59">33161 16268 820 0,'0'0'9640'0,"0"0"-7547"15,0 0-1161-15,-80 58-244 0,48-33 776 16,4-3-84-16,-4 7-412 0,4-4-316 16,0 0-220-16,0 4-112 0,-3 0-28 0,-1-1-132 15,0 1-156-15,-4 0-4 0,1-1-72 16,-1-3-76-16,0 1-452 0,0-1-140 16,5-6-128-16,3-3 60 0,4 0-360 15,3-9-400-15,10-4-964 0,3-3-1837 16,3-3-1619-16,5-17 5884 0</inkml:trace>
  <inkml:trace contextRef="#ctx0" brushRef="#br0" timeOffset="131985.321">32404 15862 10804 0,'0'0'2077'0,"0"0"-1081"0,0 0-72 16,0 0 108-16,0 0-128 0,28-83-504 0,-8 52-252 15,-5-5-136-15,10 3-12 16,-1-6 52-16,-5 4-40 0,5 3 64 15,-8 3 32-15,4 4 92 0,-8 6 12 0,0 3-28 16,0 0-24-16,-4 7 148 0,0-1 160 16,-4 4-48-16,0 3-176 0,-1 0-60 15,6-1-16-15,-5 1-44 0,-4 3-64 16,8 0-52-16,-1 0-8 0,6 7 4 0,-1 5 60 16,8 1 104-16,-1 9 88 0,5 6-12 15,0 4-120-15,1 1-124 16,-1 5-76-16,3-1-20 0,-3-2-36 0,4 1-164 15,0-5-192-15,0-2-136 0,4-4-124 16,-1-3-192-16,5-3-860 0,-12-9-2828 16,12 3-4677-16</inkml:trace>
  <inkml:trace contextRef="#ctx0" brushRef="#br0" timeOffset="132766.193">33348 15414 468 0,'0'0'2556'16,"0"0"3864"-16,0 0-4043 0,0 0-957 0,0 0-556 16,0 0-192-16,0 0-104 15,0 0-508-15,20-63-60 0,-4 44-124 0,4-1 72 16,0 1 52-16,0 7 56 0,-9 3 68 16,6 5 92-16,-9 4-40 0,-1 0 0 15,2 6 216-15,-1 7 92 16,-4 4-120-16,3 5 8 0,-3 3-148 15,-4 7-88-15,0 3-84 0,0 2-52 0,0 5-12 0,-4 2 8 16,-3 6 0-16,-1 2 4 16,-9 3 4-16,-2 1 0 0,-1 1 56 15,-4 0-48-15,0-2 4 0,8-8-12 0,4-2 80 16,4-11-84-16,4-9 0 0,4-8-12 16,4-2-76-16,4-9 80 15,4 1 4-15,0-3-68 0,0-1 8 0,0-3-60 16,4 0 0-16,-4 0 120 0,-4 0 4 0,4 0 152 15,-8 3-4-15,0 3 36 16,4 7 312-16,-5 0 116 0,1 6-256 0,0 3-172 16,-4 3-92-16,5 4-92 0,3-4 0 15,-4 4-48-15,7-1 0 0,2 4 36 16,-2 0-36-16,2-4-4 0,2 4 52 16,-7-1 12-16,1 2 48 0,-2 2 36 0,-3 0-92 15,0-4-4-15,-4 1-4 16,0 0-4-16,-4-4-52 0,-3 4-12 0,3-3-40 15,-9-1-60-15,5 1-172 0,-3-1 248 16,-2-2-4-16,-2-5-96 16,2 2-124-16,2-4 36 0,-2 0-4 0,-2-3-32 15,3-6-388-15,-4-1-512 0,4-2-652 0,-4-7-1141 16,4 3-2759-16</inkml:trace>
  <inkml:trace contextRef="#ctx0" brushRef="#br0" timeOffset="137917.751">25117 17854 9700 0,'0'0'3165'0,"0"0"-1269"15,0 0-840-15,0 0-252 0,0 0-180 0,0 0-140 16,0 0-152-16,0 0-96 0,0 0-12 15,0 0 84-15,0 0 60 0,-84 63 124 16,72-51-128-16,-8 4-92 0,0 3-28 0,1 3-88 16,-5 0-32-16,-1 0-28 0,1 4-36 15,-4-3-12-15,0-1 4 16,5 3-44-16,-1-6 4 0,4 0-12 0,1-3 4 16,2-1-4-16,9 2 0 0,0-5-12 15,4 4 12-15,0 0 40 0,4 3 32 16,0-3-64-16,8 3 40 0,0 0 24 0,4-3-60 15,1 0 64-15,-2-7-4 16,-3 1 36-16,8-1 28 0,-4-6 45 0,4 0-33 16,0 1 44-16,4-4-8 0,-5 0-64 15,6 0-72-15,-1-4-40 16,-1-2 0-16,1-3-8 0,-4-4-40 0,0 1 40 16,0-1 8-16,-4 0-8 0,0 1-4 15,-4-1-8-15,0 0-84 16,-4 3 84-16,0-3 8 0,-4 4-84 0,0-1 4 0,0 4 76 15,-4-4-124-15,-4-2 12 16,-4 5-16-16,0-2-57 0,-4 3-39 16,4-1 60-16,-8 1 4 0,5 6-76 0,-2 0-96 15,2 0-16-15,-2 0-132 16,2 3-88-16,2 3-76 0,2-2-304 0,3-1-580 16,-1 0-544-16,2 0-1033 0,3 1-1411 15,0-4-1767-15</inkml:trace>
  <inkml:trace contextRef="#ctx0" brushRef="#br0" timeOffset="138494.562">25411 17487 3056 0,'0'0'5424'0,"0"0"-1347"0,0 0-2685 16,0 0-356-16,0 0 20 0,13 77 184 16,-9-55-284-16,3 4-340 0,-3-1-164 0,0 0-120 15,-4 4-36-15,0-1-52 0,0-2-72 16,0 6-40-16,-8-4-20 0,1 1-28 15,-2-7-36-15,5-3 0 0,0-10 16 16,4-2-64-16,0-7-52 0,0 0-20 16,0 0-12-16,4-7-112 0,5-2-184 0,2-10 248 15,5 0 128-15,0-6-48 0,5-4-68 16,-6 0-52-16,5 1 112 16,-4 6 48-16,0 2 0 0,-4 4-4 0,0 7-32 15,-4 4 0-15,0 0 0 0,-5 5 36 16,5 0 12-16,-3 7 172 0,3 2 96 15,-1 7 12-15,-3 1-144 0,4 2-88 0,-8 0-48 16,5 3-96-16,-1 0-124 16,-4 3-184-16,0 0-444 0,0-1-304 15,-4-6-952-15,-5-3-2569 0,-2 4-4443 0</inkml:trace>
  <inkml:trace contextRef="#ctx0" brushRef="#br0" timeOffset="138983.634">24408 18030 6384 0,'0'0'2584'0,"0"0"1637"0,0 0-2533 16,0 0-480-16,0 0-120 0,0 0-208 16,0 0-620-16,0 0-260 0,-45 68-44 15,34-47-32-15,-6-2-20 0,2 7 20 16,-1-4 72-16,0 4-4 0,-4-5 8 15,0 5 8-15,-3-4 56 0,-2 3-16 16,1 0-36-16,0-1 88 0,5 1-16 0,-1-3 92 16,3-3-16-16,6 0 36 0,3-3-36 15,0-3-80-15,8 2-76 16,0-1 0-16,4-2 96 0,4 1-100 0,7 2 4 16,2-2-4-16,3 3 60 0,3-3-56 0,5 3 8 15,4-4 0-15,0 1-12 16,3 3-4-16,-2-4-56 0,-1 1-136 0,-5-2-308 15,6 0-28-15,-1-4-200 0,3 0-204 0,1-7-372 16,4 0-776-16,-5 0-705 16,14-14-3015-16</inkml:trace>
  <inkml:trace contextRef="#ctx0" brushRef="#br0" timeOffset="139254.633">25583 18079 1188 0,'0'0'12305'0,"0"0"-10153"0,0 0-1084 0,0 0 236 16,0 0-168-16,92 72-220 15,-64-56-464-15,4 0-328 0,3 0-112 16,1-3 120-16,0-1 64 0,-1 4-184 16,-3-2 76-16,-4-6 164 0,-8 5-244 15,-8-1 0-15,-3 2-4 0,-9-2-4 0,0 6-4 0,-13 2-56 16,-2 2 0-16,-6 0-36 15,-3 2-112-15,-8-3-156 0,1 1-140 16,-9 0-156-16,1-2-200 0,-10-5-216 0,-3-3-300 16,-4-1-428-16,5-5-736 15,-5-3-1853-15,13-3-2958 0</inkml:trace>
  <inkml:trace contextRef="#ctx0" brushRef="#br0" timeOffset="139717.709">23929 17729 2540 0,'0'0'8352'16,"0"0"-5927"-16,0 0-613 0,0 0-440 15,0 0-80-15,0 0-216 0,0 0-216 16,0 0 252-16,100-12-516 0,-76 5-171 15,8 1-85-15,-1 3-36 0,5 0-52 0,0-4-8 16,8 0 8-16,4 2-108 16,7-2 4-16,1-3-88 0,8 2 0 0,8-9-52 15,8 1-8-15,4 0-4 0,11-6-44 16,4 0-12-16,1 3 48 16,0-4-84-16,0 4-16 0,-9 3-80 0,-8 0-48 0,1 2-184 15,-11 0-28-15,-6 1-105 0,-12 1-75 16,-3 2-116-16,-7 0-32 15,-10 1-156-15,-3-1-192 0,-8 4-512 0,-8 0-436 16,-5 0-577-16,-2 2-1323 0,-9 1-2744 16</inkml:trace>
  <inkml:trace contextRef="#ctx0" brushRef="#br0" timeOffset="150749.541">20161 4029 1684 0,'0'0'3180'0,"0"0"1972"0,0 0-3579 16,0 0-421-16,0 0-80 0,0 0 320 15,0 0 16-15,3-26-212 0,-3 26-224 0,0 0-232 16,0 0-192-16,0 0-108 0,0 0-60 16,0 0-76-16,4 4-96 15,0 2-16-15,4 7 40 0,4 3 109 0,0 6 131 0,-1 9-244 16,6 2-44-16,-6 1-28 15,-2 5-84-15,-1 2-60 0,-4 1 48 16,0-2-52-16,-4 2-8 0,0-5-4 0,0-2-68 16,0-3 64-16,0 0 8 0,0-3-12 15,0-7-60-15,0 0 12 0,0-6-84 16,0-4-28-16,0-5-104 0,3-4-40 16,-3 0-145-16,0-3-99 0,4 0-60 15,-4 0-80-15,4-6-220 16,1-1-388-16,-1-2-528 0,4-3-120 0,-1-9-268 15,2 2-297-15,-5-2-387 0,-4-8 2324 16,0 4-2232-16,0 0 1264 0,0-1 1552 16,0 6 260-16,0 2 316 0,0 1 780 15,0 9 3852-15,4 1-3500 0,0 7-187 16,-1-4-345-16,5 4 32 0,1 0 68 0,2 0-220 16,5 0-160-16,4 0-4 0,0 4-240 15,0-4-184-15,4 0-104 0,4 0-116 16,-4-4-68-16,4-2-112 0,0 1-68 0,0-5-8 15,-1 0-128-15,1-3-120 0,-4 4-380 16,0-1-204-16,-4-2-284 0,0 2-340 16,-4 1-936-16,-4-1-2301 0,-9 4-2467 15,1-3 6552-15</inkml:trace>
  <inkml:trace contextRef="#ctx0" brushRef="#br0" timeOffset="150941.261">20718 4048 756 0,'0'0'9380'0,"0"0"-7975"0,0 0-393 16,0 0-104-16,0 0 372 16,-9 64-32-16,6-39-244 0,3 4-324 0,0 1-160 15,0 3-148-15,0 5-40 16,0 4-136-16,0-2-96 0,0 7-100 16,0 2-88-16,0-5-8 0,0-5-248 0,0-6-412 0,0-3-172 15,3-5-252-15,6-6-500 16,-1-3-1545-16,-4-7-4247 0,-4-2 4852 15</inkml:trace>
  <inkml:trace contextRef="#ctx0" brushRef="#br0" timeOffset="151920.283">19104 4698 1228 0,'0'0'12'0,"0"0"8852"15,0 0-7211-15,0 0-565 0,0 0-272 16,0 0 364-16,0 0-24 0,0 0-276 15,0 0-408-15,0 0-176 0,0 0 28 16,-36-28-188-16,21 25 124 0,-5-4-40 16,-1 4-24-16,2 3-36 0,-9-3 52 0,-4 3-28 15,0 0-112-15,-3 0 88 0,-2 0-100 16,-6 0 44-16,3 0-100 0,-4 0-4 16,-8 3 0-16,0-3-8 15,-4 0-240-15,-3 0 244 0,3 0 4 0,-4 0 12 16,5 0-12-16,-1 0-12 0,-8 0 12 15,4-3 0-15,-3 0-84 0,-6 3-28 0,2-3 112 16,-5 0 52-16,5 0 56 0,-6-1-108 16,2 4-40-16,0-3 28 15,-6 3 12-15,2 0-44 0,-1 0 44 0,1 0 0 16,-2 0 12-16,2 0 48 0,0 0 64 16,-1 0-4-16,4 0 76 0,-4-3-120 15,1 3-4-15,-2 0 12 0,2-3 40 16,-5 3-124-16,5 0 48 0,-5-3-48 15,-3 3 0-15,-1-3 8 16,0-1-8-16,0 1-72 0,-3 0 72 0,3 0 60 0,-4 0-48 16,4-1-12-16,1-2 0 15,-1 3 8-15,-3 0-8 0,3 0-72 0,1-1 64 16,-1 2-104-16,-4-2 40 0,0 1-64 16,0 0-20-16,2 3-104 0,-6-4 200 0,0 4 48 15,4 0 8-15,1 0-20 16,-1 0 24-16,0 0 4 0,4 4 8 15,1-4 60-15,3 3-76 0,1-3 4 16,3 3 0-16,0 1 0 0,0-2-56 0,5 2 48 16,-1-1-200-16,0 0 120 0,4-3 40 15,1 3 40-15,3-3-16 0,4 0 24 0,4 0 52 16,1 0-52-16,2 0 0 16,6 0 8-16,4 0 80 0,-2 0-88 15,6 4-52-15,3-4 52 0,4 0-48 16,0 2 36-16,4-2 12 0,0 0-12 15,4 0-88-15,4 4 92 0,1-4 8 0,2 3 24 16,2-3 28-16,2 0-44 0,2 0 0 16,3 3 64-16,-1-3-60 0,6 0-4 15,-5 0 0-15,4 0-8 0,0 0-8 16,4 0-76-16,-4 0-64 0,-1 0-112 16,5 0-148-16,-3-3-272 0,3-4-400 15,-4-5-952-15,4-4-1124 0,0 0-2865 0,7-15 2117 16</inkml:trace>
  <inkml:trace contextRef="#ctx0" brushRef="#br0" timeOffset="152254.063">13013 4159 5804 0,'0'0'7061'0,"0"0"-6029"0,0 0-880 0,0 0-148 0,0 0 404 16,0 0 196-16,0 0-300 0,0 0-164 0,-56 7-28 15,28 2-64-15,-4 7-40 16,-4 3 156-16,0 6-36 0,-4 0 108 0,0 4-120 16,1 3 24-16,-2 0-68 0,-2 3-8 0,3 0 72 15,-4 6-124-15,4-3-12 16,1-4 4-16,2 5-4 0,5-7 0 16,4-4 0-16,9-3 12 0,3-1 160 0,4-6-60 15,8-3 64-15,4 2-28 0,8-2 12 16,12 2 140-16,3-2 180 0,14 7-36 0,3-2-136 15,3 5-88-15,9-3-96 16,-4 0-124-16,4 0-36 0,-4 4-28 0,-1-5-20 16,-3-1-360-16,-8-4-368 0,4 0-420 15,-16-6-968-15,8-4-3509 16</inkml:trace>
  <inkml:trace contextRef="#ctx0" brushRef="#br0" timeOffset="155261.179">8737 4756 992 0,'0'0'728'16,"0"0"-720"-16,0 0-8 0,0 0 168 16,0 0 68-16,0 0-160 0,0 0-72 15,0 0 4-15,0 0 8 0,0 0 804 16,0 0 160-16,0 0-332 0,0 0-244 0,0 0-24 16,0 0 8-16,0 0-128 15,0 0-260-15,0 0-216 16,0 0-68-16,0 0 88 0,0-3 40 15,0 3 156-15,0 0 24 0,0 0-24 0,0 0-168 16,0 0-156-16,0-4 36 0,-3 4 208 16,3 0-8-16,0 0-160 0,0 0-248 0,-5 0-328 15,1 0-284-15,0 0 716 16,0 0 172-16,0 0 0 0</inkml:trace>
  <inkml:trace contextRef="#ctx0" brushRef="#br0" timeOffset="155968.427">7310 4077 5368 0,'0'0'7453'0,"0"0"-6141"15,0 0-652 1,0 0-80-16,0 0 616 0,0 0-116 0,0 0-128 0,0 0-152 15,0 0-176-15,0 0 36 0,0 0-148 16,0-23-184-16,9 20-36 0,-1 0-87 16,12-3-9-16,-1-1 36 0,9-2-28 0,4 2-12 15,4 1 16-15,4 0-88 0,4 0-80 16,8-1-40-16,-1-5 0 0,9 1-4 16,0-4 0-16,3-1 4 0,6 0-48 15,-5-3-132-15,-1 0-184 0,1-3-60 0,-4 3 23 16,-4 0-111-16,-5 3-72 15,1 2-88-15,-9 2-136 0,2-1-524 16,-10 7-1192-16,-10 0-2561 0,3-1-3103 0</inkml:trace>
  <inkml:trace contextRef="#ctx0" brushRef="#br0" timeOffset="164349.23">7331 4359 9912 0,'0'0'2101'0,"0"0"-1281"16,0 0-452-16,0 0-76 0,0 0 204 16,0 0 1124-16,0 0-640 0,0 0-368 0,80-10-68 15,-52 10 160-15,7 0-88 0,1 0-100 16,4 0-100-16,4-3-112 0,-4-1-84 0,3-2-84 16,-2 1-64-16,-2-5-72 15,-7 0-8-15,0-3-100 0,0 1-40 16,-4-1-292-16,-4-3-48 0,-1 1-4 0,-7 2-260 15,-4-3-324-15,-3 4-792 0,-6 2-1300 16,-6 1-2521-16</inkml:trace>
  <inkml:trace contextRef="#ctx0" brushRef="#br0" timeOffset="164582.92">7557 4359 5228 0,'0'0'2108'0,"0"0"-484"15,0 0-176-15,-4 79 85 0,4-47-205 0,0 7-160 16,9 5-120-16,-1 4-228 0,0 5-160 16,-1 4-60-16,6 4-56 15,-2 2-296-15,-3 5-88 0,1-5-88 0,2 0 4 16,-3-6 44-16,1-3-120 0,-1-6-44 0,-1-7 32 16,-3-9-148-16,4-7-64 15,-3-8-344-15,-1-9 60 0,-4-2-116 16,3-6-80-16,1 0-76 0,-4-6-192 0,4-7-532 15,0 1-937-15,0-23-2363 16</inkml:trace>
  <inkml:trace contextRef="#ctx0" brushRef="#br0" timeOffset="164844.422">7641 4496 6140 0,'0'0'2132'0,"0"0"-732"15,0 0-176-15,0 0 205 0,0 0 87 16,0 0-276-16,0 0-272 0,28 65-136 16,-20-35-100-16,5 5-152 0,-6-1-84 15,5 4-176-15,0 4-76 0,0 6-72 0,-4-1-36 16,0 4 24-16,-4 3-152 16,0 0-8-16,0 0 0 0,-4-4-4 0,4-5-120 15,-4-7-12-15,4-6-60 0,-4-7-12 16,0-9-88-16,0-6-24 15,0-10-124-15,0 0-236 0,0 0-268 0,0-7-176 16,0-2-444-16,0-10-812 16,0 6-1757-16,-4-15-1323 0</inkml:trace>
  <inkml:trace contextRef="#ctx0" brushRef="#br0" timeOffset="165010.07">7645 4953 8552 0,'0'0'1968'0,"0"0"-835"0,0 0-441 16,0 0 88-16,0 0 24 0,0 0 296 15,0 0-232-15,0 0-240 0,101-6-304 0,-75 8-24 16,6-2-88-16,0 0-212 0,5 0-12 16,-5 0-300-16,3 0-512 15,-3 0-248-15,4-2-408 0,-12 2-1457 0,12 0-3927 16</inkml:trace>
  <inkml:trace contextRef="#ctx0" brushRef="#br0" timeOffset="165352.332">8283 4911 11309 0,'0'0'1564'0,"0"0"-836"16,0 0 260-16,0 0 624 15,-99 48-200-15,78-22-336 0,1 5-412 0,5 1-296 16,7 4-40-16,-1-6-180 0,9-1-72 16,0-4-76-16,5-2-156 0,3-7-80 15,-1-7-128-15,5-2-68 0,4-7 88 0,-4-3 196 16,4-7-172-16,5-6-248 15,-6-6-4-15,2 0-12 0,-2 0 76 16,-3-1 72-16,-4 4 56 0,0 3 128 0,0 7 88 16,-1 2 76-16,-2 4-128 0,-1 3 176 15,0 3 40-15,0 7 504 0,0 5 0 16,-1 4-88-16,1 4-48 0,5 3-44 16,-5 5 12-16,4 1-200 0,-5 3 128 15,5-1-68-15,1 4-132 16,-5 4 60-16,0-4-76 0,-1 3-48 0,1-2-40 15,0-1-36-15,0-6-108 0,-4-1-352 0,5-6-52 16,-5-8-268-16,0-5-92 0,4-5-1124 16,-4-7-2449-16,0-4-2211 0</inkml:trace>
  <inkml:trace contextRef="#ctx0" brushRef="#br0" timeOffset="167957.954">8605 3184 5320 0,'0'0'1940'16,"0"0"-1344"-16,0 0-156 0,0 0 1992 16,0 0-579-16,0 0-453 0,0 0-248 0,60 83-172 0,-47-52 24 0,2 5-112 15,-2 1-236-15,6 8-204 16,-7 6-192-16,4 3-88 0,0 2 0 16,-4-4-172-16,-1-2 0 0,2-8-76 15,-2-11 16-15,2-8 0 0,-5-7-112 0,-4-6-236 16,3-4-268-16,-7-3-328 15,4-3-324-15,1 0-628 0,-5-3-1088 0,0-10-3393 16</inkml:trace>
  <inkml:trace contextRef="#ctx0" brushRef="#br0" timeOffset="168132.398">8848 3588 10076 0,'0'0'1521'0,"0"0"-1085"0,0 0 244 16,0 0 924-16,0 0 120 15,0 0-384-15,88-4-436 0,-68 2-384 16,0-3-240-16,0-1-268 0,-4-2-12 0,4-3-120 16,0-1-164-16,-5-1-360 0,6-2-484 15,-5-5-504-15,-4 7-1264 0,-1-9-3613 0</inkml:trace>
  <inkml:trace contextRef="#ctx0" brushRef="#br0" timeOffset="168332.707">9099 3321 4852 0,'0'0'5360'0,"0"0"-4135"0,0 0-569 0,0 0 380 15,0 0 488-15,0 0-188 0,0 0-360 0,17 82-328 16,-6-56-140-16,2 5-76 0,-2 4 60 16,6 7-64-16,-6-2-180 15,6 6-248-15,-6 1-44 0,1 0-124 0,0-1-460 16,0-6-248-16,1-5-168 0,2-3-208 15,-7-10-556-15,4-9-1189 0,0-4-3391 16</inkml:trace>
  <inkml:trace contextRef="#ctx0" brushRef="#br0" timeOffset="168555.036">9546 3959 15605 0,'0'0'2372'0,"0"0"-2028"15,0 0-96-15,0 0 144 0,84-38 444 16,-61 22-4-16,1-3-676 0,-4 0-156 0,5 3-244 16,-2-3-340-16,1 3-372 0,-4 3-504 15,-8 6-980-15,-5 5-2905 0,-7 2-3843 16</inkml:trace>
  <inkml:trace contextRef="#ctx0" brushRef="#br0" timeOffset="168702.585">9561 4121 3604 0,'0'0'7529'0,"0"0"-6257"0,0 0-1028 0,0 0 408 16,0 0 884-16,0 0-52 0,0 0-400 15,0 0-476-15,0 0-76 0,80-7-280 0,-52-2-252 16,0-4-392-16,0-6-636 0,4-3-600 15,-8 6-1580-15,12-12-5849 0</inkml:trace>
  <inkml:trace contextRef="#ctx0" brushRef="#br0" timeOffset="169134.107">10403 2838 14513 0,'0'0'1688'0,"0"0"-1232"0,0 0-396 16,0 0 700-16,0 0 340 16,0 0-68-16,0 0-960 0,0 0-72 0,0 0-96 0,-76 92 96 15,60-40 84-15,0 4-20 0,4 4-56 16,-4 0-8-16,4-2-136 15,4-10 64-15,5-14 72 0,-2-5 24 0,5-12-24 16,0-9-172-16,5-1-100 0,2-3 76 16,1-4 24-16,5 0-36 0,2-4-64 15,-3-3-24-15,8 1-16 0,-4 6-8 16,0 0 96-16,0 6 224 0,3 11 84 0,-2 5 164 16,-2 10 112-16,2 5 180 15,-6 8 140-15,2 6-228 0,-2 0-96 16,-3-1-100-16,1 5-84 0,-2-8-172 0,1 1-44 15,0-10-80-15,-4-4 52 0,4-4-36 16,0-5-40-16,0-10-108 16,-4-1 8-16,0-6-204 0,0-4-116 0,0-1-200 0,0-3-264 15,0 0-584-15,-4 0-1096 16,8-10-3173-16</inkml:trace>
  <inkml:trace contextRef="#ctx0" brushRef="#br0" timeOffset="170315.822">11008 3194 5944 0,'0'0'612'0,"0"0"348"0,0 0 3325 16,0 0-2533-16,0 0-484 0,0 0-448 15,0 0-64-15,0 0 16 0,0 0-124 0,0 0-228 16,-40-38-136-16,36 38-76 0,-3 0-36 15,-1 2 24-15,-1 9-84 0,1 2-52 16,-3 5 28-16,2 8-16 0,1 5-24 16,1 7 76-16,7 1 24 0,0 4 36 0,0-1 0 15,0-1-100-15,7-6-24 0,1-7 4 16,5-9-52-16,-2-5-12 0,2-7 0 16,2-5-136-16,-3-2 24 0,8-9 112 15,-3-5 180-15,2-5-180 0,-3-2-172 16,0-2-228-16,0-5-116 0,-4 0-52 15,0 1 28-15,-4 6 44 0,0-2 148 16,-1 5 84-16,2 5 92 0,-5 6 60 0,4 2-40 16,-1 5 152-16,1 0 64 0,5 5 260 15,-2 4-176-15,2 5 4 16,-2 1-4-16,1 2-48 0,4-2 48 0,-4 1-56 16,4-3-92-16,-4-3-88 0,0-4-60 15,0-3-212-15,0-3-440 16,0 0-800-16,0-3-744 0,-5-7-1981 0,2-2-1647 15</inkml:trace>
  <inkml:trace contextRef="#ctx0" brushRef="#br0" timeOffset="170632.806">11662 2832 888 0,'0'0'10269'0,"0"0"-8757"0,0 0-1320 15,0 0 280-15,-28 76 724 16,15-44 224-16,6 3-364 0,3 0-388 0,0 3-136 16,4 3-12-16,0 0 56 0,4 4-36 15,7-4-196-15,2-3-28 0,2-6-120 16,2-4-60-16,2-8-80 0,1-5-56 15,-3-5-12-15,2-6-64 0,1-2-8 16,-4-2 24-16,4-2 12 16,-4-12-208-16,-4-5-404 15,3 0-484-15,-6-3-580 0,-1 3-1148 0,-8-6-3649 0</inkml:trace>
  <inkml:trace contextRef="#ctx0" brushRef="#br0" timeOffset="170786.747">11666 3152 9048 0,'0'0'2301'0,"0"0"-893"0,0 0 32 0,0 0 212 0,0 0-48 16,0 0-320-1,0 0-496-15,0 0-240 0,99 23-288 16,-71-35-260-16,-4-5-64 0,4-2-596 0,0-6-396 16,-5-1-404-16,-2 4-1168 0,3-9-4505 0</inkml:trace>
  <inkml:trace contextRef="#ctx0" brushRef="#br0" timeOffset="170966.072">12056 2708 6036 0,'0'0'6893'0,"0"0"-5305"0,0 0-428 16,0 0 84-16,0 0-200 0,0 0-428 0,84-4-320 15,-64-5-136-15,4 0-160 0,-5-10-556 16,5 0-284-16,-3-8-392 0,-6 6-316 15,1-2-996-15,-8 9-2101 0,0-3-855 0</inkml:trace>
  <inkml:trace contextRef="#ctx0" brushRef="#br0" timeOffset="171150.473">12203 2607 3464 0,'0'0'5268'0,"0"0"-3560"0,0 0-815 16,-15 82-9-16,15-54 548 0,0 7 176 15,0 1-164-15,7 2-288 0,1 3-156 16,5 3-68-16,-6-3 8 15,5 3-232-15,-8 5-235 0,5-8-145 0,-2-6-200 16,-3-4-128-16,0-8-84 0,0-4-96 16,0-10-16-16,-4-5-85 0,5-1-143 15,-2-3-296-15,-3-3-256 0,4-8-20 0,4-1-468 16,-4-9-808-16,5 4-3097 16,-6-18-3471-16</inkml:trace>
  <inkml:trace contextRef="#ctx0" brushRef="#br0" timeOffset="171323.773">12279 2756 10576 0,'0'0'1737'0,"0"0"-1305"15,0 0-72-15,0 0 836 0,12 82 364 0,-4-53-192 16,4 2-440-16,-4 4-272 0,4 3-180 16,-4-2-120-16,-4 2-184 0,0-4-172 15,0-2-180-15,-4-6-508 0,4-7-148 0,-4-4-20 16,0-4-104-16,4-5-388 15,-4-6-888-15,0 0-2417 0,0 0-1291 16</inkml:trace>
  <inkml:trace contextRef="#ctx0" brushRef="#br0" timeOffset="171466.194">12335 3095 10696 0,'0'0'2233'0,"0"0"-1025"16,0 0-420-16,0 0 228 0,0 0-12 15,0 0-132-15,0 0-132 0,0 0-384 16,79-16-220-16,-51 10-136 0,4-3-88 0,0-4-760 15,4 0-780-15,-4-2-768 16,-8 5-2989-16,12-7-3318 0</inkml:trace>
  <inkml:trace contextRef="#ctx0" brushRef="#br0" timeOffset="171781.858">12742 2991 11837 0,'0'0'2220'0,"0"0"-1044"0,0 0-52 16,-73 88 492-16,54-56-236 0,-1 3-316 15,8-6-320-15,3-1-196 0,2-5-171 0,3-8-281 16,4-5-96-16,0-7-132 16,0 0-113-16,0-3-11 0,0 0 12 0,11-9-192 15,2-1-76-15,2-5-100 0,-2-5-100 0,2-1-76 16,2 2-32-16,-6-4 36 16,2 6 68-16,-2 2 24 0,-3 5 48 15,5 4 316-15,-6 6 328 0,1 0 140 0,-4 6 480 16,5 7 20-16,2 6-112 15,-7 7-176-15,4 0-212 0,1 5-16 16,-2 1-12-16,-3 5 24 0,4 2 40 16,0 5-40-16,0 1 272 0,-4-4-24 15,0-3-216-15,0-13-168 0,0-5-244 0,-4-8-428 16,0-9-172-16,4 0-76 0,-4-3-240 0,0 0-1196 16,0-12-2793-16</inkml:trace>
  <inkml:trace contextRef="#ctx0" brushRef="#br0" timeOffset="172057.6">11645 2451 1708 0,'0'0'10269'16,"0"0"-7389"-16,0 0-1180 0,0 0-632 16,0 0-4-16,0 0-252 0,0 0-324 0,0 0-96 15,0 0-136-15,96-35-248 0,-64 26-8 16,0-4-88-16,3 0 76 16,6 1-96-16,-2-1-40 0,5-4-32 0,4 2-384 15,0-5-408-15,7-2-340 0,-14 7-1084 16,19-14-3333-16</inkml:trace>
  <inkml:trace contextRef="#ctx0" brushRef="#br0" timeOffset="172372.145">13017 1974 196 0,'0'0'11489'0,"0"0"-9721"0,0 0-816 15,0 0 348-15,31 83 452 0,-19-48 136 0,0 3-544 16,4 6-540-16,4 10-231 0,3 4-65 16,5 8 12-16,-3 8-180 0,2 4-232 15,-2 12-60-15,-1-2-12 0,-5 5-36 16,1-1-84-16,0-1 72 0,-4-8-136 15,-1-3-80-15,-2-13-136 0,-1-10-36 0,-4-13-144 16,0-12-77-16,0-7-171 16,3-8-200-16,-2-11-300 0,3-4-472 15,-5-2-888-15,-3-2-2361 0,1-11-1971 0</inkml:trace>
  <inkml:trace contextRef="#ctx0" brushRef="#br0" timeOffset="173723.458">13670 2057 2772 0,'0'0'600'0,"0"0"3800"16,0 0-1680-16,0 0-751 16,0 0-629-16,0 0-112 0,0 0-96 0,0 0-192 15,0 0-184-15,0 0-200 0,0 0-100 16,28 28 24-16,-13-5 132 0,5 6-40 15,5 5-168-15,-6 8-100 0,1 2-132 0,0 7-88 16,-4-1-72-16,0 8-12 0,-4-4-8 16,-1-3-64-16,6-3 72 0,-6-4-12 15,2-6 4-15,-1-7-68 0,-5-5-92 16,2-7-16-16,-5-7-108 0,4-2-136 0,-5-7-60 16,1 1-52-16,-4-4 24 0,0 0 36 15,4 0 20-15,-4 0 28 16,0-4 156-16,5-2-72 0,-1-3 160 0,0-7-36 15,-1-1-56-15,1-1 92 0,-4-5 76 16,4 1 48-16,-4-3 56 0,4 3 8 16,-4-1 76-16,0 8 76 0,0-2-40 0,0 5 104 15,0 6 24-15,0 2-124 16,4 4-116-16,1 0-124 0,2 0 124 16,1 4 96-16,0 2 104 0,4 4-24 0,0 2-12 15,4 2 44-15,-4 0 4 0,0 5-40 16,0 1-160-16,0-1-12 0,0-3-88 0,-4 3-112 15,4-3-720-15,-4 0-188 16,4-4-1020-16,-4-2-2985 0,4-1-2911 16</inkml:trace>
  <inkml:trace contextRef="#ctx0" brushRef="#br0" timeOffset="174115.353">14415 2130 1748 0,'0'0'6592'0,"0"0"-4416"16,0 0-799-16,0 0-173 0,0 0 116 0,0 0-260 16,0 0-344-16,0 0-248 15,0 0-120-15,-80 47-36 0,72-28 32 0,4 4-44 16,0 6-16-16,4 2 0 0,0 4 0 16,0 3-28-16,8 4-72 0,0-1-48 0,0 3-128 15,4-2-8-15,-1-5-8 16,6-1-80-16,-1-9-8 0,4 0-76 15,-4-8-148-15,7-4-336 0,-3-8-72 0,4-1-20 16,1-6-108-16,3 0-508 0,-9-3-1136 16,9-13-3317-16</inkml:trace>
  <inkml:trace contextRef="#ctx0" brushRef="#br0" timeOffset="175015.893">14948 2248 7972 0,'0'0'2924'0,"0"0"-1011"16,0 0-169-16,0 0-80 0,0 0-316 0,0 0-300 16,0 0-344-16,0 0-240 0,-87 31-36 15,71-24-24-15,4 5 8 16,-4 7-120-16,4 3-60 0,0 4-48 0,0 5-51 16,5 5-13-16,-2 2 4 0,5 0 8 15,0 0-36-15,4-3-92 0,0-6-4 16,0-7 0-16,4-9-72 0,5-7-72 0,-2-3-100 15,5-3-61-15,4-6-35 16,-4-10-12-16,8-3 180 0,-4-6-144 16,0-5-224-16,3-1-48 0,-2-4-52 0,-2 3 100 15,-2 4 44-15,-2-1 148 0,2 3 60 16,-9 7 76-16,4 5 140 0,-8 3 72 16,3 5 324-16,-3 6-40 0,0 0 140 15,0 6-104-15,0 5-24 0,0 1-160 16,4 6 172-16,-4 2 160 0,4 5-76 0,1 1 72 15,3-4-60-15,-5 0-172 16,1-3-232-16,4-3-48 0,-4-7-172 0,1-3-356 16,2-1-60-16,-3-5-88 0,0 0-156 15,0-7-528-15,0-3-2512 0,1-13-3121 16</inkml:trace>
  <inkml:trace contextRef="#ctx0" brushRef="#br0" timeOffset="175231.905">15088 2102 6764 0,'0'0'5569'0,"0"0"-4357"0,0 0-476 15,0 0 552-15,0 0 416 0,72 67-36 16,-48-45-440-16,-4 0-460 0,-1 0-268 16,5 3-112-16,-3-3-267 0,-6 4-49 15,-2-1-72-15,-2 5-12 0,-3-5-205 0,-8 3-283 16,0-3-72-16,0 1-76 15,-4-1-112-15,0-6-200 0,-7-3-4 0,2-6 32 16,-3-1-532-16,5-6-1692 0,-10-3-3313 16</inkml:trace>
  <inkml:trace contextRef="#ctx0" brushRef="#br0" timeOffset="175383.32">15407 2232 10092 0,'0'0'4853'0,"0"0"-3721"16,0 0-504-16,0 0 192 0,84-36 120 16,-68 24-420-16,3-1-520 0,-2 5-12 15,-2-6-728-15,-2 4-440 0,-2 4-664 0,-7 0-2220 16,-4 6-2277-16</inkml:trace>
  <inkml:trace contextRef="#ctx0" brushRef="#br0" timeOffset="175533.405">15539 2400 10997 0,'0'0'2180'0,"0"0"-836"16,0 0-20-16,0 0 612 0,0 0-196 0,79 16-420 15,-59-19-580-15,8-3-303 0,-5-7-437 16,5-4-168-16,4-2-477 0,0-2-243 16,0-2-120-16,1 1-580 0,-6 3-1508 15,9-9-4701-15</inkml:trace>
  <inkml:trace contextRef="#ctx0" brushRef="#br0" timeOffset="175950.821">16243 1902 5216 0,'0'0'7577'16,"0"0"-6025"-16,0 0-668 0,0 0 240 15,0 0 504-15,0 0-88 0,-87-29-488 16,79 29-492-16,-4 3-172 0,0 1-35 15,-4 5-85-15,4 7 8 0,-4 3-56 16,4 6 24-16,-4 7 32 0,4 3 208 16,0 6-48-16,0 0-148 0,5 0-84 0,-1 1-84 15,-1-10-108-15,9-7 0 0,0-6-12 16,0-6-4-16,9-7-128 0,6-3-84 16,2-3-36-16,2 0 56 0,9-9 40 15,0-4-72-15,0-6-40 0,0-6-132 16,0 0 4-16,0-5 80 0,-5-1 72 15,1 2 75-15,-4 4 93 0,1-4 28 16,-10 6 48-16,1 2 48 0,-3 2 28 16,-2 3-28-16,-3 7-36 0,-4 2 0 0,4 7 233 15,-4 0-5-15,0 3-80 0,4 3-16 16,0 7-24-16,4 4 76 0,-4 2-4 16,4 0-48-16,-4 3 0 0,4 0-44 15,0-3-100-15,0-3-96 0,0 0-300 0,8-4-428 16,-4-1-65-16,4-6-83 0,3-2-1836 15,-6 1-2768-15,6-4-4265 0</inkml:trace>
  <inkml:trace contextRef="#ctx0" brushRef="#br0" timeOffset="176933.926">14132 3327 3968 0,'0'0'7585'16,"0"0"-5437"-16,0 0-136 0,0 0-672 0,0 0-172 15,0 0-184-15,0 0-128 0,0 0-148 16,0 0-196-16,92 92-160 0,-64-51-119 16,0 4-25-16,0-1 32 0,-5 1-120 0,1-4 4 15,4-3-88-15,-8-9-36 16,-1-8-72-16,-2-4 24 0,-2-8-16 15,-2-2 16-15,-2-7-36 0,-3 0 12 0,8-10-60 16,-8-6 44-16,9-2 80 16,-10-12 0-16,5-1-4 0,-3-4 8 0,-2 1-68 15,1-8 72-15,0 0 0 0,-4 1-133 16,0-3-39-16,-4 0-108 0,0 2-84 0,0 4-40 16,-8 3 4-16,0 10-200 15,0 9-312-15,1 6-188 0,-2 7-664 16,-3 3-1188-16,5 7-3837 0,-14 15 1781 0</inkml:trace>
  <inkml:trace contextRef="#ctx0" brushRef="#br0" timeOffset="177127.386">14315 3596 380 0,'0'0'1224'0,"0"0"7876"0,0 0-6471 15,0 0-701-15,0 0-608 0,0 0-116 0,0 0-312 16,0 0-268-16,0 0-256 15,0 0-60-15,24 7 36 0,0-10-100 0,4-1-124 16,3-1-120-16,5-2-60 0,-3-2-416 16,3-1-160-16,-1-3-4 0,1 1-188 15,4-7-448-15,4 0-1320 0,-12 3-2181 16,15-13-4263-16</inkml:trace>
  <inkml:trace contextRef="#ctx0" brushRef="#br0" timeOffset="177517.491">15021 2952 8600 0,'0'0'2677'0,"0"0"-821"0,0 0-472 0,0 0-48 15,47 89-68-15,-27-54-16 0,0 10-256 16,-4-1-176-16,4 10 180 0,-4 0-343 15,-4 0-281-15,0 1-120 0,-5-2-160 16,-3-9-96-16,5-6 0 0,-5-13-72 0,4-4 8 16,-5-9-20-16,5-10-168 15,1-2-357-15,-1 0-59 0,-1-9 56 0,6-3 48 16,-2-10 88-16,1-3-16 0,0-5 96 16,-4 2 52-16,0 0 8 15,1 5 136-15,-2 5 176 0,-3 5 24 0,0 3 12 0,0 7 276 16,0 3 120-16,4 0-4 15,0 7 16-15,0 1-160 0,3 5-64 16,2 3-48-16,-1 0 48 0,0-3 12 0,0-1-144 16,4-2-64-16,0-4-72 15,4-6-88-15,-5 0-332 0,5-6-344 16,5-7-264-16,-14 1-1336 0,13-18-3413 0</inkml:trace>
  <inkml:trace contextRef="#ctx0" brushRef="#br0" timeOffset="177748.19">15821 2944 6796 0,'0'0'5805'0,"0"0"-3453"0,0 0-1160 15,0 0-236-15,0 0 664 0,0 0-64 0,-67 66-384 16,58-35-491-16,2 7-257 0,3 0 0 16,4 1 276-16,0 1-216 0,7 2-172 15,1-7-120-15,5 1-124 0,-2-8-68 16,6-2-12-16,2-7-108 0,5-7-12 0,-4-3-60 15,4-5-96-15,-4-4-124 16,-4-7 12-16,3-5-120 0,-6-5-208 0,-1-5-365 16,-5 3-1151-16,2 3-2716 0,-9-9-3937 15</inkml:trace>
  <inkml:trace contextRef="#ctx0" brushRef="#br0" timeOffset="177899.556">15786 3207 3600 0,'0'0'168'0,"0"0"6876"15,0 0-4619-15,0 0-397 0,0 0 124 0,0 0-116 16,0 0-460-16,0 0-455 16,87 3-445-16,-63-13-240 0,4-6-328 0,-4-3-108 15,0-2-324-15,-5-2-148 0,2-3-208 16,-6 4-305-16,-3-3-543 16,0 3-1180-16,-4 6-2852 0,0-3-3189 0</inkml:trace>
  <inkml:trace contextRef="#ctx0" brushRef="#br0" timeOffset="178087.838">16060 2892 5168 0,'0'0'2288'0,"0"0"536"0,0 0-751 16,0 0-401-16,0 0-220 15,0 0-196-15,0 0 124 0,24 71-296 16,-15-43-152 0,-2 7 236-16,1 3-135 0,0-4-281 0,0 1-208 0,0 1-208 15,0-5-240-15,0-5-96 0,-5-4-100 0,2-3-416 16,3-4-320-16,-4-5-49 0,4-7-127 15,-5 0-492-15,1-3-1432 0,1-3-3165 16,-5-6-2971-16</inkml:trace>
  <inkml:trace contextRef="#ctx0" brushRef="#br0" timeOffset="178249.674">16183 3117 10768 0,'0'0'2961'0,"0"0"-1481"16,0 0 4-16,0 0 596 0,0 0 76 0,97 0-431 0,-78-3-745 15,5-3-508-15,0-4-244 16,0-9-216-16,0 0-12 0,0-6-348 16,-4-3-260-16,-1-4-516 0,-2 1-665 0,-6 8-2643 15,-7-9-4389-15</inkml:trace>
  <inkml:trace contextRef="#ctx0" brushRef="#br0" timeOffset="178411.452">16407 2775 9972 0,'0'0'2061'0,"0"0"-793"0,0 0 532 16,0 0 368-16,4 76-116 0,4-51-428 16,-1 7-395-16,2 0-273 0,3 3-124 0,-5 0-216 15,6 0-264-15,-1-4-196 0,4 1-156 16,-1 0-108-16,2-7-196 0,-2-2-344 16,2-8-344-16,-6-5-269 0,6-4-995 15,-6-6-3428-15,13-6-6877 0</inkml:trace>
  <inkml:trace contextRef="#ctx0" brushRef="#br0" timeOffset="179248.243">16267 1492 10933 0,'0'0'2612'0,"0"0"-1140"0,0 0-444 15,0 0 364-15,0 0-72 16,80-51-372-16,-56 38-276 0,3-2-260 16,-2-2-56-16,3-2-140 0,0 4-20 0,-4-3-112 15,4-2-80-15,-4-2 4 16,-1-1 4-16,1 1-4 0,0 3-8 15,-5 2-8-15,-2-2-52 0,-1 7 52 0,-4-1-52 16,-1 7-24-16,-7 0-52 0,5 3-44 16,-5 3-28-16,-4 0-132 0,4 9 340 15,0 8 100-15,-1 4 8 0,1 11 4 0,0 10-16 16,-4 2-8-16,0 10-76 16,0 3 0-16,0 10 72 0,0-1-12 15,0 1-64-15,0 0 40 0,0-7 16 0,5-9-4 16,3-10 168-16,-4-6-7 0,3-10-149 15,6-9-72-15,-5-3-60 0,-1-3 12 16,-3-3-97-16,9-7-183 0,-6 0-52 16,1 0 40-16,5-7 244 0,-2 0 44 15,1-3 48-15,0-2-56 0,0-1 12 16,0 1 0-16,0 2 44 0,-4 1-4 0,4 6-128 16,-4 3 40-16,4 3 96 0,-5 12 244 15,10 4 60-15,-6 10-120 0,10 6-40 16,-5 3 28-16,3 6-28 0,5 4 124 15,4 4 1-15,4 1 11 0,0-2-280 16,0 3 72-16,0-6 168 0,-4-1 476 16,0-3-196-16,-9-6-244 0,1 1-68 15,-3-1-76-15,-2-6-72 0,1-1-52 0,-4-2 64 16,4-1-12-16,0-2 244 16,-5-3-100-16,6-2-108 0,-9-2-96 0,-1 0-8 15,-2-3-196-15,-1 0-40 0,-4-3 40 16,0-1 0-16,0-2-52 0,-4-1-116 0,-5 1-40 15,2-4 48-15,-1-3-36 16,0-3-60-16,-4 0-161 0,-4 0-195 0,0-6-208 16,-3 0-84-16,-6-1-592 0,5 1-1380 15,-19 0-3509-15</inkml:trace>
  <inkml:trace contextRef="#ctx0" brushRef="#br1" timeOffset="186047.675">514 1184 5336 0,'0'0'6501'0,"0"0"-5093"15,0 0-428-15,0 0-136 0,0 0 668 16,-76 18 276-16,72-13-328 0,0-5-556 15,4 2-356-15,0-2-256 0,11 0-156 16,6 0-64-16,7 0 197 0,12 0 155 16,11-7-52-16,1 1-152 15,4-6-100-15,-4-3-36 0,-4-5-36 16,-5 1-48-16,-7 0-36 0,0 0-48 0,-8 3-60 0,-4 1-124 16,-4 2-468-16,-8 3-313 0,-8 4-515 15,0 6-1356-15,-4 0-2596 0,-13 0-3049 16</inkml:trace>
  <inkml:trace contextRef="#ctx0" brushRef="#br1" timeOffset="186249.089">593 1235 9412 0,'0'0'1833'0,"0"0"-717"0,12 76 468 0,-4-41 572 16,8 7-444-16,0 2-380 0,-1 3-380 15,6 1-216-15,-5 6-228 0,-4 0-252 16,4 0-232-16,-4-4-24 0,-5-5-60 0,1-8-400 15,-3-10-128-15,-1-5-108 16,0-9-76-16,-4-4-288 16,0-6-912-16,4 0-2144 15,-4-3-2473-15</inkml:trace>
  <inkml:trace contextRef="#ctx0" brushRef="#br1" timeOffset="186394.09">709 1667 11509 0,'0'0'1636'0,"0"0"-1136"0,0 0 500 0,0 0 904 15,103-51-476-15,-71 37-504 16,4 3-260-16,-4 1-260 0,-4-2-292 0,-1 1-112 16,1 5-144-16,-7-2-28 0,-1 3-72 15,-9 5-680-15,-3 0-548 16,-4 5-1080-16,-4 3-2249 16,-8 17-835-16</inkml:trace>
  <inkml:trace contextRef="#ctx0" brushRef="#br1" timeOffset="186567.751">757 1876 6128 0,'0'0'2092'0,"0"0"-564"16,0 0 201-16,0 0 255 0,0 0-564 16,0 0-412-16,0 0-268 15,0 0 44-15,0 0 132 0,111-13 44 0,-75 7-136 16,4 3-312-16,0-3-244 0,-1-4-232 16,-3 0-36-16,1-2-48 0,2-4 48 0,1-3-184 15,-5-4-756-15,1-5-808 0,-8 9-2220 16,0-16-3993-16</inkml:trace>
  <inkml:trace contextRef="#ctx0" brushRef="#br1" timeOffset="186740.413">1306 1421 13105 0,'0'0'2168'15,"0"0"-1264"-15,0 0-116 0,0 0 616 16,0 0 312-16,84 74-420 0,-52-52-435 15,0 0-413-15,3 1-196 0,-3-4-252 0,0 0-136 16,5-6-188-16,-6 0-393 16,1-7-235-16,-4-6-72 0,4 0-808 0,-13-11-1944 15,9-8-2709-15</inkml:trace>
  <inkml:trace contextRef="#ctx0" brushRef="#br1" timeOffset="186919.464">1764 1346 12897 0,'0'0'2536'0,"0"0"-1680"16,0 0 140-16,-79 31 244 0,55-6-148 16,0 5-136-16,-4 5-420 0,9 0-220 15,2 0-88-15,9-7-180 0,1-2-48 0,7-8-312 16,0 1-248-16,7-6-160 16,1 0-200-16,9-4-364 0,-2-5-864 0,5-4-688 15,-4-4-1977-15,8-15-1951 0</inkml:trace>
  <inkml:trace contextRef="#ctx0" brushRef="#br1" timeOffset="187233.037">2071 1369 8884 0,'0'0'4701'0,"0"0"-3537"15,0 0-620-15,0 0 476 16,0 66 584-16,-8-38-52 0,1 1-304 0,-6-1-336 16,5-2-375-16,5-7-309 0,-1-7-228 15,4-1-12-15,0-8-144 0,0-3-52 0,0 0-69 16,4 0-91-16,3 0-104 15,6-7 116-15,-2-3 140 0,6 1-164 0,-2-7-100 16,2 0-132-16,-2-3-4 16,5 0 208-16,-4 3 148 0,0-2 124 0,-4 5 136 15,4 3 108-15,-8 0 104 0,3 8 296 16,-2 2 48-16,-1 0-68 0,0 0-80 16,-1 6 68-16,6 6 36 0,-2 5 24 15,-3-5 24-15,1 4-75 0,2-3-181 0,-7-1-240 16,4-6-64-16,-3 1-96 0,-1-4-88 15,-1 0-361-15,1-3-271 16,-4 0-172-16,4 0-424 0,-4-6-1764 0,0-4-5233 16</inkml:trace>
  <inkml:trace contextRef="#ctx0" brushRef="#br1" timeOffset="187752.109">2466 1232 14721 0,'0'0'2300'0,"0"0"-1752"0,0 0 156 16,0 0 944-16,16 79-64 0,-16-57-347 0,4-3-645 15,0 0-336-15,4 0-184 0,-5 0-64 0,1 0-8 16,0 1-8-16,-4 2-232 16,5-3-256-16,-1-3-160 0,0-4 83 15,-4-5 113-15,4-4 72 0,-4 0-16 0,3-3-84 16,1-3 48-16,0-4 400 0,1-2 40 15,3-4 0-15,3-6-128 0,-3-6 16 16,5-3-72-16,-2-2 24 0,5-1-24 0,-4-1-24 16,4 7 84-16,0 0 12 15,0 9-12-15,-4 6 124 0,4 4 48 16,-8 6 188-16,4 0 160 0,-5 6 20 0,2 4 40 16,-1 6-56-16,-4-1 152 0,-1 4-76 15,1-3-40-15,-4 3-95 16,0 0-49-16,0-2 0 0,0-3-112 0,0 0-132 15,0-4-48-15,0-8-108 0,0 2 24 16,0-4-64-16,5 0-204 0,-1-4-37 0,0-3 213 16,4-1 176-16,-1-9 0 15,6 5-52-15,-5-7-120 0,3 3 52 16,2 0 32-16,-6 3-44 0,1 4 32 0,-4 3-44 16,5 3 132-16,-6 3 12 0,1 0 48 15,0 6 48-15,0 3 248 0,0 1 56 16,0 7-11-16,1-3-133 0,-2-1-148 15,1 4 24-15,4-5-68 0,-4-3-16 16,4 1-48-16,0-3-124 0,4-1-32 16,-4-3-52-16,4 0-277 0,0-3-159 0,-1-6-188 15,10-7-492-15,-9 3-2948 0,15-9-2633 16</inkml:trace>
  <inkml:trace contextRef="#ctx0" brushRef="#br1" timeOffset="187994.647">3251 1155 13657 0,'0'0'2424'0,"0"0"-1944"0,0 0 104 16,-28 71 928-1,19-40 92-15,2 10-532 0,3 5-379 0,0 4-61 0,4 7 56 16,0 6 52-16,8 7-44 0,-1 3-344 16,2-3-148-16,3-1 12 0,-1-2-216 0,-2-3-108 15,3-3-108-15,-5-5-24 0,2-2-136 16,-1 0-92-16,-1-10-28 0,5-5 48 15,-3-7 36-15,2-13-48 0,-3-7-173 0,1-8-179 16,-5-4 68-16,-1-16-236 16,1-10-516-16,0-6-100 0,-4-8-120 0,0-11-1040 15,0 12-1681-15,-4-27-507 0</inkml:trace>
  <inkml:trace contextRef="#ctx0" brushRef="#br1" timeOffset="188183.598">3242 1486 496 0,'-19'-73'2060'0,"15"44"376"15,-1 3 2644-15,5 1-3343 16,0 6-73-16,0 3-308 0,5 7-108 15,-1 3-308-15,4-4-144 0,3 7-216 0,6-4-236 16,2 5-232-16,1 2-40 16,5 2 4-16,-1 8 32 0,-5 3 40 0,1 6 88 15,-4 0 20-15,-4 6-24 0,-8 0 24 16,0 1-108-16,-4 0-148 0,0-1-88 0,-8-3-192 16,0-3-64-16,4-9 16 15,-4-7 68-15,4-3-208 0,0-16-680 16,4-6-628-16,0 3-976 0,0-29-2713 0</inkml:trace>
  <inkml:trace contextRef="#ctx0" brushRef="#br1" timeOffset="188533.367">3573 736 7824 0,'0'0'6365'0,"0"0"-5065"16,8 66-984-16,-8-24 140 0,0 9 936 0,0 6 360 15,0 4-308-15,0-1-484 0,0 0-171 16,0-3-185-16,0 1-344 15,4-11-260-15,-4-5-12 0,5-8-160 0,3-9-104 16,-5-5-52-16,9-10-60 0,-3-4-85 16,6 0 73-16,1-6 156 0,0 0 36 15,0-3-60-15,4 0-72 0,-4-3-200 16,-4-4-148-16,-5 3-24 0,2 5 56 0,-5-3 272 16,-4 3 336-16,0 2 48 0,-4 0 196 15,-5 7 252-15,2 2-80 0,-5 3-44 16,-4 4 32-16,0 10-100 0,4-1 52 15,0 4 120-15,8-4 48 0,-4 0-132 0,8-5-140 16,0-5-204-16,0-5-60 16,8-3-24-16,4-7-100 0,4 0 116 15,0-7 64-15,0-5-284 0,-1-4-288 0,-2-4-236 16,-1 1-208-16,-5 0-136 16,-3 3-768-16,1 4-828 0,-1-1-2273 0,-4 4-1815 15</inkml:trace>
  <inkml:trace contextRef="#ctx0" brushRef="#br1" timeOffset="189244.052">709 2958 7188 0,'0'0'2632'0,"0"0"85"0,0 0-1225 15,0 0-644-15,0 0 32 16,0 0 140-16,0 0-176 0,0 0-152 15,0 0-248-15,-40 74-172 0,36-42-112 0,4 2 12 16,0 1 36-16,8-5 36 16,0-2 24-16,3-6-32 0,-2-9-104 0,-1-4-132 15,3-3-8-15,6-6-76 0,-2 0-112 16,5-6-60-16,1-6 120 16,-2-8-48-16,1-1-184 0,0-5-136 0,-8-3 60 0,0 4 12 15,-8 2 120-15,0 4 28 0,-4 4-16 16,0 2 16-16,0 4 32 0,-4 2-28 15,-8 7-524-15,0 0 656 0,-4 0-220 16,0 0 16-16,-4 3-436 0,0 4 176 0,8 2-488 16,5 1 136-16,3-4-369 0,0 3-895 15,4-2-2148-15</inkml:trace>
  <inkml:trace contextRef="#ctx0" brushRef="#br1" timeOffset="189382.965">1027 2965 10104 0,'0'0'3949'0,"0"0"-2509"15,88-35 4-15,-49 16-252 0,-2 3-588 16,-5 0-296-16,0-3-124 16,-4 0-100-16,-5-6-84 0,1 0 0 0,-4-8-784 0,1 2-416 15,-10-4-768-15,-3 10-2949 16,-4-10-4871-16</inkml:trace>
  <inkml:trace contextRef="#ctx0" brushRef="#br1" timeOffset="189638.901">1127 2537 7596 0,'0'0'3068'16,"0"0"-79"-16,0 0-2381 0,0 0-392 16,-24 91 604-16,28-62 576 0,4 3-264 0,8 6-208 15,4 0-160-15,0 7-92 0,4 2-148 16,0 0-120-16,-1 12-64 16,1-6-84-16,-3 7-87 0,-2-3-165 0,1 4-4 15,0-1-4-15,-4-3 4 16,0 1 0-16,-4-4 0 0,0-4-57 15,-4-6-67-15,-4-5-80 0,0-4-64 0,0-7-84 16,-4-6 20-16,0-6 40 0,0-6 24 16,0-4-52-16,0-2 52 0,0-4 48 0,-4 0-64 15,-4 0-112-15,-8-10-356 0,-7-3-516 16,-10-3-940-16,6 4-936 0,-21-14-3321 16</inkml:trace>
  <inkml:trace contextRef="#ctx0" brushRef="#br1" timeOffset="190114.297">2080 3010 4916 0,'0'0'6985'0,"0"0"-5629"0,0 0-236 0,0 0 404 15,67 66-96-15,-51-44-44 16,0 3-208-16,0 1-356 0,-4 0-284 0,-4-7-196 15,0 0-108-15,-5-6-232 0,1-4-12 16,1-3-184-16,-5-2-352 0,0-4-168 16,0 0-180-16,-5 0-468 0,1 0-1600 15,-11-10-5437-15</inkml:trace>
  <inkml:trace contextRef="#ctx0" brushRef="#br1" timeOffset="190264.417">2063 2892 704 0,'0'0'11141'16,"0"0"-8577"-16,0 0-2008 0,0 0-140 16,0 0 364-16,0 0-240 0,0 0-540 0,0 0-12 15,80-47-632-15,-64 34-956 0,-5 2-2237 16,6-3-5019-16</inkml:trace>
  <inkml:trace contextRef="#ctx0" brushRef="#br1" timeOffset="190540.509">2359 3026 2644 0,'0'0'5756'16,"0"0"-1779"-16,15 82-3545 0,-11-53 320 16,4-1 1124-16,0-2-84 0,-4-10-740 15,0-4-768-15,4-5-284 0,-1-4-196 0,2-3 84 16,-1 0-24-16,0-6-36 0,4-7-252 16,0-6-160-16,-1-3-52 0,-2-3 132 15,-1-2 164-15,-1 5 188 0,-3 3 80 16,0 3 72-16,1 1 12 0,-5 8 80 0,4 1 296 15,0 2 76-15,-4 4 28 16,4 0-68-16,-1 4-188 0,-3 2-40 0,8 4 252 16,-3 2 84-16,3 1-116 0,-4-4-96 15,-1 4 0-15,1-3-160 16,0-1-160-16,-4-2-48 0,4-1-456 0,-4-3-360 16,0 0-136-16,0-3-628 0,-4 4-3024 15,-4-4-5345-15</inkml:trace>
  <inkml:trace contextRef="#ctx0" brushRef="#br1" timeOffset="190699.703">2701 3070 9004 0,'0'0'5705'0,"0"0"-4661"0,0 0-376 0,0 0 1048 0,83-3-388 0,-66-4-372 16,3-2-384-16,-1-4-120 15,-3-9-184-15,0-3-268 0,0-3-40 16,-4-5-444-16,0-2-332 0,-4 0-460 0,-4 1-812 15,-4 11-2724-15,0-5-3233 0</inkml:trace>
  <inkml:trace contextRef="#ctx0" brushRef="#br1" timeOffset="190947.933">2653 2676 4104 0,'0'0'8405'0,"0"0"-7105"0,0 0-920 0,0 0 116 15,0 0 336-15,-16 76 296 0,24-51-292 16,8 11-120-16,0 2 124 15,4 3-56-15,0 4-244 0,0 2-188 0,0 4-72 16,-4 3 0-16,0-3-156 0,3 3-112 16,-6 0-4-16,2-4 40 0,-3-2-40 15,0 0-8-15,-4-7-64 0,5-3 64 16,-6-2-12-16,1-5-136 0,4-6-192 16,-8-2-124-16,0-11 0 0,-4-2-12 15,0-10 44-15,0 0-12 0,0 0-148 0,0-14-112 16,-4-5-460-16,-4-12-868 15,-4-10-816-15,4 6-2461 0</inkml:trace>
  <inkml:trace contextRef="#ctx0" brushRef="#br1" timeOffset="191106.985">3103 2956 784 0,'0'0'12453'0,"0"0"-10577"15,0 0-1084-15,0 0 160 16,0 0 624-16,0 0-200 0,52 76-348 0,-44-63-456 15,-4-1-332-15,0-2-172 0,0-1-68 16,0-3-124-16,-4 1-508 0,0-4-260 16,0 0-408-16,0-3-1536 0,-12 0-5413 15</inkml:trace>
  <inkml:trace contextRef="#ctx0" brushRef="#br1" timeOffset="191267.553">3059 2819 5196 0,'0'0'9377'0,"0"0"-7661"0,0 0-1144 0,0 0 236 16,0 0 488-16,0 0-532 16,0 0-496-16,0 0-268 0,0 0-208 0,84-73-468 15,-68 64-556-15,0 2-764 0,-5 4-2364 16,2 0-2953-16,-1 3 3102 0</inkml:trace>
  <inkml:trace contextRef="#ctx0" brushRef="#br1" timeOffset="191554.429">3330 2889 4332 0,'0'0'4280'0,"0"0"1061"15,0 0-4593-15,21 76-284 0,-18-53 684 0,1-1 544 16,0-4-300-16,-4-5-256 16,4 0-404-16,-4-7-280 0,4-2-247 15,1-4-157-15,-5 0 40 0,3 0-88 0,1-7-144 16,0-2-305-16,4-4-75 0,4-6 24 16,-4-3-124-16,4 3-76 0,-5 0 24 15,2 0 48-15,-1 9 80 0,0 0 200 16,0 7 348-16,-4 3 36 0,4 0 364 15,-4 0 132-15,0 7 88 0,-1-1 80 16,1 4-64-16,1 2-24 0,-5 2-88 0,4-6-24 16,-4 5-15-16,4-3 27 0,-4-4-164 15,4 1-164-15,-4-4-184 0,0 0-8 16,0-3-76-16,0 0-148 0,0 0-240 16,0-6-13-16,4-1-259 0,-1-5-184 15,5-5-112-15,5-8-840 0,-6 6-2720 0,14-26-2437 16</inkml:trace>
  <inkml:trace contextRef="#ctx0" brushRef="#br1" timeOffset="191869.554">3689 2454 5032 0,'0'0'3108'0,"0"0"2421"0,0 0-4681 0,0 0-264 16,0 0 588-16,36 90 196 0,-28-57-220 16,-1 3-224-16,-2 2-68 0,7 0-56 15,-5 0-167-15,6 0-157 0,-1 4-116 16,4-8-224-16,-4-2-136 0,-1-3-232 0,-2-8-300 15,-1 0-101-15,-1-9 97 16,-3-3-36-16,0-3-136 0,-4-2-372 0,0-4-728 16,0 0-180-16,-4 0-56 0,-7-4-349 15,-2-2-547-15,-2-3-1496 0,-2-1 2508 16,-2-3 1928-16,-1-3 444 0,-5 3 1472 0,6-2 2900 16,-5-1-2360-16,8 3-323 15,4 4-505-15,8 3-144 0,0 6-96 16,4 0-372-16,0 0-192 0,4-4-260 0,4 1-332 15,8 0-48-15,0-4 96 0,8-2-60 16,0-3-108-16,4-1-112 16,0-4-44-16,-5-2-356 0,1-2-420 0,0-2-436 15,0-2-656-15,-4 9-2708 0,0-6-4253 0</inkml:trace>
  <inkml:trace contextRef="#ctx0" brushRef="#br1" timeOffset="192132.643">4024 2876 5612 0,'0'0'8357'0,"0"0"-5733"0,15 68-2052 15,-7-56-136-15,5 1 552 0,-6-7 144 16,10-6-388-16,-6 0-184 0,10-12-204 0,-6-11-296 16,5-6-60-16,-4-6-476 15,0 0-96-15,-8 4 68 0,0-2 76 16,-8 12 72-16,0 4 100 0,0 8 136 0,-4 3 120 16,-8 6 196-16,0 0 284 0,-4 6 84 15,-4 13-444-15,1 3-32 0,-2 10 8 0,1 6 88 16,5 0 108-16,2 4 24 15,5-7-168-15,5 0-148 0,-1-7 0 16,4-2-160-16,0-4-120 0,4-7-280 0,-1 1 72 16,1-6-52-16,0 3-200 15,1-1-648-15,-5-5-3092 0,-5 9-5461 0</inkml:trace>
  <inkml:trace contextRef="#ctx0" brushRef="#br1" timeOffset="192837.133">1394 4505 3468 0,'0'0'1292'0,"0"0"3152"0,0 0-2415 15,0 0-541-15,-60-73-252 0,44 54 92 16,0 2-220-16,-3 3-60 16,2-2-308-16,-3 3-148 0,5 2-36 0,-2 3 4 15,2 2 76-15,-5 2-184 0,0 1-160 16,0 3-120-16,0 0 32 0,0 3-104 16,0 4 13-16,5 4-113 0,-2 8-197 0,1 11 125 15,4 5 60-15,5 9 12 16,7 10 36-16,0 4 221 0,11 8 47 15,9 3-12-15,5 2-52 0,3-2-32 0,-5-5-76 16,5-17 48-16,-4-5 184 16,-4-17-40-16,-1-9-324 0,-2-10-12 0,2 1-132 15,1-7 0-15,-3-7 36 0,2-8-4 16,-3-1-152-16,0-7-148 0,-7-2 12 0,-2-4-145 16,-3 1-175-16,0 3-572 15,-4-1-664-15,0 7-572 0,-8 3-292 16,-4 4-1065-16,-4 2 689 0,-4 7 588 0,1 3 2608 15,2 0 2308-15,-3 3 124 0,9 7 4 16,3-1-387-16,4 1-169 0,4-4-264 16,4 0-372-16,7 4-224 0,10-1-44 15,-1-3-32-15,3 1-244 0,1-4-164 16,4-3-24-16,-4-3-184 0,-4-4-159 16,0-2-101-16,0-4-68 0,-4-2-60 0,-4-4-233 15,0-1-315-15,-1-2-292 16,-7 0-316-16,5 3-540 0,-5 0-856 0,0 7-568 15,-4 1-1565-15,0 5-87 0</inkml:trace>
  <inkml:trace contextRef="#ctx0" brushRef="#br1" timeOffset="192948.583">1498 4698 880 0,'0'0'4256'16,"0"0"-1756"-16,0 0-400 0,-13 68-155 15,13-46-421-15,0 6-416 0,4-2-100 16,5 2-24-16,6-2 164 0,-2-1-244 16,2 1-276-16,2-7-100 0,-2 0-248 0,2-3-280 15,-2-7-36-15,1 1-196 0,0-7-320 16,4-3 84-16,-1-7-224 0,6-8-416 15,-5-8-916-15,0 4-2717 0,3-19-3055 0</inkml:trace>
  <inkml:trace contextRef="#ctx0" brushRef="#br1" timeOffset="193284.118">1996 4626 8264 0,'0'0'6045'0,"0"0"-3865"15,0 0-1708-15,0 0 236 0,0 0 736 0,0 0-292 16,-84 53-360-16,76-36-184 0,0 4-83 15,0 2-185-15,8 3-88 0,0-1 28 16,0-3 20-16,0-6 64 0,0-3-204 16,4-4-160-16,0-6-84 0,-4 0-60 15,4-3-60-15,0 0-112 0,0-6-84 0,4-3 36 16,-1-7-120-16,6-7 179 0,-5-2-167 16,-1 0-260-16,2 0-124 15,-1 2-104-15,3 7 180 0,-2 6 188 0,-1 4 140 0,3 3 452 16,2 3 0-16,-1 7 452 0,-1 5 56 15,2 1 48-15,-2 6 24 16,2 0-52-16,-2 0-88 0,-3 0-36 0,0-3-36 16,0-3-140-16,-4-4-216 15,0-2-12-15,0-7-204 0,0 0-176 0,-4-7-292 16,4-6-40-16,0-9-188 0,0-10-972 16,-4 4-3765-16,0-14-4407 0</inkml:trace>
  <inkml:trace contextRef="#ctx0" brushRef="#br1" timeOffset="193541.64">2075 4042 3604 0,'0'0'2292'16,"0"0"1000"-16,0 0-2104 0,0 0-579 15,0 0 147-15,0 0 284 0,0 0 44 16,0 0 40-16,0 0-156 0,0 0-388 0,0 0-140 15,0 0 44-15,24 63 60 0,-11-31 332 16,-2 2-16-16,5 5-200 0,0 2-88 16,-1 3-12-16,2 1-207 0,-1 3-209 15,-4-1-80-15,-1-3-64 0,2 1-112 16,-5-3-277-16,-1-5-315 0,-3-2-152 0,0-3-136 16,5-10-476-16,-5-3-748 15,0-13-1604-15,-1-2-2017 0</inkml:trace>
  <inkml:trace contextRef="#ctx0" brushRef="#br1" timeOffset="193840.296">2486 4561 5276 0,'0'0'8945'0,"0"0"-7181"0,0 0-1284 0,0 0 168 16,28 68 912-16,-24-62-200 0,4-3-664 15,-1-3-464-15,2 0-220 0,3-6-12 16,-5-7-24-16,6-3-148 0,-2-5 160 15,-3-2-144-15,0-2-136 0,-3 2-16 16,-2 1 28-16,-3 3 108 0,0 6 172 0,0 4 4 16,0 3 104-16,0 2 28 0,0 1 48 15,-3 3 60-15,-6 0-12 16,1 0-148-16,-3 0 124 0,-6 7 24 0,2-1-160 16,-2 3-60-16,2 1-24 0,-1 7 12 15,4-3-132-15,-1-1-40 0,6 4-20 16,-1-5-140-16,0 1-72 0,3 0-84 15,-2-4-152-15,3-2-312 0,-4-5-996 16,8-2-3045-16,0 0-3027 0,0-12 5840 16</inkml:trace>
  <inkml:trace contextRef="#ctx0" brushRef="#br1" timeOffset="194019.761">2769 4340 5988 0,'0'0'7085'0,"0"0"-4113"0,0 0-2228 0,11 76-160 0,-7-54 652 15,1 4 164-15,-1-4-448 16,4-3-308-16,-1-3-243 0,1-3-361 16,1-5-40-16,-5-1-293 0,-1-3-47 0,1-4-148 15,-4 0-292-15,0 0-300 0,0-6-884 16,-4-1-2268-16,-3-9-2541 16</inkml:trace>
  <inkml:trace contextRef="#ctx0" brushRef="#br1" timeOffset="194146.349">2625 4203 768 0,'0'0'13861'16,"0"0"-11985"-16,0 0-1688 0,0 0-188 15,0 0-64-15,0 0 64 0,0 0 0 16,0 0-592-16,76-50-1220 0,-64 37-3785 16,12-6-2927-16</inkml:trace>
  <inkml:trace contextRef="#ctx0" brushRef="#br1" timeOffset="194384.937">3040 4089 5564 0,'0'0'2068'16,"0"0"4317"-16,0 0-4893 0,8 70-348 16,-12-47 420-16,0-2-128 0,0-1-336 15,-1 2-296-15,5-3-243 0,0-4-309 16,0-2-184-16,0 4-68 0,9-9-12 16,-1 6-60-16,-1-5 0 0,6 0-36 15,-2 1 36-15,6-1 24 0,-2-2 40 16,-3 2-8-16,4 1 8 0,-4-1 8 15,0 1 4-15,-4 0 0 0,0 2-4 0,-4-2-189 16,-1 2-115-16,-3 4-72 16,-3-3-88-16,-5 3-208 0,-4-1-296 0,-4 2-600 15,-3-2-1192-15,-6 2-3033 0,1-5-1983 16,-15 7 6617-16</inkml:trace>
  <inkml:trace contextRef="#ctx0" brushRef="#br1" timeOffset="194823.71">967 5870 5440 0,'0'0'624'0,"0"0"5733"0,0 0-4029 16,0 0-800-16,0 0-284 0,0 0-156 0,0 0-80 15,92 54 240-15,-48-47-372 0,7-4-63 16,2-3-89-16,-1-3-276 0,-5-11-144 16,1 0-160-16,-4-5-44 0,-4-4-100 15,-8-6-276-15,0 1-184 0,-8-4-60 16,-1 0-172-16,-7 3-217 0,-4-2-591 15,-4 8-1576-15,0-5-3905 0</inkml:trace>
  <inkml:trace contextRef="#ctx0" brushRef="#br1" timeOffset="195020.125">1362 5528 6340 0,'0'0'7245'0,"0"0"-5913"0,0 0-604 15,0 0 140-15,-40 79 240 0,40-44-96 16,4 3-76-16,13 6-68 0,-2 4 168 0,5 2-271 15,4 1-121-15,0-2-164 16,-4-3-236-16,0-4-244 0,-1-10-260 0,-6-4-124 16,2-12-176-16,-7-6-21 0,1-10-187 15,2-7-132-15,1-15-512 16,-3-10-584-16,-2-12-1928 0,1 9-3213 0,-4-25 1541 16</inkml:trace>
  <inkml:trace contextRef="#ctx0" brushRef="#br1" timeOffset="195340.517">1621 5429 7644 0,'0'0'8209'0,"12"74"-7053"16,-4-30-956-16,4 7 368 0,4 8 1012 15,0-1 32-15,3-1-467 16,2-7-481-16,3 1-252 0,-5-7-60 0,1-2-280 16,-3-10-72-16,-2-10-388 0,-2-6 24 15,-6-6 88-15,1-4-76 16,0-6-121-16,1-10-99 0,-2-3 60 0,1-9 120 0,-4-6-232 15,0-1-432-15,-4-3-664 0,4 1-368 16,0-1-72-16,0 4 155 0,0 5 361 16,4 7 788-16,8 10 856 0,-4 6 1128 15,3 6 721-15,-2 10 355 0,7 3-428 0,-4 7-516 16,0-1-128-16,-4 0-192 16,3 0-140-16,-2-2 32 0,-6 0-196 15,6-8-308-15,-6-5-328 0,-3-1-60 0,0-9-196 16,-4 0-316-16,4 0-116 15,-4-6-96-15,4-7-156 0,0-2-836 16,1-8-2732-16,-2 7-2393 0,1-12 2370 0</inkml:trace>
  <inkml:trace contextRef="#ctx0" brushRef="#br1" timeOffset="195614.949">2235 5804 4484 0,'0'0'4944'16,"0"0"1289"-16,0 0-5001 0,0 0-524 0,0 0 488 15,0 0 240-15,0 0-412 0,79 66-500 16,-66-66-271-16,-2-6-9 0,-3-7-124 15,0-3-120-15,0-3-300 0,-4-6-105 16,0 0-199-16,-4-1-68 0,0 3-112 16,0 9 96-16,-4 0 284 0,0 9 204 0,-4-2 200 15,-4 7 164-15,1 0 128 16,-2 0 360-16,-2 3 60 0,-2 3-296 16,2 6-124-16,-2 5-124 0,6 2-168 0,3 6 4 15,-1 1 108-15,6 5-16 0,3-2 52 16,0 3 80-16,0-6-44 0,0-5-43 15,3-5-141-15,1-3-157 0,1-3-219 16,-1-5-308-16,0-5-256 0,4 0-176 16,-1 0-956-16,-3-2-2708 0,9-14-3257 0</inkml:trace>
  <inkml:trace contextRef="#ctx0" brushRef="#br1" timeOffset="195967.989">2574 5610 1004 0,'0'0'13437'0,"0"0"-10869"0,0 0-1664 16,8 79 72-16,-1-51 532 0,-3 2-208 16,4-5-291-16,0-3-381 0,4-3-216 0,1-6-196 15,-6-7-152-15,5 1-64 0,4-4-12 16,-4-3 0-16,-1 0-40 0,6 0-68 16,-6-7-84-16,6-2 0 0,-6-4 128 15,6 0 4-15,-2-2-96 0,6-2-88 16,-10-1-92-16,6-1-88 15,-10-1 43-15,1 1 65 0,1 0 76 0,-9 0-32 16,0 4 4-16,0-1 196 0,-5 3 84 16,-3 6 60-16,0 2 16 0,-3 1 128 15,-2 4-152-15,-2 0 92 0,-2 0 160 0,2 9-196 16,-1 1-108-16,-5 3-100 0,6 6 16 0,3 0 0 16,0 3 76-16,0-3-44 15,4 4-20-15,0-8-60 0,0-2-76 16,0-1-172-16,4-5-192 0,-4-1-596 15,4-6-956-15,-4 0-2092 0,4 0-2633 16</inkml:trace>
  <inkml:trace contextRef="#ctx0" brushRef="#br1" timeOffset="197131.165">2226 5810 2508 0,'0'0'92'16,"0"0"-92"-16,0 0 3324 0,0 0-636 0,0 0-1188 16,0 0-515-16,0 0 107 0,0 0 20 15,0 0-96-15,0 0-172 0,0-3-288 16,-3 6-232-16,3-3-44 0,0 0 44 16,0 3 4-16,-4 0 20 0,4 1 12 15,-4 2-52-15,4 0-100 0,0 4 16 16,0-1-28-16,0 4 64 0,8 7 48 0,-5-6 36 15,1 3 96-15,5-1-100 0,-5-4-80 16,0 1-4-16,0-1-52 16,-4 1 4-16,3 0-24 0,1-3-40 0,0 2-48 15,1-2-20-15,-1 3 8 0,7-1-23 16,-3 4 23-16,9 1 4 16,-6-3-76-16,5-1-4 0,-4 0 4 0,4-3 72 15,-4-4-72-15,0 1-4 0,-4-4-8 0,0-3-8 16,0 0-40-16,4 0-12 15,-4-3-64-15,4-4 40 0,-4-2-61 0,4-5 21 16,-1 2-180-16,-2-7-96 0,-1 3-188 16,0-3-120-16,-5 3-312 15,1-3-776-15,0 3-2384 0,1 1-3129 0</inkml:trace>
  <inkml:trace contextRef="#ctx0" brushRef="#br1" timeOffset="197682.878">2892 5451 2600 0,'0'0'8036'0,"0"0"-3863"0,0 0-3029 15,0 0-464-15,0 0 304 0,0 0 116 16,0 0-252-16,0 0-40 0,0 0-212 16,84-22-132-16,-61 28-15 0,-2 4-205 15,-5 2-16-15,-1 1 52 0,-3 6 156 16,1 3-124-16,-6 1-140 0,-3 2-52 15,5 4-24-15,-5-7-36 0,-4 0-56 16,0-3 8-16,0-6 0 0,0 0 48 16,0-10-12-16,0 1 4 0,0-4-52 15,0 0-108-15,0-4 48 0,0-3-108 0,0-5-48 16,0-7 104-16,0-10-188 0,0-9-124 16,0-1-377-16,3-1-247 15,5-2-788-15,-4 8-1144 0,4 5-2705 0,4-3-1547 0</inkml:trace>
  <inkml:trace contextRef="#ctx0" brushRef="#br1" timeOffset="198033.633">3251 5372 1120 0,'0'0'12845'0,"0"0"-10825"15,16 92-1468-15,-13-58 284 0,5 8 772 0,-3-10-92 16,3-4-360-16,-4-8-523 16,3-11-365-16,-3-6-268 0,9-3-84 15,-6 0-100-15,10-12-56 0,-6-5-105 0,5-5-19 16,-4 0 24-16,4-3-24 15,0-4-4-15,-4 10-24 0,4 0 172 16,0 3 36-16,0 10-12 0,-1 6 36 0,10 0 124 16,-5 6 36-16,4 13 88 15,-1 3 32-15,-3 7-68 0,4 3 20 0,-8 3 16 16,4 0-80-16,-4 3 112 0,0-1 16 16,-8 1 108-16,-1 4 48 15,-2-4 52-15,-5 0 80 16,0-3-68-16,-8 0-92 0,-4-6-91 15,-4-1-173-15,-4-5-41 0,-4 2-19 0,0-6-52 0,-4-3 16 0,0-3 48 16,0-4 12-16,1-6 36 0,3-3 72 16,4-5-72-16,8-12-60 0,0-5-476 15,8-3 24-15,0-7 256 0,4-3-64 16,11-1-204-16,2 3-400 0,-1-3-912 0,4 1-2228 16,-4 10-2397-16,4-4 457 15</inkml:trace>
  <inkml:trace contextRef="#ctx0" brushRef="#br1" timeOffset="198383.988">1502 6731 14969 0,'0'0'2980'0,"0"0"-2572"16,0 0-236-16,0 0-24 0,0 0 108 15,0 0 88-15,0 0 296 16,0 0 104-16,75-32 120 0,-31 13-327 0,4-2-201 16,8-3-56-16,7-1 24 0,9-4 132 15,4-2-220-15,8-4-132 0,8-3 0 16,11-7-24-16,13-2-12 0,7-2 52 15,12-3-28-15,5-6-72 0,-1-2-60 16,5-1-40-16,-1 1 88 0,0 3-384 0,-8 3-392 16,-2 9-293-16,-10 4 13 0,-16 13-1056 15,-6 5-3120-15,-30 7-5001 16,8 13 8289-16</inkml:trace>
  <inkml:trace contextRef="#ctx0" brushRef="#br1" timeOffset="198563.055">4633 5766 19813 0,'0'0'4197'15,"0"0"-4197"-15,0 0-268 0,0 0-808 16,0 0-1077-16,0 0-2627 0,-87-23-2649 15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32767" units="deg"/>
          <inkml:channel name="T" type="integer" max="2.14748E9" units="dev"/>
        </inkml:traceFormat>
        <inkml:channelProperties>
          <inkml:channelProperty channel="X" name="resolution" value="3854.94116" units="1/cm"/>
          <inkml:channelProperty channel="Y" name="resolution" value="5461.1665" units="1/cm"/>
          <inkml:channelProperty channel="F" name="resolution" value="91.01945" units="1/deg"/>
          <inkml:channelProperty channel="T" name="resolution" value="1" units="1/dev"/>
        </inkml:channelProperties>
      </inkml:inkSource>
      <inkml:timestamp xml:id="ts0" timeString="2023-06-27T07:29:59.226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3123 6664 10364 0,'0'0'4385'15,"0"0"-3425"-15,0 0-496 0,0 0 388 0,0 0 596 16,0 0-316-16,0 0-420 0,0 0-336 16,96-42-168-16,-60 37 24 0,7-5-40 0,2 3-44 15,2 1-28-15,1 0-48 0,3 3 16 16,-2-1-28-16,3 4-48 15,-1-3-4-15,1 3-8 0,-5 0-84 16,-2 0 20-16,-6 0-32 0,-3 3 0 0,-8 4-12 16,0-1 32-16,-8 0 4 0,-4 1-24 15,-4-1-28-15,-8 3-44 0,-4 1 116 16,0 3 52-16,-4 3 112 0,-12 0-28 16,-4 6-84-16,-8 3-72 0,-3 1-40 0,-6 2 16 15,-3-2 12-15,1 2-28 16,-6 4-20-1,2-4 20-15,0 4 112 0,-6 0-4 0,6 0-116 16,-1-3 44-16,0 3 76 0,4-4 48 16,0 1 0-16,4 1-48 0,5 0 0 15,6-5 44-15,1-3 28 0,9-3 64 0,7-2-28 0,-1-8-32 16,9-3-72-16,0 1 44 0,0-1 24 16,9-3-68-16,-1 3 8 0,12 4 196 15,-1-3-12-15,9 1 8 0,4-2 28 0,4-1 24 16,8-3-23-16,-4 2-65 0,8-4-12 15,-4 0-8-15,-5 0-64 16,5-4-76-16,-4 2 76 0,3-3 24 0,-6-1-108 16,3 1 12-16,-5-2 0 0,-3-3-12 15,-4 1-40-15,0 0-20 0,-4 2-204 16,-4 1-16-16,-4-3-24 0,-1 2-73 16,-6 0-111-16,-1 1-84 0,0 3-112 0,-5-4-164 15,1 5-536-15,-4-5-968 16,0-3-2373-16,0 1-3331 0,-4-7 6220 0</inkml:trace>
  <inkml:trace contextRef="#ctx0" brushRef="#br0" timeOffset="302.811">4123 6756 3708 0,'0'0'8277'0,"0"0"-6665"16,0 0-824-16,0 0 220 0,0 0 312 16,0 0-28-16,0 0-392 0,-84 57-360 15,60-35-196-15,-4 4 12 0,-4 2-52 16,-3 7-72-16,-5 0-112 0,5 0-56 0,-10 0-56 16,9 3-8-16,-3-6-4 0,-1 3-8 15,8 0-52-15,-4-4 56 0,9-5-172 16,3-3-176-16,3-8 40 0,6-2-112 15,2-4-76-15,10 1-112 0,-1-7-164 0,4 1-252 16,0-4-540-16,0 3-716 0,7-3-1609 16,1 0-1719-16,5 0 2812 0,2-3 2556 15</inkml:trace>
  <inkml:trace contextRef="#ctx0" brushRef="#br0" timeOffset="1297.191">4195 7271 5944 0,'0'0'468'0,"0"0"5225"0,0 0-4529 15,0 0-540-15,0 0 312 16,0 0 580-16,0 0-272 0,0 0-304 0,0 0-484 15,0 0-284-15,0 0-28 0,0 0 116 0,-16 79-16 16,16-47 0-16,4 10 76 0,0 1 8 16,0 8 12-16,-4 3-144 0,0 6-148 15,0 4 20-15,0 0-68 0,0 2-72 16,0-3 72-16,0-2-48 16,0-7-36-16,0-7 84 0,0-5 0 0,4-13-36 0,3-8-40 15,-2-1-104-15,-1-11-4 16,0 1-108-16,0-7-4 0,0 0-68 0,0-3-104 15,-1 0-132-15,1-6-180 0,1-7-576 16,-1-3-724-16,0-9-996 16,0-4-2353-16,0 4-247 0,-4-20 5572 0</inkml:trace>
  <inkml:trace contextRef="#ctx0" brushRef="#br0" timeOffset="1558.749">4271 7404 3968 0,'0'0'7585'0,"0"0"-6301"0,0 0-1056 16,0 0-48-16,0 0 748 0,0 0 660 16,0 0-580-16,0 0-460 0,0 0-192 15,0 0-44-15,88-16-52 0,-73 16-52 0,-3 3-72 16,0 0-60-16,-4 3-68 16,4 1-8-16,-8 3-8 15,0-1 8-15,-4 3 0 0,0 4 120 0,-4 1 68 0,-8 4-68 0,-3 2-96 16,-2-2 28-16,-2-1 20 15,-1-4 40-15,-1 0 8 0,2-7-120 16,-1-2-316-16,-1-4-128 0,2-3-212 0,-5 0-160 16,4-6-400-16,-4-4-1092 0,4-6-3177 15,4 4-1895-15,-3-15 7144 0</inkml:trace>
  <inkml:trace contextRef="#ctx0" brushRef="#br0" timeOffset="6327.422">4307 6194 9984 0,'0'0'2381'16,"0"0"-277"-16,0 0-1372 0,0 0-192 0,0 0 392 15,0 0 308-15,0 0-56 16,0 0-336-16,0 0-324 0,0 28-48 0,4-5-36 16,-1 2 33-16,9 8 123 0,4 4-248 15,5-2-32-15,2 3-124 0,1-3-68 16,4-3 20-16,0-3-48 0,0-2 12 15,-4 0-108-15,-1-9 0 0,1 1-4 16,-3-2-68-16,-6-8 0 0,1 0-184 0,-4-2-224 16,1-7-20-16,-2 0 4 15,-3 0-77-15,0 0-95 0,0-7-348 0,-4-6-720 16,4 4-2040-16,-8-13-3225 0</inkml:trace>
  <inkml:trace contextRef="#ctx0" brushRef="#br0" timeOffset="6579.182">4649 6264 10816 0,'0'0'1925'0,"0"0"-1005"0,0 0-44 16,0 0 852-16,0 0 48 0,0 0-296 16,0 0-636-16,0 0-408 0,0 0-152 0,0 0-68 15,0 0 76-15,-63 20-292 0,38-1-108 16,1 9-16-16,-8 4 16 0,1 12-112 15,-5 3 76-15,0 4-124 0,4 3-100 16,1 0-60-16,3-3-88 0,0-4-36 16,3-5-88-1,6-7-28-15,7-6-268 0,4-8-660 16,0-5-604-16,4-6-1045 0,4 3-1879 0</inkml:trace>
  <inkml:trace contextRef="#ctx0" brushRef="#br0" timeOffset="7679.876">5534 6969 964 0,'0'0'6780'0,"0"0"-2171"16,0 0-3445-16,0 0-136 0,0 0 244 0,0 0-20 15,0 0-184-15,0 0-328 16,0 0-164-16,0 0-60 0,-4 0 32 16,4 0 0-16,0 3-120 0,0-3-63 0,0 0-61 15,0 0 0-15,0 0 80 16,0 0 40-16,0 0-216 0,0 0-76 0,0 0-128 16,4 0-4-16,4-3 0 0,-4 3 4 15,3-3 4-15,6 3-8 0,2-3 60 16,2-1 0-16,7 1 0 0,3 0 12 0,10-3 88 15,-2 2-64-15,12-3-92 0,2-1 80 16,11-3 12-16,3 0-36 0,9-6 12 16,4 1 0-16,3-3 84 0,1 3-104 15,4-3-52-15,-1 4-84 0,1-1 24 16,-4 3 52-16,-1 1-4 0,-3 5 0 16,-8 1-84-16,-4 3 48 0,-5 3-24 0,-3 0 24 15,-5 0-24-15,-6 3-84 0,-6 0-16 16,-3 0-8-16,-8-3-72 15,-4 3-16-15,-3-3-84 0,-10 0-20 0,-3 0-40 16,-4 0-77-16,-1 0-59 0,-3-6-172 16,-7 3-428-16,-9-4-460 15,-8 0-920-15,4 5-3089 0,-20-4-2067 0</inkml:trace>
  <inkml:trace contextRef="#ctx0" brushRef="#br0" timeOffset="7942.885">6992 6642 6928 0,'0'0'2996'0,"0"0"-1087"0,0 0-337 15,0 0-112-15,84 3-128 0,-56 0-132 16,0 1-72-16,4-2-304 16,0 3-116-16,-1-5-156 0,-3 2-200 0,4 4-84 15,-9 0-48-15,1 5-124 0,-3-3-12 16,-10 5 161-16,-3 4-89 0,-8 2-140 0,0 3 56 15,-12 3 24-15,-3 0-88 0,-5 0-8 16,-8 4-4-16,0-4-180 16,-4-2-265-16,-4-2-87 0,1-4-48 0,-6-1-124 15,-2-3-520-15,-10-1-1032 0,14-6-968 16,-25 1-3465-16</inkml:trace>
  <inkml:trace contextRef="#ctx0" brushRef="#br0" timeOffset="8378.928">5901 6515 4224 0,'0'0'7253'0,"0"0"-5957"0,0 0-736 16,0 0 280-16,0 0 676 15,32-70-388-15,-13 44-420 0,1 1-420 0,4 0-68 16,-1 3 28-16,5-3 36 0,0 1 108 16,0 6-96-16,0 2-12 0,0 0-28 15,-4 7 12-15,4-1-84 0,-8 7-184 16,4-1-4-16,-8 4-8 0,3 4-48 0,-2 2 60 15,-6 7 36-15,6-1 344 0,-6 4-320 16,1 0 12-16,4 4-24 0,1-5 16 16,2-3 80-16,1 2 40 0,5-1-16 15,-6-4-96-15,5-3-68 0,0-3 100 0,0 1-32 16,3-4-64-16,1 0-8 0,9-7-4 16,-1-2-92-16,7-7-256 15,1-3-148-15,4-4-100 0,0 4-332 0,-5 0-624 16,-11 3-1644-16,13-2-5497 0</inkml:trace>
  <inkml:trace contextRef="#ctx0" brushRef="#br0" timeOffset="9394.952">8354 6543 6644 0,'0'0'804'0,"0"0"4857"0,0 0-3997 15,0 0-556-15,0 0-44 0,0 0 164 16,0 0 28-16,0 0-228 0,80 20-284 16,-44-14-172-16,8-6-183 0,0 3-61 0,3-3-64 15,5 0-20-15,0 0-52 0,0-3 40 16,3 0-64-16,-2-4-120 0,-1 1 72 16,-5 0-116-16,1 0-4 0,-8-1 12 15,-5 1-24-15,-7 2 12 0,-3 2-12 16,-10 2-84-16,-6 0-24 0,-5 0 0 15,-4 0-4-15,0 6 52 0,-8 7 72 0,-9 2 12 16,-3 7-12-16,-8 7-204 16,-4 3 44-16,-3 2 40 0,-5-2-60 0,-3 4-52 15,-2 1 40-15,2-2 68 0,-5 0 40 16,-4 3 36-16,8 4 40 0,-8-1-4 16,5 0-97-16,2 1-3 0,2-2 52 0,0 2-12 15,6-1 16-15,1-3 56 16,4 1 12-16,4-8 36 0,9 1 24 0,3-11 112 15,4 2-75-15,-1-7-37 0,10-6 64 16,3-4-4-16,0-3-24 16,0-3-60-16,0 3-48 0,3 0 76 0,6 1 44 15,3 2 72-15,-1 1 40 0,10-5 20 16,3 5-92-16,0-4-16 0,8 0-12 16,0 1 12-16,7-4-12 0,4 2-44 0,2-2-76 15,2 0 132-15,-2 0-24 16,2-2-12-16,5-2-100 0,-4-2 52 15,-1-3-60-15,2 2-8 0,-2-3 8 0,-3-2-8 16,-4 6-4-16,-8-4 0 0,0 4-36 16,-8-1 0-16,-5 1 0 0,-3 3 44 15,-4 0-68-15,-8-1 12 0,1 4-60 16,-5 0-64-16,0-2-56 0,0 2-28 0,0 0 40 16,0 0 24-16,0-5-76 15,-5 3-108-15,1-1-281 0,-4-4-183 16,1-2-368-16,3 2-780 0,-5-2-808 0,5 2-1417 15,-4-2-1287-15</inkml:trace>
  <inkml:trace contextRef="#ctx0" brushRef="#br0" timeOffset="9862.089">9223 6717 5568 0,'0'0'12'0,"0"0"2900"0,0 0-275 15,0 0-497-15,0 0-428 0,0 0-224 16,0 0-256-16,0 0-308 0,0 0-284 15,0 0-260-15,-51 17-48 0,34-8-4 0,-2 7 16 16,-1 3-16-16,-5 0-72 0,1 7 0 16,-3-1-64-16,-1 4-44 15,-8 5-3-15,0 2-21 0,-4 8-64 0,1 0-48 16,-2 5 44-16,-2-2-52 0,0 0 40 16,2 1-40-16,-2-3-4 0,7-1-12 15,-5-9 4-15,9 0 4 0,9-7 0 0,-1-5-44 16,8-2 36-16,0-7 4 15,9-3-40-15,2-1-12 0,1-6-4 16,4-1 4-16,0-3 12 0,0 0 36 0,0 0-37 16,0 0 37-16,0 0-72 15,0 0-52-15,0 0-68 0,0 0-152 0,0 0-32 16,0-3-124-16,4-1-16 0,1-2-160 16,2 0-348-16,5-3-748 0,-8-1-1444 15,8-2-3573-15,-56 62 717 0</inkml:trace>
  <inkml:trace contextRef="#ctx0" brushRef="#br0" timeOffset="11917.645">9494 7375 4316 0,'0'0'820'0,"0"0"3744"0,0 0-3067 16,0 0-85-16,0 0-252 0,0 0 132 0,0 0-20 0,0 0-212 16,0 0-316-16,4 0-188 0,-4 7-236 15,0-1-112-15,5 6 184 0,-2 5-48 0,5 4-88 16,4 5-36-16,-4-1-24 0,4 4-28 15,-4 3-68-15,4 0 108 16,0 5 96-16,4 1 253 0,-4 8-409 0,-1-2-76 16,6 0-64-16,-10 1 4 0,5-1 0 15,-3-6 48-15,-2 0-52 0,1-3 4 16,0-7-12-16,1 2 0 0,-2-8-4 0,-3-3-68 16,4-8 24-16,-3-1-24 15,-1-3-172-15,-1 0-85 0,-3-7 61 16,0 3-12-16,4-3-120 0,-4 0-64 0,0 0-4 15,0-3-96-15,0 0-324 16,0-4-512-16,0 0-904 0,-4-2-1969 16,-3-7-631-16</inkml:trace>
  <inkml:trace contextRef="#ctx0" brushRef="#br0" timeOffset="12234.933">9522 7474 2872 0,'0'0'1032'0,"0"0"4988"0,0 0-4459 15,0 0-609-15,0 0-160 0,0 0 248 16,0 0-4-16,36-67-296 0,-20 64-272 16,-1 3-156-16,6 0-48 0,-1 0-104 0,-1 6-72 15,-2 1 12-15,-2 5 24 0,-2 1-40 16,-2-1 16-16,-3 5 0 15,-3-6 60-15,-5 6-12 0,0-1-48 0,0 3 24 16,-5 0-64-16,-3 0 28 0,-3-3-28 16,-2 3-52-16,-2-2-8 0,2-5-220 15,-2 1 108-15,3-5 0 0,-4 3-96 0,4-5-68 16,-1-2-44-16,2-2-140 0,3 1-40 16,0-3-180-16,4 0-188 0,-4 0-288 15,4-5-824-15,4-2-1121 0,0-3-2363 16</inkml:trace>
  <inkml:trace contextRef="#ctx0" brushRef="#br0" timeOffset="12461.56">10048 7550 2672 0,'0'0'9313'0,"0"0"-7573"0,0 0-120 15,0 0-412-15,0 0-152 16,0 0-192-16,0 0-236 0,91 16-296 16,-70-16-196-16,3-6-128 0,-1-1-8 0,1-3-140 15,0-2-364-15,0-4-384 0,0 4-140 16,0-5-428-16,-8 9-1436 0,-1-6-3521 16</inkml:trace>
  <inkml:trace contextRef="#ctx0" brushRef="#br0" timeOffset="12741.081">10570 7242 10196 0,'0'0'4805'0,"0"0"-3485"0,0 0-708 16,0 0 36-16,0 0 904 15,0 0-32-15,0 0-572 0,0 0-631 16,0 0-305-16,-20 64 136 0,20-39 56 15,0 0 16-15,8 4-4 0,0 3-84 16,0 0-44-16,4-3-84 0,-4 1 8 0,3-2 36 16,-2 2-48-16,-1-2-4 0,-1-3-44 15,1 1-52-15,1 0-8 0,-5-8-268 16,0 4-48-16,-1-2-73 0,1-4-3 16,-4 3 0-16,4-3-76 0,-4-1-144 15,0 1-84-15,0 0-456 0,0 0-812 0,0-9-2417 16,-8-2-3243-16</inkml:trace>
  <inkml:trace contextRef="#ctx0" brushRef="#br0" timeOffset="17193.569">3334 9144 2584 0,'0'0'4088'16,"0"0"-4036"-16,0 0 432 0,0 0 1588 16,0 0-211-16,20-82-513 0,-20 69-236 15,0-4-212-15,-3 5 160 0,-1-1-16 16,0 3-248-16,-5 1-40 0,5 3 60 0,-3-1-44 15,-1 1-224-15,-1 3-84 0,1 0 60 16,-3 3-172-16,-2 0-107 0,2 0-73 16,-1 0-100-16,0 6-72 0,0 4-76 15,-4 8-12-15,4 5-45 0,-1 8 49 16,2 8 20-16,3-1-8 0,0 0 12 16,4-7 0-16,4-8 56 0,0-7-8 15,0-3 12-15,4-7-60 0,0-4-52 16,4-2 104-16,4 0-236 0,4 0 52 0,-1-12-40 15,2-1-88-15,3-2 4 0,-4-5-52 16,-5 2 76-16,6-1 104 16,-6 0 44-16,2-1 32 0,-6 5 112 0,1 2 60 0,-4 3 76 15,1 7 36-15,-5-1-76 16,4 4-92-16,-4 0 100 0,0 0 56 16,0 0 0-16,0 11-76 0,0-2 88 0,4 4 148 15,-1 3-76-15,1 3 24 16,0 0-36-16,0 0-100 0,0-4-52 15,1 1-80-15,-2-5-48 0,1-6-72 0,-4-2-28 16,4 1-84-16,0-4-144 0,4 0-176 16,0 0-132-16,0-4-204 15,0-2-924-15,3 0-2080 0,2-10-2261 0</inkml:trace>
  <inkml:trace contextRef="#ctx0" brushRef="#br0" timeOffset="17451.3">3633 8912 10124 0,'0'0'2353'15,"0"0"-1305"-15,0 0-300 0,0 0 728 16,0 0 140-16,0 0-392 0,0 0-644 16,0 0-336-16,0 0 40 0,0 0 144 15,0 0 96-15,17 76-36 0,-17-47-112 16,0 3-84-16,0-5-123 0,0 3-129 0,0-2-40 15,0-5-120-15,0-1-1 16,0-4-183-16,0-5-72 0,0 1-100 16,0-6-64-16,0-2-44 0,0-1-80 0,3-3-312 15,-3-2-504-15,4 0-640 16,0-7-536-16,0 5-509 0,4-10-1591 0</inkml:trace>
  <inkml:trace contextRef="#ctx0" brushRef="#br0" timeOffset="17645.378">3713 9103 1408 0,'0'0'7552'15,"0"0"-5616"-15,0 0-971 0,0 0-29 16,0 0 616-16,0 0-152 0,0 0-120 0,0 0-288 16,0 0-140-16,0 0-140 15,92 0-88-15,-69 0-52 0,1 0-216 0,4 0-112 16,-4 0-52-16,4-4-96 0,0-2-92 16,4 0-4-16,-4-5-8 0,-1-1-64 15,1 3-132-15,-4-3-320 0,0-2-148 16,0 5-148-16,-8-1-264 0,0 1-740 15,-8 2-2108-15,0-5-2545 0</inkml:trace>
  <inkml:trace contextRef="#ctx0" brushRef="#br0" timeOffset="17868.612">4092 8915 9624 0,'0'0'1701'0,"0"0"-1225"0,0 0-64 15,0 0 776-15,0 0 436 0,0 0-288 16,0 0-564-16,0 0-212 15,0 0-116-15,79 45 24 0,-63-36 0 0,4 1-76 16,-4-1-156-16,-5-3-128 0,2 4-96 16,-2-1-8-16,-7 2-4 0,1-3-8 15,-5 5 4-15,0 4-4 0,-5 1-248 0,-6 5-136 16,-1-1-64-16,-4-3-24 16,0 3-52-16,0-6-40 0,4-4-40 15,4-5-280-15,4-1-636 0,-4-3-1004 0,8 0-2529 16,0-3-1430-16</inkml:trace>
  <inkml:trace contextRef="#ctx0" brushRef="#br0" timeOffset="18299.722">4769 8994 11641 0,'0'0'2224'0,"0"0"-1644"0,0 0 180 0,0 0 936 16,0 0-208-16,-88-9-468 0,68 9-492 16,1 7-248-16,2 5-84 15,6 4 0-15,-6 7-4 0,9 5-44 0,1 7 36 0,-1 3 72 16,3 3-16-16,5-2-104 0,0-8-76 16,5-6-60-16,-1-6-84 15,4-6-148-15,3-7-108 0,2 1-16 0,-2-7-20 16,6 0 96-16,-2-7 36 0,5-5-112 15,0-4-76-15,-4-3 76 0,-1-1 88 16,2-2 44-16,-6 3-12 0,-2 3 40 16,-1 4 196-16,0-1 36 0,-8 4 148 15,3 2 40-15,-3 4 36 0,0 3-40 16,0 0-96-16,0 0 160 0,4 3-88 0,-4 7-72 16,4 6 252-16,1 2 92 0,3 5 4 15,-4 0-44-15,3-2-136 0,-3-2-212 16,1-3-80-16,3-6-108 0,-4-4-40 15,3-3-240-15,6-3-76 0,-5 0-24 16,3-9-148-16,2-7-372 0,2-3-1004 0,-7 2-2420 16,4-11-2901-16</inkml:trace>
  <inkml:trace contextRef="#ctx0" brushRef="#br0" timeOffset="18554.657">4984 8738 12953 0,'0'0'1944'0,"0"0"-1856"16,0 0 52-16,0 0 816 0,0 0 556 16,0 0-340-16,0 0-580 15,0 0-300-15,0 0-132 0,0 0 12 16,0 0-52-16,60 44-44 0,-56-25 32 0,0 0 28 0,-4 4-88 16,0-4 0-16,0-1 4 0,0-2-4 15,0-6 0-15,0-1-48 0,0-3-4 16,0 1-4-16,0-1-40 0,3-2-28 0,1-1 4 15,5 0-36-15,-1 0-4 16,3 0-36-16,6-3-84 0,-2 0-208 16,2 0-200-16,2 0-224 0,1 0-376 0,-4-3-976 15,4-3-3597-15</inkml:trace>
  <inkml:trace contextRef="#ctx0" brushRef="#br0" timeOffset="19017.808">6068 8772 9532 0,'0'0'1885'0,"0"0"-577"16,0 0-96-16,11 92 240 0,-6-57-108 0,-5 4-224 16,4-2-356-16,-4 1-248 0,0-2-144 15,4 2-188-15,-4-7-148 0,0-2-36 0,4-7-160 0,-4-9-24 16,3-3-76-16,-3-5-368 0,8-5-272 15,-4 0-396-15,1-3-1040 0,-1-3-2629 16,3-10-3619-16</inkml:trace>
  <inkml:trace contextRef="#ctx0" brushRef="#br0" timeOffset="19232.131">6211 8975 6656 0,'0'0'2584'16,"0"0"-479"-16,0 0 147 0,0 0-180 15,88 7-468-15,-52-4-268 0,3 0-168 0,10-3-312 16,2 0-308-16,5-3-64 0,4-7-67 16,-1-2-81-16,1-1-116 0,4-6-100 0,-4-3-120 15,0 0-8-15,-9-1-124 0,-3-3-196 16,-9 5-293-16,-3-2-107 16,-3 4-116-16,-14 0-256 0,-2 7-508 0,-10-1-1140 0,-3 7-2637 15,-4-1-3211-15</inkml:trace>
  <inkml:trace contextRef="#ctx0" brushRef="#br0" timeOffset="19455.752">6924 8674 10556 0,'0'0'2529'0,"0"0"-1981"0,0 0-268 16,0 0 648 0,0 0 608-16,0 0-340 0,0 0-232 0,92 16-228 0,-73-3-196 15,5 2-184-15,-3 5-76 0,3-5 0 16,-9 1-24-16,6 3-36 0,-6-3-100 15,1 0-72-15,-4 0-48 16,-3-1 0-16,-5 2-12 0,-1-2 0 0,-3 5-48 16,-7 2-256-1,-10 3 108-15,-7 4-84 0,0-1-88 0,-8 3-72 0,0-1-88 16,-3-2-160-16,3-3-252 0,-4 1-788 0,8-13-2056 16,-15 6-3661-16</inkml:trace>
  <inkml:trace contextRef="#ctx0" brushRef="#br0" timeOffset="20154.756">4749 9004 144 0,'0'0'5536'0,"0"0"-3792"16,0 0-812-16,0 0 260 0,0 0 489 0,0 0-537 16,0 0-288-16,0 0 20 0,0 0-140 15,0 0-232-15,0 0-192 0,0 0-36 16,56 6-64-16,-49 1-32 0,2-4-28 16,-5 1-40-16,4 1-12 15,-1 2-100-15,-3-5-4 16,0 5-44-16,1-1 44 0,-1 0-4 15,0 1-364-15,-4 3-224 0,0-1-208 0,0 4-120 0,0 0-252 16,-4 3-360-16,0-3-1205 0,-9 6-2167 0</inkml:trace>
  <inkml:trace contextRef="#ctx0" brushRef="#br0" timeOffset="26192.455">8562 8725 8960 0,'0'0'620'0,"0"0"1609"16,0 0-1281-16,0 0-144 15,0 0-40-15,0 0-8 0,0 0 0 16,0 0-188-16,0 0-244 0,0 0-200 0,16-13 4 15,-12 9 32-15,4 2-12 0,-1 2-12 16,-3 0-48-16,5 0-24 0,-5 0-16 16,4 0 0-16,-5 6 4 0,1 3-40 15,0 4 100-15,0 3-40 0,-4 3 4 16,0 3-76-16,0 4-80 0,-4-5-80 16,0 3-64-16,0-6-24 0,4-2-12 0,-3-6 12 15,3-1 108-15,0-6 68 0,0-3-40 16,0 0 104-16,0 0-196 0,0 0-88 15,0-3-8-15,3-3 88 0,1-4 148 16,4-2-88-16,1-4-48 16,2-4 60-16,-3-2 52 0,5 0 84 0,-2 3-72 15,2 0-12-15,-6 0 84 0,5 7-4 16,1-1-44-16,-6 0-24 0,1 7 24 0,0 3 52 16,-4 3 184-16,4 0 16 0,-4 0 92 15,4 3 96-15,-4 3-84 16,0 3-4-16,-1 4 4 15,2 0-16-15,-1 0-152 0,-4-1-12 0,0 4-12 0,0-3-112 16,0 3-4-16,0-1-8 0,0 2 0 0,0-4-360 16,0-4-172-16,0 0-120 15,0-2-296-15,0-4-436 0,0 0-1085 16,4-3-2711-16</inkml:trace>
  <inkml:trace contextRef="#ctx0" brushRef="#br0" timeOffset="26406.061">9136 8645 9972 0,'0'0'1613'15,"0"0"-805"-15,0 0-4 16,0 0 592-16,0 0 52 0,15 83-132 0,-15-55-476 16,0 4-368-16,4 0-180 0,-4 3 128 15,0-3-152-15,0 2-204 0,0-5-64 16,0 0-148-16,-4-4-380 0,0-3-248 0,1 1-164 15,3-10-252-15,-4-4-648 0,4-6-1072 16,0-1-1789-16,0-2-739 16</inkml:trace>
  <inkml:trace contextRef="#ctx0" brushRef="#br0" timeOffset="26578.32">9219 8880 10104 0,'0'0'1549'0,"0"0"-1009"0,0 0 100 16,0 0 884-16,0 0-60 0,91-12-324 15,-63 12-196-15,0 0-152 16,8 0-180-16,-4 3-304 0,0-3-196 0,5 0-16 16,-6 0-96-16,5-9-8 0,-4 2-272 15,-4-5-384-15,4-5-336 0,-4 4-468 16,-9 1-1208-16,5-4-4033 0</inkml:trace>
  <inkml:trace contextRef="#ctx0" brushRef="#br0" timeOffset="26806.715">9773 8674 9652 0,'0'0'2245'0,"0"0"-1413"0,0 0-308 0,0 0 532 0,0 0 380 16,0 0-144-16,87 51-264 0,-66-38-520 16,-6 2-212-16,2 1-64 0,-6-3-84 15,-2 6-72-15,-5-3-68 0,-4 3 100 0,0 7-32 16,-13-1-76-16,-6 6-80 15,-5-2-164-15,-4 3-76 0,4-4-24 16,0-3-16-16,0-6-96 16,8-2-40-16,1-11 72 0,6-4-152 0,5-2-368 15,4-2-1048-15,0-8-2573 0,4-11-1783 0</inkml:trace>
  <inkml:trace contextRef="#ctx0" brushRef="#br0" timeOffset="27096.819">10335 8655 8868 0,'0'0'4789'0,"0"0"-4181"0,0 0-404 16,0 0 416-16,0 0 764 0,75 28-140 0,-71-21-232 15,0 2-472-15,-4 4-304 16,0 0-52-16,0 3-64 0,-8-1-108 16,-3 4 0-16,-2 3-12 0,-2 1-76 0,-2 6 0 15,2-4 28-15,3 0 44 0,0 4-8 16,4-7-28-16,4-3 40 15,4 0 172-15,0-6-76 0,4-1-20 0,8-1-64 16,4-6 108-16,0 2 88 0,4 0-108 16,4-7-100-16,-1 0-80 0,5-7-116 15,0-5-244-15,4-5-196 0,0-2-316 0,-8-3-324 16,0 0-748-16,-9 3-3045 0,6-7-4607 16</inkml:trace>
  <inkml:trace contextRef="#ctx0" brushRef="#br0" timeOffset="27367.913">10785 8674 12913 0,'0'0'2736'0,"0"0"-1084"0,0 67-932 0,0-39 440 16,-4 7 440-16,0-3-383 0,0 3-537 16,4-7-316-16,-4-2-232 0,4-4-132 15,0-6-104-15,0-7-140 0,4 1-80 16,0-7-112-16,8-3-77 0,0 0 65 15,4-10 116-15,4-9-92 0,4 1-16 16,-1-8-28-16,-3 1 28 0,5 0 84 0,-10 1 96 16,5 6 196-16,-8 2 60 0,0 6 4 15,-4 4 0-15,0 3 136 0,-4 3 88 16,4 3 72-16,-4 6 120 0,0 7-60 16,-4 3-136-16,4 6-88 0,0 5-68 15,4 1-64-15,0-2-76 0,0-1-120 0,0-9-1152 16,-1 4-4132-16</inkml:trace>
  <inkml:trace contextRef="#ctx0" brushRef="#br0" timeOffset="47643.97">10203 11100 9080 0,'0'0'5093'0,"0"0"-4033"16,0 0-216-16,0 0-252 0,0 0 316 0,0 0 400 15,0 0-216-15,0 0-288 0,16-4-268 0,0-2-160 16,8-1 17-16,0-2 7 16,4 3 72-16,4-4-184 0,0 0-92 15,3 1-76-15,5 2-24 0,1-1-84 0,6 2 36 16,9-5-40-16,0 5 100 0,4 0-104 15,3 0 56-15,-3-1-60 16,0 3-52-16,0 2 52 0,-5-2 0 0,1 1 0 16,-8 0-4-16,-1 3-36 0,-2 0-8 15,-10 0 36-15,-3 0-48 0,-8 3-48 0,-8 4 24 16,0-1-16-16,-8 1-32 0,-4 3 60 16,-4-2 64-16,-4 9-64 0,-8-2 64 15,-12 8-100-15,0-2-64 0,-12 5-20 16,1 2 36-16,-10 1 8 15,-2 0 52-15,-5 6-12 16,-8 0 48-16,0 3-16 0,-4 0 64 0,-3 3-32 16,-1 0 44-16,1 1 0 0,2-1 12 0,2-3 0 15,8 1 36-15,6-4 4 0,6-7-4 16,11-3-36-16,4-3 48 0,12-6 0 16,8-6-60-16,4-4 0 0,4 1-84 0,0-7 84 15,12 2 36-15,8 1 144 0,4 1 28 16,12-1-16-16,3-3 28 0,10 0-4 15,6 0-156-15,0-3 0 0,5-1 24 16,0 1-20-16,0 1 8 0,0-2 72 0,0 1-60 16,3-3 24-16,-7 2-108 0,4-2 84 15,-4 0-84-15,-5-1-4 16,-6-2-56-16,-2 0-36 0,-7-1-12 0,-4 0-196 16,-4-2-116-16,-8 3-16 0,0-5-48 15,-8 2-161-15,-1-2-147 0,-2 2-360 16,-9-4-856-16,0 4-1044 0,0-4-2309 0,-5 0-2279 15,-10-3 7260-15</inkml:trace>
  <inkml:trace contextRef="#ctx0" brushRef="#br0" timeOffset="47927.189">11582 11087 4332 0,'0'0'4524'0,"0"0"-63"15,0 0-3573-15,0 0-380 16,0 0 464-16,0 0 432 0,0 0-204 16,0 0-312-16,-84 28-508 0,56-12-148 0,1 3 24 15,-10 7-72-15,-2 2-24 0,-5 7 8 16,-4 4-20-16,-4 2-64 0,-3 4-84 0,-1-1-68 16,-4 3 12-16,0-2 52 15,4-1 4-15,-4-5-60 0,8-2-16 16,5-6-20-16,-1-1-88 0,12-5-48 15,4-9-84-15,13-4-52 0,6-5-52 0,10-7-148 16,3 0-236-16,7-4-820 0,6-5-1184 16,2 3-2733-16,17-13-979 0</inkml:trace>
  <inkml:trace contextRef="#ctx0" brushRef="#br0" timeOffset="48254.969">11490 11567 3088 0,'0'0'10985'0,"0"0"-9257"0,0 0-1260 0,0 0-68 15,8 79 332-15,1-44 592 0,-6 9-352 16,5 7-264-16,-8 6-196 0,4 3-12 16,-4 7-112-16,0 6-107 0,0-3-101 15,0-1-60-15,-4-2-108 0,0-3 40 16,0-10-40-16,1-14-12 0,3-4-8 16,0-11-104-16,0-12-104 0,3-3-28 0,1-10-145 15,0 0-183-15,4-3-136 0,1-10-284 16,2-9-488-16,1-5-1160 0,4-3-2421 15,-8 4-1595-15,3-22 4204 0</inkml:trace>
  <inkml:trace contextRef="#ctx0" brushRef="#br0" timeOffset="48518.206">11614 11725 272 0,'0'0'7572'0,"0"0"-2291"0,0 0-4213 0,0 0-572 0,0 0 536 15,0 0 496-15,0 0-264 16,0 0-380-16,0 0-368 0,0 0-100 15,0 0 32-15,91-19-180 0,-79 25-120 0,4 4-40 16,-8 2 76-16,-4 1-4 16,1 4-80-16,-5-3-3 0,0 9-97 15,-9-1-49-15,-6 1 45 0,-2 2-44 16,-2-3-112-16,-1-3-96 0,3 1 88 0,-2-5-52 16,3-5-36-16,0-3-120 15,4-7-116-15,0 0-232 0,0 0-236 0,8-11-428 16,-4-1-536-16,8-1-532 0,0-3-689 15,0-3-1011-15,0 7-88 0,0-7 4152 16</inkml:trace>
  <inkml:trace contextRef="#ctx0" brushRef="#br0" timeOffset="48693.792">11837 11747 8444 0,'0'0'5657'0,"0"0"-4393"0,0 0-368 0,0 0-36 15,0 0 676-15,0 0-92 0,0 0-320 0,91 29-479 16,-67-29-329-16,4-4-220 0,0-1-96 16,0-9-388-16,4 2-365 0,-4-1-211 15,4-3-424-15,-8 4-1696 0,8-7-5025 16</inkml:trace>
  <inkml:trace contextRef="#ctx0" brushRef="#br0" timeOffset="48900.184">12431 11515 2784 0,'0'0'11465'0,"0"0"-9525"15,0 0-1224-15,0 0-232 0,4 77 484 0,-4-51 480 16,0 5-436-16,0 1-476 0,4 2-292 16,-4-2-184-16,0 4-60 0,0-5-96 15,0-2-160-15,0-1-232 16,0-3 16-16,0-2 44 0,0-8-224 15,3-2-468-15,1-7-1048 0,4-2-2961 0,-8-1-3619 16,5-3 7732-16</inkml:trace>
  <inkml:trace contextRef="#ctx0" brushRef="#br0" timeOffset="49463.252">13733 11364 1228 0,'0'0'9552'0,"0"0"-7919"15,0 0-509-15,0 0-224 0,0 0 500 16,0 0-20-16,0 0-144 0,0 0-388 16,0 0-284-16,0 0-84 0,0 0 8 15,-20 33 60-15,37-29 81 0,7 3-217 16,8-1-120-16,3-2-24 0,9 1-88 0,0-2-180 15,7-3 0-15,-3 0 60 16,8 0 0-16,-4-3-60 0,4-2-76 16,-1-5-20-16,1-6-108 0,-4 0-260 0,4-7-32 15,0-2-137-15,-8 3-135 0,-5-3-296 16,-7 2-684-16,-12 2-2288 16,-8 4-1781-16,-12 1-1775 0</inkml:trace>
  <inkml:trace contextRef="#ctx0" brushRef="#br0" timeOffset="49727.132">14371 11134 1892 0,'0'0'8612'0,"0"0"-7015"15,0 0-585-15,0 0-224 0,0 0 352 16,79 30 396-16,-51-25-280 0,4 2-320 16,0-1-420-16,0 1-184 0,4-1-112 15,-5 3-36-15,6 1 24 0,-5-1 560 16,4 0-304-16,-5 5-284 0,-3-5-180 0,-3 4-48 15,-10 2-72-15,1 2 108 0,-8 2-88 16,-8-1 52-16,0 5-24 16,-4 2 0-16,-12 4 12 15,0 0 48-15,-12 2-208 16,0 1 48-16,0-1-24 0,-3-4 16 0,-1-2-188 0,4-6-148 16,0-1-220-16,4-1-204 0,4-5-832 0,4-5-2108 15,4 2-2997-15</inkml:trace>
  <inkml:trace contextRef="#ctx0" brushRef="#br0" timeOffset="50326.934">15713 10925 12165 0,'0'0'1824'0,"0"0"-556"0,0 0-72 15,80-10 20-15,-44 7-164 0,4-3-292 16,0 3-268-16,8 0-136 0,4 3-16 16,4 0-36-16,-1-4-120 15,4 4-112-15,5-3-20 0,-8 0-52 0,0 3-84 0,-8 0-52 16,-8 0 16-16,-8 0-40 0,-8 6 88 16,-9 1-24-16,-7 2-88 0,-8 1 12 15,0 2 172-15,-15 7 12 0,-13 4-12 16,-4 2 0-16,-8 4-120 0,0 3-16 15,-8-1 136-15,-4 4-4 0,-4 3-4 0,1 0-32 16,-1 4 16-16,0-1 24 16,4-3 120-16,5 1 124 0,6-6-24 15,10 0-36-15,4-1-12 0,6-10 48 0,9-3 8 16,8-3 40-16,4-4-108 0,4-2 21 16,16-1-21-16,4 1 68 15,12-3 16-15,7-2 32 0,6-1 16 0,3-2-172 16,4-2-48-16,-1 0-68 0,-3 0-4 15,-4 0 0-15,-5-2-72 0,-3-5-84 16,-4 5-88-16,-5-5-104 0,-3 0-40 0,-3 1-65 16,-5 0-79-16,-1-4-40 15,-2-2-212-15,-6 2-728 0,6-6-1436 16,-6 4-2857-16,-2-1-2547 0,-2-7 8184 0</inkml:trace>
  <inkml:trace contextRef="#ctx0" brushRef="#br0" timeOffset="50576.937">16642 11068 13609 0,'0'0'1408'16,"0"0"-1132"-16,0 0 140 0,0 0 464 0,-83 66 808 0,55-40-580 15,0 3-620-15,-4 0-216 0,0 1-88 16,0 3-76-16,0-2-12 0,-3 4-48 15,-6 0-48-15,5 1-52 0,1-6-44 16,7 0-172-16,0-8-16 0,4 0 16 0,8-7-100 16,4 1-100-16,0-5-220 0,4-6-220 15,4 2-244-15,4-7-624 0,0 0-944 16,0 0-2237-16,4 0 9 0,0-9 3876 16</inkml:trace>
  <inkml:trace contextRef="#ctx0" brushRef="#br0" timeOffset="51170.778">17040 11493 11177 0,'0'0'1908'16,"0"0"-472"-16,0 0-212 0,0 0 244 16,17 90-132-16,-17-53-328 0,0 5-360 0,0 2-220 15,0 10-40-15,-4 0 16 16,-5 6 165-16,1 3-253 0,-3-3-156 16,3-1-88-16,-1-12-64 0,5-3-8 0,1-8 0 15,3-8-72-15,0-9-40 0,0-3 16 16,0-6-132-16,0-8-153 0,0-2-127 15,0 0-92-15,3-6-240 0,1-7-304 16,-4-5-604-16,4-8-616 0,5-3-1489 16,-5-5-807-16,0 5-468 0,3-18 4313 0</inkml:trace>
  <inkml:trace contextRef="#ctx0" brushRef="#br0" timeOffset="51387.519">17053 11601 2948 0,'0'0'1356'0,"0"0"4956"0,0 0-5139 16,0 0-325-16,0 0 160 0,0 0 396 15,0 0-204-15,0 0-340 0,0 0-264 16,91-41-104-16,-75 41-44 0,0 4-144 0,0 1-92 16,-4 2-52-16,0 2 12 0,-8 3 244 15,-1 2-224-15,-3 1-92 0,-3 5 24 16,-13 5-124-16,-4-3-136 0,-4 7-132 16,-4-4 48-16,0 0-112 0,0-5-60 0,5-1-104 15,2-7-132-15,10-2-168 16,-2-4-432-16,9-6-552 0,4 0-1172 15,0-9-3061-15,4 2 930 0,9-5 5083 16</inkml:trace>
  <inkml:trace contextRef="#ctx0" brushRef="#br0" timeOffset="51544.084">17367 11703 3312 0,'0'0'9749'0,"0"0"-8225"0,0 0-728 15,0 0 872-15,88 0-56 0,-69 0-140 0,2 0-472 16,-1 0-444-16,-1-3-299 0,5-4-257 15,0 1-84-15,0-7-389 16,4 1-295-16,-1-4-296 0,6-7-512 0,-10 8-2556 16,9-10-3605-16</inkml:trace>
  <inkml:trace contextRef="#ctx0" brushRef="#br0" timeOffset="51744.023">18009 11376 12065 0,'0'0'1976'0,"0"0"-912"16,0 0 68-16,0 0 352 0,0 86-68 16,0-55-460-16,0 7-416 15,4 0-212-15,-4 4-220 0,0 5-8 0,0 1-100 0,0-1-72 16,-4 4-184-16,0 0-136 16,-5-3-120-16,5-4-212 0,4-8-124 15,0-3-256-15,0-3-576 0,8-5-484 0,-3-9-5385 16,-5 3 1682-16</inkml:trace>
  <inkml:trace contextRef="#ctx0" brushRef="#br0" timeOffset="52876.852">11096 13221 11769 0,'0'0'1332'0,"0"0"-924"0,0 0 164 0,0 0 716 16,0 0 80-16,76 60-436 0,-69-35-372 15,-3 1-216-15,0 0-84 0,0 2-76 16,-4 0-64-16,5 4-8 0,-5-7 120 15,0-3-216-15,0-3-12 0,0-6-4 16,0-4 48-16,0-4-48 0,0-3-4 16,0-2-84-16,0-2-192 0,4-9-28 0,3-5 72 15,5-6-8-15,1-6-104 16,2-1-60 0,5 1 160-16,-4-5 124 0,4 5 120 0,-4 3-56 15,0 3 60-15,0 3 0 0,0 3 96 0,0 3 56 0,-4 4 8 16,4 5 40-16,-4-2 32 0,-1 6 128 0,2 0-64 15,-2 0-172-15,1 0-116 16,-3 6 4-16,-2 4 72 0,1 2-20 16,-4 5-56-16,0 5 4 0,-4 0 48 0,0 3 28 15,0 7-36-15,-8 0-52 0,-4 3-48 16,0-3-176-16,4-1 28 0,-3-3 0 16,3-2-88-16,3-10-160 0,1-1-228 15,0-4-480-15,4-8-1044 0,0 0-1989 16,8-3-1563-16,1-3 2592 0,6-13 2568 15</inkml:trace>
  <inkml:trace contextRef="#ctx0" brushRef="#br0" timeOffset="53366.247">13251 12887 6064 0,'0'0'5941'16,"0"0"-5021"-16,0 0 212 0,0 0-344 15,36 89 168-15,-24-51 336 0,-4 6-192 16,0 4-296-16,0 4-300 0,-4-2-164 0,-4 0 16 16,0 4-196-16,0-6-40 0,-8 3-120 15,0-10-40-15,0-6-96 0,4-10-304 16,4-12 100-16,0-6-80 0,0-7-244 0,0 0-400 16,0-10-576-16,4 0-852 15,4-9-529-15,-4 1-1751 0,4-5-164 16,-4 7 4756-16,0-9 180 0</inkml:trace>
  <inkml:trace contextRef="#ctx0" brushRef="#br0" timeOffset="53550.294">13347 13278 1004 0,'0'0'1396'0,"0"0"5012"16,0 0-3619-16,0 0-1085 0,0 0-804 15,0 0 364-15,87-35-20 0,-55 35-148 16,9 0-272-16,6 0-172 16,9 3-100-16,12 3 12 0,3-6 68 15,5 0 209-15,8 0-453 0,-5-6-268 0,5-4-108 0,-4-5 36 16,-1-4-44-16,-2 0-4 0,-6-4-204 15,-3-3-112-15,-5 1-293 16,-11 0-147-16,-12-1-232 0,-4 4-600 0,-12 0-1504 0,-13 3-1853 16,-6 7-1331-16,-10 1 2964 0</inkml:trace>
  <inkml:trace contextRef="#ctx0" brushRef="#br0" timeOffset="53792.591">14391 12951 3068 0,'0'0'1644'0,"0"0"2844"15,0 0-3480-15,0 0-79 0,80-19 471 16,-56 19 420-16,4 0-444 0,-5 2-272 0,5 8-232 16,0-1-268-16,-4 7-96 0,0 1-164 15,-1 1-200-15,-6 1-68 16,-2 4-28-16,-2-1-48 0,-6 7 64 0,-3-4-56 16,-4 4-8-16,0 3 12 15,-7-1-20-15,-5 1 8 0,-8 0-52 0,-1-4-56 16,-2 0-140-16,-1-2-20 0,0 0-240 15,-4-7-84-15,4-1-28 0,1-1-228 16,-1-8-680-16,11-3-1300 0,-2-6-3277 16</inkml:trace>
  <inkml:trace contextRef="#ctx0" brushRef="#br0" timeOffset="54330.113">15909 12941 4892 0,'0'0'1108'16,"0"0"4993"-16,0 0-4477 0,79-2-484 0,-47 7-32 15,8 4-32-15,-4 4-108 16,0 0-216-16,-4 3-212 0,-4-3-156 15,0 2-228-15,-9 2-92 0,-2-2-64 0,-10 1-88 16,-7 3 88-16,0 0 0 0,-7 4 8 16,-10-2-8-16,-2 5-132 15,-5-1 24-15,-4 1 104 0,0-4 8 16,0 4 32-16,0-7-24 0,4 0 160 0,4-3 24 16,4-1-12-16,8-4 0 0,5-5-16 15,3 2-20-15,7-1 24 0,10 0-64 16,6-2 52-16,10 2 56 0,2 0-104 0,9-4-52 15,0-3-52-15,3 0-8 0,2 0 0 16,-2-10-256-16,1 1-180 0,-1-8-300 16,-2 3-192-16,-6-5-268 0,1-1-1352 0,-8-2-3169 15,-8 3-3051-15,4-7 7880 0</inkml:trace>
  <inkml:trace contextRef="#ctx0" brushRef="#br0" timeOffset="54696.277">16834 12903 4712 0,'0'0'9433'15,"0"0"-8045"-15,0 0-724 0,0 0 16 0,15 69 508 16,-15-39 244-16,0 1-212 16,0 1-524-16,0 6-308 0,-4-2-95 15,0 1-113-15,0-2-72 0,1 3-108 0,-2-6-4 16,5-4 4-16,0-5-12 0,0-11 4 15,0-5-52-15,8-5-132 0,0-2-161 16,4-2 121-16,0-5-12 0,4-5 12 16,0-4-24-16,0-3 40 0,4-7-4 15,0 1 208-15,-1 0-52 0,2-5 24 0,-6 3 40 16,2 2 48-16,-2-2-36 16,1 2 76-16,0 3-80 0,4 6 0 15,-4 3 64-15,4 7 12 0,-4 3 52 0,0 3 60 16,4 3-28-16,-9 10-168 0,6 2-108 15,-6 8-52-15,-2 2 160 16,7 8 4-16,-9-3 8 0,6 5-12 0,-5 1-96 0,-5-5-452 16,5 1-212-16,-8-3-856 15,9-3-3220-15,-9-8-5885 0,8 8 9585 0</inkml:trace>
  <inkml:trace contextRef="#ctx0" brushRef="#br0" timeOffset="60175.956">8406 11585 52 0,'0'0'11193'0,"0"0"-9681"16,0 0-1216-16,0 0-232 0,0 0 268 15,0 0 124 1,0 0 204-16,0 0 20 0,0 0-352 16,72-9-76-16,-40 9-12 0,-1 0-64 0,10 0-24 0,-1 0 24 15,3 0 72-15,-2 0 28 0,2 0-16 0,0-4-64 16,6-1 4-16,-6-2 12 0,1-3-16 0,0 1-48 16,-4-1 0-16,0-2-88 15,-1-1-56-15,-7 0-4 0,0 1 0 16,-4 2-64-16,-8-3 52 0,0 3-72 0,-4 5-80 15,-4 1-180-15,-4 2-116 16,-4-2-200-16,0 1-180 0,-4-1-396 16,0 1-848-16,0 0-2453 0,-4 3-2603 0,-3-6 7128 15</inkml:trace>
  <inkml:trace contextRef="#ctx0" brushRef="#br0" timeOffset="60477.021">9203 11312 4408 0,'0'0'6857'0,"0"0"-5037"15,0 0-1168-15,0 0-272 0,0 0 292 16,0 0 472-16,0 0-4 16,0 0-280-1,0 0-404-15,0 0-248 0,60 22-108 0,-44-15 96 0,4-1 0 0,0 4-96 16,-1-1-52-16,-2 1 12 0,-2 3 4 0,2-1-64 15,-10 5-12-15,5 2-76 0,-12-5 80 16,0 6-64-16,0-1 64 0,-8 3 8 16,-3 3-124-16,-10 2-136 0,1-2 40 15,-3 4-52 1,-5-1-96-16,0-3-144 0,0 4-284 0,0-4-472 0,0 0-672 16,0-3-1269-16,0-2-2851 0,9-8 2916 0</inkml:trace>
  <inkml:trace contextRef="#ctx0" brushRef="#br0" timeOffset="68763.758">14957 7188 5164 0,'0'0'688'15,"0"0"4481"-15,0 0-4061 0,0 0-496 0,0 0 840 16,0 0 264-16,4 83-240 16,0-32-448-16,-4 9-252 0,4 12-152 15,-1 8-96-15,1 3-16 0,-4 6-184 0,0-4-108 16,0 2-136-16,0-12-84 0,0-2-4 16,0-16-44-16,4-9 44 15,5-16-84-15,-2-7-216 0,1-12 24 0,-4-10-256 16,5-3-124-16,-2 0-164 0,1-16-488 15,0-3-1460-15,1 0-3385 0</inkml:trace>
  <inkml:trace contextRef="#ctx0" brushRef="#br0" timeOffset="69009.586">15092 7311 156 0,'0'0'10080'16,"0"0"-8407"-16,0 0-573 0,0 0 172 0,0 0 204 15,0 0-296-15,0 0-348 0,84 13-336 16,-69-3-176-16,-2 6-172 0,-1-3-72 0,-5 6-68 16,-7 3-8-16,0 0 0 0,-4 1-156 15,-7-1 80-15,-6 3 72 0,-2-3-4 16,-1 1-104-16,0-1-60 0,-4-7-100 16,0-2-148-16,8 0-4 0,0-10-48 15,0 0-168-15,8-3-256 0,1-3-608 0,3-10-1485 16,-1 7-2415-16,5-19 356 0</inkml:trace>
  <inkml:trace contextRef="#ctx0" brushRef="#br0" timeOffset="69194.272">15678 7407 4668 0,'0'0'7425'0,"0"0"-5853"0,0 0-480 16,0 0 288-16,0 0 528 0,11 82-220 0,-11-60-700 15,-4-2-476-15,1-1-328 0,-5 0-172 16,4 0-12-16,-4-3-132 16,0-1-340-16,4-2-300 0,-4-7-220 0,4-1-228 15,0-3-1132-15,-1-2-3313 0</inkml:trace>
  <inkml:trace contextRef="#ctx0" brushRef="#br0" timeOffset="69359.608">15629 7182 10136 0,'0'0'5261'0,"0"0"-4053"16,0 0-572-16,0 0 652 15,0 0 100-15,0 0-560 16,0 0-532-16,0 0-296 16,0 0-120-16,92 0-404 0,-72 0-344 0,1 0-684 0,-2 3-2936 0,5-3-5869 15</inkml:trace>
  <inkml:trace contextRef="#ctx0" brushRef="#br0" timeOffset="69610.953">16235 7271 9156 0,'0'0'5357'0,"0"0"-3821"0,0 0-308 0,0 0-272 0,-84 79 384 16,69-63-364-16,7 0-412 15,0-4-540-15,8-2-24 16,0 3-48-16,4-4 48 0,4 3-12 15,8 2-48-15,0-2 48 0,3-2-60 0,2-2 60 16,-1 2-196-16,-1 4 48 16,-2-5 16-16,-6 4 136 0,2-5-92 0,-10 6-44 0,-3-1-128 0,0-1 128 15,-12 4-40-15,-3-3 36 0,-6 2-24 16,-2-2-136-16,-1 0-136 16,0-4-208-16,0-2-356 0,0-4-812 0,0 1-1252 15,4-1-3517-15,0-3 1309 0</inkml:trace>
  <inkml:trace contextRef="#ctx0" brushRef="#br0" timeOffset="70150.633">16957 7306 4456 0,'0'0'820'0,"0"0"4901"0,0 0-4193 0,0 0-356 15,0 85 284-15,0-44 92 0,-5 5 64 16,1-6-308-16,1 2-460 0,3-11-332 16,0-5-232-16,0-11-160 0,7-2-120 15,10-6 64-15,-2-7-4 0,5 0-56 16,5-9-4-16,3-8-108 0,3-5-160 0,-3-7-100 15,0-3-84-15,0 0 12 16,-5 1 24-16,-2 3 0 0,-5 2 60 0,-4 0-16 16,-8 8 152-16,-1-5 84 0,-3 0 136 15,-7 4 60-15,-10 1 76 0,2-1 248 16,-5 6 8-16,0 0-12 0,0 11 0 16,8 2-36-16,-4 0-196 0,1 6-52 15,2 7-96-15,1 2 0 0,4 5-84 0,-4-2-124 16,8 1 0-16,1 1-456 0,3-5-260 15,0 1-700-15,7-3-2292 16,10-1-3257-16</inkml:trace>
  <inkml:trace contextRef="#ctx0" brushRef="#br0" timeOffset="70593.854">17734 7303 3452 0,'0'0'9729'0,"0"0"-7753"16,0 0-1044-16,0 0 220 0,-80 38 432 15,52-26-224-15,-4 4-312 0,9 0-355 16,-5-1-157-16,4 4 20 0,3 0-156 16,2 4-208-16,3-4-96 0,8 0-60 15,-1-3-36-15,5 0-96 0,4-6-12 0,0-8 24 16,4 5 32-16,9-7 4 16,-2 0-72-16,2-3-48 0,6-8-124 15,2-3-60-15,-1-5 52 0,3-6-29 0,1-1-35 16,0-2-88-16,0-8-60 0,4 1 0 15,0-7-52-15,-1-5-224 0,1-7 124 0,4-6 92 16,-8-6 48-16,4-1 164 16,-8 0 360-16,0 3 100 0,-8 13 284 15,0 7 76-15,-4 12 64 0,-5 7 16 0,2 13 4 16,-5 1 80-16,0 9 24 16,0 2-12-16,0 0-76 0,0 0-256 15,0 6-195-15,-8 7-61 0,4 2-36 0,-8 11 76 16,4 5 44-16,-4 7 96 0,4 8-8 15,-3 6 24-15,2 9 188 0,-3 6-116 16,1 3-160-16,-2 3-148 0,2-6-8 0,3-7-56 16,3-9-268-16,5-12-172 15,5-11-28-15,10-9-45 0,6-10-27 0,7-7-220 16,7-2-704-16,9-11-1640 0,-12 1-2709 16,24-15-3419-16</inkml:trace>
  <inkml:trace contextRef="#ctx0" brushRef="#br0" timeOffset="70927.169">18348 7274 1812 0,'0'0'12501'0,"0"0"-10573"0,0 0-1176 16,0 0 28-16,0 0 872 0,-92 73 36 0,68-51-427 15,0-3-497-15,8-3-280 16,4-3-148-16,4-4-152 0,8-6-184 0,0 0-108 16,0-3-4-16,0 0 16 0,11-3-180 15,6-7 44-15,-2-2-80 0,9-1-4 16,1-6 12-16,-1-3 28 0,0 3-77 15,-1-7 25-15,5 4-28 0,-4-6-44 0,8-1 20 16,-4-3-180-16,0-6-104 0,4-4 136 16,-4-4 208-16,-4-1 160 0,-1-5 160 15,-3 4 100-15,-3 4 220 0,-6 6 52 16,1 6 132-16,-8 13-100 0,0 10 144 0,-4 2-20 16,4 7-80-16,-4 3-132 15,0 10-96-15,0 6 73 0,-4 6 31 16,-4 7-44-16,4 7 72 0,-4 2 180 0,0 3-120 15,5 0-272-15,-6 1-140 0,1-1-132 16,-3-5-412-16,7-2-48 16,-5-8-100-16,5-4-465 0,0-5-1315 0,1 2-6065 15</inkml:trace>
  <inkml:trace contextRef="#ctx0" brushRef="#br0" timeOffset="71065.657">18949 7413 132 0,'0'0'16685'0,"0"0"-13821"0,0 0-2092 0,0 0-772 16,0 0-108-16,0 0-296 0,0 0-208 0,0 0-820 15,0 0-2836-15,0 0-5205 0</inkml:trace>
  <inkml:trace contextRef="#ctx0" brushRef="#br0" timeOffset="74330.578">5689 11220 3208 0,'0'0'1916'0,"0"0"2888"0,0 0-3307 16,0 0-497-16,0 0 212 0,0 0 384 0,0 0-200 0,0 0-324 15,0 0-380-15,0-6-236 16,4 12-176-16,0 4-108 0,8 8 236 16,0 8 408-1,4 12-240-15,-4 7-188 0,4 6-132 0,0 9-87 0,-4 3-73 16,-5 1 4-16,2 3-4 0,-5-4-96 0,0-5-4 15,-4-8-56-15,4-9-12 0,-1-9-4 16,1-6 28-16,-4-8-36 0,4-8-185 16,1-1-191-16,-1-6-176 0,-4 1-120 0,0-4-80 15,4-4-424-15,0-4-864 0,3-6-872 16,-3-8-1793-16,0 6-1519 0</inkml:trace>
  <inkml:trace contextRef="#ctx0" brushRef="#br0" timeOffset="74616.219">5781 11443 4188 0,'0'0'752'16,"0"0"3408"-16,0 0-2840 0,0 0-31 0,0 0-9 0,-4-74 16 15,12 65-156-15,0 2-236 16,3 1-268-16,6 0-124 0,-1-1-152 16,3 7-76-16,-2-3-24 0,2 3-124 15,-3 3-16-15,0 4-20 0,-4 2-40 16,-4 5 16-16,0 0-76 0,-4 5-12 0,-4 4 0 15,0 3-100 1,-4 6-96-16,-4-1-40 16,-3 1-36-16,-2 3-88 0,1-7-76 0,0-2 76 15,4-5 72-15,-3-1 88 16,7-7 20 0,-5-7-96-16,1 0-88 0,4-2-116 15,1-4-292-15,-5 0-476 0,-1-4-965 0,5-5-2451 0,4 0-676 16,0-11 4705-16</inkml:trace>
  <inkml:trace contextRef="#ctx0" brushRef="#br0" timeOffset="74745.699">6075 11500 5804 0,'0'0'5805'0,"0"0"-4625"0,0 0-300 16,0 0 452 0,0 0 152-16,0 0-488 0,0 0-564 0,80-16-260 0,-72 13-172 15,5-4-260-15,-2-2-796 16,5-1-616-16,-8 3-1280 0,12-11-3833 0</inkml:trace>
  <inkml:trace contextRef="#ctx0" brushRef="#br0" timeOffset="74934.479">6399 11207 392 0,'0'0'11757'0,"0"0"-9617"15,0 0-1116-15,0 0-88 0,0 0 208 16,0 0-16-16,-4 80-428 15,4-48-332-15,0 2-208 0,0 8-76 0,0 6-80 0,0-1-4 16,0 4-184-16,0-3-476 16,0 0-92-16,-9-7-128 0,1 0-140 15,1 0-596-15,-1-16-2277 0,-12 13-2879 0</inkml:trace>
  <inkml:trace contextRef="#ctx0" brushRef="#br0" timeOffset="75215.924">5486 12258 7112 0,'0'0'1960'16,"0"0"17"-16,0 0-1141 0,0 0-96 16,0 0 1020-16,0 0-212 15,0 0-680-15,0 0-260 16,0 0-36-16,0 0 228 15,108-21-100-15,-65 14-220 0,9 0-52 0,4-2 120 0,3-1 244 16,14-3-295-16,-2-2-229 0,9-1-88 0,-5-3-72 0,2 3-108 16,-6-3 0-16,-7 3-132 0,-5-3-12 15,-6 4-232-15,-6 2-269 16,-12 0-171-16,2 3-124 0,-14 1-440 0,-2 6-1348 16,-14 3-3433-16</inkml:trace>
  <inkml:trace contextRef="#ctx0" brushRef="#br0" timeOffset="75524.413">6231 12249 5520 0,'0'0'6485'0,"0"0"-4457"16,0 0-1116-16,0 0 132 0,0 0 504 16,0 0-112-16,0 0-312 0,0 0-364 0,87-10-300 15,-79 10-168-15,5 0-168 16,-6 0-120-16,-3 0-4 0,-4 4 0 15,0 2-12 1,0 7-52-16,0 3-116 0,-4 3 96 0,-7 3-136 16,-2 0 12-16,2 1 12 0,-1-4 76 0,0 0 120 0,0-5 0 15,3 0 12-15,5-5 0 16,1-2 36-16,3-1-36 16,0-2 36-16,0-2 40 0,3 2 68 0,1-1-32 0,9 0 20 15,2 0 64-15,2-3-40 0,7 0-32 0,4 0-87 16,4-6-45-16,0-3-4 15,7-1-269-15,1-6-523 0,4 2-220 0,-8 2-512 16,20-9-3668-16</inkml:trace>
  <inkml:trace contextRef="#ctx0" brushRef="#br0" timeOffset="76926.498">6936 11446 4060 0,'0'0'288'0,"0"0"4808"16,0 0-3531-16,0 0-497 15,0 0 4-15,0 0 276 0,0 0-112 0,0 0-144 16,0 0-320-16,0 0-192 0,0 0-124 16,0 0 0-16,0 0 0 0,0 0-152 15,0 0-60-15,0 2 4 0,0-2-44 0,0 0-68 16,0 0-16-16,0 0-8 16,0 0-4-16,4 0-8 0,-4 0 8 15,4 0 12-15,-4 0-44 16,5 0 8-16,-5 0 24 0,3 0-8 15,-3 0 33-15,0 0-25 0,4 0-8 0,-4 0-16 16,4 0-12-16,0 0-24 0,0 0-40 0,0 0 0 16,4-2 0-16,4-1 0 15,4-3 4-15,0-1 48 16,4 0-48-16,-1-2 0 0,5-1 0 0,1 1-8 16,-1-4 4-16,-1 7-8 0,-3-4 0 0,0 8-4 15,0-2-80-15,-4 4 0 0,-1 0 36 0,2 0-36 16,-6 6 24-16,2 0 8 0,-5 0-20 15,-1 5 12-15,2 1 60 16,-5 1-8-16,-4 3 0 0,0 0-1 16,0 6-111-16,-13 0-52 0,2 0-12 0,-6 7-32 0,2-3 32 15,-1 2 52-15,-4-3 20 0,0 4 52 16,0 0-76-16,-3-4 16 16,2 0 8-16,-3 0 16 0,5 0-4 15,-5-2-20-15,4-1 8 0,-1-2 108 16,10-5 4-16,-5 1 48 15,8-6-48-15,0-4 8 0,4 0 64 0,0-2-72 0,4 2 4 16,0-6 40-16,0 6 44 0,0-3 32 0,4 4 16 16,4-1-40-16,-1 3 40 0,6 1 32 15,-1-4-32-15,4 1-4 16,-1-1-20-16,2 0 20 0,2-2 76 16,5-2-40-16,-3 3-32 15,3-5-3-15,-1 0 3 0,1 0-52 16,0-5 0-16,-4 3-36 15,3-2-36-15,-2-2-12 0,-1 4-36 0,-5-5-72 0,6 3 36 16,-10-5-321-16,6-1-175 0,-10 1-128 16,5-4-184-16,1 1-584 0,-6-4-1248 0,-3 3-2325 0,0-7-1903 15</inkml:trace>
  <inkml:trace contextRef="#ctx0" brushRef="#br0" timeOffset="77183.967">7430 11484 4656 0,'0'0'388'0,"0"0"4816"15,0 0-3927-15,0 0-545 0,0 0 240 16,0 0 244 0,0 0-152-16,0 0-248 0,-43 73-340 15,30-47-104-15,-2-1 16 0,3 4-128 0,-8-1-76 16,3 3-12-16,-2-2-84 0,-1 6-88 0,-1-3-160 15,2-1-28-15,-1 4-144 0,-4-3-92 16,8-3-124-16,0-1-4 16,4-9-64-16,5-7-28 0,-2-1-368 0,9-5-844 0,0-6-1125 15,0 0-2083-15,0 0 1892 0</inkml:trace>
  <inkml:trace contextRef="#ctx0" brushRef="#br0" timeOffset="77476.699">7462 11932 1616 0,'0'0'9941'0,"0"0"-8109"0,0 0-1132 16,0 0-68-16,0 0 428 0,0 76 132 0,0-51-200 16,0 7-264-16,0 3-300 0,0-1-144 15,4 4 0-15,1 1-40 16,-2-1-88-1,1 3-44-15,4-3-16 0,-4 3 4 0,0-6-100 16,-1 4 8-16,2-4 100 0,-1-4-108 0,4-1-8 0,-4-9 8 16,0-2-60-16,-1-7-36 0,1-1-332 0,-4-5-64 15,5-6-148-15,-1 0-24 16,0-13-44-16,4-3-112 0,-5-6-628 16,6-7-1092-16,-1 7-2449 0,-8-19-1911 0</inkml:trace>
  <inkml:trace contextRef="#ctx0" brushRef="#br0" timeOffset="77716.321">7482 11922 928 0,'0'0'7488'16,"0"0"-5120"-16,0 0-1195 0,0 0-493 16,0 0 352-16,0 0 284 0,0 0-172 0,0 0-276 15,36-19-312-15,-20 19-108 0,0 3-88 0,4 6-52 0,-9 1-52 16,6-1-48-16,-6 4-60 0,-3 0-36 15,-4 3 60-15,1-1 12 0,-5 5-52 0,-5-1-48 16,-3 3-84-16,-3-3-8 16,-6 0-80-16,2 0-156 0,-2-3-60 15,2-2-28-15,-1-6-148 0,4-2-128 0,-1 1-172 16,6-7-212-16,-5 0-392 16,8 0-996-16,1-3-2305 0,-2-10-2203 0</inkml:trace>
  <inkml:trace contextRef="#ctx0" brushRef="#br0" timeOffset="77908.71">7761 12093 4788 0,'0'0'8721'0,"0"0"-7241"0,0 0-800 16,0 0 512-16,0 0 396 0,0 0-112 15,0 0-560-15,88 22-552 0,-69-28-220 0,-3 0-144 16,5-7-228-16,2 1-408 15,-7-1-184-15,5-3-272 0,-6 4-944 16,-2-2-2924-16,-2 2-3905 0</inkml:trace>
  <inkml:trace contextRef="#ctx0" brushRef="#br0" timeOffset="78081.926">8100 11833 1684 0,'0'0'5108'0,"0"0"1977"0,0 0-5973 0,0 0-668 15,0 0 336-15,0 67 692 16,3-42-228-16,-3 3-396 0,8 2-444 0,-3 3-172 16,-1 0-232-16,0 2 0 0,0 0-172 15,-1 3-548-15,1-4-228 0,-4 2-228 16,4 2-916-16,0-13-2268 0,1 10-4677 0</inkml:trace>
  <inkml:trace contextRef="#ctx0" brushRef="#br0" timeOffset="80979.729">3869 12030 7384 0,'0'0'6745'0,"0"0"-5721"16,0 0-864-16,0 0-156 0,0 0 244 0,0 0 292 15,0 0 352-15,0 0 52 0,91-19-340 0,-51 16-248 16,7-4-84 0,-2 7-124-16,-2-4-76 0,5 2-24 15,-8-2-48-15,4 2-12 0,-4-4-124 0,-1-1-488 0,1-5-256 0,0-2-360 16,-8-2-816-16,-4 1-2337 16,4-14-2975-16</inkml:trace>
  <inkml:trace contextRef="#ctx0" brushRef="#br0" timeOffset="81158.96">4617 11665 168 0,'0'0'10460'0,"0"0"-9123"15,0 0-1233-15,0 0 240 0,0 0 564 16,0 0 312-16,0 0-160 0,44 76-256 16,-36-53-280-16,-4-4-200 0,0 2-76 0,0 1-36 0,-4 1-52 15,0-1-36-15,-8 0 12 0,0-3-136 16,-8 6-24-16,5-2-396 15,-10 0-476 1,1 2-348-16,-3 4-500 0,3-10-1357 0,-12 6-3595 16</inkml:trace>
  <inkml:trace contextRef="#ctx0" brushRef="#br0" timeOffset="86541.994">2920 11912 10152 0,'0'0'4717'0,"0"0"-4113"16,0 0-216-16,0 0 220 15,-84 77 164-15,64-50 20 0,8 6-284 0,1 8-152 16,2 1-84-16,9 5 32 16,0 7 4-16,13 0 36 0,-2 0-52 0,10 0-196 15,-2-6-32-15,1-10-20 0,4-10-44 0,0-9-100 16,-1-8-8-16,2-9 108 15,-1-2 160-15,0-13-76 16,0-6 36-16,3-6 4 16,-3-10-124-16,0-3-12 0,0-7-148 15,-4-6 28-15,0 4-16 0,-4 0 52 0,0-2 32 0,-4 5 64 16,-8 6 0-16,-4 4 8 16,0 1 140-16,-12 1-88 0,-8 7 28 15,-8 0 68-15,0 6-148 0,-7 6-8 0,-6 7-48 16,5 6-220-16,-3 3-232 0,-1 10 340 0,8 2-108 31,1 8-176-31,6-2-380 0,5 2-852 0,9-4-1472 16,-6 4-3597-16</inkml:trace>
  <inkml:trace contextRef="#ctx0" brushRef="#br0" timeOffset="105586.082">7247 13500 7960 0,'0'0'4477'0,"0"0"-2909"0,0 0-732 15,0 0 108-15,0 0 732 16,0 0-156-16,16-67-444 0,-12 67-440 0,4 7-232 16,4 8 152-16,0 11 333 0,4 9-249 15,-4 7-204-15,-1 8-76 0,-2 7-104 16,-1 3-52-16,-8 4-108 0,0-4-36 15,0 3-60-15,0-5-48 0,0-1 0 16,0-3-108-16,0-10 24 0,0-5-124 16,0-12-44-16,4-4-16 0,-1-13-32 0,-3-7 68 15,4-3-48-15,-4-6-8 0,8-10-201 16,-3-10-339-16,-1-6-632 0,3-9-1040 16,-7 6-1768-16,4-25-1681 0</inkml:trace>
  <inkml:trace contextRef="#ctx0" brushRef="#br0" timeOffset="105818.674">7415 13481 9864 0,'0'0'2141'0,"0"0"-1169"0,0 0 300 15,0 0 104-15,75-38-344 0,-51 35-288 16,0 3-248-16,-5 0-76 16,5 6-12-16,-7 3-176 0,-2 4-156 15,-2 3 48-15,-5 3-76 16,-8 6 64-16,0 7-104 0,-4 3-8 0,-9 6-72 0,-2 0-64 15,-6 4-96-15,2-3-76 0,-5-4 60 0,4-4 28 16,-1-5-4-16,6-7-196 16,-1-6-228-16,4-7-120 0,1-5-388 0,-2-1-696 15,1-3-897-15,5 0-2859 0</inkml:trace>
  <inkml:trace contextRef="#ctx0" brushRef="#br0" timeOffset="105981.954">7729 13770 9216 0,'0'0'4053'0,"0"0"-2745"0,0 0 280 0,0 0 404 15,88 2-196-15,-64-2-636 0,3-2-528 16,6-8-379-16,-6-3-217 0,10-2-36 16,-6-1-473-16,5-6-415 0,-4 2-260 15,0-2-480-15,-12 6-1564 0,7-6-5269 0</inkml:trace>
  <inkml:trace contextRef="#ctx0" brushRef="#br0" timeOffset="106169.219">8279 13376 4880 0,'0'0'7245'16,"0"0"-5689"-16,0 0 104 0,0 0 416 15,0 89-172-15,4-61-620 0,4 4-520 0,-1 1-239 16,2 0-209-16,-1-1-172 0,3 3-144 15,-2 1-144-15,-5-2-537 0,0 4-243 16,0 1-264-16,-4-1-376 0,0-4-1040 16,0-5-2749-16,-4 0-2203 0</inkml:trace>
  <inkml:trace contextRef="#ctx0" brushRef="#br0" timeOffset="106680.132">7024 14602 5716 0,'0'0'6793'0,"0"0"-5481"0,0 0-412 0,0 0 572 16,95-13 16-16,-55 10-416 15,8-4-444-15,4 0-140 0,16 1 40 16,7-2 556-16,5-6-523 0,8-2-285 0,4 0-204 16,3-3 76-16,-3 0-88 15,3-3-4-15,-7 3-56 0,-4-3-8 0,-5 2-116 16,-11 6 116-16,-9-3-156 0,-6 4-124 15,-14 5-201-15,-7 1-47 0,-12 0-48 16,-4 4-112-16,-4-1-276 16,-8 4-424-16,-4 0-684 0,0 0-852 15,-20 4-3213-15</inkml:trace>
  <inkml:trace contextRef="#ctx0" brushRef="#br0" timeOffset="106984.282">7976 14668 9972 0,'0'0'4945'0,"0"0"-4205"0,0 0-224 15,0 0 920-15,80-19 264 0,-61 16-340 16,2 3-812-16,-10 0-364 0,-2 0-100 16,-1 3 72-16,-8 3-156 0,0 11 0 0,0 1 0 15,-8 6 0-15,-5 3-12 16,-2 2 12-16,-5 6 0 0,-4 0 60 0,4-1 40 15,4 1-15-15,1-6-13 0,6-1 52 16,1-8 32-16,8-1-100 16,0-6-56-16,8-4-96 0,4-3-36 0,4-2 32 15,8-4 16-15,0-4 23 0,8-8-51 16,0-4-140-16,0-3-248 16,-1-4-196-16,-3-2-232 0,0 3-332 0,-4-4-820 15,-8 10-2908-15,-5-3-4749 0</inkml:trace>
  <inkml:trace contextRef="#ctx0" brushRef="#br0" timeOffset="108215.328">6633 13912 3056 0,'0'0'7296'0,"0"0"-5635"16,0 0-613-16,0 0 48 0,80-3 28 16,-60 0-272-16,0-4-420 15,-4-2-356-15,3 3-76 0,-2-7-184 16,-2 4-460-16,2-1-148 0,-10 1-184 0,2 2-464 0,-5 4-1069 16,0 3-1759-16,-4 0 40 0</inkml:trace>
  <inkml:trace contextRef="#ctx0" brushRef="#br0" timeOffset="108444.902">6769 13979 3812 0,'0'0'1980'16,"0"0"-588"-16,0 0-4 0,0 92 452 0,4-54 65 15,0 0-857-15,0 4-400 16,-1 2 8-16,6 0-48 0,-5 7-120 0,4 0-172 16,-1 3 52-16,-3 0-96 0,5 0 4 15,-1 3-40-15,-1-3-52 16,-3-2-96-16,5-5-24 0,-1-2-4 15,-1-11 40-15,1-2-88 16,1-10-4-16,2-6-8 0,-3-3-76 0,5-7-96 0,-2 0-376 16,1-6-136-16,4-3-212 0,5-6-280 0,-2-7-696 15,-3 3-1261-15,20-16-2391 0</inkml:trace>
  <inkml:trace contextRef="#ctx0" brushRef="#br0" timeOffset="108926.785">8702 13712 5276 0,'0'0'2236'0,"0"0"-716"15,0 0 2433-15,0 0-2897 0,0 0-68 16,0 0 16-16,0 0-36 0,0 0-148 16,0 0-80-16,0 0-212 0,79 4-196 15,-63-11-88-15,0 1-72 16,0 2-60-16,-4 2 20 0,4 2-124 15,-8 0-8-15,3 2 0 0,-3 5 8 0,1 6-8 0,-5 0 0 16,3 8 16-16,1 3 116 0,1 1-20 16,-5 6-40-16,-1 1-64 15,1 6 52-15,0 0-60 0,0 4-12 0,0 2-72 0,1 0 0 16,-1 1 20-16,-1-1 4 16,5 1-36-16,-4 2 92 0,4-2-4 0,-3-1 8 15,-2 1 4-15,1-7 0 0,0-3 0 16,0-7 8-16,-4 1-8 0,0-6-4 15,0-9-112-15,0 3-156 0,0-1-112 16,0-7-148-16,-4 4-176 0,-4-3-164 16,5-4-156-16,-6 0-476 0,1 0-496 0,0-2-1157 15,-8-1-3539-15</inkml:trace>
  <inkml:trace contextRef="#ctx0" brushRef="#br0" timeOffset="109562.081">6283 14179 6984 0,'0'0'2024'0,"0"0"-948"0,0 0-584 0,0 0 949 16,-64 67 967-16,44-42-1056 16,-8 1-648-16,0 5-204 0,1 7 84 0,-5 1 56 15,-5 2-180-15,5 3-152 0,4 1-100 16,-3-3-12-16,8 2-72 0,-2-3-112 16,5-6 92-16,9 0-104 0,7-3-72 15,4-7-76-15,0 0 140 0,15 1-52 16,9-1 52-16,4 3 4 0,12 4-8 0,8 4 24 15,-1-6-76-15,9 6 40 16,0-8-24-16,4 1-64 0,4-6-24 0,-1-1-392 16,9-10-364-16,0-2-264 0,3-7-636 15,-15-3-2557-15,24-3-3871 0</inkml:trace>
  <inkml:trace contextRef="#ctx0" brushRef="#br0" timeOffset="110067.1">9338 13865 6460 0,'0'0'12'15,"0"0"4993"-15,0 0-3329 0,0 0-240 16,0 0-148-16,0 0 40 0,0 0-92 0,0 0-152 16,0 0-180-16,88 32-88 0,-56-23-39 15,0 4-49-15,0 0-196 0,4-1-168 16,0-3-64-16,4 4-44 0,-5 0-112 16,5-3-132-16,-8-1 36 0,4 1-36 15,-8-4-12-15,-1 3-44 0,-6 1 36 16,-6 3-40-16,-10 3-48 0,-5 6-24 15,-13 6-148-15,-6 7 52 0,-17 7-4 16,-4 5-104-16,-7 4-52 0,-9 1-36 16,0 4-133-16,-4-2-175 15,-4 0-328-15,1-4-896 0,10-12-2124 0,-14 14-4121 16</inkml:trace>
  <inkml:trace contextRef="#ctx0" brushRef="#br0" timeOffset="116791.132">14359 10204 7248 0,'0'0'1728'0,"0"0"-460"15,0 0-531-15,0 0 1287 0,0 0-56 16,4 77-568-16,-4-43-716 0,0 8-312 0,0 5 176 16,0 7 536-16,-4 3-604 0,-4 0-260 15,0 0-124-15,-4-3-92 0,0-6-4 16,4-3-12-16,-4-10-132 0,4-7-176 15,0-12-72-15,5-3-52 0,-1-10-76 16,-5-3-212-16,5 0-644 0,0-9-1140 16,-3-2-2349-16,-2-10-407 0</inkml:trace>
  <inkml:trace contextRef="#ctx0" brushRef="#br0" timeOffset="116999.556">14112 10620 9168 0,'0'0'1192'0,"0"0"-343"16,0 0-309-16,0 0 412 0,0 0 500 0,0 0 60 15,0 0-504-15,0 0-612 16,-4 80-160-16,12-52-72 0,0 1-52 16,0-1 48-16,4-2-36 0,-4-1-20 0,4-3-96 15,3-6-8-15,-2-7 12 0,6-2 48 16,1-7 28-16,4-7-88 0,4-11 100 16,0-8-100-16,0-6-372 0,-1-6-284 15,-2 0-204-15,3 0-176 0,-8 0-188 16,4 1-808-16,-9 7-1973 0,13-11-1007 0</inkml:trace>
  <inkml:trace contextRef="#ctx0" brushRef="#br0" timeOffset="117391.216">14701 9839 11429 0,'0'0'1808'0,"0"0"-1136"0,0 0-276 0,0 0 640 16,0 0 644-16,0 0-328 0,0 0-724 0,28 67-408 16,-24-42-60-16,1 1 0 15,-5 2-40-15,0-2-44 0,0-1-32 16,0 1-44-16,0-7-220 0,0-1-160 16,0-8 24-16,0-4 48 0,0-3 36 15,0-3 12-15,8-6-248 0,-1-3-76 16,1-7 372-16,5 0-52 0,-2-4 48 0,1 1 64 0,0 4 92 15,-4 2 60-15,5 3 0 16,-10 8 48-16,5-2 156 16,-4 4 0-16,0 0 168 0,4 6 76 0,-4 1-52 0,0 3-36 15,0 3-52-15,4-5-72 16,-4 6-16-16,0-3-48 0,-1-4-36 16,-3 3-80-16,5-8-56 0,-1 3-136 0,-4-3-320 15,4-2-448 1,0 0-328-16,4-7-480 0,-5-5-540 0,6 3-2405 0,3-10-1115 15</inkml:trace>
  <inkml:trace contextRef="#ctx0" brushRef="#br0" timeOffset="117646.715">15072 9947 8372 0,'0'0'2364'0,"0"0"-1203"0,0 0-597 0,16 66 520 16,-12-43 916-16,0-4-332 0,0-3-532 15,0-6-664-15,4-8-300 0,-4-2-64 16,4 0-44-16,3-7-64 0,2-1-64 15,2-9-180-15,-2-5-236 0,-1 4-176 16,0-1-28-16,-4-4 172 0,0 7 20 16,-1 0 16-16,-3 4 136 0,-4 5-76 15,0 1 252-15,-4 0 164 0,-3 3 228 0,-1-1 112 16,-5 4-12-16,2-3 96 0,-6 3-4 16,6 0 4-16,-1 3-124 0,0 4-188 15,0-1-112-15,0 0 4 0,4 1-4 16,0-4-236-1,4-3-452-15,4 0-484 0,-4-3-1780 0,4-13-3665 16</inkml:trace>
  <inkml:trace contextRef="#ctx0" brushRef="#br0" timeOffset="117863.165">15442 9413 5472 0,'0'0'3172'0,"0"0"-948"0,0 74-7 0,0-36 103 15,0 6-264-15,0 0-416 16,0 0-476-16,5-2-372 0,3-1-304 0,0-2-183 16,-5-5-161-16,5-4-144 15,1-9-72-15,-1-2-197 0,-1-9-95 0,6-7 0 16,-6 0-28-16,5-3-72 0,-3 0-96 16,-5-6-104-16,-1-4-360 0,-3 1-736 0,0-3-1112 15,-7 5-1725-15,-10-2-1435 0</inkml:trace>
  <inkml:trace contextRef="#ctx0" brushRef="#br0" timeOffset="118008.2">15191 9794 7976 0,'0'0'1932'0,"0"0"-643"0,0 0-569 0,0 0 460 0,0 0 76 16,0 0-4-16,0 0 0 16,0 0-456-16,105-47-276 0,-74 31-136 0,1-3-136 15,8 3-236-15,-4-6-12 16,-5 3-236-16,5 0-604 0,-4 3-468 15,-4 6-580-15,4-6-2581 0</inkml:trace>
  <inkml:trace contextRef="#ctx0" brushRef="#br0" timeOffset="118382.746">16211 9655 5520 0,'0'0'5705'0,"0"0"-3693"0,0 0-680 0,0 0 140 16,0 0 140-16,0 0-192 0,56 82-340 15,-48-50-508-15,-3 0-220 0,-1-1-96 16,-1-1-36-16,-3-5-148 0,0-3-72 16,4-6-68-16,-4-4-176 0,0-5-268 15,0-4-72-15,0-3-112 0,4 0-216 0,-4-10-384 16,4-2-636-16,-4-1-2849 15,0-9-3727-15</inkml:trace>
  <inkml:trace contextRef="#ctx0" brushRef="#br0" timeOffset="118511.046">16260 9534 9732 0,'0'0'2305'0,"0"0"-1473"15,0 0-168-15,0 0 680 16,0 0-148-16,0 0-904 0,0 0-292 0,0 0-680 0,80-44-1128 15,-69 41-2989-15</inkml:trace>
  <inkml:trace contextRef="#ctx0" brushRef="#br0" timeOffset="118797.952">16518 9744 12197 0,'0'0'1316'0,"0"0"-832"15,0 0 312-15,-4 67 1128 16,4-49 244-16,-4-4-504 0,4-8-872 0,0-4-536 15,0 2-184-15,0-4-72 0,0 0-12 0,8-4-120 16,1-1 36-16,2-5-40 16,6-6-132-16,-6 0-180 0,10-3-80 0,-6 0-60 15,1 3 72-15,0 0 100 0,0 7 32 16,0 2 76-16,-4 4 144 16,0 3 164-16,-1 0 0 0,2 0 300 0,-5 3 168 15,-1 4 88-15,-3-4-152 0,5 3-84 16,-5 0-76-16,0 1-84 0,-4-4-4 0,0 4-44 15,4-4-16-15,-4 0-96 0,0 0-80 16,0 0-252-16,0-3-204 0,0 0-312 16,0 0-512-16,0-3-1684 0,0-6-3617 15</inkml:trace>
  <inkml:trace contextRef="#ctx0" brushRef="#br0" timeOffset="119025.428">17032 9613 12377 0,'0'0'1656'0,"0"0"-1264"0,0 0 176 16,17 83 756-16,-17-51 356 0,0 3-424 16,0-4-508-16,0 4-200 0,0 4 124 0,-5-1 81 15,-3 0-329-15,1 3-204 16,-10 0-100-16,6 1-120 0,-6-7-160 16,6-7-120-16,-5-6-72 15,7-6 11-15,-2-3-11 0,-1-7-72 0,0-2-128 0,0-4-96 16,0-7-188-16,-4-6-260 0,5-2-440 15,-6-11-1168-15,9 7-2605 0,-8-19-1543 16</inkml:trace>
  <inkml:trace contextRef="#ctx0" brushRef="#br0" timeOffset="119153.402">16965 9468 11385 0,'0'0'2192'0,"0"0"-964"0,0 0-132 15,0 0 208-15,95-44-216 0,-71 37-140 16,1-3-544-16,2 2-368 0,-3 1-36 15,4-3-192-15,-4 3-644 0,0-2-500 16,-5 3-772-16,2 3-2437 0,-6-1-3003 16</inkml:trace>
  <inkml:trace contextRef="#ctx0" brushRef="#br0" timeOffset="119440.94">17375 9599 13061 0,'0'0'2056'0,"0"0"-1200"0,0 0-592 15,16 77 248-15,-8-60 768 0,4-7-220 16,0-7-496-16,0-3-196 0,4-3-124 15,3-7-24-15,2-7-84 0,-1-2-136 16,-1 1-320-16,-2-4-80 0,-2-1 20 16,-2 4 48-16,-6 1 72 0,-3 5 40 15,-4 3-16-15,0 4 224 0,0 0 12 0,-4 2 124 16,-3 1 100-16,-6 3 104 0,2 0-32 16,-2 7-88-16,1 2-24 0,1 7 36 15,-6 3-24-15,6 3 60 0,-6 0-12 16,6 4 60-16,3 0 0 0,-1-7-132 15,6-4-172-15,-1-5-120 0,4-7-88 16,4-3-196-16,3-3 40 0,6-7 180 16,2-5 24-16,6-4-316 0,3-7-444 15,-5 0-640-15,5-2-928 0,-7 9-1781 16,10-10-1487-16</inkml:trace>
  <inkml:trace contextRef="#ctx0" brushRef="#br0" timeOffset="119615.225">17786 9432 9592 0,'0'0'3117'0,"0"0"-1869"15,0 0-564-15,0 0 612 0,-13 77 404 16,10-52-192-16,-5 1-408 0,4-4-344 0,-1-3-136 16,5 0-131-16,0-7-249 0,9-5-168 15,2-3-72-15,2-4-312 0,-1 0-5 16,8-11 13-16,-5-1-112 0,5-4-180 16,-4-6-184-16,4 0-316 0,-4-1-412 15,4-2-376-15,-4 0 32 0,0-5-1073 0,-5 5-1979 16,6-15 444-16</inkml:trace>
  <inkml:trace contextRef="#ctx0" brushRef="#br0" timeOffset="119945.659">18045 8928 4784 0,'0'0'4204'15,"0"0"-1647"-15,0 0-777 0,0 0-180 16,0 0 248-16,0 0-596 0,-28 92-288 0,20-50 76 16,-1 8 24-16,1 1-55 0,5 3-249 15,-1 5-336-15,4-1-228 0,0 0-112 0,4-1 96 16,3-7-180-16,6-9-36 15,2-6-156-15,2-6 32 0,2-9-44 0,-3-5-196 0,0-3-156 16,-4-6-65 0,-4-1 1-16,-4-3 0 0,-4-2-128 0,0 0-224 15,-12 0-612-15,-4-7-324 0,-3 1 300 0,-5 1 1160 16,-4-2 448-16,0 0 280 0,0 1-76 16,0 0-52-16,3-4 180 15,2 1 452-15,11 2-28 0,0 1-128 0,8 0-72 16,4 3-24-16,0 3 164 15,8-4-4-15,4-2-312 0,8-3 172 0,8-1 160 16,4-6-360-16,3-3-340 0,1 0-12 16,1-3-196-16,-2-3-304 0,-3 0-556 15,0 0-648-15,-8 5-2552 16,-1-6-5021-16</inkml:trace>
  <inkml:trace contextRef="#ctx0" brushRef="#br0" timeOffset="120089.967">18419 9426 14529 0,'0'0'1816'0,"0"0"-1344"16,0 0 360-16,4 83 712 0,-4-55 352 16,-4-5-647-16,4-1-789 0,0-3-360 15,-4-3-100-15,4-7-100 0,0-3-432 0,-4 1-293 16,4-3-67-16,-4-4-292 16,0 0-1228-16,-4-11-3841 0</inkml:trace>
  <inkml:trace contextRef="#ctx0" brushRef="#br0" timeOffset="120391.003">18403 9255 13001 0,'0'0'2132'0,"0"0"-1288"0,0 0 296 15,0 0 148-15,0 0-132 16,0 0-592-16,0 0-212 0,0 0-156 16,0 0-96-16,80 19-100 0,-64-10-120 0,-1 4-236 15,6 0-60-15,-6-1 64 0,-2 5-4 16,2-2-28-16,-2 1 88 0,-2 3 112 15,-3 3 172-15,1 0 12 0,-2 3 308 0,1 5 48 16,0-5 40-16,4 0 80 16,0-2-60-16,-1-4 24 0,2-4-124 0,2-2-120 15,-2-3-196-15,2-3 0 0,2-7-72 16,-2 0-248-16,6-4 80 0,3-6-140 16,-5-1-160-16,5-6-84 0,0 1-80 0,-4-3 124 15,4-3 48-15,-4 0-584 16,-4 0-368-16,-4-2-540 0,-4 6-769 15,-5-8-2499-15</inkml:trace>
  <inkml:trace contextRef="#ctx0" brushRef="#br0" timeOffset="120625.002">18980 9436 8556 0,'0'0'2945'0,"0"0"-985"0,0 0-500 16,0 0-204-16,0 0-204 0,0 0-224 0,0 0-296 16,0 0-352-16,0 0-180 15,0 0-60-15,9-4-200 0,-9-2-124 16,-5 0 4-16,-2-1-20 0,-9 4 400 15,4 3 52-15,-8 0 220 0,4 7 112 0,-4 5 48 16,0 8 48-16,4 2 96 16,1 3 272-16,7-3-80 0,-5 0-15 15,9 1-85-15,4-7-244 0,0-1-172 0,8-5-132 16,12-1 88-16,12-2 152 0,4-1-248 16,8-3-64-16,7-3 72 0,5 0-120 15,0-3-84-15,-4-6-656 0,0-1-504 0,-21 2-401 16,14-6-3883-16</inkml:trace>
  <inkml:trace contextRef="#ctx0" brushRef="#br0" timeOffset="120753.437">19925 9493 19229 0,'0'0'2673'0,"0"0"-1377"0,0 0 200 15,0 0-832-15,-112-12-472 0,69 5-192 0,-6 1-540 16,6 0-172-16,-5-1-72 0,12 3-828 15,-20 4-5189-15</inkml:trace>
  <inkml:trace contextRef="#ctx0" brushRef="#br0" timeOffset="127344.165">3231 16316 4408 0,'0'0'1808'0,"0"0"-960"0,0 0-304 16,0 0 80-16,0 0-40 0,11-67 2037 16,-11 64-1633-16,4 3-384 15,-4 0-196-15,0 0-4 0,0 0 92 0,0 0 124 0,0 0 48 16,0 0-92-16,0 0-136 0,0 0-140 15,0 3-24 1,0-3 44-16,0 0 52 0,0 0 224 16,0 0-32-16,0 0-132 0,0 0-68 0,0 0-44 15,0 0-52-15,0 0-48 0,0 0-24 0,0 0-52 16,0 3-20-16,0-3-16 0,-4 0 0 16,1 4 4-16,-1-4-16 0,-4 0 0 0,0 3 4 15,0 0-3 1,-8 0-49-16,4 0-44 0,-8 3-4 15,0 1-85-15,0 3-87 0,0-1 4 16,-4 7-40-16,0 3 40 0,0 2 8 0,5 6 52 16,-1 1 100-16,-1 4-56 0,6 4-56 0,3 1 60 15,4 3-4-15,0 6 4 0,4 1 56 0,4 4-44 16,0 0 48-16,8 0 16 0,4-4 32 16,0-5 12-16,-1-10 100 15,2-10-64-15,2-6-44 16,2-7-52-16,-2-9 0 0,9-3 124 15,4-16 60-15,0-6-28 0,4-14 16 0,0-8-172 16,-4-7-48-16,-4 0-88 0,-5-3-84 0,-2 6-60 16,-6 6 24-16,-3 7 0 0,-3 6 12 15,-1 7 72-15,-4 6-12 0,0 0-8 16,0 9 192-16,0 4 108 0,0 3 76 16,0 3-88-16,0 0-96 0,0 3-12 15,0 3-72-15,0 1-64 0,0 5 48 0,0 4 100 16,4 7 48-16,3 9 148 0,1 1-12 15,5 7-64-15,-2 1-68 0,6-3 144 16,-6-1-76-16,1-4 4 0,4-5-20 16,-4 1-104-16,0-10-96 0,0-3 32 15,4-1-56-15,-4-5-176 0,4 0-328 0,4-3-100 16,-4-5-100-16,7-2-220 0,1 0-540 16,4-2-800-16,-7-5-589 0,10-9-2451 15</inkml:trace>
  <inkml:trace contextRef="#ctx0" brushRef="#br0" timeOffset="127790.793">5375 16462 5580 0,'0'0'10317'0,"0"0"-9089"0,0 0-1228 15,0 0-336-15,0 0 336 0,0 0 808 16,0 0-68-16,23 94-296 0,-10-54-260 0,-6-2-168 16,1 7 80-16,0-5-8 0,0 2-88 31,-8-7-120-31,0-10-272 0,0-3-176 0,-4-9-128 0,-4-7-212 15,-8-6-540-15,4 0-2600 0,-20-6-5049 0</inkml:trace>
  <inkml:trace contextRef="#ctx0" brushRef="#br0" timeOffset="127913.452">5132 16208 4528 0,'0'0'10765'0,"0"0"-9785"0,0 0-976 16,0 0 416-16,0 0 204 15,0 0-348-15,0 0-276 0,91-12-212 0,-71 12-496 16,4 0-700-16,-4 0-1464 0,16 6-5125 16</inkml:trace>
  <inkml:trace contextRef="#ctx0" brushRef="#br0" timeOffset="128165.268">5757 16361 13001 0,'0'0'1740'0,"0"0"-1448"0,0 0-80 0,-20 85 720 15,8-57 652-15,4 2-472 0,0-8-608 16,4-3-336-16,4-3-168 0,4-4-12 16,4 1-112-16,8-1 64 0,0-5 60 15,3 3 0-15,2-4 48 0,3-3-44 0,-5 0 8 16,1 4 24-16,1-4-32 16,-6 0-4-16,-2 3 64 0,-2 0-4 0,-7 4 172 15,4 3-36-15,-8 3-72 0,0-1-124 16,0 5-64-16,-8-4-80 0,0 0-52 0,-4-1-100 15,-4-2-172-15,0-3-332 16,1-4-404-16,-6 0-388 0,6-3-1368 16,-13-3-4005-16</inkml:trace>
  <inkml:trace contextRef="#ctx0" brushRef="#br0" timeOffset="128629.799">7418 16498 12045 0,'0'0'1472'15,"0"0"-812"-15,32 69-180 0,-16-28 216 16,0 7 872-16,-4 8-168 0,0 5-72 16,4 6-556-16,-4 3-260 0,0 0-184 0,-5 2-48 15,2-1-36-15,-5-2-63 0,-4 1-69 16,0-6-64-16,0-1-48 0,0-9-124 16,-4-6-57-16,-1-10-27 0,1-13-36 15,4-9-144-15,0-9-136 0,-3-7-308 0,3-7-324 16,-8-12-752-16,4 4-2888 0,-9-30-3257 15</inkml:trace>
  <inkml:trace contextRef="#ctx0" brushRef="#br0" timeOffset="128873.457">7462 16598 14605 0,'0'0'1936'0,"0"0"-1672"15,0 0 232-15,76-69 460 0,-52 50 104 16,-5 2-316-16,6 5-340 0,3 3-12 0,-8-1-40 15,3 4-228-15,-3 6-124 0,-4 0-84 0,-4 12 80 16,0 7 0-16,-8 13-252 16,-4 3-24-16,0 13-72 0,-8 2-16 15,-4 4-24-15,-4-2 72 0,1-8 52 0,-6-3 44 16,6-9 76-16,-2-7 40 16,6-6-140-16,-2-9 0 0,2-10-160 15,3 0-448-15,8-12-1108 0,-5-1-2181 0,5-19-3239 0</inkml:trace>
  <inkml:trace contextRef="#ctx0" brushRef="#br0" timeOffset="129112.764">7888 16556 13073 0,'0'0'1816'16,"0"0"-1196"-16,0 0 348 0,0 0 388 0,0 0-148 0,0 0-532 16,84-21-300-16,-80 24-32 15,4 7 32-15,1 3 76 0,-6 6-160 16,1 3-132-16,0 6-64 0,-4 1-23 0,0 3-25 15,-4-4-48-15,0-2 0 0,1-4 4 0,-2-6 56 16,1-6-8-16,4-7 20 0,0 0-12 16,0-3-60-16,0 0-120 15,4-10 20-15,4 1-153 0,4-8 105 0,4-4 140 16,4-2-112-16,0-5-368 0,4-1-268 16,-1 1-76-16,-3-1-92 0,5 0-340 15,-1 1-656-15,-5 9-1232 0,5-6-2585 16</inkml:trace>
  <inkml:trace contextRef="#ctx0" brushRef="#br0" timeOffset="129369.51">8330 16573 3360 0,'0'0'9389'0,"0"0"-7265"0,9 70-1380 15,-5-45-100-15,0-2 576 0,3-4 104 16,-3-10-332-16,1-2-504 0,3-7-204 16,-1 0-80-16,5-9-8 15,1-8 24-15,2-4-148 16,1-9-72-16,0 2-268 0,0-4-84 0,-4 4 20 0,-3-2 52 15,-6 9-36-15,1 2 8 0,-4 2 52 16,0 8 32-16,-4 3 136 0,-8 3 88 16,-7 3 232-16,-2 3 28 0,-7 3-152 0,0 8 4 15,0 0 36-15,0 5 8 0,5 0-56 16,7 4-100-16,0-1-4 0,4 0-60 16,8-2-56-16,0-1-176 0,0-4-208 0,4 1-420 15,4 0-452-15,8-7-1172 16,-4-4-2665-16,8-5-2459 0</inkml:trace>
  <inkml:trace contextRef="#ctx0" brushRef="#br0" timeOffset="129644.027">8745 16484 8988 0,'0'0'5793'0,"0"0"-4245"0,44 70-984 0,-32-41-56 16,3 3 864-16,-6-1 76 0,-1-9-496 15,0-6-552-15,-5-7-240 0,1-4-39 16,0-5-121-16,5-7-25 0,2-3-35 15,1-9-16-15,1-3-44 0,-2-7-256 0,-2-2-148 16,-5-1 120-16,0 3 100 0,-4 8 60 16,0-3 36-16,-4 9 108 0,-5 5 96 15,-6 1-144-15,-10 2 148 0,1 4 160 16,-8 3-160-16,1 0-48 0,3 7 48 0,5 2 0 16,2 4-52-16,5 2-60 15,4 2-120-15,5 2-28 0,3-3-36 16,4 0-224-16,0-4-536 0,0-3-788 0,4-2-1200 15,3 3-3849-15</inkml:trace>
  <inkml:trace contextRef="#ctx0" brushRef="#br0" timeOffset="129865.469">9032 16418 7776 0,'0'0'5685'0,"0"0"-4669"16,0 0-752-16,67 88-36 0,-47-56 1272 0,1 3 360 15,-2-3-468-15,-3-3-720 0,-4-7-308 16,4-6-144-16,-4-4-60 0,1-5 68 16,2-5-104-16,-2-2-4 0,2-6-20 15,1-2-16-15,-4-9-11 0,3-2-13 0,-2-6-60 16,-2-4-40-16,6 1-57 0,-6-4-147 16,2-4-216-16,-1 2-308 0,-1-4-396 15,2 3-404-15,2 0-600 0,-7 10-2669 16,8-3-4311-16</inkml:trace>
  <inkml:trace contextRef="#ctx0" brushRef="#br0" timeOffset="130407.838">9677 16531 13061 0,'0'0'2244'0,"0"0"-1664"16,0 0-228-16,0 0 248 0,0 0 656 16,0 0-160-16,0 0-496 15,0 0-124-15,0 0-144 0,80-66-296 0,-64 31-36 16,0 1-256-16,-4-1-40 15,0 5 4-15,-4 5 12 0,-4 3 80 0,-4 3 140 0,0 6 56 16,-12 4-4-16,-4 3 8 0,-4 6 112 16,0 0 156-16,0 6 28 15,-4 10-16-15,5 6-84 0,-2 7-12 0,6 6 8 16,2 6 64-16,6 0-36 0,3 0-124 16,0 1-96-16,4-4-40 0,0-6-140 0,0-7-356 15,8-6-88-15,-5-3 84 16,9-10 100-16,-3-3 80 0,2-3 152 15,6-3 36-15,-2-9-100 0,5-7-112 16,0 0-188-16,4-4 96 0,4 1 364 0,-4 2 112 16,4 8 140-16,-4 5 456 15,-1 7 36-15,5 4 60 0,-8 6 96 0,5 6-52 16,-6-2-40-16,-3 3-184 0,0-4-64 16,4-3-95-16,-8-8-25 0,8-2-60 15,0-5-40-15,3-15-228 0,5-8-72 16,0-13-96-16,0-7-124 0,0-6-120 15,4-3-37-15,-4-1-51 0,0-2 36 16,0-4 60-16,-4 1 64 0,-5-4-104 0,-2 4-60 16,2 5 184-16,-10 11 320 15,2 15 236-15,-3 17 380 0,-4 8 44 0,-4 7-12 16,0 7-124-16,0 12-148 0,0 6-59 16,-4 6-149-16,0 11-8 0,0 0 132 15,0 2 116-15,1 3-68 0,3 4-160 16,-4-3-180-16,0 3-12 0,4-4-72 0,-5 0-324 15,5-3-492-15,-4 2-377 16,4-11-1163-16,-8 12-5825 0</inkml:trace>
  <inkml:trace contextRef="#ctx0" brushRef="#br0" timeOffset="130541.074">11391 15865 18713 0,'0'0'2788'0,"0"0"-2788"16,0 0-1048-16,0 0-2796 0,-88-50-4553 0</inkml:trace>
  <inkml:trace contextRef="#ctx0" brushRef="#br1" timeOffset="-98493.474">10111 3382 3544 0,'0'0'2228'16,"0"0"2492"-16,0 0-4163 0,0 0-301 16,0 0 132-16,0 0 356 0,0 0 96 15,0 0-24-15,0 0-44 0,0 0-144 16,80-45-36-16,-59 42-76 0,-6-4-16 0,5 3-116 16,0 2 0-16,4 2-124 0,-4 0-24 15,4 0-128-15,-5 0-32 0,6 2 24 16,-1 2-100-16,4 3 0 0,-5-4-12 15,10 4 4-15,-1-5-4 0,3 1-60 0,-3-3 68 16,8 0-60-16,-5 0 64 0,5-3 12 16,0-3 40-16,4 3-52 15,0 0 4-15,0-1 44 0,4 4 28 0,-5 0-72 16,-3 0-4-16,4 4-52 0,-4 6 44 16,-1-5-64-16,2 2 64 0,2 0 8 15,-3-5 44-15,0 2-44 0,4-2 0 0,-5-2 8 16,-2 0-4-16,3 0-4 15,-5-2 0-15,1-4-8 0,0 2 8 16,-4 1-8-16,-1-4 4 0,1 7-4 0,-4 0 8 16,0 0-36-16,0 0 36 15,-4 7 0-15,0 0 40 0,-4-1-28 16,4 0 76-16,0 1-40 0,4-1 12 0,-4 0-60 16,3-4 0-16,5 2 0 0,1-4-12 15,2 0 8-15,1-6 4 16,0 0-124-16,3-5 124 0,-3 5-4 0,1 0 4 0,-2 4-40 15,-3-2 40-15,0 4 4 16,0 0 48-16,-4 0-48 0,0 6 0 0,-5-2 44 16,1 2 0-16,0 1-44 0,0-1-4 15,1-3 8-15,-2 0 44 0,1-3-44 0,4 0-8 16,0 0 12-16,0-3 0 0,0-4-12 16,0 0-4-16,0 5-48 15,4-4 52-15,-1 0 84 0,-3-1-84 16,4 3 4-16,4 1 144 0,-4 0-144 0,3 1 0 15,1-2 88-15,-4 1-92 16,8 0-68-16,-4-1 68 0,4 1 0 0,-1 3 0 16,-3 0 0-16,5-4 4 0,-2 4-4 15,1 0-4-15,4 0 4 16,-4 0 12-16,-1 4 36 0,2 3-36 0,2-1 4 16,-3 0-8-16,0 0 0 0,4 5 52 15,-5-5-52-15,2 0 52 0,2 3 4 16,-3 3-64-16,4-1-8 0,-4-2 4 15,3 4-4-15,1-4 0 0,-4 1-8 0,4-1 12 16,0 1 4-16,-1-1 16 0,-2-3-16 16,6 1 8-16,-3-1-8 0,0-3 0 15,4 1-52-15,-1-1-20 0,-2 1-16 16,-2-1 84-16,5-3 0 0,-4 2 4 16,4 1-12-16,-4-3 0 0,-1 4 0 0,1-2 8 15,0-2-4-15,4 4 8 0,-5-4 48 16,2 3-40-16,-2-3-8 15,2 4 4-15,-2-4-4 0,0 3-56 0,-2-3 56 16,2 3 0-16,-3-1-48 0,4 2-4 16,0-1 52-16,-4 0 60 15,4 4-52-15,-5-3-8 0,2 1 8 0,-2 2 40 16,1 2-48-16,-1-2-8 0,2 2 8 0,-1-2 12 16,-1 2 32-16,2-2-44 0,-2-1-12 15,5 3 8-15,0-2 4 0,-1-4 0 16,2 3 4-16,-2-3 48 0,5-3-48 15,4 3 8-15,-4-3-4 0,3 0 52 16,1 4-52-16,-4-4-8 0,3 3-56 16,2 0 44-16,-1-3 4 0,-5 3-40 15,5 1 36-15,0-2-48 0,-1 1 48 0,1-3 0 16,0 4 4-16,0-4 0 16,4 0-32-16,-4 0 40 0,0 0 4 0,3 0 4 15,-3 0-4-15,4 0 8 0,-4 0-4 16,-1-4-8-16,5 1 8 0,-4 3 60 0,4-2-68 15,-5-2-52-15,5 4 44 16,-4-3-44-16,-1 0 40 0,5 0-112 16,-3-4-48-16,-1 4 96 0,-1 0-20 0,1-3 0 15,-5 2 96-15,5 1 48 0,-4 0-40 16,0 3 92-16,0 0-96 16,-5 0-4-16,2 0 0 15,-6 3 0-15,5 0 60 0,-4 1-48 0,4 2 48 16,-5-3-48-16,2 0 0 0,-2-3-8 0,5 3 44 15,-8-3-36-15,4 0-12 0,0 0 100 0,-5 0-92 16,1 0-4-16,1 0 64 0,-2-3-68 16,-3 3-12-16,0 0 12 0,4 0 0 15,-4-3-60-15,-1 0 52 0,1 0-60 16,0-4 64-16,0 4-4 0,-4 0 4 16,0-3-84-16,0 0 28 0,-4 2 8 15,-5 1 52-15,2-3 8 0,-1 3 4 16,-5-1 40-16,-2-3-48 0,-2 7 44 15,-3-2-40-15,0-1 40 0,-3 3-48 16,2 0-8-16,-7-3-4 0,4 3-48 16,0 0 52-16,0-4 0 0,-4 4 8 15,4 0 0-15,1-2 60 0,-2 2-48 0,1-5 76 16,0 3-40-16,0-2 88 0,4 1 60 16,4-2-12-16,0-2-24 0,4 0-64 0,0 0-20 15,4 2-4-15,-1-5-24 16,2 4-40-16,3-3 44 0,0 2-52 15,-5 0 0-15,5 1-8 0,-3 0 8 0,2-1 0 16,1 1 8-16,4 0 100 0,-4-1-104 16,0 1-4-16,4 0-12 0,-9-1 8 15,2 1 4-15,-1 3-12 0,-5 0-84 16,-3-3 44-16,-3 6 44 0,-2 0-112 16,-3-4-88-16,-4 4-124 0,0 0-60 15,0 0-80-15,0 0-196 0,-8 0-164 0,5 0-284 16,-10-3-792-16,5 0-2377 0,-7-3-2803 15</inkml:trace>
  <inkml:trace contextRef="#ctx0" brushRef="#br1" timeOffset="-97077.267">24113 2358 3768 0,'0'0'144'15,"0"0"-64"-15,0 0 1664 0,0 0 0 16,0 0-836-16,84-41-80 0,-77 35 28 16,-3 3 45-16,0-1-153 0,-4 4-80 15,0 0 72-15,-8 0-28 0,1 0-140 16,-6 0-204-16,1 0-104 0,-8 0-88 16,-4 0-48-16,-3 10-128 0,-5 3-16 0,-4 6 4 15,-4 6 12-15,0 7 112 0,-4 3 24 16,8 6 204-16,-3 10 76 0,3 7 172 15,4 8-228-15,0 7-112 0,4 7-60 16,4 5-40-16,0-6 60 0,9-2 40 16,11-11 0-16,4-5 72 0,19-10-88 15,13-10-48-15,16 1-48 0,8-7-88 0,8-4-48 16,7-6-84-16,1-2-28 0,4-5-120 16,-1-8 84-16,5-4 140 0,-1-6-4 15,1-3 0-15,1-10-124 0,2-5-72 16,0-5-164-16,1-6-36 0,-4-2-40 15,3-4-36-15,1-3-104 0,-1-6-344 16,-3-4-548-16,-8-6-552 0,0-7-369 0,-12-5 289 16,-13-1 968-16,-2-6 1144 15,-17 0 104-15,-9 3 768 0,-6 4-96 0,-13-2 304 16,-13 5-112-16,-6 0-128 0,-13 6 137 16,-13 2 203-16,-7 8-388 0,-15 3-160 15,-17 5-632-15,-16 11-272 0,-14 5-340 16,-15 9-104-16,-17 7 220 0,-6 7 340 15,-3 7-76-15,3 12 208 0,5 9 24 0,7 13 0 16,5 3-244-16,39-9-1005 0,-48 25-4599 16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32767" units="deg"/>
          <inkml:channel name="T" type="integer" max="2.14748E9" units="dev"/>
        </inkml:traceFormat>
        <inkml:channelProperties>
          <inkml:channelProperty channel="X" name="resolution" value="3854.94116" units="1/cm"/>
          <inkml:channelProperty channel="Y" name="resolution" value="5461.1665" units="1/cm"/>
          <inkml:channelProperty channel="F" name="resolution" value="91.01945" units="1/deg"/>
          <inkml:channelProperty channel="T" name="resolution" value="1" units="1/dev"/>
        </inkml:channelProperties>
      </inkml:inkSource>
      <inkml:timestamp xml:id="ts0" timeString="2023-06-27T07:32:17.884"/>
    </inkml:context>
    <inkml:brush xml:id="br0">
      <inkml:brushProperty name="width" value="0.05292" units="cm"/>
      <inkml:brushProperty name="height" value="0.05292" units="cm"/>
      <inkml:brushProperty name="color" value="#7030A0"/>
    </inkml:brush>
    <inkml:brush xml:id="br1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6721 2363 3588 0,'0'0'7349'0,"0"0"-6501"0,0 0 1388 16,0 0-848-16,0 0 84 0,0 0-404 15,0 0-220-15,0 0-196 0,0 0-160 16,7-5 92-16,6 5-132 0,7 0 204 16,3 5-143-16,9-3-209 0,5 2-64 0,-1-4-32 15,7 0-4-15,2 0-36 16,6 0 112-16,5-4-4 0,3 2-44 15,-3-3-124-15,8-1-24 0,-4 0-80 0,0-1 4 16,0 1 0-16,-6-6-8 0,2 2-4 16,-7 1-128-16,-2-1 60 0,-10 0-100 15,-10 7 16-15,-3-3-12 0,-12 6 12 16,-8 0-40-16,0 3 16 0,-4 7 36 16,-8-1 20-16,-4 10 64 0,-4 4 0 15,-4 5-72-15,-8 3 20 0,-4 5 28 16,0-1 76-16,-3 2-136 0,-1 3 48 0,-8 0-40 15,0 4 39-15,-4 4 25 0,-3 3 8 16,-5-1 16-16,-4 8 0 0,0-1 48 16,0 0 12-16,1 4 72 0,-1-4-68 15,8-3 80-15,1-4-88 0,11-5 53 16,3-1 111-16,5-9-112 0,9-3 12 16,-1-7 24-16,12-6 12 0,4-2-32 15,4-9-4-15,4-4-60 0,4-1 0 0,7 1 96 16,10-1 24-16,11-3 40 0,-1 3 20 15,14-3-84-15,2 0 136 0,1 0-112 16,3-3 24-16,5 0-24 0,0-1-8 0,0-3-4 16,0 5-12-16,-5-4-36 15,5 0-68-15,-3-1 4 0,-1 1 4 0,-5 0-8 16,1-1-4-16,-4 0-60 0,-9 2-36 16,1-2-24-16,-8 0-160 0,-8 4-56 15,1-3-4-15,-10 2-36 16,1 1-84-16,-7 3-25 0,-2-5-39 0,1 1-156 15,0-6-508-15,-4 1-748 0,0-1-1188 16,0-15-3101-16</inkml:trace>
  <inkml:trace contextRef="#ctx0" brushRef="#br0" timeOffset="319.2">7993 2432 7948 0,'0'0'4517'0,"0"0"-3253"16,0 0-592-16,0 0 464 0,0 0 208 16,0 0-376-16,-88 41-412 0,64-19-236 15,-4 4-136-15,0 9-48 0,-4 3 0 16,-4 6 0-16,-3 7-124 0,-2 4 0 15,-6 4-8-15,2 1 0 0,-2 4 52 16,-1-3 4-16,-3-1 4 0,2 0-64 16,1-3 0-16,5-3-136 0,-1-3 12 0,4-4-48 15,4-5-60-15,4-7-16 0,4-6-96 16,9-7-100-16,3-7 8 16,8-5-36-16,4-7-128 0,4-3-332 0,0 0-700 15,0-6-1313-15,4-7-3039 0</inkml:trace>
  <inkml:trace contextRef="#ctx0" brushRef="#br0" timeOffset="630.841">8024 3200 10904 0,'0'0'2529'0,"0"0"-1653"16,-5 76-296-16,5-38 844 0,-3 11 196 15,3 1-352-15,0 4-596 0,0 2-352 16,3 5-100-16,2 3-48 0,7 2-52 0,-4-5-120 16,4-1-12-16,0-6-72 0,-1-9-16 15,-2-14-32-15,-1-12 44 0,-4-7-144 16,-4-5-184-16,0-7-244 0,0 0-104 15,0-9-168-15,0-7-116 0,0-6-236 16,0-6-660-16,0-11-1113 0,0 10-1943 16,-4-28 100-16</inkml:trace>
  <inkml:trace contextRef="#ctx0" brushRef="#br0" timeOffset="852.252">8092 3123 7140 0,'0'0'2516'0,"0"0"-771"0,0 0-361 16,0 0-112-16,83-53-284 0,-59 50-84 15,-4 3-48-15,4 0-160 0,-4 0-164 16,0 9-48-16,-5 1-44 0,2 2-20 16,-6 4 44-16,-2 7-36 0,-9-2-84 0,0 9-88 15,-5 1-76-15,-6 1-180 0,-5 3 0 16,-4-7-60-16,0 2-36 16,-3-5-76-16,-5-6-204 0,3-7-200 0,-3 1-12 15,0-10-64-15,4-3-204 0,0 0-324 16,5-16-268-16,-5-7-352 0,8 2-1181 15,-4-30-3339-15</inkml:trace>
  <inkml:trace contextRef="#ctx0" brushRef="#br0" timeOffset="1103.67">8294 1917 8988 0,'0'0'3161'0,"0"0"-1361"16,0 0-336-16,84 48 292 0,-48-22-184 15,0 2-260-15,4 7-288 0,-4 3-243 16,4 7-77-16,-1-1-316 0,-2 3-232 16,-5 1-156-16,-4-7-4 0,-5-2-200 15,-3-11-260-15,0-5-165 0,-4-11-51 16,0-5 8-16,0-7-112 0,-4 0-640 15,-4-7-1020-15,3-18-2581 0</inkml:trace>
  <inkml:trace contextRef="#ctx0" brushRef="#br0" timeOffset="1285.304">8801 2013 14661 0,'0'0'2076'0,"0"0"-1280"16,0 0-28-16,-84 82 696 0,52-47-160 0,0 6-391 15,-3 4-609-15,3-1-304 16,-4 4-92-16,0 2-224 0,0 8-209 0,-8-1-279 16,0 9-256-16,-3 5-1040 0,7-14-3000 15,-23 32-5225-15</inkml:trace>
  <inkml:trace contextRef="#ctx0" brushRef="#br0" timeOffset="1983.548">7630 4277 8080 0,'0'0'3233'16,"0"0"-1321"-16,0 0-708 0,0 0 20 15,0 0 344-15,0 0-220 0,0 0-340 16,0 0-288-16,4 91-96 0,-4-56 32 0,0 0-131 16,-4 6-77-16,4 1-72 0,0 5-76 15,-4-2-56-15,4 6-112 0,0-1-12 16,-5 8-76-16,5 2-44 0,0 6-4 16,-4 4-68-16,4 4 68 0,0-2-68 15,-4 2-36-15,4-8-64 0,0-3-44 16,0-2 48-16,0-4 68 0,0-6 16 15,0-3 36-15,4-7 44 0,0 0 0 0,1 0-68 16,3-2-36-16,-5-4-76 16,1 2 4-16,4 2-76 0,-3-1-37 0,3 1 49 15,-5-1-8-15,1-4-4 0,0 4-52 16,-4-6 4-16,0-4-48 16,0-2-16-16,0-10 36 15,0-3 136-15,-4-7 12 0,0 1-76 0,1-7-124 0,-1 0-332 16,-5 0-700-16,-3-5-920 0,1-3-765 15,-2 2-1911-15,2-13-24 0</inkml:trace>
  <inkml:trace contextRef="#ctx0" brushRef="#br0" timeOffset="2318.522">7502 5820 8460 0,'0'0'2316'0,"0"0"-823"0,0 0-369 15,0 0 32-15,0 0-72 0,0 0-216 0,0 0-280 16,0 0-68-16,20 69-124 16,-13-43-12-16,2 2-52 0,-1 4-100 0,-4 3-72 15,3-3 24-15,-2-1-120 0,-1 1-16 16,4-3 0-16,-8 0-48 0,7-4 8 0,-3-3 68 16,0-3 32-16,1-3-44 15,3-4-52-15,-4-2 0 0,-1 0-12 16,5-1-8-16,1-3-44 0,-1 0 52 0,-1-1 0 15,6-3 100-15,-5-2 8 16,-1 0 16-16,10 0 72 0,-6-7 12 16,10-5-12-16,-2-4-16 15,1-6-168-15,8-4-12 0,-9-2-192 0,9-3-116 0,-4 2-120 16,1 4-292-16,-1 0-292 0,-5 5-340 16,-3 7-812-16,-8 1-2697 15,4 5-4155-15</inkml:trace>
  <inkml:trace contextRef="#ctx0" brushRef="#br0" timeOffset="3350.702">6896 7249 10436 0,'0'0'2441'15,"0"0"-801"-15,0 0-552 0,0 0 280 16,0 0 4-16,0 0-312 0,0 0-288 16,0 0-212-16,0 0-220 0,0 0-132 15,0 0 96-15,0 0 73 0,104 12 147 0,-64-9-112 16,4 0-160-16,-1 1-60 0,-2-1 40 16,2-3-52-16,-4 0-60 0,-2 0-64 15,3 0-56-15,-12-3 0 0,4 3 4 0,-8-4-4 16,4 1-8-16,-9 3-4 15,1 0-96-15,-1 0 12 0,-6 0-24 0,2 7 36 16,-6-1-208-16,-1 3 136 0,0 8 60 16,-5-3 96-16,-3 5 0 0,0 8-72 15,0-5-52-15,-7 3 52 0,-5 3-24 16,-4-2 0-16,-5 2-28 0,2 4-20 0,-5-3 0 16,-4 3 44-16,-4 2 4 15,0 1-1-15,-3 0-15 0,-5 4-8 16,0-1 48-16,0-3 0 0,4 2 64 0,1-4-4 15,-1-1 12-15,3-1 12 0,1-5 120 16,5-1-120-16,-1 0 108 16,8-6 53-16,4 1-17 0,0-5 16 0,9-5 8 15,3-4-8-15,-1 0-76 16,5-6-36-16,0 0 48 0,0 0-60 0,5 0 4 16,2 4-4-16,5-1 156 0,4 0-48 0,4 2 76 15,4 0-88-15,4-5-12 0,4 2 36 16,-1-2-32-16,1 0 8 15,4 0 0-15,5 0 36 0,-2 0 292 0,4 0-196 16,2 0-144-16,6 0-84 0,-3 0 0 0,4 0-48 16,-4-2-108-16,0-3 48 15,-9 3-12 1,-3-1-24-16,-4 0 12 0,-4-4-84 0,-8 4-112 16,1 0 4-16,-10-1-84 0,1 2-100 0,-9-1-48 0,2 0 12 15,-5-1-36-15,0-3-297 16,0-1-599-16,-5-5-1048 0,2 3-1660 0,-9-6-2449 15</inkml:trace>
  <inkml:trace contextRef="#ctx0" brushRef="#br0" timeOffset="3645.068">7817 7482 9320 0,'0'0'2913'16,"0"0"-1277"-16,0 0-320 0,0 0 380 16,0 0-220-16,0 0-516 0,0 0-448 0,0 0-216 15,-92 71-140-15,68-39-56 0,0 0-28 16,1 5 52-16,-10 5 44 16,6-2-20-16,-5 2-52 0,-1-1-36 0,1-3-56 15,1 4 8-15,-5-5-8 0,0 2-4 16,4-1-120-16,1-6-184 0,3-3 36 15,3-4-64-15,10-6-72 0,-1-3-100 16,8-7-96-16,0-2-116 0,4-4-4 16,1 0-184-16,3 1-468 0,0-4-1044 0,0 0-2453 15,0 0-2459-15</inkml:trace>
  <inkml:trace contextRef="#ctx0" brushRef="#br0" timeOffset="4401.763">8044 8001 7736 0,'0'0'3877'0,"0"0"-2353"0,0 0-404 0,0 0 156 16,0 0 292-16,0 0-60 15,0 0-328-15,0 0-324 0,0 0-188 16,20 70-119-16,-12-35-137 0,3 9 0 16,2 7-12-16,-6 5-72 0,1 5-100 0,-3 6-120 15,-1-3 0-15,0 2-56 0,0-2-52 16,-4 0-48-16,0-4-60 0,0-7 24 15,0-8-36-15,0-8-40 0,0-11 52 16,0-10-84-16,0-6-136 0,0-7-156 0,0-3-281 16,0 0-87-16,0-10-236 0,0-5-536 15,0-10-1080-15,0 2-1641 0,-4-18-1527 0</inkml:trace>
  <inkml:trace contextRef="#ctx0" brushRef="#br0" timeOffset="4690.27">8068 8061 9400 0,'0'0'2205'0,"0"0"-705"16,0 0-40-16,0 0 380 0,0 0-308 15,0 0-448-15,0 0-472 16,0 0-132-16,0 0-104 0,0 0 64 0,0 0-88 16,84-42-132-16,-69 42-64 0,2 5 41 15,-6 0-53-15,2 2-80 0,-6 6-16 16,1-1 36-16,0 3 12 15,-8 5 0-15,0 2-96 0,0 1-8 0,0 5-40 16,-8-3-36-16,-3 0-48 0,-2-1-52 16,1-3 27-16,-4 2 9 0,1-9-20 0,2 3-16 15,-6-4-36-15,2-3-108 0,2-1-172 16,2-3-136-16,-2-2-248 0,2-4-516 0,2 0-756 16,3 0-2249-16,-5-7-2811 0</inkml:trace>
  <inkml:trace contextRef="#ctx0" brushRef="#br0" timeOffset="5017.466">8534 8243 9912 0,'0'0'2893'0,"0"0"-1025"16,0 0-140-16,0 0-12 0,0 0-336 0,88 18-232 15,-68-15-404-15,-1-3-320 0,1 0-219 16,1 0-157-16,-2 0-48 15,1-7-88-15,-4-1-44 0,4-5-281 0,0 1-147 16,-4-5-272-16,0-2-380 0,-1 3-972 16,-7 4-2968-16,1-7-5033 0</inkml:trace>
  <inkml:trace contextRef="#ctx0" brushRef="#br0" timeOffset="5198.6">8972 7953 13477 0,'0'0'2440'0,"0"0"-1560"16,0 0-272-16,0 0 604 0,0 0 116 16,0 0-292-16,20 76-500 0,-16-48-220 15,0 1-71-15,0 3-125 0,1 3-108 0,-5 3-12 16,0 3-220-16,0 1-361 16,0-1-211-16,-5 0-124 0,1-6-216 0,0-2-740 15,0-12-2100-15,-4-2-2197 0</inkml:trace>
  <inkml:trace contextRef="#ctx0" brushRef="#br0" timeOffset="6102.215">9801 3082 8308 0,'0'0'4325'0,"0"0"-2861"0,0 0-352 16,0 0-104-16,0 0 64 0,0 0-252 16,0 0 68-16,0 0-80 15,0 0-184-15,104 10-160 16,-76-7-112-16,8-3-24 0,-1 0-11 0,5 0 23 0,-1-3-60 15,2 3-52-15,2-3-32 0,6 0-28 16,2-4-24-16,5 1-60 0,3 0 16 16,5-4-40-16,4 1 24 0,8-4-80 15,-1 1-4-15,9-4-8 0,-4 0 0 16,3 0-76-16,-7-1 36 0,0 3-16 0,-4 0-68 16,-12 1-48-16,-5 0-64 15,-7 1-68-15,-8-1-112 0,-8 4-77 16,-8-1-47-16,-8 1-208 0,-4 6-332 0,-9-4-692 15,1 4-1032-15,-8 0-2833 0</inkml:trace>
  <inkml:trace contextRef="#ctx0" brushRef="#br0" timeOffset="6375.359">11271 2727 9108 0,'0'0'2905'15,"0"0"-1333"-15,0 0 236 0,0 0-364 0,0 0-324 16,96 29-232-16,-72-20-128 16,4 1-184-16,0 3-184 0,-5-5-152 0,1 6-92 15,-4-3-140-15,-4 3 40 0,0-1-40 16,-8 2-8-16,-4 4 0 0,-4 3-72 16,0 4-112-16,-8 2-8 0,-7-2 68 15,-2 3 28-15,1-4-28 16,-4 1 40-16,0-8-112 0,1 2-76 0,-1-5-144 15,-1-2-196 1,2-3-244-16,3-4-360 0,4-3-1168 0,-4-3-4269 16</inkml:trace>
  <inkml:trace contextRef="#ctx0" brushRef="#br0" timeOffset="7021.077">12674 2413 9156 0,'0'0'2285'16,"0"0"-401"-16,0 0-208 0,0 0 144 0,0 0-332 16,75 22-256-16,-43-9-156 15,0 2-260-15,8-2-195 0,8 0-113 0,4 0-84 16,3-7-148-16,5 0-44 0,0-3-124 15,3-3-48-15,-3-3-56 16,0-3 0-16,-4 0-4 0,0-1 0 0,0-2-8 16,-13 2-40-16,-3 1 36 0,-8 6-48 15,-12-3 52-15,-9 3-100 0,-6 0 20 0,-5 3-296 16,-5 10 260-16,-10 3 76 0,-9 6-24 16,0 6-60-16,-8 4 36 0,-8 3 88 15,1 0 0-15,-2 3-56 16,-2 0-80-16,-1 1 60 0,-4 5 80 15,1 0 4-15,3-3 8 0,0 1 88 0,7 0-88 16,2-5 4 0,12-2 36-16,2-7-36 0,10 1 48 0,2-7 16 15,5-6-16-15,4 0-48 0,13-6 84 0,2 3-12 16,9-7 100-16,4 0 44 0,4 1-24 0,4-4 40 16,3-3-76-16,6 0 52 15,-6 0-28-15,5-3-84 0,0-8-24 0,3 6-12 16,-6-4-72-16,2-2-44 0,-3 3-172 15,-3-3-52-15,-6-1-116 0,-4 2-100 0,1 1-124 16,-3-4 40-16,-5-3-77 16,4 0-267-16,-9-6-376 0,2-4-580 15,-6 8-1164-15,1-10-2969 0</inkml:trace>
  <inkml:trace contextRef="#ctx0" brushRef="#br0" timeOffset="7240.292">13805 2621 11521 0,'0'0'2452'0,"0"0"-1264"16,0 0-496-16,0 0 540 15,0 0 276-15,0 0-328 0,-100 55-460 0,69-29-376 16,-1 2-76-16,0 7-52 0,-4 3-32 16,-4 0-76-16,0 3-36 0,-3 4-60 15,-2-1-12-15,2-2-192 0,-1-1-112 0,4-3-160 16,0-3-24-16,9-4-196 15,3-7-224-15,7-10-416 0,10 0-1112 16,3-5-2929-16,8-5-3715 0</inkml:trace>
  <inkml:trace contextRef="#ctx0" brushRef="#br0" timeOffset="7532.046">14029 3156 16341 0,'0'0'2712'0,"0"0"-2576"0,0 0 24 16,-13 76 12-16,9-38 684 0,0 6 360 16,1 11-475-16,3 2-257 0,0 6-72 15,0 4 228-15,0 0-276 0,0 2-208 16,0 4-152-16,0-6-4 0,0-4-192 0,0-5-76 15,3-15-176-15,1-7 8 0,4-14 48 16,-4-9-48-16,1-13-221 0,-1 0-267 16,-4-16-680-16,3-9-2160 0,1 2-2529 15,0-24-2694-15</inkml:trace>
  <inkml:trace contextRef="#ctx0" brushRef="#br0" timeOffset="7764.141">14029 3169 10768 0,'0'0'3025'0,"0"0"-1685"16,0 0-636-16,0 0 476 16,0 0 36-16,0 0-404 0,79-48-368 0,-55 44-92 15,-4 4-56-15,3 0-88 0,-2 0 72 0,-1 6 168 16,-5 4-80-16,-3 1-116 16,-3 3-79-16,-9 3-125 0,0 2 12 15,0 3 12-15,-13 7-72 0,-2-4-112 0,-6 0 15 16,2-3 89-16,-5-2-52 0,4-8-100 15,-4-2-156-15,0-4-72 0,4-2-124 16,-4-4-172-16,9-4-336 0,-6-5-504 0,5-7-1112 16,8-1-2057-16,-3-14-3611 0</inkml:trace>
  <inkml:trace contextRef="#ctx0" brushRef="#br0" timeOffset="8012.305">14252 2127 10736 0,'0'0'3881'0,"0"0"-2585"0,0 0 56 16,79 36-64-16,-47-15-60 0,-1 8-20 15,6 3-319-15,-10 2-221 0,6 1-184 16,-6 0-172-16,-3 0-176 0,-4-3-136 15,-8-3 0-15,4-4-124 0,-8-6-320 16,4-4-224-16,-8-5-181 0,4-3-115 16,0-7-420-16,0 0-1056 0,-5 0-2384 0,6-13-3533 15</inkml:trace>
  <inkml:trace contextRef="#ctx0" brushRef="#br0" timeOffset="8219.379">14694 2073 11745 0,'0'0'2452'0,"0"0"-1404"0,0 0-244 0,0 0 724 16,0 0-160-16,-84 35-384 0,60-16-496 15,-4 10-292-15,-3-1-196 0,3 7-44 16,-13 3-92-16,5 0-84 0,-3 4-72 16,-5 2-200-16,-4-4-268 15,-4 6-528-15,13-11-1588 16,-21 12-5329-16</inkml:trace>
  <inkml:trace contextRef="#ctx0" brushRef="#br0" timeOffset="10156.412">10255 2073 5592 0,'0'0'2252'0,"0"0"-1048"0,0 0-388 16,0 0-300-16,0 0-192 0,0 0 1513 16,0 0-753-16,-32-71-588 15,28 69-76-15,1-2-4 0,-6 2 76 16,5 2-16-16,-4 0-96 0,1 0-116 0,-1 2-16 0,-1 11-112 16,1-1-128-16,1 8 168 0,3 6 96 15,-1 2 16-15,5 4-84 0,0-3-200 16,0-4-8-16,5-3 4 0,-1-9-72 15,3-3-52-15,1-4-28 0,5-6 16 16,-6 3 96-16,5-3 32 0,-3 0-108 0,6-7-108 16,-3-2-76-16,0-7-112 0,4 1-216 15,-4-2 84-15,4-2-36 0,-4 0-192 16,-4 0 56-16,0 7 436 0,-1 2 216 16,-2 3-24-16,-1 4 88 0,-4 3 268 15,4 0 52-15,0 3-56 0,0 4 156 16,3 3 40-16,-3 2-156 0,5 1 96 15,-5-1-72-15,0 1-124 0,-1-2-116 16,1-3-88-16,0 2-104 0,1-7-264 0,-5 4-160 16,4-4-168-16,-4-3-300 0,4 0-372 15,0 0-1021-15,-1 0-1703 0</inkml:trace>
  <inkml:trace contextRef="#ctx0" brushRef="#br0" timeOffset="10601.358">10491 1885 144 0,'0'0'872'0,"0"0"760"0,0 0-184 15,0 0-200-15,0 0-128 0,0 0-68 0,0 0 40 16,0 0 8-16,0 0 36 16,0 0-55-16,0 0-105 0,0 20-124 15,0-20-92-15,0 0-28 0,0 0-40 0,0 0-88 16,0 0-64-16,0 0-84 0,0 0-72 16,0 0-72-16,0 3-68 15,0 0-68-15,0 3 8 0,0 4 0 0,0 7-36 16,0 2-28-16,3 2 16 0,-3 4-60 15,0 1-64-15,0 2-12 0,0 4-8 16,0 0-44-16,0-7 40 0,0-3-72 0,0-2-4 16,0-5-48-16,-3-3-20 15,3-1-16-15,0-5-88 0,0-3-24 16,0 1-24-16,0-1-76 0,0-3-88 0,0 0-92 16,0 0-88-16,0 0-156 15,0 0-380 1,3 0-600-16,1 0-817 0,0 0-1867 0,0-10-547 0</inkml:trace>
  <inkml:trace contextRef="#ctx0" brushRef="#br0" timeOffset="10789.278">10554 2137 3100 0,'0'0'2816'16,"0"0"-608"-16,0 0-228 0,0 0-59 0,0 0-157 16,0 0-476-16,0 0-292 0,0 0-8 15,0 0-92-15,0 0-120 0,0 0-124 16,88 0-212-16,-69 0-120 0,2 0-112 15,-2-4-140-15,-3 1-68 0,5 0-12 16,-2 0-136-16,-3 0-84 0,4-4-208 16,0 4-188-16,-4-3-296 0,0-1-416 0,0-2-320 15,-4 0-552-15,-5-1-2045 0,2-3-2059 16</inkml:trace>
  <inkml:trace contextRef="#ctx0" brushRef="#br0" timeOffset="11006.416">10884 1939 1004 0,'0'0'6080'16,"0"0"-4432"-16,0 0-416 0,0 0 341 0,0 0 131 15,0 0-296-15,0 0-424 16,0 0-264-16,0 0-212 0,0 0-168 0,56 26-68 0,-52-17-112 16,1 5 0-16,-5 0-144 15,0 5-16-15,0 4-164 0,0 3-184 16,-9 2-136-16,1-2-92 0,1-4 48 0,-2-5 48 15,5-6-76-15,0-1-100 0,0-3-96 16,4-4-168-16,0-3-208 16,0 0-541-16,0 0-1575 0,8-3-2868 0</inkml:trace>
  <inkml:trace contextRef="#ctx0" brushRef="#br0" timeOffset="11384.514">11398 1927 7704 0,'0'0'3237'16,"0"0"-1237"-16,0 0-460 0,0 0-80 15,0 0-168-15,-79-3-352 0,63 3-408 16,1 6-188-16,-2 3-160 0,6 4-72 0,-2 4-16 16,1 5 16-16,5 0 8 0,2 3-44 15,1-3 8-15,4 0 4 0,0 1-88 16,0-7 0-16,9-4-136 0,-2-1-24 15,5-6-196-15,1-2 100 16,-2 1-64-16,6-4-136 16,2-4-16-16,1-4-160 0,-1-3-152 0,2-5-100 0,-1 1-112 15,-1-2-96-15,-2 5-136 0,-2 2 188 16,1 1 523-16,-4 6 257 0,-3 3 260 16,-2 0 220-16,1 6 477 0,-4 0 23 0,0 7-28 15,5-4-156-15,-9 4 0 16,3 3-4-16,1-6-52 0,-4 3-300 0,4-6-180 15,0-2-140-15,-4-2-304 0,4-3-64 16,-4 0-280-16,4 0-440 0,-4-3-1057 16,5-9-2475-16</inkml:trace>
  <inkml:trace contextRef="#ctx0" brushRef="#br0" timeOffset="11748.518">11486 1508 8608 0,'0'0'2172'0,"0"0"-1079"16,0 0 419-16,0 0 160 0,0 0-500 16,0 0-396-16,80-3-192 15,-60 3-164-15,-4 3-112 0,3 0-160 0,-6 0-60 16,-2 3-40-16,2 1 12 0,-5 3-60 15,-4-1-148-15,-1 3 36 0,-3 4 108 0,0 6 4 16,-7 3-88-16,-1 8-24 0,-5-2-36 16,2 4 148-16,2-6 0 15,2-4 64-15,3-3 8 0,4-9 4 0,0-1-72 16,4-1 68-16,3-2 128 0,6-2 32 16,7-1-8-16,-1-3 92 0,2 0-44 15,7 0-148-15,0-3-60 16,0 0-64-16,3 0-320 0,-4 0-232 0,6-3-176 15,-1-3-324-15,0 3-616 0,-9 0-1420 16,9-4-4453-16</inkml:trace>
  <inkml:trace contextRef="#ctx0" brushRef="#br0" timeOffset="12885.66">13821 4781 7900 0,'0'0'1592'16,"0"0"-596"-16,0 0-415 16,0 0 295-16,0 0 196 0,0 0-52 0,0 0-184 15,0 0-256-15,0 0-140 0,0 0 28 16,0-28-20-16,0 28-12 0,0 0 0 0,0 0-40 15,0 3-16-15,0-3 52 16,0 0-52-16,0 3-108 0,0-1-64 16,0 3-112-16,0 1 16 0,0 6 8 15,0 5 64-15,4 5-36 0,0 0-40 0,0 3 64 16,4 1-52-16,-4 6-20 0,0-1-16 16,0 7-24-16,4 3-52 0,-4 5-8 15,0-2-8-15,-1 6-40 0,6 1 0 0,-1 4 44 16,3-3-92-16,2 3 32 15,-1-4 16-15,0-1 44 0,0-2 0 0,-5-3 0 16,1-4-68-16,5 0 0 16,-6-5 8-16,1-5-80 0,-4-2 32 15,5-4-8-15,-6-3-40 0,1-3 12 0,0-3 40 16,0-4-4-16,-4 1 16 0,4-6 44 16,-4 0-56-16,0-2-40 0,-4-2-60 15,0 1-28-15,-4 3-48 0,1-7-60 16,-2 2-64-16,1-2-176 0,-3 0-212 15,-2 0-176-15,6-7-416 0,-9 1-452 0,4-6-309 16,0-1-83-16,-1 0-668 0,-2-6-1408 16</inkml:trace>
  <inkml:trace contextRef="#ctx0" brushRef="#br0" timeOffset="13133.877">13797 5743 10244 0,'0'0'1829'0,"0"0"-961"0,0 0-292 0,0 0 260 16,0 0 300-16,0 86-104 0,4-64-320 16,4 0-252-16,4 1-92 0,-4-4 52 0,8 2 76 15,-4-1-8 1,0-1-84-16,4-3-108 0,-4-3 44 0,0-7-20 16,0 0 32-16,4-2-24 0,0-4-96 15,-5 0 33-15,9-10-117 0,-3-6 32 0,2-3-96 16,1-6-84-16,4-3-40 15,0-8-140-15,0-5-197 0,4 0-207 0,4 0-232 0,-4 0-284 16,-1 3-232-16,-2 5-552 16,-10 14-1112-16,1-3-3561 0</inkml:trace>
  <inkml:trace contextRef="#ctx0" brushRef="#br0" timeOffset="14033.043">10379 8043 9336 0,'0'0'2261'16,"0"0"-1045"-16,0 0-260 0,0 0 376 15,0 0 52-15,0 0-204 0,0 0-352 0,0 0-284 31,0 0-88-31,0 0-28 0,39 6 48 16,-15-10 12-16,4 4 48 0,4-2-172 0,-4 2-107 0,4-5-77 0,4 5-12 31,3 0-56-31,6 0-16 0,2 0-12 0,9-2 24 16,4-2 16-16,7 1-28 0,9-2 60 0,4-2 0 0,0 3-20 16,0 1-4-16,-5-3-48 0,5 3-84 0,-9 3-84 15,1-4 24-15,-8 4 0 0,-5 0-28 16,-3 0-20-16,-11 0-96 0,-2 0-76 15,-11 0-8-15,-8 0-40 0,-5 0 24 16,-2 0 11-16,-10 0-35 0,-3-3 48 16,-4 0-84-16,0-6-308 0,0-1-456 15,0-6-904-15,-4 7-1968 0,-7-13-2941 16</inkml:trace>
  <inkml:trace contextRef="#ctx0" brushRef="#br0" timeOffset="14283.575">11769 7756 10965 0,'0'0'1812'0,"0"0"-1276"16,0 0 124-1,0 0 808-15,0 0 0 0,0 0-276 0,0 0-452 16,92 48-248-16,-68-35-188 0,0-1-108 0,-1 2-48 0,1-3-52 16,-4 3 40-16,1-2-52 0,-2-3-32 15,-3 5-12-15,-4-2-40 0,0 4-112 16,-8 3-72-16,-4 3 40 0,0 3 44 0,-8 4 16 15,0 2-16-15,-12 5 28 16,4-1-24-16,-4-3-28 0,-4 2 12 16,1-4-24-16,-5-3-132 0,-4-2-188 0,0 0-324 15,-4-1-400-15,8-11-952 0,-16 2-4125 16</inkml:trace>
  <inkml:trace contextRef="#ctx0" brushRef="#br0" timeOffset="14999.145">13052 7678 10784 0,'0'0'2197'0,"0"0"-369"0,0 0-432 16,0 0 164-16,0 0-276 15,107 8-84 1,-62-8-272-16,6 0-272 0,9 0-267 0,8-3-133 0,0-2-88 15,-1 1-12-15,1 1-148 0,-1-4-8 16,-7 4 0-16,-4-1-12 0,-8 4 0 0,-8 0-144 16,-4 0 0-16,-16 0-4 0,-1 4-32 0,-14 6-64 15,-5 2 83-15,-5 4 173 16,-10 10 60-16,-9 5-60 16,-12 4-136-16,0 6-56 15,-8 1 104-15,0-1 76 0,-8 4-156 0,1-4 8 16,-5 3 52-16,0 1 108 0,4-1 12 0,1-3 0 0,3-3 72 15,12-6 64-15,4-1-28 0,4-8-12 16,8-4 28-16,12-6 108 16,1-3-39-16,7-8-45 15,7 5-52-15,10-1 48 0,6 4 76 0,9-1 84 16,8-2-88-16,8-1-24 0,4-3 88 0,0 0 96 0,-1 0-124 16,-3-3-108-16,3 4-60 15,-6-4-40-15,-2 0-56 0,-7 0-12 0,0-4-120 16,-4-2-288-16,-4-3-236 0,-5-4-104 15,2 0-161-15,-5 0-359 0,-5 1-1336 16,2-11-3520-16</inkml:trace>
  <inkml:trace contextRef="#ctx0" brushRef="#br0" timeOffset="15215.28">14048 7922 13833 0,'0'0'1972'15,"0"0"-1292"-15,0 0-220 0,0 0 572 16,0 0 420-16,-84 60-264 0,61-41-556 0,-5 4-400 16,0 2-124-16,-4 2-48 15,4 5-52-15,-8 3 56 0,5 0-28 16,-5 4-36-16,-5 1-124 0,2 2 28 0,3-3-136 16,-3-2-96-16,2-5-172 0,5-3-136 15,9-8-272-15,-1-2-488 0,11-8-1612 16,2-5-4409-16</inkml:trace>
  <inkml:trace contextRef="#ctx0" brushRef="#br0" timeOffset="15814.78">14160 8353 12405 0,'0'0'2188'0,"0"0"-1768"0,0 0-92 0,0 0 424 16,0 0 724-16,28 71-216 15,-20-38-488-15,-4 9-308 0,3 2-108 0,2 10-28 16,-5 0 16-16,0 1 80 0,-1 2 13 0,1 0-205 15,-4-1-124-15,0 2-104 16,0-4 4-16,0 1-8 0,0-8-84 16,-4-9-208-16,1-3-13 0,3-13-71 15,-4-6 96-15,4-7-24 0,0-6-136 16,0-3-196-16,0-3-260 0,0-6-304 0,0-4-1044 16,0 0-2329-16,0-15-2243 0</inkml:trace>
  <inkml:trace contextRef="#ctx0" brushRef="#br0" timeOffset="16047.15">14211 8497 9292 0,'0'0'4273'0,"0"0"-3017"0,0 0-916 16,0 0 192-16,0 0 508 0,0 0 92 0,0 0-476 16,0 0-288-16,0 0-136 0,88-42 28 15,-76 42-124-15,-4 0 8 16,0 2 104-16,-4 9 204 15,0-3-64-15,-4 9-240 0,0 2-136 0,-4 0-12 0,-8 3-64 16,1 4-36-16,-6-4-44 0,6 1-100 16,-10-4-88-16,5-5 4 0,4 0-80 15,1-9-108-15,-2 2-172 0,2-3-80 0,3-4-320 16,4 0-740-16,4 0-916 0,0-11-3077 16</inkml:trace>
  <inkml:trace contextRef="#ctx0" brushRef="#br0" timeOffset="16641.991">14523 8543 12477 0,'0'0'2164'0,"0"0"-768"0,0 0-804 15,0 0 204-15,0 0 356 16,0 0-144-16,0 0-272 0,83 0-288 15,-63 0-156-15,-5 0-144 16,6 0-148-16,-1-2-8 0,-5-1-76 16,6-7-248-16,-1-3-312 0,-1 1-324 0,1-4-600 0,-4 0-2276 0,4-6-4185 15</inkml:trace>
  <inkml:trace contextRef="#ctx0" brushRef="#br0" timeOffset="16849.003">15017 8232 13965 0,'0'0'2588'0,"0"0"-1668"15,0 0-500-15,0 0 236 0,0 0 620 16,7 74-188-16,-7-42-552 0,0-1-296 0,0 4-116 16,0-1-124-16,0 2-24 0,0-4-316 15,0 3-308-15,0-4-268 0,0 1-224 16,0-7-616-16,0-5-2628 0,0-1-3701 15</inkml:trace>
  <inkml:trace contextRef="#ctx0" brushRef="#br0" timeOffset="18823.331">10016 7099 8504 0,'0'0'2457'0,"0"0"-737"0,0 0-572 16,0 0 320-16,0 0-72 0,0 0-400 0,0 0-428 16,0 0 96-16,0 0 96 15,0 0-196-15,0 0-100 16,76 48-84-16,-64-17-116 0,-9 1-68 15,5 0-88-15,-3 0-96 0,-5 0-8 0,0-7-4 0,4 0-204 16,-4-6-16-16,0-3-36 0,0-7-48 0,0-2 24 16,0-4-124-16,0-3-12 0,4 0 108 15,-4 0 28-15,4-10 44 0,-1 1-48 16,1-7 64-16,4-3 36 0,1-3 96 16,-5-6-112-16,3 2 28 0,1-2 24 15,1 2 148-15,-2 4 4 0,-3 0 8 16,0 9 48-16,0 3 4 0,0 4 184 0,1 6-88 15,-1 0-24-15,-1 0 136 16,1 6 84-16,0 4-96 0,0 3-40 16,0 5 52-16,0-1-40 0,1 4-112 0,-5-1 28 15,0-1-72-15,0 3-76 0,0-6-148 16,0 3-208-16,0-6-184 0,0-7-160 16,0 0-204-16,0-6-436 0,3 0-880 15,5-3-1749-15,0-12-1291 0</inkml:trace>
  <inkml:trace contextRef="#ctx0" brushRef="#br0" timeOffset="19046.949">10566 6994 2916 0,'0'0'8289'0,"0"0"-6417"0,0 0-828 15,0 0 472-15,-8 80 360 16,4-55-244-16,0 0-616 0,0 1-432 15,4-4-216-15,0 3-100 0,0 2-160 0,-4-2-108 16,0-3-52-16,4 3-108 0,-4-4-228 16,0-2-172-16,4-2-64 0,-4-4-176 15,4-4-124-15,0-6-168 0,0 1-452 16,0-4-904-16,0 0-2537 0,0-7-2571 16</inkml:trace>
  <inkml:trace contextRef="#ctx0" brushRef="#br0" timeOffset="19221.202">10601 7191 10092 0,'0'0'2165'0,"0"0"-1209"0,0 0-216 16,0 0 940-16,0 0 24 0,0 0-308 15,0 0-352-15,81 13-212 16,-53-4 176-16,0-3-399 0,7 1-293 0,-3-4-136 16,4-3-172-16,-4 0-8 0,3-5-8 15,1-9-320-15,-4 1-108 0,-4-2-121 0,0-4-187 16,-4-1-296-16,-4 1-660 0,-8 4-2520 15,-4-2-3961-15</inkml:trace>
  <inkml:trace contextRef="#ctx0" brushRef="#br0" timeOffset="19465.338">11032 6985 11849 0,'0'0'1776'0,"0"0"-1344"0,0 0 456 0,0 0 584 16,0 0 84-16,0 0-372 0,80 44-548 15,-61-31-304-15,1 4-76 0,-3-5-60 16,-2 3-64-16,-2-2-36 0,-2 3-44 16,-3 3-52-16,-8 0-80 0,0 3-28 15,0 7-148-15,-11-1-172 0,-6 4-172 0,-7 3-16 16,1-3 0-16,-1 0-4 0,0-10-76 16,8-3-220-16,-4-6-128 15,8-11 196-15,0-2-504 0,8-2-1065 0,0-18-3387 0</inkml:trace>
  <inkml:trace contextRef="#ctx0" brushRef="#br0" timeOffset="19736.399">11494 6982 10904 0,'0'0'2793'0,"0"0"-1525"0,0 0-88 15,0 0 296-15,0 0-240 0,0 0-132 16,0 0-444-16,0 0-416 0,80 15-148 15,-76-5-12-15,-4 2-20 0,0 4-64 16,0 10 4-16,-12 2-4 0,0 5-4 0,0 1-60 16,-4-2 4-16,0 4 48 15,8-8-48-15,0-6 56 0,4-4 0 16,4-4 4-16,0-9 48 0,8 1 48 0,4-1-8 16,4-3-4-16,4-2-24 0,8-7-60 15,0-2-72-15,0-7-160 0,0-2-168 16,4-4-200-16,-5-1-232 0,-3 1-476 15,-8 3-1256-15,4-6-4485 0</inkml:trace>
  <inkml:trace contextRef="#ctx0" brushRef="#br0" timeOffset="20032.594">11900 6943 12437 0,'0'0'4512'16,"0"0"-3000"-16,0 0-820 0,0 0-44 0,0 76 660 15,0-50-203-15,0 0-185 0,-4-1-472 16,4-4-268-16,-4 3-172 0,1-6-8 16,3 1-84-16,0-3 24 0,0-3-36 15,0-3-76-15,3-1-140 0,5-6 68 16,-3-3-144-16,7-3-60 0,-1-4 83 0,2-8 25 16,2-1-72-16,5-6-100 0,-4 3-16 15,8 0 64-15,-8 2 144 16,0 9 160-16,0 1 160 0,0 3 24 0,-4 4 456 15,-4 0 144-15,0 7-136 0,-1 0-132 16,-2 4-164-16,3 6-80 16,-4 2-28-16,0 0-84 0,0 3-96 0,-4 1-540 15,0-5-304-15,0-4-1156 0,-4 8-4340 16</inkml:trace>
  <inkml:trace contextRef="#ctx0" brushRef="#br0" timeOffset="22948.891">5095 3165 11581 0,'0'0'1228'16,"0"0"36"-16,0 0 60 0,0 0 232 16,0 0-572-16,0 0 36 0,0 0-160 15,0 0-224-15,0 0-136 0,84 6-12 16,-48-2-100-16,-5-2-131 0,10 3-17 15,-1-3-56-15,-1 5 8 0,6-4-36 0,2-3-20 16,-3 2-28-16,7-2-48 0,1 0-52 16,4-2 52-16,4-4 0 15,-4 0-60-15,-5-5-72 0,1 3-24 0,-3-3-132 16,-6-1-224-16,-3 2-153 0,-1-3-147 16,-11 1-200-16,-4 2-360 0,-3 1-908 0,-14-1-2304 15,-7 1-3417-15</inkml:trace>
  <inkml:trace contextRef="#ctx0" brushRef="#br0" timeOffset="23159.41">6043 2969 9864 0,'0'0'1689'0,"0"0"-1301"16,0 0 328-16,0 0 712 0,0 0 72 0,0 0-316 16,0 0-352-1,0 0-188-15,0 0-40 0,0 0-28 0,0 0-24 0,56 72-112 16,-56-59-76-16,4 6-72 0,-4-3-72 15,-7 6-72-15,-10 0-136 16,-2 8-12-16,-9 3-72 0,-8 3-272 0,-4 2-240 16,-8 3-88-16,-4 0-28 0,5 1-176 15,-5-4-276-15,0 0-792 16,12-13-2481-16,-16 14-4571 0</inkml:trace>
  <inkml:trace contextRef="#ctx0" brushRef="#br0" timeOffset="32506.608">4262 4460 5308 0,'0'0'2132'0,"0"0"-652"0,0 0-108 0,0 0 197 15,0 0-57-15,0 0-156 16,0 0-260-16,0 0-228 15,17 87-96-15,-13-62-128 0,-1 4-152 0,1 2-108 0,0 4-140 16,-4 0 0-16,5 5-8 16,-5 2-68-16,0 9-44 0,0 3 0 15,0 4 8-15,0 5 16 0,0 4-76 0,0 3-24 16,0-1 16-16,0 1-56 0,0-3-8 16,0 0-112-16,0-1 112 15,0-2-48-15,0-1 44 0,8-6-4 0,-1 1 8 16,1-5 24-16,5-2-20 0,-2 1-4 0,6-8-56 15,-6 0-80-15,1-6 40 0,0 0 8 16,0-6 28-16,-4-1 12 16,0-2 36-16,-4 0-100 0,4-4 64 0,-4 0 40 15,-4-2 0-15,4-1-104 0,-4 0-44 16,0-3 44-16,0 0 40 0,0-3-52 16,0-3-24-16,0 0-60 0,0-1 12 15,-4-2-76-15,4-4-52 0,-8 0-20 16,4 1-68-16,0-4-48 0,0 0-52 15,0-3-80-15,-4 4-212 0,0-4-364 16,4 0-528-16,-3 0-769 0,-2 0-699 0,-3 0-1080 16</inkml:trace>
  <inkml:trace contextRef="#ctx0" brushRef="#br0" timeOffset="32849.336">4279 6397 9124 0,'0'0'1977'0,"0"0"-1285"0,0 0-140 0,0 0 396 16,0 0-36-16,0 0-240 0,0 0-132 15,0 0-60-15,0 0-64 0,0 80-52 16,7-61-28-16,-3 0-36 0,0 0 56 16,5 0 116-16,-5-3 20 0,0 3-108 15,3 0-40-15,-3-4-52 0,0-2-84 0,1 4 12 16,-1-8-24-16,3 0 0 0,-3-2 0 15,0-4 0-15,9 1 276 16,-6-2-92-16,1-2-163 0,9 0-69 0,-6-2 20 16,9-12 0-1,-4 3 4-15,8-13 8 16,-4 2-44-16,3-10-80 0,5 1-56 0,-4-8-60 16,4 1-124-16,0 0-68 0,0 3-76 0,-4 4-85 15,3 2-51-15,-6 0-72 0,3 10-232 0,-4-3-412 16,-1 6-788-16,-6 4-1852 0,-1 2-2709 0</inkml:trace>
  <inkml:trace contextRef="#ctx0" brushRef="#br0" timeOffset="42404.391">5502 7991 7628 0,'0'0'6101'0,"0"0"-4633"15,0 0-776-15,0 0-200 16,0 0 404-16,0 0 280 0,0 0 276 16,0 0-540-16,0 0-520 0,0 0-160 0,-44 19-64 15,51-19 77-15,2-3 47 0,10 0 120 16,2-4-24-16,7 1-112 0,0 3-144 16,7-3 4-16,1 2-40 0,9-2 12 15,2 3 12-15,5-3-48 0,4-1-68 16,-5 1 108-16,5-1-100 0,0-2 72 0,0 0-84 15,-5-5 0-15,1 6-72 16,-8-6-232-16,-4 3-252 0,-8-3-36 16,-8 2-173-16,-5 3-343 0,-2-2-776 0,-13 5-2432 15,-4-7-3981-15</inkml:trace>
  <inkml:trace contextRef="#ctx0" brushRef="#br0" timeOffset="42618.04">6148 7741 5108 0,'0'0'5376'0,"0"0"-2911"15,0 0-1357-15,0 0-384 0,0 0 472 16,0 0 540-16,0 0-280 0,0 0-380 16,0 0-516-16,75 2-204 0,-51 11-64 15,-5 3-24-15,2 3-27 0,-1 0-9 16,-5 3-112-16,2 0-12 0,-10 4-100 16,-3 0 44-16,-4-1-52 0,0 4 0 0,-4-4-12 15,-11 3-232-15,-1-3-72 16,-9 5-37-16,1-5-107 0,-3 0-116 15,-5 0-60-15,1 1-232 0,-6-4-776 0,14-9-2372 16,-22 2-4173-16</inkml:trace>
  <inkml:trace contextRef="#ctx0" brushRef="#br0" timeOffset="43766.44">20559 1486 7444 0,'0'0'7425'16,"0"0"-5737"-16,0 0-696 0,0 0 96 0,23 69 216 15,-3-62-172-15,5-4-255 16,6-3-113-16,5-3-220 0,4-13-168 0,0-6-40 15,4-7-128-15,-5-3-144 16,2-5-64-16,-2-5-84 0,-3 2 12 0,0-6-208 16,3-1-56-16,-7 3-148 15,-4-5-76-15,0 5 100 0,-4-4-13 0,-7 3 45 16,-6 1 76-16,1 0-12 0,-9 6-4 16,6 3 208-16,-9 7-12 0,4 3 0 15,-4 8 172-15,0 8 92 0,0 2 44 0,0 7-136 16,0 0 168-16,0 9-168 0,0 8-12 15,0 8 12-15,0 10 220 0,-8 6 40 16,-4 10 20-16,0 4 24 0,-4 1-60 16,0 1 0-16,0-3-16 0,4-7-44 15,5-7-63-15,7-15 15 0,0-6-136 0,0-10-68 16,7-6 68-16,9-3 8 16,0 0 92-16,5-12-20 0,5-7-80 15,2-10-352-15,4-2-173 0,0-7-95 0,1-1-52 16,-6 1-148-16,-3-3-216 0,-4 3-192 15,1 0-52-15,-10-1 284 0,1 1 300 16,-8 0 516-16,1 7 180 0,-5 8 304 16,3 5 140-16,-3 5 24 0,0 9 72 0,0 2-24 15,0 2-24-15,0 2-232 16,0 8-208-16,0 9 8 0,0 4 252 0,0 5 24 16,-3 3 108-16,3 7 100 15,-5 4 96-15,1-2 32 0,0 2-156 0,0 3-128 16,0-4-56-16,-3-2-196 0,3-6-136 15,4-3-84-15,0-5-28 0,0-6-300 16,0-6-188-16,7-4-84 0,1-2-204 0,4-7-384 16,0 0-964-16,0-4-2809 15,4-5-3483-15</inkml:trace>
  <inkml:trace contextRef="#ctx0" brushRef="#br0" timeOffset="44138.542">21694 1213 2796 0,'0'0'6300'15,"0"0"-1191"-15,0 0-4109 16,0 0-348-16,-4 66 540 0,4-40 172 0,-4-1-308 16,4 0-296-16,-4 1-320 0,4-5-196 15,0 3-172-15,0-9-72 16,0-2-108-16,0 0 20 0,0-7 4 0,0-3-48 15,0-3-112-15,4 0-4 0,0 0-56 16,0-3 96-16,4-9 204 0,4-1 4 0,-1-3-60 16,10 0-40-16,-5-4-24 0,-4 5 40 15,8-1 8-15,-8 6-44 0,4 1 32 0,-1 2 88 16,2 5 12-16,-2 2 172 16,-2 0-36-16,-2 9 0 0,1 0 36 15,-3 5 36-15,-2-2-96 0,1 7-4 16,-4-3-44-16,0 3 56 0,0-3-12 15,-4 3-120-15,5-3-160 0,-5-4-476 16,7 1-152-16,-3-4-260 0,0-5-688 0,0-1-2128 16,12-6-3409-16</inkml:trace>
  <inkml:trace contextRef="#ctx0" brushRef="#br0" timeOffset="44631.912">22344 802 1044 0,'0'0'9484'0,"0"0"-7467"15,0 0-473-15,0 0-396 0,0 0 188 0,0 0-120 16,0 0-200-16,0 0-280 0,0 0-272 16,0 0-72-16,-80 77 72 0,63-42 44 0,6 6 149 15,-1 4-205-15,-4-1-140 16,4 7-8-16,-4-2 48 0,1 1 44 16,2-3-212-16,5-2-52 0,1-7-84 0,3-4-48 15,4-8-48-15,0-1 40 0,4-6-4 16,3-3-96-16,10 1 8 15,2-8-176-15,1-6-244 0,1 0-96 0,2-6-40 0,5-7 71 16,0-5-415-16,-4-1-952 0,-4 0-1976 16,3-12-1965-16</inkml:trace>
  <inkml:trace contextRef="#ctx0" brushRef="#br0" timeOffset="50052.013">22674 667 8264 0,'0'0'752'0,"0"0"-208"0,0 0 2149 15,0 0-869-15,0 0-400 0,0 0-40 16,0 0-96-16,0 0-168 0,0 0-116 16,0 3-224-16,0-3-196 0,0 3-131 0,0-3-65 15,0 0-100-15,4 0-116 0,1 3-4 16,2 0-36-16,5 4 88 0,8-1-16 15,0-3-12-15,11 0-56 0,2-3-132 16,3 0-4-16,0-9-8 0,-1-4-44 16,-3 0-44-16,0-2-216 15,0-2-268-15,-8 5-64 0,-9 2-61 0,-2 3-71 16,-9 1-228-16,-4 6-668 0,0 0-784 16,-4 0-1940-16,-16 0-2141 0</inkml:trace>
  <inkml:trace contextRef="#ctx0" brushRef="#br0" timeOffset="50283.111">22822 663 11069 0,'0'0'1540'0,"0"0"-976"16,0 0-476-1,0 0 232-15,0 0 556 0,0 0 284 16,0 0-368-16,-8 89-68 0,8-53-28 0,-4 8 32 0,4 3-236 16,-9 11 24-16,2 1-16 0,-1 6-84 0,0 4-72 15,-4-3-76-15,0 1-160 0,4-6-96 16,0-4-12-16,0-10-48 15,8-8-64-15,0-8 100 16,0-5-120-16,0-11-136 0,4-2-136 0,-4-3-96 0,4-7-188 16,0-3-236-16,0 0-344 0,0-3-440 15,-4-7-372-15,4-5-541 0,0 2-1663 0,0-16-628 16</inkml:trace>
  <inkml:trace contextRef="#ctx0" brushRef="#br0" timeOffset="50465.063">22730 1111 8868 0,'0'0'2569'15,"0"0"-1121"-15,0 0-464 0,0 0-148 16,0 0-144-16,0 0 356 16,0 0 156-16,0 0-228 0,95 19-284 15,-63-12-132-15,4-5-192 0,1-2-172 0,2 0-100 16,1 0-96-16,-1 0-84 0,2-9-256 16,-2 3-284-16,-3-7-312 0,0 0-452 0,-4 1-844 15,-8 2-3237-15,4-12-3703 0</inkml:trace>
  <inkml:trace contextRef="#ctx0" brushRef="#br0" timeOffset="50732.006">23499 708 12181 0,'0'0'1736'0,"0"0"-1492"15,0 0 440-15,0 0 584 0,84 38-264 16,-60-19-324-16,-1 4 28 0,1 2 176 15,0 6-236-15,1 4-232 0,-2 0-52 16,-3 3-92-16,0 0-68 0,-4 7-116 0,-4-1 4 16,-8 1-92-16,-4 2-12 0,0-2-36 15,-9 2-4-15,-10-2-200 16,-1-1-80-16,-4 0 76 0,-8 4 64 0,0-3 192 16,0-1 60-16,0-12-60 0,8-9-72 0,9-11-112 15,-2-10-112-15,10-2-192 16,3-2-276-16,0-7-460 0,4-11-280 0,0 4-1700 15,15-22-3769-15</inkml:trace>
  <inkml:trace contextRef="#ctx0" brushRef="#br0" timeOffset="50891.018">24041 1190 14025 0,'0'0'1916'0,"0"0"-1700"0,0 0 612 16,0 0 620-16,96 0-96 15,-68-2-276-15,0-5-276 0,7 0-543 16,5-2-257-16,-1-1-185 0,6 4-231 0,-6-4-424 0,-7 4-188 0,-4 3-548 16,-12 0-1288-16,-16 3-3617 0</inkml:trace>
  <inkml:trace contextRef="#ctx0" brushRef="#br0" timeOffset="51034.263">24088 1320 11489 0,'0'0'3880'0,"0"0"-3328"0,0 0-400 15,0 0 352-15,0 0 416 0,0 0-16 16,0 0 68-16,96 29-336 0,-60-29-220 0,4 0-332 16,0-3-84-16,3-4-88 15,-2 1-512-15,6 0-480 0,-3 3-740 16,-12-1-1076-16,19 1-1585 0</inkml:trace>
  <inkml:trace contextRef="#ctx0" brushRef="#br0" timeOffset="51582.297">25304 739 10556 0,'0'0'1469'0,"0"0"-753"0,0 0 252 16,72-85 340-16,-48 62-628 0,-9 5 36 15,-2 1-180-15,-2 9 36 0,-7 3 160 16,-4 5-264-16,0 7 60 0,-4 9 316 15,-11 9 184-15,-2 7-420 0,-3 13-267 16,-12 5-209-16,1 11 0 0,-9-1 64 16,0 7-64-16,-4-4-132 0,4-2-140 0,-3-1 40 15,6-6-8-15,6-6 24 0,7-10-84 16,8-10 116-16,8-6-44 16,8-9-73-16,0-7-123 0,4-6-72 0,12 0 204 15,4-6 76-15,4-7-88 0,4-2-24 16,0-4 64-16,0 6-28 0,-5 1 48 15,1 5 112-15,-4 7-4 0,-4 3-8 0,0 7 12 16,-4 9 88-16,4 3 8 0,-8 3 88 16,0 7 12-16,-1-1 216 15,-2 8-144-15,3-1-96 0,-4-3-172 0,7 1-36 16,-2-9-52-16,3 2-140 0,-1-8-308 0,6-1-260 16,-6-4-1088-16,2 0-880 15,-6-10-2053-15,-3 0-2203 0</inkml:trace>
  <inkml:trace contextRef="#ctx0" brushRef="#br0" timeOffset="52549.574">26324 594 3908 0,'0'0'4904'16,"0"0"-1651"-1,0 0-2461-15,0 0 36 0,0 0 340 0,0 0 244 0,24 95-104 16,-24-51-320-16,0 6-424 0,-16 5-268 0,4 5 60 16,-12 0 96-16,0 1-184 0,-8-1-60 15,-4-2-72-15,-8-1-124 0,4-7-12 16,1-11-76-16,-1-8 64 0,12-8-96 15,0-11-100-15,4-9 0 0,8-3-24 0,0-3-36 16,0-9-64-16,4-5 36 0,9-5 64 16,3 0 12-16,0-6-40 0,3-4 148 15,5 4 12-15,5-5-96 0,-2 5 192 16,1 3 4-16,0 6-48 0,4 6 36 16,0 6 12-16,5 1 344 0,-2 6 28 15,1 4-116-15,-1 5-48 0,6 7 16 16,-5 0 8-16,0 2-60 0,-1 6-40 0,5-6 40 15,1 4 24-15,-6 1-72 0,5-2-124 16,0-1-52-16,-4-5-56 0,0-2 8 16,0 0-240-16,-5-4-164 0,2-2-60 15,-2-4-288-15,2-3-860 0,-2 0-444 16,-2 0-2217-16,2-10-1359 0</inkml:trace>
  <inkml:trace contextRef="#ctx0" brushRef="#br0" timeOffset="52789.722">26945 802 12045 0,'0'0'2524'0,"0"0"-1500"0,0 0-120 16,0 0 264-16,-99 93-140 0,67-51-192 16,-3 4-116-16,2 3-244 0,6 2-72 0,3-1-52 15,7-2 25-15,6-3-73 0,3-4-268 16,8-6-36-16,0-7-84 0,8-6-100 15,7-5-61-15,1-5 89 16,5-9 24-16,2 1 20 16,1-4-168-16,4-7-48 0,-4-9-248 15,0 0-292-15,-1-6-660 0,-6 6-1292 16,-6-9-3225-16</inkml:trace>
  <inkml:trace contextRef="#ctx0" brushRef="#br0" timeOffset="52934.829">26723 1098 13013 0,'0'0'2848'0,"0"0"-1432"0,0 0-1144 16,0 0 264-16,0 0 524 16,0 0 188-16,0 0-348 0,87 22-512 15,-51-22-191-15,4 0-197 0,-1-6-4 16,9-10-141-16,-4 1-379 0,4-5-364 0,-4 1-424 0,-4 3-928 16,-8 4-2600-16,4-8-4197 0</inkml:trace>
  <inkml:trace contextRef="#ctx0" brushRef="#br0" timeOffset="53115.723">27471 802 10756 0,'0'0'5361'0,"0"0"-4209"0,0 0-532 16,0 0 468-16,0 0 136 16,92 26-516-16,-64-22-344 0,8-4-168 15,-1 0-196-15,1-4 0 0,5-3-196 0,-6-1-412 0,-3-5-112 16,0 3-248-16,-8-3-440 0,-8 5-644 15,-9-3-1928-15,-2 5-1601 0,-10 3-374 0</inkml:trace>
  <inkml:trace contextRef="#ctx0" brushRef="#br0" timeOffset="53283.365">27750 774 4484 0,'0'0'3032'0,"0"0"-348"0,0 0-483 0,0 0-545 16,-91 86-176-16,70-51-200 0,2 3-136 16,-1 6-48-16,-1 7-248 0,6 0-80 15,-1 3 0-15,0-3-223 0,5-3-241 0,-2-4-160 16,5-6-136-16,4-3-8 15,1-7 0-15,3 2-60 0,0-2-12 0,0-2 72 16,0-8-8-16,0-5-709 0,3-3-243 16,1-7-228-16,4-3-996 15,-8 0-3056-15,4 0-3617 0</inkml:trace>
  <inkml:trace contextRef="#ctx0" brushRef="#br0" timeOffset="53419.786">27603 1228 15409 0,'0'0'1832'0,"0"0"-1384"0,0 0 96 16,0 0 416-16,0 0 68 0,87-7-356 0,-59 2-380 16,12-9-136-16,0 2-156 0,4-4-240 0,-1-3-616 15,5-3-220-15,1 3-404 16,-2-3-448-16,-11 6-1200 0,4-9-7985 0</inkml:trace>
  <inkml:trace contextRef="#ctx0" brushRef="#br0" timeOffset="53632.023">28536 514 2660 0,'0'0'13637'0,"0"0"-12393"0,0 0-1056 0,0 0 84 16,3 69 752-16,-11-27 544 16,-4 6-448-1,4 6-407-15,-4 7-129 0,4 2-64 16,-3 6-88-16,-2 7-176 0,5 4-196 0,-3 2 60 0,-2 4-120 15,2 0-140-15,-6-3-236 0,6-4-264 0,-1-6-160 0,0-3-217 16,4-10-987-16,0-16-2220 16,4 1-3705-16</inkml:trace>
  <inkml:trace contextRef="#ctx0" brushRef="#br0" timeOffset="54332.771">29734 724 11625 0,'0'0'2808'0,"0"0"-2112"16,0 0-344-16,0 0 312 0,12 92 228 15,-12-57 384-15,-12 6-388 0,-3 4-372 16,-2 1-296-16,-6 6-100 0,-1-1 52 0,-4 0 0 15,0-4-76-15,-8-3 28 16,4-2-40-16,0-10 12 0,1-4-20 16,3-9-76-16,0-6-96 0,0-4-108 0,4-6-128 15,0-3-96-15,0 0 36 0,4-5-24 16,0-6 120-16,0-3-60 0,13-6 204 16,-6-2 32-16,13-4-216 0,0-2 0 15,4-4 76-15,12 0 112 0,0 0-16 0,4 4 76 16,0 6-24-16,8 9 112 15,-1 3 312-15,5 10 284 0,5 0-48 0,6 10-168 16,-3 6 40-16,8 3-40 0,-1 1-12 16,2-2-72-16,-1 4-76 0,-1 1-60 15,1-4-160-15,0-1 0 0,-4-1-172 16,0-5-308-16,-5 1-204 0,-2-7-156 0,-5-3-88 16,-4-3-88-16,-5-9-504 15,-3-7-964-15,-8 3-2041 0,0-16-1447 16</inkml:trace>
  <inkml:trace contextRef="#ctx0" brushRef="#br0" timeOffset="54700.504">30216 444 6612 0,'0'0'9745'0,"0"0"-8205"15,0 0-1316-15,0 0 36 16,0 0 156-16,0 0 532 15,0 73-8-15,-3-35-272 0,-1 1-388 0,0 2-96 0,0-3-63 16,-5 0-117-16,5-3-4 0,1-7-72 16,-1-2-85-16,4-10-87 0,0-4-96 0,0-5-16 15,0-7 4-15,4 0 8 16,-1 0 28-16,10-7 176 0,-1-5 140 0,8-4 0 16,3-7-88-16,-3-5 24 15,0-1 64-15,0 1 56 16,-8 3 28-16,0 2 28 0,-4 7 32 15,0 7-136-15,-8 6 264 0,4 0 104 0,-4 3-108 16,4 3-268-16,0 2 88 16,0 9-40-16,8 2 328 0,-4 6-96 0,4 3-72 15,-5 1-151-15,6-1-57 0,-5-3-5 0,-5 3-251 16,6-2-316-16,-5 0-172 0,0-2-52 16,-4 2-396-16,0-1-1064 0,-4-6-2520 0,-9 9-2905 15</inkml:trace>
  <inkml:trace contextRef="#ctx0" brushRef="#br0" timeOffset="54947.936">30723 1111 18349 0,'0'0'2136'0,"0"0"-2024"0,0 0-112 16,0 0 0-16,0 0 412 0,75 9 100 0,-43-5-220 15,4-4-127-15,4 0-165 0,4-7-48 16,-5 4-281-16,-3-3-363 0,1 0-176 16,-10-1-396-16,-7 7-1064 0,-9-3-2504 15,-11 3-2233-15</inkml:trace>
  <inkml:trace contextRef="#ctx0" brushRef="#br0" timeOffset="55087.368">30862 1244 13817 0,'0'0'2712'16,"0"0"-1480"-16,0 0-612 0,0 0 388 15,0 0 116-15,0 0 20 16,0 0-339-16,0 0-201 0,99 19-268 0,-54-19-260 16,6-12-76-16,1-4-328 0,8-3-324 15,-8-7-297-15,4 5-331 0,-9-2-1252 16,-11 7-3632-16,12-9-4661 0</inkml:trace>
  <inkml:trace contextRef="#ctx0" brushRef="#br0" timeOffset="55266.3">31806 720 14617 0,'0'0'1876'0,"0"0"-1252"15,-52 99 96-15,32-51 1028 0,-3 2 144 16,-1 2-435-16,4 4-709 15,4-2-420-15,0 4-328 0,4-5-76 0,4-2-248 16,0-6-196-16,4-1-172 0,0-3-301 0,4-3-595 16,-4-3-1024-16,0-6-2884 0,-3 0-3377 15</inkml:trace>
  <inkml:trace contextRef="#ctx0" brushRef="#br0" timeOffset="55815.093">32133 631 12641 0,'0'0'1804'0,"0"0"-1524"0,0 0 12 0,0 0 564 16,104-60 196-16,-76 44-308 15,0 0-348-15,4 4-244 0,-5 2-44 16,1 4-56-16,-4 3 20 0,0 3-60 0,0 6 76 16,-9 7-4-16,-2 9 40 0,-5 10 160 15,-8 8 132-15,-4 12-180 0,-16 2-152 16,-8 2-24-16,-4 3-36 0,-4-3 44 15,-4 1-68-15,5-5-196 0,3-5 48 16,4-6-120-16,4-6 32 0,11-7-48 16,6-5 112-16,-1-8 124 0,8-4 0 0,0-2-64 15,0-4 36-15,4 0-220 0,0 1 172 16,3 0 124-16,2 0 16 0,-1 1 24 16,-1-1-40-16,6 7-12 0,-9 0-36 15,4 2 48-15,-5 4 212 0,1 3 160 16,-4 4-40-16,0 3-28 0,0-2-20 15,0 3-148-15,0-2-128 0,0 1-8 16,-4-4-60-16,4 0-4 0,-3-2-168 16,3-4-188-16,-4 0-96 0,-4 0-76 0,-5-3-56 15,6 3-112-15,-5-7-136 0,-4 1 128 16,4-3 284-16,0-1 180 0,4-6-180 16,-4 1-1436-16,4-1-2913 0,-4-3-935 15</inkml:trace>
  <inkml:trace contextRef="#ctx0" brushRef="#br0" timeOffset="55914.746">31981 1724 15017 0,'0'0'4268'16,"0"0"-3372"-16,0 0-676 0,0 0-196 0,0 0-24 15,-87-41-1028-15,67 28-1072 0,-20-16-7117 0</inkml:trace>
  <inkml:trace contextRef="#ctx0" brushRef="#br0" timeOffset="63548.248">3358 3734 6168 0,'0'0'2600'16,"0"0"525"-16,0 0-1873 0,0 0-384 15,0 0 244-15,0 0-168 16,0 0-180-16,0 0 84 0,0 0-168 0,0 0-92 16,88-17 40-16,-73 12 144 0,-2-5-116 15,2-3-48-15,-2 1-95 0,2-5-125 16,-2-5-172-16,-1 0-72 0,-5-3-32 16,6-3-100-16,-5-5-12 0,-1-2-12 15,-3 0-148-15,5 1-68 0,-1-4-40 16,-5 2 16-16,1-2-29 0,4-3-35 0,-8 3 0 15,4-3 24-15,1 3-52 0,-5-1 16 16,0 1-112 0,0 4 48-16,3-1 0 15,-3 2 60-15,4 2 48 0,0 6-100 0,-4-1 112 0,4 7 84 0,-4 6 176 16,0 1 12-16,0 6 88 0,0 6 12 16,0 0-4-16,0 0 16 0,0 0-112 15,0 0 4-15,0 3-4 0,0 3 0 0,4 3 4 16,-4 1 36-16,0 9 168 0,0 6-8 15,4 4-188-15,-4 7 96 0,5 1-96 16,-2 4 88-16,1-3 24 0,0-6-124 16,0-10 100-16,0-3-28 0,0-8-24 15,4-9-48-15,-4-2-148 0,0 0 28 16,4-2 120-16,3-9-8 0,2-2 8 0,-5-5-236 16,8-5-72-16,-4-5-88 15,-5 3 24-15,6-7-128 0,-5 3-96 16,-4 1-112-16,-1-1 380 0,1 0 152 15,-4 1 12-15,0-1 72 0,0 1 92 16,-4 6 240-16,1 0 0 0,-1 3 124 0,0-1-12 0,4 8-88 16,0 2 24-16,0 0 136 15,0 10-60-15,0 0-56 0,0 0-48 16,0 7-260-16,0 2 4 0,0 7 20 0,0 6 140 16,4 10 80-16,0 3 28 15,-1 6-24-15,1 3-76 0,5 4-64 0,-5 0-100 16,4 0 68-16,-5-1-28 0,1-5-44 15,0-4 108-15,0-3 60 0,-4-4-124 16,5-5-48-16,-5-3-68 0,4-9-92 16,-4 3-296-16,0-11-100 0,4 0-124 0,-4-2-88 15,0-4-324-15,3 0-1008 16,-3-7-2173-16,4 4-1475 0,-4-13 2688 16</inkml:trace>
  <inkml:trace contextRef="#ctx0" brushRef="#br0" timeOffset="63843.185">3964 3213 4576 0,'0'0'1172'0,"0"0"4801"0,0 0-3825 16,0 0-368-16,0 0-312 16,0 0-488-16,0 0-452 0,0 0-144 0,0 0-236 15,0 0-148-15,47 3 0 0,-43 4-172 16,1 2 56-16,-1 4 116 0,0 2 0 0,0 4-88 15,-4 4-84-15,0 2-136 0,-4 4 88 16,0-3 56-16,0 2 164 16,4-6 56-16,-5-3 276 0,5-6-24 0,0-7-256 15,0 0-52-15,0-6-212 0,5 0-8 16,-1 0 44-16,4 0 92 0,-1 0 16 16,1-3 60-16,5-3-192 0,-2-4-312 15,6-2-172-15,-10-4-260 0,5 0-712 16,-3-1-1341-16,-2 3-3015 0,-3-5 1121 15</inkml:trace>
  <inkml:trace contextRef="#ctx0" brushRef="#br0" timeOffset="64148.375">4223 2739 3224 0,'0'0'564'0,"0"0"4944"0,0 0-3031 16,0 0-737-16,0 0-548 0,0 0-248 0,0 0-212 16,0 0-160-16,0 0-236 0,0 0-100 15,-56 93 24-15,52-55-12 16,0 3 12-16,4 4-48 0,0-1-28 0,0 7 12 16,0-4-12-16,8 4 24 0,0 0-208 15,0-6 12-15,0-8-16 0,0-2 4 16,4-8-84-16,-4-8-64 0,0-7-84 15,4-5 72-15,-4-1 0 0,3-3-396 0,-2-3 8 16,3 0-84-16,-1-3-324 0,2-10-456 16,-2-3-1524-16,-3 1-3449 0</inkml:trace>
  <inkml:trace contextRef="#ctx0" brushRef="#br0" timeOffset="64565.771">4402 2826 10324 0,'0'0'1997'0,"0"0"-417"0,0 0 476 15,0 0-368-15,75-10-464 0,-47 7-364 16,0 3-272-16,4-3-188 0,0 3-144 16,0 0-132-16,-4 0-120 0,0 0-4 15,-8 0-64-15,-1 0 4 0,-6 6-60 16,-5-3-64-16,-1 4-108 0,-7-1-28 15,0 7 40-15,0 2 36 0,-7 4-28 16,-1 4-96-16,-8 5 72 0,0 0-112 16,0 2-60-16,-4 1 8 0,0 4 48 15,-4 0 100-15,5 3 256 0,-1 0 56 0,-5 0 176 16,10-3 48-16,2-3 196 0,6-7 52 16,-1 1 96-16,8-7-108 15,0-3-132-15,4-1-56 0,7-2-64 0,6-3 88 0,2-1-4 16,5-2 24-16,0-4 16 15,1-3-52-15,-2 0-112 0,1 0-8 16,-4 0-76-16,0-3-84 0,-4 0-48 16,-5-4-232-16,-2 1-160 0,-1 0-204 15,-4 0-180-15,3-5-184 16,-7 3-392-16,4-6-888 16,-4 2-2705-16,0-11-2767 0</inkml:trace>
  <inkml:trace contextRef="#ctx0" brushRef="#br0" timeOffset="64758.93">4825 2946 1332 0,'0'0'2112'0,"0"0"5881"15,0 0-6481-15,0 0-556 0,0 0 384 16,0 0-80-16,0 0-524 16,0 0-328-16,-48 77-136 0,32-52-96 0,0 6 20 0,-5 1-132 15,-2 3-16-15,-1 3-48 0,0 1-8 16,0-2-68-16,-4 1-32 0,5-2-216 0,-1-1-120 15,0-8-92-15,3 3-140 0,6-5-244 16,3-6-496-16,4 0-924 0,8-10-2329 16,0-2-1023-16,3 0 4728 0</inkml:trace>
  <inkml:trace contextRef="#ctx0" brushRef="#br0" timeOffset="65005.464">4892 3451 1488 0,'0'0'1160'15,"0"0"6076"-15,0 0-5147 0,4 91-337 16,-4-51 480-16,4-3-592 16,-4 4-652-16,0-3-224 0,0 1-396 0,0-5-212 0,0 5-56 15,0-7-100-15,0-1-84 0,0-9-196 16,0-3-160-16,0-5 32 15,0-8-132-15,0-3-340 16,0-3-496-16,0-7-1028 0,0-6-2413 16,0-6-1215-16,0 5 3892 0</inkml:trace>
  <inkml:trace contextRef="#ctx0" brushRef="#br0" timeOffset="65232.02">4864 3438 3648 0,'0'0'4512'0,"0"0"-1475"15,0 0-1445-15,0 0 24 0,0 0-156 0,0 0-428 0,0 0-276 16,84-25-64-16,-68 25-184 0,-4 3-164 0,0 4-124 16,-1-4-12-16,-2 6-160 15,-5-3-48-15,4 4-72 0,-8 3-12 16,0-1-28-16,0 4-96 0,-4 6-160 0,-9-2-188 16,2-2-112-16,-5-2 20 0,4-2-36 15,-4-5-376-15,4-4-1032 16,0-1-2281-16,-4-4-1335 15,8 0 3452-15,-7-9 1473 0</inkml:trace>
  <inkml:trace contextRef="#ctx0" brushRef="#br0" timeOffset="65550.016">4892 2784 640 0,'0'0'404'16,"0"0"5844"-16,0 0-3540 0,0 0-671 0,0 0-517 16,0 0-60-16,0 0-344 0,84 57-260 15,-68-41-212-15,0 0-136 0,0 6-64 16,0 0-36-16,-4 7-4 0,4 0-48 15,-4 3-172-15,-5 2-88 0,-3 4-48 0,0 0-48 16,-4 3-48-16,0 1-36 0,0 3-320 16,-8-4-320-16,4 0-16 0,-7 1-140 15,-2-8-160-15,6 1-344 0,-9-3-548 16,4-4-1117-16,-4-3-2195 0,7-8 956 16</inkml:trace>
  <inkml:trace contextRef="#ctx0" brushRef="#br0" timeOffset="74370.431">7406 4838 640 0,'0'0'6704'0,"0"0"-2387"15,0 0-2705-15,0 0-708 0,0 0-220 16,0 0 120-16,0 0-148 0,0 0-232 0,0 0-24 16,-23-15-28-16,14 24-260 15,-6 4-104-15,-2 3 68 0,2 2 36 16,3 8 24-16,-4-3-24 0,4 2 48 0,-4 3-12 16,4-6 36-16,3 4-48 0,-2-7-64 15,3 0-20-15,4-2-4 0,1-3-40 16,3-1-8-16,0 0-4 0,0-1-56 0,3 5 48 15,5-2 12-15,4 2 56 0,4-1 16 16,3-1-20-16,2 1 32 16,3 3 16-16,0 0-52 0,-1 0 112 0,1 1 120 15,-4-1 76-15,-4 0-184 0,-4-5-124 16,0 3-48-16,-4-1-4 16,-3 0 4-16,-5 0-96 0,0 3-28 0,0-3 116 15,0-4-372-15,-9-1-36 0,1-6-188 16,-3-2-360-16,-2 1-304 15,1-2-372-15,-4-2-396 0,1 0-2041 0,2 0-2147 16,-10-6 4096-16</inkml:trace>
  <inkml:trace contextRef="#ctx0" brushRef="#br0" timeOffset="75233.76">13466 4940 10700 0,'0'0'2717'0,"0"0"-577"16,0 0-400-16,0 0-340 0,0 0-332 15,0 0-260-15,0 0-236 0,0 0-232 0,0 0-196 16,-83 9-84-16,63 8 52 16,0-2-27-16,0 7-37 0,-4 1-44 15,4 2-4-15,5-3 0 0,-2 1-4 0,6-2 0 16,3-2 4-16,3-2 0 0,1-2 0 15,4-2 0-15,4 3-36 0,9-3 36 16,2 3 60-16,5 3 52 0,4 0-64 16,-4 1-44-16,4 1 44 0,0 2-40 0,-4-1-4 15,-4 0-4-15,-5 3 0 0,2-2 8 16,-9-5 64-16,0 1-72 0,-1 1-48 16,-3-8 40-16,-7 2 0 0,-1-2-152 15,-8-6-93-15,-9 1-39 0,2-1-124 16,-5-6-240-16,0 0-212 0,-7 0-276 15,-1-6-1160-15,12-1-3841 0</inkml:trace>
  <inkml:trace contextRef="#ctx0" brushRef="#br0" timeOffset="90995.653">3370 7817 444 0,'0'0'7160'16,"0"0"-447"-16,0 0-5049 0,0 0-588 15,0 0 212-15,24 72 200 0,-20-46-268 16,0 6-343-16,0 3-329 0,0 0-164 16,0 9-80-16,0 1-112 0,0 2-80 0,0 4-100 15,0 6-4-15,-1 0-8 16,-3 0-12-16,5 0-76 0,-5-2 16 0,0-8-24 16,0 1-72-16,0-10-52 0,0-7-116 15,4-8 44-15,-4-7-36 0,0-10-85 16,0-3-63-16,0-3-108 0,0 0-88 0,0-6-596 15,4-13-780-15,-4-4-424 16,0-11-1377-16,0 5-1623 0</inkml:trace>
  <inkml:trace contextRef="#ctx0" brushRef="#br0" timeOffset="91240.219">3433 7880 1644 0,'0'0'7468'0,"0"0"-4911"0,0 0-741 16,0 0-292-16,0 0 48 15,0 0-256-15,0 0-464 0,0 0-396 16,0 0-124-16,0 0-28 0,81-6-48 0,-61 6-48 16,-1 4-48-16,5 4-36 0,-3 2-40 15,-6 0 36-15,1 6-32 0,-4-2-80 16,-3 6 64-16,-6 2-32 0,-3 4-40 16,0-1 0-16,-8 3-4 0,-4 1-68 15,1 0-88-15,-6-8-60 0,-3-1 4 16,5-1-116-16,-6-6-196 0,6-7-184 0,-2 1-164 15,2-7-316-15,-1 0-720 0,8-4-1993 16,-4-8-1603-16</inkml:trace>
  <inkml:trace contextRef="#ctx0" brushRef="#br0" timeOffset="91613.486">3848 7975 496 0,'0'0'12801'0,"0"0"-9897"0,0 0-1716 16,0 0-480-16,0 0 152 0,0 0 24 15,0 0-88-15,0 0-284 0,0 0-196 16,80 19-48-16,-60-19-99 0,-4 0-97 16,3 0-68-16,-2 0-4 0,-2 0-48 0,2 0-157 15,-6 0-367-15,2-6-124 0,-5 3-136 16,3 0-212-16,-2-1-692 0,-5-2-2380 15,0 6-2721-15</inkml:trace>
  <inkml:trace contextRef="#ctx0" brushRef="#br0" timeOffset="91880.146">4155 7807 1828 0,'0'0'156'0,"0"0"7100"0,0 0-4883 16,0 0-669-16,0 0 56 16,0 0-260-16,0 0-532 0,0 0-296 0,0 0-108 15,0 0-84-15,0 0 96 0,44 73 244 16,-36-47-296-16,-4 2-244 16,0 7-136-16,-4-3-32 0,0 3-112 0,0-3 0 15,0-1-64-15,0-5-32 0,4-8-160 16,-4-1-268-16,4-8-144 15,0-3-80-15,-1-3-112 0,6-3-344 0,-1-3-1016 16,-4-6-2217-16,0-10-2583 0</inkml:trace>
  <inkml:trace contextRef="#ctx0" brushRef="#br0" timeOffset="92316.691">3135 7883 784 0,'0'0'1472'0,"0"0"5408"16,0 0-4415-16,0 0-853 0,0 0-152 15,0 0-160 1,0 0-248-16,0 0-296 0,0 0-284 15,0 0-176-15,-39 83-36 0,26-61 8 0,6 3-48 0,-6 0-36 16,5 1-72-16,4 3-28 0,1 3-84 0,3-4-60 16,0 7-48-16,7-4-92 0,6 1-8 15,2-3 36-15,5-3-136 0,0-1-96 16,4-6-168 0,4-3-148-16,0-3-520 0,8-7-976 0,-5-6-2829 0,-3 0-3378 15,17-13 8423-15</inkml:trace>
  <inkml:trace contextRef="#ctx0" brushRef="#br0" timeOffset="92588.195">4398 7874 1748 0,'0'0'104'0,"0"0"6808"0,0 0-4559 16,0 0-633-16,0 0-320 0,0 0-176 15,84 41-268-15,-68-31-244 0,0-1-228 0,-4 4-112 16,3 0-88-16,-2-1-76 0,-6 4-144 16,-3 3 32-16,0-2-32 15,1 4 8-15,-5 2-60 0,-5 2-12 0,-3-3-132 16,-3 4-104-16,-6 2-12 0,2-3 52 16,-5 0-76-16,-1-1-76 15,2-6-300-15,-1 1-220 0,0-6-428 0,4 0-1012 16,0-7-2089-16,-3-6-2155 0</inkml:trace>
  <inkml:trace contextRef="#ctx0" brushRef="#br0" timeOffset="92919.252">4844 7652 1580 0,'0'0'7364'0,"0"0"-4651"0,0 0-1265 16,0 0-252-16,0 0 240 16,4 76 32-16,-4-44-356 0,-4-1-444 0,-4 7-192 15,1 1-8-15,-6 4 116 0,2 2-36 16,-6 6-216-16,2-1-116 0,-6 8-92 15,-2-1-124-15,-1 7-4 0,0-1-8 16,0 1-100-16,-4-1-192 0,0-6-196 16,1-2-120-16,3-5-128 0,4-9-24 15,4-6-156-15,0-6-580 0,8-10-904 0,0-10-1841 16,3-5-1771-16</inkml:trace>
  <inkml:trace contextRef="#ctx0" brushRef="#br0" timeOffset="93209.729">4892 8394 2480 0,'0'0'7824'0,"0"0"-3319"0,0 0-4049 0,0 0 72 16,0 0 264-16,96-56 240 0,-76 43-352 16,-1 3-308-16,-2 1-140 0,-2 2-84 15,-2 5-112-15,-9 2-32 0,0 0-4 0,-4 9 392 16,0 3 12-16,-8 11-132 15,-5 2-112-15,2 3-64 0,-10 7 0 0,2 0 4 16,3-2-88-16,0-5-4 0,4-3 212 16,4-6 96-16,4-3-36 15,4-7-268-15,0-2-12 0,0-1-136 0,12-3 128 16,0-3 8-16,0 0 0 0,3-3-144 0,2-7-136 16,-1 1-124-16,0-7-96 0,-5 0-188 15,6 1-196-15,-10-1-740 16,-3-1-2360-16,0-1-2893 0</inkml:trace>
  <inkml:trace contextRef="#ctx0" brushRef="#br0" timeOffset="93915.052">2692 7643 652 0,'0'0'6900'0,"0"0"-2807"0,0 0-2813 16,0 0-184-16,0 0 320 0,0 0-72 15,0 0-264-15,0 0-304 0,0 0-220 16,0 0-152-16,0 0-36 15,28 0-40-15,-19 0-32 0,-1-5-4 0,7 5 24 0,-2 0 0 16,6 0-24-16,5-2-75 0,0 2-33 16,4-4-28-16,0 1-20 15,8 0-28-15,0 1 36 0,3-5-36 0,10 0-32 16,3 1 68-16,3-4-48 0,13 1-48 16,4-4 48-16,3 4-48 15,5-4-48-15,8-1 0 0,-1 2 0 0,9-1 0 0,-4 1-48 16,-1 2 0-16,-3-1-12 0,-5 4-60 15,1-3 112-15,-9 6-76 0,-2-1 36 16,-2 2 0-16,-7 3-40 0,-1 0-68 16,-7 0 60-16,0-4 12 15,-4 4-16-15,-4-3 16 0,-4-1 36 0,0 2 48 16,-9-2 48-16,5-2 12 0,-7-1-56 16,-6 1-4-16,1 0-48 0,-8-1-108 15,0 1-16-15,-4 0 40 0,-4 3 83 0,0 0 49 16,-5-1 0-16,1 1 0 15,-3 0 0-15,-1 3 0 0,0 0 4 16,-4-3 4-16,0 3 37 0,0 0-45 0,0 0-221 16,0 0-119-16,-4 0-172 0,-5 0-328 15,-2 0-760-15,-1 0-2800 0,-16 0-5009 16</inkml:trace>
  <inkml:trace contextRef="#ctx0" brushRef="#br0" timeOffset="94733.387">2131 7769 5108 0,'0'0'2092'0,"0"0"3441"0,0 0-3537 16,0 0-600-16,0 0-144 0,0 0 168 15,0 0-216-15,0 0-360 0,0 0-432 16,0 0-216-16,-40 55-124 0,12-30-24 16,0 6-40-16,-3 4-8 0,-1 0 60 0,0 3-52 15,0-2-8-15,0 1 0 0,4 1 0 0,0-1 4 16,4-1 44-16,1-4 16 16,7-4-52-16,0-3-12 0,0-2 0 15,8-4-48-15,-5-3-28 0,10 0 28 16,-5-6-60-16,8-1 28 0,0 1 80 15,0-4 8-15,0 0 52 0,4 4 0 16,3-1 36-16,6 4-8 0,2 0 8 0,10 2 25 16,-5 2-113-16,8 2-4 0,7-4-4 15,1 5-40-15,4 2 40 16,4-4-12-16,0 5-85 0,4-7 97 0,-5 3-148 16,5-3 64-16,-4-4-24 0,-1 2-88 15,2-6-280-15,-2 3-48 16,1-5-272-16,-4 2-556 15,-8-4-1244-15,16 3-3389 0</inkml:trace>
  <inkml:trace contextRef="#ctx0" brushRef="#br0" timeOffset="95464.046">5227 7906 3756 0,'0'0'744'0,"0"0"6921"16,0 0-4625-16,0 0-1060 0,0 0-248 15,0 0-420-15,0 0-216 0,0 0-75 0,0 0-293 16,0 0-148-16,0 0 72 0,72 54-72 16,-61-42-244-16,9 4-132 15,-3 0 0-15,-2-1-84 0,2 2-48 0,-2-2-24 16,2-2-48-16,-2-1-52 0,1 5 4 15,0-9 40-15,-4 6-76 16,4-4-12-16,-4-1 12 0,4 0-60 0,-9 1 60 16,6 0-24-16,-5-1 104 0,-1 1 4 15,-7-1-4-15,0 1-4 0,0 6-76 0,-3-4-60 16,-13 8 60-16,4-5-40 0,-13 8-164 16,2-4-96-16,-9 3-88 0,1 3-132 15,-14 1-196-15,2-1-393 0,-9 3-763 16,12-5-952-16,-23 5-3993 0</inkml:trace>
  <inkml:trace contextRef="#ctx0" brushRef="#br0" timeOffset="96263.17">904 8457 4036 0,'0'0'1224'15,"0"0"4665"-15,0 0-3621 16,0 0-908-16,0 0-280 16,0 0 288-16,0 0-328 0,0 0-364 15,0 0-220-15,0 0-76 0,0 0-124 0,40-6 40 0,-17 4 56 0,5-2 136 16,4 4-4-16,0-2-155 0,0-3-121 16,0 5-28-16,-4 0-56 0,0-2-64 15,-4 2-56-15,0-4-4 0,0 1-8 16,-5-2-52-16,2 1-100 0,-1-3-421 15,-1 4-283-15,-3-6-188 0,0 2-568 0,-7 1-2344 16,-2 3-2385-16</inkml:trace>
  <inkml:trace contextRef="#ctx0" brushRef="#br0" timeOffset="96564.25">1371 8217 3032 0,'0'0'8'0,"0"0"3176"0,0 0-316 15,0 0-1292-15,0 0-671 16,0 0 55-16,79 21 176 0,-59-14-172 15,-5 3-220-15,2-4-228 0,-6 1-112 0,2-1-56 16,-1 3-120-16,-5-2-80 16,-3 4-72-16,-4 3-76 0,0 5-40 15,0 3-160-15,-4 7-160 0,-7-4-156 0,-2 3 24 16,2-2 52-16,-6 0-152 0,6-8-388 16,-5 2-796-16,-4-7-845 0,0-1-1959 15</inkml:trace>
  <inkml:trace contextRef="#ctx0" brushRef="#br0" timeOffset="97011.092">609 8283 4096 0,'0'0'1484'16,"0"0"1584"-16,0 0-1876 0,0 0-95 15,0 0 315-15,0 0-32 0,79 16-456 16,-70-7-152-16,-1-2-120 15,0 3-200-15,-1 3-100 0,-2 2-40 0,-1 4-4 16,-4 3-60-16,0 8 0 0,0-5-52 0,-9 0-108 16,-2 0-12-16,3-2 72 0,-8-2-16 15,4-1-44-15,-4-4-28 0,0-1 16 0,4-5-28 16,0 3 28-16,0-6-64 0,4-5 84 16,4-2 28-16,0 0-12 0,0 0-28 15,-4-6-84-15,-4-10-84 0,4 0-312 16,-7-9-196-1,2-4 348-15,2-2-4 0,3 2-336 0,3 0 248 16,1 8 24-16,4-2-24 0,0 4-120 0,4 3-524 0,1 0-800 16,3 7-2081-16,3-7-2163 0</inkml:trace>
  <inkml:trace contextRef="#ctx0" brushRef="#br0" timeOffset="106315.997">1824 3445 8716 0,'0'0'1632'0,"0"0"-1068"15,0 0-407-15,0 0 1599 0,0 0-328 16,0 0-304-16,0 0-448 0,0 0-280 16,0 0-84-16,-12-4 60 0,16 1 48 15,-4 3-44 1,0 0-80-16,4 0-88 0,0 0 28 0,0 0-52 0,8 0 12 16,0 0 0-16,12 0 36 0,0 0 40 0,8 0 20 15,8 0 4-15,3 0-52 0,5-6-28 0,4 0-204 16,8-4 136-16,0 1-76 15,0-2 4-15,7 3-64 0,-3 2-4 16,0-5-16-16,3 5-36 0,-3 0-16 0,-4-1-36 16,4 1 12-16,-8 4-100 0,-4-2-256 0,-9 4-12 15,0-3-16-15,-6 0-144 0,-5-1-8 16,-4 1-84-16,-5-3-368 16,-6-4-896-16,-10 4-1885 0,-3-13-2635 0</inkml:trace>
  <inkml:trace contextRef="#ctx0" brushRef="#br0" timeOffset="106579.612">2884 3169 10104 0,'0'0'1625'0,"0"0"-1369"16,0 0-192-16,0 0 656 0,0 0 96 15,0 0-56-15,0 0-100 0,0 0-220 0,0 0-76 16,87 6-128-16,-66 3 60 0,-5 1-112 15,3 3-20-15,-6-1 60 0,-2 4-220 16,-3 3 96-16,1 0-36 0,-9 6 172 16,0 4-40-16,-9 0-48 0,-2-1-84 15,-10 4 72-15,2 3-60 0,-5-4 8 16,-4 1-84-16,0 0-260 0,0-3-448 0,0-1-16 16,0-2-144-16,5-4-368 15,-1-3-408-15,7-7-633 0,-6 1-2099 0</inkml:trace>
  <inkml:trace contextRef="#ctx0" brushRef="#br0" timeOffset="107468.968">458 3363 1880 0,'0'0'5152'15,"0"0"-395"-15,0 0-3605 0,0 0-284 0,0 0-196 16,0 0 112-16,0 0 156 15,0 0-148-15,0 0-260 0,0 0-232 0,0 0-152 16,15-4 48-16,-6 1 164 0,3-7-16 16,4-2-88-16,-1-5-96 15,2-2-84 1,-2 0-76-16,2-3-148 0,-6 3 12 0,-3 4-108 0,4 2-16 16,-8 3 64-16,0 4 36 0,0 3 36 0,-4 0 24 0,0 3 88 15,0 0 8-15,0 0-72 0,0 3 28 16,0 2-100-16,0 6 20 0,0 1 128 15,0 7 160-15,4 3 0 0,-4 7-36 16,4 3-36-16,0 3 72 16,0 5 48-1,-4 5-84-15,0 0-72 0,0 3-40 0,0-5 208 16,0 3-96-16,-4-9-124 0,4-5 0 0,-4-10-136 0,4-6-12 16,0-4 24-16,0 2 52 0,0-5-164 0,-4 1-120 15,4-3-204-15,-4 2-348 0,-4-4-932 16,4 2-1300-16,-4 0-1573 0,-4 2-1183 15</inkml:trace>
  <inkml:trace contextRef="#ctx0" brushRef="#br0" timeOffset="107631.207">398 3832 8976 0,'0'0'1860'0,"0"0"-1047"0,0 0-237 16,0 0 436-16,0 0 256 0,0 0-132 15,0 0-304-15,0 0-360 0,75-13-196 16,-47 13-28-16,0 0 60 15,4 0-296-15,0 0-12 0,0 0-148 0,3 0-820 16,2 0-504-16,3 0-964 0,-16 0-2853 16,11 4-2027-16</inkml:trace>
  <inkml:trace contextRef="#ctx0" brushRef="#br0" timeOffset="108206.607">529 4709 6368 0,'0'0'1628'16,"0"0"-656"-16,0 0-208 0,0 0-172 0,0 0 349 15,0 0 943-15,0 0-1348 0,0 0-432 0,0 0-28 16,0 0-64-16,20 79 40 16,-16-57-52-16,-4 3-220 0,4 1-212 15,-4 5-168-15,0 8-180 0,4 2-741 0,-4-10-1003 16,0 23-1576-16</inkml:trace>
  <inkml:trace contextRef="#ctx0" brushRef="#br0" timeOffset="108397.367">617 5620 5412 0,'0'0'3924'15,"0"0"-3924"-15,0 0-424 0,0 0 240 0,0 0 184 16,-4 72 196-16,4-53-172 0,0-2-24 15,0 2-480-15,8 0 184 16,-4 0-108-16,0 3-284 0,0-3-224 0,0 3 472 16,0-6-432-16,0 6-1412 0</inkml:trace>
  <inkml:trace contextRef="#ctx0" brushRef="#br0" timeOffset="108597.783">697 6273 6948 0,'0'0'2400'0,"0"0"-1612"0,0 0-364 16,0 0 249-16,0 0 303 16,0 0-260-16,0 0-396 0,0 0-256 0,0 0-56 15,8 74 132-15,-8-58-64 16,4-1-72-16,-4 4-4 0,4 3-52 16,-1-2 4-16,1 2-68 0,1-3-36 0,-5 0-576 15,0-1-312-15,0 6-717 0,0-9-1371 16,0 17-1904-16</inkml:trace>
  <inkml:trace contextRef="#ctx0" brushRef="#br0" timeOffset="108831.006">729 6848 1552 0,'0'0'600'0,"0"0"52"15,0 0-40-15,0 0 2464 0,0 0-1440 16,0 0-1232-16,0 0-316 16,0 0 444-16,0 0-12 0,0 0-148 0,-4 69-140 15,4-62-64-15,0 3 168 0,0 3 141 16,0-4 27-16,0 4 60 0,-5-4-28 15,5 4 24-15,0 0-88 0,-4-4-116 0,4 4-128 16,-3 3-116-16,3 1-96 16,-4-2 76-16,4 3-92 0,0 7-140 0,0-1 0 15,0 1 28-15,0 0 108 0,0-3-8 16,0-6 0-16,0 0-100 16,-4-3-384-16,4 0-76 0,0-1 60 0,-4 1-220 15,4-3-889-15,-4 8-3031 0</inkml:trace>
  <inkml:trace contextRef="#ctx0" brushRef="#br0" timeOffset="109057.303">613 7578 1448 0,'0'0'312'15,"0"0"-140"-15,0 0 128 0,0 0-236 16,0 0 248-16,0 0 1956 0,0 67-600 0,0-60-992 15,0 2-156-15,-4-2 204 16,4 3 236-16,0-5 60 0,0 5-347 0,-4-4-365 16,4 1-140-16,0-2-64 0,-3 2-104 15,-2 0-580-15,1 2-649 16,-4 0-555-16,4 4-884 16,-8 0-604-16,4 0 1552 0</inkml:trace>
  <inkml:trace contextRef="#ctx0" brushRef="#br0" timeOffset="109280.245">525 7826 512 0,'0'0'1020'0,"0"0"-800"16,0 0 68-16,0 0 52 0,0 0 88 16,0 0 2532-16,0 0-1584 0,0 0-336 15,0 0-340-15,0 0-260 0,0 0-256 16,0 0 344-16,21-32 248 0,-14 39-131 16,1-1-325-16,0 0-104 0,0 5-124 0,0-9 60 15,-4 4 104-15,0-2-128 0,0-4-112 16,1 0 48-16,-2 0-16 0,5 0 108 15,-4-4-68-15,4-2-24 0,4-1 88 16,-4-2-36-16,4 0 12 0,0-7-104 16,0-3-24-16,-1-6-536 0,6-8-500 15,-1-4-353-15,-4 2-799 0,3-16-2200 0</inkml:trace>
  <inkml:trace contextRef="#ctx0" brushRef="#br0" timeOffset="111513.542">478 7547 288 0,'0'0'364'0,"0"0"1268"16,0 0 1624-16,0 0-1176 0,0 0-520 15,0 0-280-15,0 0-7 0,0 0 99 0,0 0-24 16,0 0-12-16,0 0-208 0,0 6-108 15,0-6-120-15,0 0-116 0,0 0-184 16,0 0-184-16,0 0-160 0,0 3-60 0,0-3-100 16,4 0 0-16,0 4-84 0,4 2 36 15,3 6 28-15,5 1-64 16,5 6 120-16,-2 3-72 0,1-2-52 0,1 2 52 16,-2 0-60-16,1 0 8 0,-4-4 56 15,0 6-52-15,-4-9-8 0,0-2-4 16,-8-4-8-16,4-2-4 0,-4-1-88 15,-1-3 4-15,1 1-12 0,1-4-40 0,-1 2 52 16,0-2-52-16,0 5 16 16,3-5-52-16,-3 0 76 0,0 0 60 0,1 0-4 15,-1 0 44-15,0 0 8 16,0 0 0-16,-1 0 12 0,1-7 64 0,4 0 20 0,-3 1 28 16,2-10-116-16,1-3-8 15,5-9 12-15,2-7-12 0,-3-7-40 0,4-5-288 16,4-4-124-16,0-4-36 0,4 8-4 15,0 0-100-15,4 2-432 16,0 4-352-16,-1 6-644 0,-7 10-756 16,4-4-2209-16</inkml:trace>
  <inkml:trace contextRef="#ctx0" brushRef="#br0" timeOffset="117714.248">15343 2937 1472 0,'0'0'2480'0,"0"0"-1360"0,0 0 3456 15,0 0-2767-15,0 0-489 0,0 0-276 16,0 0 60-16,0 0 24 0,0 0-72 16,0 0-212-16,-36 0-216 0,36 0-196 0,4 0-124 15,0 0-40-15,5 7 24 0,2 1 308 16,5 3 48-16,4-3-308 16,4 5-160-1,4-1-20-15,8-1-39 0,-1-5 51 0,5-3-4 0,8 0 28 16,4-3-112-16,3 0 20 0,5-6-104 0,0-4-8 15,8 3 8-15,-4-1 0 0,4 2-4 16,-5-5-4-16,-3 3-4 0,0 1 4 16,4-3-76-16,-8 1-76 0,-5 2 40 0,-3 0-48 15,-1 5-52-15,-6-2-25 0,-5 1-35 16,-1 3-72-16,-3-3-136 16,0 0-36-1,-4 3-152-15,-4-4-244 0,0 2-160 0,-5-2-320 0,-6 1-492 16,-5 0-384-16,-8 0-861 0,0-4-1691 0</inkml:trace>
  <inkml:trace contextRef="#ctx0" brushRef="#br0" timeOffset="117996.68">16507 2746 4572 0,'0'0'1184'0,"0"0"-244"0,0 0 2352 16,0 0-1679-16,0 0-241 0,0 0-176 15,0 0-400-15,0 0-76 0,0 0-152 16,0 0-144-16,87 45-64 0,-71-36-48 16,0 1-100-16,3-1 20 0,2 0-132 15,-5 4-96-15,0 3-4 0,-4-3 0 0,0 6-72 16,-8 3-4-16,-4 4 16 16,0 2-28-16,-12 3 12 0,-4 5 72 0,0-4-256 15,-8 2-12-15,0-2 84 0,0 1-48 16,-4-5-208-16,1-3-244 0,-1 0-260 15,0 1-372-15,8-11-1069 0,-12 5-2803 16</inkml:trace>
  <inkml:trace contextRef="#ctx0" brushRef="#br0" timeOffset="126463.912">19642 2739 10588 0,'0'0'3941'0,"0"0"-2809"0,0 0-376 0,0 0-516 16,0 0-56-16,0 0 168 0,0 0 304 15,0 0 208-15,100 17 92 0,-57-10-184 16,2-5-284-16,2 2-268 0,1-4-148 0,-5 0 24 16,2 0-32-16,-9 0-24 15,-1-4-40-15,-3-3-124 0,-4-2-108 0,-4-7-340 16,-5 4-248-16,2-7-260 0,-5-1-540 16,-8 5-1416-16,-4-7-2761 0</inkml:trace>
  <inkml:trace contextRef="#ctx0" brushRef="#br0" timeOffset="126665.442">20232 2489 4516 0,'0'0'8325'0,"0"0"-6913"0,0 0-1056 0,0 0-168 16,0 0 340-16,88 48 368 0,-69-29 104 16,-3 2-120-16,5 2-264 0,-6 3-284 15,-2-1-172-15,-2 0-48 0,-7-3-100 16,0 7 160-16,-4 0-40 0,-15-1-132 15,-2 4-120-15,-7 0-28 0,-4-1-88 0,-4 1-80 16,-4-3-68-16,8-4-172 16,5-6-88-16,7-7-40 0,4-5 52 15,7-3-336-15,5-4-976 0,0-7-2293 0,21-16-1775 16</inkml:trace>
  <inkml:trace contextRef="#ctx0" brushRef="#br0" timeOffset="133382.901">21794 2470 10224 0,'0'0'1085'0,"0"0"239"15,0 0-140-15,0 0-120 0,0 0 80 16,0 0 320-16,0 0-288 0,0 0-340 0,0 0-176 16,-13-7-4-16,30-8-312 0,2-7-124 15,5-8-112-15,8-1 0 0,0-4-60 0,4-3-48 16,4 0-80-16,-4 0-116 15,0 6-56-15,-5 0-4 0,-3 10-12 16,-7 3 12-16,-6 6 120 0,-7 7 24 0,-3 3 16 16,-1 3-64-16,-4 0-72 15,0 9 196-15,0 4 36 0,0 6 48 0,0 9 148 16,-4 10-60-16,-9 4-52 0,5 6 28 16,-8 5-20-16,4-1-92 0,-4 2-84 15,1-7-16-15,3 0 96 0,-1-5-156 16,6-7-108-16,3-6-52 0,-4-7-12 15,3-3-120-15,1-7-500 0,1 1-676 16,-5-3-236-16,4-4-92 0,-5-3-245 16,5 0-963-16,-7-3-1732 0</inkml:trace>
  <inkml:trace contextRef="#ctx0" brushRef="#br0" timeOffset="133564.2">21882 2698 8128 0,'0'0'2536'0,"0"0"-851"0,0 0-521 0,0 0 244 15,0 0-60-15,0 0-204 0,0 0-28 16,0 0-72-16,91 6-224 16,-55-6-308-16,4-6-268 0,-1-3-244 0,6-4-12 15,-2 0-244-15,2 4-256 0,2 0-224 16,-4-1-48-16,5 3-376 0,-12 0-1472 16,4 7-3801-16</inkml:trace>
  <inkml:trace contextRef="#ctx0" brushRef="#br0" timeOffset="134561.368">15546 8054 12361 0,'0'0'1788'16,"0"0"-1004"-16,0 0 172 0,0 0 220 0,0 0 212 15,108 26-352-15,-64-26-244 0,3 0 40 16,5 0-152-16,8 0-171 15,-4 0-85-15,4 0 12 0,-5-4-132 0,-3 2-76 0,0-1-228 16,-5 0 0-16,2-4-4 16,-6-3-56-16,-2 2-108 0,-2-6-52 15,-7-2-20-15,4 0-392 0,-8 1-9 0,-4-4-79 16,-5 3-244-16,-2 0-556 16,-10 3-1436-16,-3 3-2493 0,-4-2-3067 15</inkml:trace>
  <inkml:trace contextRef="#ctx0" brushRef="#br0" timeOffset="134780.229">16359 7775 4712 0,'0'0'7197'16,"0"0"-5701"-16,0 0-720 0,0 0 600 15,0 0 328-15,0 0-516 0,0 0-584 0,0 0-236 16,0 0 24-16,0 0 0 16,0 0 24-16,95 57-100 0,-70-35-84 15,-5 4-136-15,-1 0-24 0,-2 4-60 0,-2 6 28 16,-3-1-40-16,-8 7-100 0,0-1-68 15,-4 3-124-15,-4-3-100 0,-3 3 88 16,-6-2-112-16,5-2-124 0,-3-3-76 0,-2-12 72 16,6-3-76-16,-1-3-164 15,-1-6-1004-15,1-6-796 0,5-5-1437 0,-9-2-2135 16</inkml:trace>
  <inkml:trace contextRef="#ctx0" brushRef="#br0" timeOffset="139101.717">17387 7734 8960 0,'0'0'1500'0,"0"0"1209"16,0 0-1289-16,0 0 4 0,104-16-320 16,-65 9 0-16,-3-5-452 0,4 2-224 15,-4 1-180-15,0 0-28 0,0-5-48 0,-5 6-40 16,1-3-120-16,-4 5 64 0,-7 3-76 15,-2 0-8-15,-7 1-80 0,-4 2-20 16,0 0-28-16,-8 5 4 0,0 2-28 16,0 2 48-16,0 7 16 0,-8 1-176 15,-4 8 28-15,0 0 32 0,-7 7-60 16,-2-1 76-16,-3 4 48 0,0-4 148 16,-3 5 112-16,-1-1-28 0,-4 0 40 0,0-1 12 15,1 1 0-15,-1 1 36 0,4-5-72 16,0-2 120-16,4-4-36 15,7-6 64-15,6-3-52 0,7 0-52 0,4-7-8 0,8-3-52 16,8 4 76-16,12-7 60 16,8 1 108-16,3-2 244 0,1-2-84 15,4 0-183-15,0 0-173 0,0-2 12 0,-4-5-136 16,-5 2 80-16,-3 0-88 16,0-1-76-16,-4 0-32 0,-4 0-36 15,-5-1-257-15,5 4-147 0,-3-3-196 0,-1 3 0 16,-5-4-68-16,2-2-792 15,-9 3-1464-15,7-11-3129 0</inkml:trace>
  <inkml:trace contextRef="#ctx0" brushRef="#br0" timeOffset="139313.207">18116 7706 9156 0,'0'0'2185'16,"0"0"-841"-16,0 0-400 0,0 0 172 15,0 0-96-15,0 0-300 0,-83 47-332 16,59-22-140-16,0 7-112 0,-4 3-100 0,-4 3-36 16,-4 4-48-16,-3-1-28 0,2 6-108 15,-3 1-252-15,1-3-60 16,3-1-256-16,-1-3-144 0,10-6-452 0,3-6-1013 16,8-8-2043-16</inkml:trace>
  <inkml:trace contextRef="#ctx0" brushRef="#br0" timeOffset="139544.905">18192 8131 1736 0,'0'0'8404'0,"0"0"-6355"15,-32 82-937-15,24-40-32 0,0 4 268 0,4 9-156 16,-4 2-260-16,4 4-340 0,1 6-148 15,-6-4-332-15,1 7-112 0,4-6-120 16,0-1 8-16,4-9-144 0,0-6 120 16,4-10-124-16,4-13-124 0,5-9-112 15,-2-13-164-15,1-3-408 0,0-13-424 16,0-6-592-16,-1 0-2337 0,2-16-2751 0</inkml:trace>
  <inkml:trace contextRef="#ctx0" brushRef="#br0" timeOffset="139795.024">18204 8255 8080 0,'0'0'2500'0,"0"0"-431"0,0 0-693 0,0 0 100 16,0 0-380-16,91-45-288 0,-70 42-248 16,-2 3-204-16,-3 0-156 15,-4 3-176-15,-3 6-24 0,-6 4-4 0,-3 6 4 16,0 4 8-16,-8 2-8 15,-8 7-76-15,0 0-48 0,-3 2 28 0,-2-5 8 16,-3 0-96-16,9-8-64 0,-5 2-112 0,-1-10-64 16,10-7-84-16,-1 1-248 15,3-4-180-15,6-3-244 0,-1 0-736 16,0-6-681-16,4-1-611 0,0-5-2480 0</inkml:trace>
  <inkml:trace contextRef="#ctx0" brushRef="#br0" timeOffset="140284.73">18403 8322 7564 0,'0'0'2140'0,"0"0"-743"0,0 0 399 0,0 0-120 16,0 0-552-16,0 0-444 15,0 0-292-15,0 0-140 0,0 0-236 0,0 0 0 16,0 0-4-16,44-25-8 15,-44 25-4-15,0 0-56 0,0 2-28 0,0-2 88 16,0 0 0-16,0 0 8 0,0 0 40 16,0 0 52-16,0 0 88 0,0 0 36 0,0 0 12 15,0 0 24-15,0 0 24 0,0 0 0 16,0 0 12-16,-4 0-52 16,4 0-132-16,-4 0-112 0,0 0-48 0,4 0-36 15,-5 0-4-15,2 0-8 0,3 0 20 16,-4 0 76-16,4 0 12 0,-4 0 76 15,4 0 36-15,0 0-28 0,0 0-20 16,0-2-28-16,0 2-48 0,0 0-4 16,0 0-68-16,0 0-64 0,0 0 36 0,0 0-8 15,4 0 20-15,-4 0 40 0,4 0 40 16,-4 0 8-16,8 0 88 16,0 0 96-16,0-4-48 0,3 4 60 0,6-3 160 15,-6 0-136-15,10-1-84 0,-1-3 0 0,3 5-88 16,1-4 112-16,4-1-88 15,-4 3-72-15,-4-2 0 0,0 4-48 0,-4-2-136 16,-8 2-148-16,0 2-96 16,-5 0-40-16,-3 0-24 0,0 0-64 15,0 0-176-15,0 0-344 0,0 0-868 0,0 0-1164 16,-7 0-2717-16</inkml:trace>
  <inkml:trace contextRef="#ctx0" brushRef="#br0" timeOffset="140570.207">18786 8049 6928 0,'0'0'2568'0,"0"0"-655"0,0 0-541 15,0 0 80-15,15 66-128 0,-15-45-344 16,5 6-380-16,-5 1-152 0,4 0-88 16,-4 4-52-16,0 0-160 0,0 0-140 15,0 0-8-15,0-4-112 0,-4-2-72 16,4-1-164-16,0-6 0 0,0-7-72 16,0-1-104-16,0-8-308 0,8-3-568 0,-1 0-768 15,1-3-993-15,12-14-2395 0</inkml:trace>
  <inkml:trace contextRef="#ctx0" brushRef="#br0" timeOffset="141549.879">19830 7391 2824 0,'0'0'5440'15,"0"0"-4004"-15,0 0-596 16,0 0-27-16,0 0 227 0,0 0-172 16,-49 87-208-16,30-59-228 0,-1 2-240 0,-1 12 112 15,-7 4 24-15,5 4 72 0,-8 7 192 16,-10 9 48-16,1 8-168 0,-12 2-236 16,-3 13-160-16,-5 3-76 0,-8 4-100 0,-3 5-24 15,-5 0-360-15,0 1 160 0,1-1-156 16,-1-2 164-16,4-10-20 15,5-3 120-15,3-7 40 0,0-10 176 0,12-4 0 16,4-9 52-16,8-8-52 0,5-11-28 0,7-1-84 16,4-14-140-16,12-6-16 15,4-7-84-15,3-5-272 0,5-4-720 16,5-6-1349-16,-1-4-607 0,12-12-1824 0</inkml:trace>
  <inkml:trace contextRef="#ctx0" brushRef="#br0" timeOffset="142161.834">19367 8588 11549 0,'0'0'2160'0,"0"0"-1016"16,0 0-716-16,0 0 388 0,96-22 620 15,-72 16-360-15,4-1-376 0,-9 4-304 16,2 0-140-16,-1 3-36 0,-5 0-160 15,-2 3-60-15,-9 3-4 0,0 7-68 16,-4 6 68-16,0 3-84 0,-8 4-144 0,-5 2 60 16,-2 4 64-16,-2 0 8 15,-3 0-8-15,1 2-4 0,-1-4 112 0,4-3 48 16,0-2 28-16,4-2 60 0,3-7 20 16,6-6 152-16,3-1-124 0,0-5-52 15,12-1-56-15,0 0 80 0,8-3 164 16,-1 0-140-16,5 0-80 0,4-3 20 15,4-4-120-15,0-2-12 0,0-4 4 16,0 4-140-16,-4-7-120 0,0 3-84 0,0-4-184 16,4 3-252-16,-8-3-356 15,0 1-892-15,-5 3-2592 0,5-5-3461 0</inkml:trace>
  <inkml:trace contextRef="#ctx0" brushRef="#br0" timeOffset="142632.976">20105 8232 16353 0,'0'0'2084'0,"0"0"-1308"0,0 0-776 15,0 0 0-15,0 0 524 0,0 0 612 16,87-19-163-16,-51 16-501 16,4 3-324-16,4-3-140 0,-1 0-4 0,1 3 56 15,-4 0-60-15,4 0-12 0,-12 0 12 16,-1 6-72-16,-6 1-16 0,-10 0 28 16,-2 1-72-16,-10 5-40 0,1-1 164 15,-4 7-4-15,-4 4-120 0,-7 3-77 16,-9 2-83-16,-5 4 12 0,-3 7 64 0,-3-6 8 15,-1 9 48-15,0-3 64 0,0-5 96 16,4 4 168-16,0-5 88 0,9-2 40 16,2 1 44-16,6-7-88 0,7-3-43 15,4 0-1-15,12-3-136 0,4 0-60 16,7-3-4-16,5-2 220 0,0-12-32 0,4 2-136 16,4-4 0-16,4-6-12 15,0-5 4-15,-1-1-52 0,-3-1-96 0,1-6-84 16,-2 0-256-16,-3-3-17 0,-9 0-191 15,1 0-256-15,1-5-536 0,-9 6-1416 16,-4 2-2921-16,-5 0-3607 0</inkml:trace>
  <inkml:trace contextRef="#ctx0" brushRef="#br0" timeOffset="142809.494">20814 8318 11657 0,'0'0'3124'0,"0"0"-1956"0,0 0-928 15,0 0 128-15,-92 73 552 16,68-44 536-16,0 2-548 0,1 1-468 0,-5 3-244 16,0 3-96-16,0 3-52 0,-4 0-48 15,-4 1-136-15,-1-1-156 16,6 1-260-16,4-4-184 0,-1-3-224 0,4-7-248 16,7-2-476-16,6-10-1280 0,3-4-2437 15</inkml:trace>
  <inkml:trace contextRef="#ctx0" brushRef="#br0" timeOffset="143111.155">20870 8760 14381 0,'0'0'1108'0,"0"0"-1108"0,0 0 188 16,0 0 0-16,0 0 844 0,-9 85 208 16,9-47-500-16,9 0-384 0,-2 7-172 15,5 2 24-15,1 2 64 0,-2-2-128 16,-3 4 4-16,1-7-68 0,-2 3-80 16,1-8-8-16,-4-4-40 0,3-7 40 15,-2-6-140-15,-5-5-72 0,4-8-160 16,0-3-148-16,0-6-172 0,0-3-292 15,3-9-500-15,2-5-820 0,-1 2-1877 16,0-17-895-16</inkml:trace>
  <inkml:trace contextRef="#ctx0" brushRef="#br0" timeOffset="143336.501">21021 8779 10604 0,'0'0'2145'0,"0"0"-1033"0,0 0-392 16,0 0 276-16,0 0 248 0,83-7-260 15,-66 7-380-15,2 0-208 0,-3 3-92 0,0 1-168 16,-4 2-60-16,-4 0-32 0,-4 0-44 16,-4 4-100-16,0 3 4 15,-4-1-28-15,-8 7-96 0,-4-2 8 0,1 5-32 0,-6-3-92 16,-3 0-60-16,5-6-212 0,-1-1-64 16,3-2 16-16,6-7-76 15,-1-3 48-15,8-6-484 0,4-7-548 0,0 0-2545 16,0-6-1271-16</inkml:trace>
  <inkml:trace contextRef="#ctx0" brushRef="#br0" timeOffset="143481.254">21291 8813 12837 0,'0'0'2348'0,"0"0"-1496"16,0 0 40-16,0 0 596 0,0 0-224 0,0 0-432 15,92 0-832-15,-76-9-108 0,5-4-552 16,2-6-568-16,-7 3-1060 15,3-6-3829-15</inkml:trace>
  <inkml:trace contextRef="#ctx0" brushRef="#br0" timeOffset="143647.145">21886 8506 13597 0,'0'0'2036'0,"0"0"-1672"0,0 0-176 0,-21 88 464 15,18-53 664-15,3 0-196 0,-4 4-592 16,4-1-528-16,0-4 0 0,-4-2-368 16,-1-1-416-16,1-1-292 0,-4-2-612 15,1-12-2372-15,-1 10-4769 0</inkml:trace>
  <inkml:trace contextRef="#ctx0" brushRef="#br0" timeOffset="145431.219">18423 4442 8112 0,'0'0'4025'0,"0"0"-2417"15,0 0-644-15,0 0 56 0,0 0 260 0,0 0-336 16,0 0-352-16,0 0-236 0,0 0 208 16,16 105 48-16,-4-45-256 15,-5 10-64-15,10 9 88 0,-9 16-200 0,-1 10 4 16,-2 16 132-16,-5 5-99 0,0 5-81 15,-5-1-136-15,-2-3-136 0,-5-9 4 0,3-11-125 16,2-14 77-16,3-14-52 0,0-16 0 16,4-11-144-16,0-21-4 15,4-9-208-15,-4-9-272 0,4-7-796 0,-1-6-1404 16,-3 0-2597-16,4-3-1179 0</inkml:trace>
  <inkml:trace contextRef="#ctx0" brushRef="#br0" timeOffset="145613.183">18399 6032 2672 0,'0'0'9133'0,"0"0"-6733"0,8 92-1112 16,-4-47-440-16,8 8 220 0,0-2 60 15,4 0 236-15,0-6-500 0,7-14-216 16,1-9-163-16,12-9-169 0,1-13-48 16,10-6-76-16,5-13-72 0,4-13-116 15,3-12-4-15,1-4-340 0,0-9-196 16,-4-6-341-16,0 2-267 0,-4-2-556 15,-17 18-2184-15,9-16-3433 0</inkml:trace>
  <inkml:trace contextRef="#ctx0" brushRef="#br0" timeOffset="145770.083">19909 6061 20501 0,'0'0'0'15,"0"0"-4808"-15</inkml:trace>
  <inkml:trace contextRef="#ctx0" brushRef="#br0" timeOffset="153165.215">18280 5931 4924 0,'0'0'692'0,"0"0"128"0,0 0 64 0,0 0-160 16,0 0-164-16,0 0 3413 0,0 0-3005 15,0 0-52-15,-5-33-108 16,5 33-92-16,-4 0-76 0,4 0-40 0,0 0 44 16,0 0-88-16,0 0-236 0,0 0-112 15,0 0-60-15,0 0 24 0,0 0-24 16,0 5-24-16,-4-5-64 0,4 2-60 16,0 2-40-16,0 2-32 0,0 10 72 15,0 3 72-15,4 9 100 0,0 4-28 16,5 6-92-16,2 0 16 0,1 0-68 0,1 1 0 15,2 2-112-15,1 0 52 0,0-2-12 16,4-1 24-16,-4-4-88 16,0-2-184-16,4-7-36 0,-4-3-52 0,4-3-220 15,0-6-180-15,3-3-256 0,1-7-752 0,-3-3-2221 16,3 0-1571-16</inkml:trace>
  <inkml:trace contextRef="#ctx0" brushRef="#br0" timeOffset="156906.901">17276 2092 10604 0,'0'0'1453'0,"0"0"-477"16,0 0-416-16,0 0-116 15,0 0-140-15,0 0 996 0,0 0-96 0,0 0-384 16,-17 6-164-16,26-6-88 0,-1 4-40 16,7-1 120-16,9 3 428 0,8-3-468 15,4 4-183-15</inkml:trace>
  <inkml:trace contextRef="#ctx0" brushRef="#br0" timeOffset="158513.471">17199 2171 10904 0,'0'0'1557'0,"0"0"-789"0,0 0-184 15,0 0 252-15,0 0 148 0,0 0-204 16,0 0-316-16,0 0-280 0,0 0 52 0,0 0 124 16,0 0 12-16,101-2 24 0,-66 4-248 15,1 1-88-15,4-3-48 0,-5 0 36 16,6 0-40-16,-2 0 52 0,1-3 16 16,0 1-4-16,-8-9-64 0,0 5 0 15,-4 0-8-15,-9-1-68 0,2 1 64 16,-10 3-40-16,2 0-44 0,-9 3-108 0,-4 0-112 15,0 0-52-15,0 6 64 0,-4 7 144 16,-9 4 40-16,-2 1-60 16,-5 4-4-16,0 3 124 0,-4 1 44 0,4 2 16 0,0-2-8 15,-4 3 36-15,0-1-32 16,-4 3-4-16,0 1 0 0,0 7-8 16,-7-2-92-16,3 5 24 0,-8 3-8 15,5-1-44-15,-2 0 120 0,1 1 8 16,4-6 48-16,4-6-36 0,9-3-4 15,3-11 68-15,4-4 12 0,8-8 84 0,4-4-20 16,0-3-80-16,0 0-68 16,8 0 108-16,7 0 136 0,6 0 148 15,3-7-96-15,8 1 20 0,0 0-24 0,7 0-76 16,-3-1-84-16,4-3 48 0,-4 3-36 0,0-1-40 16,-4-2 16-16,-1 3-64 15,1-1 0-15,-4-3-48 0,-4 3 4 16,-1-5-16-16,2 3-44 0,-9-3-176 0,-1 1-320 31,2-1-236-31,-6 3-140 0,2-2-140 16,-5-1-268-16,-4 3-684 0,-1 1-1957 0,-3-7-1859 0</inkml:trace>
  <inkml:trace contextRef="#ctx0" brushRef="#br0" timeOffset="158728.213">17881 2304 10708 0,'0'0'1417'0,"0"0"-1021"0,0 0-192 16,0 0 204-16,0 0 40 0,0 0 148 16,-95 48 164-16,71-26-132 0,-4 4-240 15,0 0-92-15,0 5-96 0,0 1-116 16,0 0 4-16,-4 3-20 0,0 3-68 0,4-4-64 16,0-2-8-16,0 0-4 0,9-7-316 15,-1 2-72-15,8-8-140 0,0-7-28 16,8 1-308-16,0-7-492 0,4-4-1057 15,0-2-1419-15,11-2-796 0</inkml:trace>
  <inkml:trace contextRef="#ctx0" brushRef="#br0" timeOffset="158945.279">17869 2689 10256 0,'0'0'1469'16,"0"0"-1121"-16,0 0-92 0,-8 88 700 15,0-46 124-15,0 6-196 0,-4 2-64 16,5-2-80-16,-6 3-168 0,5-7-176 16,1-2-112-16,3-4-284 0,4-9 0 15,0-7-96-15,0-10-104 0,4-2-72 0,-1-4-300 16,5-6-28-16,1 0-56 0,-5-9-172 16,3-7-568-16,5-3-768 15,-3 2-1993-15,-2-14-815 0</inkml:trace>
  <inkml:trace contextRef="#ctx0" brushRef="#br0" timeOffset="159166.683">17893 2702 1552 0,'0'0'7820'0,"0"0"-6516"15,0 0-775-15,0 0 231 0,0 0 8 0,84-20-16 16,-72 20-52-16,4 7-220 0,-4-1 28 16,-1 1-56-16,-2-1-112 0,-1 3-140 0,-8 1-96 15,0 0-4-15,0 2-100 0,0 2 0 16,-12 4-4-16,-4 4-48 15,-5-4-176-15,-2 6-148 0,3-6-28 16,-8-5 128-16,4 0-28 0,4-10-36 0,0 0-168 16,4-3-116-16,4-9-272 15,1-10-376-15,-2-10 35 0,9 1-683 0,0-30-2484 0</inkml:trace>
  <inkml:trace contextRef="#ctx0" brushRef="#br0" timeOffset="159386.918">18024 1794 10965 0,'0'0'1248'16,"0"0"-428"-16,0 0-464 0,0 0 292 0,0 0 756 16,36 79-60-16,-20-44-376 15,8 6-212-15,1 1-264 0,2-5-160 0,1-2-184 16,-4-6-148-16,4-4-96 0,-4-3-152 15,0-5-240-15,-1-4-204 0,-3-5-128 16,1-8-120-16,-2 0-76 16,1-6-644-16,-4 0-1445 0,-4-15-2043 0</inkml:trace>
  <inkml:trace contextRef="#ctx0" brushRef="#br0" timeOffset="159546.519">18419 1857 10436 0,'0'0'1637'0,"0"0"-985"0,0 0-12 0,0 0 224 15,-92 80 120-15,57-43-156 0,-1 5-96 16,0 2-100-16,-1 1-160 0,2-4-164 0,3-3-132 16,4-3-176-16,5-6-52 0,3-4-60 15,3-3-444-15,9-6-212 16,5-6-264-16,3-4-316 0,0 0-1356 0,3-6-3189 16</inkml:trace>
  <inkml:trace contextRef="#ctx0" brushRef="#br0" timeOffset="159865.141">19049 1838 12821 0,'0'0'2036'0,"0"0"-1544"0,0 0-292 15,0 0 340-15,0 0 336 16,-52 76 68-16,32-38-412 0,-8 6-148 0,0 4-92 0,-4 10-8 15,-8 5-100-15,-3 10-124 16,-5 6-48-16,-5 11 40 0,-6 5-52 16,0 10-48-16,-6 12 48 0,-2 10 0 0,-9 6 4 15,0 4-4-15,-3-1-84 0,-1-2-124 16,1-11 208-16,-1-5-8 0,8-10 8 16,12-10-12-16,8-19-124 0,9-14 12 15,11-21-24-15,12-16-208 0,3-9-212 16,10-13-152-16,3-6-24 0,4-6-176 15,0-13-492-15,8-12-760 0,0 4-2077 16,12-29-2223-16</inkml:trace>
  <inkml:trace contextRef="#ctx0" brushRef="#br0" timeOffset="160315.989">18387 3152 13509 0,'0'0'1936'0,"0"0"-1336"16,0 0-268-16,0 0 240 0,103-41 608 16,-62 28-440-16,-2 1-456 0,5 5-128 0,4 1 104 15,4 6 252-15,-1 0-120 16,-2 0-232-16,-6 9-160 0,-3 1-8 15,-8 0-104-15,0 2 28 0,-9 1 36 16,-2 4-52-16,-14-3-132 0,-3 5-60 0,-4 4 24 16,-11 3 44-16,-5 2 52 15,-12 0 52-15,-4 7 20 0,-4 0-60 0,-8 1 24 16,-4 2-36-16,-7 3-64 0,-1 1 4 16,0-2 232-16,0 2 0 15,9-1 96-15,2-6 264 0,14-7 60 0,11-6-16 0,8-2-96 16,8-8-64-16,4-2-48 0,0-6 0 15,16-2 12-15,7-2 36 16,9-2 12-16,13-9-24 0,7-1 20 0,3-7-128 16,5 3-76-16,-4-3-48 0,0 6-12 0,-4 4-72 15,-9 2 20-15,-3 4-20 16,-9-3-124-16,-3-1-276 0,-3-5-276 16,-1-1-172-16,-5 0-316 0,1-6-776 0,-8 3-1804 15,0-10-1777-15</inkml:trace>
  <inkml:trace contextRef="#ctx0" brushRef="#br0" timeOffset="160529.495">19128 3184 468 0,'0'0'11041'0,"0"0"-9633"0,0 0-1228 0,0 0 8 16,0 0 424-16,0 0 428 16,-64 76 128-16,40-38-400 0,-4 1-236 0,0 6-84 15,1 2-76-15,-9 3-40 0,4 1-112 16,-4 3-36-16,0-3-36 0,5 3-72 15,-5-6-76-15,8-3-8 0,0-4-104 16,8-10-108-16,0-6-472 0,12-9-248 16,0-6-152-16,8-6-368 0,0-4-1268 15,0-11-3421-15</inkml:trace>
  <inkml:trace contextRef="#ctx0" brushRef="#br0" timeOffset="160747.359">19208 3645 12077 0,'0'0'1392'0,"0"0"-1176"16,0 0-88-16,0 0 532 0,44 89 476 15,-41-46 280-15,-3 15 84 0,4 9-308 0,-4 2-704 16,4 5-136-16,1-2 28 0,-1-1-148 16,0-8-100-16,0-9-132 0,-1-6-72 15,1-10-60-15,0-13-136 0,1-9-112 16,-1-6-96-16,0-10-64 0,-4-4-260 15,4-11-176-15,-1-14-496 0,1-6-912 16,0 4-1841-16,-4-20-1767 0</inkml:trace>
  <inkml:trace contextRef="#ctx0" brushRef="#br0" timeOffset="160957.484">19231 3721 11521 0,'0'0'1740'15,"0"0"-1140"-15,0 0-488 0,0 0 484 16,0 0 476-16,84-61-116 0,-63 52-248 0,3 6-196 15,-5 0-292-15,-3 3-156 16,0 3-20-16,-4 6-44 0,0 1-12 0,-8 5-32 16,0 5 44-16,-4 1 48 0,-4 2 40 15,-8 6-76-15,0-3 36 16,-8-1-36-16,4-3-12 0,-3 0-68 0,-2-6-144 0,5-7-196 16,-3-6-212-16,2-3-116 15,6-6-400-15,-2-9-676 0,5-2-2301 16,-7-17-2263-16</inkml:trace>
  <inkml:trace contextRef="#ctx0" brushRef="#br0" timeOffset="161183.87">19375 3051 12257 0,'0'0'1784'0,"0"0"-1012"15,0 0 112-15,0 0 408 0,84 60-188 0,-65-41-132 16,5 0-272-16,-3 1-344 0,-1-5-188 16,-1-3-168-16,2-1-52 0,-1-2-228 15,-5-6-492-15,-3 1-228 0,0-4-128 16,-4-4-488-16,0-5-856 0,0 2-2101 16,-4-12-1671-16</inkml:trace>
  <inkml:trace contextRef="#ctx0" brushRef="#br0" timeOffset="161332.49">19622 3023 4396 0,'0'0'6929'16,"0"0"-5849"-16,0 0-800 0,0 0 40 16,-79 85 240-16,55-47 432 0,-4 4-8 0,4-4-252 15,-4 3-48-15,8-6-336 16,0-3-332-16,4-3-16 0,4-8-100 16,5-2-288-16,-2-6-364 0,5-6-404 15,4-4-532-15,0-3-2385 0,0-10-3171 0</inkml:trace>
  <inkml:trace contextRef="#ctx0" brushRef="#br0" timeOffset="161581.021">19854 3032 6748 0,'0'0'5449'0,"0"0"-4569"0,0 0-368 16,0 0 224-16,0 0 424 0,0 0-88 15,83 0-264-15,-75 6-336 0,0 1-188 16,-4-1-100-16,0 3-72 0,0 4-24 15,-4 6 32-15,0 0 4 0,-8 3-48 0,-4 3-64 16,4 5 96-16,0-2 116 16,0-3-92-16,4 1-20 0,0-4-36 0,4-6 44 15,8-4-120-15,8 1-24 0,8-3-60 16,8-4-12-16,3-6 92 0,6 0-248 0,-5 0-564 16,3-6-236-16,-7-4-36 15,4 1-360-15,-12 2-1276 0,0-5-5645 16</inkml:trace>
  <inkml:trace contextRef="#ctx0" brushRef="#br1" timeOffset="-213077.719">3 10411 6412 0,'0'0'964'0,"0"0"-720"16,0 0 2092-16,0 0-1616 0,0 0-496 0,0 0-224 15,0 0 0-15,0 0 505 0,0 0-225 16,0 0-252-16,0-26-28 16,0 23-128-16,0 0 124 0,0 0 0 0,0-1-60 15,0 1 48-15,0 0-20 0,0 3-56 16,0 0-501-16,0-3-131 0,0 3-36 16,0 0 176-16,0 0 24 0,0 0 132 0,0 3 12 15,0-3 0-15,0 0 104 0,0 0 172 16,0 0 72-16,0 0 60 15,0 0 8-15,0 0 0 0,0 0 120 0,0 0 60 16,0 0 92-16,0 0-272 0,0 0-88 16,0 0-708-16,0 0 40 0,0 0 264 15,0 0 412-15,0 0 16 0,0 0-392 16,0 0-824-16,0 6-1260 0,0-12 2160 16</inkml:trace>
  <inkml:trace contextRef="#ctx0" brushRef="#br1" timeOffset="-211030.719">729 10201 9672 0,'0'0'3061'0,"0"0"-1749"16,0 0-892-16,0 0-268 16,0 0 364-16,0 0 352 0,0 0 12 15,0 0-408-15,0 0-276 0,15-2-32 0,-11 2 8 16,5 0 100-16,-1 0 76 0,-1 0-80 15,5 0-84-15,0 0-96 0,0 0-4 16,1 0-8-16,-2 0-4 0,1 0-8 0,4 0-52 0,0 0-12 16,4 0 4-16,4-5-4 0,-4 3-8 15,7-2-56-15,1 4 60 0,0-3-80 16,4 0 72-16,4 3 12 0,0-3-148 0,4 0-196 16,3-1 308-16,2 4 24 15,-2-6 12-15,2 6-52 0,2-3-20 0,1-1 64 16,-1 2 4-16,2-2 0 0,-2 4-96 15,5-3-48-15,0 3 0 16,-1-3 24-16,5 0-12 0,0 3-24 0,4-4-4 0,0 1-8 16,0 0 72-16,-1 0 12 15,5-3-12-15,0 3 88 0,0-1 4 16,-1-2-64-16,1 3-16 0,0 0-64 0,3 0 92 16,-3-1 52-16,4-2-44 15,0 3 52-15,-1 0-8 0,1-1-56 0,-1 2 16 16,2-3-128-16,-1 0-64 0,-1-2-48 15,9 0 36-15,-4 1 64 0,-1 4 72 16,0-4-8-16,-2-1 72 0,2 0-12 0,-3 4 16 16,4-3 48-16,-4 3-88 15,-1-1 84 1,5 2 0-16,-5-2 4 0,2 1 44 0,-2 0-44 0,-3 3-48 16,4-2-4-16,-1 2-12 15,-3 0-36-15,4-5-28 0,0 5 64 0,-1-2 56 0,1 2-32 16,-1-4 40-16,2 1 76 0,-1 3-12 15,-1-3-52-15,1 3-8 0,-1-3-4 0,6-1-12 16,-6 1 12-16,4 0 100 16,-3-3-96-16,4 0 60 0,-4 2-56 0,3-2 56 15,2 3 12-15,-2-4-72 0,4 1 8 16,2 0 76-16,3 3 0 0,-5-4-80 16,9 1 104-16,-9 3-24 0,9 0-88 15,-5-1-52-15,5 1 52 0,0 0 64 16,0 3 24-16,3-3-76 15,-3 3-4-15,4-3 28 0,-1-1-24 0,5 4 44 16,0 0-48-16,-1-2 36 0,1-3-32 16,0 5 64-16,3 0-76 0,-3-2 0 0,3 2-8 15,-3 0 4-15,4-3 4 16,-1 3-4-16,1 0 8 0,3 0 40 0,-2 0-32 16,6 0 0-16,-4 0-4 0,4 0 132 15,2 0-136-15,-2 0 0 0,-4 0 36 16,5 0-40-16,3 0-60 0,-2 0-4 15,2 0 64-15,1-3 0 0,3-1 52 0,1-3-48 16,0 5 4-16,2-4-8 0,2 0 0 16,0 2 76-16,4-3-76 0,-5 1-80 15,4-3 80-15,-3 3 60 0,4-1-60 16,3-3 104-16,1 4-44 0,3-3 0 16,0 2-56-16,1-2 68 0,0-1-60 0,3 4-12 15,-3-7-4-15,3 7-4 0,0-4-48 16,5 1 56-16,-1-1 12 0,1 1 52 15,-1 0-56-15,0 2 0 16,1 1-8-16,0 0-76 0,0 1 68 16,-1 3 8-16,0-4 32 0,1 3-24 15,3 0 52-15,1-4-8 0,-1 3 36 0,4 1-88 16,-3 0 12-16,-1 1-12 0,1-2 76 0,-1 1-64 16,1-1 48-16,-1 1 0 0,9 0-56 15,-5 0 48-15,0 0-52 16,1 1-44-16,0-3 44 0,2 3 8 0,2-5 116 15,0 4-24-15,3-4 36 16,0 4 4-16,5 0 68 0,-5 0-140 0,5-3-68 16,-1-1-4-16,0 1-4 0,5-1 4 0,3 1 4 15,1-3 0-15,3-1-8 16,-4 1-4-16,8-4-164 0,-4 3 104 16,9-2 60-16,-4-2 4 0,7 2 8 0,-4 3 76 15,8-1 8-15,-3 1-80 0,3-1 0 16,0 2 108-16,4 1-52 15,1-3 40-15,3 3 36 0,1-2-136 0,-1 3-184 16,0-4 172-16,4 0 4 16,1 4 0-16,2-3 8 0,2 2 0 15,-5-2 0-15,0 3-196 0,5-1 188 0,-2 4 4 16,2-3-60-16,3 2 64 0,0 1-12 16,-4-1-148-16,1 4 88 0,2 0 72 15,-2 0 76-15,-1 0-64 0,4 0 48 0,-8 7-60 16,5-3-72-16,-5-1 72 0,5 3 0 15,-5-3 0-15,3 4 8 0,-2-1-16 16,-5 0-72-16,0 1 80 0,0-1 52 16,0 1 24-16,1 2 48 0,-4-3-24 15,-9 4-92-15,4-1 0 0,1-2 56 0,-6 2-56 16,6-3 64-16,-5 1-72 0,4-1 0 16,-7 0-24-16,-1 1-36 0,0-1 60 15,-7 0 0-15,3 1 72 16,-8 3 40-16,1-2-36 15,-5-1 84-15,-4 3-148 0,1-3 112 0,-5 2 88 16,-3-6-40-16,-5 3 0 0,1 1-24 0,-5-4-36 16,-7 0-24-1,-1-3-76-15,-4 3-16 0,-3-3 8 0,-8 0 36 16,-5 0-40-16,-3-3 0 0,-13 0-64 0,-11 0 52 0,-9 3-356 16,-15 0-252-16,-8 0-172 15,-12 0-76-15,-12 0-112 0,-12 0-336 0,-12 0-588 16,-4 0-1077-16,-20 0-1799 0</inkml:trace>
  <inkml:trace contextRef="#ctx0" brushRef="#br1" timeOffset="-210108.395">2254 10607 8220 0,'0'0'0'0,"0"0"3297"0,0 0-2057 16,0 0-524-16,0 0-104 0,0 0 476 16,0 0-84-16,88 19-152 0,-52-16-220 15,8 0-160-15,0 1-264 0,-1-4-8 16,2-4-64-16,-2-2-136 0,1-2 60 15,-8-9 0-15,4 4-60 0,-9-3-72 16,-3 1-176-16,-3-1-344 0,-5 6-228 0,-5 1-356 16,-7 5-732-16,-4 1-1317 15,1 3-2071-15</inkml:trace>
  <inkml:trace contextRef="#ctx0" brushRef="#br1" timeOffset="-209901.397">2705 10611 5640 0,'0'0'1732'0,"0"0"-916"16,4 63 40-16,4-25 1045 0,-1 14 419 0,-2 2-708 16,-1-1-720-16,0 4-208 15,-4 0-64-15,0 4-60 0,0-1-248 0,-4-2-128 16,0-2-184-16,-5-2-100 0,-2-9 16 16,3-7-176-16,-1-6-300 0,-2-7-240 15,3-6-156-15,0-6-308 0,-8-4-420 0,8-2-981 16,-16-4-2291-16</inkml:trace>
  <inkml:trace contextRef="#ctx0" brushRef="#br1" timeOffset="-209719.514">2327 11382 4744 0,'0'0'2028'0,"0"0"-688"16,0 0 356-16,0 0-107 15,0 0-217-15,67 64-228 0,-47-48-232 0,4-4-116 0,0 1-256 16,4-4-24-16,-4-2-168 0,4-4-88 15,-5-3-184-15,1 0-76 16,4-3-72-16,-4-10-388 0,0 1-280 0,0-4-176 16,-4-3-184-16,0-1-816 0,-4 5-2201 0,-4-8-2263 15</inkml:trace>
  <inkml:trace contextRef="#ctx0" brushRef="#br1" timeOffset="-209569.066">2984 11243 9624 0,'0'0'1677'0,"0"0"-1161"0,92 19 556 16,-61-13 380-16,5 0-152 0,-4-2-580 16,-4-4-372-16,0-4-136 15,0-2-24-15,0-7-176 0,-5-5-12 0,1-1-376 16,-4-4-504-16,-4-6-644 0,-4 10-1260 16,-4-13-3553-16</inkml:trace>
  <inkml:trace contextRef="#ctx0" brushRef="#br1" timeOffset="-209268.1">3139 10769 5520 0,'0'0'3968'0,"0"0"-3308"15,0 0-300-15,0 0 597 0,-28 74 451 0,24-49-56 16,-3 0-316-16,7 4-296 0,0-1-124 16,0 0-128-16,0 8-4 0,7 1-76 15,1 8-112-15,0 0-36 0,0 3-52 16,4 2-96-16,-4 1 24 0,4 0 36 15,-4 3-52-15,4-3-60 0,-9 3-60 16,6-4 0-16,-5-3 8 0,0-5 0 16,-4-3 104-16,0-5-64 0,0-5 24 15,0-6-60-15,0-4 32 0,-4-5-44 16,-4 0 0-16,0-5 64 0,0-3-64 16,-4 1-80-16,0-1-200 0,0-2-64 0,-4-4-136 15,-4 0-112-15,0-4-68 0,0-5-464 16,1-5-552-16,-2-1-488 0,6-1-945 15,-9-9-1651-15</inkml:trace>
  <inkml:trace contextRef="#ctx0" brushRef="#br1" timeOffset="-208695.621">2582 11525 7852 0,'0'0'2292'16,"0"0"-1131"-16,0 0-469 0,0 0 64 0,0 0 60 16,0 0-128-16,0 0-132 15,0 0-100-15,0 0 20 0,0 0 68 16,59 9 144-16,-39-2-168 0,-4-4-112 0,4 0-84 15,-4 0-92-15,4-3-220 0,-1 0 224 16,2 0-112-16,-5 0-76 0,3 0-48 16,-2 0-48-16,2-3-52 0,-3-3-256 15,0-1-104-15,0 4-244 0,4-3-244 16,0 0-452-16,0-1-672 0,-5 1-2033 16,17-4-2427-16</inkml:trace>
  <inkml:trace contextRef="#ctx0" brushRef="#br1" timeOffset="-208319.824">4449 10976 14673 0,'0'0'1580'15,"0"0"-1580"-15,0 0-924 0,0 0 924 16,0 0 680-16,53 82 272 16,-33-37-180-16,-1 12-264 0,1 6-40 0,1 10-24 15,-2 7-116-15,-3 6-180 0,0-1 0 16,-7-2-80-16,-2-1-68 15,1-5 0-15,-4-8-48 0,-4-15-24 0,4-13-40 0,-4-9 104 16,4-13-100-16,-4-7-92 16,0-5-252-16,0-7-264 0,0-3-176 15,-4-9-212-15,0-11-736 0,-4-9-776 0,0 4-549 16,-4-32-1355-16</inkml:trace>
  <inkml:trace contextRef="#ctx0" brushRef="#br1" timeOffset="-208094.033">4482 11068 12525 0,'0'0'1172'0,"0"0"-968"16,0 0-116-16,0 0 16 16,83-10 656-16,-59 10 44 0,1 7-120 0,-1-1-212 15,-1 4-160-15,5-4 24 0,0 7-52 16,-4-4-96-16,0 4-116 0,-1-1-64 16,-6 1 0-16,-1 4-8 0,-8-3 0 15,-4 5 0-15,-4 2 100 0,0 0-16 16,-12 2 28-16,-4-2-24 0,-9 5 0 15,-3-7-88-15,-3 3-4 0,-1-6-156 16,0 0-136-16,-4-6-64 0,4-1-36 0,1-6-64 16,3-3-128-16,3 0-308 0,10-3-240 15,7-6-840-15,3-1-1117 16,5-8-2783-16</inkml:trace>
  <inkml:trace contextRef="#ctx0" brushRef="#br1" timeOffset="-207118.949">5729 11197 2480 0,'0'0'6876'0,"0"0"-5131"0,0 0-861 16,0 0-164-16,0 0 324 0,0 0 300 0,0 0 52 15,8 74-400-15,-5-39-352 0,-3 6-300 16,0 1-184-16,0-5 16 0,0-1-80 16,0-8-60-16,0-9-36 0,0-3-120 0,5-7-28 15,-5-6-88-15,4-3-492 0,-4 0-456 16,4-12-336-16,0 2-948 15,-4-18-2653-15</inkml:trace>
  <inkml:trace contextRef="#ctx0" brushRef="#br1" timeOffset="-207002.675">5705 10915 12525 0,'0'0'1428'16,"0"0"-1376"-16,0 0-52 0,0 0 0 0,0 0 156 15,0 0-92-15,0 0-64 0,88 22-892 16,-68-22-1260-16,8 0-4357 0</inkml:trace>
  <inkml:trace contextRef="#ctx0" brushRef="#br1" timeOffset="-206722.573">6223 11046 3088 0,'0'0'9557'15,"0"0"-7993"-15,0 0-1168 0,-68 66 32 0,48-47 540 16,9-6 160-16,7-4-472 0,0-2-656 16,4-3-12-16,4 1-124 15,11 2 136-15,5 2 12 0,5 1 88 0,-2 2-52 16,5-1-48-16,0-3-60 0,-4 3 56 16,-4 0-4-16,-1 3 8 0,-2 2 4 0,-6-1 132 15,-3 4 100-15,-3 0-64 0,-5 3 24 16,0 3 4-16,-9-2-104 0,-2 6-44 15,-10-4-4-15,2-2-40 0,-5-1 28 16,0-7-36-16,0-5-184 0,0-1-100 16,0-6-124-16,0-3-172 0,0 0-280 15,5-12-588-15,-1 6-988 0,-8-20-3885 0</inkml:trace>
  <inkml:trace contextRef="#ctx0" brushRef="#br1" timeOffset="-206234.925">7147 11185 13729 0,'0'0'1744'15,"0"0"-1720"-15,0 0-24 0,0 0 0 0,0 0 280 0,0 0 736 16,12 70 128-16,-7-42-552 16,2 1-148-16,-3-4-128 15,8-2-8-15,-3-7-136 0,2 0 0 0,1-7-28 16,0-2-44-16,0-7-16 0,4 0-20 15,3-7-64-15,2-5-88 0,-1-8-60 16,3-5-72-16,-3 0 52 0,-3-4-104 0,-2 1 124 16,-3-2 76-16,-3 5-16 15,-2 0-56-15,-7 3 68 0,0-1 16 16,-4 5-88-16,-8 2 48 0,-7 0 40 0,-6 7 60 16,1 2 92-16,1 4-40 0,-5 3 56 15,8 3-20-15,0 9-84 0,0 8 0 16,4 2-8-16,4 3-4 0,0 1-104 15,4-5-48-15,4 2-24 0,4-6-88 0,0-3-448 16,4 0-348-16,9-8-648 0,-2 1-820 16,13-7-2289-16</inkml:trace>
  <inkml:trace contextRef="#ctx0" brushRef="#br1" timeOffset="-205820.437">7813 11051 12285 0,'0'0'1788'16,"0"0"-1372"-16,0 0-224 0,0 0 776 0,-72 99 948 0,49-60-116 0,-2 4-504 16,1-1-480-16,4-4-319 0,8-3-205 15,1-10-136-15,2-5-156 16,5-4 0-16,4-10-96 16,0-2 36-16,4-4-48 0,5 0-100 0,6 0 208 0,6-10 60 15,7-3-60-15,-5-4-177 0,5-1-115 16,-4-5-60-16,4-2 12 0,-4 0-16 0,-5-4-36 15,1-3-96-15,1-2 8 0,3-5 64 16,-1-8 20-16,-3-4-120 0,4-3-232 16,-4-6 64-16,-4 0 216 0,-4-1 192 15,0 5 124-15,-4 1 0 0,-4 4 128 16,0 13 24-16,-1 6 340 0,-3 13 36 0,4 9 180 16,-4 4-60-16,0 6-136 0,0 0-12 15,-4 4-112-15,1 5-64 16,-5 7-172-16,0 9 188 0,-4 7 84 0,4 10 84 15,0 8-12-15,1 4-64 0,-2 10-60 16,-3-1 24-16,0 7-24 0,8-4-204 0,-4-2-16 16,8-7-236-16,0-3-56 15,0-9-468-15,8-7-116 0,4-10-128 16,4-9-184-16,4-12-692 0,-5-7-1228 0,22-13-2449 16</inkml:trace>
  <inkml:trace contextRef="#ctx0" brushRef="#br1" timeOffset="-205451.923">8434 11043 10272 0,'0'0'2469'16,"0"0"-1245"-16,0 0-716 0,0 0 148 0,-35 94 804 0,14-62 44 15,1 3-260-15,1-2-448 0,2-8-332 16,10-6-196-16,-1-7-152 0,8-5-116 16,0-4 0-16,0-3-48 0,0 0 12 15,8-3-220-15,3-4 156 0,6-5 92 16,3-1-76-16,-1-7-172 0,2-2-100 15,3 0 64-15,-9 0 84 0,5-7 8 16,0 1-44-16,0-4-52 0,0-10 76 16,-1 2 20-16,6-5-60 0,-9-3 0 15,-1 1 64-15,2 0 96 0,-9-1-24 16,-5 6 36-16,1 8-36 0,0 10 124 0,-4 10 248 16,0 7 64-16,0 7 48 0,0 3-16 15,0 13 16-15,-8 10-104 0,5 5 28 16,-5 7 60-16,4 4-16 0,-5 5 40 15,2 4-100-15,3-1-12 0,-4 2-60 16,4 2-172-16,4-4-24 0,0 1-48 0,4-3-184 16,4 0-36-16,-1-7-416 0,1-3-212 15,5 3-116-15,2-5-120 0,2-3-1312 16,-6-6-2949-16,2 7-3470 0</inkml:trace>
  <inkml:trace contextRef="#ctx0" brushRef="#br1" timeOffset="-204336.626">1661 12223 536 0,'0'0'2948'0,"0"0"-1880"0,0 0-392 0,0 0-140 15,0 0 1776-15,0 0 520 0,0 0-1327 0,0 0-889 16,0 0-160-16,0 0 156 0,43-9 72 16,-22 6-180-16,-1 3-116 0,3-3 4 15,1 3-40-15,0 0-112 0,0 0-92 16,4 0-60-16,0 0-80 0,4 0 40 15,0-4 4-15,4 4 8 0,3-2-8 16,1 2 4-16,4 0-52 0,4 0-4 16,4-5 4-16,4 3 44 0,7-2 24 15,1 2-24-15,7-4-48 0,2 2-124 16,6 1 116-16,1-4 8 0,4 2 0 16,8 1-8-16,-2-3-4 0,7-2 12 0,2-1 4 15,4 1 44-15,5-1-44 0,-4 1 8 16,4 0 76-16,-1-4-40 0,1 7-48 15,-1-1-148-15,1 1 84 0,-5 3 52 16,4-1-72-16,-2 4 84 0,-2 0-16 0,-4 0-68 16,6 4 84-16,-2-1 100 0,-4 3-28 15,1 1 16-15,0-1-88 16,-5 0 0-16,5 1-12 0,-5-1-40 0,1-3 44 16,-5 3-4-16,1-3 8 0,0 1 0 15,-1 2 4-15,1-3 4 0,0 1 4 0,-4-2 44 16,-1 3-48-16,1-3 8 15,0 1-4-15,-5-3-8 0,5 3 4 16,-4-3-4-16,-5 0 8 0,5 0-8 0,0 0 4 16,0-6-4-1,-1 4 8-15,1-5 48 16,0 3-56-16,-5-2-48 0,5-1 48 0,-4 4 4 16,-1-3 4-16,-3 3-4 0,-1 0-4 0,2 0-8 0,-6-1 8 15,0 1 4-15,2 0-4 0,2 3 0 16,-4-3 12-16,2 3-12 0,2 0 0 0,-4 0 0 15,9 3-4-15,-3 0 4 0,-2 0 0 16,0 4-4-16,1-4 4 16,-4 3 4-16,-5 0-4 0,6 1-4 0,-6-1 4 15,-3 0 0-15,0 1 52 0,-1-1 108 0,-3 0-36 16,-4-2 12-16,0 3-60 16,-5-5 48-16,-3 1-40 0,-4 0 4 15,-4 1 12-15,-4-4-88 0,-4 0 60 0,-8 0-72 16,-5 0-8-16,-6 0-40 15,-5 3 44-15,-5-3 0 0,-3 0 0 16,0 0-132-16,0 4-64 0,-7-4-172 0,-6 2-60 16,-10 2-392-16,-5 2-460 0,-8 1-712 15,5-1-2289-15,-22 0-3083 0</inkml:trace>
  <inkml:trace contextRef="#ctx0" brushRef="#br1" timeOffset="-187068.03">10323 11760 9956 0,'0'0'4749'0,"0"0"-3717"15,0 0-804-15,0 0 200 16,0 0 320-16,7 83 156 0,-7-58-200 15,0-3-372-15,0 3-160 0,0 1-60 0,-3-1-112 16,3-2 0-16,-4-1-124 16,0-3-196-16,-4 0-444 0,4-3-164 0,0-3-364 15,0-7-788-15,0-3-2133 0,0-3-2359 16</inkml:trace>
  <inkml:trace contextRef="#ctx0" brushRef="#br1" timeOffset="-186283.787">11327 10566 8200 0,'0'0'5277'16,"0"0"-3869"-16,0 0-776 0,0 0 32 16,0 0 760-16,0 0 80 15,0 0-216-15,28 105-592 16,-24-54-272-16,0 12-120 0,-4 7-23 0,0 6-77 0,0 4-108 16,-4-1-96-16,0-3-4 0,-5 1-80 0,6-11-60 15,-5-6-112-15,0-9-37 0,4-9 53 16,0-14-16-16,-4-6 120 0,4-6-72 15,0-7-132-15,0-2-124 0,-4-7-260 16,0 0-160-16,4-10-220 0,0-5-124 0,0-8-28 16,0-8 216-16,4-4 416 0,0-10-4 15,0-6-524-15,0-5 131 16,-4-4-843-16,1-8 672 0,3 1 1192 0,-5 4 220 16,5 9 456-16,0 3 332 0,5 10-100 15,2 6 329-15,5 10-57 16,0 0 124-16,0 5-176 0,0 4-200 0,4 4-184 0,-1 2-20 15,2 4-68-15,-2 3-200 16,-2-1-48-16,2 4 32 0,-2 0-36 16,2 0-144-16,2 7-152 0,-2-1-104 0,-2 0 72 15,-2 7 20-15,1 1-96 16,-4-2-24-16,0 4-76 0,-4-1 100 16,-4 8 100-16,0 2-100 0,-4 3-136 0,-4 1 28 15,-4 6-52-15,0 0-12 0,-4-3 0 16,-3 0 52-16,2-7 108 0,2 0-16 0,-2-6 20 15,6-6 8-15,3 0-12 16,3-10 4-16,5 0-52 0,0-3-136 16,9 0-52-16,6 0 248 0,2 0 112 0,2 0-52 15,9 0-60-15,-4 0-4 0,4 3 4 16,0 4 132-16,0 2-44 16,-4 3-76-16,-1 7 196 0,-2 4 160 0,-5 0-76 15,-4 2-108-15,-5 0 0 0,-3 1 48 16,-4-1 48-16,0 3-112 0,-8 1-80 15,-3 0 32-15,-6-4-36 0,-3 4-8 16,-3-7-76-16,-1 0 4 0,-4-6-4 0,0-3-184 16,0-3-84-16,0-1-156 0,0-7 128 15,5-2-32-15,-1 0-16 16,4-2-84-16,0-10-236 0,8-5-216 0,0-2-188 16,4-6-492-16,8 0-436 15,0 2-985-15,4-9-2095 16</inkml:trace>
  <inkml:trace contextRef="#ctx0" brushRef="#br1" timeOffset="-185884.597">11729 11178 1772 0,'0'0'1580'0,"0"0"5440"15,0 0-4947-15,0 0-189 0,68 77-172 0,-64-49-460 16,0 4 12-16,-4 0-232 0,0-1-40 16,-8-1-324-16,4-8-316 0,0-6-180 15,0-7-172-15,4-6-48 16,0-3-148-16,4 0-24 0,4-7-60 0,4-1-84 0,0-12-124 15,7 1-28-15,2-3 28 0,-1 0 56 16,4 3 124-16,3 3 112 0,-3 6 72 16,4 10 36-16,-4 0 76 0,0 7 12 15,-4 5 160-15,0 11-12 0,-5 2 76 16,2 1-28-16,-6 9-24 0,-2 0-12 16,-1 6-24-16,0 4 196 0,-5 9 72 0,1-1 0 15,-4 1-148-15,-4 4-24 0,-11-2-40 16,-1-2 88-16,-4-3-48 15,0-4 12-15,-8-5-51 0,4-1-145 0,-4-9-48 16,0-6-8-16,1-8 0 0,3-8-76 16,0-10 12-16,8 0 59 0,-4-16 5 0,7-9-76 15,2-10-64-15,3-6-56 0,4-7 80 16,4-3-32-16,4 0 20 16,8 4 16-16,8-2 108 0,0 2-136 0,7 6 88 0,1-3-28 15,4-1-140-15,5 1-188 16,2-1-260-16,1 4-344 0,-1-1-660 15,-11 14-1504-15,21-10-2713 0</inkml:trace>
  <inkml:trace contextRef="#ctx0" brushRef="#br1" timeOffset="-185335.527">13455 10959 3668 0,'0'0'1212'16,"0"0"3088"-16,0 0-3188 0,0 0-19 0,0 0 103 15,0 0 344-15,0 0-112 16,0 0-272-16,3 73-420 0,1-37-120 0,4 2 40 16,-3 3-68-16,-1 7-156 0,3 0-128 15,-3-1-36-15,0-3-48 16,0 0 0-16,0-2-72 0,1 0 60 0,2-1-28 16,1 0-20-16,-4 4-76 0,0-1-28 15,5 7-56-15,-9-3-12 0,3 3-108 16,-3-4-136-16,0 1 48 0,0-4-12 0,0-6-72 15,0-7 120-15,4-6-60 0,-4-8-96 0,4-7-64 16,-4-10-88 0,4 0-136-16,0-13-216 0,-4-6 64 0,4-9-592 15,-4-5-896-15,0 8-1789 0,0-19-1295 16</inkml:trace>
  <inkml:trace contextRef="#ctx0" brushRef="#br1" timeOffset="-185080.584">13479 11093 2480 0,'0'0'180'16,"0"0"7060"-16,0 0-6055 0,0 0-285 15,0 0 188-15,0 0 436 0,0 0-352 16,0 0-304-16,0 0-256 0,83-50-140 0,-63 50-188 16,4 0-132-16,-5 0-144 0,2 8 156 15,-1-1-152-15,-5 6-12 16,-6 3-44-16,-1 3 40 0,-8 6 4 0,0 4-72 15,-13 3-76-15,-2 6-4 0,-9-3-20 16,3 3 168-16,-6-7-132 0,7-1 132 16,-4-5-172-16,12-10-156 0,0-1-192 15,8-12-208-15,4-2-424 0,0-6-1112 16,4-4-3189-16</inkml:trace>
  <inkml:trace contextRef="#ctx0" brushRef="#br1" timeOffset="-184752.2">14044 11046 6856 0,'0'0'2052'0,"0"0"1873"0,0 0-2957 16,0 0-172-16,0 0 592 0,-80 66 100 15,53-31 92-15,3 3-416 0,-4 0-200 0,8 4 21 16,4-7-333-16,4-7-384 16,8-6-268-16,0-8-48 0,4-6-148 0,4-8-68 15,8 0 20-15,0-6 112 0,8-7-172 16,0-9-37-16,4-6-219 0,4-4-72 0,-4 4-92 15,-1-1-72-15,1 4-68 16,0 8 96-16,-4 5 144 0,0 5 108 16,-4 4 100-1,-4 3 416-15,-5 10 100 0,2 2 544 16,-5 5-68-16,0 1 44 0,0 1 0 0,-4 3 92 0,0 4-184 16,0-4-72-16,0 1-16 0,-4-1 60 0,0-3-76 15,0-3-204-15,0-7-220 0,4-2-116 16,0-4-216-16,0-3-336 0,0 0-152 15,0-3-176-15,0-7-192 0,0 0-780 0,4 2-2420 16,4-12-2049-16</inkml:trace>
  <inkml:trace contextRef="#ctx0" brushRef="#br1" timeOffset="-184558.86">14283 11100 1096 0,'0'0'10157'0,"0"0"-8769"15,0 0-904-15,0 0 88 0,0 0 404 16,0 0-4-16,0 0 72 0,0 0-460 15,0 0-448-15,20 41-60 0,-20-25-68 0,0-4-8 16,-4 4-136-16,4 0-124 0,-4 3-92 16,4-2-200-16,0-3-88 15,0 0-216-15,0-5-388 0,0-5-472 0,8-4 479 16,0-4 825-16,0-8 104 0,0-7-848 16,8-4-1376-16,-4 0-1848 0,4-17 2916 15</inkml:trace>
  <inkml:trace contextRef="#ctx0" brushRef="#br1" timeOffset="-184053.64">14311 11353 3724 0,'0'0'4572'15,"0"0"-3468"-15,0 0 4 0,0 0 593 0,0 0-5 16,0 0-280-16,0 0-308 0,0 0-308 16,0 0-204-16,0 0-40 0,0 0 72 15,24-85 252-15,-12 60-352 16,4-4-296-16,0 0-100 0,-1 4-64 0,2-1-68 15,3 1-52-15,-4 9-56 0,4 1 0 0,-5 2 56 16,5 3-56-16,1 6 60 16,-6 1-88-16,2 3-24 0,-2 7-120 15,-3 0-136-15,-4 5-136 0,0-3-152 0,0 4-200 16,0-3-624-16,-4-4-1364 0,0-3-3245 16,0-3 321-16</inkml:trace>
  <inkml:trace contextRef="#ctx0" brushRef="#br1" timeOffset="-183769.972">15004 10483 4592 0,'0'0'7917'16,"0"0"-5453"-16,0 0-1508 0,0 0-476 15,-35 86 356-15,23-44 548 0,3 5-104 16,-2 7-328-16,3 6-344 0,-1 4-99 15,2 0-109-15,7 5-132 0,0 1-124 16,3-3-8-16,10-7 8 0,-1-12-108 16,0-11-36-16,4-10-12 0,4-12-48 0,3-8-112 15,5-4 76-15,-4-3-72 16,4-13 8-16,-4-3-384 0,0-10-197 0,-4 1-51 16,-4-3 32-16,-4 2-148 0,-9 1-604 15,-3 0-1188-15,0 2-1301 0,-15 1 749 16,-5 3-880-16,-12 1 1184 0</inkml:trace>
  <inkml:trace contextRef="#ctx0" brushRef="#br1" timeOffset="-183644.224">14948 10966 1488 0,'0'0'1316'16,"-107"-13"2864"-16,55 13-2400 0,12 6 84 0,5 7-219 0,11 4 443 0,7 1-864 15,10 1-292-15,7-2-132 0,0-5-8 16,12 1-52-16,7-3-200 0,9-5-40 16,4-5-132-16,8 0-36 0,4-5-248 15,3-11-84-15,2 0-108 0,-6-6-592 16,1 2-528-16,-4-2-416 0,0 4-1264 0,-16 1-2369 15,11 1-2927-15</inkml:trace>
  <inkml:trace contextRef="#ctx0" brushRef="#br1" timeOffset="-183197.471">16232 10953 11509 0,'0'0'4620'0,"0"0"-3716"15,0 0-396-15,-81 13 136 16,74-7 96-16,-1 4-148 0,4 3-164 15,0 10-184-15,4 2 0 16,0 3 36-16,0 7-84 0,0-7-100 0,0 2-8 0,8-9-40 16,4-5-48-16,0-6-64 0,4-7-8 15,0-3-84-15,3-7 56 0,5-8 28 16,4-11-220-16,0-3-64 0,-4-2 16 0,1-1 32 16,-2 1 48-16,1 6-32 0,0 6-16 15,-4 2-16-15,3 7 28 16,-6 7 296-16,-2 3 104 0,2 7 92 0,-6 6 188 0,-3 5 60 15,1 5-76-15,-5 2-196 16,-1-2-12-16,-3-1-88 0,4 0-48 16,-4-7-24-16,0-2-72 0,4-6-124 0,-4-7-260 15,4 0-108-15,-4-7-464 0,0-6-712 16,0 4-1492-16,-4-13-3913 0</inkml:trace>
  <inkml:trace contextRef="#ctx0" brushRef="#br1" timeOffset="-181714.068">15953 10753 1684 0,'0'0'1916'15,"0"0"2384"-15,0 0-3184 0,0 0 100 0,-44 90 149 16,44-50 199-16,-5 11-208 0,5 7-144 15,5 1-196-15,3 2-392 0,4 3-328 16,0-8-296-16,4-5-208 0,4-6-504 16,4-9-240-16,3-11-424 0,5-17-1160 15,-4-4-2161-15,16-16-1351 0</inkml:trace>
  <inkml:trace contextRef="#ctx0" brushRef="#br1" timeOffset="-181507.127">17021 10750 404 0,'0'0'9820'0,"0"0"-8247"0,36 68-37 15,-25-40 252-15,2 9-252 0,-6-2-136 16,1 6-500-16,-4 1-420 0,0 0-248 16,-4-2-128-16,-4 5-104 0,-4-4-60 0,-8 4-76 15,4-4-280-15,-3-6-100 0,-2-3-68 16,6-7 52-16,-2-8-24 0,6-5-260 15,-1-6-596-15,4-3-1288 16,4-3-4025-16</inkml:trace>
  <inkml:trace contextRef="#ctx0" brushRef="#br1" timeOffset="-181295.674">17850 11195 13745 0,'0'0'2160'16,"0"0"-1556"-16,0 0-592 0,-32 67 376 15,15-39 480-15,-3 4 160 0,1 3-712 0,-1-3-264 16,-1-1-48-16,6-5-4 0,7-4-248 16,-1-9-480-16,9-7-260 15,0-3-216-15,5-3-876 0,3-6-2417 0,11-16-2379 0</inkml:trace>
  <inkml:trace contextRef="#ctx0" brushRef="#br1" timeOffset="-180952.469">18714 10487 1332 0,'0'0'13633'0,"0"0"-11077"16,0 0-864-16,0 0-824 0,0 0 160 0,0 0 137 15,79 76-209-15,-62-63-412 0,2-4-340 16,1-6-188-16,12 1 32 0,4-4-48 0,4 0-44 16,0-7-80-16,3-2-212 15,2-1-88-15,-2 1 36 0,-3 2 48 0,-4 4 28 16,-9 3 67-16,-3 10 61 0,-3 9 124 16,-14 6 60-16,-3 13 132 0,-4 6 37 15,-4 14 63-15,-7 5-16 0,-6 7 52 16,2 3-208-16,-1 4 0 0,-4-1-52 0,4 0 0 15,0-1 4-15,0-7 64 16,4-11-76-16,4-10-4 0,4-15-92 0,4-6-72 16,0-14-148-16,0-2-293 0,0-10-47 15,0 0-196-15,0 0-732 0,0-10-1372 16,0 4-2057-16,-12-16-1915 0</inkml:trace>
  <inkml:trace contextRef="#ctx0" brushRef="#br1" timeOffset="-180776.337">18646 11166 5928 0,'0'0'10097'0,"0"0"-8533"16,0 0-1256-16,0 0 508 0,100 6 532 15,-57-6-16-15,10 0-387 0,-2 0-313 16,5 0-272-16,0-6-232 0,-8 0-128 16,-5-1-196-16,-3 1-288 0,-4 0-120 15,-12 2-149 1,-4 1-187-16,-9 3-196 0,-7 0-976 0,-4 7-2116 0,-11 9-1889 15</inkml:trace>
  <inkml:trace contextRef="#ctx0" brushRef="#br1" timeOffset="-180632.764">18814 11468 7524 0,'0'0'6841'0,"0"0"-4821"16,0 0-1036-16,0 0-476 0,0 0 24 0,0 0 488 16,0 0-260-16,0 0-260 15,87 57-208-15,-47-70-292 0,-1-3-96 16,2-2-624-16,-1-2-296 0,-5-1-268 0,-7 7-1064 15,4-1-3817-15</inkml:trace>
  <inkml:trace contextRef="#ctx0" brushRef="#br1" timeOffset="-178969.2">21121 11087 1528 0,'0'0'832'15,"0"0"-348"-15,0 0 4044 0,0 0-2712 16,0 0-280-16,-28-76-235 0,24 60-265 0,-5 3 212 16,1 0-64-16,1 1-112 0,-5 2-340 15,-1-3-96-15,-2 4-120 0,-1-1-60 16,-4 1-36-16,0 3 32 0,0 2 112 15,1 4 164-15,-2 0-372 0,1 7-152 16,1 8-68-16,2 8-27 0,2 5 35 0,2 10 64 16,6 6 36-16,-1 11-52 0,4-1-48 15,4 6-20-15,-5-6-64 0,5 0-52 16,0-10-8-16,5-8-48 0,3-7 44 16,-1-15-84-16,5-3-68 0,4-8 36 15,1-3-124-15,2 0-8 0,1-10-41 16,5-8-11-16,-2-1-60 0,5-10-28 0,-4 4 76 15,0-5 36-15,0-1 60 16,-5 2 60-16,2 1 60 0,-6 2 88 16,-2 3 12-16,-2 4 4 0,-3 5 4 0,1 3 80 15,-6 5-12-15,-3 3-68 0,4 3-8 16,0 3 232-16,0 7 172 16,0 2-36-16,0 8-76 0,4 2-24 0,0 4 20 15,-4-1-7 1,4 0-61-16,4 0-88 0,-4-3-120 0,3-3-12 15,2-3-132-15,-1 0 0 0,8-6 8 0,-5-4-229 0,2 1-47 16,3-4-100-16,-1-3-124 0,2 0-184 16,-2-3-312-16,5-4-432 0,0-2-792 0,0-1-1709 15,-5 4-1675-15</inkml:trace>
  <inkml:trace contextRef="#ctx0" brushRef="#br1" timeOffset="-178708.732">22064 10964 2600 0,'0'0'5044'0,"0"0"569"0,0 0-4533 0,0 0-372 16,0 0 312-16,0 0 368 0,0 0-252 15,0 0-460-15,-99 2-380 16,80 21-28-16,-6 6 16 0,5 8-16 0,1 4 48 16,-1 4 292-16,7 3 137 0,-2 0-309 15,7-2-220-15,4 2-96 16,-1-3-44-16,5-10-28 0,0-7 12 0,5-5 0 15,7-11-60-15,-1-2 0 0,9-10-84 16,1 0-112-16,2 0-32 16,1-13-52-16,0-3-84 0,0-6-97 15,-1 0-199-15,-2 0-120 0,-9-1-324 16,0 4-840-16,-5 3-1852 0,-3-6-2529 0</inkml:trace>
  <inkml:trace contextRef="#ctx0" brushRef="#br1" timeOffset="-178518.743">21873 11166 10496 0,'0'0'4533'0,"0"0"-3917"16,0 0-516-16,0 0 980 0,0 0 608 15,0 0-216-15,0 0-424 0,88 10-380 16,-60-10-299 0,8 0-165-16,-5-7-204 0,1 2-72 0,0-2-305 0,-4-3-183 15,0 4-196-15,0-1-100 0,0 1-224 16,-4 3-544-16,-1-3-1104 0,-6 2-2957 0,-2 1-2811 15</inkml:trace>
  <inkml:trace contextRef="#ctx0" brushRef="#br1" timeOffset="-171252.544">22885 10651 9684 0,'0'0'6197'0,"0"0"-4745"0,0 0-944 0,0 0 132 16,-79 7 652-16,70-3-156 0,6-4-248 15,3 6-595-15,7 0-221 0,6 3 108 16,6 1 64-16,13 3 8 0,5 3 100 16,10-4 360-16,5 1-384 15,4-3-148-15,-1-3-48 0,1-5-72 0,4 1 8 16,-4-3-68-16,0 0-4 0,0-3-44 15,-5 1 36-15,-3 2-72 0,-5-5-60 16,-7 5-96-16,-12 0-40 0,-7 0-44 0,-10 7-4 16,-7-1-12-16,-3 4 208 0,-18 7 36 0,-7 2-100 15,-7 6-116-15,-9 6 7 16,-8 4 13-16,0 6 60 0,-3 4-60 16,-1 6-24-16,-4 3 120 0,0-4 196 0,1 4 0 15,6-3 136-15,6-6 108 0,3-4 120 16,12-6 24-16,4-10-23 15,13-3-109-15,7-8-64 0,3-5-32 0,5-4-136 16,9-1 24-16,14 6 84 16,5-4 112-16,12 1 20 0,4-1 64 15,8 0-100-15,4-6-32 0,-5 3-52 0,5 0-60 16,-4-3 24-16,-1 0-24 0,-3 0-84 16,-4-3-24-16,-4-3 20 0,-4-3-140 15,-4-1-180-15,-4 0-172 0,-4-5 12 0,-1 2-100 16,-3 1-57-16,-3-9-199 0,-2 6-896 15,-7-3-1996-15,1 1-1781 0,-5-5-2499 16</inkml:trace>
  <inkml:trace contextRef="#ctx0" brushRef="#br1" timeOffset="-171004.344">23813 10896 6292 0,'0'0'1652'15,"0"0"2285"-15,0 0-2773 0,0 0-148 16,0 0 516-16,0 0-80 0,0 0-324 16,0 0-412-16,-87 63-348 15,55-37-96-15,-8 9-40 0,-7 0 72 16,-5 3-60-16,0 6-48 0,0 1-48 0,-3 3 8 0,-1 3-116 16,4 2-40-16,-4 2-112 0,8-1-72 15,0-4-352-15,9-2-188 0,11-13-88 16,12-7-64-16,11-12-84 0,5-10-596 15,13-6-2252-15,2-3-2869 0</inkml:trace>
  <inkml:trace contextRef="#ctx0" brushRef="#br1" timeOffset="-170770.516">23834 11397 5016 0,'0'0'8385'0,"0"0"-6877"0,0 0-740 15,4 81 200 1,-8-47 600-16,-4 11-32 16,3-1-524-16,-3 10-440 0,5 0-268 0,-5 1-35 0,0 4-149 15,-1-1-120-15,2 2-108 0,-5 0 48 16,0 4-113-16,0-7-115 0,4-7 56 16,0-8-24-16,4-13 172 0,4-14-124 0,0-11-392 15,9-8-456-15,2-15-488 0,5-9-800 16,0-11-2593-16,-1 8-4095 0,2-26 8668 0</inkml:trace>
  <inkml:trace contextRef="#ctx0" brushRef="#br1" timeOffset="-170543.971">23798 11382 8068 0,'0'0'4565'0,"0"0"-3293"16,0 0-752-16,0 0-152 0,0 0 564 15,0 0 520-15,0 0-460 0,83-41-548 16,-51 41-276-16,1 9-164 0,-6 1-8 15,1 6-44-15,-8-3 40 0,-5 6-104 0,-2-1 100 16,-13 4-100-16,0 1-64 0,-8 2 176 16,-8-2 100-16,-4-1-4 0,-4 1-96 15,-4-4-112-15,0-5-124 0,0-3-108 16,0-5-80-16,4-6-24 0,5 0-100 16,6-13-56-16,2-3-556 15,3-9-1016-15,8-10-2617 0,0 10-1483 0,0-29 5700 16</inkml:trace>
  <inkml:trace contextRef="#ctx0" brushRef="#br1" timeOffset="-170340.067">24280 10576 9960 0,'0'0'2521'0,"0"0"-205"0,0 0-28 16,0 0-412-16,91 70-184 0,-63-42-584 15,4 4-319-15,0 3-101 0,-4 0-276 16,4-4-292-16,-4-2-120 0,-4-7-216 16,0-4-364-16,-5-1-148 0,-2-7-25 15,-2-4-235-15,1-6-924 0,-4 0-2896 16,-3-9-4241-16</inkml:trace>
  <inkml:trace contextRef="#ctx0" brushRef="#br1" timeOffset="-170153.045">24642 10624 6916 0,'0'0'7245'0,"0"0"-6173"0,0 0-292 0,0 0 312 15,-84 52 344-15,61-22-48 16,-5-2-584 0,-4 7-536-16,4-3-144 0,0 3-16 0,4-3-108 15,-4 0-96-15,4-1-224 0,1-3-520 0,-1 5-388 0,0-5-616 16,8-9-2852-16,-8 4-4885 0</inkml:trace>
  <inkml:trace contextRef="#ctx0" brushRef="#br1" timeOffset="-169486.609">26005 10843 548 0,'0'0'10857'0,"0"0"-9053"0,0 0-876 16,0 0 212-16,0 0 516 0,0 0-228 0,0 0-484 16,0 0-500-16,-83 75-212 0,51-43-136 15,-9 0 52-15,10-3-48 16,-1 3-16-16,4-7-24 0,8-3-52 0,8-3-8 16,4-3-12-16,8-4-48 0,0 1-40 15,0 1 28-15,12-2 68 0,0 1-32 0,9 2 36 16,-6-1 96-16,9-2-20 0,-5 1 32 15,2-1 0-15,-1 1-104 0,-5-3-4 16,2-1 96-16,-6 4-12 16,-3-4 52-16,-3 1-52 0,-1 2 16 0,-4-2 8 15,0 6 136-15,-9-4 181 0,1 4-157 16,-7 0-160-16,2 1-96 16,-2-5-12-16,2-3-40 15,2 0-104-15,-1-6-89 0,0 1-35 0,4-1-108 0,4-3-76 0,0-7-144 16,4-5-360-16,0-9-388 0,4-5-820 15,4-6-764-15,8-6-1797 16,-4 9-1431-16,12-9 4289 0</inkml:trace>
  <inkml:trace contextRef="#ctx0" brushRef="#br1" timeOffset="-169170.52">26128 11119 4104 0,'0'0'2148'0,"0"0"2709"0,0 0-3369 16,0 0-60-16,0 0 312 15,0 0-76-15,80 47-264 0,-72-31-128 16,-4 3-332-16,1 3-99 0,-5-2-149 0,4-5-280 15,-4-2-256-15,3-3-156 0,-3-8-112 16,4 2-72-16,0-4-152 0,4-4-112 16,8-5-77-16,0-3-179 0,0-7-152 15,3-4-272-15,6 4-656 0,-5-4-336 16,-5 2 216-16,5 1 532 0,-3 2 279 0,-6-1 69 16,1-3 416-16,-7 2 608 15,-1 5 804-15,-4-2 565 0,0 5-9 16,0 2 68-16,-4 7 28 0,4 1-288 0,0 2-256 15,0 5-196-15,-5 5-112 16,5 6-36 0,-4 2-56-16,4 8 196 0,-4 6 136 0,0-4-239 0,4 4-69 15,-3-3-224-15,3-4-272 0,0-2-40 0,0-4-292 0,0-7-120 16,11-5-37-16,6-5 9 16,-2-2-168-16,9 0-212 0,0-5-604 0,8-8-1392 15,-13 3-2485-15,22-8-3435 0</inkml:trace>
  <inkml:trace contextRef="#ctx0" brushRef="#br1" timeOffset="-168983.248">26878 11115 6644 0,'0'0'7297'0,"0"0"-5441"0,0 0-1416 0,0 0 224 16,0 0 784-16,-88 45-8 16,64-20-96-16,4 1-555 0,4 2-353 0,5-2-156 15,2-1-64-15,9-9-216 16,0-3-36-16,4-4-252 15,12-9-64-15,5 0 24 0,2-9-61 0,9-7-99 0,4-13-220 0,0-2-356 16,3-5-888-16,-7 7-2424 16,8-12-2653-16</inkml:trace>
  <inkml:trace contextRef="#ctx0" brushRef="#br1" timeOffset="-168681.756">27284 10585 3920 0,'0'0'9453'16,"0"0"-7969"-16,0 0-792 0,0 0 612 0,0 0 236 15,0 0-288-15,0 0-420 0,0 0-208 16,-43 98-56-16,34-56 381 0,5 2-201 0,-4 5-336 16,5-2-244-16,-6 0-160 0,5 0-8 15,-4-5-180-15,4-6-208 0,4-5 100 16,0-9 216-16,0-6-48 0,4-7-136 0,4-2-72 16,5-7-84-16,2 0-1 15,5-10-15-15,1-2-56 0,2-1-92 16,-3-6-12-16,0 2 36 0,-4 9 184 0,-4-3 156 15,0 9 40-15,-4 2 172 0,-1 2 36 16,2 12 396-16,-1-2-12 0,-5 4-64 16,1 3-24-16,-4-3-88 0,4 0-48 15,-4 0 0-15,4-4-196 16,1-1-40-16,3-6-288 0,-1 2-272 0,5-7-348 16,0 0-1140-16,0 0-2292 0,8-4-4249 0</inkml:trace>
  <inkml:trace contextRef="#ctx0" brushRef="#br1" timeOffset="-168361.699">27870 11141 5032 0,'0'0'10205'0,"0"0"-8509"16,0 0-1260-16,0 0-76 15,0 0 568-15,80 6 152 0,-41-6-276 0,9 0-216 16,4-6-348-16,4-7-168 0,4-3-72 15,-1-6-88-15,1-3-192 0,-5-3-244 0,5-5-208 16,-8-2-272-16,0 0-580 16,-12 7-1308-16,4-13-3105 0</inkml:trace>
  <inkml:trace contextRef="#ctx0" brushRef="#br1" timeOffset="-168161.74">28420 10458 8340 0,'0'0'4481'0,"0"0"-4045"0,-20 67-104 0,16-23 760 16,0 11 1232-16,-4 8-52 0,-1 9-852 0,2 1-664 0,-5 4-331 0,0-1-157 15,0-10-268-15,0-5-12 16,4-9-293-16,4-15-83 0,4-12 144 0,8-8 36 16,4-12-108-16,7-5-296 0,9-9-268 15,0-10-328-15,0-6-1104 16,-4 2-2324-16,8-21-2481 0</inkml:trace>
  <inkml:trace contextRef="#ctx0" brushRef="#br1" timeOffset="-167737.768">28866 10353 8444 0,'0'0'5981'0,"0"0"-4805"0,0 0-1128 0,0 0-8 16,0 0 988-16,0 76 796 15,-12-29-192-15,-4 14-376 0,0 3-431 0,0 6-109 0,-4 0 116 16,0 0-396-16,0-5-280 15,8-7-156-15,1-3-48 0,2-7-132 16,5-14-52-16,4-9 100 0,9-6 84 16,6-6-12-16,6-10-204 0,7-3-76 0,3-6-108 15,1-10-36-15,8-3-77 0,-8 0-11 16,0-1-36-16,-5 6 68 0,-2 1 64 16,-14 7 144-16,1 2 112 0,-7 4 124 15,-2 0 96-15,-3 0 540 0,0 10 24 16,0-2 108-16,0 8-136 0,-3 1-120 0,-2 1-124 15,1-1 37-15,4-5-101 0,0 1-180 16,4-7-48-16,4-3 8 0,4 0-8 16,4-3 0-16,0 0-120 0,0-6-24 15,4 0-52-15,4 0-37 0,-4 2 65 16,-5 1 120-16,2 3-76 16,-2 0-56-16,-2 7 20 0,-6-1 76 0,1 3 84 15,0 1 160-15,1-1-52 0,-2-2-60 16,1-3-48-16,5-4-48 0,-2 0-36 15,6-7-160-15,2-9-160 16,1-3-220-16,8-7-368 0,4-2-1512 0,4-8-2092 16,-1-1-1041-16,-7 8-474 0</inkml:trace>
  <inkml:trace contextRef="#ctx0" brushRef="#br1" timeOffset="-167419.582">29683 10451 3064 0,'0'0'9201'0,"0"0"-7201"16,0 0-1504-16,0 0 208 0,0 0 516 0,15 74-152 0,-11-33 92 0,-4 4-288 15,0 9-64 1,5 3 224-16,-5 6-339 16,0 1-185-16,0-1-264 0,4 3-160 0,4-1 60 15,-1-5-132-15,10-6 48 0,-2-7 20 0,1-5-76 0,0-7-8 16,0-4-80-16,-8-6-96 0,0-5-96 0,-8-8-112 16,0-5-60-16,-8-5-17 0,-7-2 65 15,-10-2-172-15,-3-8-88 16,-3-6 184-16,-5-3 80 0,4-6 152 0,0-3 120 0,4-4-12 15,0-7-108-15,0 4 120 16,4-3 124-16,9 4 100 0,-2 2-96 16,13 7-4-16,4 6 0 0,16 2 76 0,8 5-76 15,12 2 396-15,8 1 68 16,3-1 28-16,9 3-200 16,0-2-292-16,0 0-156 15,0-1-644-15,-5 1-728 0,-10 2-3180 0,2-5-3981 0</inkml:trace>
  <inkml:trace contextRef="#ctx0" brushRef="#br1" timeOffset="-167322.698">30396 10941 6412 0,'0'0'0'16</inkml:trace>
  <inkml:trace contextRef="#ctx0" brushRef="#br1" timeOffset="-160980.287">20164 12852 2520 0,'0'0'7828'16,"0"0"-5655"-16,0 0-1001 0,0 0-712 16,0 0 296-16,-84-3 340 0,69 10-280 15,-5-1-256-15,3 3-200 0,2 7-88 16,-5 6-24-16,0 10 72 0,8 3 184 15,-4 5-72-15,4 6-92 0,0-2-56 0,4-3-52 16,0 1-24-16,4-8-52 16,0-2-44-16,4-9-16 0,0-8 24 0,4-2-120 15,4-10-84-15,0-3-12 0,8 0 8 16,4-9-128-16,4-7 8 16,-1-6-112-16,9-4-120 0,-4-6-112 0,0 0 36 15,0 1 84-15,-4-1 36 0,0 1 48 16,-4 2 136-16,-4 3 40 0,-4 1 172 15,0 6 0-15,-4 6 148 0,-4 5 112 0,-4 1 76 16,0 7 72-16,4 0-12 16,-4 2-112-16,0 9-16 0,0 1-132 15,0 10 244-15,3 3-100 0,1 7-32 0,1 0 80 16,3 3-96-16,0-4-60 16,-1-1-4-16,6-5-56 0,2-3-28 15,2-6-76-15,2-7-8 0,-3-2-8 0,9-4-176 16,-1-3-8-16,3-3-52 0,1-7-136 15,-4 1-84-15,0-4-248 0,0-1-152 16,-5 2-364-16,2-1-1160 0,-1 1-2757 16,-9 2-3375-16,10-1 7617 0</inkml:trace>
  <inkml:trace contextRef="#ctx0" brushRef="#br1" timeOffset="-160487.209">21057 12986 3436 0,'0'0'860'0,"0"0"7269"0,0 0-6229 15,0 0-612-15,83-10-272 16,-55 10 240-16,4 0-244 0,4-4-240 0,-4 4-328 16,0-3-212-16,0 0-136 0,-4-3-96 15,-1 4-104-15,-3-5-288 0,-8 0-272 0,-4 2-196 16,1 0-240-16,-10 3-732 0,-3 2-1328 15,0 0-2513-15,-8 0-275 16,0 2 5948-16,-11 11-707 0</inkml:trace>
  <inkml:trace contextRef="#ctx0" brushRef="#br1" timeOffset="-160354.443">21168 13119 3264 0,'0'0'704'0,"0"0"3924"16,0 0-2107-16,0 0-673 15,0 0-412-15,0 0-136 0,0 0-96 0,0 0-224 16,95 47-388-16,-63-47-380 0,1-2-212 15,-6-9-184-15,1-1-264 0,0-4-344 16,-4 0-424-16,0-3-712 0,-5-3-2249 0,-2 6-3087 16,-6-6 4585-16</inkml:trace>
  <inkml:trace contextRef="#ctx0" brushRef="#br1" timeOffset="-160121.679">21272 12604 4364 0,'0'0'1132'0,"0"0"4545"0,0 0-4457 16,0 0-264-16,0 0 784 0,0 0-368 15,-9 102-216-15,18-57-104 0,3 6-364 0,-5 5-200 16,2 5-216-16,-1 3-64 16,-4 2 8-16,-4-3-104 0,3 1-112 0,-3-7-60 15,0-3-184-15,0-7-160 0,0-5-148 16,0-7-124-16,0-6-164 0,8-4-180 0,1-6-800 15,-1-6-1988-15,-1-4-3145 16,6-9 4293-16</inkml:trace>
  <inkml:trace contextRef="#ctx0" brushRef="#br1" timeOffset="-159384.254">22092 12658 1120 0,'0'0'7552'16,"0"0"-4695"-16,0 0-837 0,0 0-488 0,56 76-232 15,-48-41 32-15,1 7-272 0,-6 5-224 16,-3 4-372-16,-3 4-144 0,-6-5-100 15,-3 1 0-15,1-4-40 0,-2-6 4 16,2-3-184-16,-2-2-4 0,5-11-44 16,1-9 40-16,7-6-56 0,0-4-68 15,0-6-16-15,0 0-44 0,0 0 8 16,0-3 12-16,11-3 0 0,-2-4-12 16,2-3 16-16,6-3 68 0,-2 3 28 0,2 1-64 15,-2 3 52-15,2 2 84 0,2 3 72 16,-3 4-12-16,0 0-60 0,0 0 76 15,-4 4 20-15,0 3 40 0,-4-1-28 16,-4 0 52-16,0 3-84 0,-4-2-72 16,0 6 56-16,0-4 36 0,-4 1-32 0,-4 3-16 15,-8-1-36-15,4 1-12 0,-4-1-52 16,-4-2-12-16,4 0 52 0,-4-1-60 16,4-6-40-16,0 0-68 0,4-3-92 15,1 0-108-15,-2-8-160 0,5-6-116 16,1-5-248-16,3-9-1052 0,4-7-584 15,-5 6-2297-15,5-25-1275 0</inkml:trace>
  <inkml:trace contextRef="#ctx0" brushRef="#br1" timeOffset="-159110.632">22535 12572 628 0,'0'0'10945'15,"0"0"-8517"-15,0 0-636 0,0 0-824 16,0 0-300-16,0 0-208 0,0 0-188 0,0 0-112 16,0 0-152-16,64 71 80 15,-72-46-84-15,-1 0-4 0,-2 4-12 0,-2 2-32 16,2 2 44-16,-1-3 60 0,-1 0 28 16,6-5 48-16,3-6 180 0,0-3-44 15,4-6-136-15,0-4-136 0,8 0 0 0,3-2 56 16,10-4 56-16,3 0-112 15,11-4-324-15,1-5-216 0,9-4-188 16,-2 0-80-16,0-2-444 0,2 2-948 0,-2-3-2629 16,-11 6-3127-16,16-2 7904 0</inkml:trace>
  <inkml:trace contextRef="#ctx0" brushRef="#br1" timeOffset="-158683.557">24184 13100 8200 0,'0'0'5605'0,"0"0"-3661"15,0 0-156-15,60 66-820 16,-36-46-72-16,8-4 280 0,0-4-252 16,7-5-243-16,-2-7-293 0,6-5-124 0,-3-9-92 0,4-9-172 15,-4-3-204-15,-1-5-280 16,-7-4-269-16,0-3-307 0,-4 0-296 0,-4 3-920 16,-7 6-2544-16,-2-6-2889 0</inkml:trace>
  <inkml:trace contextRef="#ctx0" brushRef="#br1" timeOffset="-158437.519">24590 12741 2924 0,'0'0'1148'0,"0"0"872"0,0 0 2112 15,-35 73-2431-15,27-38-129 16,0 6-112-16,4 8 12 0,0 1-140 0,0 7-344 16,0 6-248-16,0 4-192 0,0 0-192 15,0 2-88-15,0 2 0 16,-8-5-48-16,8 1-52 0,-4-7 24 0,4-6-188 0,0-10 52 15,4-9 52-15,0-9-108 16,0-10-76-16,0-9-140 0,0-1-224 16,0-6-60-16,0 0-48 0,0-6-4 0,0-5-52 15,4-8 12-15,4-6-76 16,0-7-328-16,4-9-832 0,0-3-1104 0,-4 5-2825 16,12-21 689-16</inkml:trace>
  <inkml:trace contextRef="#ctx0" brushRef="#br1" timeOffset="-158021.791">25136 13062 940 0,'0'0'11089'0,"0"0"-7973"0,0 0-1180 16,0 0-500-16,0 0-124 16,0 0-324-16,0 0-340 0,-87 82-272 0,71-57-83 15,4 8-65-15,0-5-44 0,8 0-184 16,0-2-12-16,4-7-160 0,0-3-128 15,4-10-29-15,8 1 133 0,0-5 112 16,4-2-124-16,0 0-48 0,-1-2-72 16,2-5-112-16,2-6-48 0,-2-2 32 0,-2 2-24 15,5-6-60-15,-3 3-80 0,-2 3-12 16,2-2-56-16,-2 2 172 0,1 0 164 16,-4 4 88-16,-4-1 224 0,0 0 40 15,-4 4 340-15,0 4 164 0,-4 2 112 0,0 0 56 16,0 0-76-16,0 0-112 15,0 0-16-15,0 2 24 0,-4 4-16 0,0 4-48 16,0 3-60-16,0-4-52 16,0 4-72-16,0-1-28 0,0-5-108 0,0-1-108 15,0-2-172-15,4-1-96 0,0-3-60 16,0 3-12-16,0-3 20 0,0 0 4 16,0 0-88-16,0 0-64 15,0 0-12-15,0 0-88 0,0 0-264 0,0 0-500 16,-3 0-652-16,3-3-216 0,0 0-685 0,-5-1 549 15,5 1-1648-15,8 16 1728 0</inkml:trace>
  <inkml:trace contextRef="#ctx0" brushRef="#br1" timeOffset="-157337.668">25209 13084 1836 0,'0'0'1200'16,"0"0"-1200"-16,0 0 5996 0,0 0-3967 16,0 0-605-16,0 0-212 0,0 0-108 15,0 0-248-15,0 0-224 0,0 0-108 16,0-16-124-16,7 13-16 0,-3 3-124 15,4 0-112-15,0 0-36 0,4 0-40 16,0 0 52-16,0 0-48 0,0 0-68 0,0 6 36 16,0 1-44-16,0 2 0 0,-5 1-12 15,-2-1-100-15,-1 1 52 16,0 2 60-16,-4-1-12 0,0 1-124 0,0-3 48 16,-8 3 52-16,0 2 36 0,0-2 4 15,-4 1 4-15,0-1 80 0,0-2-16 16,0 0-60-16,-4-1-12 0,5-3-24 15,-2 1-148-15,-2-1-64 0,2-2-100 16,5-4-148-16,4 0-192 0,1 0-320 0,-1 0-420 16,4-10-680-16,0 0-925 0,0 1-2431 15,4-10 2624-15</inkml:trace>
  <inkml:trace contextRef="#ctx0" brushRef="#br1" timeOffset="-152269.44">25591 13030 1332 0,'0'0'11097'15,"0"0"-9693"-15,0 0-808 0,0 0 240 16,0 0 472-16,0 0-388 0,84 48-276 16,-69-33-152-16,-2 1-184 0,-2 3-112 15,-3 0 76-15,-4 0 12 0,0 4-16 0,1-4-96 16,-5 0 60-16,0-3-136 0,-9 3-84 15,5-3 72-15,-4-4-72 0,4-2 36 16,-3-1 12-16,2-2-12 0,1-4 12 16,4-3 20-16,-4 0-80 0,4 0-76 15,0-3-8-15,-4-4-36 16,4-2 112-16,0-4-68 0,8-6 4 0,5-3-76 16,2-10-36-16,9 1-36 0,8-8-232 0,4 4-100 15,-1 1-28-15,6 5-24 0,-2 6-292 16,1 8-412-16,-4 2-856 15,-8 7-2329-15,7 0-2751 0</inkml:trace>
  <inkml:trace contextRef="#ctx0" brushRef="#br1" timeOffset="-151798.466">27069 13139 4224 0,'0'0'5068'0,"0"0"-959"0,0 0-2737 15,0 0-164-15,0 0 156 0,0 0-188 16,0 0-352-16,0 0-236 15,0 0-76-15,-80-5-108 0,72 47-100 0,-7 9-48 16,-2 6-4-16,2 0 29 0,2-3 23 16,6-3-48-16,-1-13-196 0,8-10-60 0,4-8-124 15,11-18-56-15,5-2-52 0,8-15-157 16,8-11-131-16,4-12-152 0,0-3-84 16,4-7 104-16,-9 7 232 0,5 0 296 15,-7 6 76-15,-6 2 44 0,-3 8-156 16,-4 0-76-16,-8 10-48 0,-8 3 284 15,-4 5 200-15,0 7 292 0,0 2 248 16,0 8-128-16,-4 10-148 0,0 2-24 0,-4 3-24 16,4 7-28-16,0 0-35 0,0-1-1 15,4 2-72-15,0-8-280 16,0-3-12-16,0-6-464 0,0-4-153 0,0-5-187 16,8-7-104-16,-4 0-100 0,4-10-624 15,0 1-1204-15,4-14-3365 0</inkml:trace>
  <inkml:trace contextRef="#ctx0" brushRef="#br1" timeOffset="-151369.011">27563 13160 3148 0,'0'0'8389'0,"0"0"-6953"16,0 0-596-16,8 89 1044 0,-8-54 152 0,0 0-224 16,-8-3-420-16,8 0-516 15,-4-10-499-15,4-6-377 0,8-4-160 0,3-9-229 16,10-3-143-16,7-9 164 15,0-10-108-15,7-6-256 0,1-5-288 16,0 2-120-16,-4 0 192 0,0 6 396 16,-5 2 188-16,-2 8-16 0,-5 2 128 0,-5 7 252 15,-2 3 0-15,-6 10 704 0,-3 5 268 16,-4 8-152-16,0 8-236 0,0 4-152 16,0 7 0-16,0-1 72 0,0 3 72 15,-4 4 56-15,1 3-8 0,-5 0-16 16,3-4-123-16,-6 1-169 0,3 0-76 15,-5-7-56-15,-2-3-28 0,-2-4-60 16,2-2-96-16,-5 0 4 0,0-7-4 0,-4-2-92 0,0-4-112 16,0-4-112-16,1-8 0 15,3-1 64-15,-1-6 128 0,2-3-21 16,7-9 145-16,-4-7 36 0,7-6-36 16,6-8-4-16,3-5-56 0,3 0-100 0,10-7-20 15,6 5-52-15,2-2-196 16,6 0-8-16,1 5-20 0,4-2 16 0,0 5-124 15,4-2-176-15,3 2-512 0,-2-1-848 16,-5 9-1732-16,7-5-1905 16</inkml:trace>
  <inkml:trace contextRef="#ctx0" brushRef="#br1" timeOffset="-150603.208">29224 13164 1472 0,'0'0'408'15,"0"0"9237"-15,0 0-7661 0,0 0-1084 0,0 0 160 16,-91-25 260-16,67 20-140 0,0 5-184 16,0 0-136-16,0 10-260 0,0 6-64 15,0 7 192-15,-4 8-71 0,5 10-73 16,-1 4-152-16,0-1-68 16,0 1-124-16,8-4-116 0,4-9-124 0,4-7-72 15,4-6-16-15,4-9-44 0,8-4-24 16,4-6-48-16,8-10 80 0,8-9 76 15,0-6-108-15,7-3-12 0,-3-4-28 16,4 0 28-16,-3 3 48 0,-6 1 32 0,1 2-32 16,-8 8 48-16,-5 1-60 0,-2 8 80 15,-5 3 48-15,-5 6 4 0,1 3 268 16,-4 9 108-16,0 8-12 0,0 2-112 16,0 6-80-16,0 8-40 0,0-2 48 15,0 4 24-15,5 3 28 0,-1-6-28 0,0-6-204 16,4-4-180-16,-1-8-196 15,6-9-180-15,2-4-168 0,9-4-53 16,4-12-111-16,8-5-592 0,4-8-1140 0,8-7-2440 16,-12 7-2717-16,16-13 4337 0</inkml:trace>
  <inkml:trace contextRef="#ctx0" brushRef="#br1" timeOffset="-150426.594">29850 13062 12133 0,'0'0'2420'0,"0"0"-1524"0,0 0 136 0,0 0 632 15,-79 102-272-15,54-58-268 0,1 3-140 16,9 4-143-16,2-4 75 0,6 5-348 16,7-8-360-16,0-6-208 0,0-3-120 15,4-10-172-15,7-6-20 0,6-2-40 0,-2-9-36 16,1-4-36-16,8-4-85 0,-8 0-295 16,4-9-712-16,-4-5-964 15,-8 2-1784-15,0-4-1937 0</inkml:trace>
  <inkml:trace contextRef="#ctx0" brushRef="#br1" timeOffset="-150269.909">29743 13372 5672 0,'0'0'2612'0,"0"0"2661"0,0 0-3613 15,0 0-340-15,0 0 532 0,0 0 12 0,0 0-680 16,0 0-311-16,87-40-241 0,-47 33-236 16,3-6-188-16,2 1-208 15,2-4-76-15,-3 0-432 0,4 0-304 0,-4-3-417 16,0 2-839-16,-16 5-2144 0,7-3-2717 0</inkml:trace>
  <inkml:trace contextRef="#ctx0" brushRef="#br1" timeOffset="-149930.897">30484 13036 4332 0,'0'0'8313'0,"0"0"-5409"15,0 0-1012-15,91-15 20 0,-47 8-568 16,0 1-624-16,3 2-468 0,9 2-55 15,0-2-41-15,0 4-144 0,-1 0 64 16,-6 6-76-16,-6 4-88 0,-11 3-117 16,-8 3-15-16,-12 3-72 0,-8 0-132 15,-8 6 144-15,-16 1 120 0,-16 6 24 0,-3 2-4 16,-17 8 140-16,0-4 4 16,-8 6 116-16,1 0 16 0,3 1 36 0,0-1 216 15,12-2 136-15,8 0-15 16,12-5 27-16,13-5 408 0,6 3-280 0,9-7-208 15,13-5 40-15,11-1-172 0,11-6-72 16,9-4-68-16,8-5-172 0,8-7-12 16,0 0-60-16,3-12-108 0,-3-5-84 0,0-2-144 15,-5-3-100-15,-3-1-36 0,-9-2-20 16,-6 0-164-16,-5 0-497 0,-9-5-987 16,-3 5-1940-16,-7 6-1549 0,-5-13-2403 15</inkml:trace>
  <inkml:trace contextRef="#ctx0" brushRef="#br1" timeOffset="-149729.666">31225 13100 11709 0,'0'0'2300'15,"0"0"-1388"-15,0 0 168 0,-72 76 468 16,44-38-16-16,-4 3-136 16,-4 10-276-16,4 1-123 0,-8 1-261 0,5 1-168 15,-5 3-144-15,-4 0-256 0,4-3-168 0,-3-6-48 16,6-4-132-16,1-9-256 15,8-6-96-15,9-10-156 0,3-6-77 0,8-7-135 16,8-6-468-16,0-4-916 0,12-14-1524 16,0 2-1449-16,16-20-1763 0</inkml:trace>
  <inkml:trace contextRef="#ctx0" brushRef="#br1" timeOffset="-149462.48">31165 13471 496 0,'0'0'7280'0,"0"0"-1951"0,0 0-5101 0,0 0-216 0,0 0 904 15,36 87 472-15,-40-50-96 16,-8 4-112-16,-4 10-172 16,0 6-88-16,0 1 240 0,4-5-19 15,0 1-161-15,0-3-676 0,4-3-304 16,0-10-180-16,4 0-112 0,4-10-108 0,0-1-60 16,4-6-13-16,4-9-27 0,0 2-156 0,0-9-140 15,0-5-108-15,0 0-208 16,0 0-192-16,-4 0-68 0,0-5 296 0,0-2 440 15,-1-2 444-15,-3-1 180 0,0-3-76 16,0-2-144-16,5-8-164 0,-5-2-436 16,0-4-33-16,4-3-735 0,4-8-1020 15,-4-4-2064-15,7-5 2980 0,-6 8 1704 16,11-17 0-16</inkml:trace>
  <inkml:trace contextRef="#ctx0" brushRef="#br1" timeOffset="-149245.669">31253 13591 3344 0,'0'0'756'15,"0"0"4340"1,0 0-2143-16,0 0-1241 0,0 0-536 0,0 0-8 0,0 0 156 15,0 0-224-15,0 0-360 0,0 0-200 16,0 0-100-16,84-38-52 0,-61 29-60 16,-3 6-192-16,4 1-52 0,-8 2 52 15,4 0-4-15,-12 8-120 0,-1 5-12 16,-7 3-12-16,0 6 12 0,-7 3 36 16,-9 4 24-16,0 0 16 0,-5-1-76 0,2-2-76 15,-1-3-8-15,4-4-256 0,4-7-268 16,0-3-100-16,5-2 80 0,7-7-8 15,0-3-156-15,0-10-328 0,7-6-740 16,5-7-3037-16,0 4-2675 0</inkml:trace>
  <inkml:trace contextRef="#ctx0" brushRef="#br1" timeOffset="-149058.738">31954 12797 5744 0,'0'0'6869'16,"19"68"-4493"-16,-11-30-812 0,1 6 384 0,-1 4-72 16,3-3-416-16,-7-4-767 0,1-6-585 15,3-4-108-15,-5-12-220 0,9 1-252 16,1-11-197-16,2-6-307 0,5-3-544 16,0-3-1152-16,0-3-2973 15,8-17-3323-15</inkml:trace>
  <inkml:trace contextRef="#ctx0" brushRef="#br1" timeOffset="-148918.427">32241 12868 4408 0,'0'0'10253'0,"0"0"-8689"0,-88 41-1024 15,40-11-56-15,-11 7 656 16,-6 1-292-16,-6 3-420 0,-5 4-428 0,0-6-232 16,1 1-236-1,-5-3-528-15,20-4-1088 0,-32 8-4221 0</inkml:trace>
  <inkml:trace contextRef="#ctx0" brushRef="#br1" timeOffset="-147836.72">3980 14630 12065 0,'0'0'2736'0,"0"0"-1036"0,0 0 112 0,0 0-324 16,0 0-376-16,0 0-308 0,0 0-139 0,0 0-217 16,0 0-396-16,-80 0-52 15,72 13-88-15,0 9 76 0,4 3-36 0,0 7 36 16,1 6 12-16,3 7-4 0,0-1-60 15,7 4 56-15,1-1-124 16,4-2-256-16,0-7-269 0,0-10-159 0,4-9 84 16,4-6-80-16,0-10-592 0,8-6-860 15,0-10-952-15,-4-2-2141 0,8-17-1510 0</inkml:trace>
  <inkml:trace contextRef="#ctx0" brushRef="#br1" timeOffset="-147582.805">4294 14865 300 0,'0'0'8628'0,"0"0"-7388"0,0 0-231 0,0 0 799 16,0 0 72-16,56 67-256 0,-43-61-480 16,-2-6-376-16,1 0-204 0,4 0-220 15,0-6-144-15,4-7-44 0,0-2-156 0,-1-5-140 16,2-5-120-16,-1 3-168 16,-5-7-68-16,-2 4 4 0,-5 0 20 0,-1 6 48 15,-3-2 52-15,-4 10 108 0,0 1 136 16,-4 3 64-16,-3 4-36 15,-6 0-12-15,-2 3 112 0,-2 0 0 0,2 0-56 16,-5 0-56-16,4 6 52 0,-4 1 44 16,4 3 4-16,4 1-288 0,0 0 48 15,5-1-560-15,-2 2-368 0,5-3-1029 0,0-3-2343 16,-3 5-1799-16</inkml:trace>
  <inkml:trace contextRef="#ctx0" brushRef="#br1" timeOffset="-147297.639">4629 14722 4348 0,'0'0'4688'16,"0"0"-3500"-16,0 0 13 0,0 0 579 0,44 76 124 15,-40-53-260-15,4-1-684 0,-4-3-516 16,3 0-208-16,-2-7-64 0,3 2-172 16,-4-12-96-16,4 2-52 0,-5-4-36 15,10 0-412-15,-5-6 40 0,3-8 168 16,-2 5-104-16,3-7 28 0,-5 3 200 15,2 4 64-15,3 0 24 0,-5 2-40 16,2 1 12-16,-5 6 52 0,4 0 152 0,-1 0 12 16,-3 6 472-16,5 1-108 15,-1 2-60-15,-5 0-92 0,1 1-84 16,0 4-40-16,0-6-52 0,0 2-48 0,1 0 0 16,-1-4-224-16,-4 0-948 0,3-6-848 15,-3 3-1997-15,4-3-1679 0,0-3 2697 0</inkml:trace>
  <inkml:trace contextRef="#ctx0" brushRef="#br1" timeOffset="-146970.357">5315 14497 5016 0,'0'0'6865'0,"0"0"-5117"16,0 0-872-16,0 0-16 15,-44 75 124-15,28-42-176 0,-4 2 24 16,3-1-68-16,6-1-160 0,-1-8-260 0,8-6-100 15,-4-4-204-15,8-4-40 0,-4-2-48 16,4-6 40-16,0-1-68 16,0 3-68-16,4-3-16 0,4 2 100 0,4 2 60 15,0 0 40-15,8-2 44 0,0 2 28 16,-1 3-16-16,6-2 16 16,-5 2 32-16,-5 1-92 0,6-1 44 0,-10 2-12 15,2 0-32-15,-2 6 8 0,-7-5 36 0,4 7 136 16,-8-3-144-16,0 0-44 15,0 0-44-15,-4-4-148 0,-8-2-340 0,5 0-76 16,-6-4 0-16,2-3-64 0,3-3-188 16,-1-3-512-16,1-7-1008 0,5 1-2177 15,-1-19-991-15</inkml:trace>
  <inkml:trace contextRef="#ctx0" brushRef="#br1" timeOffset="-146825.929">5585 14796 8292 0,'0'0'6501'15,"0"0"-5217"-15,28 83-832 0,-19-49 308 16,-5 4 836-16,-4 0-272 0,0-6-616 16,0-4-588-16,-4-9-120 0,4-6 0 15,-5-7-96-15,1-3-332 0,0-3-364 16,0-3-340-16,-3-10-1268 0,-2 4-3605 16,-3-16-3771-16</inkml:trace>
  <inkml:trace contextRef="#ctx0" brushRef="#br1" timeOffset="-146700.996">5470 14570 8596 0,'0'0'4553'0,"0"0"-3993"0,0 0-392 0,0 0 668 0,87-17-308 15,-59 17-528-15,0-2-88 0,8-2-656 16,4-4-516-16,-12 1-1137 0,20-3-3935 16</inkml:trace>
  <inkml:trace contextRef="#ctx0" brushRef="#br1" timeOffset="-146302.533">6143 14707 11549 0,'0'0'5284'0,"0"0"-4836"0,-40 72 148 0,21-40 688 15,-5 6 36-15,0 3-236 0,3-2-223 16,6-2-169-16,-1-5 68 16,12-6-348-16,0-4-280 0,4-9-60 0,0-7-72 15,0-3-56-15,8-3-76 0,0 0-24 16,8-9 72-16,4-7-64 0,-1-6-92 15,5-8-64-15,1-7-80 0,-1-4-100 0,4-10-88 16,0 0-85-16,-1-2 25 16,1-8-88-16,3-3-116 0,-6-3-24 15,-1 4-84-15,-13-4 384 0,-2 3 424 0,-9 10 136 16,0 7 288-16,-9 6 132 0,-2 9 200 16,3 11 72-16,-1 8 48 0,5 7-20 0,1 6 40 15,3 0-140-15,-4 8-195 16,4 9-341-16,0 5-80 0,0 13 96 15,0 6 92-15,0 6 244 0,0 8 388 0,0-2-404 16,4 8-328-16,-4-5-92 0,3 5-136 16,-3-3-200-16,0-8-220 0,0-6-124 15,4-2-37-15,1-13-135 0,3-7-380 16,0-9-940-16,-1-6-2080 16,6-7-109-16,-2 0-359 0</inkml:trace>
  <inkml:trace contextRef="#ctx0" brushRef="#br1" timeOffset="-145837.397">6462 14786 2844 0,'0'0'7308'0,"0"0"-2899"0,0 0-2681 0,0 0-596 16,0 0-140-16,0 0 116 0,72 76-108 16,-65-66-352-16,2-3-344 0,3-5-244 15,-5-2 160-15,6 0-75 0,-2-9-145 16,6-11-93-16,-6-2-115 0,6-3-144 16,-6-8-316-16,1 0-152 0,1 1 48 15,-6 2 192-15,-3 5 184 0,0 3 60 0,-4 6 40 16,-8 4 84-16,-3 5 212 0,-6 3 572 15,-3 4 156-15,1 4-220 16,-5 9-68-16,3 6-12 0,6 6-72 0,-2 7-64 16,6 2 52-16,-2 6 56 0,2-2 60 15,3-7-7-15,0 1-101 0,3-7-316 16,2-5-36-16,3-8-172 0,0-6-385 16,0-3-39-16,0-3-232 0,8-12-64 15,8-4 388-15,8-7 184 0,0-5-408 0,12-7-728 16,-1 1-512-16,5-2 36 0,4 4 324 15,0 4 875-15,0 6 733 0,3 6 24 16,-7 6 713-16,1 10-29 0,-6 3 188 16,1 16 48-16,-8 3 136 0,0 10-8 15,-4 0-344-15,-9 4-164 0,-2 1-8 0,-5 4 176 16,-4 1-116-16,-4-4-260 0,-4-1-148 16,-4-1-24-16,-1-7-12 15,2-11 36-15,-1-1-36 0,-1-10 60 0,5-5 232 16,4-2 144-16,-4-9-364 0,4-11-244 15,0-2-148-15,4-6-56 0,5-8 32 0,3-1-84 16,8-2-232-16,-5 1-148 16,9 4-88-16,8-1-188 0,0-1-812 15,-8 11-3212-15,20-7-5753 0</inkml:trace>
  <inkml:trace contextRef="#ctx0" brushRef="#br1" timeOffset="-145405.476">8326 14611 1696 0,'0'0'9581'0,"0"0"-7685"0,0 0-704 15,0 0-396-15,0 0 604 0,0 0-8 16,37 70-40-16,-5-44-296 0,4-1-84 16,7-3-95-16,5-6-321 0,-1-3-204 0,6-7-244 15,-1-6-12-15,-1-6-96 0,-3-11-192 16,4-5-196-16,-5-6-192 0,2-11-113 16,-6-2-159-16,-3-4-212 0,-8 5-872 15,-8 7-3036-15,-12-8-4253 0</inkml:trace>
  <inkml:trace contextRef="#ctx0" brushRef="#br1" timeOffset="-145083.154">8769 14224 1760 0,'0'0'9177'16,"0"0"-7625"-16,0 0-720 16,0 0 464-16,0 0 136 0,-24 70-180 0,24-42-332 15,4 3-84-15,8 7 132 0,0 1-124 0,0 5-176 16,4 4-107-16,-4 7-225 15,0 4-140-15,0 2 32 0,-1 6-104 0,-2-1-52 16,-1-3-68-16,-1 5-4 0,1-8-8 16,1-2-88-16,-1-2-4 15,3-2-32-15,-2-3-24 0,-1-7 76 0,-1-2 80 16,-3-7 12-16,-4-7 84 0,0-9 24 0,0-3-24 16,0-7 28-16,-4-5 104 0,-3 2 0 15,-1-6 124-15,-5 3-72 16,2-3-212-16,-10 0-68 0,1 0-12 0,-3-3-220 15,-5-3-104-15,0-7-124 0,0-3 48 16,-4-3 24-16,0-4-85 0,1-2-75 16,3-4-136-16,3 1-108 0,10-1-180 0,2 1-560 15,13-1-740-15,0 3-708 16,9 8-2393-16,10-14-1250 0</inkml:trace>
  <inkml:trace contextRef="#ctx0" brushRef="#br1" timeOffset="-144811.853">9522 14490 8596 0,'0'0'7961'16,"0"0"-6597"-16,0 0-548 0,0 0 692 15,0 0-336-15,0 0-287 0,0 0-485 16,-84 87-204-16,68-53 44 0,9 7 12 15,-2 4-44-15,5 5 80 0,4 1 244 16,0 3-12-16,0-6-220 16,4-1-216-16,9-8-84 15,-2-7 0-15,6-7-156 0,-2-3-12 0,5-13-24 16,1-2-196-16,-2-7-204 0,1-9-228 0,4-8-381 16,-5-8-1215-16,2 6-2844 0,-6-15-3713 0</inkml:trace>
  <inkml:trace contextRef="#ctx0" brushRef="#br1" timeOffset="-144644.615">9805 14687 4852 0,'0'0'9249'15,"0"0"-7621"-15,0 0-684 0,0 0 656 16,0 0 244-16,68 79-67 0,-56-62-625 0,-1-4-740 16,2-1-364-16,2-2-48 15,-6-1-68-15,2-3-392 0,-3 1-100 0,-4-4-181 0,5-3-219 16,-5 0-496-16,3-6-1252 15,-3-1-2600-15,0-9-2769 0</inkml:trace>
  <inkml:trace contextRef="#ctx0" brushRef="#br1" timeOffset="-144463.623">9960 14614 13181 0,'0'0'2532'0,"0"0"-1764"0,0 0-108 15,-64 67 160-15,36-32 324 0,5 7-76 0,-5 2-324 0,0-3-160 16,4 3-75-16,0-6-157 15,1 0-216-15,2-3-136 0,5-9-116 16,1-4-429-16,2-9-259 0,5-4-84 0,1-5-32 16,7-4-288-16,0-7-1176 0,0-12-3369 15,0 6-2243-15,11-22 6612 0</inkml:trace>
  <inkml:trace contextRef="#ctx0" brushRef="#br1" timeOffset="-144261.691">10088 14605 7688 0,'0'0'7093'0,"0"0"-6313"0,0 0 40 16,0 0 572-16,0 0 164 0,87 44 80 16,-71-21-687-16,-4-2-441 15,1 2-108-15,-2 5 0 16,1-2 12-16,-4 6-172 0,0 3-80 0,-4 0 56 16,0 2-36-16,0-2-24 0,-4 0-92 0,0-6-64 15,-8 0-72-15,0-1-168 0,1-3-160 0,-2-6-276 16,1-3-196-16,0-4-185 0,1-5-259 15,2-7-712-15,-3 0-2100 0,8-3-1717 16,-8-9-2170-16</inkml:trace>
  <inkml:trace contextRef="#ctx0" brushRef="#br1" timeOffset="-144101.196">10399 14881 3484 0,'0'0'10497'0,"0"0"-8261"15,0 0-964-15,92-16 432 0,-64 10-152 16,-1-1-115-16,4 4-361 0,-3-3-532 0,4 0-324 15,-4-1-96-15,4-2-124 0,0-1-220 16,-4 4-360-16,0-1-388 0,-4 5-429 0,-4 2-1175 16,-8 0-3212-16,-8 2-3697 15</inkml:trace>
  <inkml:trace contextRef="#ctx0" brushRef="#br1" timeOffset="-143937.681">10626 14989 7200 0,'0'0'7829'0,"0"0"-6145"15,0 0-1324-15,0 0 100 0,0 0 308 16,0 0 636-16,0 0 0 0,0 0-483 0,80 13-385 16,-52-19-308-16,-5-7-228 0,5 0-124 15,-4 1-336-15,4-2-417 16,0 2-415-16,0 5-476 0,-9 1-1180 0,18 6-1997 16</inkml:trace>
  <inkml:trace contextRef="#ctx0" brushRef="#br1" timeOffset="-143236.918">11566 14722 7840 0,'0'0'2936'0,"0"0"-1035"0,0 0-869 0,0 0 160 16,0 0 460-16,0 0-436 0,79-67-500 0,-58 52-332 15,3-1-76-15,-1 6 12 0,5 4-64 16,0 6-124-16,0 0-56 16,4 10 96-16,-4 8 132 0,0 8 112 0,-4 5-4 0,-5 5-132 15,1 1-36-15,1 2-63 0,-6-1-69 16,-2-2 20-16,-2-2 84 16,-3-6-164-16,0-6-52 0,-3-6 0 0,2-4-112 15,-7-1-56-15,4-8-148 0,0-3-437 16,0 0-211-16,0-3-140 15,4-8-228-15,0-1-756 0,-4-4-1020 0,4-6-2229 16,-4 6-1443-16,4-12 6556 0</inkml:trace>
  <inkml:trace contextRef="#ctx0" brushRef="#br1" timeOffset="-143055.065">12108 14544 1264 0,'0'0'7280'0,"0"0"-4143"0,0 0-1461 0,0 0-532 15,0 0-8-15,0 0 144 0,0 0-524 16,0 0-236-16,-88 51-88 0,65-16 48 15,-1 3 292-15,-4 8-256 0,-4-2-176 16,0 6-36-16,0-3 40 0,0 5-4 16,-3-5-87-16,3-3-141 15,4-5-112-15,4-11-220 0,3-6-265 0,14-5-259 0,-1-9-124 16,8-8-264-16,0 0-936 16,8-5-2488-16,-1-5-1821 0</inkml:trace>
  <inkml:trace contextRef="#ctx0" brushRef="#br1" timeOffset="-142842.321">12442 14741 4864 0,'0'0'7689'0,"0"0"-5161"0,0 0-556 16,0 0-584-16,0 0 356 0,0 0-148 15,88 38-239-15,-67-26-269 0,2 2-460 16,1-5-256-16,4 1-156 0,4-7-96 15,-4 0-108 1,3-3-12-16,1 0-132 0,4-9-36 0,-4-1-84 16,0-3-100-16,-4 4-140 0,4-3-208 0,-12 1-136 15,-1 5-245-15,-6 0-991 0,-6 3-2272 16,-7 3-3253-16</inkml:trace>
  <inkml:trace contextRef="#ctx0" brushRef="#br1" timeOffset="-142169.775">13606 14630 3724 0,'0'0'6276'0,"0"0"-4047"0,0 0-569 16,0 0-648-16,0 0 300 0,0 0 60 0,0-72-52 16,-8 61-352-16,-4 5-196 0,0 0-16 15,0 3-27-15,4 3-161 0,-4 0-96 16,0 0-12-16,0 12-112 0,-4 8-188 15,4 7-148-15,-3 12 48 0,2 3 72 16,2 4 24-16,2 2-12 0,1-6-84 16,5-7-60-16,3-6-4 0,0-8 0 15,3-7-44-15,5-5-120 0,5-3-48 16,2-6 12-16,1 0-4 0,0-9 64 0,4-4 0 16,-3-6 48-16,2-3-64 15,1 0-56-15,-4-1-4 0,0 0 40 0,-1 4 60 16,2 5 24-16,-6 0 32 0,2 5 4 15,-1 3-12-15,-5-1 24 0,2 7 48 16,2 0 192-16,1 10 88 0,1 5-12 16,-2 2-112-16,6 5-48 0,-2 3-48 15,5 4-24-15,1-4-36 0,2 0-84 0,1-2-12 16,0-4-12-16,4-4-400 0,0-4-257 16,0-6-135-16,-5-5-248 0,1 0-316 15,-4-5-944-15,-4-2-2885 0,0-6-5131 16</inkml:trace>
  <inkml:trace contextRef="#ctx0" brushRef="#br1" timeOffset="-141572.23">12164 14002 680 0,'0'0'11661'0,"0"0"-9381"15,0 0-832-15,0 0 148 16,0 0-176-16,91-25-180 0,-75 20-304 16,4 3-351-16,-4 2-269 0,-4 0-224 0,-4 0-92 15,-4 0-60-15,0 2-24 0,-4 3-4 16,0 7 88-16,0 1-12 0,-4 6 12 16,-4 3-96-16,-4 3-61 0,0 1 57 15,0-1 52-15,1-3-12 0,-2-3 0 0,5-2-12 16,4-3 64-16,1 0 0 0,-1-1-44 15,4-1-32-15,0-2 76 16,7-1-76-16,9-3 84 0,4 4 84 0,8-7 100 16,8-3-52-16,7 0-120 0,9-6-12 15,4-7-256-15,4-3-292 0,0 1-428 0,4-1-648 16,-17 3-2944-16,18-4-4085 16</inkml:trace>
  <inkml:trace contextRef="#ctx0" brushRef="#br1" timeOffset="-138620.7">14888 15074 9912 0,'0'0'1201'0,"0"0"-817"16,0 0-204-16,0 0 628 0,0 0 228 16,0 0 168-16,0 0-420 15,0 0-396-15,0 0-72 0,0 0 8 0,0 0 0 0,0 0 52 16,0 0 132-16,0 0-136 0,0 0-140 16,0 0-56-16,0 0 68 0,0 0 224 15,0 0 36-15,0 5-200 0,0-5-84 16,-3 0-108-16,3 0-40 0,0 0-12 15,0 2 4-15,0-2-16 0,0 0-48 16,0 0-48-16,0 0-16 0,0 0 4 16,0 0 12-16,0 0 0 0,0 0-4 0,0 0 40 15,0 0 12-15,0 0 12 16,0 0 64-16,0 0-28 0,0 0 60 16,0 0 28-16,0 0 36 0,0 0-16 0,0 0 4 15,0 0-40-15,0 0-8 0,0 0-4 16,0-2 0-16,3 2 4 15,-3 0-16-15,5 0-35 0,-1-5-1 0,4 3-48 0,3-5 112 16,6 1-40-16,3-1-72 16,3-2-8-16,1-1 8 0,4 4 60 0,8-3-12 15,0 2-12-15,4 1 4 0,8 3-44 16,-4-1-8-16,3 2 0 16,-2 2-96-16,-6 0 12 0,1 0 80 0,-5 0 4 15,1 0-60-15,-8-5 0 0,0 5-28 16,-8-2-213-16,1 2-211 0,-14 0-172 15,1-3-156-15,-8 3-404 0,0 0-1132 0,0-3-2040 16,-15-1-2469-16</inkml:trace>
  <inkml:trace contextRef="#ctx0" brushRef="#br1" timeOffset="-138200.696">14989 14739 4156 0,'0'0'220'0,"0"0"5048"0,0 0-3527 16,0 0-317-16,0 0 104 16,0 0-128-16,0 0-108 15,0 0-360-15,0 0-268 0,0 0-120 0,-4 8-44 0,4-8-56 16,0 4-92-16,0-4-60 0,0 0-60 15,0 0-24-15,0 0-24 0,0 0-4 16,0 0-20-16,0 0 9 0,0 0-37 0,4 0-20 16,3 0-4-16,1 0 24 0,5 0 40 15,2 0-16-15,2 3-60 0,2-3 4 16,5 4 8-16,4-4-36 0,0 2-24 16,4 2-36-16,0-4 28 15,3 2-40-15,-3-2-44 0,0 0 44 0,0 0 0 16,4-2-4-16,0-2-44 0,0-2 0 0,4-1-36 15,-5-1-196-15,1 1-156 16,0-7-197-16,-5 10-143 0,-6-6-56 0,-5-1-40 16,-5 5-200-16,-2 0-480 0,-5 2-744 15,-8-1-592-15,0-2-1569 16,-4 1-2019-16</inkml:trace>
  <inkml:trace contextRef="#ctx0" brushRef="#br1" timeOffset="-137853.968">15399 14459 1068 0,'0'0'2088'0,"0"0"2044"15,0 0-1900-15,0 0-243 0,0 0-557 0,0 0-96 16,95-10-160-16,-71 10-180 0,1 0-224 15,6 6-140-15,1 1-64 0,0 5-40 16,4 4 0-16,0 3-84 0,-1 4-152 0,-3-4-36 16,0 2-24-16,-4 5-48 15,-4-3-40-15,0 2-44 0,-5 1-100 16,-2-1 0-16,-9 3-52 0,-8 1-4 0,0 3 52 16,-12 0-64-16,-4 9 20 0,-12 0-172 15,-4 6 84-15,-4-3 52 0,-3 5 36 16,3-5-24-16,0-3-16 0,-1-3-120 15,2-5-208-15,3-5-112 0,4-9 0 16,5 0-64-16,2-7-276 0,1-5-864 0,13-1-2068 16,-5-6-2569-16</inkml:trace>
  <inkml:trace contextRef="#ctx0" brushRef="#br1" timeOffset="-136443.418">17148 14739 3300 0,'0'0'8705'0,"0"0"-7149"16,0 0-816-16,0 0 320 15,0 0 372-15,0 0-264 0,0 0-316 0,0 0-68 16,111 8-172-16,-63-8-256 0,1 0-88 16,-6-3-124-16,0-2-144 0,-2-2 0 15,-5-3-172-15,-1 2-264 0,-3-6-324 16,-4 1-124-16,0 3-104 0,-9-2-700 16,-10 2-2144-16,-5 1-3421 0</inkml:trace>
  <inkml:trace contextRef="#ctx0" brushRef="#br1" timeOffset="-136068.835">17383 14274 3000 0,'0'0'1940'0,"0"0"3276"16,0 0-3655-16,0 0-369 0,0 0 44 0,0 0 88 15,-32 73-204-15,37-48-260 0,6 8-268 16,1-2-132-16,4 7-56 0,0 0-96 0,0 8-64 15,-1 4-72-15,2 4-36 0,-6 2 0 16,2 9-4-16,-1-2-44 0,-9 4-80 16,5-1 4-16,-3-2-12 0,-5-3-4 15,4-4-72-15,-4-7 28 0,0-6 44 16,0-6 0-16,4-5 4 0,-4-8 68 0,0-6 152 16,0-6-12-16,4 0-48 15,-4-11-28-15,0 2 28 0,0-4 60 16,0 0-28-16,0 0 52 0,-8 0 37 0,-5 0-221 15,2 0-60-15,-13-4-96 0,-1-3-149 16,-3-5-23-16,-3-1-84 0,-1-5-12 16,0-1-52-16,-4-6 12 0,1 0-72 15,3-8-164-15,0-2-376 0,4-4-364 16,8 2-564-16,0-1-568 0,8 0-1881 0,4 9-2523 16</inkml:trace>
  <inkml:trace contextRef="#ctx0" brushRef="#br1" timeOffset="-135623.613">19001 14805 4152 0,'0'0'1040'0,"0"0"5449"15,0 0-4393-15,0 0-564 0,0 0-200 16,0 0 36-16,43 69-208 0,-34-43-340 16,2 6-272-16,-3 2-144 0,1 2-124 15,-5-1-120-15,-4 0-100 0,0-7-60 0,0-6-60 16,0-3-52-16,0-6-216 15,0-6-124-15,0-2-208 0,0-5-196 0,-4 0-280 16,-5-8-460-16,5 1-2444 0,-7-15-3001 16</inkml:trace>
  <inkml:trace contextRef="#ctx0" brushRef="#br1" timeOffset="-135472.174">18965 14595 7052 0,'0'0'4617'15,"0"0"-2585"-15,0 0-1052 16,0 0-364-16,0 0 568 0,0 0-324 0,0 0-860 16,88-25-288-16,-60 19-1004 0,-5 2-832 0,13-5-3069 15</inkml:trace>
  <inkml:trace contextRef="#ctx0" brushRef="#br1" timeOffset="-135204.84">19562 14716 2480 0,'0'0'11205'16,"0"0"-9309"-16,0 0-652 0,0 0 220 16,-71 82 48-16,54-62-316 15,10-5-528-15,-5 1-339 0,8-3-181 0,4-1-40 0,0 1-36 16,4 4-12-16,4-5-12 16,3 4 28-16,6-1-72 0,-2-1 44 15,2-3-36-15,-2 0-4 0,2-3 4 0,-2 3 0 16,-2 1-4-16,-6-2-8 0,-3-1 12 15,0 1 0-15,-4-1-12 0,0 1-72 16,-8 2-24-16,1-2-172 0,-6-4-145 16,1 4-99-16,1-3-232 0,-6-5-36 15,2 1-204-15,-1-3-300 0,-5 0-920 16,6 0-2173-16,-9 0-3551 0</inkml:trace>
  <inkml:trace contextRef="#ctx0" brushRef="#br1" timeOffset="-134553.831">20614 14754 6976 0,'0'0'7361'0,"0"0"-5417"0,0 0-1208 16,0 0-188-16,0 0 540 0,24 95 260 16,-24-60-384-16,0 3-464 0,0 1-368 15,0-9-60-15,0-3-20 0,-4-5-52 16,4-7-44-16,0-5-112 0,0-3-416 16,0-7-172-16,0 0-248 0,0-10-452 15,4 0-1348-15,0-15-2965 0</inkml:trace>
  <inkml:trace contextRef="#ctx0" brushRef="#br1" timeOffset="-134370.533">20546 14525 6260 0,'0'0'8561'0,"0"0"-6785"0,0 0-1016 0,0 0 8 15,0 0 832-15,0 0-452 0,81-25-588 16,-53 22-512-16,-1-1-48 0,0 1-172 15,1 0-496-15,0 3-384 0,0-3-288 16,-3 3-992-16,3 0-3409 0</inkml:trace>
  <inkml:trace contextRef="#ctx0" brushRef="#br1" timeOffset="-134088.211">21040 14611 7688 0,'0'0'4329'0,"0"0"-2593"0,0 0-156 0,0 0-396 0,0 0-12 16,60 93-36-16,-56-62-216 16,-4 6-272-16,0 2-208 0,0 2 56 0,0 0 161 15,-8 1-269-15,1-5-120 0,3-4-112 16,-5-1-96-16,5-7-48 16,-3-3 4-16,7-9 80 0,-4-3 48 0,4-5-48 0,0-5 0 15,0 0 24-15,0-3-120 16,4-2 0-16,3-9 4 0,1-2 68 15,8-6-24-15,1-6-48 0,-2 0-80 16,2-7-176 0,2-1-228-16,-6-2-437 0,-2-3-383 0,1 3-372 0,0 7-2124 15,-4-17-2601-15</inkml:trace>
  <inkml:trace contextRef="#ctx0" brushRef="#br1" timeOffset="-133795.742">21304 14564 8584 0,'0'0'4657'0,"0"0"-3401"16,0 0-348-16,0 0 340 0,0 0 376 0,0 0-236 16,0 0-372-16,0 0-456 15,0 0-172-15,92 44-23 0,-77-28 159 0,-2 3-64 16,2 0-196-16,-7 6-144 0,4 2-72 16,-8 0-48-16,0 2-8 0,-4 3-112 15,-4 3 24-15,-4 0-84 0,-4 2-64 16,0-5 4-16,1-1 116 0,-2-5 120 0,2-3-56 15,-2-11 48-15,9 1-44 16,-4-7 56-16,8-6 60 0,0 0-20 0,0 0-40 16,0 0-24-16,0-9 16 0,8-1 8 15,0-9-108-15,4 1 12 0,4-8-28 16,0-3-217-16,5 1-59 0,2-1-88 16,5 0-108-16,0 1-348 0,3-1-636 15,-3 1-1224-15,-3 5-2425 0,6-6-3699 16</inkml:trace>
  <inkml:trace contextRef="#ctx0" brushRef="#br1" timeOffset="-133452.794">21837 14818 8352 0,'0'0'5661'0,"0"0"-3997"0,0 0-792 0,0 79-100 0,0-63 712 16,0-7-100-16,8-2-444 15,5-7-564-15,2 0-268 0,5-7-24 16,5-6-84-16,-2-6-72 0,5-6-328 0,0 0-40 15,0-1 76-15,-4 1-28 0,-4 0 0 16,-5 5 60-16,2 1 160 16,-9 3 76-16,-8 4 96 0,0-1 228 0,0 3 44 15,-13 1 32-15,-2-4 16 0,-2 4-112 16,2 2-100-16,-6 4-8 0,2 3 228 16,-1 3-244-16,0 13 40 0,0 9 56 15,0 7 76-15,0 6 97 0,1 4 23 0,-2 2 388 16,6 2-416-16,6-9-308 0,-2-2-40 15,7-3-160-15,4-10-264 16,0-6-168-16,11-7 83 0,10-6-51 0,3-3-24 16,4-9-100-16,7-10-324 0,5-7-584 15,-1-2-1412-15,6-4-2421 0,-9 3-1791 16,7-2 6404-16</inkml:trace>
  <inkml:trace contextRef="#ctx0" brushRef="#br1" timeOffset="-132786.177">22324 14758 1292 0,'0'0'2020'0,"0"0"6097"0,0 0-6297 16,0 0-1224-16,0 0 104 15,-72 69 448-15,48-37 368 0,4 2-80 16,-4 5-420-16,5-1-256 0,6-3-164 0,1 0-156 16,9-10-172-16,3-3-75 0,0-5-97 15,11-9-44-15,2-1-52 16,6-7 8-16,1 0-4 0,1-12-4 0,5-11-124 16,2-2-205-16,4-7-255 15,0-4-96-15,0 3 104 0,-4-6 84 0,4-1 4 16,-4-6-68-16,0 2-124 0,-4-10-216 15,0 0-348-15,-1-9-20 0,-3-2 476 16,-3-1 124-16,-2 3 252 0,-7-1 284 16,1 11 128-16,-2 8 924 0,-3 16 232 15,0 10 32-15,-4 10-44 0,0 9-112 0,0 0-104 16,0 9-300-16,-4 7-164 16,0 3-156-16,-3 13 72 0,3-1 348 0,-5 8 77 15,1 1-249-15,1 2-68 0,-1 6-20 16,3 3-44-16,-3 0-180 0,1 2-160 0,3-2-84 15,-5 1-96-15,1-5-52 16,1-6-140-16,-1 0-76 0,4-9-84 16,-1-3 24-16,5-7-12 0,5-7 71 0,3-2-111 15,3-9-264-15,-3-4-572 16,5 0-532-16,-2-4-592 0,2-9-172 16,-2 1 315-16,1-4 673 0,1 3 712 0,-6-5 908 15,1 4 532-15,-4 0 636 0,1 3 8 16,-1 2 305-16,-4 5 287 0,0 4 144 0,0 0-96 15,0 10-256-15,0 4-380 0,0 4-316 16,0 4-304-16,0 0-120 16,0 0-63-16,0-6-149 0,0 1-228 0,0-5-36 15,0-6-60-15,11 1-24 0,6-7-16 16,2 0-8-16,9-3 39 0,0-7 101 16,4-7-700-16,-4-4-320 0,0-2 32 0,-4 1 16 15,-1 4-28-15,-3 1-148 16,-3 1-108-16,-2 4 408 0,-7 2 728 15,-3 7 124-15,-5 3 836 0,3 0 388 0,-3 0 16 16,0 10 12-16,0 3-168 0,0-1-324 0,0 1-208 16,0 3-104-1,4 0-32-15,0-4 277 0,0 1-317 0,4-1-284 16,0-1-92-16,4-5-96 0,-1 2-328 16,2-3-197-16,2-3-183 0,2 2-88 15,-6-1-248-15,6 0-844 0,-9-3-2140 16,7 3-2473-16</inkml:trace>
  <inkml:trace contextRef="#ctx0" brushRef="#br1" timeOffset="-132571.988">23344 14824 7796 0,'0'0'5385'0,"0"0"-2941"16,0 0-1476-16,0 0-420 0,0 0 384 0,-100-16 384 15,76 35-156-15,0 6-304 0,5 7-287 16,-2 3 27-16,10 0 336 0,2-3-328 15,5-4-292-15,4-5-216 0,4-5-96 16,5-5-264-16,10-7-40 0,1-1 40 16,8-5 12-16,4-11-160 0,0-8-108 15,4-3-245-15,-1-7-539 0,-3-3-868 0,-8 7-2396 16,4-9-2141-16</inkml:trace>
  <inkml:trace contextRef="#ctx0" brushRef="#br1" timeOffset="-132421.506">23503 14754 8868 0,'0'0'7185'0,"0"0"-5697"16,-28 86-1276-16,20-47 160 0,-8 1 920 16,4 4 700-16,1-5-427 0,2-1-901 0,5-10-504 15,4-6-160-15,0-8-132 0,4-6-172 16,5-8-140-16,2 0-140 0,1-8-9 16,4-9-383-16,-4-5-968 15,0 3-3308-15,-4-9-3601 0</inkml:trace>
  <inkml:trace contextRef="#ctx0" brushRef="#br1" timeOffset="-132261.345">23495 14379 6444 0,'0'0'8761'0,"0"0"-6133"16,0 0-1508-16,0 0-260 16,0 0 716-16,0 0-147 0,0 0-533 15,0 0-896-15,-16 67-120 0,28-64-316 0,8 0-48 16,0-3-132-16,8 0-321 0,4-6-687 15,3-7-2084-15,-11 4-2341 0,16-10-3579 16</inkml:trace>
  <inkml:trace contextRef="#ctx0" brushRef="#br1" timeOffset="-131949.182">23946 14339 1512 0,'0'0'10109'0,"0"0"-5953"16,-13 69-3932-16,5-31-212 15,-8 9 356-15,1 4 1336 0,-6 0 308 0,-3 3-608 0,5 1-711 16,2-5-341-16,2-6-160 15,2-2-144-15,6-10-48 0,3-4-48 16,4-6 44-16,4-6-80 0,3-7-108 0,6-2-148 16,-1-3-89-16,8-4 53 15,-1 3-12-15,5-3 84 0,-3 0 192 0,-6 2 16 16,1 1 84-16,-4 1-24 0,-3-2 36 16,-5 3 72-16,-4-3 196 0,0 8 72 15,-4-3 40-15,-9 5 32 0,2 1-143 16,-10 3-113-16,1-4-48 0,1 1-8 15,2-3-28-15,6-1-72 0,-2-3-44 0,9-3-224 16,0-3-377-16,4 0 85 0,0-3 12 16,8-5 84-16,5-9 120 0,7-2-416 15,3-6-488-15,5-4-1052 0,4 1-1548 16,4-4-309-16,-12 10-1483 0,20-13 4392 16</inkml:trace>
  <inkml:trace contextRef="#ctx0" brushRef="#br1" timeOffset="-131717.268">24193 14843 2824 0,'0'0'1072'16,"0"0"4376"-16,0 0-1323 0,15 89-2793 0,-15-58-640 15,4 4 192-15,0-3 520 16,5-3 348-16,-2-4-616 0,9-5-696 16,0-5-308-16,3-2-132 0,9-8 0 0,0-1-196 15,8-4-108-15,1-4-72 0,2-4-188 16,1-9-84-16,0 5-68 16,-4-1 72-16,-13 5 100 0,-3 1 244 0,-7 3 300 15,-13 4 64-15,0 0 136 0,-9 11 132 0,-6-3 352 16,-9 12-120-16,4-5-32 0,-4 4 92 15,4 1-100-15,9-9-220 0,-2 6-200 16,5-10-104-16,8-1-124 0,0 0-68 16,0-6-628-16,0 0-556 0,8 0-792 15,-4 0-2512-15,-4 0-6193 0</inkml:trace>
  <inkml:trace contextRef="#ctx0" brushRef="#br1" timeOffset="-130951.628">4350 16843 6292 0,'0'0'6025'0,"0"0"-4341"0,0 0-524 0,0 0-528 16,0 0 308-16,0 0 280 0,0 0-88 15,112 50-76 1,-56-31-336-16,8-5-284 16,-4-5-120-16,3-6-120 0,1-3-147 0,-4 0-37 0,-4-9-12 15,-9-3-257-15,1-12-351 0,-8 3-464 0,-8-2-268 16,-4-2-1372-16,-13 9-3021 0,-10 1-4087 0</inkml:trace>
  <inkml:trace contextRef="#ctx0" brushRef="#br1" timeOffset="-130775.177">4606 16961 1240 0,'0'0'5852'0,"0"0"233"15,0 0-4981-15,0 0-144 0,0 0 488 0,0 0-56 16,87 66-112-16,-56-56-180 0,6-7-344 16,3-3-356-16,-1-3-276 0,1-7-124 15,0-6-184-15,-4-6-96 0,0-3-268 0,-4-4-368 16,-4-2-360-16,-4-1-1100 0,-9 9-2760 15,-2-2-3593-15</inkml:trace>
  <inkml:trace contextRef="#ctx0" brushRef="#br1" timeOffset="-130536.235">4952 16561 6384 0,'0'0'1544'0,"0"0"788"0,0 0-1519 15,0 0-29-15,0 0 968 0,0 0-68 16,0 0-388-16,79-19-264 0,-47 25-128 15,0 0-68-15,5 7-260 0,-5 0-272 16,-1 3-120-16,1 3-112 0,-9 0-72 16,-2 3-12-16,-9 3-60 0,0 6-124 15,-8 2 124-15,-4 5 64 0,0 6-44 0,-12 1 40 16,-1 2-96-16,2-2-100 0,-6-1 108 16,2-5-20-16,-1-5-140 0,4-9-180 15,0-5-164-15,4-8-204 16,4-5-464-16,0-7-1432 0,0 0-3433 0</inkml:trace>
  <inkml:trace contextRef="#ctx0" brushRef="#br1" timeOffset="-129769.72">6534 16551 3436 0,'0'0'2760'0,"0"0"2169"16,0 0-3197-16,0 0-496 0,0 0 0 16,0 0 0-16,0 0-192 0,0 0-276 15,76 32-164-15,-53-22-140 0,-3-7-24 0,8 3 16 16,0 0-32-16,8-3-20 15,0-3-88-15,-1 0-36 0,10 0 13 0,-2 0 7 16,5-6-140-16,-4-3-52 0,0-1-108 16,0 0-4-16,-1 1 4 0,-6-2 0 15,-5 3-8-15,-1-2-112 0,-8 3-52 16,-2 2 4-16,-1-5 32 0,-8 6-69 16,0-2-75-16,-8 4-36 0,0 2 36 0,-4-4 72 15,0 4 12-15,0 0 16 16,-4 0-80-16,-5 4 92 0,2-2 80 0,-5 4-168 15,-4 1 132-15,0 5 124 0,0 2 64 16,0-3 32-16,0 6 4 0,-3 3-16 16,-2 2 28-16,-3 3-4 0,4 0-60 15,-7 8-40-15,-1-2-8 0,0 3 8 0,-4 2 56 16,4 2 44-16,-4 0 52 16,1 4 84-16,-1-5 84 0,4 2 36 0,0-2-60 15,4-5-83-15,3-1-65 0,6-5-32 16,3 0 20-16,4-10 4 0,4-4-52 15,0-2 8-15,4-7-104 0,4 3-12 16,8-3 12-16,8 1 72 0,4-1 12 16,8-3 40-16,3 0 8 0,14 0-12 0,-2 0-12 15,1 0-48-15,-1 0 52 16,5 3-52-16,-3-3-60 0,-2 0 0 16,-3 0-8-16,0 0-52 0,4-10-148 0,-8 1-264 15,-1-7-168-15,1-3-89 0,-9 3-259 16,1-2-300-16,-8-1-876 0,-3 5-1920 15,-10 2-1729-15</inkml:trace>
  <inkml:trace contextRef="#ctx0" brushRef="#br1" timeOffset="-129548.073">7613 16630 300 0,'0'0'11177'16,"0"0"-9729"-16,0 0-1140 0,0 0 60 15,0 0 648-15,0 0 544 0,-91 19-620 0,63 4-480 16,0 3-288-16,-4 5 52 16,-4 7 144-16,4 3 300 0,-3 0-92 15,3 3-232-15,0 1-160 0,-4 0-88 0,4-4-96 16,4-3-4-16,0-2-288 16,4-8-336-16,0 0-108 0,9-6-204 15,-2-3-292-15,10-6-988 0,3-4-1925 0,4-2-2971 0</inkml:trace>
  <inkml:trace contextRef="#ctx0" brushRef="#br1" timeOffset="-128961.831">7594 17091 5652 0,'0'0'6513'0,"0"0"-4649"0,0 0-424 15,0 0-232-15,0 0-264 0,0 0-228 16,83-4-112-16,-74 4-196 0,-2 0-152 0,1 0-96 15,0 0-100-15,-4 0-60 16,1 0 0-16,2 6 4 0,-3 1 168 0,0 3 60 16,0 6 72-16,0 0-84 0,-4 6-108 15,0 0-64-15,0 3-44 0,0 1 0 16,-4-1 0-16,4-3 0 0,-4 0 68 16,0-2 100-16,4-4-16 0,-4-4-44 15,4-2-28-15,0-7-76 0,-4 3 0 16,4-3 4-16,-3 1 48 0,3 2 0 0,-5 0-52 15,1 1-8-15,0 2 0 16,-4-2 0-16,4 2-8 0,1-3 0 0,-1 1 8 16,4-1 52-16,-5-2 44 0,5-4-35 15,0 2-49-15,0-2 0 16,0 0 36-16,0 0-36 0,0 0 0 0,0 0 36 0,0 0-36 16,0 0-12-16,0 0-52 0,0 0 4 15,0-2 40-15,0 2 0 16,0 0-4-16,-4-4-61 0,4 4 1 0,0 0-4 15,0 0 28-15,0 0 36 0,0 0-60 16,0 0 12-16,0 0 0 0,0 0 12 16,0 0 36-16,0 0 4 0,0 0-40 15,0 0 36-15,0 0 4 0,0 0 8 0,0 0-8 16,0 0 0-16,0 0 4 16,0 0 4-16,0 0 0 0,0 0 0 15,0 0 0-15,0 0-72 0,0 0-64 0,0 0 28 16,0 0 60-16,0 0 40 0,0 0-40 15,0 0-88-15,0 0-84 16,0 0-48-16,-4 0-24 0,4 0-28 0,-4 0-96 16,0 0-272-16,1-3-364 0,-1-3-752 15,0-1-932-15,-1 1-1413 0,1-10-3931 16,36 54 7384-16</inkml:trace>
  <inkml:trace contextRef="#ctx0" brushRef="#br1" timeOffset="-128602.884">7617 16951 9984 0,'0'0'2409'0,"0"0"-1133"16,0 0-540-16,0 0 436 15,0 0 496-15,0 0-136 0,0 0-376 0,0 0-412 0,0 0-172 16,-23 83-48-16,23-61 57 0,4 6 3 16,4 5-164-16,-5-2-104 0,5 7-64 15,1 0-20-15,-1 10-4 0,-1-1 0 0,-3 7-60 16,0 0-56-16,1 3-52 0,-5 1 12 16,0 2-64-16,4 0 0 0,0 1-8 15,3-1 0-15,5-3 0 0,-3-3-192 16,2-10 44-16,-3-5-44 0,1-11 84 0,-2-12-204 15,1-10-112-15,-4-3-192 0,0-6-88 16,1-6-85-16,-2-10-307 16,5-7-212-16,-8-2-448 0,4-7-892 0,-4 6-1857 15,0-15-1587-15</inkml:trace>
  <inkml:trace contextRef="#ctx0" brushRef="#br1" timeOffset="-128255">7641 16983 6536 0,'0'0'5361'15,"0"0"-3409"-15,0 0-772 0,0 0 356 16,0 0 100-16,0 0-304 0,0 0-464 16,68-71-468-16,-48 57-132 0,4 3 0 0,0 3-60 15,-4 1-24-15,4 7 21 16,0 0-9-16,-9 3-64 0,6 9 12 15,-1 5-20-15,-9 2 44 0,1 3-48 0,-8 6-8 16,-4 1-28-16,0 3 36 0,0-1-36 16,-8 2-12-16,-3-2-24 15,-2-2-40-15,1-7 4 0,1 3-4 0,-6-9-8 16,-3 0-4-16,5-4-188 0,-6-2-124 0,-2-4-180 16,3-3-49-16,-4 1 33 15,0-4-72-15,5 0-172 0,-2-4-164 16,1-2-152-16,1-4-320 0,2-2-776 0,6 2-2437 15,-6-9-2739-15</inkml:trace>
  <inkml:trace contextRef="#ctx0" brushRef="#br1" timeOffset="-127904.052">8208 16545 3452 0,'0'0'2724'0,"0"0"3045"0,0 0-3473 15,0 0-468-15,0 0-68 0,0 0-296 16,86 31-8-16,-58-24-520 0,0-1-411 16,4-2-185-16,4-1-64 0,1-3-20 15,-2 0-100-15,1 0-84 0,-4-3-24 0,0-1-48 16,-8 1-104-16,-1-3-100 0,-10 6-148 16,-2-4-36-16,-2 1-109 0,-5 3-135 15,-4 0-232-15,0 0-204 0,-4-3-512 16,-5 3-1616-16,-10 0-4241 0</inkml:trace>
  <inkml:trace contextRef="#ctx0" brushRef="#br1" timeOffset="-127597.607">8243 16672 11789 0,'0'0'2488'0,"0"0"-1792"15,0 0-568-15,0 0-40 0,0 0 828 16,0 0 808-16,0 0-576 0,0 0-596 16,32 86-200-16,-24-55 104 0,0 1 420 15,-5 6-292-15,1 1-219 0,-4 1-149 0,0 5-104 16,0-1-40-16,0 1 12 0,-4 0-24 16,4-1-52-16,-3 0-8 0,3-6-12 15,0-2 12-15,7-9 36 0,6-2 84 0,-2-5-116 16,6-4-4-16,-2-7 0 15,6-2-4-15,-1-7-60 0,3 0-44 16,5-13-72-16,-4-6-172 0,4-9-329 0,0-4-391 16,0-7-252-16,0 2-592 15,-13 11-1924-15,10-12-1833 0</inkml:trace>
  <inkml:trace contextRef="#ctx0" brushRef="#br1" timeOffset="-127414.646">8749 16868 12137 0,'0'0'2496'0,"0"0"-1564"0,0 0-380 16,0 0 64-16,0 0 540 0,95 90 420 16,-63-59 112-16,0 7-571 0,-4-6-449 15,0 0-212-15,0-6-80 0,-4-5-232 16,0-1-144-16,-4-5-156 0,-4-5-232 16,-4-4-80-16,-5-6-212 0,2 0-317 15,-5-6-527-15,4-7-996 0,-5 1-2452 16,5-15-2361-16</inkml:trace>
  <inkml:trace contextRef="#ctx0" brushRef="#br1" timeOffset="-127250.035">9052 16789 12985 0,'0'0'2596'0,"0"0"-1664"0,0 0-332 0,-71 70 220 16,43-36 596-16,0 8-208 15,0-1-328-15,0 1-347 0,3-4-133 0,1-7-204 16,5 1-196-16,3-9-136 0,0-4-577 15,4-7-251-15,8-5-136 0,4-7-240 16,0 0-1164-16,4-26-3333 0</inkml:trace>
  <inkml:trace contextRef="#ctx0" brushRef="#br1" timeOffset="-126899.182">9239 16717 7628 0,'0'0'6533'0,"0"0"-5521"0,0 0-448 15,0 0 876-15,0 0 8 0,0 0 0 16,80-55-544-16,-64 49-564 0,0-1-144 0,3-2-112 16,2 3-80-16,-1 2 4 15,-1 1 64-15,-2 0 0 0,-2 3-72 16,1 0-12-16,0 0 12 0,0 10 121 0,-4-1 11 16,4 4 52-16,-4 6-28 0,4-1-32 15,-4 6 68-15,-5 4-72 16,-3 0 40-16,1 4-88 0,-5 0-72 0,0 6-48 15,-5-3-88-15,1 3 28 0,-3-6-84 16,-1-1 56-16,4-5 76 0,-4-1 12 16,0-3 44-16,4-2 4 0,0-1 8 0,0-7 0 15,-4 1-8-15,4-7-104 16,4-2-128-16,-4-1-49 0,4 0-7 0,-4-3-20 16,0 0-104-16,0-3-64 0,0-7-148 15,-4 1-40-15,4-7-176 0,-4-4-276 16,0-2-804-16,5-6-740 0,-1 6-1513 15,-1-19-3727-15</inkml:trace>
  <inkml:trace contextRef="#ctx0" brushRef="#br1" timeOffset="-126570.229">10459 16319 10256 0,'0'0'2445'0,"0"0"-1361"16,0 0-48-16,0 0 528 0,0 0 76 0,0 0 180 16,0 0-536-16,0 0-483 0,0 0-169 15,-17 77-100-15,-7-43-120 0,-4 4-88 16,-4 6-8-16,1 7-76 0,-9 7-108 16,-3 5-120-16,-10 11-4 0,1 5 40 0,-7 3-48 15,3 7 0-15,-3 1-8 0,-1 4-44 16,4-2-104-16,0 7-232 15,0-3 28-15,0-8 116 0,9-1 52 0,7-12-36 16,0-9 44-16,12-7 52 0,5-12-256 16,-2-10 72-16,9-8-145 15,4-10-75-15,5-6-172 0,2-7-380 0,1-6-480 16,4-3-888-16,0-4-1833 0,0-18-1947 16</inkml:trace>
  <inkml:trace contextRef="#ctx0" brushRef="#br1" timeOffset="-125769.379">10386 17408 3252 0,'0'0'324'0,"0"0"120"15,0 0-144-15,0 0 144 0,0 0 3740 16,0 0-2464-16,0 0-199 0,0 0-397 0,0 0-516 15,0 0 80-15,-83 22 92 16,79 13 12-16,0 10-16 0,4 3-152 0,0 2-156 16,0 4-8-16,8 1-20 0,0-8-84 15,0-6-184-15,0-6-172 16,4-7-72-16,0-5-12 0,4-10-64 0,-4-5-64 16,4-1-416-16,3-7-260 0,2 0-400 15,-2-7-908-15,-3-1-2177 0,5-12-2683 0</inkml:trace>
  <inkml:trace contextRef="#ctx0" brushRef="#br1" timeOffset="-125621.314">10753 17595 8352 0,'0'0'3205'0,"0"0"-1349"0,0 0-432 16,88-3 360-16,-60 0-20 15,4 0-560-15,-4-6-592 0,0-7-368 0,7-7-88 16,-3-3-156-16,4-7-552 15,-4-6-328-15,-1-2-352 0,-3 3-656 0,-7 6-2812 16,3-6-3529-16</inkml:trace>
  <inkml:trace contextRef="#ctx0" brushRef="#br1" timeOffset="-125328.632">10940 17119 4288 0,'0'0'5064'0,"0"0"-3219"0,0 0-177 15,0 0-40-15,-28 86-228 0,28-48-320 16,0 0-276-16,0 7-160 16,9-4-52-16,-1 7 56 15,3-4-84-15,2 3-112 0,2 5-124 0,5-2-48 0,0 1-48 16,0 2 24-16,0 2-135 0,0-4-85 16,0 3-36-16,-4-3-12 0,0-4-60 0,-5 1 23 15,2-7-23-15,-6 1-4 0,-3-7 32 16,0-4 44-16,-4-6 0 0,0-5 4 15,0-5 52-15,-4-2-56 0,-7-4-64 16,-2-2-44-16,-2-1-40 0,-5-2-20 16,0-4-88-16,-4-7-196 0,0-3-304 0,-8-6-128 15,4-5-228-15,0-2-448 16,-4-5-460-16,4-4-828 0,5 7-385 0,-5-20-2619 16</inkml:trace>
  <inkml:trace contextRef="#ctx0" brushRef="#br1" timeOffset="-125060.487">11586 17183 4728 0,'0'0'8349'0,"0"0"-6281"15,0 0-1124-15,80 79-116 0,-61-50 240 0,1-1-44 16,-8 1-216-16,4-1-332 15,-8 1-244-15,1 0-156 0,-5-4-28 0,-4 3-36 16,0 2-12-16,-4 1-4 16,-9 1-120-16,2 0-316 0,-10-1 12 15,1-2-60-15,-7 3-80 0,3-5-60 0,-8 3-152 16,4-5-196-16,-4 1-448 0,0-1-828 16,8-8-1809-16,-15 4-3111 15</inkml:trace>
  <inkml:trace contextRef="#ctx0" brushRef="#br1" timeOffset="-124341.082">13630 17072 4940 0,'0'0'8109'16,"0"0"-6229"-16,0 0-724 15,0 0-180-15,12 73 228 0,-1-42 12 0,-2 8-164 16,-1 5-392-16,3 1-320 0,-2-1-120 15,-5-6-111-15,4-3-109 0,-5-7-8 16,1-5-101-16,0-11-171 0,-4-2-196 0,4-6-24 16,-4-2-208-16,0-2-360 0,-4-2-640 15,0-5-1404-15,-7-9-3609 16</inkml:trace>
  <inkml:trace contextRef="#ctx0" brushRef="#br1" timeOffset="-124187.337">13438 16748 8836 0,'0'0'1940'0,"0"0"-1399"0,0 0-437 16,80-3-104-16,-48 0-48 16,4-4-801-16,-8 3-963 0,15-4-2392 0</inkml:trace>
  <inkml:trace contextRef="#ctx0" brushRef="#br1" timeOffset="-123894.068">14116 16906 12341 0,'0'0'2544'0,"0"0"-1348"0,0 0-380 16,0 0 484-16,-12 74 276 0,4-55-356 16,4-3-564-16,0-1-387 0,-4-2-85 15,8 0-4-15,0-7-180 0,0 4-80 16,0-3-104-16,8 1 88 0,4-2 84 0,4 5-48 15,4-5-25-15,0 3-3 0,3-2-128 16,1-2 68-16,0 2 40 16,-3 3 96-16,-2 0 8 0,5-1-4 0,-4 0-28 15,0 4 36-15,0-3 72 0,0-1-72 16,-8 0-72-16,-1-2-40 0,-2-1-180 16,-9 1-48-16,0-4-112 0,0 0 12 0,0 3 68 15,-9 1-144-15,-6-1-148 0,-1 4-292 16,-4-3-600-16,0-2-660 15,8-2-713-15,-12 1-3223 0</inkml:trace>
  <inkml:trace contextRef="#ctx0" brushRef="#br1" timeOffset="-116539.056">16179 17091 144 0,'0'0'404'0,"0"0"-404"16,0 0 4-16,0 0 64 0,0 0 284 15,0 0 160-15,0 0-84 0,0 0-168 16,0 0-260-16,0-32-272 0,0 29 140 15,4-4 56-15,-4 5-68 0,0-2-52 0,5-2 196 16,-5-1 196-16,4-2 12 0,0-1-12 16,0 4 52-16,-4-4-116 0,0 4 1288 15,0 3-1420-15,0 0-224 0,0 3-268 16,0-3 488-16,-4 3 4 0,0 0 116 16,4-4 276-16,-4 4 192 0,-1-3 304 15,5 3 100-15,-4-3-64 0,4 0-40 0,0 0-68 16,-3-3-36-16,3 2-72 0,0-5 44 15,0-1-199-15,-4-2-269 16,4-1 48-16,0 1 52 0,0-2 76 0,0 5 76 16,-4 2 164-16,0 1 112 0,-4 0 44 15,3 2-116-15,-2 1-40 0,-1-3-56 16,0 3-40-16,0-3-24 0,0 2-112 16,0-2-200-16,-3 0-84 0,2 3-76 15,1-4 16-15,0 7-16 0,0-3 4 16,-4 3 304-16,4 3-28 0,5 10-280 0,-6 3-108 15,1 12-80-15,4 5 80 0,1 4 72 16,-1 4 28-16,4 1-92 0,0-1 88 16,0-2-92-16,0-6-4 0,4-6 0 15,-1-5-120-15,1-10 44 0,4-5-68 0,4-4-4 16,4-3 40-16,0-10-40 16,5-6-44-16,-2-6-40 0,1-3 0 15,-4 0 48-15,0 0 0 0,-1-5 96 0,-2 8 88 16,-1 3 0-16,-5 0 12 0,-2 6 60 15,-1 7-24-15,0 3 24 0,0 3 88 16,0 3 108-16,-1 3-8 0,5 7-80 0,5 0-104 16,-6 3 8-16,5 3-36 15,4 0 12-15,-4 4-60 0,4-9-8 16,5 3-4-16,-2-4-84 0,1-1-40 16,4-5-20-16,-4-1-272 0,4-3-148 15,0-3-76-15,0 0-508 0,-1 0-788 16,-3 0-1888-16,1-3-2317 0</inkml:trace>
  <inkml:trace contextRef="#ctx0" brushRef="#br1" timeOffset="-115886.253">17634 16980 5580 0,'0'0'5433'0,"0"0"-3957"0,0 0-364 0,0 0-20 15,12 79 392-15,0-51-272 0,4-3-172 16,-1-2-288-16,2-4-236 0,-2-6-140 0,6-4-80 15,-5-2-116-15,3-7-44 0,2 0-52 16,-1-7-72-16,-5-2 112 16,9-7-124-16,-4-6-56 0,0-7-240 0,0 1 140 15,-4-7 20-15,-4 6-48 0,-4-3-108 16,-4 10-40-16,0-1 172 0,-4 4 64 16,-4 7-4-16,-4-4-96 0,-5 7 24 15,-2-4 124-15,-5 7-88 0,-4-4 48 16,0 1-24-16,0 6 44 0,0-1 68 15,0 4 88-15,5 4-76 0,2 11 124 0,6 8 84 16,-2 5 12-16,6 10-32 0,-1 4 56 16,4 5 0-16,4 5-60 0,0-2 88 15,0 4-52-15,4-7-112 0,4 2 16 16,-1-11-4-16,10-10-132 0,-2-9-60 0,5-10-84 16,1-2-52-16,3-7 96 15,-1-7-240-15,1-8-116 0,0-8-192 16,4-2-192-16,-4-6-228 0,-4-1-868 0,4-4-912 15,-9 11-1373-15,9-10 153 16</inkml:trace>
  <inkml:trace contextRef="#ctx0" brushRef="#br1" timeOffset="-115722.913">18100 16945 1540 0,'0'0'1080'0,"0"0"4812"16,0 0-3704-16,0 0-619 0,0 0 367 16,0 0-724-16,0 0-328 0,96 73 424 0,-68-48-480 15,0 7-324-15,0-3-60 0,-1-4-136 16,-3-6-236-16,-4 0-72 0,4-6-284 15,-4-4-256-15,0-6-112 0,-5 0-116 16,6-3-128-16,-5-3-512 0,-4-9-824 16,4-4-969-16,-8 3-1559 0</inkml:trace>
  <inkml:trace contextRef="#ctx0" brushRef="#br1" timeOffset="-115570.612">18539 16942 3088 0,'0'0'220'0,"0"0"5020"15,0 0-2707-15,-77-11-1057 0,50 18-312 16,-5 9 116-16,4 3-312 0,-3 7-80 15,3 5-340-15,-4 4-64 0,4 0 84 16,0 3-12-16,0-3-200 0,8-3-160 16,0-3-196-16,12-7 0 0,0-3-196 0,4-10-356 15,4-2-412-15,0-5-180 0,8-2-628 16,4-2-1208-16,4-8-2333 16,-4 1-883-16</inkml:trace>
  <inkml:trace contextRef="#ctx0" brushRef="#br1" timeOffset="-115293.661">18714 16512 5260 0,'0'0'2300'0,"0"0"1985"0,0 0-2981 0,0 0-540 16,0 0 428-16,12 81 4 15,-8-37-396-15,-1 6-204 0,1 11-128 16,1 2 28-16,-1 5 240 0,-4-5-260 0,0 0-156 16,4-6-136-16,0-7-184 15,0-4-124-15,3-9-144 0,6-11-40 0,-2-7 64 16,-3-7 36-16,5-5-100 0,-6-7-124 16,1-7-184-16,1-5-264 15,-5-11-364-15,0 1-1208 0,-4-3-1649 0,0 3 97 16,-8-7-848-16</inkml:trace>
  <inkml:trace contextRef="#ctx0" brushRef="#br1" timeOffset="-115103.205">18642 16906 900 0,'0'0'1172'0,"0"0"2800"16,0 0 1217-16,-96-31-3153 0,81 31-436 15,2 0-252-15,9 9-152 0,4 0-292 16,0 4-312-16,13 4-64 0,6-2-48 16,5 1 20-16,8-6-12 0,4-4-76 15,3-6-180-15,-2 0-100 0,7-3-132 16,-9-10-120-16,1 1-220 0,-4-4-136 0,0 0-156 15,-4-3-180-15,0 3-184 16,-4-3-180-16,0 6-568 0,-9 0-1100 16,2 7-1341-16,-10 3-367 0,-3 3 749 15</inkml:trace>
  <inkml:trace contextRef="#ctx0" brushRef="#br1" timeOffset="-114835.735">19044 16852 1356 0,'0'0'3128'0,"0"0"1696"0,0 0-1999 16,0 86-569-16,0-63-696 0,0-1-268 0,0 0-216 15,5 0-248-15,3-6-20 0,-1-7-248 16,5 1-192-16,4-10-356 0,0 0-12 15,4 0-172-15,0-10-120 0,0-2 36 0,0-4-64 16,-4-6-72-16,4 3-36 16,-4-3 20-16,-8 3 4 0,-1 6 120 0,-3 1 60 15,-4-1 100-15,0 7 124 0,-4-1 44 16,-7 3-40-16,-6 4 96 0,-2 0 36 16,-5 0 112-16,0 6-12 0,4 7-52 0,-3 4 60 15,2 5-56-15,6 6-56 0,2 4 40 16,2 3-36-16,-2 4-36 0,2-6-40 15,3 0-24-15,-1-2-36 0,1-8-72 16,8-11-188-16,0-2-380 0,0-7-308 0,0-3-484 16,13-9-576-16,-1-11-520 15,-5 5-741-15,14-17-4115 0</inkml:trace>
  <inkml:trace contextRef="#ctx0" brushRef="#br1" timeOffset="-114570.675">19296 16879 1056 0,'0'0'10041'0,"0"0"-5745"0,0 0-2828 0,0 0-584 15,40 75-304-15,-37-43 76 16,1 3-104-16,0 0-160 0,0 2 36 0,5 1 340 16,-2-5 229-16,1-8-453 0,5-6-544 15,-6-10-192-15,5-2-208 0,-4-4 47 16,4-3 73-16,0-3-48 0,0-10-172 16,0-3-40-16,3-6 16 0,-2-3-104 15,2 0 60-15,-2 0 40 0,-2 2 156 16,2-3-100-16,-5 7-240 0,-1 0 144 0,-3 7 252 15,0 2 316-15,-4 10 140 16,0 0 360-16,0 0 192 0,0 6-268 0,0 4-200 16,-4 0-220-16,4-1-4 0,0-3-324 15,0-2-400-15,8-4-912 0,8-4-748 16,5-2 611-16,-2-3-5003 16,13-11 3380-16</inkml:trace>
  <inkml:trace contextRef="#ctx0" brushRef="#br1" timeOffset="-114267.218">19937 16815 5368 0,'0'0'8897'16,"0"0"-6265"-16,0 0-1440 0,0 0-368 0,-55 66 280 16,38-43-372-16,-3-1-36 15,5 0 117-15,-2-3-473 0,6 0-172 0,-1-3-32 16,3-3-136-16,9-1-8 0,-4-2-80 16,4-4-32-16,0 3 24 0,4-2 24 15,5 2-4-15,3-2 76 0,3 2 0 16,1 0 52-16,1 2-4 0,2-3-44 15,1 3 44-15,-4-5-40 0,4 3 4 0,-5 1 44 16,-2 0-56-16,-1-1-8 16,0 0 8-16,-4 1 0 0,-4-1 4 0,0 1 4 15,-4 0 4-15,-4 2-12 0,0-2-144 16,-8 0-52-16,4-5-56 16,-4 2-189-16,-1-4-91 0,6-3-16 0,-1 0-100 15,0-6-312-15,4-10-768 0,4-3-1228 16,0 0-1833-16,4-19-1519 0</inkml:trace>
  <inkml:trace contextRef="#ctx0" brushRef="#br1" timeOffset="-114156.768">20184 16964 2936 0,'0'0'9649'15,"0"0"-7385"-15,0 0-628 0,0 0-332 0,0 0-132 0,0 0-164 16,48 79-192-16,-48-60-460 0,-12-2-140 16,4-9-44-16,0 3-136 15,-4-5-36-15,4-6-180 0,0 0-540 0,-4 0-320 16,4-11-844-16,4 5-2924 0,-8-9-2753 15</inkml:trace>
  <inkml:trace contextRef="#ctx0" brushRef="#br1" timeOffset="-113738.862">20168 16808 3696 0,'0'0'9217'0,"0"0"-7477"16,0 0-1008-16,0 0-216 0,0 0-316 0,0 0-200 15,0 0-200-15,0 0-316 16,88-3-416-16,-76 6 144 0,-1 4-80 15,-2 5-156-15,-1 7 147 0,-1 3 597 0,-3 3 280 16,1 8 220-16,-5 2 257 0,4-1 527 16,0 1-176-16,3 0 0 0,5-7 1328 15,1-2-556-15,2-7-1144 0,1-9-24 0,0-4-432 16,8-6 0-16,4 0-148 16,4-3 52-16,3-3 96 0,1-8 48 0,1 6-48 15,-1-3-208-15,-8 5 84 0,-1 0 124 16,-3 4-12-16,-4-5 36 0,-9 3-24 15,2 1 48-15,-9 0 76 0,-4-3 36 16,0-1 52-16,-8 1-16 0,-4 0-192 16,-4-1 4-16,0 5 92 0,-4 2 172 15,0 0 220-15,0 0 44 0,1 5-132 0,-2 5-172 16,1 3-232-16,1 3-220 16,-1 3 60-16,4 0 152 0,0-3 8 0,8 0-60 15,-1-7-124-15,5-3-156 0,1-2-164 16,3-4-112-16,3-7-296 0,10-2-692 15,-1-4-340-15,4-7-492 0,-1 1-857 16,2-2-1107-16,-2-2 193 0,2 4 4207 16</inkml:trace>
  <inkml:trace contextRef="#ctx0" brushRef="#br1" timeOffset="-113541.874">20690 16951 1472 0,'0'0'1608'0,"0"0"-1012"16,0 0 6120-16,0 0-5363 0,0 0-865 16,0 0 24-16,0 0 152 0,0 0 532 15,75 13 36-15,-62 3-452 0,-9-1-504 16,4 5-152-16,-1-1-24 0,-3-4-100 15,5 1-4-15,-5-2-160 0,3-2-20 16,-3-3-16-16,0-3 148 0,5-2-8 0,-5-2-4 16,0-2 64-16,-1 0 112 0,5 0 224 15,-8 0 0-15,4 0-332 16,-4 11-4-16,0 1 0 0,0 7 52 0,0 3-52 16,0 7-312-16,-4-4-236 0,-4 4-348 15,8-9-696-15,0-6-2541 16,0-1-4487-16</inkml:trace>
  <inkml:trace contextRef="#ctx0" brushRef="#br1" timeOffset="-112803.911">21822 17008 10000 0,'0'0'5161'0,"0"0"-3225"16,0 71-180-16,15-44-604 0,6 2 336 16,7-3-275-16,4-7-353 0,7-7-436 15,4-9-232-15,10-9-72 0,3-16-36 16,3-14-84-16,9-8-96 0,-4-9-12 16,-1-5-268-16,-3-1-156 0,-8-2-120 15,-8 7-40-15,-9 6-37 0,-11 11-563 0,-11 4-664 16,-5 5-748-16,-8 6-192 0,-4-1-185 15,-9 8-163-15,-6-5 808 16,-9 5 2228-16,4-1 208 0,-8-3 1784 16,0 3 364-16,4-1-500 0,4 5 136 0,5 3-103 15,2 9-325-15,6 0-80 0,2 9-116 0,5 14-296 16,-3 8-396-16,3 17-120 16,0 12 84-16,0 14 432 0,-1 8-152 0,1 6-200 15,0 11 108-15,-3 2-132 0,-1 1-184 16,-8 2-47-16,4-2-149 0,-8 1-100 0,1-9 112 15,-2-7-60-15,1-12-60 0,5-8 8 16,2-9-8-16,1-18-8 16,9-8-64-16,-1-13-48 0,4-12-257 0,0-7-87 15,0-4-204-15,0-15 192 0,4-6 36 16,3-10 24-16,1-5-100 16,1-12-620-16,2-8-892 0,1 12-2064 0,0-34-2005 15</inkml:trace>
  <inkml:trace contextRef="#ctx0" brushRef="#br1" timeOffset="-112635.373">22754 16967 3892 0,'0'0'10769'0,"0"0"-8893"0,0 0-952 0,32 89 16 16,-28-58 400-16,-4 1-12 0,-4 0-351 16,-4-3-505-16,-1-1-292 0,2-6-84 15,-1 0-96-15,4-6-84 0,-4-5-400 16,4-3-281-16,-4-4-211 0,0-4-160 15,1 0-628-15,-2-12-2168 0,1 1-1961 16,0-14-1671-16</inkml:trace>
  <inkml:trace contextRef="#ctx0" brushRef="#br1" timeOffset="-112488.029">22687 16681 2540 0,'0'0'9673'0,"0"0"-7645"0,0 0-604 15,0 0 168-15,0 0-280 0,0 0-304 16,0 0-276-16,75-2-364 0,-55 10-160 15,-1 3-208-15,2-5-60 0,-1 2-480 16,-1-1-388-16,5 0-244 0,-3-2-652 16,-6-1-2096-16,5-1-1953 0</inkml:trace>
  <inkml:trace contextRef="#ctx0" brushRef="#br1" timeOffset="-112170.404">23069 17049 6168 0,'0'0'8729'0,"0"0"-7745"0,3 89-824 0,1-66 284 0,5 2 304 15,-1-9 292-15,7-7-472 16,-2-3-288-16,11-6-156 0,-1-6-124 0,9-10 0 16,0-6-296-16,8-6-144 0,-4-5-168 15,0 0-12-15,-1 1 100 0,-7 3 268 16,-7 6 192-16,-6 4 60 0,-7 4 12 16,-3 2 212-16,-5 3 136 0,-5 3 124 15,-7 2 0-15,-3 2 84 16,-2 3 0-16,-3 6-16 0,5 7-52 0,-6 9-208 0,6 7-120 15,-2 2-88-15,6 7-8 0,-2-2-4 16,2 4-64-16,3-5-8 0,4-3-64 16,0-3-48-16,4-7 100 0,4-10-132 15,4-8-88-15,7-4 0 0,2-7-40 0,7-11 28 16,4-14-260-16,0-3-260 0,8-7-264 16,-5-5-460-16,5-1-204 15,-8 10-184-15,12-22-3129 0</inkml:trace>
  <inkml:trace contextRef="#ctx0" brushRef="#br1" timeOffset="-111996.435">23838 16259 3008 0,'0'0'7700'0,"0"0"-5455"15,0 0-629-15,0 0-392 0,0 0-120 16,0 0-160-16,-4 79-228 0,0-34-236 0,0 2-24 16,-1 10 80-16,1 1 232 15,0-1-244-15,4 3-292 0,0-3-220 0,0 4 36 16,8-4-84-16,-3-7 36 0,-1-2-792 15,0-7 24-15,3-6-348 0,1-3-180 16,1-7-868-16,6-6-884 0,-2-6 163 0,6-3-6195 16</inkml:trace>
  <inkml:trace contextRef="#ctx0" brushRef="#br1" timeOffset="-111652.816">24105 17131 3844 0,'0'0'248'16,"0"0"6352"-16,0 0-3539 0,0 0-649 15,0 0-764-15,0 0-564 0,0 0-348 16,0 0-64-16,0 0-36 0,0 0-112 15,0 0-244-15,-20 42-280 0,20-42 0 16,0 0-208-16,0 0-72 0,3-3-60 0,5-3 0 16,5-4 156-16,2-9-24 0,2-4 84 15,3-8-20-15,-1-3-164 0,5-5-72 16,-3-2 84-16,-2-7 64 0,5-3-28 16,0-6-84-16,-5-6-92 15,-2-4-208-15,-2-3 132 0,-2 4 412 0,-6 2 100 16,1 10 100-16,-4 13 248 0,-4 16 240 15,5 12 128-15,-5 13 100 0,0 3-192 16,-5 9-172-16,1 14-96 0,-4 6-124 16,1 9-136-16,-6 9 16 0,5 5 168 0,-3 2 0 15,3 6 48-15,-1 1-63 0,-2 0-57 16,-2 0-208-16,2-5-208 0,3-4-521 0,0-5-391 16,0-2-96-16,0-8 220 15,4-1-1768-15,-4-7-2729 0,0-10-683 16</inkml:trace>
  <inkml:trace contextRef="#ctx0" brushRef="#br1" timeOffset="-111104.143">24981 16767 380 0,'0'0'9368'0,"0"0"-7703"0,0 0 91 0,0 0-424 15,0 0-96-15,-84 79-220 16,72-46-108-16,-3 0-116 0,-1 9-128 0,8-7-184 15,-5 0 20-15,9-7-20 0,1-5 44 16,-1-14-148-16,4-2-172 0,4-7-204 16,7 0-136-16,6-4 80 0,7-4 56 15,4-9 0-15,0-5-44 0,4-3-68 0,-4-1-80 16,-1 1 32-16,-7 3 52 0,0-1-112 16,-5 2 0-16,-2 2-96 0,-5-1-16 15,-1 4 0-15,-7 3 112 0,0 4 48 16,-3-1 48-16,-9 4 4 0,-1 3-40 15,-6 3-4-15,-5 6-80 0,0 7 32 16,0 6-96-16,5 6-28 0,-2 1-424 16,10 0-596-16,-2-5-904 0,9-5-1933 15,4 3-2215-15</inkml:trace>
  <inkml:trace contextRef="#ctx0" brushRef="#br1" timeOffset="-110954.632">25344 16824 7476 0,'0'0'6713'0,"0"0"-5309"15,0 0 248-15,88-9-404 0,-69 5-248 0,1-2-464 16,0-3-340-16,0-4-196 16,4-3-148-16,0-6-340 0,0-4-164 15,4-2-224-15,-5-1-264 0,5-3-592 0,-8 4-1064 16,-4 6-1649-16,0-10 53 0</inkml:trace>
  <inkml:trace contextRef="#ctx0" brushRef="#br1" timeOffset="-110705.633">25682 16393 236 0,'0'0'2504'0,"0"0"-1656"16,0 0 4128-16,0 0-2620 15,-84-58-855-15,73 54-21 0,3 4 128 16,3 0-392-16,2 14-592 0,-1 4-364 0,0 12 0 16,4 7 100-16,0 12 132 15,0 3 344-15,0 10-372 0,0 4-208 16,0 10-60-16,4 0-72 0,-4 6-64 0,-4 1-60 16,-4 3-84-16,-4-6 32 15,-4-1-32-15,0-2-64 0,0-8 40 0,0-9 36 16,4-3 20-16,1-12-8 0,-2-4 48 15,2-9-60-15,3-7-296 0,-5-5 48 16,6-11 0-16,-1-6-84 0,-1-3-128 0,5-3-348 16,-7-10-252-16,3-6-544 15,3-6-196-15,-3-7-1053 16,5 3-2047-16,-1-18 980 0</inkml:trace>
  <inkml:trace contextRef="#ctx0" brushRef="#br1" timeOffset="-110120.761">26822 16948 3920 0,'0'0'260'0,"0"0"5500"0,0 0-4467 0,0 0 15 16,0 0-120-16,0 0 92 0,0 0-60 15,0 0 52-15,0 0-296 16,-80-57-236-16,64 64-444 15,-4 7-140-15,1 5 52 0,-1 11 0 0,-5 8 64 0,1 3 56 16,5 3 112-16,-1-2-76 0,8-7-224 0,4-7-140 16,8-6-84-16,0-12-112 15,3-4-96-15,14-6 12 0,3-6 172 16,8-7-4-16,-1-12-92 0,6-7 20 0,3-7 0 16,-1-1-48-16,-3-2-24 15,4-5 44-15,0-5-8 0,-5 2-148 0,5-10-76 16,-8 0-188-16,4-8-52 0,-8-4 172 15,0-1 44-15,-8-3 232 0,0 2 236 16,-8 7 36-16,-4 15-24 0,-4 6 560 0,0 21 136 16,0 13 188-16,0 8-60 0,0 4-256 15,-4 10-104-15,-4 6-96 16,0 9-308-16,0 13 16 0,-4 12 108 0,0 12 156 16,4 1 220-16,-4 4-183 0,1-4-193 15,-2 0-196-15,1-6-24 0,0-2-501 16,0-5-155-16,1-5-140 0,2-8-124 15,5-1-376-15,4-7-780 0,0-14-1084 16,4 1-3669-16</inkml:trace>
  <inkml:trace contextRef="#ctx0" brushRef="#br1" timeOffset="-109859.537">27065 16942 5092 0,'0'0'7181'0,"0"0"-4737"16,0 0-1148-16,0 0-304 0,0 0 136 0,0 0-104 15,0 0-20-15,0 0-272 0,0 0-196 16,99 41-284-16,-67-57-240 0,8-3-12 15,4-6-264-15,-4-7-128 0,-1 0-96 16,2 0 112-16,-9 4 56 0,-9 5 148 0,-3 5-8 16,-3 2 32-16,-14 5 148 0,-3-1 232 15,0 5 60-15,-7-1-84 0,-10 2-96 16,-3-1 24-16,-3 7 32 0,-5 0-8 16,4 7-112-16,0 7 36 0,0 9-40 15,0 5-44-15,0 8-64 0,4 2-56 16,1 0-16-16,2-1-8 0,6-4-100 15,-2-2-320-15,9-5-124 0,0-4-64 0,4-3-92 16,8-10-456-16,5-5-808 0,10-4-941 16,1-9-1823-16,0-4-1000 0</inkml:trace>
  <inkml:trace contextRef="#ctx0" brushRef="#br1" timeOffset="-109455.62">27794 16712 11657 0,'0'0'5612'0,"0"0"-4572"15,0 0-228-15,0 0 440 0,-80 87-268 0,49-43-167 16,3 4-225-16,-4-1-288 16,8 1-172-16,3-7-132 0,10-6-112 15,7-10-264-15,4-6-192 0,0-6 19 0,12-6 53 0,4-7 152 16,4 0 64-16,3-7-12 16,5-8 48-16,0-5-148 0,0-2-308 15,0-3-64-15,-4 3 380 0,0 2 284 0,-4-2 48 16,0 7 40-16,-1-1-36 15,2 3 48-15,-10 3 0 16,6 10 172-16,-10 0 240 0,-3 7 128 0,5 9-72 0,-5 3-184 16,0 9-284-16,-4 4 0 0,0 6 4 0,0 7 4 15,-4-1 52-15,-5 7-8 16,-2-1-4-16,-5 1 124 0,-4 3-88 16,-4 0-12-16,0-3 4 0,-4 0-4 15,1-3 64-15,-1-7-76 0,0-6-56 0,3-7-4 16,5-9-4-16,9-6 4 15,-6-9 0-15,10-4-332 0,-1-11 4 0,0-4 8 16,4-10 112-16,-1-4 108 0,5-6 28 16,0-10-100-16,-3-2-348 0,3-10-236 15,0-10-896-15,3 0-268 0,2-9-340 0,-1 0-221 16,4 19-115-16,0-32-1496 0</inkml:trace>
  <inkml:trace contextRef="#ctx0" brushRef="#br1" timeOffset="-108605.736">28177 16786 10348 0,'0'0'1737'0,"0"0"-497"0,0 0-32 15,0 0 228-15,0 0-136 0,0 0-208 0,0 0-268 16,0 0-236-16,0 0-24 15,0 0-52-15,67-41-88 0,-54 57 88 0,-6 3 45 16,-3 9-157-16,4 1-156 0,-8 2-148 16,0 5-56-16,0-5-40 0,0-2-4 15,0 0-68-15,-4-4 72 0,0-9-84 16,4-3-40-16,0-11-20 0,0-2-96 0,0 0-88 16,0 0-137-16,8-9 149 0,5-4 304 15,2-6 12-15,5-3 0 0,8-10-72 16,-1-5-256-16,6-1-148 0,3-7-220 15,-1 0-276-15,1-2-672 16,4-2-1108-16,-12 12-1613 16,4-14-1867-1</inkml:trace>
  <inkml:trace contextRef="#ctx0" brushRef="#br1" timeOffset="-108327.836">28699 16634 860 0,'0'0'6808'0,"-13"66"-2927"0,9-35-2841 0,0 1 44 0,4 7 96 15,0-11 112-15,0-2-336 0,8-7-400 16,5-10-280-16,2-2-116 15,5-7-116-15,4 0-44 0,1-12-136 0,6-11-124 16,1 1-212-16,4-7-212 0,-4 0-84 0,0 1 164 16,-8 3 328-16,-1 2 160 15,-7 2 116-15,-8 4 52 0,-4 1 164 0,-4 4 96 16,0 2 240-16,-8-3 140 0,-3 4-4 16,-2 3-144-16,-2 3-136 0,-2 3 148 15,2 0-92-15,-5 12-216 0,-1 4-88 16,6 3-4-16,-5 9 40 0,4 2 48 0,0 1-24 15,4 1-72-15,8-4-108 16,0-2-40-16,4-4-144 0,0-3-88 16,4-7-28-16,8-5-180 0,4-3-136 0,7-4 12 15,2-7-228-15,3-9-440 0,3-6-772 16,-7 6-2045-16,12-9-1891 0</inkml:trace>
  <inkml:trace contextRef="#ctx0" brushRef="#br1" timeOffset="-108027.082">29189 16726 4700 0,'0'0'10949'0,"0"0"-9393"0,-20 70-1148 16,12-39-72-16,0 1 84 16,8-4-112-16,0-3-284 0,8-8-24 15,3-8-508-15,10-5 112 0,3-4 164 0,4 0-116 16,-1-13-152-16,6 1 128 0,-2-7-72 16,-4-4 56-16,-2 4 300 0,-5 0 88 15,-5 0 436-15,-2 3 148 0,-2 0-88 16,-7 3 40-16,0 1-28 0,-4-4-76 15,0 6-124-15,0 1 36 0,-8 2 76 0,1 5 32 16,-5 2-24-16,0 9-28 0,0 3-276 16,-4 8-124-16,-4 2-100 15,4 3 52-15,-4 0 48 0,8 1 0 0,0-1-60 16,4-2-268-16,4-1 8 0,0-6-48 16,4 0 16-16,0-4 32 0,0-2-188 15,8-4-468-15,4-6-1000 0,4 0-980 16,0-6-1833-16,-4-1-1715 0,12-8 6324 15</inkml:trace>
  <inkml:trace contextRef="#ctx0" brushRef="#br1" timeOffset="-107369.852">30213 16312 3892 0,'0'0'1144'0,"0"0"1732"0,0 0-2124 0,0 0-168 16,0 0 112-16,0 0 289 0,0 0-317 15,0 0-140-15,0 0-80 0,80-2-104 16,-77 2-116-16,-3 0-24 0,0 0 40 0,0 0 224 16,0 0 244-16,0 0-196 15,0 0-264-15,-3 2-64 0,3-2-64 0,0 0-64 16,0 0-60-16,0 0-12 0,0 0-52 16,0 0-48-16,0 0-64 15,0 0-316-15,0 0-264 16,0 0-124-16,0 0-24 0,0-2-124 15,3-4-585-15,-3 0-887 0,0-1-2868 0,0 3 4232 0,0-2 265 16,-3 37 870-16</inkml:trace>
  <inkml:trace contextRef="#ctx0" brushRef="#br1" timeOffset="-105453.411">30037 16506 104 0,'0'0'7224'15,"0"0"-4608"-15,0 0-859 0,0 0-529 16,0 0 120-16,0 0-20 0,0 0-188 15,0 0-292-15,12-69-228 0,-4 59-176 16,4 1 32-16,4-4-32 0,4 1-140 0,7-1-32 16,5 3-4-16,5 3-24 0,3 0-36 15,-5 7 72-15,1 0 24 16,-4 11 36-16,-4 2 73 0,-4 5-413 0,-4 2 0 16,-8 2 4-16,-5 0 56 0,-3 3-60 15,-4 4-4-15,-4-3-56 0,-7 5 12 16,-9-2 36-16,0-1-84 0,-8 1-112 0,4 3 11 15,-4-4 53-15,0 4 8 16,0-3 28-16,-4-1 0 0,4-2 60 16,4-1 40-16,-3-3 4 0,7 1 4 0,0-4 0 15,8-7 0-15,4-2 8 0,0-4 40 16,8-3 84-16,0 1-60 16,5-4 16-16,6 3 104 0,5 3 161 0,12-3-97 15,7 3-36-15,6-2 32 16,6-4-68-16,5 0-4 0,0 0-64 0,-1-4-116 15,2-2-72-15,-5 0 60 0,-1 0-108 16,-3-1-88-16,-4 1-80 0,0-4 32 16,-5 4-389-16,-7-4-315 0,0 3-68 15,0-1-412-15,-8 2-1080 0,-4-1-2313 0,-4 3-2671 16</inkml:trace>
  <inkml:trace contextRef="#ctx0" brushRef="#br1" timeOffset="-105179.78">31464 16859 12377 0,'0'0'9745'16,"0"0"-8657"-16,0 0-748 0,0 0-28 16,0 0 280-16,0 0 516 15,0 0-408-15,0 0-640 0,0 0-60 0,0 0-252 16,-37 22-40-16,37-22-104 0,0 0-180 16,0 0-124-16,-4-2-244 0,-3 2-1093 15,3-4-2579-15,-13 4-2621 0</inkml:trace>
  <inkml:trace contextRef="#ctx0" brushRef="#br1" timeOffset="-98148.797">18041 18081 2940 0,'0'0'860'16,"0"0"820"-16,0 0 1504 15,0 0-1244-15,0 0-487 0,0 0 71 0,0 0-196 16,0 0 36-16,0 0-180 0,0 0-320 16,0 0-184-16,24-34-80 0,-24 36-12 15,0 3-52-15,-5 0-184 0,-7 4-336 0,1 4-16 16,-9 7-148-16,-5 2 64 15,1 6-16-15,-3 1 40 0,7 3-12 16,0-4-28-16,0-2-8 0,8-5 24 0,0-4 8 16,8-2-8-16,1-5 24 0,3-3-76 15,0-5-48-15,3 5 12 0,5-1 160 16,4 1 12-16,4-1 88 0,0-3-4 16,0 3-24-16,-4-2 16 0,4-1-68 15,-4 3-8-15,-5-3 8 0,6 0 52 16,-5 4-56-16,-5-1 8 0,1 1 72 15,0 2-20-15,1 3 44 0,-1 2-8 16,-4-2-88-16,0 2-4 0,-4-3-8 0,-1-1 0 16,-3 2-68-16,1-1-20 0,-5-5-48 15,3 0-108-15,-2-4-148 0,3-2-72 16,-4 0-44-16,4 0-120 0,0-2-252 16,4-8-440-16,-1-5-664 0,5-2-885 15,0-4-1943-15,9-5-512 0,-1 7 4712 16,8-7 553-16</inkml:trace>
  <inkml:trace contextRef="#ctx0" brushRef="#br1" timeOffset="-98011.527">18200 18224 5792 0,'0'0'1056'0,"0"0"3233"15,0 0-2773-15,0 0-676 0,0 0 52 16,0 0 304-16,0 0 112 0,32 70-328 16,-32-51-448-16,0 4-176 0,0-1-148 15,0 0-120-15,-4-7-88 0,0-2-60 16,0-2-64-16,4-6-344 0,-5-5-312 0,5 0-252 15,-4-3-540-15,4-4-2496 0,-7-12-2461 16</inkml:trace>
  <inkml:trace contextRef="#ctx0" brushRef="#br1" timeOffset="-97855.669">18204 18068 5976 0,'0'0'6905'0,"0"0"-5493"16,0 0-916-16,0 0 348 0,0 0 324 15,0 0-460-15,80-6-384 0,-61 3-324 16,1-2-164-16,1-2-716 16,-2-3-252-16,-3 0-1296 0,8 4-2945 0</inkml:trace>
  <inkml:trace contextRef="#ctx0" brushRef="#br1" timeOffset="-97611.438">18503 18186 3008 0,'0'0'10945'0,"0"0"-9669"0,0 0-1188 0,0 0 216 15,0 0 540-15,0 0 336 16,0 0-264-16,0 0-560 0,0 0-208 16,0 0-36-16,75 63-40 0,-66-56-64 0,-5 3-4 15,-4 3 72-15,0 2 8 16,0 4 188-16,0 4-28 0,-4-1-60 0,-1 0-76 16,1 0 4-16,0-3-4 0,0-3-64 15,4-4-44-15,0-5-72 0,8-1-24 16,5 1 80-16,2-3-68 0,5-4-172 15,0 0-148-15,4-4-212 0,0-6-24 16,-4-5-140-16,3-2-400 0,1-5-892 16,-3 6-1829-16,-2-6-2035 0</inkml:trace>
  <inkml:trace contextRef="#ctx0" brushRef="#br1" timeOffset="-97306.699">18933 18287 11065 0,'0'0'1772'0,"0"0"-1236"15,0 0 36-15,0 0 464 0,0 0-40 0,0 0-480 16,0 0-516-16,0 0-36 0,0 0-28 16,83-33-60-16,-66 10-132 15,-6 4-184-15,2-1 0 0,-6 1 0 0,1 7 84 16,-4-1 104-16,1 7 224 0,-5 2 28 16,0 2 320-16,-9 2 108 0,1 0-12 15,-7 0 12-15,-1 6 76 0,-5 3-100 0,6 4-32 16,-5 3-96-16,4 3 20 0,0 3 152 15,4 6 228-15,0 4-244 0,4 0-224 16,-4 0-84-16,4 0-124 0,0-1 0 16,4-6-60-16,0-4-164 15,0-6-316-15,4-5-76 0,0-8-56 0,0-2-224 16,4 0-240-16,4-8-216 0,4-6-668 16,-4 4-2037-16,4-15-2659 0</inkml:trace>
  <inkml:trace contextRef="#ctx0" brushRef="#br1" timeOffset="-97194.977">19152 18256 928 0,'0'0'428'0,"0"0"-428"0,0 0-520 0,0 0 220 16,0 0 232-16,0 0-112 16,0 0-107-16</inkml:trace>
  <inkml:trace contextRef="#ctx0" brushRef="#br1" timeOffset="-96289.394">19774 18304 3420 0,'0'0'7096'15,"0"0"-5527"-15,0 0-89 0,0 0-360 16,0 0 164-16,0 0 16 0,0 0-160 0,0 0-228 15,0 0-204-15,0 0-316 0,0 0 180 16,59 9 172-16,-15-9-295 0,-4 0-233 16,4 0-216-16,-5-7 0 0,-2 2-108 15,-9-5-196-15,-1-2-169 0,-7 1-247 16,1 2-220-16,-10-1-436 0,1 4-1024 0,-7 3-1984 16,-5 3-1713-16</inkml:trace>
  <inkml:trace contextRef="#ctx0" brushRef="#br1" timeOffset="-96156.039">19981 18447 7024 0,'0'0'6025'0,"0"0"-4753"0,0 0-968 16,0 0 388-16,0 0 228 0,0 0-220 0,99 54-240 16,-63-51-396-16,4-3-64 0,4 0-360 15,-1-10-264-15,6-5-472 0,-2-5-548 16,-6 5-1549-16,14-10-2975 0</inkml:trace>
  <inkml:trace contextRef="#ctx0" brushRef="#br1" timeOffset="-95753.695">20925 18199 1540 0,'0'0'10797'0,"0"0"-9445"0,0 0-1108 0,0 0 172 16,0 0 392-16,-92-61 292 0,77 59-152 15,-2 2-292-15,2 6 96 0,-2 10-184 16,6 6-288-16,-6 3-132 0,6 3 60 16,-1 5 60-16,3-5-8 0,2-3-136 0,7-8-124 15,-4-8-72-15,4-3-248 0,0-6-68 16,4 0-68-16,3-9-184 16,6-4 284-16,-1-6 48 0,4-4-192 0,-1 2-332 0,6-5-172 15,-6 0 232-15,2 4 316 16,-6 7 104-16,2-1 20 0,-6 9 128 15,1 1 204-15,1 6 128 0,-1 0 444 0,-1 10 100 16,1 2-20-16,-4 4-148 16,5 6-100-16,-2 7 32 0,1 0-112 15,0 6-64-15,0 2 100 0,-4 8 24 0,4 3 36 16,-4 2-88-16,-4 7-84 0,0 4-88 16,0-1-52-16,0 4-96 15,0-4-12-15,0 1-68 0,0-7-312 0,4-7 60 16,-1-12 72-16,2-13-208 0,3-12-352 0,0-8-568 15,-1-8-864-15,-2-3-605 16,3-26-2391-16</inkml:trace>
  <inkml:trace contextRef="#ctx0" brushRef="#br1" timeOffset="-95393.991">21065 17830 7312 0,'0'0'6509'16,"0"0"-5405"-16,0 0-780 0,0 0 232 16,0 0 908-16,0 0-324 0,87-44-452 15,-71 41-428-15,4 3-204 0,-5 0-52 16,2 3-4-16,-1 6 0 0,-4 4 48 15,-1 0 28-15,-2 6-16 0,-9 3 28 16,0 3 8-16,0 5 0 0,-9 1-80 0,2 1 56 16,-5 0 48-16,0-4-20 0,4-2 36 15,4-8 68-15,0-1 40 16,4-6 280-16,0 0-332 0,4-5-192 0,8-4-48 0,8 3 48 16,0-5 0-16,7-5-144 0,6-3-184 15,-6-5-292-15,5 1-152 16,1-5-88-16,-6 4-400 0,-3 4-1360 0,-4-1-2613 15,4 4-3935-15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32767" units="deg"/>
          <inkml:channel name="T" type="integer" max="2.14748E9" units="dev"/>
        </inkml:traceFormat>
        <inkml:channelProperties>
          <inkml:channelProperty channel="X" name="resolution" value="3854.94116" units="1/cm"/>
          <inkml:channelProperty channel="Y" name="resolution" value="5461.1665" units="1/cm"/>
          <inkml:channelProperty channel="F" name="resolution" value="91.01945" units="1/deg"/>
          <inkml:channelProperty channel="T" name="resolution" value="1" units="1/dev"/>
        </inkml:channelProperties>
      </inkml:inkSource>
      <inkml:timestamp xml:id="ts0" timeString="2023-06-27T07:41:35.389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15626 1155 2704 0,'0'0'0'15,"0"0"0"-15,0 0 352 0,0 0 4708 0,0 0-3468 16,0 0-456-16,0 0-171 0,0 0 63 16,0 0-36-16,-4-3-128 0,4 3-260 15,0 3-188-15,0-3-104 0,-4 3-20 16,0 4-116-16,0 2-52 0,0 5 40 15,-4 0-52-15,4 5 12 0,-4 4 52 0,4 3-16 16,-4 2 36-16,0 4-72 16,0 9-48-16,0 1 48 0,4 6-120 0,1 2 72 15,-6 8-76-15,9-1 0 0,-4 2 4 16,4 5 4-16,0-4-4 0,0-2 0 16,9-8 56-16,-2-2-48 0,1-11 48 15,4-1-60-15,0-7-52 0,4-7-8 16,-8-6-16-16,8-7 4 0,-5 1-16 15,6-7-408-15,3-3-76 0,-4 0-96 16,8-3-364-16,-4-7-348 0,-1-6-576 0,-2 3-1105 16,-2-9-2223-16</inkml:trace>
  <inkml:trace contextRef="#ctx0" brushRef="#br0" timeOffset="234.097">15797 1769 5344 0,'0'0'5993'0,"0"0"-4877"15,0 0-720-15,0 0 392 0,0 0 684 0,0 0-300 16,84-17-248-16,-61 14-208 0,5 3-160 16,4 0-88-16,-4 0-148 0,4-3-160 15,0 3-48-15,0-2-44 0,-4-3-68 0,0-1-60 16,0 3-200-16,-4-3-352 15,0 2-156-15,-5-2-312 0,-2 0-428 0,-10 6-1068 16,1-6-2501-16</inkml:trace>
  <inkml:trace contextRef="#ctx0" brushRef="#br0" timeOffset="513.866">16088 1885 5076 0,'0'0'6461'0,"0"0"-4489"16,0 0-1388-16,0 0-508 0,5 73 404 15,-5-43 656-15,0 3 104 0,0 9-432 0,0 9-304 16,0 0-208-16,0 5-184 0,0 2-100 16,0 2 0-16,0 1-12 15,0-4-12-15,3 0-36 0,1-13-12 0,4-2 44 16,-4-14-68-16,4-5 80 0,-4-7-84 15,0-7-480-15,0-3 12 0,0-6-244 16,4 0-356-16,-4-6-552 0,-1-7-1293 16,2 1-2435-16,-5-20 556 0</inkml:trace>
  <inkml:trace contextRef="#ctx0" brushRef="#br0" timeOffset="769.785">16132 2117 12 0,'0'0'6740'0,"0"0"-1563"0,0 0-4241 0,0 0-592 16,0 0 268-16,0 0 592 0,0 0-160 16,0 0-352-16,0 0-256 0,0 0-128 0,60-6-72 15,-48 12-24-15,-5-2-200 0,-2 2 36 16,-1 4-48-16,0-3-8 16,-4-2-4-16,0 4-48 0,0 4 8 0,-4-3-8 15,-9 3 60-15,2 0 12 0,-2-1 56 16,-2 1-68-16,-2-7-124 0,6 1-100 15,-5-4-120-15,4 0-156 0,0-3-68 16,-4 0-196-16,4-6-296 0,0-7-620 16,0 0-909-16,1-6-2015 0,2 3-572 0,-3-16 4909 15</inkml:trace>
  <inkml:trace contextRef="#ctx0" brushRef="#br0" timeOffset="1168.806">16698 1298 10212 0,'0'0'1625'16,"0"0"-769"-16,0 0 192 0,0 0 472 16,59 73 212-16,-38-48-804 15,-6 0-384-15,5 8-124 0,-4 2-4 0,4 3-36 16,-4 6-120-16,-4 4-104 0,4 3-104 16,-8 3 16-16,-4 3-68 0,-4 0-8 15,0 3 0-15,-4 0-64 0,-4-2-4 16,-8-1 28-16,1-3-76 0,-2-4 64 0,-3-6 48 15,1-5 12-15,2-4 12 0,-2-9-12 16,3-1-4-16,-1-8-4 0,6-6-224 16,-5 3-88-16,7-8-208 0,2-4-200 0,-5-2-240 15,3 0-500-15,6-2-1668 16,-9-18-3717-16</inkml:trace>
  <inkml:trace contextRef="#ctx0" brushRef="#br0" timeOffset="4395.002">14658 1394 888 0,'0'0'676'0,"0"0"-452"0,0 0-4 16,0 0 16-16,0 0-132 16,0 0 52-16,0 0 4220 0,0 0-3308 15,0 0-432-15,0 0 60 0,-20-29 160 0,16 26-19 16,0-1-165-16,4 1-160 0,-4 0-88 16,0 0-80-16,4 0 12 0,-4 3 52 0,0-2 24 15,0-3 12-15,0 3 12 0,0 2-68 16,-4 0 16-16,4 0-80 0,0-4-92 15,4 4-60-15,-4 0-72 0,0 0-48 16,0 0 36-16,-4 0-80 0,0 4-8 16,0-2-64-16,-4 5-48 0,1 2 64 0,-6 5 36 15,6 1 12-15,-6 1 0 16,6 0 100-16,-2 0-40 0,5-4 52 16,1 1 0-16,3-3 64 0,0-4-40 0,0 4-36 15,4-4-52-15,0 3-48 0,8 1 0 16,0 2 108-16,3 1 68 0,2 0-28 15,-2-1-100-15,2 1 4 0,2-7 8 16,-2 5-52-16,2-8 4 0,-3 0 52 16,4-3-56-16,0 0 100 0,-4 0-32 0,4-3-28 15,-4 0-48-15,0-8-124 0,0 3-60 16,0-3-52-16,-4 2-12 16,4-3 0-16,-4-1-64 0,0 0-36 0,-5 0-28 15,1 1-4-15,0-1 68 0,-4 1 24 16,0-1 60-16,0 0 88 0,-4 4 140 15,0-1 40-15,-3 1 72 0,3 2-108 0,-4 1 84 16,3 2 52-16,1 2-4 16,1-2 56-1,-1 4-16-15,0 0-4 0,4 0 4 16,0 0-176-16,0 0-64 0,0 6-76 0,0 0 40 0,0 7 100 16,0 4 164-16,0 1-4 0,4 5-152 0,0-1 108 15,-1-3-68-15,1 0-40 0,1 0 36 16,3-7-44-16,-4 1-4 15,3-3-84-15,-3-3-4 0,5-1-96 0,-5-4-24 0,4 2-368 16,-1-4-116-16,2 0-332 16,2 0-840-16,-3-6-973 0,0 0-1831 0,4-8 624 15</inkml:trace>
  <inkml:trace contextRef="#ctx0" brushRef="#br0" timeOffset="4664.479">14885 1355 3548 0,'0'0'676'0,"0"0"4352"0,0 0-3464 15,0 0-447-15,0 0-181 16,0 0 20-16,0 0-208 0,0 0-104 0,0 0 24 16,0 0-40-16,0 0-104 0,28 64-140 15,-25-42-172-15,-3 7-36 0,0-1-176 16,0 7 0-16,0 1-112 0,-3-3-100 15,-1 6-312-15,0-7 52 0,4-3 460 16,0-4 0-16,0-8-64 0,0-9-368 0,4-4-308 16,0-2-592-16,-1-2-492 0,6 0-225 15,-5-9-819-15,8-1-324 0,-5-5-663 16,-2 5 3867-16,3-12 0 0</inkml:trace>
  <inkml:trace contextRef="#ctx0" brushRef="#br0" timeOffset="4817.533">15000 1600 1172 0,'0'0'1096'0,"0"0"3344"16,0 0-1988-16,0 0-876 0,0 0-403 15,0 0-161-15,0 0-56 0,0 0-68 16,84 9-132-16,-68-5-92 0,4-4-48 16,0 3-80-16,0-3-252 0,0 0-208 15,0-3-76-15,-1-1-52 0,2-3-232 16,-6 1-264-16,1 1-204 0,-4-5-268 16,4 0-424-16,-8 4-952 0,-4-4-2093 15,0 1-1215-15</inkml:trace>
  <inkml:trace contextRef="#ctx0" brushRef="#br0" timeOffset="5005.596">15307 1489 3660 0,'0'0'260'0,"0"0"3872"0,0 0-2980 15,0 0-400-15,0 0 20 0,0 0 285 0,0 0-45 16,0 0-156-16,0 0-312 0,0 0-212 16,0 0-196-16,75 44-132 15,-75-25-4-15,0 0-4 0,0 6-224 0,0-2-152 16,-7-1 116-16,3 0 84 0,-4-6 64 15,4 0-72-15,-4-3 8 0,4-4 92 16,-4-6-400-16,-4 1-292 0,0-4-1025 0,-4 0-2923 16,0 0-392-16,-8-10 5001 15</inkml:trace>
  <inkml:trace contextRef="#ctx0" brushRef="#br0" timeOffset="5375.215">14366 1057 2612 0,'0'0'132'16,"0"0"2852"-16,0 0-228 0,0 0-1448 0,0 0-520 15,0 0 141-15,0 0-161 16,0 0-52-16,0 0 36 0,0 0-16 0,33 16-144 16,-13-13 52-16,0 0-232 15,4 1-68-15,-1-1-96 16,5 0-160-16,4 0-80 0,-4 0-8 15,4 0-88-15,0-3 76 0,-1 0-188 0,5 0-352 0,5-6-204 0,-2 0-408 16,6-4-532-16,-14 0-1125 16,24-5-3671-16</inkml:trace>
  <inkml:trace contextRef="#ctx0" brushRef="#br0" timeOffset="6065.963">16076 1174 288 0,'0'0'768'0,"0"0"3948"16,0 0-2012-16,0 0-1268 0,0 0-15 0,-80 10-13 15,69 0-208-15,-5 5-352 0,4 4-232 16,0 7-176-16,3 6-88 0,2 2-136 15,-5 1-140-15,8 0-76 0,4-6 0 16,0-4-100-16,0-8 100 0,8-5 200 16,3-6 88-16,2-6-164 0,2 0 76 15,6 0-192-15,-1-9 4 0,-1-4-12 0,5-3-200 16,0-4-188-16,-4-1-12 0,0-2-140 16,0 1-40-16,0 4 124 15,-8 1 244-15,-4 2 212 0,0 5 0 0,-5 4 116 16,-3 0 88-16,0 6 60 0,0 0 100 15,0 0 100-15,0 0 20 0,0 3-112 0,0 3-272 16,4 4 36-16,-4-1 200 16,9 4 24-16,-5 2-172 0,4-2-188 15,4 0-64-15,4-4-60 0,4 1-72 0,-1-4-352 16,9-6-368-16,4 0-420 16,4 0-1008-16,0 0-2417 0,-8 0-2675 15,12-13 7329-15</inkml:trace>
  <inkml:trace contextRef="#ctx0" brushRef="#br0" timeOffset="19097.72">10068 3723 5852 0,'0'0'5113'0,"0"0"-2777"0,0 0-1384 15,0 0-560-15,0 0-176 0,47 68 288 0,-38-46 464 16,-5 3-80-16,3-3-456 16,-7 4-380-16,0-7-52 0,4 4-8 0,-4-11-156 15,0 1 16-15,0-3-36 0,0-8-16 16,0 1 24-16,0-3 52 0,4 0-40 16,-4-5-32-16,4-9 40 0,5-1 16 15,-2-5 136-15,5-2 4 0,-3-3 52 16,2 0-44-16,1 2 44 0,4 5-52 0,-4 5 0 15,0 0 316-15,0 6-44 0,1 4 16 16,-2 3 12-16,-3 0-16 0,-4 3-36 16,4 4 0-16,-4 2-28 0,-4 3-60 15,0 2 28-15,0 2-80 0,0-4-32 16,0 1-36-16,0-4-40 0,-4-2-96 16,4-4-116-16,0 0-36 15,0-3 40-15,4 0 24 0,0-6-128 0,4-4 140 0,0-2 24 16,4-4 48-16,3 0 12 0,-2 4 12 15,-1 2 16-15,-1 7 60 0,-2 3 176 16,2 0 112-16,-3 3 44 0,5 9-32 16,-6 4-68-16,1 0-8 0,-4 3-4 15,5 0 28-15,-5 0-88 0,-1-2-40 16,5-2-56-16,-4-5-64 0,-4-2 0 16,4-4-208-16,1-4-248 0,-5 0-272 0,7-6-204 15,1-6-184-15,0-4-384 0,4-4-1000 16,0-5-1965-16,4 3-1083 0</inkml:trace>
  <inkml:trace contextRef="#ctx0" brushRef="#br0" timeOffset="19396.865">10682 3723 1016 0,'0'0'9648'15,"0"0"-6991"-15,0 0-1097 16,0 0-840-16,19 80 160 0,-14-54 624 0,-5-1-372 16,4 0-308-16,-4-6-324 0,0-5-392 15,3-9-108-15,5 2-180 0,-4-7 80 16,9 0 92-16,-2-3-124 0,6-6-100 0,2-8-100 15,1 1-84-15,-1-6-188 16,-2 0-64-16,3 0 72 0,-8 3 124 16,-1 0 196-16,2 7 76 0,-9 1 200 0,-1 5 0 15,1 2 164-15,-4 4 436 16,4 0 92-16,-4 7-120 0,0 3-44 16,0 6-84-16,0 3-64 0,0 3-4 0,0 0 104 15,0 4-8-15,0-6 40 16,0-6-39-16,0 0-473 0,0-9-36 15,0-5-205-15,4 0-235 0,9-3-48 0,-2-13-12 16,6-3 36-16,7-6-448 0,-1-6-1008 16,1-4-2028-16,-4 10-1029 0,12-17-2419 0</inkml:trace>
  <inkml:trace contextRef="#ctx0" brushRef="#br0" timeOffset="19581.716">11303 3346 2600 0,'0'0'4196'0,"0"0"2397"15,0 0-5525-15,0 0-676 0,0 0 124 0,0 0 880 16,-15 86-96-16,10-54-276 16,1 2-472-16,0 10-160 0,4 5-96 0,0 5-116 15,-4 3-96-15,4 4-84 16,-4-5-124-16,4-2 28 0,0-3-88 0,8-10-244 16,0-3 60-16,4-9-48 0,0-7-228 15,4-6-244-15,0-7-616 0,0-4-1532 16,3-3-3649-16</inkml:trace>
  <inkml:trace contextRef="#ctx0" brushRef="#br0" timeOffset="20463.297">10362 6334 444 0,'0'0'7780'0,"0"0"-5039"0,0 0-1313 0,0 0-420 15,0 0-56-15,0 0 360 0,0 0-232 16,0 0-144-16,-79-38-172 0,71 38-172 16,0 2-284-16,0 5-188 0,-4 10-56 15,4 4-4-15,0 8 24 0,0 6 16 16,4 0-4-16,1 0-8 0,3-7-80 0,0-2-8 16,0-7-44-16,0-10-20 0,3-2 64 15,1-7-84-15,0 0-76 0,8-7 52 16,0-2-16-16,0-7-24 0,4-3-184 15,-4-4-88-15,4 4 52 0,0 5 144 16,-4 0 16-16,0 4-44 0,-1 10 180 0,2 0 72 16,-2 7 360-16,2 5-100 0,-1 1-24 15,-1 6 8-15,2 0-56 16,-6-2-68-16,1-5-40 0,0 1-80 0,1-7-148 16,-2-3-48-16,5-3-388 0,0-3-220 15,4-7-264-15,0-2-948 0,4-8-2221 16,-8 8-1879-16</inkml:trace>
  <inkml:trace contextRef="#ctx0" brushRef="#br0" timeOffset="20866.192">10869 6267 5124 0,'0'0'6953'0,"0"0"-5765"16,0 0-692-16,0 0 100 16,0 0 592-16,0 0 468 0,0 0-544 0,-92 25-224 15,68 0-228-15,0 8-144 0,5 2-52 0,-2-1 44 16,6-1-68-16,2-5-159 15,6-5-169-15,3-9-112 0,4-3-108 16,0-8-4-16,0-3 40 0,4 0-97 0,7-7 45 16,6-6-68-16,2-2-64 0,1-4-112 15,0-4-80-15,0 1 4 0,4-3 4 16,0-1-12-16,0 1-40 0,4-3-200 16,0-8-340-16,-5-2-364 0,5-3-644 15,-4-3-380-15,-3-3 63 0,-6-5 345 16,-2 4 920-16,-2 1 1092 0,-7 0 116 0,-4 3 756 15,0 2 296-15,-8 10 28 0,1 7 44 16,-2 8 565-16,1 12 23 0,4 1-20 16,-3 4-424-16,3 7-552 0,-5 5-164 15,5 10-116-15,-4 4-60 0,1 9-52 16,3 7 76-16,-1 2 140 0,1 9-192 16,4 4-208-16,0 1-111 0,0 2-137 15,-4 0-8-15,4-6-169 0,0-7-343 16,0-11-120-16,4-8-104 0,9-6 28 0,2-12-68 15,5-7-488-15,8-3-1024 0,4-13-2233 16,8-5-1023-16,-1-8 1096 0</inkml:trace>
  <inkml:trace contextRef="#ctx0" brushRef="#br0" timeOffset="21200.003">11363 6210 848 0,'0'0'704'0,"0"0"10629"0,0 0-8973 16,0 0-1248-16,0 0-340 15,0 0 320-15,-52 76 52 0,29-45-92 16,2-1-224-16,5-5-340 0,4-3-187 0,1-6-249 15,6-7-52-15,5-2-100 0,0-7-45 16,0 0-87-16,9 0-108 0,2-9 196 16,6-8 8-16,2 2-20 0,5-7-248 0,-4-7-120 15,3 4-40-15,-2-4-28 16,3-3-112-16,0 0-312 0,-5-3-236 16,1-3-136-16,1-2 128 0,-6-6-328 0,-3 2 3 15,-4-1 301-15,-4 1 1284 0,-4 4 404 16,0 4 680-16,0 8-23 0,-4 8 79 15,1 8 152-15,3 9 152 0,-5 3-136 0,5 3-424 16,-4 13-324-16,4 2-68 16,-4 11-156-16,0 9 8 0,4 1 48 15,0 5 136-15,0 4-236 0,0-1-220 0,0 3-72 16,-4-1-144-16,4-2-100 16,0-3-444-16,0-5-360 0,0-4-240 0,0-7-244 15,0-9-192-15,0-3-952 0,0 0-3529 16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32767" units="deg"/>
          <inkml:channel name="T" type="integer" max="2.14748E9" units="dev"/>
        </inkml:traceFormat>
        <inkml:channelProperties>
          <inkml:channelProperty channel="X" name="resolution" value="3854.94116" units="1/cm"/>
          <inkml:channelProperty channel="Y" name="resolution" value="5461.1665" units="1/cm"/>
          <inkml:channelProperty channel="F" name="resolution" value="91.01945" units="1/deg"/>
          <inkml:channelProperty channel="T" name="resolution" value="1" units="1/dev"/>
        </inkml:channelProperties>
      </inkml:inkSource>
      <inkml:timestamp xml:id="ts0" timeString="2023-06-27T07:38:28.395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7030A0"/>
    </inkml:brush>
    <inkml:brush xml:id="br2">
      <inkml:brushProperty name="width" value="0.05292" units="cm"/>
      <inkml:brushProperty name="height" value="0.05292" units="cm"/>
    </inkml:brush>
  </inkml:definitions>
  <inkml:trace contextRef="#ctx0" brushRef="#br0">2960 1308 10528 0,'0'0'1069'0,"0"0"403"0,0 0-848 16,0 0 380-16,0 0 152 0,0 0-300 16,0 0-84-16,0 0 328 15,28 50-388-15,-12-24-172 0,0 11 12 0,4 9 92 16,-1 4-96-16,1 10-195 0,1 7-133 16,-6 9-28-16,5 4-96 0,-8 5-84 0,0 1-4 15,0 0-8-15,-8-4-48 0,4-5-60 16,-5-7-24-16,-3-7-28 0,5-12-33 15,-1-10-147-15,-4-12-244 0,4-13-124 16,-4-7-148-16,0-9-400 0,0-3-940 16,0-3-2092-16,0-23-4009 0</inkml:trace>
  <inkml:trace contextRef="#ctx0" brushRef="#br0" timeOffset="303.119">2984 1371 10949 0,'0'0'1284'0,"0"0"-760"0,0 0 64 15,0 0 748-15,99-44-240 0,-67 37-428 0,0 4-272 16,7 3 52-16,-2 0-76 16,3 7-172-16,-5 2-140 0,-3 10 40 15,-8 0-12-15,0 6 8 0,-8 5-32 16,-8 5 48-16,-4-1 12 0,-4 4 24 15,-4-2 84-15,-8 2-72 0,-8-1 12 16,1-5-72-16,-2-3 84 0,-3-4-40 0,1-6-44 16,-1 1-100-16,0-12-248 0,0 3-24 15,4-5-48-15,-4-6-220 0,0 0-180 0,0 0-112 16,5-3-248-16,-2-7-372 0,5-2-432 16,4-1-549-16,9 3-783 0,3-3-3531 15</inkml:trace>
  <inkml:trace contextRef="#ctx0" brushRef="#br0" timeOffset="3297.097">2999 2940 7352 0,'0'0'1196'0,"0"0"-728"16,108 12 2689-16,-76-6-1229 0,8 1-764 15,-5-1-248-15,2 0-188 0,-5-1-220 16,4 1-184-16,3-3-100 0,5 0-52 16,4-3 148-16,12 0 260 0,3-10-212 0,5 1-244 15,12-8-124-15,4 3 4 0,3-7 0 16,8 2 140-16,2 1-44 0,2-1 72 15,8 0 0-15,5-3-4 0,8-1-68 16,3-5 156-16,9-1-100 0,4 0-104 0,3-6-52 16,0 4-12-16,0-4-40 0,5 3 40 15,-1 0 8-15,5 4 4 0,-5 2 0 16,5 1 4-16,-5 6 132 0,1 0-28 16,-1 3-108-16,-8 0-108 0,5 7 96 15,-8-4-48-15,3 3-28 0,-8 2 84 16,0-3-52-16,2 3 56 0,-6 1 8 15,1-3-8-15,-5 4-88 16,0-4 24-16,-3 3 60 0,-4 1 0 0,-5 6 4 0,-3 0 0 16,-5 0 8-16,1 4 8 15,-12 2 44-15,-4 3 24 0,-9 1-80 0,-4 0-4 16,-2-1-12-16,-6-3 0 0,-7 5 12 16,3-5 0-16,-3-4 44 15,-8 1-44-15,-4 0 0 0,0-3 0 0,-8 0 4 16,-8 0 0-16,-4 0 4 0,-5 0 4 0,-2 0 36 15,-6 0-36-15,-3 0 48 16,-4 0-12-16,-4 0 0 0,0 0-48 0,0 0-24 16,0 0-72-16,0 0-64 0,-4-3-48 15,-4 0-60-15,1 1-48 16,-6-9-176-16,1 2-256 0,1-7-404 0,-2 4-1152 16,-2-17-3669-16</inkml:trace>
  <inkml:trace contextRef="#ctx0" brushRef="#br0" timeOffset="3505.472">10064 1638 16293 0,'0'0'2580'0,"0"0"-1416"15,0 0-600-15,0 0-40 0,0 0-244 0,0 0-64 0,0 0-216 16,0 0-60-16,0 0-768 16,0 0-444-16,0 0-564 0,-80-22-3676 15</inkml:trace>
  <inkml:trace contextRef="#ctx0" brushRef="#br0" timeOffset="4717.424">13399 1562 2856 0,'0'0'2280'0,"0"0"2148"0,0 0-2415 0,0 0-273 15,0 0-168-15,0 0 40 0,0 0-232 16,0 0-368-16,0 0-496 16,16-76-232-16,-4 53-92 0,3-2-112 0,5-4-80 15,-3 4-100-15,2-1 4 0,1 7-16 16,-4 4-56-16,0 2-4 0,1 4-40 15,-2 2-20-15,1 4 84 0,0 0 0 0,4 3 148 16,-1 3 108-16,2 7 16 16,3 5 48-16,0 7 24 0,8 10 24 15,0 10 60-15,-1 6 40 0,-3 11-52 0,-1 2-168 16,-2 6-28-16,-9-1-24 16,3-3-4-16,-6-5-44 0,-2-10-60 15,2-14 48-15,-5-7-84 0,-1-13-88 0,1-7-196 16,1-7-456-16,-2 0-224 15,1-16-196-15,-4 0-1440 0,9-25-3389 0</inkml:trace>
  <inkml:trace contextRef="#ctx0" brushRef="#br0" timeOffset="4935.925">14040 1244 3452 0,'0'0'7933'16,"0"0"-6253"-16,0 0-712 0,-67 95 196 15,43-50 268-15,0 6-188 0,-4 3-280 16,0 6-364-16,4 7-184 0,-4 2-120 0,0 4-140 16,-3 4-156-16,-1-4-100 0,4-10 28 15,4-6-124-15,3-9-136 16,6-16-148-16,7-13-120 0,3-9-168 0,5-10-252 16,0-4-624-16,0-12-1564 0,0-3-2289 15,0-19 217-15</inkml:trace>
  <inkml:trace contextRef="#ctx0" brushRef="#br0" timeOffset="5239.57">14299 933 6280 0,'0'0'2156'0,"0"0"1985"0,0 0-2589 0,0 0-84 15,84-19 96-15,-68 19-508 0,-4 0-464 16,-4 10-200-16,-1-1-112 0,2 7-8 15,-1 4 84-15,-1 5-16 0,1 6-120 16,-8 5-124-16,0 5-88 0,0 3-8 16,0-2 0-16,-4-2-4 0,0-1 4 15,1-8 64-15,-1-9-52 0,0-3 60 0,4-6 24 16,0-3 136-16,0-3-72 16,4-5-16-16,3-2 16 0,6 0 445 15,2 3-157-15,6-3-216 0,3 0-124 0,-1 0-108 16,1 0-168-16,4-3-368 15,-4 1-105 1,0-2-127-16,3 1-292 0,1 3-700 0,-7-4-2780 0,6 4-3065 16</inkml:trace>
  <inkml:trace contextRef="#ctx0" brushRef="#br0" timeOffset="5449.194">14873 1619 5412 0,'0'0'11813'0,"0"0"-9629"0,0 0-1500 0,0 0 148 0,0 0 361 16,0 0 3-16,96 25-132 15,-61-18-364-15,1-4-256 0,4-3-192 16,0 0-252-16,0-6 0 0,0-4-288 0,-4-7-180 16,-1 5-148-16,-3-6 0 15,-4-2-132-15,-4 1-477 0,-12 0-1067 16,0 6-2504-16,-9-9-2797 0</inkml:trace>
  <inkml:trace contextRef="#ctx0" brushRef="#br0" timeOffset="5642.476">15072 1311 11165 0,'0'0'3144'0,"0"0"-2008"0,-4 73-748 0,4-36 392 15,9 9 996-15,-2-2-108 0,1 0-448 16,4 3-479-16,0 2-377 0,-4-5-96 15,0 0-168-15,0 1-100 0,0-3-96 0,0-5-124 16,-1 2-216-16,2-8-13 16,3-6-87-16,-5-6-572 0,6-5-616 0,-1-5-1436 15,4-7-3213-15,3-4-1223 0</inkml:trace>
  <inkml:trace contextRef="#ctx0" brushRef="#br0" timeOffset="5872.687">15846 1374 8128 0,'0'0'9333'0,"0"0"-7669"0,27 70-1036 0,-19-35-80 15,8 10 1061-15,-4 0 123 0,0-1-476 16,-1-3-632-16,6-3-408 16,-2-3-204-16,6-4-12 0,-5-8-4 0,3-4-248 0,5-6-204 15,4-5-64-15,-4-8 16 0,4 5 152 16,-4-5-288-16,-4-5-316 15,-5 0-93-15,-2-2-835 0,-5-6-828 0,-8-2-1176 16,0-10 835-16,0-11 641 0,-4-5-3700 16,-4 6 5157-16</inkml:trace>
  <inkml:trace contextRef="#ctx0" brushRef="#br0" timeOffset="6018.721">16160 1396 2556 0,'0'0'768'0,"0"0"7189"0,0 0-5501 0,0 0-976 16,0 0-484-16,0 0-36 15,0 0-16-15,-88 77-32 0,64-39 68 16,-8 3-188-16,4 7-268 0,-3-4-208 0,-1 4-180 15,-4-1-63-15,4-2-73 0,0-1-41 16,0-2-95-16,5-4-360 16,-1-2-408-16,3-6-220 0,1-2-360 0,5-4-1272 0,3-6-2881 15,0-5-3171-15</inkml:trace>
  <inkml:trace contextRef="#ctx0" brushRef="#br0" timeOffset="6499.62">16642 1616 10196 0,'0'0'4965'0,"0"0"-3453"0,0 0-804 16,0 0 36-16,0 0 424 15,84 38 32-15,-56-25-116 0,7-7-427 0,-3 0-281 16,4-6-196-16,0 0-120 0,0-6 28 15,4-7-88-15,-5-6-192 16,1-6-316-16,0-3-257 0,0-5-295 0,-8 2-348 0,-4 5-1424 16,-4-9-3677-16</inkml:trace>
  <inkml:trace contextRef="#ctx0" brushRef="#br0" timeOffset="6682.796">17021 1261 1032 0,'0'0'12725'15,"0"0"-10701"-15,0 0-1372 0,-24 88-128 16,24-47 840-16,0 4 184 0,0 6-180 0,4 0-539 16,3 6-345-16,6-3-244 0,-5-4-140 15,3 1-100-15,2-6-124 16,-2-7-408-16,6-13-333 0,2-2-195 0,1-14-116 16,8-9-376-16,0-4-840 0,-5-8-1624 0,10-26-2785 15</inkml:trace>
  <inkml:trace contextRef="#ctx0" brushRef="#br0" timeOffset="6861.609">17721 1184 1540 0,'0'0'13481'16,"0"0"-11709"-16,9 77-1236 0,-5-40 8 16,-4 11 948-16,4 0 192 0,-4 2-467 15,4 1-649-15,-1 0-436 0,-3-1-132 16,4-2-148-16,-4 3-444 0,4 0-601 15,1-1-371-15,-1 5-968 0,0-17-1344 16,-4 17-3513-16</inkml:trace>
  <inkml:trace contextRef="#ctx0" brushRef="#br0" timeOffset="9669.623">19861 1384 6884 0,'0'0'4129'15,"0"0"-2461"-15,0 0-304 0,0 0-680 16,0 0 12-16,0 0 536 0,0 0-64 15,0 0-144-15,0 0-228 0,28 95-292 0,-20-60-116 16,-4 3-108-16,0 1-60 0,-4-4-72 16,4-1-136-16,-4-5-12 0,0-4-68 15,0-9-8-15,0-7-180 0,0-2-572 0,0-7-312 16,4-7-284-16,0-8-944 16,-4-1-3097-16,0-19-4091 0</inkml:trace>
  <inkml:trace contextRef="#ctx0" brushRef="#br0" timeOffset="9830.147">19913 1028 2916 0,'0'0'11581'0,"0"0"-9841"0,0 0-1376 0,0 0-252 0,0 0 12 16,0 0 264-16,0 0-204 15,0 0-184-15,80 35-596 0,-52-32-860 0,-4 1-940 0,19-1-5057 16</inkml:trace>
  <inkml:trace contextRef="#ctx0" brushRef="#br0" timeOffset="10097.292">20614 1184 4120 0,'0'0'9713'0,"0"0"-8333"0,0 0-800 0,0 0 260 16,-55 73 888-16,35-47-132 0,-4-1-560 15,3 0-632-15,6 0-248 0,3 1-76 16,4-8-80-16,4 6-48 0,4-12-84 15,0 4 44-15,12-3 16 0,0-1-12 0,-1 1-24 16,6-3 32-16,-6-1 4 16,6 0 68-16,-6 1 4 0,2-3-4 15,-5 0-4-15,-8 1 8 0,4-2 8 16,-4 5 200-16,-4 1-208 0,-4 3 0 16,-8 5-232-16,-5-4-24 0,2 0 24 0,-1-1 48 15,-4-2-168-15,4-6-92 0,-4-1-132 0,0-3-324 16,0-3-856-16,9-3-2228 15,-13-13-3361-15</inkml:trace>
  <inkml:trace contextRef="#ctx0" brushRef="#br0" timeOffset="17669.191">4207 1784 9308 0,'0'0'4289'16,"0"0"-3425"-16,0 0-308 0,0 0 72 0,0 0 416 0,0 0-296 15,0 0-280-15,0 0-132 0,0 0-16 0,0 0 12 16,111-40-88-16,-70 33-32 0,2 0-152 16,4 1-60-16,6-4-36 0,-1 1 36 15,0-4-320-15,-5 0-332 0,5-3-152 16,-8 4-68-16,-9-4-108 0,2 2-596 0,-14 6-596 16,-6 4-1957-16,-17 2-2435 0</inkml:trace>
  <inkml:trace contextRef="#ctx0" brushRef="#br0" timeOffset="17861.432">4395 1996 10696 0,'0'0'1393'16,"0"0"-1385"-16,0 0 444 0,0 0 800 0,87 23-24 0,-60-23-272 0,5 0-352 15,1 0-344-15,7 0-252 16,-5-6-8-16,1-5-44 0,3 3-316 0,2-9-96 15,-1 3-312-15,-1-5-648 0,-3 2-2537 16,0-12-3439-16</inkml:trace>
  <inkml:trace contextRef="#ctx0" brushRef="#br0" timeOffset="18177.713">5383 1352 12985 0,'0'0'1892'0,"0"0"-1312"16,0 0-572-16,0 0 644 0,107-25 264 16,-72 22-144-16,6-1-204 0,2 1-16 0,2 3-132 15,-2 3-200-15,-3 4-212 0,4 3-8 16,-8 2 0-16,-4 4-12 16,-8 7-124-16,-9 5-256 0,-2 4 244 0,-9 9-48 15,-8 3-76-15,-13 11 48 0,-11-2 16 16,0 1 184-16,-7-3 24 0,3-6 96 15,0-4 80-15,0-3-104 0,8-6-36 16,5-4-36 0,2-2-60-16,10-11-76 0,7 2-60 15,3-9 196-15,9-2 108 0,8 1 204 0,12-3 92 0,4-4-48 16,12 0 52-16,3-4 140 0,13-9-204 0,4 1-224 16</inkml:trace>
  <inkml:trace contextRef="#ctx0" brushRef="#br0" timeOffset="23437.554">22088 1209 9248 0,'0'0'1781'0,"0"0"-737"0,0 0 1364 0,0 0-380 15,0 0-68-15,0 0-608 0,0 0-192 16,-24-32-235-16,24 32-353 0,0 4-176 15,0 5-80-15,0 8 72 0,0 4-88 16,0 12-92-16,0 4-40 0,0 11-12 16,5 0-12-16,-1 2-136 0,-4 1-8 15,4 0-80-15,-4-6-76 0,4-4-120 16,-4-6-220-16,3-13-24 0,-3-3 12 0,4-10-160 16,0-6-221-16,-4-3-503 0,0-9-952 15,0-4-2104-15,0-15-4425 0</inkml:trace>
  <inkml:trace contextRef="#ctx0" brushRef="#br0" timeOffset="23633.642">21965 876 12029 0,'0'0'2044'15,"0"0"-996"-15,0 0 112 0,0 0 384 16,0 0-68-16,0 0-664 0,80 13-472 15,-61-7-340-15,1 0-12 0,5 1-464 16,-1-1-384-16,-1 0-308 0,5 7-140 16,-8-7-1580-1,4 13-4809-15</inkml:trace>
  <inkml:trace contextRef="#ctx0" brushRef="#br0" timeOffset="23950.855">22463 1241 12117 0,'0'0'2108'16,"0"0"-1300"-16,0 0 360 16,0 0 416-16,52 83 20 0,-36-52-636 0,-8 4-544 0,0 1-276 15,-5 5-140-15,-3 0 0 0,0 3 4 16,-3 0-12-16,-1-2 0 15,-4-1-12-15,8-9-48 0,-4-6-44 0,4-7 104 16,0-13 76-16,4-6 8 0,4 0-12 0,3-10 4 16,2-9 176-16,6-12-152 15,1-4-100-15,5-11-136 0,-1-4-144 16,-1-1 184-16,1-2 36 0,-4-1-124 16,0-1-84-16,-4 2-244 0,-1-1-52 15,-6 5-28-15,-1 9 64 0,-1 5-340 16,-7 6-860-16,4 10-2548 0,-4-3-3417 0</inkml:trace>
  <inkml:trace contextRef="#ctx0" brushRef="#br0" timeOffset="24263.823">23053 1111 4304 0,'0'0'10049'0,"0"0"-8473"16,0 0-808-16,19 70 660 0,-11-42-136 0,-3 1-240 15,-5 6-272-15,0-3-392 16,0 0-192-16,-5 0-111 0,1 1-81 16,-7 3 8-16,-1-4-8 0,0 0-4 0,4-4-8 15,4-3 0-15,0-6-77 16,4-2-11-16,0-8 96 0,0-2 56 16,0-5-52-16,0-2-4 0,4 0-8 0,0-7-104 15,4-4 112-15,4-9 124 0,4-2-51 16,4-10-9-16,3-6-64 15,1 3-8-15,4-2-125 0,-4-1 9 0,4 6-68 16,0 0 44-16,-4 6-132 0,-1 1-280 16,2 3-196-16,-5 6-128 0,-5 2-488 15,-2 8-960-15,-2 0-2133 0,-3 4-1095 0</inkml:trace>
  <inkml:trace contextRef="#ctx0" brushRef="#br0" timeOffset="24681.868">23591 1311 9500 0,'0'0'2977'0,"0"0"-977"0,0 0-276 31,0 0-76-31,0 0-304 0,43 70-256 0,-23-63-268 0,1-5-324 0,7-2-71 16,0-2-337-16,3-9-88 0,-4-1-293 15,1-4-95-15,0 0-16 0,-4 0-32 0,-3 1 32 16,-6-1-36-16,-7 3-112 0,1 1-88 16,-6 2-4-16,-3 0-12 0,-7 4-168 15,-6-1 244-15,-2 5 456 0,-6-5-40 0,-3 4 164 16,0 3 140-16,-8 0-16 0,5 0 20 15,-1 10-144-15,4 5 0 16,0 5 100-16,0 5 292 16,9 6-92-16,-2 7 24 0,2 3-40 15,2 1 52-15,5-1 20 0,5 0 116 0,3-9-116 16,11-7-24-16,9-6-332 0,8-8-172 0,4-5-232 16,8-3-152-16,0-3-948 0,-8-3-2752 0,12-16-2253 15</inkml:trace>
  <inkml:trace contextRef="#ctx0" brushRef="#br0" timeOffset="24937.3">24431 1279 11057 0,'0'0'5588'0,"0"0"-4280"15,-79 76-888-15,43-41 600 0,0 10 628 0,8-1-223 16,4 1-445-16,8 0-680 15,12-5-240-15,4-8-60 0,0-6 0 0,12-8-72 16,8-11-156-16,4-7-28 0,4-3 160 16,8-13-280-16,-1-6-204 0,1-8 7 15,5 0-155-15,-6-3-104 0,1 2-100 16,-4-4-460-16,0-3-344 0,-4 0-384 0,-4-4-372 16,-1-2-757-16,-7 9-667 15,5-25 1008-15</inkml:trace>
  <inkml:trace contextRef="#ctx0" brushRef="#br0" timeOffset="25112.6">24742 705 4256 0,'0'0'4236'0,"0"0"-1856"0,0 0-1031 16,0 0-797-16,0 0-4 0,0 0 292 15,-23 66 44-15,14-21 72 0,1 6-16 0,0 9-32 16,-4 3 152-16,0 4-104 0,1 6-208 16,-6-3-68-16,2 0-180 0,-2-7-99 15,10-2-173-15,3-7-68 0,4-7-160 16,0-5-560-16,4-10-121 0,11-7-291 15,2-10-252-15,7-8-556 0,8-7-664 16,-4 0-1569-16,11-25-1663 0</inkml:trace>
  <inkml:trace contextRef="#ctx0" brushRef="#br0" timeOffset="25377.487">25001 1317 13329 0,'0'0'2204'0,"0"0"-1652"0,-16 79-384 16,8-47 516-16,4 7 1200 0,0-1-232 15,1-4-604-15,3-8-671 0,0-7-377 16,11-7-48-16,1-8-245 0,8-4-143 16,0-6 8-16,8-11-96 0,0-5-124 0,-1-3-264 15,1-7-512-15,0 7-228 16,-4-4 148-16,0 4 180 0,-8 2 376 0,0 4 380 16,-8 4 195-16,-4 5 373 0,0 4 617 15,-4 6 423-15,0 3 32 0,-4 10 108 16,-4 6 68-16,4 0-520 0,0 7-440 0,-4-1-128 15,4 3-84-15,4 1-76 16,-4-4-4-16,4-3-196 0,0-3-548 16,8-5-716-16,0-8-1620 0,4-6-8041 0</inkml:trace>
  <inkml:trace contextRef="#ctx0" brushRef="#br0" timeOffset="25918.886">25722 1283 7324 0,'0'0'2684'0,"0"0"-1075"16,0 0-1017-16,0 0 900 0,0 0 180 0,0 0-388 15,0 0-340-15,0 0-216 0,0 0 88 16,-75 31 28-16,66 4 0 0,1 6-260 15,-3 7-147-15,3 3-85 0,-1-1-48 16,2 2-40-16,3-5 4 0,4-2-52 16,0-11-84-16,7-5-132 0,10-6-76 0,2-4-528 15,1-11 216-15,1-8 96 0,2 0-389 16,1-19-451-16,4-2-844 16,-8-2-2236-16,8-15-3145 0</inkml:trace>
  <inkml:trace contextRef="#ctx0" brushRef="#br0" timeOffset="26062.759">26021 1552 7656 0,'0'0'2708'0,"0"0"-675"0,0 0 243 0,0 0-72 16,0 0-608-16,0 0-732 16,0 0-864-16,0 0-12 0,0 0-788 0,0 0-864 15,-28 25-1256-15,28-50-4757 0</inkml:trace>
  <inkml:trace contextRef="#ctx0" brushRef="#br0" timeOffset="26209.896">26005 1028 8280 0,'0'0'4441'0,"0"0"-2849"15,0 0-720-15,0 0-472 0,0 0-400 16,80-32-736-16,-60 19-672 0,-8 4-1417 15,12-13-4191-15</inkml:trace>
  <inkml:trace contextRef="#ctx0" brushRef="#br0" timeOffset="26816.196">26399 933 7564 0,'0'0'3276'0,"0"0"-1247"0,0 95-349 0,0-53 84 16,-4 8-72-16,1 4-228 0,-5 0-436 15,-1 1-356-15,-2-5-212 16,3-2-219-16,0-8-241 0,8-4-109 0,0-10-99 16,0-7 88-16,8-7-16 0,4-6-132 15,4-6-24-15,3 0-96 16,1-3-64-16,5 0 132 0,-6-3 76 0,5 3-4 16,-4 3-20-16,-4 0 56 0,0 6 52 15,-4 3 160-15,-5 4 148 16,-2 3 356-16,-5 0 148 0,0 0-152 0,0 3-12 15,-8-3-132-15,0 0-176 0,0-4-120 0,0-2-60 16,0-4-44-16,4 1-76 16,0-7-160-16,4 0-268 0,0 0-164 0,8-10 12 15,0-3-40-15,4 1 272 0,3-7-152 16,6-3-156-16,-5-4-56 0,7-2 204 16,1-4 120-16,0 3-140 0,8 4-500 15,-4 6 32-15,0 3 1116 0,0 13 104 16,-4 3 12-16,-4 0-104 0,-4 6 180 0,0 7 452 15,-9 3 148-15,2 3 124 0,-1-3 168 16,-5 3 0-16,-3-4-160 0,4-2-20 16,0-4-180-16,1-4-196 0,3-5-208 15,3 0-88-15,2-7-232 0,6-6-12 16,9-3-304-16,0-6-104 0,8 3-32 16,0-4 132-16,-5 5-300 0,-3 1-88 15,-7 2-124-15,-6 5 112 0,-10 3 140 16,-5 4 504-16,-5 3 76 0,-10 7 528 0,-9 6 368 15,-1 6 52-15,-3 0-84 16,1 3-12-16,3 3-4 0,4 1-252 0,5-1-280 0,2-3-188 16,5-3-128-16,8-2-220 15,12-5-452-15,16 1-136 0,8-5 808 16,8 3-48-16,8-8-212 0,-1 3-120 0,9-3 72 16,-8 1-312-16,0-1-500 0,-12 0-1796 15,7-3-6121-15</inkml:trace>
  <inkml:trace contextRef="#ctx0" brushRef="#br0" timeOffset="27346.044">28014 1324 10676 0,'0'0'2389'0,"0"0"-837"15,0 0-532-15,0 0 296 0,0 0 260 0,0 0-216 16,0 0-404-16,0 0-156 16,79 34-263-16,-47-34-101 0,3 0-108 15,10 0-136-15,-2-3-124 0,1-3-68 0,-4-6-60 16,3-1-156-16,-2 0-244 0,-5-3-233 16,-1 4-75-16,-3 2 0 0,-8 0-592 15,-8 1-1336-15,-12 6-3601 0</inkml:trace>
  <inkml:trace contextRef="#ctx0" brushRef="#br0" timeOffset="27495.656">28081 1549 7416 0,'0'0'4581'0,"0"0"-2829"16,0 0-32-16,0 0 456 0,75 22-240 0,-34-22-704 15,2-6-404-15,6-10-451 16,2-6-133-16,1 0-208 0,-5-7-36 15,-3 1-412-15,0-1-405 0,-4-2-183 0,-8 1-288 16,-4 5-804-16,-8 6-2448 0,-8-6-2957 16</inkml:trace>
  <inkml:trace contextRef="#ctx0" brushRef="#br0" timeOffset="27727.777">28483 1063 7884 0,'0'0'1908'0,"0"0"-852"0,0 0 693 15,0 0 275-15,0 0-488 0,88 35-660 16,-56-13-144-16,4 2 184 0,0 3-44 16,-1-2-224-16,-3 5-208 15,-4-2-76-15,-4-3-84 16,-4 4-132-16,-8-4-76 0,-4 4-72 0,-8-1-92 0,0-2-92 16,-16 2-204-16,-4 7-28 0,-8-3-84 0,-8 6-100 15,1-3-164-15,-5 0 36 0,8-3 20 16,-1-7-204-16,2-3-628 0,7-6-2381 15,-11-6-3595-15</inkml:trace>
  <inkml:trace contextRef="#ctx0" brushRef="#br0" timeOffset="30550.364">29945 1238 5896 0,'0'0'4768'0,"0"0"-3251"0,0 0-953 16,0 0 100-16,0 0 416 16,0 0-360-16,0 0-280 0,0 0-240 15,0 0 0-15,0 0 68 0,-91-61 84 16,75 61 96-16,0 7 12 0,0 5-16 16,-8 8 40-16,4 5-68 0,-8 7-60 0,9 6 36 15,-5 3 24 1,8 3-48-16,0 4-100 0,4 0-108 0,8-3-76 15,4-5 0-15,0-4-76 0,8-11 80 0,7-3 216 16,2-9-220-16,7-7-84 0,3-2-60 16,10-4 60-16,-2-13-100 0,5-9-252 15,4-5-304-15,-4-3-152 0,-4-6-200 0,-1-2-580 32,-7 10-1268-32,4-20-3681 0</inkml:trace>
  <inkml:trace contextRef="#ctx0" brushRef="#br0" timeOffset="30787.882">30276 651 9972 0,'0'0'3033'16,"0"0"-1505"-16,0 0-620 15,0 0 524-15,0 0 140 0,-8 95-244 16,8-58-436-16,0 12-260 0,0 5-71 0,0 6-17 0,0 10 40 15,0 3-136-15,0 0-172 0,-3 3-120 16,-1-3-32-16,-1-3-116 0,1-10-8 16,4-3 0-16,0-11-76 0,4-9-176 0,5-5-208 15,6-10 12-15,1-6-216 0,9-10-225 16,-2-3-479-16,9-3-1244 0,-4 0-2540 16,12-16-3521-16</inkml:trace>
  <inkml:trace contextRef="#ctx0" brushRef="#br0" timeOffset="31169.958">30906 1344 6232 0,'0'0'10061'0,"0"0"-8209"0,0 0-1568 16,0 0 232-16,0 0 872 16,0 0-244-16,0 0-535 0,-91-17-381 15,74 27-168-15,-3 8 40 0,5 1 56 16,-6 7 36-16,6 2 16 0,-2 1-16 15,6 0 16-15,-2-1-4 0,6-5 36 0,3-8-80 16,4-2-104-16,0-7-56 0,0-3-112 16,7-3-104-16,6 0 0 0,-1 0-364 15,4-5 96-15,-1-6 20 0,2-1-265 16,2-7-15-16,-3 0 72 0,4 3-88 0,-4-3-76 16,0 7 80-16,0-1 84 15,-4 3 348-15,0 4 324 0,-4 2 300 0,3 4 284 16,-2 0 136-16,-1 7-56 0,0 2 76 15,-1 8-68-15,2-2-24 0,-5 1-40 16,0 3 1-16,0 0 7 0,-4-5-144 0,3-3-272 16,1-4-200-16,0 0-120 15,5-7-96-15,-5 0-220 0,3 0-244 16,6-11-173-16,2-1-303 0,2-7-1076 0,-10 6-2828 16,13-9-3889-16</inkml:trace>
  <inkml:trace contextRef="#ctx0" brushRef="#br0" timeOffset="31327.765">31312 1311 11477 0,'0'0'2620'0,"0"0"-1824"15,0 0 704-15,0 0 1052 0,-8 79-460 16,4-62-899-16,0-5-685 0,4 1-400 0,0-7-108 16,-4 0-336-16,4-6-369 0,0 0-403 15,-4 0-348-15,4 0-1056 0,-4-6-3961 16</inkml:trace>
  <inkml:trace contextRef="#ctx0" brushRef="#br0" timeOffset="31477.64">31376 1120 12745 0,'0'0'2276'0,"0"0"-1800"0,0 0 668 15,0 0 556-15,0 0-788 0,0 0-912 16,0 0-124-16,0 0-920 15,0 0-324-15,84-3-492 0,-76 6-2072 0,7 7-2613 16</inkml:trace>
  <inkml:trace contextRef="#ctx0" brushRef="#br0" timeOffset="31850.955">31535 1352 10196 0,'0'0'4153'0,"0"0"-3217"0,-20 80 20 0,16-51 1320 16,0-1-120-16,4-3-479 0,0-6-513 15,0-6-680-15,8-7-304 0,5-3-84 16,-2-3-96-16,9 0-60 0,0-6-340 0,4-6-192 15,4-5-72-15,-4-1-89 0,4 2-63 16,-4-3 36-16,-5 6 96 16,2 0 68-16,-6 4 136 0,-2 3 480 15,-2-1 320-15,-3 7 296 16,-3 0-4-16,-5 2 12 16,4 5 128-16,-4 3-55 0,0 0-165 0,0-1-216 0,-9 4-88 0,5-4 24 15,4-2-140-15,0-1-52 0,0-3 12 16,0 0 36-16,0-3-108 0,4 0-104 15,5-3-140-15,-2 0 4 0,5-3-52 16,0-4 28 0,8 1-160-16,0-1-101 0,4-3 53 0,0 7 104 0,8 0 248 15,0 2 120-15,0 2 12 0,4 2 340 0,-5 0 124 16,-3 6 157-16,4 0-149 0,-8 0-132 0,-1 4-88 16,-6-1-112-16,-2 1-152 15,-2-4-84-15,-9 7-24 0,0-7-268 16,-4 7-372-16,-4 0-313 0,-4 0-59 0,-8 2-888 15,4 2-2524-15,-20 2-4129 16</inkml:trace>
  <inkml:trace contextRef="#ctx0" brushRef="#br0" timeOffset="32379.877">28240 2394 10604 0,'0'0'3025'15,"0"0"-901"-15,100-6-484 0,-48-1 52 0,8 3-160 16,7-2-291-16,8 4-309 0,2-4-84 15,7-1-268-15,2 0-208 0,2 2-44 16,8-6-52-16,0 2-92 0,7-1-184 16,5 0-12-16,11-2-72 0,9 2 40 15,15-2 44-15,9-1 60 0,11 1-56 0,13-1 0 16,11 2-4-16,0 6-324 0,4-2-52 16,-4 1 292-16,-4 3 72 15,-7-1-144-15,-4 4-352 0,-13 0 232 0,-4 0 264 0,-3 0-220 16,-13 0-32-16,-12 4-136 0,-7-1-168 15,-12 1 67-15,-13-4-155 16,-19 0-380-16,-8 0-848 0,-17-4-928 0,-15 4-2953 16,-16-7-3131-16</inkml:trace>
  <inkml:trace contextRef="#ctx0" brushRef="#br0" timeOffset="32517.342">33021 2171 20553 0,'0'0'2577'0,"0"0"-2577"15,0 0-1493-15,0 0-2643 0,-91-47-5829 0</inkml:trace>
  <inkml:trace contextRef="#ctx0" brushRef="#br1" timeOffset="80367.307">2052 4254 912 0,'0'0'8740'0,"0"0"-6995"0,0 0-401 0,0 0 120 15,0 0 228-15,0 0-316 16,0 0-224-16,0 0-316 0,0 0-236 0,0 0-72 16,19 51-140-16,-19-20-80 15,0 11-152-15,-4 9-36 0,-3 9-108 16,-1 7-12-16,-5 3-4 0,2 9-68 0,3-3 72 15,-1 4-12-15,2-5-48 0,3-8 52 16,0-6 8-16,4-11 12 16,0-11 48-16,8-7-60 0,-1-10-32 0,6-6 32 15,6-4 184-15,1-2-16 0,8-1-32 16,0 1-15-16,12-4 63 0,-1 3 8 16,2-4 184-16,2 0 204 0,-7-2-336 0,0 1-172 15,0-4-64-15,-4 2-8 16,-4-2-96-16,4 0-4 0,-9 0-396 0,1-6-132 0,-3 0-185 15,-2-1-43-15,-3-5-696 16,5-1-1296-16,-10-3-1924 0,-3 7-4001 16,1-10 6186-16</inkml:trace>
  <inkml:trace contextRef="#ctx0" brushRef="#br1" timeOffset="80679.285">2808 5092 9700 0,'0'0'4637'0,"0"0"-3941"15,0 0-268-15,0 0 480 0,76 44 660 0,-64-37-680 16,4-7-436-16,-4 0-192 0,0-3-64 16,0-9-12-16,0-5-184 0,-1-2-200 15,6-6-232-15,-10-4-96 0,6 1 12 16,-9-4-92-16,4 7 24 0,-8 0-12 0,0 6 116 16,0 2 152-16,-4 4 216 0,-8 4 24 15,0 6 88-15,-9 0 452 0,6 3 16 16,-2 0-196-16,-2 9 68 0,7 4-132 15,-4 10 104-15,8 2 24 16,0 9-28-16,4 8 100 0,4 2-40 0,0 5 24 0,0 1-84 16,4 0 48-16,4-2-40 15,-4-10-124-15,4-6-192 0,4-13-72 0,-4-9-88 16,4-10-144-16,4-3-40 0,7-16-60 16,5-13-384-16,4-13-424 0,0-9-1316 0,-4 10-3217 15</inkml:trace>
  <inkml:trace contextRef="#ctx0" brushRef="#br1" timeOffset="80909.677">3549 4528 3724 0,'0'0'10049'16,"-7"75"-7877"-16,3-30-1464 0,-4 12-160 16,3 6 824-16,1 4 372 0,4 3-296 15,0-7-467-15,0 4-509 0,4-10-252 0,1-2-160 16,-1-11-60-16,4-6 0 0,-1-10-60 15,2-8-4-15,-1-8-68 16,-1-3-84-16,1-2-304 0,1-3 8 0,-5-4 3 16,0 0-163-16,-1-6-20 0,1-8-608 0,-4-5-996 15,0-3-2036-15,-11-3-1573 16,-6 3-347-16</inkml:trace>
  <inkml:trace contextRef="#ctx0" brushRef="#br1" timeOffset="81040.725">3278 5007 5228 0,'0'0'10433'0,"0"0"-9077"0,0 0-1244 16,0 0 160-16,0 0 484 16,0 0 576-16,0 0-184 0,108 19-420 15,-72-29-384-15,8-9-163 0,0 0-181 0,4-6-12 0,-1-4-693 16,5 1-259-16,-1-1-300 16,-14 10-1264-16,23-9-4349 0</inkml:trace>
  <inkml:trace contextRef="#ctx0" brushRef="#br1" timeOffset="81496.707">5338 4632 13109 0,'0'0'2432'0,"0"0"-1000"0,0 0-464 16,0 0 80-16,0 0 248 0,32 102-76 0,-19-42-323 15,2 13-265-15,1 16-148 16,-4 3-136-16,0 7-56 0,0-1-28 0,-4 0-164 16,-4-3-100-16,-1-12-132 0,2-10-96 15,-5-19 84-15,4-16-28 0,-4-15 4 16,0-10-208-16,0-7-168 0,0-6-184 15,0-4-233-15,0-9-159 0,-4-6-924 16,-1-9-2280-16,-2-10-1145 0,-1 6-2291 16,-4-31 7708-16</inkml:trace>
  <inkml:trace contextRef="#ctx0" brushRef="#br1" timeOffset="81720.123">5295 4734 9336 0,'0'0'4973'0,"0"0"-3965"16,0 0-228-16,80-38 608 0,-48 28-200 0,-5 1-196 0,4 2-328 15,-3 4-216-15,0 0-68 16,-3 3-76-16,-5 3-76 0,-1 3-92 0,-6 7-87 16,-2 6 35-16,-7 4 16 0,0 8-92 15,-4 4-8-15,-4 0 0 0,-7 3-100 16,-10 4 4-16,2-8-1 16,-1-2 9-16,-4-4 84 0,-1-2-116 0,2-10-148 15,-1 0 12-15,0-7-48 0,0-2-124 16,1-5-108-16,-1-2-176 0,-4-2-248 15,0-8-656-15,0-6-2244 0,4-3-2521 16</inkml:trace>
  <inkml:trace contextRef="#ctx0" brushRef="#br1" timeOffset="82378.748">6756 4095 2644 0,'0'0'9521'0,"0"0"-8165"0,0 0-696 15,0 0 136-15,77 29 628 0,-57-4 68 16,-5 10-148-16,2 10-388 0,-9 5-284 16,-5 11-272-16,-3 2-84 0,0 4-120 0,0 3-75 15,-7 3-121-15,-2-2-8 0,1-8-149 16,1-7 81-16,-1-8-44 16,8-20 24-16,-4-9 84 0,4-12 0 0,-5-3-256 0,5-4 0 15,0 0 0-15,5-6-40 16,7-1 200-16,3-3 108 0,5 1-84 15,4-4 80-15,8 6-84 0,0-2-20 16,0 3 32-16,0 2 64 0,0 4 12 16,-4 0 256-16,-4 0 124 0,-9 0-28 15,2 7-144-15,-10-1-24 0,1 4 24 0,1-1 56 16,-9 5 29-16,0 0-1 0,0 5-124 16,-17 0 40-16,6 1-64 15,-10 2-136-15,1-6-8 16,-3 0-4-16,3-3-92 0,-4-4-60 0,3-3-40 0,2-2-20 15,-1-4-113-15,1 0-195 0,-2-10-168 16,-3-2-164-16,9-7-360 0,2-4-984 0,9 1-2572 16,8 0-2037-16,4 5 2441 0</inkml:trace>
  <inkml:trace contextRef="#ctx0" brushRef="#br1" timeOffset="82662.097">7426 4816 4728 0,'0'0'6449'0,"0"0"-4257"0,0 0-836 16,0 0 92-16,0 0 64 0,76 16-216 15,-72-16-268-15,0 0-344 0,0-3-196 16,0-6-76-16,0-4-71 0,-1-10-157 16,1 0-184-16,5-4-100 15,-5 2-153-15,0 2-39 16,0 7-24-16,-4 0-28 0,0 7 104 0,-8 2 8 16,-5 4-40-16,-2 3-8 0,-2 0 36 0,-2 10-40 0,-1 2 176 15,1 10 108-15,-2 8 144 0,9 1 56 0,-4 7 116 16,9 0-20-16,-2 7-28 0,1-3 12 15,8 2 12-15,0-3 24 16,0-6-84-16,13-10-88 0,2-3 16 0,9-8-160 16,4-9-40-16,8-5-96 0,7-5-132 15,10-15-192-15,3-6-40 16,3-5-88-16,1-8-184 0,4-1-712 0,-17 8-1716 16,26-16-5149-16</inkml:trace>
  <inkml:trace contextRef="#ctx0" brushRef="#br1" timeOffset="83301.783">9060 4766 2732 0,'0'0'792'16,"0"0"5200"-16,0 0-4159 15,0 0-257-15,0 0-328 0,0 0 116 16,0 0-8-16,0 0-16 0,0 0-196 0,-76-55-372 16,60 55-260-16,-3 6-124 0,-2 11-44 15,5-2 20-15,-3 11 61 0,2 9-25 16,2 6-60-16,6 11-40 0,1 1 4 15,5 7 104-15,-1-6 124 0,4-3-220 16,0-11-164-16,0-7-76 0,4-14-68 16,-1-6-4-16,1-7-4 0,9-6-68 0,2 0-60 15,6-12-16-15,3-7-68 0,-1-7-60 16,1-6-124-16,0-6 36 0,-4-3 28 16,0 3 20-16,0 0 100 0,-9 3-4 15,6 10 40-15,-9 2-16 0,-1 10 87 16,-3 7 1-16,5 6 108 15,-5 0 88-15,3 3 289 0,6 11 155 0,-1 0-132 16,-1 3-72-16,-2 5-16 0,-1-3-32 16,-1 0-28-16,1-3-36 0,-4-3-100 0,1-1-116 15,-1-2-84-15,-4-7-72 0,0-3-280 16,0 0-156-16,3 0-120 16,-3-6-149-16,4-1-295 0,0-8-1372 0,0 5-3492 15,0-12-4237-15</inkml:trace>
  <inkml:trace contextRef="#ctx0" brushRef="#br1" timeOffset="83609.877">9355 4775 1828 0,'0'0'13337'0,"0"0"-11365"15,0 0-1300-15,24 67 448 0,-16-39 816 16,-4 7-151-16,-4-4-417 0,0 1-548 16,0-6-448-16,3-7-336 0,-3-3-36 15,0 0-108-15,4-7-204 0,0 1-100 16,5-7-120-16,-1-3-12 15,3-3 48-15,2-10 0 0,6-3 48 0,-3-3-77 0,4-6-35 16,-4-5 0-16,4 9 24 16,0-5 168-16,0 4 244 0,0 3 124 15,-1 3 140-15,2 7 204 0,-2 3 32 0,-3 2 76 16,-4 4-24-16,1 7 48 0,-2 5-15 0,2 8-49 16,-6 1-48-16,1 9-12 15,-4-2 20-15,-4 4-80 0,4-4-172 16,-4 1-120-16,4-4-152 0,-4-3-404 0,5-3-256 15,-2 1-305-15,5-4-387 16,-4-7-2932-16,4 3-4493 0</inkml:trace>
  <inkml:trace contextRef="#ctx0" brushRef="#br1" timeOffset="84227.37">10861 4753 2632 0,'0'0'964'0,"0"0"1264"16,0 0-656-16,0 0 504 15,0 0 193-15,0 0-237 16,0 0-312-16,0 0-436 0,0 0-240 0,0 0-192 0,0 0-252 15,-64-51-108-15,60 66 84 0,-4 10-28 16,8 14-36-16,-4 3-39 0,4 8-37 16,4 5-96-16,0-5-124 0,4 1-68 15,0-10-88-15,-4-8-60 0,4-8-48 0,-4-10-24 16,8-8-40-16,-4-4 40 0,8-3 72 16,3-6 0-16,2-10-84 15,3-4-96-15,-1-7-28 0,1-3-44 0,-4-4-29 16,-4 2-59-16,0 0 84 0,0-3-24 15,-4 6 0-15,-4 4 96 0,-4 3 12 16,-4 0 40-16,0 2 132 0,-12 5 56 0,-4-1 140 16,-3 3-40-16,-2 1 16 15,-3 5-12-15,5 3-52 0,-5 4-24 16,3 4-20-16,6 9 8 0,-1 2-24 0,4 5-36 16,8-1-12-16,-4 3-96 15,8-3-64-15,0 0-96 0,3 0-364 16,6 0-152-16,3-3-424 0,-1-3-1188 0,2-4-2008 15,15-5-2737-15</inkml:trace>
  <inkml:trace contextRef="#ctx0" brushRef="#br1" timeOffset="84644.721">11554 4761 4288 0,'0'0'5504'0,"0"0"-1119"0,0 0-3461 15,0 0-160-15,0 0 616 0,0 0 116 16,0 0-60-16,-92 42-388 0,68-22-331 15,-3-1-169-15,3 3-112 0,0 6-40 0,0 4 100 16,4 3 48-16,4 0-268 16,1 0-116-16,6-7-40 0,1-8-84 0,8-5-36 15,0-9-108-15,0-1-40 0,4-5-56 16,12 0 84-16,0-5 48 0,8-7-24 16,4-7-36-16,0-6-100 0,0-7-104 15,0-6-40-15,-1-3-84 0,5-6 24 16,1-5-61-16,-2-2-39 0,5-3-48 15,-4-7-52-15,-4-2-172 0,0-4-192 16,-9-3 208-16,-2 0-292 0,-10 3 76 16,-3 10 276-16,-4 6 732 0,0 12 328 0,0 14 480 15,-4 5 96-15,-3 14-8 0,3 4-56 16,-1 5-40-16,-3 0 24 0,0 5-312 16,1 11-156-16,-2 7-40 0,-3 11 24 15,5 5 37-15,-6 11 143 0,5 8 40 0,-3 1-248 16,2 11-116-16,2 1-184 0,-1-2-12 15,4 1-80-15,4-4-208 0,0-8-232 16,0-4-64-16,0-10-9 0,4-11 5 0,7-8-56 16,6-10-312-16,3-11-932 15,3-4-2100-15,1-7-2669 0,8-12 1185 0</inkml:trace>
  <inkml:trace contextRef="#ctx0" brushRef="#br1" timeOffset="85012.323">12096 4749 2660 0,'0'0'12325'0,"0"0"-10225"0,0 0-1124 16,-32 71 208-16,12-40 344 0,0 4-55 16,0 3-373-16,-4-1-276 0,8-1-184 0,0 2-148 0,9-9-252 15,3-1-240-15,4-9-92 16,0-2-64-16,8-9 84 0,7-1-24 0,5-7-120 16,1-3-40-16,2-16-20 0,5-6-36 15,0-10-4-15,0-10-60 16,4-3-80-16,-1-6-56 0,1-3-20 0,0-3-89 0,-4-3-147 15,0-4-208-15,-4-3-440 16,-4-6-616-16,-4 0-64 0,-5-1 644 16,-6 7 424-16,-5 10-5 0,0 10 1033 0,0 8 765 15,-5 17 659-15,5 9 204 16,-3 9 148-16,3 7-236 0,-4 4-504 16,0 8-420-16,0 11-148 0,-4 6 56 0,-4 8-24 15,4 5-12-15,0 8 12 0,1 4-147 16,-2 7-161-16,1-1-156 15,0 1-36-15,0-1-180 0,4-3-537 0,4-3-247 16,0-3-52 0,4-3-80-16,8-4-692 0,4-3-364 0,8 1-1717 0,-4-14-4339 15,12 4 7164-15</inkml:trace>
  <inkml:trace contextRef="#ctx0" brushRef="#br1" timeOffset="85419.294">13462 4679 6460 0,'0'0'7389'0,"0"0"-5881"0,0 0-880 0,0 0 12 16,0 0 432-16,88 55 12 15,-68-14-112-15,4 13-168 0,-8 13-216 16,-1 12-56-16,2 3 161 0,-6 11-61 0,-2-1-76 15,-1 0-172-15,-4 0-176 16,-4-3-88-16,0-6-120 0,0-4-152 0,0-9-56 16,0-17-140-16,-4-8-4 0,4-13 28 0,0-13-112 15,0-6-112-15,0-13-281 16,-4 0-195-16,0-17-684 0,-5-8-1208 16,2 3-2721-16,-9-29-1939 0</inkml:trace>
  <inkml:trace contextRef="#ctx0" brushRef="#br1" timeOffset="85646.482">13550 4761 5396 0,'0'0'9077'0,"0"0"-7593"15,0 0-1028-15,80-82 356 0,-48 60 536 0,-4 3-204 16,4 4-156-16,-5 2-404 16,5 4-220-16,-4 2-71 0,-4 4-221 15,0 0-72-15,-9 3-96 0,2 3-13 0,-6 7-39 16,-7 8 16-16,1 8 48 0,-5 13-64 15,-9 8-156-15,-6 10-36 0,-9 6-40 16,-4 3-132-16,0-2-52 0,-4-3-152 16,8-7-112-16,1-14-440 0,2-8-460 15,6-12-1012-15,6-11-3425 0,-2-9 461 0</inkml:trace>
  <inkml:trace contextRef="#ctx0" brushRef="#br1" timeOffset="85946.069">14140 4679 3848 0,'0'0'7705'0,"0"0"-6705"16,0 0-488-16,0 0 60 0,0 0 408 15,0 0 252-15,0 0-364 0,87-22-344 16,-75 25-128-16,1 7-60 0,-2-1-16 0,2 8 0 16,-6 4-12-16,-3 4-48 0,-4 5-124 15,0 1-76-15,0 4-12 0,-4 0-40 16,-8 3 40-16,4-6-32 0,0-7-16 15,1-2 0-15,-2-11 12 0,9-5 96 16,0-7 76-16,0-3 36 0,4-10-84 0,8-6-28 16,4-9-44-16,8-8 32 0,0-5-36 15,4 3 12-15,4 0-20 16,0 0 44 0,-4 3-96-16,0 3-108 0,0 3-296 0,-5-2-576 15,-3 5-488-15,-3 5-996 0,-6-2-4325 0</inkml:trace>
  <inkml:trace contextRef="#ctx0" brushRef="#br1" timeOffset="86126.726">14781 4638 5064 0,'0'0'9865'15,"0"0"-8441"-15,0 67-1000 0,0-41-88 16,0 2 272-16,0-6 232 0,0 0-460 0,0-5-380 15,0-8-384-15,-4-3-244 16,4-3-292-16,-3-3-712 0,-1-3-2756 0,-1-6-6189 16</inkml:trace>
  <inkml:trace contextRef="#ctx0" brushRef="#br1" timeOffset="86275.66">14753 4346 9292 0,'0'0'7569'15,"0"0"-6153"-15,0 0-936 0,0 0 72 0,0 0 232 16,0 0-24-16,92-10-480 0,-72 8-280 16,0 2-368-16,-4-3-328 0,3 3-248 15,2 5-484-15,-5 8-1252 0,3 9-2337 16,-6-2-1895-16</inkml:trace>
  <inkml:trace contextRef="#ctx0" brushRef="#br1" timeOffset="86833.648">15077 4705 4984 0,'0'0'10045'0,"0"0"-8161"16,0 70-1088-16,3-54-156 15,-3 0 604-15,0-3-8 0,4-10-215 0,0 0-561 16,0-3-388-16,8-6-72 0,0-7-84 16,7 0-132-16,2-6-213 0,-1 0-155 15,4 3 0-15,-5 4 60 0,6 1 60 16,-10 8 104-16,5 0 216 0,-3 3 144 16,-6 6 8-16,1 1 88 0,0 5 212 0,-4-1 340 15,0 1 36-15,0-3-280 16,0-2-136-16,0 2-136 0,3-5-36 15,2-1 125-15,2 0 59 0,-2-3-280 0,6-3-84 16,5-7-173-16,1-3-23 0,2 1-172 16,5-8-132-16,0 5-52 0,0-1 48 15,0 0 48-15,-4 6 60 0,-4 4 208 16,-5 3 272-16,2 3 252 0,-10 0 164 0,2 7 188 16,-6 5 192-16,1 1-40 0,-4 6-108 15,1 0-223-15,-1 0-181 0,-1 0-124 16,5-3-116-16,-4-3-4 0,4 0-8 15,0-4-76-15,4-3 0 0,8 1-161 16,0-7 1-16,4 0 48 0,0-4-180 0,4-5-112 16,0-4-24-16,0-2 108 0,4-5 0 15,-4 5-52-15,0-9-36 0,3 6-116 16,-7-4 100-16,0 4 508 16,-4-2 60-16,-5 1 352 0,-2 3 20 0,-9 0-12 15,-4 0 48-15,0 7-76 0,-8 5 40 16,-4 4 44-16,-4 4-328 0,-8 9-76 15,-4 5-24-15,0 8 12 0,-4 2 124 16,4 4 108-16,0 5 88 0,4 2 213 16,5 0-169-16,2-5-144 0,6-2-172 15,3-4-108-15,3-2-96 0,5-5 12 0,5-1-24 16,11 0-196-16,12-8-109 16,7-5 205-16,17-4-72 0,4-3-192 0,8-3 116 15,7-7-108-15,-3 1-272 0,-1-7-1004 16,-18 6-3472-16,11-9-6501 0</inkml:trace>
  <inkml:trace contextRef="#ctx0" brushRef="#br1" timeOffset="87712.943">3736 7480 1736 0,'0'0'13149'16,"0"0"-11673"-16,0 0-1128 0,0 0 264 15,0 0 796-15,0 0-268 16,0 0-200-16,0 0-256 16,-83-9-247-16,67 9-109 0,-8 9-72 0,1 0-52 0,-5 8-84 0,-4 8-20 15,0 4 8-15,-5 8 0 0,2 11-48 16,-1 10-48-16,4 8 48 0,0 8-48 15,4 5 0-15,4 9 44 0,1 3-56 16,11 9-60-16,0 0 12 0,8 3 44 16,4-1-8-16,4-4-72 0,8-3-48 15,4 0 24-15,3-6 56 0,2-3-92 0,3-6-96 16,0-4-64-16,-1-9 12 0,5-8-37 16,0-4-11-16,4-8-124 0,0-8 12 15,3-11 0-15,2-3-244 0,6-8-612 16,-3-8-980-16,-4-6-1600 0,12-3-2173 15</inkml:trace>
  <inkml:trace contextRef="#ctx0" brushRef="#br1" timeOffset="88246.569">3996 8617 1420 0,'0'0'8880'0,"0"0"-6631"16,0 0-821-16,0 0-400 0,0 0 368 0,0 0 12 15,0 0-128-15,0 0-300 0,-4 0-428 0,12 3-188 0,0-3-120 16,4 4-12-16,11-2 48 16,1 1 109-16,8 0 239 0,4 1-324 15,8-2-112-15,0 3-60 0,4-3-8 16,7 2 32-16,10-2 84 0,2-2 88 16,1 0 32-16,7 0-180 0,-3 0-20 0,0-6-76 15,-5-3-76-15,-7-1-4 0,-8 1-8 16,-5-4 4-16,-6 0-244 0,-5 4-80 15,-8-1-196-15,-9 4-156 16,-6 0-108-16,-6-1-93 0,-7 7-463 0,0 0-1020 16,-4 0-2304-16,-16 16-2997 0</inkml:trace>
  <inkml:trace contextRef="#ctx0" brushRef="#br1" timeOffset="88665.849">4509 8994 11569 0,'0'0'4904'0,"0"0"-4380"16,0 0-364-16,9 68-136 0,-5-27 672 16,0 13 560-16,3 6-212 0,1 10-384 0,1 6-152 15,2 4-7-15,2 5-41 16,-5 4-180-16,-1 3-112 0,-7-2-168 15,0-6-180-15,0-8 72 0,0-6-64 16,0-12 28-16,-3-14 36 0,3-9-185 0,0-9-183 16,-4-14-204-16,0-3-128 15,0-9-88-15,4-6-660 0,-5-9-1588 0,1-14-3057 16,0 6-1107 0,-3-24 6656-16</inkml:trace>
  <inkml:trace contextRef="#ctx0" brushRef="#br1" timeOffset="88918.016">4502 9271 1032 0,'0'0'11205'0,"0"0"-9533"0,0 0-1012 16,0 0 288-16,52-79 420 15,-37 66-412-15,5 0-328 0,1 0-404 16,-2 7-112-16,5-3-4 0,-4 5-44 0,3 1-60 16,-2 3-4-16,-1 3 4 0,-8 7 44 15,0 3 76-15,0 5 168 0,-8 4 124 16,-4 7-96-16,0 2-64 0,0 5-24 15,-12-1-48-15,-4 0 20 0,0-4 4 0,-4-1-48 16,3-5-64-16,-2-6-84 16,-1-4-12-16,1-2-236 0,-5-3-312 0,3-1-172 15,-7-2 60-15,0-4 8 0,0-3-88 16,-4 0-740-16,1-7-1528 0,-5-5-2825 16,8 2-1419-16,-12-10 6845 0</inkml:trace>
  <inkml:trace contextRef="#ctx0" brushRef="#br1" timeOffset="90584.264">4589 7657 5084 0,'0'0'692'0,"0"0"3496"16,0 0-3544-16,0 0-127 0,0 0 179 15,0 0 568-15,0 0-16 0,0 0-252 0,0 0-340 16,-80-66-200-16,76 63-20 0,1 0 36 16,-5 3 184-16,4-3-112 0,-4 3-52 15,0 0 12-15,0 0 8 0,0 0-108 16,-4 6-172-16,0 0-112 0,0 4-44 0,0 3 8 15,4 6 0-15,-3 2-32 16,-2 11 8-16,5 4 12 0,5 8-36 0,-1 4-36 16,4-1 0-16,0-5-12 15,0-1-96-15,0-13 20 0,7-6 4 16,1-9 24-16,0-4 0 0,4-4-28 16,0-5-20-1,0 0 100-15,8-7-212 0,-4-6-12 0,3-9-48 16,2-4-76-16,-1-2 0 0,-5-4-36 15,2 0 56-15,-6 0 92 0,2 4 72 16,-5 2 172-16,-1 1 60 0,-3 6 52 0,0 7-16 16,0 5 16-16,-4 7 184 0,5 0-112 0,-1 7-60 0,0 5 12 15,-1 10 160 1,5 4-16-16,5 2-60 16,-2 5-36-16,1-2-12 0,4-2-124 15,0-7-48-15,-4-4-136 0,7-1-72 0,6-5-208 0,-1-2-160 16,4-4-188-16,4 0-40 0,-1-3-984 0,-6 1-2444 0,6-4-3385 15</inkml:trace>
  <inkml:trace contextRef="#ctx0" brushRef="#br1" timeOffset="90926.12">5686 7718 12177 0,'0'0'6808'0,"0"0"-5560"16,0 0-1160-16,0 0-76 0,0 0 292 15,59 89 596-15,-43-60 473 0,8 3-649 16,0 6-412-16,4 3-92 0,4 3 32 16,0 8-12-16,0 4-8 0,-5 5-76 15,-3-2-108-15,0 9-48 0,-4 1 0 16,-5 4 0-16,-2 4-4 0,-5-1-68 0,-8-1-120 15,0 2-124-15,-4-4-80 0,-9-4 80 16,2-4 64-16,-6-9 44 0,-2-4 4 16,-5-5-12-16,0-2-100 0,-4-7-24 15,0 0 36-15,-8-4 35 0,0-5-47 16,5-3-156-16,-1-7-308 0,4-10-376 16,0-9-848-16,9-6-2528 0,-2-4-4681 0,-7-21 7285 15</inkml:trace>
  <inkml:trace contextRef="#ctx0" brushRef="#br1" timeOffset="91428.447">6885 8474 3420 0,'0'0'8405'0,"0"0"-6513"15,0 0-780-15,0 0 248 0,0 0 188 16,0 0-80-16,0 0-160 0,95 25-368 16,-55-16-271-16,3-2-173 0,2-4-192 0,2-3-112 15,-6 0-180-15,2 0 40 0,-4-6-52 16,-2-7-252-16,-5 4-284 0,-5-5-169 16,1 0-155-16,-8 3-240 0,-3 3-1592 15,-10 8-4917-15</inkml:trace>
  <inkml:trace contextRef="#ctx0" brushRef="#br1" timeOffset="91613.583">7063 8794 9860 0,'0'0'4649'0,"0"0"-3601"16,0 0-180-16,0 0 440 0,0 0 492 15,0 0-504-15,105 13-532 0,-62-13-435 16,5 0-233-16,-1-10-96 0,9-5-36 0,-3-1-645 15,3-3-231-15,-2 0-192 16,2-1-772-16,-16 8-2236 0,8-1-5361 0</inkml:trace>
  <inkml:trace contextRef="#ctx0" brushRef="#br1" timeOffset="92828.437">17236 5128 4196 0,'0'0'8477'0,"0"0"-7113"0,0 0-616 16,0 0-16-16,0 0 348 0,32 69-184 15,-32-50-252-15,0 0-236 0,0 3-88 16,-9-2-208-16,5-1-112 0,-3-4-84 16,3-2-76-16,0-3-60 0,0-4-324 0,4-3-412 15,0-3-324-15,0 0-500 0,4-7-2201 16,4 2-2723-16,16-17 3848 0</inkml:trace>
  <inkml:trace contextRef="#ctx0" brushRef="#br1" timeOffset="98893.616">18714 4426 10888 0,'0'0'4977'15,"0"0"-4045"-15,0 0-300 0,0 0-36 0,0 0 500 16,0 0-16-16,0 0-176 0,-28 70-151 16,24-32-293-16,4 10-204 0,0 8-28 15,0 11-20-15,0 6-16 0,0 3-72 16,0 4-48-16,0 2-72 0,0-9-8 15,0-3-136-15,0-9-132 0,0-17-4 16,4-10-60-16,4-8-36 0,-4-14-73 0,0-8-135 16,-1-4-64-16,-3-9-184 0,5-11-396 15,-1-7-624-15,0 0-1208 0,4-23-3477 0</inkml:trace>
  <inkml:trace contextRef="#ctx0" brushRef="#br1" timeOffset="99119.758">18726 4511 10989 0,'0'0'2088'16,"0"0"-1068"-16,0 0 28 0,0 0 300 16,0 0-152-16,0 0-396 0,91-27-292 15,-70 29-128-15,2 4-12 0,-3 4-76 16,0-1-108-16,-4 8-72 0,-4-5-40 16,-8 7-60-16,-4 0-4 0,0 6 0 0,-12 1 64 15,-4-1-60-15,-8 5-12 0,4-9-120 16,-7 2-4-16,3-4-96 0,0-10-280 15,3-4-128-15,2-5-344 0,6 0-248 16,-2-8-412-16,7-5-1256 0,3 1-3229 16,2-18 205-16</inkml:trace>
  <inkml:trace contextRef="#ctx0" brushRef="#br1" timeOffset="99414.593">19411 3946 6732 0,'0'0'2676'0,"0"0"1253"15,0 0-2193-15,0 0-248 0,0 0 12 0,0 0-144 16,63 83-304-16,-42-52-416 0,-5 7-284 16,0 10-48-16,4 7-87 0,-9 1-45 15,1 11-112-15,-3 5-60 0,-5 2 0 16,-4 5-44-16,0 4-92 0,0-1-129 15,0 5 33-15,-4-9-48 0,4-4 0 16,-4-14 24-16,-1-12-12 0,5-13-36 0,0-10-200 16,0-10-184-16,0-8-184 15,0-7-308-15,0 0-716 0,0-9-1124 16,0-8-1745-16,0 5-1147 0,0-14 5664 0</inkml:trace>
  <inkml:trace contextRef="#ctx0" brushRef="#br1" timeOffset="99660.499">19188 4921 5804 0,'0'0'8681'0,"0"0"-6929"15,0 0-740-15,0 0-356 0,0 0 296 16,0 0 4-16,0 0-28 15,0 0-76-15,95-89-351 0,-46 45-177 16,2-10-172-16,9-10-152 0,3 1-172 0,1-4-276 16,-4 4-185-16,3-1-59 0,-7 4-128 0,4 5-296 15,-11 5-1168-15,-10 12-2904 0,4-6-5397 16</inkml:trace>
  <inkml:trace contextRef="#ctx0" brushRef="#br1" timeOffset="100131.676">20567 4460 456 0,'0'0'14153'0,"0"0"-12053"16,0 0-1256-16,0 0-88 15,0 0 216-15,0 0 84 0,0 0-168 0,0 0-255 16,-92-12-281-16,76 24-84 0,-4 12-136 16,0 6-120-16,0 12 72 0,1 5 84 15,-2 7 76-15,1 0-52 0,8-4 64 0,5-1 8 16,7-14-192-16,0-10-72 0,4-6-72 15,11-10 24-15,5-9-84 0,4-9-84 16,4-13 80-16,4-10-116 0,4-9-172 16,3-4-96-16,-3 1 31 0,1-4-47 15,-5 7 88-15,0 3 20 0,-5 2 60 16,0 8 100-16,-2 6 152 0,-5 9 116 16,-5 11 260-16,-2 2 204 0,-5 12-24 0,3 10 120 15,-2 3-232-15,-1 11-84 0,-1 2-87 16,6 3-85-16,-2 0 4 15,6 1-40-15,2-4-36 0,5-3-341 0,8-7-343 16,0-6-144-16,4-9-224 0,3-6-1360 16,-11-5-2664-16,13-2-4437 0</inkml:trace>
  <inkml:trace contextRef="#ctx0" brushRef="#br1" timeOffset="106278.466">9108 7706 4028 0,'0'0'2020'16,"0"0"2356"-16,0 0-3435 0,11-89-425 0,-7 57-260 15,0 0 688-15,-4 1 64 0,0-2-188 16,0 1-100-16,0 4-192 16,0-4-224-16,0 4-56 0,-4 0 64 0,0-2 48 0,1 2 472 15,-5 6-216-15,4-1-284 16,-1 4 96-16,-3 7 60 0,1-1-36 15,3 1-120-15,-4 2-64 0,-1 4-112 0,2-4-44 16,3 4-4-16,-4-1-36 16,4 0-68-16,0 7 56 15,0-2-60-15,0 2 0 0,0 2-84 0,-4 9-24 16,-4 5-40-16,4 3 88 0,-4 9 60 0,0 7 72 16,0 6 16-16,-4 7-28 0,4 6 12 0,-3 3-24 15,-5 9 28 1,3 8-76-16,-6 9-52 15,-1 5 44-15,0 8 8 0,-4 2-48 0,0 3 48 16,0 1 8-16,5-4 4 0,-1 1 0 0,-4-11-12 16,7-8 0-16,6-7-48 0,-2-15-172 0,10-14 76 15,-1-9 72-15,4-16-4 0,-1-10-144 16,5-5-132-16,0-4-52 0,9-13 12 0,-1-6-24 16,7-6 48-16,2-10 48 15,3-4-12-15,3 1 20 0,-7 3 64 16,5 4 164-1,-6 5 84-15,-3 7 84 0,0 10 4 0,0 2 184 0,-4 7 88 16,0 0-16-16,0 7-12 0,0 5-272 0,-1 8 176 16,2-1-16-16,-5 6-124 0,4 3 64 15,-8 4-60-15,7 6 8 0,-7 7-20 16,9 9-80-16,-9 9-8 0,4 10 84 16,-4 7-36-16,0 5-48 0,0 4 0 0,4 1 20 15,0-2-20-15,3-6 0 16,2-8 0-16,3-14 76 0,-5-9-76 0,1-10-12 15,1-6-124-15,-5-9-132 0,3-1-64 16,1-9-36-16,-3-1-88 16,-1-5-220-16,0-4-68 0,-1-6-352 0,1 0-736 15,0-6-908-15,4-4-2489 0,-3 1 605 16,-1-10 2876-16</inkml:trace>
  <inkml:trace contextRef="#ctx0" brushRef="#br1" timeOffset="106715.2">10235 7067 8224 0,'0'0'1452'15,"0"0"-796"-15,0 0 69 0,0 0 919 16,0 0 248-16,0 0-212 0,4 67-424 16,-4-29-328-16,0 9-176 0,0 5-16 15,5 8 8-15,-5 3-124 0,0 0-216 0,0 4-175 16,0-3-129-16,-5 0-100 0,1-1-48 16,0-6 48-16,-4-3-144 0,1-6-221 15,3-11-147-15,4-5-144 0,0-6-128 16,0-7-324-16,0-3-1052 0,4-7-3096 15,-4-5-4845-15,0-4 9945 0</inkml:trace>
  <inkml:trace contextRef="#ctx0" brushRef="#br1" timeOffset="107376.693">13486 7363 4912 0,'0'0'7061'0,"0"0"-5617"16,0 0-504-16,0 0-244 0,0 0 564 0,-3 89 72 16,6-55-24-16,1 8-336 0,0-1-412 15,0 7-256-15,-4-1-84 16,0-3-72-16,0 1 8 0,-4-10-80 0,4-6-72 0,-4-10-4 15,0-3-88-15,4-11-8 16,-3 2-124-16,3-7-244 0,0-3-316 16,-4-6-400-16,4 0-1080 0,-9-24-3777 0</inkml:trace>
  <inkml:trace contextRef="#ctx0" brushRef="#br1" timeOffset="107548.372">13327 7106 12197 0,'0'0'2596'0,"0"0"-1464"0,0 0-516 16,0 0 804-16,0 0 132 0,0 0-452 0,0 0-516 15,88-14-328-15,-56 11-220 16,0 0-36-16,7 1-452 0,-7-2-388 0,4 4-484 16,3 0-968-16,-11 6-3977 0,9 7-3947 0</inkml:trace>
  <inkml:trace contextRef="#ctx0" brushRef="#br1" timeOffset="107703.537">13980 7445 4408 0,'0'0'10945'0,"0"0"-9601"15,0 0-932-15,0 0 580 0,0 0 876 16,81 41-124-16,-58-47-787 0,9-10-557 16,-1-6-220-16,6-10-180 0,-1-6-180 0,3-3-704 15,-3-1-345-15,-4 2-423 16,-4 1-1020-16,-8 14-2812 0,-4-10-4825 0</inkml:trace>
  <inkml:trace contextRef="#ctx0" brushRef="#br1" timeOffset="108026.732">14100 6969 9912 0,'0'0'4353'0,"0"0"-3569"0,0 0-420 15,0 0 416-15,-24 66 768 0,20-34-116 0,4 4-428 16,0 4-320-16,4 5-136 0,4 5 9 15,0 1-85-15,0 7-156 16,0 5-108-16,0 5-184 0,0 1-24 0,0 3-96 16,0 2-4-16,-1 2-20 0,-2-7 12 0,3 1-52 15,-4-3 28-15,4-6-36 16,-5-7 8-16,1-8 160 0,1-7 48 16,-1-4 12-16,0-9-60 0,-4-11 0 0,0-2 0 15,0-6-4-15,0-4 0 16,0-3-205-16,-13 0-23 0,2 0-108 15,-10-6-72-15,-2-5 32 0,-1-3 28 0,-8-5-52 16,0-8-100 0,-3 2-332-16,-6-6-692 15,6-4-1052-15,7 9-2209 0,-20-18-3227 0</inkml:trace>
  <inkml:trace contextRef="#ctx0" brushRef="#br1" timeOffset="109644.156">16224 7369 808 0,'0'0'9928'16,"0"0"-8563"-16,0 0-621 0,0 0-220 16,0 0 364-16,-41-66 224 15,37 52-244-15,-7 2-156 0,3-1-276 0,-1 1-112 16,-2 2 60-16,3-3-40 0,-4 1-36 15,0 2 100-15,-3 3 8 0,2 1-160 16,1 0 100-16,-4 6-136 0,4 0 12 0,0 3-124 16,0 10-108-16,1 7 0 0,2 8 8 15,-2 6 68-15,3 8 44 16,0 5 12-16,-1 7 16 0,2-1-72 0,-1-1-76 16,-1-1-72-16,2-7 64 0,7-9 8 15,0-10 0-15,0-6-8 0,3-9-64 16,1-6-28-16,9-1 88 0,-2-3 12 15,2-3 180-15,6-8 76 0,2-1-256 0,-1-9-280 16,3-3-196-16,1-4-36 16,0-1 48-16,0 1 144 0,-1 2 64 0,-2 1 144 15,-1 3 64-15,-5 4 24 0,-2 4 24 16,-1 2 48-16,-5 5-36 0,2 4 84 16,-1 3 152-16,-1 0 32 0,-3 3-8 15,4 6 80-15,1 1-144 0,-6 6 72 16,1 0-36-16,0 3 0 0,-4 0-12 0,4 0-100 15,-4 0-84-15,4-3-48 16,1-3-96-16,-1-4-60 0,-1-2-112 0,1-5-172 16,4 3-36-16,0-5-256 0,0 0-228 15,4-7-1000-15,-4 3-956 0,4-8-2601 0</inkml:trace>
  <inkml:trace contextRef="#ctx0" brushRef="#br1" timeOffset="109875.31">16598 7317 4516 0,'0'0'10177'0,"0"0"-8153"0,0 0-928 0,0 0-812 16,0 0 628-16,0 0 412 16,0 0 0-16,0 0-547 0,84 7-425 15,-56-3-192-15,-5 2-120 0,1-6-40 0,1 0-96 16,-1 0-64-16,-5 0-264 0,1 0-281 15,0 0-195-15,-8 0-152 0,0 0-484 16,-8 0-1236-16,0 0-2465 0,-8 7-2515 0</inkml:trace>
  <inkml:trace contextRef="#ctx0" brushRef="#br1" timeOffset="110027.364">16698 7480 7400 0,'0'0'4393'0,"0"0"-2525"0,0 0-992 16,0 0-572-16,0 0 512 0,0 0 700 0,0 0-4 15,0 0-420-15,0 0-408 16,0 0-148-16,0 0-108 0,63 9 57 0,-39-9-261 16,-3 0-224-16,2 0-100 0,-3-7-277 15,4 5-411-15,0 0-240 0,-1-5-484 16,-6 7-1216-16,7-4-3449 0</inkml:trace>
  <inkml:trace contextRef="#ctx0" brushRef="#br1" timeOffset="111146.471">16606 7086 1700 0,'0'0'1004'0,"0"0"6564"0,0 0-5391 16,0 0-481-16,0 0-660 0,0 0 48 16,0 0-12-16,0 0-120 0,0 0-116 15,0 0-256-15,-16 6-228 0,16-2-132 0,4-1-24 16,4 1-36-16,0 4 84 0,4 3 484 16,4 1-287-16,0 1-237 15,0-1-84-15,-4-2-48 16,7-1 28-16,-2-2-16 0,-2-4 0 0,9 0-36 15,1 0-44-15,-1-3 0 0,-1 0-4 0,10-6-4 16,-6 0-284-16,9-7-441 0,-4-3-211 0,4 4-36 16,3-5-512-16,-3 4-1444 15,-8 1-3809-15,8 2-1419 0</inkml:trace>
  <inkml:trace contextRef="#ctx0" brushRef="#br1" timeOffset="111777.187">17786 6659 28 0,'0'0'664'0,"0"0"8172"16,0 0-6527-16,0 0-177 0,0 0-704 0,15 72-184 15,-7-37-308-15,1 9 40 0,-1 5 8 16,-5 3-300-16,1 6-172 0,4 2-72 15,-8 3-112-15,0 1-184 0,0 4-80 16,0-6-52-16,-4 2-12 16,-4-7 0-16,5-7-64 0,-1-8-20 0,0-7 80 15,4-9 4-15,-5-8 0 0,5-5 0 16,0-7-44-16,0-2-28 16,0-4-100-16,0 0-316 0,5-10-36 0,3-6 196 0,7-6 132 15,-3-3-76-15,8-7 116 0,-4-3-116 16,0 3-48-16,4 3 152 0,-9 4 168 15,6 9 8-15,-6 4 0 0,2 6 200 16,-1-1-8-16,-1 7-4 0,6 0-24 16,-10 2-12-16,6 9-64 0,-2-2-8 0,-3 4 20 15,1 3 4-15,-5-1 44 16,-4 2-20-16,0 2 108 0,0-1-12 16,-9 6-36-16,-3-6-64 15,-3 4 4-15,-5 1 56 0,-4-1-56 16,-1-7-52-16,2 1-76 0,-5 0 0 0,0-7-8 0,0-2-108 15,4-4-208-15,0-3-52 0,5-3-32 16,2-6-140-16,2-11-220 0,2-2-176 16,6-10-440-16,-1-5-1536 0,4-8-3389 0,-1 8-1254 15,1-28 7555-15</inkml:trace>
  <inkml:trace contextRef="#ctx0" brushRef="#br1" timeOffset="112179.059">18211 6528 10969 0,'0'0'1928'0,"0"0"-1228"0,0 0 264 16,0 0 1012-16,0 0-596 0,0 0-356 15,0 0-468-15,0 0-204 0,88 31-92 16,-71-27-140-16,-2 2-108 0,-2 0 0 0,-2 0-8 16,-3 4-4-16,1-1-48 0,-9 4-100 15,0 3 40-15,0 3 32 0,-5 0 4 16,-3 3-52-16,-3-2 120 0,7-5 4 15,-5 2 64-15,5-8-52 0,4-3-8 0,-4 1-4 16,4-4-60-16,0 0 60 0,4-3 36 16,4 3-24-16,4-3 84 0,4 0-32 15,0 0-64-15,8 0-224 0,-1-6-216 16,5-1-272-16,0 4-352 0,0-3-740 16,-7 3-2608-16,11 3-3877 0</inkml:trace>
  <inkml:trace contextRef="#ctx0" brushRef="#br1" timeOffset="113949.028">19395 7197 3664 0,'0'0'1004'15,"0"0"2232"-15,0 0-2032 16,0 0 156-16,8-75 17 0,-4 64 259 16,0 6-176-16,0 5-328 0,0 0-328 0,0 0-148 15,4 9 212-15,0 7-104 0,4 6-104 16,0 3-168-16,-4 4-116 0,-5 6-132 15,1 0-24-15,-4 3-100 0,0-3-108 0,0-3-12 16,-4-1-132-16,1-6-172 16,3-6-28-16,-4-5 16 0,4-5 12 0,0-7-64 15,0 2-28-15,0-4 16 0,0 0 0 16,4-8-64-16,8-3 180 16,0-2 128-16,4-5 64 0,0-8-24 0,4 1 96 15,-1-1 12-15,1-2 112 0,1 3-36 16,-2-1 24-16,1 7 184 0,-4 7 112 15,-4 1-76-15,0 8-24 0,-5 3-24 0,-2 0 44 16,3 7-68-16,-8 0 44 0,4 5-96 16,-4 1-36-16,0-1-40 15,0 5-48-15,0-5-84 0,0-3 0 0,0-2-84 16,0-4-36-16,0-1-16 16,0-2-20-16,4 0-152 0,0 0-120 0,8-5 292 15,0-4 40-15,4-2-4 0,0 3 28 16,4 1 64-16,-5-3-68 0,6 7-8 0,-6 0 84 15,1 3 48-15,0 3 248 16,-4 6 20-16,0 7 52 0,0 4 84 16,0-1-120-16,-4 3-92 0,-4 0 40 0,4 0 0 15,-4-3 85-15,-4-2 35 0,4-2-280 16,-4-1-120-16,0-6-88 0,0-2-20 16,0-2-172-16,4-4-361 0,0 0-371 0,3 0-312 15,6-10-1016-15,-5 6-2916 16,8-11-3561-16</inkml:trace>
  <inkml:trace contextRef="#ctx0" brushRef="#br1" timeOffset="114237.893">20264 7426 8672 0,'0'0'6489'0,"0"0"-5317"16,0 0-784-16,0 0 160 0,-24 73 936 16,24-66 232-16,-4-5-536 0,4-2-763 15,0 0-309-15,7-2-108 0,6-8-116 16,6-6-92-16,5-7-205 0,4 2-75 0,0-8-108 15,0 4-52-15,0 2 44 0,-4 0 112 16,-4 9 248-16,-8-2 156 0,-4 2 88 16,-4 2 36-16,-4 3 248 0,0 2 36 15,-12 1 124-15,0 0-40 0,0 6-88 16,0 0-156-16,0 0-84 0,-3 9-68 16,-6 10 148-16,5 4 100 0,1 2 72 15,2 3-8-15,1-2-128 0,5-1-192 0,-1-6-4 16,3-3-128-16,5-4-40 0,0-5-400 15,13-4-184-15,2-3-40 0,5-7-304 0,8-8-1484 16,4-3-2629-16,-8 1-2463 16</inkml:trace>
  <inkml:trace contextRef="#ctx0" brushRef="#br1" timeOffset="114579.175">20686 7299 8828 0,'0'0'6681'15,"0"0"-5689"-15,0 0-544 0,-48 76 856 0,33-57 648 16,2-3-368-16,2-2-783 0,7-9-525 15,4-5-176-15,0 0-52 0,0 0-48 16,7-10-100-16,9-2-84 0,4-7-32 0,0-3-112 16,4-3-145-16,3-8-75 15,-2 2 12-15,3-1 96 0,-4-6-24 16,4 0-176-16,-4-7-260 0,-1-2 60 0,1-4 328 16,-7 0 228-16,-2 0 184 15,-2 7 100-15,-10 6 272 0,1 9 352 0,0 10 204 16,-4 7-88-16,0 8-76 0,0 4-16 15,0 0 12-15,0 7-212 0,-8 8-228 16,5 4 0-16,-6 10 49 0,-3 7 203 16,5 8 396-16,-6 3-236 0,5 2-236 15,-3 1-252-15,2 0-144 0,1-2-56 16,1-7-160-16,7-2-424 0,0-11-84 0,0-5 104 16,11-11-13-16,2-5-351 15,6-7-508-15,5 0-1256 0,-4-7-2444 0,16-12-2621 16</inkml:trace>
  <inkml:trace contextRef="#ctx0" brushRef="#br1" timeOffset="114773.144">21411 7200 5428 0,'0'0'10469'0,"0"0"-8969"16,0 96-1040-16,0-49 1068 16,0 7 608-16,-4 3-415 0,0 4-801 0,0-1-404 15,4 1-140-15,0-4 92 0,-3-3-204 16,3-4-264-16,-4-2-60 0,-5-7-192 0,5-5-84 15,-4-8-88-15,5-3-20 16,-1-6-4-16,0-9-72 0,-1-7-144 16,5-3-393-16,0-6-319 0,0-7-948 0,0-9-540 15,0-8-1036-15,5-3-1121 0,-1-9-1074 16</inkml:trace>
  <inkml:trace contextRef="#ctx0" brushRef="#br1" timeOffset="114935.445">21424 7442 312 0,'0'0'1816'0,"15"-79"-708"0,-2 57 4356 16,-2-2-3940-16,1 10-79 0,4 7 131 0,-8 3 200 15,3 4-192-15,2 11-252 0,-5 1-484 16,3 4-380-16,-2 3-172 16,-5 0-52-16,0 0-84 0,-1 3-76 0,-3-3-84 15,0 1-12-15,-7-2-344 0,-6 4-132 16,-2-3-252-16,-6 4-248 0,-2-1-172 16,-5 0-416-16,0-3-600 0,-3-3-913 0,-1-2-3283 15,4-6 3293-15</inkml:trace>
  <inkml:trace contextRef="#ctx0" brushRef="#br1" timeOffset="115328.68">19021 6829 3056 0,'0'0'300'0,"0"0"5920"0,0 0-4351 15,0 0-469-15,0 0-396 0,-92 74-40 0,76-46 80 16,0 7-76-16,8 9-208 0,0 10-116 16,8 6 8-16,0 7 172 0,8 6-300 15,4 4-196-15,8-1-108 0,4-1-220 16,4-1-12-16,4-8-60 0,7-5-24 16,6-11-100-16,6-8-512 0,8-14-152 0,5-15 144 15,12-10-216-15,-20-3-1072 0,48-28-3569 16</inkml:trace>
  <inkml:trace contextRef="#ctx0" brushRef="#br1" timeOffset="115548.541">21921 7013 14277 0,'0'0'2044'0,"0"0"-1956"15,36 83 36-15,-28-38-124 0,4 5 912 0,-8 8 272 16,4-1-360-16,-4 3-576 16,0 0-200-16,-4 3-48 0,0-2-136 15,-12-1-12-15,-8 1-184 0,-4-7-232 0,-3-4-252 16,-5-6-304-16,-1-9-564 0,-7-3-1308 16,12-12-3249-16</inkml:trace>
  <inkml:trace contextRef="#ctx0" brushRef="#br1" timeOffset="116040.094">23602 7296 5460 0,'0'0'7797'16,"0"0"-6097"-16,0 0-328 0,0 0-312 0,69 70 288 15,-42-61-48-15,13 4-128 0,0-7-187 16,8-3-309-16,7-3-228 16,1 0-120-16,0-3-160 0,4-6-168 0,-4-7-100 15,0 0-300-15,-1-3-96 0,1 0-376 16,-4-7-77-16,-9 4-111 0,-2 0-552 0,-13 3-2168 16,-9-3-2989-16</inkml:trace>
  <inkml:trace contextRef="#ctx0" brushRef="#br1" timeOffset="116319.341">24161 6903 340 0,'0'0'10256'0,"0"0"-8531"0,0 0-629 16,0 0 100-16,0 0 264 0,0 0-160 0,-48 97-172 16,44-52-196-16,4 13-220 0,0 5-140 15,0 6-96-15,-4 13-52 16,0 5-71-16,-5 1-97 0,2 2-112 0,-5-1-84 15,-1 0 4-15,2-6-52 0,-2-11-4 16,2-5-8-16,3-6-76 0,4-18-164 16,0-7 84-16,4-11 56 0,0-12 40 0,0-4-173 15,0-9-119-15,0 0-84 16,0-9 8-16,0-8 96 0,4-8-120 0,4-10 36 16,0-5-172-16,8-15-700 0,-4-2-1232 15,4-6-2893-15,-4 14-3527 16,12-27 8936-16</inkml:trace>
  <inkml:trace contextRef="#ctx0" brushRef="#br1" timeOffset="116608.21">24599 7480 3636 0,'0'0'10553'0,"0"0"-9049"0,0 0-600 16,15 73 612-16,-15-54 364 16,0-6-160-16,0-7-583 15,4-3-605-15,5-3-276 0,-1 0-252 0,7-9-4 0,5-7-92 16,4-6-128-16,1-1-92 0,-2-5-124 15,1-1-96-15,0 0 7 0,-9 8 89 16,-2-2 80-16,-9 4 100 0,-4 0 100 16,-4 4 144-16,-12-2 12 0,-4 4 272 15,-4 5 44-15,0 1 0 0,-4 7-48 16,4 0-36-16,1 12-63 0,-1 8-9 0,3 2 8 16,-3 3 36-16,9 4 52 0,-2-4-100 15,2-2-156-15,7-4-120 0,0-4-148 16,4-5-509-16,0 0-219 0,4-8-164 0,0-2-976 15,12 0-2804-15,-4-5-2157 0,11-16 1817 16</inkml:trace>
  <inkml:trace contextRef="#ctx0" brushRef="#br1" timeOffset="116833.091">24977 7219 5884 0,'0'0'7965'0,"0"0"-6597"0,0 0-800 0,0 0 136 15,0 0 528-15,56 89 40 16,-56-61 64-16,0 2-448 0,0-2-388 15,-4 4-135-15,-4-4-89 0,0 0-128 16,4-4-140-16,-4-2-8 0,4-7-48 16,1-5 36-16,3-3-76 0,0-4 28 15,0-3 12-15,0 0-96 0,3-10 132 0,9 0-64 16,0-5 76-16,4-10 56 0,8 0-56 16,0-11-172-16,-1 4-337 15,5-3-115-15,-4 1-20 0,4-1-192 0,0 0-408 0,0 2-1528 16,-12 12-2765-16,8-8-3255 0</inkml:trace>
  <inkml:trace contextRef="#ctx0" brushRef="#br1" timeOffset="117366.041">26173 7141 5532 0,'0'0'9101'16,"0"0"-7705"-16,0 0-640 0,0 0-344 16,0 0 168-16,0 0 384 0,0 0 128 15,0 0-260-15,0 0-456 16,0 0-276-16,0 0 144 0,0 0-40 16,-45 88 28-16,34-53-135 0,-1-3-13 15,0-6-32-15,4-5-44 16,4-5-8-16,4-3-8 0,0-3-116 0,8 2 64 0,-1-2-1 0,6 3 49 15,2-4-72-15,2 1-16 0,-2-1 4 16,5 3 36-16,-8-2 52 0,1 1 8 16,-6 0 12-16,1-1 48 0,-8-1-52 15,0 5 76-15,0-2 0 0,-4 4 16 16,-4-3-3-16,-8 2-49 0,1-2-48 0,-6 3 0 16,2-4-84-16,-1-2 11 0,0-1 1 15,4-2-172-15,7-3-96 0,2-4-100 16,-1 0-120-16,8-6-116 0,0-11-468 15,0-5-644-15,12-4-2020 0,-4 8-2665 16,15-18 1589 0</inkml:trace>
  <inkml:trace contextRef="#ctx0" brushRef="#br1" timeOffset="117658.427">26547 7397 548 0,'0'0'13349'0,"0"0"-11517"15,0 0-1140-15,0 0 592 0,24 67 552 0,-24-57-200 16,0-4-591-16,0-4-561 0,4-2-276 15,0 0 20 1,4 0-204-16,0-4-24 16,8-7-144-16,0-2-148 0,3 1-204 15,2-6-149-15,-1 1 61 0,-1-2 96 0,-2 3 12 0,-6 3 36 16,-3-3 108-16,-4 7 76 0,-4-3 256 0,0-2 36 16,-8 2 36-16,-7-1 128 0,-2 4 80 15,-2-1 112-15,2 4-76 0,1 6-120 16,-3 0 36-16,2 9-72 0,-2 4-4 0,3 3 76 15,0 3-12-15,0 0-52 16,4-3-156-16,0-3-12 0,4-4-188 16,4 1-444-16,4-7-224 0,0-3-332 0,8 0-1156 15,8-10-1456-15,7-6 723 0,2-7-2183 0</inkml:trace>
  <inkml:trace contextRef="#ctx0" brushRef="#br1" timeOffset="118066.019">26893 7159 2764 0,'0'0'10013'0,"0"0"-8081"15,0 0-988-15,0 0-124 0,0 0 484 0,45 83 4 16,-45-58 212-16,0 0-464 0,0 0-363 16,0-6-293-16,0-2-252 0,0-4-148 15,0-7-124-15,4-3-68 0,3 0-280 16,1-3-17-16,8 0 5 0,0-6 56 16,4-3-12-16,0-4-24 0,4-1-112 15,0 2-148-15,-4 3-44 0,-1 2 0 0,-2 7 256 16,-6 0 360-16,-2 0 152 0,-5 9 436 15,-4 2 188-15,0 2 56 0,0 2-12 16,0 1-140-16,0-3-84 0,-4-4-44 16,4-3-104-16,0-2-88 0,0-4-124 15,4 0-60-15,0 0-24 0,3-4-120 16,1-2 56-16,5 0 52 0,2-7-120 0,5 1 20 16,1-1-96-16,-2-1 0 0,1 6-60 15,4-5-52-15,-4 4 12 0,-4 2 4 16,-1 0 4-16,-2 7 92 0,-1 0 36 15,-5 0 136-15,2 7 36 0,-1 2 244 16,-5 11 40-16,1-1-36 0,4 3 84 16,1 0 72-16,-2 4 52 0,5-7-176 15,4-1-268-15,0-1 36 0,4-8-48 16,0-3-36-16,4-3-332 0,4-3-280 0,3 0-352 16,6-9-440-16,3-4-368 0,-9 3-2305 15,17-5-1671-15</inkml:trace>
  <inkml:trace contextRef="#ctx0" brushRef="#br1" timeOffset="118313.467">27973 7303 3664 0,'0'0'860'0,"0"0"4296"16,0 0-2543-16,13-77-1361 16,-13 58-236-16,-4 6 308 0,-5 1-308 0,-3 8-124 15,-4 4 36-15,1 0-512 0,-6 4-192 32,-3 8 8-32,1 7 88 0,-1 0 84 15,-4 3 80-15,4 1-80 0,0-1-148 0,4-4-148 0,0 6-24 16,9-9-76-16,-2 4-4 0,1-6-4 15,5 6-48-15,3-2-12 0,-1 4 12 16,5 1 0-16,0 0 48 0,0 4 48 16,0 0-44-16,5-1-4 0,3-3 0 0,-1-3-8 15,6-2 8-15,2-3-12 0,6 0-184 0,7-2-36 16,3-5-156-16,1 0 240 16,4-5-708-16,4-2-148 0,-5-2-580 0,-7-2-2260 15,12-6-3301-15</inkml:trace>
  <inkml:trace contextRef="#ctx0" brushRef="#br1" timeOffset="119775.802">27878 7457 756 0,'0'0'912'0,"0"0"-348"0,0 0-564 0,0 0 180 16,0 0-180-16,0 0 2844 0,0 0-336 0,0 0-1132 16,0 0-472-16,-16 10-40 15,7-6 193-15,6-4 235 0,-1 3-148 0,0 1-300 16,0-4-276-16,0 0-112 0,0 2-68 0,0-2-64 16,4 0-128-16,-8 0-32 15,4 0-104-15,-4 2-60 0,4-2 12 16,-4 0-4-16,4 4 8 0,-4-4 92 0,0 3-32 15,-4 0 12-15,0 1-76 0,1 3 60 16,-2-2-68 0,-2 2 4-16,2 0 4 0,5-1 36 0,1-3 16 15,3 0 44-15,0-3 40 0,4 0 0 0,0 2 124 16,0-2 256-16,4 0-60 0,0 0-100 16,3-2-52-16,6-4-32 0,2-4 56 0,6-2 220 15,-2-2-159-15,1 0-193 0,4 0-144 16,-4-1-64-16,4-2-84 0,-4 2-64 15,4 2-21-15,-1-3-99 0,5 6-108 16,-4 1-76-16,0-4-36 0,1 7-64 16,-2-3-72-16,-3 2-156 0,0 4-348 15,0-4-740-15,-8 5-964 0,0-3-2385 16,-5 3-983-16,2-5 5245 0</inkml:trace>
  <inkml:trace contextRef="#ctx0" brushRef="#br1" timeOffset="120876.836">29137 6680 3876 0,'0'0'7781'0,"0"0"-6577"16,0 0-552-16,0 0 172 0,0 0 640 16,0 0 124-16,0 0-288 0,0 0-440 15,0 0-408-15,0 0 280 0,-12 76 156 0,12-19-123 16,0 7 215-16,0 12-460 0,-4 3-204 15,-1 0-100-15,-2 4-84 0,-5-3-12 16,0-4-56-16,4-7-64 0,-4-8-60 0,8-10-60 16,1-7 36-16,3-12 76 0,0-7-52 15,0-5 0-15,3-8-108 16,1-5-76-16,4-4-164 0,0-3-124 0,0 0 72 16,4-3 192-16,8-11 112 0,3 2 32 15,2-9 16-15,3 1-1 0,-1-2 33 16,5 3 68-16,-4 3 4 0,4 3 4 15,0 3 8-15,0 4 140 16,0 6-27-16,0 0-33 0,-5 0-16 0,-2 6-72 16,-6 1 4-16,-3 3-4 0,0-1 12 0,-8-3 48 15,-4 4 0-15,-4 2 60 16,0-2 64-16,-4 3 44 0,-8-1-56 0,-7 1-52 16,-6-1-36-16,-6 2 0 0,-1-5-80 15,-9-2 44-15,-2-4 0 16,-4 0 0-16,-2-3-48 0,-3 0-224 0,-4-6-116 0,-3-1-84 15,-5-2-96-15,-4 0-221 16,-3-5-675-16,19 4-2684 0,-31-5-3921 16</inkml:trace>
  <inkml:trace contextRef="#ctx0" brushRef="#br1" timeOffset="122516.72">9821 9449 716 0,'0'0'11901'0,"0"0"-10321"0,0 0-856 15,0 0 80-15,0 0 760 0,0 0-324 16,0 0-332-16,0 0-368 0,0 0-236 16,0 0 136-16,0 0 400 0,67-4-231 15,-27 4-149-15,-3 0-156 0,-5 0-88 0,-1 0-84 16,-7 0-84-16,0 0 24 15,0-2-72-15,-4 2 0 0,3 0-4 16,-6-4-68-16,3 1-96 0,-5-1-256 16,2-2-240-16,-6 0-213 0,5-1-207 15,-8 1-688-15,0 0-2184 0,0-3-2209 0</inkml:trace>
  <inkml:trace contextRef="#ctx0" brushRef="#br1" timeOffset="122760.143">10626 9083 4548 0,'0'0'8381'0,"0"0"-6373"0,0 0-904 0,0 0-248 16,0 0 608-16,0 0-260 16,0 0-444-16,0 0-372 0,0 0-204 0,0 0 12 15,0 96-28-15,0-58 28 0,0 9-40 16,3 4-32-16,1 3 45 0,5 6-169 15,-5-2 0-15,0 2-4 0,3-6-177 16,-3 0-415-16,9-6-40 0,-5-7-108 16,3-3-104-16,2-7-548 0,-2-8-1716 15,1-2-4157-15</inkml:trace>
  <inkml:trace contextRef="#ctx0" brushRef="#br1" timeOffset="128925.621">13956 9118 10828 0,'0'0'1749'0,"0"0"-1073"16,0 0 504-16,-52-63 308 0,41 51-308 15,-5 5-216-15,4 7-272 0,0 2-112 16,4 11-264-16,-4 12-68 0,4 5-28 0,0 8-24 15,8 6 20-15,0 4 52 16,0-4-72-16,0-3 24 0,0-5-172 16,4-11-48-16,0-8-4 0,0-6-4 0,0-4-52 15,8-4-36-15,-4-3-4 16,8 0 92-16,0-10 4 0,3-6-92 16,2-6-172-16,-1-3-64 0,-5-4-20 0,5-2 8 15,-4 1 48-15,-4 2 16 0,-4 6 96 16,0 0 72-16,-8 6 108 15,0 0-52-15,-12 7 56 0,-4-1 8 0,-3 4-8 16,-5 3-12-16,-1 3-52 0,6 0 16 16,-5 3-52-16,11 7-36 0,-2 2-36 15,7 1-64-15,4-1-24 0,4 1-60 0,0-4-528 16,8 1-1704-16,-4 0-2349 0,11-7-3747 16</inkml:trace>
  <inkml:trace contextRef="#ctx0" brushRef="#br1" timeOffset="129059.618">14252 9197 8224 0,'0'0'3965'0,"0"0"-2853"16,0 0 964-16,107 10-172 0,-72-10-356 15,2-3-740-15,-5-4-304 0,4-5-308 0,-1-4-96 16,1-3-100-16,4-3-280 0,-9 0-540 16,6-4-216-16,-10 3-440 0,-10 9-2444 15,-1-9-3977-15</inkml:trace>
  <inkml:trace contextRef="#ctx0" brushRef="#br1" timeOffset="129258.965">14447 8956 1188 0,'0'0'744'0,"0"0"6620"0,0 89-4655 16,0-47-365-16,3 5-176 15,5 7-368-15,-3-4-692 0,3 5-448 0,-4-4-304 16,3-3-244-16,2-8-112 0,-1-4-216 15,3-11-348-15,6-6-332 16,2-13 8-16,5-6 8 0,4-15-448 0,-4-5-1076 16,4-20-2601-16</inkml:trace>
  <inkml:trace contextRef="#ctx0" brushRef="#br1" timeOffset="129912.654">14821 8613 5348 0,'0'0'1916'0,"0"0"884"0,0 0-1551 0,4 74 879 16,1-33 136-16,-5 3-500 0,0 8-368 16,3 0-328-16,-3 10-324 0,0 1-112 15,0 4-83-15,0-1-197 0,0 4-184 0,0-6-168 16,0-4 0-16,0-13-84 0,0-12-48 16,4-13-160-16,0-9-49 15,4-7-95-15,4-6 56 0,0-6 236 0,3-7 20 16,2-9-120-16,3-6-48 0,-1-4 44 15,-6 0-20-15,2 4 72 0,-2 2 72 16,-5 7 124-16,-1 6-12 0,-3 7 24 16,0 4 100-16,0 2 156 0,1 0-20 15,2 12 80-15,1 1 88 0,0 2-52 16,4 4 4-16,-4 4-76 0,0-8-36 16,4-2-39-16,0 0-9 0,0-3-88 15,0-4-108-15,0 0-12 0,0-6-4 0,0 0-56 16,-1 0-208-16,-2-3-169 0,3-3-87 15,-5-1-72-15,2 4-100 0,-1-3-164 16,0 2-192-16,-1 2-304 0,2-2-304 16,-5 1-96-16,4 3 144 0,-1-6 475 0,-3-1 1137 15,5-2 196-15,-2-4 333 0,1-3-201 16,5 0-328-16,-2 1-100 0,5-2 20 16,0 5 80-16,0 2 632 0,0 1 160 15,4 5-36-15,-4 1-172 0,0 1 24 0,-4-2-64 16,-1 1 12-16,2-3-92 15,-5-1-112-15,-1-2 12 0,2-1-28 16,-1-5-52-16,-4 2 16 0,-4 0-52 16,0 4-88-16,0-1-24 0,-4 4 36 15,-4 2 36-15,-5 1 164 0,2 3-52 16,-6 0-320-16,-2 3-36 0,-5 10 36 0,4 3 112 16,-4 10-12-16,4-1 132 0,0 4-48 15,5 5 96-15,-2-3 60 16,2 5 88-16,6-1 84 0,1-3-3 0,5-4-169 0,3-3-120 15,3-6-88-15,5 0-24 16,5-6 0-16,2-6-104 0,5-2-4 16,4-5 0-16,0-2-340 0,4-10-96 0,3-7-65 15,-3-4-143-15,0-3-284 0,0-2-432 16,-7 6-1468-16,3-13-3597 0</inkml:trace>
  <inkml:trace contextRef="#ctx0" brushRef="#br1" timeOffset="130166.556">15646 9096 392 0,'0'0'10224'16,"0"0"-8895"-16,0 0-269 0,0 0 884 0,24 83-20 15,-16-61-412-15,-4 1-516 16,-1-2-360-16,1-2-244 0,1 0-52 0,-1 1-96 16,4-2-132-16,-8 1-104 0,0 1-4 15,0-1-4-15,0-4-4 0,0 1-84 0,-8-2 28 16,4-6-24-16,4-4-88 15,0-4 0-15,0 0 4 0,0 0 32 0,0 0 136 16,0-7-8-16,0-2-64 0,8-4-296 16,3-6 100-16,10 0 96 0,-1-3 72 15,3 0-96-15,1 0-36 0,8-1-312 16,0 0-396-16,7-2-688 0,-11 10-1044 16,13-14-3797-16</inkml:trace>
  <inkml:trace contextRef="#ctx0" brushRef="#br1" timeOffset="130777.486">16475 9051 6764 0,'0'0'1288'16,"0"0"1104"-16,0 0-1219 0,0 0-365 0,-12 74 240 15,7-42 336-15,5 5-76 0,0 1-408 16,0 1-192-16,9 2-124 16,-1-6-32-16,-1-3-108 0,1-7-260 0,1-5-172 15,-1-8-12-15,-1-5-112 0,6-5 112 16,2-2 60-16,2-6-60 15,6-7-16-15,1-9-180 0,0-7 0 0,0-2-12 0,4-4-24 16,-9 0 56-16,6 4 80 16,-9 1 20-16,-1 9 64 0,-2 8-60 15,-5 6-80-15,-4 4-168 0,3 3 232 0,-3 10 88 16,9 3 372-16,-6 2 84 0,1 7-132 16,5 4 32-16,-6 2-112 0,1-2 40 15,0-4 92-15,0-3 52 0,-4-3 340 16,0-10-135-16,4-3-197 0,0-3-96 15,0 0-12-15,4-9-64 0,4-10-20 16,4-7-76-16,0-5-168 0,4-4-12 16,-5 0-168-16,2-3-476 0,-1 6-324 15,-1-2-325-15,1 1-803 0,-4 12-2332 0,4-12-2781 16</inkml:trace>
  <inkml:trace contextRef="#ctx0" brushRef="#br1" timeOffset="130935.806">17315 9045 1316 0,'0'0'12589'16,"0"0"-10881"-16,0 76-892 0,0-47 788 0,0 3 376 16,-8-4 5-16,5 0-529 0,-1-2-816 15,0-7-424-15,-1 4-216 0,5-11-24 16,-4 1-168-16,4-4-244 0,0-2-288 16,0-4-212-16,0-3-37 0,0 0-627 15,0-6-1284-15,0 0-2676 0,-4-14-5241 16</inkml:trace>
  <inkml:trace contextRef="#ctx0" brushRef="#br1" timeOffset="131091.701">17152 8862 116 0,'0'0'11421'0,"0"0"-8813"16,0 0-1676-16,0 0 112 0,0 0 580 0,0 0-440 16,88-58-712-16,-56 48-472 0,3 7-256 0,9-3-508 15,0 3-316-15,3 0-384 16,6 3-684-16,-18 0-733 0,25 3-1827 0</inkml:trace>
  <inkml:trace contextRef="#ctx0" brushRef="#br1" timeOffset="131329.696">17786 8912 1684 0,'0'0'10793'15,"0"0"-8541"-15,0 0-892 0,-48 82-496 0,20-52 316 0,4-5 272 0,-4 0-280 16,8-3-512-16,4-2-384 0,8-5-248 16,4-2-28-16,4 0-172 15,4-4 64-15,12 4 104 0,4-4-44 0,4 0-16 16,8-2-32-16,-4-4 0 0,4 0-64 15,-4 0 52-15,0 1 20 0,-5-1-20 16,-7 3-28-16,0 0 52 0,-8 5 16 16,-4-3 68-16,-4 5 84 0,0-1 124 15,-4 5-24-15,-8-1 8 0,-8 0-68 16,0-1-52-16,-4 2-24 0,1-2-48 0,-1-2-8 16,0-4-100-16,3 1-160 15,6-10-332-15,2 0-340 0,2-5-244 0,3-12-808 16,4 1-3413-16,4-19-4239 0</inkml:trace>
  <inkml:trace contextRef="#ctx0" brushRef="#br1" timeOffset="131613.215">18200 9147 8960 0,'0'0'6585'0,"0"0"-5777"0,0 0-212 0,0 0 596 16,0 0 248-16,0 0-108 0,0 0-640 15,0 0-387-15,0 0 71 0,88-6 48 16,-69-23-204-16,5-3-220 0,-4 3-256 15,1 2-60-15,-10 4 52 0,-3 4-65 16,-4 3 85-16,-4 3 96 0,-12 7-68 16,-4 0-152-16,-7 6 40 0,-5 0 96 15,-4 6 84-15,-4 13 136 0,-1 3 12 0,6 7 148 16,3 5 36-16,1 5 0 0,2 2 120 16,5 0 12-16,9 4 84 0,7 2 89 15,4-2 347-15,15-7 480 0,9-3-736 16,8-10-400-16,4-3-112 0,7-8-68 15,6-2-108-15,3-10-568 0,-1-2-376 0,-3 0-401 16,-12-6-2971-16,12-6-8113 16</inkml:trace>
  <inkml:trace contextRef="#ctx0" brushRef="#br1" timeOffset="131746.804">19188 9321 6900 0,'0'0'13045'0,"0"0"-11569"0,0 0-1019 0,0 0-457 15,0 0-437-15,0 0-3 0,-92-15-364 16,72 15-804-16,5 0-1520 16,-13 0-3325-16</inkml:trace>
  <inkml:trace contextRef="#ctx0" brushRef="#br1" timeOffset="136758.924">3685 11353 9260 0,'0'0'4557'0,"0"0"-3593"15,0 0-764-15,0 0-60 0,0 0 564 16,-76 67 576-16,61-41-328 0,2 2-260 16,-2 4-248-16,2 3-40 0,2 0-12 0,-1 7 24 15,3-5-4-15,2 8-104 0,-1-4-40 16,0 7 32-16,-1 0-79 0,2 2-37 15,-1 4-76-15,0 6-108 0,0 4-8 16,0 3-4-16,4 9-36 0,0 0 40 16,4 6-40-16,0 1-4 0,4 2 48 0,4-3-8 15,-1-5 4-15,10-4 0 16,-6-3-4-16,10-6-84 0,-6-6 47 0,9-2 37 16,-3-5-84-16,3 0 20 0,-5-9-8 15,9-2-24-15,-4-8-28 0,4 0-168 16,0-10-144-16,4 0-44 0,0-6-68 0,0-6-116 15,-1-1-252-15,1-9-464 16,0 0-684-16,0-9-464 0,0-7-1913 16,-12 0-1535-16,16-16 5352 0</inkml:trace>
  <inkml:trace contextRef="#ctx0" brushRef="#br1" timeOffset="137276.788">4665 11455 2764 0,'0'0'10089'0,"0"0"-8789"0,0 0-768 16,0 0-268-16,0 0 404 0,-76-66 748 15,56 59-40-15,9 1-332 0,-6 6-356 0,2 0-128 16,-2 6 84-16,6 9-71 0,-5 8-269 16,0 5 0-16,-1 14 32 0,6-1-44 15,-1 11 0-15,4-5-16 0,0 4 4 0,4-7-136 16,0-2-144-16,4-14-8 15,0-7-64-15,0-7-28 0,0-7 16 16,4-7-24-16,4 0-36 0,0-4 12 0,8-6 60 16,0-2-196-16,7-7-132 0,-2-1 36 15,-1-2 76-15,3 0 19 0,-6 0 37 0,-1 3 76 16,-1 0 32-16,2 6 28 16,-9 4 92-16,-1 2 4 0,-3 1 0 15,0 6 0-15,0 0 80 0,-4 6 80 16,9 4-4-16,-6 6-56 0,5 3-4 0,4 3 25 15,-4 6-9-15,0-2-52 0,4-1-60 16,-4 1 0-16,4-7-100 16,-1-3-69-16,6-4-279 0,-2-5-224 0,6-1-184 15,-1-3-976-15,-1 1-1308 0,-2-4-2529 16,-2 0-3291-16</inkml:trace>
  <inkml:trace contextRef="#ctx0" brushRef="#br1" timeOffset="137718.021">4159 12739 5156 0,'0'0'9829'0,"0"0"-8417"0,0 0-1164 16,0 0 28-16,0 0 496 0,0 0 252 15,0 0-128-15,0 0-308 0,0 0-52 0,116 0 160 16,-69 2-151-16,9 4-229 0,8 0-48 16,-1 1-16-16,1-1 4 0,5 0-124 15,-2-2 172-15,1-4-196 16,-1 0-24-16,-7-4-72 0,0-2-12 0,-8-7-68 0,-1-1-212 16,-3-10-152-16,-8 2-212 15,-4 0-85-15,-8-3-39 0,-4 6-96 0,-13-4-352 16,-6 10-592-16,-5 1-1256 0,-9 5-2445 15,-2 4-1907-15</inkml:trace>
  <inkml:trace contextRef="#ctx0" brushRef="#br1" timeOffset="138105.459">4784 12709 5976 0,'0'0'4012'0,"0"0"561"15,0 0-3589-15,0 0-304 0,-4 77 220 16,4-49 324-16,0 7 144 0,0 6-380 0,0 3-416 16,0 8-148-16,0-2-31 0,0 4-45 15,0 3-92-15,0-2-112 0,0-2-68 16,4-2-28-16,-4-6-40 0,4-5 0 16,9-1 32-16,-6-11-40 0,1-5-48 15,1-4-24-15,-5-13-76 0,0 0-80 16,-1-6-124-16,-3 0 24 0,4 0 35 0,0 0 97 15,0-3 88-15,1 0 12 0,-1-3-16 16,0 3 4-16,-1-1 104 16,-3 1 0-16,0 0 4 0,0 3-4 0,0-3-4 15,0 3-64-15,0-3-16 0,0 3-8 16,0-4 12-16,0 4-88 0,-3-2-12 16,-1-2-12-16,4 1-12 0,-4 0 0 15,4 0 36-15,-5-1-36 0,1 1-88 16,4 0-108-16,-4 0-204 0,0-3-296 15,1 3-424-15,-1-7-428 0,0 3-636 0,-5-2-1533 16,5-3-1271-16</inkml:trace>
  <inkml:trace contextRef="#ctx0" brushRef="#br1" timeOffset="138581.762">4769 13065 3192 0,'0'0'0'0,"0"0"0"0,0 0 5612 0,0 0-3712 0,0 0-551 16,0 0-169-16,0 0 76 16,0 0-172-16,0 0-152 0,0 0-308 15,0 0-188-15,15 38-16 0,-11-19 24 0,-4 6-48 16,5 7-52-16,3 3 24 0,-4 6 12 16,-1 4-4-16,5 2-80 15,1 8-16-15,-5 1-76 0,0 8 16 0,-1 0-36 16,1 5-52-16,-4-2-72 0,4 0-8 15,-4-1-4-15,0-2-48 0,0-4-56 0,0-3 44 16,4-3-36-16,1-3 36 16,3-1-144-16,3-5-148 0,-3-7-64 15,4-9 200-15,-4-7 96 16,-4-8-16-16,0-9-180 0,-4-5-124 0,0 0 36 16,0-5-84-16,0-9-88 0,-4-4-40 0,0-5-40 15,0-9-392-15,-3-6-652 0,-2-4-1344 16,1-2-2641-16,0 10 533 0</inkml:trace>
  <inkml:trace contextRef="#ctx0" brushRef="#br1" timeOffset="138941.847">4713 13153 680 0,'0'0'1640'0,"0"0"4980"15,0 0-4924-15,0 0-283 0,0 0-81 16,0 0-64-16,0 0-84 0,88-60-216 16,-68 51-224-16,-1 0-88 0,2-1-48 15,-2 0-144-15,-3 1-144 0,1 3-112 0,-2 2-48 16,-3-2-40-16,0 6-56 0,4 0-52 16,-8 0 36-16,4 3 12 0,-1 7 28 15,-2 2 68-15,3 1-56 0,-8 9-4 16,3 0-24-16,-7 7 4 0,5-1-16 0,-5 5 0 15,0-2 12-15,0 1-20 16,-5-4 32-16,-2 1 0 0,-1 0-24 0,-5-4-56 16,2-3 48-16,-1-6-8 0,0 0-44 15,0-3-124-15,-4-7-144 0,4-3-60 16,-3 0-24-16,-6-3-28 0,5-3-148 16,1-6-136-16,-6-7-360 0,6-3-508 15,-5-6-612-15,8 2-980 0,-4-15-3221 0</inkml:trace>
  <inkml:trace contextRef="#ctx0" brushRef="#br1" timeOffset="139410.149">5609 11423 13137 0,'0'0'2296'0,"0"0"-804"0,0 0-424 0,80 39 40 15,-48-17-88-15,4 6-228 0,3 10-148 0,6 9-131 16,-6 5-53 0,10 8-12-16,-10 3-136 0,1 2-128 0,-5 4-76 15,-3 3-48-15,-4 2-60 0,-7 2-4 16,-10 4-56-16,-3-1-24 0,-3 0-40 16,-5 1-80-16,-13-4-48 0,-2-3 104 0,-6-3 4 15,-3-3 60-15,-4-8-40 0,0-1 16 16,1-4-84-16,-5-6-4 0,1-4 3 15,-6-3 45-15,1-2-20 0,1-5-124 16,-5-2-52-16,-1-4-104 0,2-2-80 16,-1-5-244-16,1-4-548 0,6-4-884 15,6-10-880-15,7-3-1389 0,8-3-2415 16,-4-20 6812-16</inkml:trace>
  <inkml:trace contextRef="#ctx0" brushRef="#br1" timeOffset="139991.239">6900 11376 300 0,'0'0'11837'0,"0"0"-9989"0,0 0-444 15,0 0-484-15,0 0 216 16,0 0 12-16,0 0-264 0,0 0-136 15,0 0-260-15,0 0-220 0,-24 19 12 0,24 23 60 16,4 14 25-16,5 15-37 0,2 11-36 16,1 4-40-16,4 2-20 0,-4 1-136 0,-8 3-12 15,4 7-12-15,-4-2-64 16,4 6-8-16,5-1-12 0,2-1-48 16,5-9-24-16,3-6 80 0,5-14-164 0,4-14-64 15,0-13-80-15,0-14-40 0,8-12-65 16,0-13-31-16,-1-6-296 0,2-15 108 15,2-14-124-15,-3-6-656 0,-3-9-876 16,-10 8-1928-16,13-17-1865 0</inkml:trace>
  <inkml:trace contextRef="#ctx0" brushRef="#br1" timeOffset="140474.914">7606 11074 4180 0,'0'0'4572'0,"0"0"349"0,0 0-3477 16,0 0-248-16,0 0 260 0,0 0-24 16,0 0-512-16,0 0-164 15,20 86-220-15,-12-45-196 0,-1 6-11 0,6 8-17 16,-9-1 76-16,-4 7-120 0,0 2-184 15,0 0-12-15,-4 4-72 0,-1-7-4 16,-3-3-92-16,1-13 0 0,3-15-64 16,4-7 40-16,-4-12 0 0,4-6-36 15,0-2-76-15,0-2-108 0,0-2 59 0,8-2 49 16,-1-6 136-16,6-2 88 0,-2-4 8 16,5-1 4-16,-4 3-4 15,4 0 0-15,-4 5-96 0,4 5-4 0,0 1 100 16,-4 3 0-16,4 0-4 0,-4 0-8 15,-1 0 12-15,-2 7 104 0,-1-1 4 16,-4 0 64-16,-1 5 8 0,1 1 16 0,-4 1-15 16,0-1-45-16,0 3-28 0,-7 6-12 15,-1-7-24-15,-5 3-8 0,-2-1-64 16,-5 0-40-16,0-1-56 0,-4 2-48 16,8-5-112-16,-3-3-97 0,-2-2-35 0,6-3-88 15,-2-2-196 1,6-2-420-16,-6 0-624 0,2 0-1328 0,2-6-2641 15,6 3-1423-15,-5-1 6872 0</inkml:trace>
  <inkml:trace contextRef="#ctx0" brushRef="#br1" timeOffset="140789.287">7422 12350 7776 0,'0'0'7077'0,"0"0"-5833"0,0 0-1040 0,0 0 260 16,0 0 380-16,80-11 316 0,-53 4-288 15,10 7-224-15,-1-7-184 0,7 4-60 16,9-4-52-16,0 1-96 15,8-3-51-15,4-1-69 0,-4 1 92 16,0-4-120-16,-2 1-96 0,-2-1-12 16,-4 0-12-16,-3-1-156 0,-2 2-184 0,-8-3-37 15,-7 2-135-15,-4 1-196 0,-4 1-24 16,-12 2-192-16,-3 6-612 0,-9 1-1396 16,0 2-4117-16,-17 8 6 0</inkml:trace>
  <inkml:trace contextRef="#ctx0" brushRef="#br1" timeOffset="141065.716">7916 12614 5260 0,'0'0'4380'16,"0"0"-39"-16,0 67-3505 0,4-36-344 15,0 10 468-15,0 3 668 16,1 8-208-16,-1 2-392 0,-1 3-360 0,5 4-316 15,-4 2-108-15,4 0-160 0,-3 4-68 16,2 0 72-16,1 3-88 16,5 2-160-16,-2 2-240 0,1-7-76 0,0-10 88 15,0-10 312-15,-5-12 28 0,-3-13 36 16,1-8-220-16,-5-12-220 0,0-2-164 16,0-9-272-16,0-14-640 0,0-5-880 0,0-10-1889 15,0 6-2119-15,-9-26 3088 0</inkml:trace>
  <inkml:trace contextRef="#ctx0" brushRef="#br1" timeOffset="141316.24">7996 12674 9216 0,'0'0'6241'0,"0"0"-5501"16,0 0-572-16,0 0-92 0,0 0 172 16,0 0 388-16,0 0 364 0,79 0-160 15,-58 10-412-15,-1 3-208 0,-5-1-84 16,6 4-124-16,-2 0 48 0,-3 3 28 15,-4-3-84-15,-3 3-4 0,-2 2-4 16,-7-1-8-16,0 2-36 0,-3 1 48 16,-10 2 88-16,-2-3 56 0,-6 3 4 15,1-6-64-15,-7 0-32 0,3-6-52 16,0-1-68-16,0-5-152 0,-1-3-84 0,2-4-148 16,7 0-88-16,-8-11-212 0,8-3-352 15,-4-5-816-15,9 0-1248 0,-2-17-2781 16</inkml:trace>
  <inkml:trace contextRef="#ctx0" brushRef="#br1" timeOffset="141694.209">8964 11471 168 0,'0'0'12449'15,"45"89"-10145"-15,-14-45-808 0,9 10-548 16,3 7 176-16,2 3-124 0,-2-4-268 16,-3 3-184-16,-4-3-120 0,0-3-88 0,-4 4-72 15,-8-6-87-15,-5 1-21 0,-2-2-52 16,-10 0-24-16,-7 0-24 15,0 3-60-15,-11 0-12 0,-6 0 0 0,-7 1-72 16,0-1-120 0,-3-3 68-16,-5-4-9 0,4-2-15 0,-3-7-44 0,3 1-16 15,0-4 24-15,0-7-24 0,0-2-48 16,3-7-108-16,6-6 32 0,-1-7 28 16,8-5-176-16,0-4-260 0,4-13-512 0,0-6-632 15,0-4-940-15,4-8-2005 0,4 6-2547 16</inkml:trace>
  <inkml:trace contextRef="#ctx0" brushRef="#br1" timeOffset="141959.644">10132 12347 6368 0,'0'0'8165'0,"0"0"-5653"0,0 0-336 16,0 0-624-16,0 0-479 0,0 0-697 15,91 0-376-15,-70-6-60 0,-2-1-124 16,5 1 64-16,-4-3-125 0,3 2-83 0,-2-2-148 16,-5 3 4-16,-1-1-140 0,-7 1-284 15,-3 6-588-15,-5 0-1228 16,0 3-2221-16,-5 3-1607 0</inkml:trace>
  <inkml:trace contextRef="#ctx0" brushRef="#br1" timeOffset="142094.366">10048 12616 3740 0,'0'0'9513'0,"0"0"-7257"0,0 0-904 16,0 0-804-16,0 0-112 0,0 0 156 0,0 0 540 16,108 42-312-16,-65-42-284 0,5-6-208 15,0-7-328-15,4-3 0 16,-4-5-440-16,-1-2-548 0,-7 1-352 0,-8 4-756 15,8-6-3757-15</inkml:trace>
  <inkml:trace contextRef="#ctx0" brushRef="#br1" timeOffset="143162.319">11924 11484 9748 0,'0'0'1160'16,"0"0"-335"-16,0 0 23 16,0 0 604-16,0 0 76 0,0 0-220 15,-87 76-256-15,71-39-336 0,-4 12-272 0,4 8-52 16,0 12 0-16,4 10 232 0,9 11-172 16,-1 8-76-16,4 4-132 15,4 6-12-15,3 0-27 16,-3-3-21-16,8-1-88 0,-4-2-36 0,4-10-60 15,0-6-4-15,4-13-8 0,-1-6-264 0,6-17-93 16,7-8-43-16,-4-11-112 0,8-8-184 16,3-14-64-16,5-6 60 0,4-3-416 0,7-19-672 15,5-3-976-15,0-10-1877 16,-12 4-1727-16</inkml:trace>
  <inkml:trace contextRef="#ctx0" brushRef="#br1" timeOffset="143558.766">13088 11674 10152 0,'0'0'5453'0,"0"0"-4285"16,0 0-784-16,0 0 176 0,0 0 872 15,0 0-184-15,-88 10-248 0,73 12-371 16,-6 9-217-16,5 8-120 0,1 5-108 0,3 7 8 15,0 0 0-15,0-4-80 0,3-2-100 16,5-10-12-16,4-10-52 0,0-9-32 16,0-6-36-16,4-10-132 0,5 0-52 15,3-3 48-15,4-13-144 0,-1-3-49 16,6-4 61-16,-2-5-40 0,1-5-60 16,-3 5-12-16,-2 0 56 0,1-1-8 0,0 4 68 15,-4 3 184-15,-4 6 200 16,-4 6 160-16,4 4 232 0,-8 6 100 0,4 0 48 15,-4 9-160-15,3 5 12 0,2 7-16 16,-1 8-84-16,-4 6-60 16,4 0 60-16,0-3 37 0,4-1-41 0,-5-2-164 15,6-7-124-15,-5-6-204 0,4-10-353 16,3-6-139-16,2 0 196 0,2-15 88 0,5-7-276 16,1-11-812-16,-2 7-3360 15,9-21-4313-15</inkml:trace>
  <inkml:trace contextRef="#ctx0" brushRef="#br1" timeOffset="143864.42">13574 11341 3180 0,'0'0'9881'0,"0"0"-7297"0,0 0-1704 16,0 0-404-16,0 0 504 0,4 77 436 0,-8-40-108 16,0 8-384-16,-4 2-387 0,0 1-137 15,0 0-100-15,1-7-104 0,-2 0-144 16,1-6-52-16,0-6-144 0,5-10-4 15,-1-11 4-15,4-1-12 0,0-7 8 16,4 0-140-16,3 0 19 16,5-7 185-16,0 5 32 0,4-4-68 0,4-1 0 15,0 3 32-15,0 4-56 16,0 0-16-16,-5 7 4 16,2 0-52-16,-6 5 0 0,-2 2 208 0,-5-2 108 15,-4 4 72-15,0 0-44 0,-4 3-52 0,-8-4-36 0,0 4-48 16,-8-3-112-16,-4 0-120 0,-4 1-208 15,-4-5-280-15,-4 4-476 0,-7-4-740 16,-6 4-1072-16,14-3-2785 0</inkml:trace>
  <inkml:trace contextRef="#ctx0" brushRef="#br1" timeOffset="144117.789">12351 12553 2600 0,'0'0'7160'0,"0"0"-2907"0,0 0-3305 16,112-3-244-16,-57-6 900 0,9 0-364 0,8-1-296 15,12-3-112-15,-1-6-40 0,12 0-72 16,2-3-295-16,2 0-269 16,4-1-108-16,1 2 4 0,-4 2-48 0,-5 2 56 15,-3 4-56-15,-17 4-4 0,-2-1-136 0,-13 4-240 16,-9 3-73-16,-7 3-99 15,-12 0-96-15,-4 0-128 0,-13 0-148 0,-3 0-588 16,-7 3-904-16,-5-3-2233 16,-13 6-2971-16</inkml:trace>
  <inkml:trace contextRef="#ctx0" brushRef="#br1" timeOffset="144387.144">13363 12772 4912 0,'0'0'9601'0,"0"0"-7937"0,-8 93-1184 0,8-49-356 15,4 11 312-15,0 4 800 16,4 5 20-16,-4 2-536 0,4 4-416 16,-4 4-96-16,4-2-100 0,0 5-108 15,-5-1 0-15,1 0-180 0,1-3-140 16,-5-3 104-16,4-6-252 0,0-4 52 0,-4-9 172 15,0-7-28-15,0-6-132 0,-4-9-68 16,0-7-120-16,-1-9-304 0,5-7-352 16,-4-6-1032-16,4-9-2081 0,0-10-2319 15,0-3 5752-15</inkml:trace>
  <inkml:trace contextRef="#ctx0" brushRef="#br1" timeOffset="144649.776">13483 12966 756 0,'0'0'12733'16,"0"0"-10997"-16,0 0-1120 0,0 0-108 0,0 0 264 16,0 0 392-16,0 0-192 0,0 0-332 15,0 0-188-15,0 0-64 0,99 0-120 16,-71 13-108-16,0 3-64 0,-9 3 12 16,2 3 16-16,-9 0-80 0,0-2-44 0,-9 2 0 15,-3 0 0-15,-3 0 44 0,-9 3 104 16,-8-3-3-16,0 3-13 15,-8-1 4 1,0-9-136-16,1-5-88 0,-1-4-84 0,3-6-133 16,-3 0-71-16,4-6-52 0,4-7-144 0,-3-6-64 0,3-3-76 15,-1-6-164-15,6-11-216 0,-1 1-1008 0,4 3-2165 16,4-22-2451-16</inkml:trace>
  <inkml:trace contextRef="#ctx0" brushRef="#br1" timeOffset="145041.792">14777 11525 6412 0,'0'0'9717'0,"0"0"-8041"15,0 0-788-15,80 51-668 0,-60-30-132 16,0 8 84-16,-1 3 208 0,6 6 12 0,-5 3 0 16,-1 7-64-16,5 0-220 0,-4 6-96 15,5 0 40-15,-6 6-40 0,1 7 48 16,0-1 108-16,0 2-152 0,-4 4 128 16,0-2 40-16,0 2-52 0,-4-1-12 15,-5-1-20-15,-2-6-92 0,-5-1-8 16,0-3-48-16,-5-2-112 0,-6-4-32 15,-6-4-76-15,2 2 72 0,-5-2-48 0,-4-3 12 16,0-2-12-16,0-1-36 16,-8-5-88-16,0-1-172 0,1-7-128 15,3-2-72-15,0-4-44 0,4-12-232 0,4-4-840 16,4-5-2097-16,0-8-2551 0</inkml:trace>
  <inkml:trace contextRef="#ctx0" brushRef="#br2" timeOffset="-189003.115">17399 12090 1644 0,'0'0'9505'0,"0"0"-8245"16,0 0-544-16,0 0-320 0,0 0 504 0,0 0 476 16,0 0-260-16,0 0-196 15,20 35-352-15,-12-16-224 0,4 3 0 16,-5 7 112-16,6-3 20 0,-2 2-108 0,-2 1-260 16,-1-1-20-16,0 0-88 0,-5 2-44 15,-3-3-16-15,4 3 36 0,-4-5-72 16,0-3-188-16,0-6-92 0,0-7-116 15,0-5-60-15,0-4-68 0,0 0-184 16,-4-4-536-16,1-2-1636 0,-5-16-3933 16</inkml:trace>
  <inkml:trace contextRef="#ctx0" brushRef="#br2" timeOffset="-188838.228">17363 11976 7052 0,'0'0'5813'0,"0"0"-4629"16,0 0-248-16,0 0-280 0,0 0 312 16,0 0 228-16,0 0-628 0,79-39-568 0,-58 36-136 15,-5-3-644-15,3 3-316 0,-2 0-1264 16,2 0-3525-16</inkml:trace>
  <inkml:trace contextRef="#ctx0" brushRef="#br2" timeOffset="-188532.747">17968 12039 8200 0,'0'0'5677'0,"0"0"-3821"0,0 0-240 16,0 0-800-16,0 0-236 0,0 0 108 0,-51 70 144 16,42-60-428-16,9-4-404 0,0 1-100 0,0-5-60 15,0 5 12-15,9-4 148 0,3 3 84 0,4 1-40 16,0 2-44-16,-4-3-8 15,4 5-52-15,0-5 56 0,-1 2-4 0,-2 3 8 16,-1 2-40-16,-1-1 40 16,-2-2 12-16,-5 5 100 0,-4-2-100 15,0 3 44-15,0 0-56 0,0-4 0 0,-9 5 0 16,-3-5-104-16,1 1-104 0,-2-4-112 16,-2 4-60-16,2-6-112 0,-2 2-208 0,-5-7-180 15,4 3-548-15,0-5-1188 16,4 0-2389-1,-4-13-3231-15</inkml:trace>
  <inkml:trace contextRef="#ctx0" brushRef="#br2" timeOffset="-187756.839">19379 12020 3284 0,'0'0'7440'0,"0"0"-6395"0,0 0 19 16,0 0-212-16,0 0 644 0,0 0 24 15,0 0-340-15,95-35-400 0,-74 39-168 0,-1 4 0 16,-1 9-72-16,-2 2-100 0,-10 6-112 16,1 4-84-16,-4 3-88 15,-4-4-32-15,0 4-124 0,0-7 0 0,0 1-76 16,-4-7-264-16,0-6-148 0,4-4 88 16,0-6 68-16,0-3 16 0,0-3-152 15,8-6 164-15,5-7-68 0,-2-3-32 16,2-6-32-16,2-5-32 0,-2-1 56 15,2 2 164-15,-3 1 108 0,4 6 52 0,-1 6 88 16,-2 3 96-16,-1 10 268 0,0 3 84 16,0 0-100-16,-5 7 184 15,-3 8-16-15,1 4-84 0,-5 3-128 0,0 0-168 16,0 4 72-16,-5-3-72 16,1-4-136-16,4-5-12 0,0-3-100 0,0-8-48 15,0 0 28-15,0-3 56 0,0 0-20 16,9-6 44-16,3-5 40 0,-1-1-108 15,2-7-52-15,2 0-12 16,2 0-4-16,-2-3 28 0,2 3 36 0,-2 3 4 0,1 7 52 16,0 3 68-16,-4 2 272 0,4 4 60 15,-4 4 88-15,-4 2 8 16,4 3-36-16,-9 4 24 0,6 3-28 0,-5-4-68 16,-4 1-104-16,0 3-20 0,0-7-120 0,0 1-76 15,0-4-96-15,0 0-280 16,0-2-148-16,0-1-16 0,0-3-44 15,0 0-228-15,0 0-328 0,0-10-848 0,0 5-1828 16,8-12-1549-16</inkml:trace>
  <inkml:trace contextRef="#ctx0" brushRef="#br2" timeOffset="-187440.332">20124 11991 5700 0,'0'0'1200'0,"0"0"4365"0,0 0-4125 15,0 0-464-15,0 0 460 0,0 0 132 0,12 80-152 16,-12-61-312-16,0 0-360 0,0-3-112 15,0-7-51-15,0-2-241 0,0-1-340 16,0-6-60-16,0 0-120 0,4 0 44 16,4 0-68-16,0 0 144 0,0-8-88 15,8-3-133-15,-4-5-167 0,8-3-4 16,-4 0-24-16,-4-3-12 0,4 0-28 0,-4 3 36 16,-1 3 112-16,-2 4 120 15,-1-2 112-15,-1 11 0 0,-3 1 136 0,5 2 188 16,-5 2 316-16,-4 10 172 0,4 1-24 15,-1 4-152-15,-3 1-112 0,0 5-56 16,0-1 8-16,0-3 49 0,0-3-13 16,0-3-252-16,0-4-124 15,0-5-168-15,0-2-52 16,0-2-229-16,4-2-111 0,0-5 36 0,5-6 48 16,2-6-320-16,1-6-536 0,4-4-1320 0,-4 6-1953 0,4-21-863 15</inkml:trace>
  <inkml:trace contextRef="#ctx0" brushRef="#br2" timeOffset="-187221.798">20623 11334 5412 0,'0'0'2144'0,"0"0"3365"15,0 0-4213-15,0 0-284 16,0 0 532-16,0 67 164 0,-5-38-160 0,1 6-512 16,4 3-379-16,-4 3-125 0,4 10-8 15,0 3 68-15,0 3-304 0,0 6-228 16,0 1-60-16,0 3-132 0,0-3-108 0,0-2-100 15,0-7 0-15,4-4-36 16,5-11-84-16,-2-8-61 0,5-6-51 16,4-10-184-16,0-6-300 0,4-10-364 0,-5-7-792 15,2-3-1800-15,11-25-1309 0</inkml:trace>
  <inkml:trace contextRef="#ctx0" brushRef="#br2" timeOffset="-187012.989">21057 11443 64 0,'0'0'11765'0,"0"0"-10089"0,0 0-800 16,0 0 84-16,-4 101 672 0,4-53 76 15,0 6-444-15,0 3-496 0,0 7-196 16,0-1 25-16,0 7-25 0,4-4-400 16,4-2-172-16,3-1-96 0,2-9 24 15,2-12-16-15,-2-15 28 0,-2-6-120 16,-3-9-333-1,1-9-239-15,-2-3-92 0,1 0-272 16,-8-6-752-16,0-10-1280 0,0-3-2633 0,-8 3-1787 0</inkml:trace>
  <inkml:trace contextRef="#ctx0" brushRef="#br2" timeOffset="-186859.995">20893 11884 5700 0,'0'0'992'16,"0"0"5381"-16,0 0-5077 0,0 0-764 0,0 0 352 15,0 0 504-15,0 0 172 16,0 0-296-16,0 0-348 0,91 6-152 15,-50-6-83-15,-1-9-269 0,-5-4-276 16,5-4-136-16,-8-1-164 0,4-1-404 0,-4-3-149 16,-4-1-187-16,-1 1-428 15,1 0-1192-15,-11 9-2780 0,3-9-3573 0</inkml:trace>
  <inkml:trace contextRef="#ctx0" brushRef="#br2" timeOffset="-186706.107">21519 11795 1292 0,'0'0'11189'0,"0"0"-9609"15,8 83-1108-15,-8-52 232 0,0 7 956 0,0 4 172 16,0-1-472-16,0-3-688 0,0-3-280 16,0-10-332-16,-4-3-60 0,4-6-560 0,-4-6-52 15,0-1-24-15,-1-5-260 16,1-4-580-16,1 0-1356 0,-1-6-2729 16,-4-1-2723-16</inkml:trace>
  <inkml:trace contextRef="#ctx0" brushRef="#br2" timeOffset="-186566.029">21415 11703 7280 0,'0'0'8205'0,"0"0"-6549"0,0 0-1072 0,0 0 196 15,0 0 472-15,0 0-348 0,0 0-660 16,95-64-244-16,-74 55-196 16,-1-3-304-16,-1 2-580 0,1 3-648 0,-8 3-2852 15,12 2-4453-15</inkml:trace>
  <inkml:trace contextRef="#ctx0" brushRef="#br2" timeOffset="-186306.768">21957 12074 5440 0,'-16'67'11365'15,"8"-23"-9877"-15,0 14-1180 0,-3 11-220 16,-2 10 648-16,-2 8 756 0,2-1-555 15,5-4-669-15,5-3-268 0,3-7-56 0,0-7 52 0,0-15-92 16,7-4-73-16,-3-15-123 0,0-9-48 16,-4-6-124-16,5-10-60 0,-1-3 20 15,-4-3-8-15,4-9-264 0,3-10-180 16,-3-6-532-16,0-11-568 0,-4-5-784 0,4-7-1561 16,-4-8-1059-16,0 11 4948 0,-8-34-159 15</inkml:trace>
  <inkml:trace contextRef="#ctx0" brushRef="#br2" timeOffset="-186123.59">21890 11983 3864 0,'0'0'756'0,"0"0"5653"0,0 0-4789 16,0 0-548-16,0 0-124 0,95-36 264 15,-71 36-208-15,-5 3-308 0,2 7-240 16,-1-4-96-16,-5 6-52 0,2 1-88 16,-9 4-48-16,-1-2-24 0,-3 5-88 15,-4 2-60-15,-8 0-84 16,-3 6-100-16,-9-2-88 0,-5 5-120 0,-3-1-152 0,4-5-116 15,-3-3-200-15,7-9-300 16,0-7-332-16,12-6-336 0,0-6-1117 0,8-13-2199 16</inkml:trace>
  <inkml:trace contextRef="#ctx0" brushRef="#br2" timeOffset="-185889.012">22356 11522 3116 0,'0'0'8629'0,"0"0"-7065"0,0 0-524 16,0 0 236-16,0 0 376 16,0 0-56-16,20 86-308 0,-12-51-460 0,-5 9-148 15,1 6 61-15,0 5-145 0,-4 4-320 16,0 2-140-16,-4 5-132 16,-3-1-4-16,-1-5-148 0,-1-3-224 0,1-9-64 15,5-10 72-15,3-6 35 0,0-13-47 0,7-4-148 16,1-5-24-16,1-4-164 0,6-6-184 15,-2-6-552-15,2-4-1696 16,5-15-3797-16</inkml:trace>
  <inkml:trace contextRef="#ctx0" brushRef="#br2" timeOffset="-185715.574">22650 12195 4592 0,'0'0'1676'15,"0"0"4961"-15,0 0-5669 0,0 0-628 16,0 0-160-16,0 0 172 0,-27 67-276 0,27-64-76 16,-5 0-1052-16,1-3-416 15,4 0-537-15,-4 0-2159 0,0 0-1224 16,-3-6 4645-16</inkml:trace>
  <inkml:trace contextRef="#ctx0" brushRef="#br2" timeOffset="-185061.297">22690 12046 6352 0,'0'0'7081'0,"0"0"-6945"0,0 0-136 15,0 0 0-15,0 0 588 16,0 0 624-16,0 0 268 0,-16 86-708 0,8-52-424 16,4 2-76-16,-3 1 24 0,-2-2 0 15,1 0-52-15,1-5-84 0,3-9-124 16,0-5-36-16,4-13-108 0,0-3-264 16,0-3-416-16,4-9-592 0,7-8-304 0,1-5-1128 15,0 3-2945-15,4-19-599 0</inkml:trace>
  <inkml:trace contextRef="#ctx0" brushRef="#br2" timeOffset="-184889.455">22750 11725 7704 0,'0'0'5313'0,"0"0"-2977"0,0 0-1092 0,0 0-732 16,0 0 144-16,0 0 516 0,0 0-44 15,0 0-236-15,0 0-452 0,0 0-236 16,0 0-204-16,47 70-132 0,-34-61-368 0,-1 3-256 15,4 2-152-15,-4-1-372 0,-1-7-1896 16,6 10-6025-16</inkml:trace>
  <inkml:trace contextRef="#ctx0" brushRef="#br2" timeOffset="-184582.845">23355 12106 7856 0,'0'0'7589'0,"0"0"-6309"0,0 0-880 15,0 0-264-15,-83 13 224 0,67-4 532 16,-4 7 300-16,4 0-340 0,0 7-472 15,0 5-136-15,5-2 24 0,6 2-16 16,1 0-91-16,4-2-161 0,0-4-4 0,9-3-157 16,2-3-55-16,5-6-124 15,8-5-88-15,0-5-132 0,8-5-288 16,3-12-220-16,5-2-660 0,1-3-1404 0,-10 3-3329 16</inkml:trace>
  <inkml:trace contextRef="#ctx0" brushRef="#br2" timeOffset="-184353.162">23813 12157 9608 0,'0'0'7593'0,"0"0"-6085"0,0 0-1004 0,-28 92 12 0,13-63 752 15,-1-1 373-15,4-6-189 0,1-3-668 16,2-9-604-16,9-3-180 0,0-7-316 0,0 0-92 16,9 0 8-16,2-7 196 15,5-3-96-15,4-3-52 0,0 1-132 0,-1-4-60 16,2 0-65-16,-1 4-207 0,-5 2-16 15,-2 4-124-15,2 0-44 0,-3-4-84 16,0 3 132-16,-4-2 248 0,0 0 236 16,4-8 76-16,0 2-692 0,1-10-1921 0,2-5-3927 15,-3 5 4052-15</inkml:trace>
  <inkml:trace contextRef="#ctx0" brushRef="#br2" timeOffset="-184091.347">24144 11465 5532 0,'0'0'6049'0,"0"0"-4221"0,0 0-1180 16,0 0-164-16,0 0 424 16,0 0 572-16,-39 79-128 0,26-38-316 0,6 4-436 15,-5 6-196-15,3 2 56 0,2 5 164 16,-5 5-175-16,-4 1-217 16,0 0-172-16,0-1-60 0,4-6-72 0,0-10-124 15,4-2-13-15,4-10-31 0,4-7-16 16,0-2 24-16,4-4 12 0,0-6-24 0,5-4-24 15,-2-2-52-15,5-7-56 0,-4 0-44 16,4-3-96-16,0-3-164 0,0-3-224 16,4-7-552-16,0 0-1372 0,-1 1-2221 15,2-1-1227-15,-6 4 5152 0,1-7 865 0</inkml:trace>
  <inkml:trace contextRef="#ctx0" brushRef="#br2" timeOffset="-183365.036">23726 12216 1968 0,'0'0'1032'0,"0"0"3496"0,0 0-3232 0,0 0-220 16,0 0-43-16,0 0-69 15,0 0 48-15,40-63 172 0,-36 60-160 0,-4 0-132 0,0 3-152 16,0 0 108-16,0 0-20 16,-8 0-200-16,0 0-172 0,-4 6-212 0,1 1-124 15,-6 9-20-15,1 3 108 0,-4 7-12 16,0 5 12-16,-4 4-40 0,5 0-56 16,2 0-4-16,-2-3 64 0,6-7-40 0,6-6 28 15,3-6-28-15,0-10-60 0,4 0-72 16,0-3 0-16,4 0-36 15,4-3-168-15,3-3-112 0,6-7 132 0,3-6-144 16,3-3-64-16,1-1-184 0,0 1 124 16,0 3 8-16,-8 3 172 15,4 4 12-15,-4 5 64 0,-4 4 60 0,0 3 136 16,-5 3 232-16,2 7 260 0,-1 2 24 16,-4 1-172-16,-1 3-84 0,1 0-80 15,-4-1 4-15,4-1-36 0,1-5-100 16,-1 0-48-16,0-5-84 0,3-1-28 0,1-3 64 15,1 0-148-15,6 0-160 16,-2-9-208-16,2-4-140 0,2-4-284 0,-2-2-532 16,-2 5-640-16,2-10-1785 0,-3 6-1775 0,-4 2 1869 15</inkml:trace>
  <inkml:trace contextRef="#ctx0" brushRef="#br2" timeOffset="-183050.111">23785 12001 5016 0,'0'0'4244'0,"0"0"549"0,0 0-3389 16,0 0-436-16,0 0-80 0,0 0 164 16,88 19 40-16,-52-19-124 0,5 0-348 15,2-9-340-15,5-1-180 0,3-2-100 16,1-1-36-16,-3-3 28 0,2 0-116 0,1 0-60 16,-5 0-448-16,1-3-248 0,-8 7-340 15,-4 2-828-15,-3 4-2844 0,-14-1-3821 16,5 7 6897-16</inkml:trace>
  <inkml:trace contextRef="#ctx0" brushRef="#br2" timeOffset="-182848.314">24575 12062 3360 0,'0'0'11497'0,"0"0"-9813"16,0 0-1320-16,-20 95-216 0,16-61 300 0,0 5 876 15,0-1 60-15,0-6-604 0,4 0-576 16,0-11-204-16,0-5-108 0,0-2-176 16,4-8-176-16,4-6-68 0,-1 0-172 0,2-6-320 15,-1-8-1076-15,3 2-2500 16,-2-17-3889-16</inkml:trace>
  <inkml:trace contextRef="#ctx0" brushRef="#br2" timeOffset="-182689.617">24603 11843 640 0,'0'0'12693'0,"0"0"-8649"0,0 0-2880 0,0 0-548 0,0 0-140 15,0 0 16-15,0 0 188 0,79 0-324 16,-59 0-356-16,0 0-360 0,-4-4-308 16,4-2-364-16,-4 3-584 0,-4 3-2544 15,4-4-3893-15</inkml:trace>
  <inkml:trace contextRef="#ctx0" brushRef="#br2" timeOffset="-182533.307">24921 12100 8444 0,'0'0'5777'15,"0"0"-4417"-15,20 83-1108 0,-12-62-24 0,0 5 672 0,4-7 1144 16,-4-3-392-16,0-3-824 0,4-7-463 0,0-6-49 16,4 0-100-16,0 0-44 0,0-3-172 15,0-10-160-15,4-6-252 0,-1 0-305 0,1-3-207 16,1-3-340-16,-2-1-900 0,1 1-2292 15,-3 5-3009-15</inkml:trace>
  <inkml:trace contextRef="#ctx0" brushRef="#br2" timeOffset="-182286.913">25419 12106 5308 0,'0'0'7769'0,"0"0"-5941"0,0 0-1412 0,0 0-188 0,0 0 212 16,0 0 364-16,76 9 424 15,-52-21-636-15,-4-4-592 0,0 0-716 16,4-6 12-16,-1-1 4 0,1 5 220 15,-3-1 168-15,-6 2 224 0,-6 5 88 0,-9-1 400 16,0 10 428-16,-13 0 68 0,-6 3-276 16,-9 9 44-16,-8 10 12 0,-4 7-200 15,-4 2-60-15,0 11 84 0,4-1 228 16,1 3-71-16,7-3-233 0,4 4-148 16,4-7-144-16,12-7-48 0,8-3-84 0,4-6-48 15,16-3-408-15,8-7-152 0,8-5 63 16,7-4-307-16,-11 0-1204 0,24-16-6429 15</inkml:trace>
  <inkml:trace contextRef="#ctx0" brushRef="#br2" timeOffset="-182149.672">26507 12195 11417 0,'0'0'12665'0,"0"0"-10957"0,0 0-1708 16,0 0-1012-16,0 0-288 0,-56-70 272 15,17 54-385-15,7 4-2923 0,-28-7-7033 16</inkml:trace>
  <inkml:trace contextRef="#ctx0" brushRef="#br2" timeOffset="-175341.043">2904 15014 6140 0,'0'0'2740'16,"0"0"-736"-16,0 0-1435 0,0 0-353 16,-20-67 92-16,12 52 268 15,0 2 344-15,-4 3-92 0,0 1-184 0,4 2-116 16,-3 1-200-16,-6 3-28 0,2 3 140 16,-2 0-16-16,2 0 0 0,-9 0-64 15,0 3-52-15,-4 7-120 0,-4 2 44 0,-4 8 40 16,-3 5 8-16,-2 7-276 0,2 6 152 15,-1 6-48-15,4 4-108 16,0 2-72-16,0 8 64 0,4 2 0 0,9 0 8 16,3 1 52-16,7-4 36 0,9 0 60 15,4-3 72-15,13-6 72 16,6-4 0-16,9-3-36 0,4-3-132 0,0-9 36 16,3 0-88-16,2-10-64 0,-1-3-4 15,-4-7-4 1,3-6 60-16,-3-3 24 0,-4 0-20 15,0 0-4-15,0-9-60 0,-9-1 0 0,2-2-48 16,-10-4-368-16,2 0-156 0,-9-4-128 0,0-2-232 0,-4 4-380 16,-4-2-708-16,-8 1-916 0,-4 4-353 15,-5 2-1403-15,-6 0 1472 0,-1 4 2528 0,-3-1 329 16</inkml:trace>
  <inkml:trace contextRef="#ctx0" brushRef="#br2" timeOffset="-175069.312">2509 15615 1136 0,'0'0'992'0,"0"0"3372"0,0 0 36 0,0 0-2935 0,0 0-505 16,0 0-44-16,0 0 208 0,-23 0-284 0,42 6 124 15,9 3 200-15,4-2-524 0,0 2-172 16,0-3-208-16,0-2-104 0,-4-1-20 16,0-3-76-16,-4 0-60 0,0 0-60 15,0-7-260-15,-1-2-256 0,1-1-176 16,-4-2-52-16,-4 2-64 0,0-3-188 0,-4 4-80 16,-4-1-72-16,-8 4 316 15,4 6 760 1,-4 0 132-16,0 0 208 0,0 4 404 0,-4 2-192 15,0 7 140-15,0 2 112 0,0 4 124 0,4 7-160 0,-4 2 108 16,4 7-284-16,0 0-164 0,4 0-24 16,0 0 272-16,4-7-100 15,0-1-444-15,4-8-184 16,-1-8-64-16,6-1-468 0,3-6-104 0,-1-4-548 16,9-4-1420-16,0-9-2561 0,-3 0-699 0,10-12 4780 0</inkml:trace>
  <inkml:trace contextRef="#ctx0" brushRef="#br2" timeOffset="-174753.221">3433 15630 3920 0,'0'0'8753'0,"0"0"-6741"0,0 0-1408 0,0 0-276 15,0 0 404-15,-79 35 636 16,59-9 100-16,-4 2-344 0,5 7-500 0,-2 2-124 16,10 5 33-16,3-3-33 0,-1-7-200 15,9-7-300-15,0-6-60 16,0-11-156-16,9-1-40 0,3-7-132 0,-1-2 155 15,6-11 41-15,2-6-200 0,5-10-216 16,4-3-320-16,-4-3-368 0,-4-2-256 16,0 4 336-16,-4 8-176 0,3 3 564 0,-6 10 268 15,2 6 164-15,-6 6 396 16,3 0 496-16,-5 6 424 0,-3 6 120 0,5 3-20 16,-5 8-4-16,0 0-268 0,0 2-80 15,-4-3 84-15,0 3-112 0,3-6-284 0,-3-3-356 16,0-2-64-16,0-6-316 0,0-8-256 15,0 0 20-15,4-2-240 16,0-9-848-16,1-3-1504 0,3-13-1997 16,-4 8-1571-16,3-16 6452 0</inkml:trace>
  <inkml:trace contextRef="#ctx0" brushRef="#br2" timeOffset="-174462.002">3708 15630 4136 0,'0'0'8849'0,"0"0"-6945"16,0 0-1464-16,9 74-160 0,-9-47 860 15,0 5 624-15,0-4-256 0,0 2-568 16,0-8-528-16,0-6-228 0,4-3-184 0,-4-6-116 16,4-5-116-16,0-2-72 0,3 0-320 15,2-13 160-15,3-3-100 0,-1-6-200 16,6-6-472-16,-2-4-356 0,2 0 16 16,-6 6 520-16,2 5 580 0,-2 2 80 0,-3 6 396 15,-4 6 168-15,5 4 444 0,-6 3 76 16,-3 0 48-16,4 10 176 0,0-1 172 15,-4 4-188-15,4 6-324 0,0 0-192 16,1 6 4-16,-2 1 72 0,1 0 328 16,-4-1-308-16,4-3-244 15,0-3-232-15,0-2-152 0,0-5-436 0,4-3-296 16,-4-3-52-16,8-6-708 0,-4 0-2216 16,8-15-2861-16</inkml:trace>
  <inkml:trace contextRef="#ctx0" brushRef="#br2" timeOffset="-174123.001">4311 15573 6096 0,'0'0'6713'0,"0"0"-4805"0,0 0-1152 0,0 0-164 0,-49 70 844 16,34-51 208-16,-5 3-360 16,8-6-600-16,-1 3-404 0,2-7-148 0,3-5-36 15,4 3-96-15,4-7-4 0,0-3-80 16,0 0-112-16,4 0-44 15,4 0-176-15,8 0 220 0,0 3 136 0,4-1 0 16,4 3-64-16,-5 0 4 0,-2 2-4 16,-2 6 112-16,-2-3 12 0,-2 5 4 0,-3 1 120 15,1 0 96-15,-5 3 60 0,-4 0-12 16,0-2-76-16,-4 1-32 16,-9 1-40-16,-2 0-72 0,-5 0-48 15,-1-6-76-15,2-1-80 0,3-2-88 0,-5-7-48 16,6 1-88-16,-2-4-12 15,2-7-160-15,7-5-332 0,-4-7-564 0,4-2-1348 0,8-4-2749 16,0 6-1871-16,8-6 6936 0</inkml:trace>
  <inkml:trace contextRef="#ctx0" brushRef="#br2" timeOffset="-173761.843">4614 15551 2060 0,'0'0'1528'0,"0"0"4712"0,0 0-4471 0,0 0-1013 15,0 0-116-15,0 0 504 16,0 0 184-16,-28 70-208 0,24-54-436 16,0 3-324-16,0-3-212 0,4-4-60 15,-5 2-84-15,5-3 0 0,0-1-4 0,0-3-76 16,0-2-60-16,5-1-72 0,3-1 72 15,3 3-16-15,6-6 16 0,-2 4-24 0,5-4-28 16,0 0-36-16,4 0-32 0,-4 0-8 16,0 0 28-16,0 0 60 0,-8 0 100 15,0 3 68-15,-5 0 8 0,-3 4 476 16,-4 2 92-16,0 0 56 16,0 8-40-16,-7-2-140 0,-5 4-88 0,-4 0 16 15,0 4-40-15,-8-4-52 0,4 2-144 16,-4-4-136-16,4 2-48 0,-4-6-224 0,9-1-244 15,-2-2-172-15,2-1-280 16,6-5-588-16,5-4-1516 0,1 0-3161 0</inkml:trace>
  <inkml:trace contextRef="#ctx0" brushRef="#br2" timeOffset="-173540.769">5195 15583 4272 0,'0'0'5236'0,"0"0"-2187"0,0 0-1821 0,-24 76-292 16,8-48 412-16,-3 4 124 0,-2 3-296 16,6-3-476-16,-5-3-356 0,-1-1-184 15,2-3-88-15,3 0-72 0,-5-6 0 0,2 0-4 16,-1-6-8-16,-4-1-88 16,0-1-120-16,-3-1-208 0,-1-4-136 15,-4 3-104-15,-4-3-100 0,4 1-232 0,-8 3-956 16,-4-1-2621-16,12 0-2647 0,-24 1 6064 15</inkml:trace>
  <inkml:trace contextRef="#ctx0" brushRef="#br2" timeOffset="-173190.112">2052 16487 8644 0,'0'0'6461'15,"0"0"-6437"-15,0 0-24 0,0 0-264 16,0 0 264-16,0 0 656 0,0 0 100 0,99-19-44 16,-47 13 20-16,12 0-176 0,11-1 84 15,13 4 12-15,8 0-348 16,7 3-304-16,5 0-96 0,11 0 88 0,5-3-116 15,7 3-84-15,13-3-184 0,11-4 240 16,5-2 152-16,3-1 72 0,4-5-72 16,0-1-52-16,-4-3 44 0,2 3 8 0,-6-3-4 15,-8 5-8-15,-3 6-456 0,-17 2 12 16,-11 6-128-16,-17-5-164 16,-8 3-320-16,-11 2-804 0,-8-4-1137 0,-24 1-3343 15</inkml:trace>
  <inkml:trace contextRef="#ctx0" brushRef="#br2" timeOffset="-173030.957">6051 16129 5700 0,'0'0'508'16,"0"0"5429"-16,0 0-4761 16,0 0-196-16,0 0 344 0,0 0-44 0,0 0-88 15,0 0-292-15,0 0-360 0,0 0-540 16,-43 19-36-16,27-19-704 0,4 0-444 15,-4-3-1284-15,-8-4-4205 0</inkml:trace>
  <inkml:trace contextRef="#ctx0" brushRef="#br2" timeOffset="-172236.123">7183 15027 6948 0,'0'0'7005'0,"0"0"-5981"15,0 0-760-15,0 0-24 0,0 0 100 16,0 0 1100-16,88 3-324 16,-56 0-220-16,-1-3-208 0,5 0-140 15,0 0-204-15,-3 0-128 0,-1-3-92 0,-6-6-120 16,2-1-4-16,0-3-72 0,-3-2-88 15,-1-2-400-15,-5 2-212 0,1-4-172 0,-7 6-456 16,-5 1-968-16,-5 5-1657 0,-3 7-619 16,-7 0-812-16,-2 4 4932 15</inkml:trace>
  <inkml:trace contextRef="#ctx0" brushRef="#br2" timeOffset="-171940.902">7522 15074 272 0,'0'0'10048'0,"0"0"-8027"0,-12 87-705 15,12-46-480-15,4 6 264 0,4 1 128 16,-1 6-284-16,2-3-64 0,-5 2-256 15,0 1-204-15,-4 0-128 0,0-6-212 16,0-7-80-16,0-9-12 0,0-4-60 0,-4-9-40 16,0 1-364-16,-5-8-116 15,2 2-160-15,-5-5-116 0,-1 1-260 0,-6-4-724 16,-1-3-1188-16,1 0-157 0,-5-3 61 16,-1 0 1300-16,1-6 764 0,0 0 504 15,1-1 568-15,-5-3 1304 0,0 4 1316 16,4-1-356-16,0 2-412 0,5-2-67 15,10 4-81-15,5 3-240 0,0 0-504 16,4 0-332-16,4 0-172 0,9 0-180 16,6 0 184-16,9 3 248 0,7-1-56 0,2 3-184 15,3-5-160-15,-5 0-160 16,5-7-56-16,-4-3-92 0,-5-3-236 16,6-2-636-16,-1-3-256 0,-4-6-536 0,-8 6-1372 15,12-14-3877-15</inkml:trace>
  <inkml:trace contextRef="#ctx0" brushRef="#br2" timeOffset="-171785.157">8079 15481 9292 0,'0'0'5989'0,"0"0"-5285"0,0 0-700 0,101 31 160 16,-78-27 512-16,1-4 8 0,-8 0-200 16,0-7-164-16,0-9-48 0,3-9-272 0,-2-6-284 15,-2-8-892-15,2-5-580 0,-6-3-1140 16,-2 2-2489-16,-1 10-1706 15</inkml:trace>
  <inkml:trace contextRef="#ctx0" brushRef="#br2" timeOffset="-171537.385">8159 14966 3572 0,'0'0'8641'0,"0"0"-7349"16,0 0-836-16,-35 71 64 0,27-43 136 16,3 11 516-16,5 1-224 0,0 5-192 15,0 3-64-15,9 2 32 0,-1 7-148 16,-1 1-232-16,6 2-100 0,-5-3-40 0,-1 1-80 15,5-5-28-15,-3-4-48 0,-6-2 16 16,5-7-56-16,0-1 4 0,-8-4 0 16,5-3-12-16,-5-4 4 0,0-2-4 0,-5-1-4 15,1-6-264-15,-8-3 12 16,0-4 24-16,-4-2 36 0,0-3-36 0,-3-1-76 16,-5-6-60-16,-1 0-48 0,-3-6-248 15,0-7-144-15,-3-3-452 0,-1-9-608 16,-4-5-1352-16,12 5-3461 0,-12-19 2298 0</inkml:trace>
  <inkml:trace contextRef="#ctx0" brushRef="#br2" timeOffset="-171063.019">9857 15122 6796 0,'0'0'6829'0,"0"0"-5461"15,0 0-524-15,43 89-544 0,-23-35 92 16,1 13 456-16,-6 9 428 0,1 9-272 15,0 1-184-15,-7 7-184 0,2-4-188 0,-7-1-143 16,0-6-73-16,-4-5-148 0,0-6-84 16,0-15-208-16,-4-8 39 15,4-16-111-15,-4-10 36 0,0-10-180 0,0-9-188 16,1-3-84-16,-2-15-92 0,1-11-572 0,0-12-756 16,-4-9-1064-16,1-7-937 15,-2-10-1075-15,1 17 2397 0</inkml:trace>
  <inkml:trace contextRef="#ctx0" brushRef="#br2" timeOffset="-170869.148">9789 15262 6168 0,'0'0'6953'0,"0"0"-5757"16,0 0-552-16,0 0 188 0,79-57 208 15,-51 50-132-15,0 5-316 16,0 2-196-16,0 0-52 0,0 6 12 0,-4 3 72 16,-4 7-120-16,-4 3-212 0,-1 3-20 15,-6 7 20-15,-5 6-24 0,-4-1-72 16,-4 11-220-16,-8-1 0 0,-4 5-156 15,-4-2-44-15,0-2-60 0,0-1-136 0,4-10-128 16,0-2-136-16,9-7-568 0,2-5-1108 16,1-8-3009-16,8-2-1143 0</inkml:trace>
  <inkml:trace contextRef="#ctx0" brushRef="#br2" timeOffset="-170699.868">10546 15698 10044 0,'0'0'5249'0,"0"0"-4833"0,0 0-304 16,-44 75-100-16,24-46 380 0,1 2 220 16,-6-2-52-16,5-4-288 0,5 0-60 15,7-6-212-15,-5-6-196 0,13-1-676 16,0-5-256-16,0-7-288 0,13 0-1084 16,2-9-3229-16</inkml:trace>
  <inkml:trace contextRef="#ctx0" brushRef="#br2" timeOffset="-170355.655">11176 15370 5580 0,'0'0'7929'15,"0"0"-6233"-15,0 0-956 0,0 0 228 0,0 0 556 16,-100 73-160-16,72-37-180 0,0 1-452 16,4 1-163-16,9-3 75 0,2-9-272 15,5-8-372-15,8-5-72 0,0-7-132 16,0-6-40-16,8 0-216 0,9-6 220 15,2-10-17-15,5-9-59 0,0-7-84 16,4-4-40-16,0-1-36 0,0 2-52 0,-5 3-36 16,1 4 136-16,-3 6 80 15,-6 5 4-15,1 9 48 0,-4 4 296 16,-4 4 24-16,0 7 360 0,-4 9 156 0,0 5-144 16,0 11-176-16,0 0-84 0,0 10 12 15,1-2 84-15,-2 12 12 16,1 1 0-16,0 7-36 0,0 4-84 0,0 3-76 15,-4-3-36-15,0-1-12 0,0-9-52 16,0-3-316-16,0-14-244 0,0-4-12 16,0-8-68-16,0-6-284 0,0-7-1536 15,4-2-2525-15,0-7-2871 0,4-3 7544 0</inkml:trace>
  <inkml:trace contextRef="#ctx0" brushRef="#br2" timeOffset="-170005.083">13267 15491 2980 0,'0'0'0'0,"0"0"-1540"0,0 0 732 16,-20-77 177-16</inkml:trace>
  <inkml:trace contextRef="#ctx0" brushRef="#br2" timeOffset="-169520.964">13223 15361 404 0,'0'0'1148'0,"0"0"-380"15,0 0-572-15,0 0 1540 0,0 0 892 16,0 0-1108-16,0 0-548 0,0 0-144 16,0 0 129-16,0 0 171 0,0 0-144 15,-36-17-68-15,33 17-44 0,-1 0-216 16,0 0-128-16,4 0-64 0,-4 4 36 0,4-4-56 15,-4 0-60-15,-1 3-136 0,1 0-100 16,1 1-12-16,-1-1 12 0,0-1 12 16,0 5 0-16,0-4-12 0,0 1-28 15,-1-2-20-15,2 2 36 0,3-4 24 0,-4 0-16 16,4 3-8-16,-4-3-28 16,4 0-20-16,-4 0-28 0,0 0-12 0,4 3-36 15,-4-3 40-15,-1 0-48 0,-2 2 4 16,-1 3-8-16,0 1 0 0,-4 0 0 0,0 4 4 15,4 2 8-15,-4 1 48 16,4 6-56-16,-3 3 44 0,2 6 12 16,1 1 28-16,4 7-28 0,0-2 24 0,1 4-20 15,-1-6-60-15,4-7-4 0,0-5-4 16,0-11-72-16,0-6 16 16,0-3-36-16,11 0-76 0,1-12 88 0,4-5-16 15,0-5-8-15,4-6-64 0,0-4-84 16,-4 3 20-16,4-3 40 15,-8 7 48-15,4 0-60 0,-4 6-60 0,0 1 32 0,0 4 88 16,-5 4 0-16,1 10 148 0,1 0 0 16,2 0 248-16,-3 13 24 15,5 0 8-15,-2 3 16 0,2 6 0 0,-2 0-52 16,-3 3 12-16,0 0-60 0,-3 2-48 16,2-5-44-16,-3-6-104 15,0-7-132-15,0-2-28 0,-4-5-36 0,4-2-60 16,-4 0-372-16,0-2-196 0,4-11-268 0,0 0-660 15,-4 0-2320-15,0-9-2617 16</inkml:trace>
  <inkml:trace contextRef="#ctx0" brushRef="#br2" timeOffset="-169294.255">13526 15316 6976 0,'0'0'6609'0,"0"0"-5797"15,0 0-472-15,0 0 164 16,84 38 668-16,-69-19 372 0,-2 4-68 15,-5 2-532-15,-1 0-348 0,-3 1-84 16,-4 2-75-16,5 1-193 0,-5-4-172 16,0-2-72-16,0-4 0 0,0-4-84 0,0-8 12 15,0-4 8-15,0-3 60 0,4 0-140 16,0-3-113-16,0-10-83 0,7-3 160 16,2-10-152-16,2 0-180 0,5-4-308 15,-4-3-520-15,4 2-644 0,4 2-680 16,0 4-1705-16,-8 9-867 0</inkml:trace>
  <inkml:trace contextRef="#ctx0" brushRef="#br2" timeOffset="-169006.148">14029 15396 4484 0,'0'0'720'0,"0"0"7689"0,0 0-6713 15,0 0-928-15,55 78-104 16,-43-68 296-16,0-3 100 0,4-7-504 0,0 0-324 16,0-7-24-16,3-9-48 0,6-3-160 15,-5-9-64-15,-5-2-180 0,5 2-76 16,-8 0 28-16,-3 2-16 0,-2 7-24 0,-7 3 96 15,0 4 236-15,-7 5 84 0,-10 4-76 16,-3 0 236-16,1 3 16 16,-5 0 12-16,0 10-52 0,4 5-12 0,-4 8-36 15,8 6 36-15,0 3 12 0,0 6-84 0,4-1-88 16,5 2 0-16,-2-2-36 0,5-2-12 16,0-2-4-16,4-5-128 15,4-3-28-15,9-9-24 0,2-3 24 0,5-4-60 16,12-3-184-16,0-1-188 0,8-5-124 15,8 0-192-15,-5-5-500 16,-7-1-2712-16,20-6-2585 0</inkml:trace>
  <inkml:trace contextRef="#ctx0" brushRef="#br2" timeOffset="-168421.065">15483 15443 340 0,'0'0'12253'15,"0"0"-10849"-15,0 0-1404 0,0 0 76 16,0 0 112-16,0 0 544 0,-76-38 492 16,64 38-348-16,-1 6-172 0,-2 10-96 15,3 6-4-15,0 10-64 0,0 10 36 16,5 1 228-16,-2 6-220 0,9-2-147 15,0-9-97-15,0-3-108 0,0-9-228 16,12-10-4-16,0-4-8 0,4-5-4 16,4-5 8-16,0-2 4 0,4-9 12 0,4-10-4 15,4-7-8-15,4-6-136 0,-5-6-80 16,-3 1-149-16,0-4-87 16,-4 6 64-16,0-3 60 0,-8 6 120 0,-4 3 60 15,-1 4-8-15,-6 6-4 0,-1 3 160 16,-4 10 52-16,0-1 108 0,-4 1-12 0,-8 6 44 15,0-4 52-15,-1 4 12 16,2 0-36-16,-6 10-100 0,10 3-112 16,-5 6 8-16,0 3 32 0,4 7 12 0,0-4-52 15,4-3-8-15,0 0-136 16,4-2-104-16,0-8-444 0,0 1-24 16,0-8 56-16,0 0-60 0,8-5-368 0,0 0-420 15,4-10-868-15,0-3-1953 0,0-2-1475 16,0 1 3448-16</inkml:trace>
  <inkml:trace contextRef="#ctx0" brushRef="#br2" timeOffset="-167985.623">15678 14846 2960 0,'0'0'2084'15,"0"0"2660"-15,0 0-3944 0,0 0-375 0,0 0 103 16,0 0 356-16,0 0 392 0,0 0 16 16,0 0-296-16,0 0-392 0,4-50-180 15,-8 65-112-15,0 11-76 0,0 11 60 16,4 11 36-16,0 7 200 0,0 5-28 0,4 7-100 16,0 1-84-16,0 6-88 15,-1 3 48-15,-3-4-60 0,4-1-60 0,1-5-28 16,-1-11-96-16,4-4-36 0,-1-14-72 15,6-10-124-15,-5-6 52 0,7-5-248 16,-2-11-232-16,2-4-100 0,5-2-28 16,1-5-252-16,-2-8-740 0,1-2-1112 15,-4 1-3197-15</inkml:trace>
  <inkml:trace contextRef="#ctx0" brushRef="#br2" timeOffset="-167507.001">16228 15484 5944 0,'0'0'7729'0,"0"0"-5909"0,0 0-1012 0,0 0-332 16,0 0 432-16,0 0 336 0,-84-5-312 15,60 7-404-15,0 4-236 0,4 4-36 0,-4 2-12 16,0 5-12-16,9 8 8 0,-6 3-7 16,6 8-89-16,-2-2-20 15,10 4-16-15,-1-2-48 0,8-5-60 0,0-6-48 0,0-8-8 16,8-8 52-16,3-3 0 15,6-6-204-15,7-6-97 0,4-13-35 16,7-11 24-16,-3-7-132 0,4-8-68 16,4-2 4-1,-5-3-4-15,2-4-24 0,-1 3-104 0,-5-3-76 16,-3-1-192-16,0 1-72 0,-4 0 304 0,-8 1 340 0,-1-2 288 16,-10 1 52-16,-1 4 4 0,-4-2 84 15,-4 8 76-15,-4 6 244 0,0 10 168 0,0 6 116 16,-1 9-12-16,6 10 40 15,-5 3 36-15,4 3-128 0,-4 13-320 16,0 6-124-16,0 7-12 0,0 9-36 0,0 7 156 16,0 5-12-16,0 4-24 15,0 7-84-15,4-1-92 0,-3 3-80 0,-2 1-12 16,1-1-60-16,1-6 60 0,3-6-84 16,4-7-28-16,0-9-144 0,0-3 60 15,7-6-268-15,1-8-252 0,5-5-120 16,-2-2-24-16,5-9-232 0,4-2-468 15,0-9-944-15,3-3-2341 0,5-2-1055 16,-7-2 5388-16</inkml:trace>
  <inkml:trace contextRef="#ctx0" brushRef="#br2" timeOffset="-166675.468">14941 15535 8584 0,'0'0'1940'0,"0"0"-523"0,0 0-421 15,0 0-40-15,0 0 284 0,0 0-68 16,0 0-312-16,0 0-424 0,0 0-252 15,0 0-96-15,0 0-12 0,-25 19 20 16,34 13 116-16,-1 3 8 0,0 0-20 16,-1 0-16-16,2-7 0 0,-1-9-36 15,-4-3-76-15,-1-7-60 0,5-2 36 0,-3-4-48 16,3 1 0-16,3-4 4 0,2 0 56 16,2-4-60-16,-2-6 0 0,2-2-48 15,2-1-4-15,-6-2-56 0,1-2-88 16,-4-5 72-16,0 3-24 0,0-3 60 15,-4 3 4-15,0 0 20 0,-4 3-20 0,0 4 84 16,0 1 60-16,-4 6 112 0,-4-2-172 16,0 1-12-16,-4 2-36 15,-4 1-124-15,0-1 12 0,4 4 60 0,-4 0-84 16,4 0-92-16,5 4-144 0,-2 3-116 16,1 3-180-16,4-2-304 0,4 9-844 15,0-2-2269-15,0-2-2959 0,4 6 6532 16</inkml:trace>
  <inkml:trace contextRef="#ctx0" brushRef="#br2" timeOffset="-166213.321">17442 15205 248 0,'0'0'1004'15,"0"0"276"-15,0 0 5596 0,0 0-5043 0,0 0-1 0,0 0-648 16,0 0 80-16,0 0 176 16,77 67-148-16,-58-20-444 0,1 11-232 0,-3 2-116 15,-6 3-96-15,1 7-52 0,-4 0-12 16,0-1-36-16,0-1-144 0,-4-5-87 15,0-10 11-15,0-8-84 0,-4-10-109 16,4-3-135-16,-4-10 52 0,4-3-152 16,-4-3-180-16,0-6-184 0,0-8-236 15,0-2-256-15,0 0-684 0,0-6-992 0,-4-6-2109 16,0-11 125-16,-4 8 1797 16</inkml:trace>
  <inkml:trace contextRef="#ctx0" brushRef="#br2" timeOffset="-165981.063">17530 15304 7900 0,'0'0'5649'0,"0"0"-4505"16,0 0-656-16,0 0-484 0,41-80 344 15,-26 64 472-15,-3-3 372 0,4 2-508 16,4 8-304-16,-4 4-96 0,4-2 24 0,-1 7-76 16,-2 0-84-16,-2 3-24 0,-6 9-76 15,-1 8-36-15,-4 5 72 0,-4 4-84 16,-4 10-108-16,-4-2-40 0,-8 1-96 15,-4 4-124-15,-4-8-28 0,4-2-72 16,0-3-76-16,0-8-80 0,8-4-112 0,0-9-236 16,5-8-456-16,3 0-1144 0,4-4-3073 15,0-6 129-15,4-6 5437 0</inkml:trace>
  <inkml:trace contextRef="#ctx0" brushRef="#br2" timeOffset="-165718.805">17913 15240 4212 0,'0'0'3216'0,"0"0"1565"15,0 0-4153-15,83-19-312 0,-59 12 360 0,1 7 312 16,-5 0-4-16,-9 4-192 0,5 5-304 16,-8 7-20-16,0 3 80 0,0 3-20 15,-8 3-180-15,0 3-32 16,0 5 16-16,-4-1 12 0,-4-1-28 0,-4-5-168 16,4-4-88-16,0-6-52 0,1-4 52 15,3-5 40-15,4-4 8 0,0-3 4 0,0 0-64 16,0-7-48-16,4-5-160 0,3-7-8 15,9-7-16-15,-4-5-136 16,9-4-120-16,-2 0-112 0,-3 0-36 16,4 3-20-16,-4 0-112 0,3 7-480 0,-6-3-984 15,-2 3-2161-15,-2 6-2227 16,-5-7 4536-16</inkml:trace>
  <inkml:trace contextRef="#ctx0" brushRef="#br2" timeOffset="-165332.508">18595 15196 6884 0,'0'0'7765'16,"0"0"-5901"-16,0 0-1164 0,-8 85-692 0,8-50 76 15,0 0 500-15,0 3 624 0,0 0-520 16,0-6-408-16,0-4-280 0,0-6 0 16,4-5-108-16,0-6 20 0,-1-4-304 15,1-3-160-15,-4-4-248 0,4-7-180 0,0-8-688 16,0-7-1252-16,1-3-2401 0,-2 1-1307 16,1-13 6172-16</inkml:trace>
  <inkml:trace contextRef="#ctx0" brushRef="#br2" timeOffset="-164749.36">18705 14947 3008 0,'0'0'5816'0,"0"0"-3475"16,0 0-1609-16,0 0-424 0,0 0 240 0,0 0 384 15,0 0-20-15,0 0-180 0,0 0-264 16,84 49-132-16,-80-27-44 16,0 3-52-16,-4 0-56 0,0 4-44 0,0-1-104 15,0 1-36-15,-4-4-236 0,4-2-152 16,0-11 184-16,0 1 204 15,4 0 0-15,9-4 80 0,-2 1 108 0,10 3 60 0,-6-4-24 16,5-3-72-16,4 4-28 16,-4-3 48-16,4-2 100 0,0 2-48 15,-4-4 112-15,-1 1-104 0,2-4-108 0,-6 3-76 16,2-3-48-16,-2 3-60 0,-2 0 48 16,-2 0-36-16,-3-1 32 0,4 2 8 15,0-4-40-15,4 0-100 0,-4 0-124 16,4-4 36-16,4-4 12 0,0-2-36 15,8-2 36-15,-4-2 64 0,-1 2-4 16,1 3 16-16,0 2-152 0,-3-3-44 16,-2 7 56-16,-3 0 112 0,-4 3 100 15,0 0 28-15,-4 0 48 0,0 0 52 0,0 0 64 16,-5-3 20-16,6 3 16 16,-5-3 100-16,4 0-12 0,-1-4-40 15,6 1-100-15,-5-7 64 0,-1 4-164 0,6-5-140 16,-5 2-60-16,-4-1 100 0,3-2 100 15,-3 1 16-15,-4-1-4 0,0 2 100 16,0 4 100-16,-8-1 36 0,-3 4-24 16,-6 6 76-16,2 0-40 0,-1 9-12 0,-9 7-112 15,6 10-52-15,-1 5 152 0,1 5 280 16,-2-1 480-16,5 7-192 0,4-9-244 16,1 3-108-16,6-7-51 0,1-8-73 15,4-1-136-15,13-8-144 0,2-5-44 0,13-1 52 16,4-3-52-16,12-3-8 0,0-3-284 15,-1-10-489-15,5-3-87 16,1-2-140-16,-2 1-628 0,-15 1-3432 16,16 1-6113-16</inkml:trace>
  <inkml:trace contextRef="#ctx0" brushRef="#br2" timeOffset="-164617.295">20411 15290 9004 0,'0'0'9641'0,"0"0"-7805"15,0 0-1068-15,0 0-768 0,0 0-208 16,0 0-228-16,0 0-140 0,0 0-320 16,-80-16-620-16,65 14-1544 0,-13 2-3869 0</inkml:trace>
  <inkml:trace contextRef="#ctx0" brushRef="#br2" timeOffset="-163621.851">21750 15541 7716 0,'0'0'5181'15,"0"0"-3949"-15,0 0-396 0,0 0-432 16,0 0 60-16,0 0 492 0,0 0-76 0,-96 0-260 15,76 17-212-15,-3 4-100 16,-1 8 24-16,3 9 204 0,2 7-68 0,-1 12-116 16,3 10-24-16,6 9-12 0,-1 6-24 0,3 13 25 15,2 7-1-15,3 0-256 16,-4-1-56-16,8-2-4 0,0-10-4 16,4-16-56-16,8-9-96 0,12-17 20 15,4-9-193-15,7-13 13 0,5-6 12 16,8-9 36-16,4-10-120 0,-1 0-76 15,5-13-88-15,0-3-224 0,-3-3-300 0,-2 0-612 16,1 0-944-16,-9-1-1833 0,-15 8-2143 16,9-3 4912-16</inkml:trace>
  <inkml:trace contextRef="#ctx0" brushRef="#br2" timeOffset="-163000.922">22120 16224 9564 0,'0'0'5437'0,"0"0"-4345"16,0 0-476-16,0 0-528 15,0 0 284-15,0 0 324 0,0 0 316 0,0 0-228 16,0 0 256-16,88 13-188 0,-40-13-219 16,7 0-161-16,1-7-120 0,8 4-148 15,-4-3-60-15,-1 3-56 0,1-4-88 0,-4-2-36 16,-7 3 28-16,2-4-100 0,-7 1-288 15,-4-1-164-15,-5-1-97 0,-7 3-71 16,-4 2-4-16,-8-1-212 16,-4 1-732-16,-4 3-1372 0,-8 3-3125 0</inkml:trace>
  <inkml:trace contextRef="#ctx0" brushRef="#br2" timeOffset="-162740.064">22567 16573 7564 0,'0'0'4961'0,"-9"79"-3117"0,9-33-1060 15,0 10-544-15,0 11 176 0,0 3 724 16,0 6 176-16,-4 0-528 0,4 0-480 0,0 0-160 16,0-6-16-16,0-4-44 0,0-2-88 15,0-5-84-15,0-13-48 16,0-8-152-16,0-6-60 0,0-7 12 0,0-12-64 15,0-7-112-15,-4-6-224 0,4-2-336 16,-7-15-584-16,3-8-912 0,0-7-1725 16,0-6-1395-16,4 10 5384 0,-5-32-1059 15</inkml:trace>
  <inkml:trace contextRef="#ctx0" brushRef="#br2" timeOffset="-162516.295">22623 16783 7008 0,'0'0'5173'0,"0"0"-4325"0,0 0-684 0,0 0 180 15,79-38 420-15,-55 31 520 0,0 7-300 16,4 0-436-16,-5 7-276 0,1 2-112 16,1 0-144-16,-10 4 48 0,1 4-64 15,-4-2-12-15,-8 4-36 0,-4 3 32 16,0 1 16-16,-4-2 0 0,-8 3 76 0,-4-3 24 16,-3-1 48-16,-5-5-136 0,-1-5-12 15,-3 0-172-15,1-10-128 0,0 0-220 16,-1-17-196-16,0-1 24 0,3-14-264 0,1-7-532 15,0-5-993-15,-4-6-2195 16,9 8-448-16,-13-25 4361 0</inkml:trace>
  <inkml:trace contextRef="#ctx0" brushRef="#br2" timeOffset="-162074.735">22655 15370 1552 0,'0'0'10153'0,"0"0"-8821"0,0 0-772 0,0 0-368 16,0 0 464-16,-69-77 532 0,58 71-156 0,3 3-200 16,-1 3-236-16,1 0-92 15,1 13-160-15,-5 13-208 0,3 5-24 16,-2 11 84-16,3 5 72 0,-1 1 4 15,6-2-64-15,-1 0-128 0,4-11-80 0,0-7-96 16,0-9-52-16,7-10-24 0,6-4-108 16,2-5 20-16,2 0 4 0,2-14-16 15,5-2-136-15,-3-3-96 0,-1-3-20 16,-1-3 104-16,-2 3 156 0,-2-2 52 16,1 10 136-16,-8-2 76 0,0 6 92 15,-4 4 120-15,-4 2 140 0,5 4 168 16,-5 0-60-16,0 0-140 0,0 6-136 0,3 8-184 15,1 2 284-15,0 9 0 0,4 6-112 16,-4 8 12-16,4 5 184 0,0 0-28 16,-4 4-236-16,4-4-104 15,-5-2-268-15,1-8-568 0,5 1-200 0,-5-2-228 16,0-2-812-16,0-6-2509 0,3-5-4263 16,-2-1 7672-16</inkml:trace>
  <inkml:trace contextRef="#ctx0" brushRef="#br2" timeOffset="-161775.129">23602 15691 8444 0,'0'0'6365'0,"0"0"-5069"16,0 0-992-16,41 88-180 15,-30-46 328-15,1 5 676 0,-3 4-20 0,2 10-740 16,9-1-320-16,-4 6 224 0,8-2 252 16,0 3 352-16,-9 0-608 0,2-4-172 15,-9-3-96-15,-1-3-8 0,-7 1-100 0,0-4-100 16,-7-4-276-16,-9-3-4 16,0-2-16-16,-4-7 16 0,0-6 20 15,0-3 64-15,-4-10-68 0,1-3-172 0,-1-9-656 16,-4-7-868-16,0 0-1693 0,3-4 981 15</inkml:trace>
  <inkml:trace contextRef="#ctx0" brushRef="#br2" timeOffset="-161207.512">24375 15573 12033 0,'0'0'1904'0,"0"0"-728"0,0 0-260 16,0 0 52-16,0 0-100 0,0 0-336 15,0 0-124-15,-87 29-80 16,75-7 32-16,0 13 92 0,4 10 60 0,0 7-72 0,4 13-52 16,4 7-24-16,0 5-11 15,0 2-73-15,4 3-36 0,-4 5-184 16,0-5-60-16,4 1-60 0,0-4-28 0,4-6-140 15,0-3 44-15,8-10-217 16,0 1-71-16,8-11-88 0,4-2-76 16,0-10-28-16,7-7-84 0,-3-12-168 0,4-8-672 15,4-11-580-15,0-6-688 0,0-18-2561 0,-12 6-182 16,15-17 5599-16</inkml:trace>
  <inkml:trace contextRef="#ctx0" brushRef="#br2" timeOffset="-153756.496">25359 15366 5412 0,'0'0'3016'15,"0"0"-1268"-15,0 0-975 0,0 0-105 0,0 0 232 16,0 0 260-16,0 0-272 16,0 0-320-16,0 0-176 0,0 0 32 15,0 0 168-15,-4-5 108 0,4 7-92 0,0 5-88 16,0 0 20-16,4 5 64 0,1 1 80 15,-1 6-12-15,0 3-212 0,3 7-180 16,-3-1-132-16,0 9-51 0,0 5 11 16,1 6 16-16,-1 6-64 0,0 3 72 15,3 7-24-15,-3-1-44 0,0-2-64 0,1-1-16 16,-1-6 16-16,3-3-4 16,-3-4-48-16,0-5-56 0,4-7-24 0,-3-7-64 15,2-12-49-15,-3-10 17 0,4-6-136 16,-4-3-200-16,5-10 28 0,-6-12-112 15,5-3-104-15,-4-7-284 0,-4-7-616 16,4 2-788-16,-4-9-2017 0,0 15-1891 16,0-24 4420-16</inkml:trace>
  <inkml:trace contextRef="#ctx0" brushRef="#br2" timeOffset="-153475.287">25387 15252 756 0,'0'0'9124'0,"0"0"-7447"0,0 0-613 16,0 0 236-16,0 0 280 0,0 0-248 0,0 0-348 16,92-22-308-16,-68 22-108 0,8 3 72 15,-4 4-176-15,0 2-184 0,-4 1-96 16,-1 3-64-16,1-1-44 0,-4 4 56 16,-8 0-132-16,1 0 48 0,-6 0 12 15,-7 2 4-15,0 5-4 16,0-1 148-16,-11 4-172 0,-10 2-36 0,1 0-148 15,-4 5-84-15,-3-1-48 0,-5-1 48 16,0-5 76-16,4-4-176 0,4-7-340 16,0-2-400-16,0-10-492 0,5 1-916 0,2-4-2097 15,-3 0-3619-15</inkml:trace>
  <inkml:trace contextRef="#ctx0" brushRef="#br2" timeOffset="-153089.87">24694 16611 9860 0,'0'0'3073'0,"0"0"-1937"16,0 0-100-16,80-9 560 15,-44 5-120-15,4 2-172 0,3-1-652 0,13-1-176 16,4-5-100-16,11-4 160 0,6 0-171 16,7-6-169-16,-1 0-184 0,4-4 28 15,-3 2-40-15,4-2-124 0,-9 1 40 16,-3 3-109-16,-4 7-63 0,-1 2-84 15,-7 0 96-15,-8 7 236 0,-4 0-4 0,-9 0-232 16,-15-1-160-16,-4 4-120 0,-12-2-92 16,-3 2 0-16,-5 0-100 0,-4 0-276 15,0 0-268-15,-4-5-432 0,-5 5-984 16,1 0-2557-16,-16-2-287 0</inkml:trace>
  <inkml:trace contextRef="#ctx0" brushRef="#br2" timeOffset="-152373.217">25782 16763 352 0,'0'0'5372'15,"0"0"-984"-15,0 0-3059 0,0 0-289 0,0 0 96 16,0 0-68-16,-4-65-188 0,0 58-112 16,-4 0-280-16,5 2-176 0,-6 1-112 15,-3 1 36-15,5 3-40 0,-6 7 140 16,1 7 72-16,0 5-28 0,0 11-172 15,1 1-48-15,-2 7 112 0,2 7-16 16,3-1 36-16,-1-2-108 0,1-1-72 16,5-13-100-16,3-2-12 0,0-14-60 15,0-5-88-15,3-7-120 0,1 0 20 0,4-16-44 16,8-3 20-16,-4-9 16 0,1-4-140 16,2 0-36-16,-2-4 48 0,2 5 160 15,-2 6 140-15,-2 6 68 0,1 3-108 16,-4 10 28-16,0-1 96 0,0 7 24 15,4 0 260-15,-4 10 76 0,0 2-24 16,0 7-116-16,0 3-60 0,0 5-52 0,-4 0-104 16,0 5 52-16,0 3 44 15,-4 3-12-15,0 3 8 0,0 5 28 0,-4 1-40 16,0 3 16-16,0 2 24 16,0 1 12-16,4 5-40 0,0-1 36 0,0 0-132 15,0-3-12-15,0-7-76 0,4-6-48 16,-4-8-120-16,0-8-124 0,4-6-188 0,-4-6 112 15,0-7-128-15,0-6-152 16,0-9-788-16,0-8-876 0,0-5-629 0,4 3-1395 16,-4-19-292-16</inkml:trace>
  <inkml:trace contextRef="#ctx0" brushRef="#br2" timeOffset="-151904.863">26519 15577 8612 0,'0'0'5861'0,"0"0"-4677"0,0 0-668 16,0 0-200-16,43 69 368 0,-22-41 628 0,-9 4-300 15,8 6-316-15,-4 7-304 16,3-1-76-16,-2 2-48 0,-2 1 72 15,5 4-96-15,-3 2-196 0,2 1 73 16,5 7-25-16,-4-4 88 0,-8 3-136 0,0-3-40 16,-12 0-8-16,0-3-52 15,-8 0-204-15,-4 0-73 0,-4-3-59 16,-3 0-28-16,-2-7 40 16,-7 1 48-16,4-7-4 0,-4-3-12 0,-4-13 24 15,9-6 28-15,-5-10-164 0,4-6-252 16,4-16-660-16,4-9-1324 0,0-7-1869 0,4 7-1571 15</inkml:trace>
  <inkml:trace contextRef="#ctx0" brushRef="#br2" timeOffset="-151633.451">27208 16123 10856 0,'0'0'7121'0,"0"0"-6097"0,0 0-560 0,92-7-192 15,-52 0 68-15,0 2 188 0,-1-1 360 16,-3-1-560-16,1 3-328 0,-2-2-96 0,-7-1-160 15,0-2-364-15,-5 3-348 0,-10 3-468 16,-1-1-1456-16,-12 4-4193 0</inkml:trace>
  <inkml:trace contextRef="#ctx0" brushRef="#br2" timeOffset="-151470.443">27228 16386 7324 0,'0'0'8941'0,"0"0"-7721"15,0 0-972-15,0 0 124 0,0 0 108 0,0 0 48 16,0 0 88-16,0 0-444 0,96 29-172 16,-64-42-444-16,3-6-404 15,-3-3-612-15,-4 6-1420 0,0-10-4649 0</inkml:trace>
  <inkml:trace contextRef="#ctx0" brushRef="#br2" timeOffset="-150580.894">28356 15983 7916 0,'0'0'5741'16,"0"0"-4085"-16,0 0-608 0,0 0-500 15,0 0 348-15,0 0 372 0,0 0-264 0,99 25-256 16,-59-25-276-16,4 0-252 16,8-6-24-16,0-7-124 0,-4 1-72 0,-1-2-48 15,1-1-304-15,-8-2-248 0,-4 2-216 16,-1-3-116-16,-7-1-128 0,0-1-1024 16,-11 4-2188-16,-2-3-2929 0</inkml:trace>
  <inkml:trace contextRef="#ctx0" brushRef="#br2" timeOffset="-150364.378">28985 15598 2692 0,'0'0'9761'0,"0"0"-7965"0,0 0-824 0,0 0-268 0,-15 83 112 16,15-48 280-16,0 5-108 15,0 9-364-15,0-2-340 0,0 5-112 0,0-2-100 16,0-2-72-16,0-4-80 15,-4-6-352-15,-1-3-364 0,1-6-132 0,4-7-16 16,-4-6 88-16,1-4-124 0,-1-8-604 16,-4-1-1445-16,-1-6-2879 0,-2-3 1469 15</inkml:trace>
  <inkml:trace contextRef="#ctx0" brushRef="#br2" timeOffset="-150127.883">28248 15662 3208 0,'0'0'2800'0,"0"0"2885"0,0 0-4689 15,-40 86-176-15,37-48 484 16,3 6 336-16,0 7-348 0,3 6-352 16,5 3-448-1,5 4-136-15,-2 5-28 0,6 2-120 0,-6-1-48 0,1-4-156 16,4-2 144-16,0-7-148 0,4-12-136 0,0-7-364 0,3-10-88 15,2-12-116-15,6-13-36 16,5-3-20-16,5-19-404 0,-2-9-908 16,-7 5-3413-16,20-31-1443 0</inkml:trace>
  <inkml:trace contextRef="#ctx0" brushRef="#br2" timeOffset="-149902.225">29352 15846 7372 0,'0'0'6609'16,"0"0"-5645"-16,0 0-648 0,48 96 236 16,-29-61 328-16,-2 6 376 0,-6 0-284 15,2 4-404-15,-5 2-324 0,-1-2-36 0,-3 5-124 16,-4-3-84-16,0 5-84 0,-8-1-200 16,-3-4-120-16,-5 1-36 0,0-4-116 15,-4-6 12-15,0 0 36 0,-5-9-80 16,2-7-216-16,-5-3-280 0,4-9-428 15,-4-8-977-15,4-2-3219 0</inkml:trace>
  <inkml:trace contextRef="#ctx0" brushRef="#br2" timeOffset="-149403.501">29559 13919 5308 0,'0'0'1912'0,"0"0"2993"0,0 0-3081 0,0 0-96 16,0 0-360-16,24 95 108 16,-8-44-384-16,-5 9-188 0,-2 6-112 15,-1 5-147-15,-4 2-209 0,-4 0-156 0,0-4-128 16,-4-2-152-16,-4-6-12 16,-1-7-144-16,9-9-160 0,-3-14-84 15,3-8-73-15,0-11-75 0,0-5-100 16,3-7-184-16,2-7-656 0,-1-9-1288 15,4-6-3037-15,-4 4-2175 0,3-19 6972 0</inkml:trace>
  <inkml:trace contextRef="#ctx0" brushRef="#br2" timeOffset="-149181.066">29635 14227 2960 0,'0'0'536'16,"0"0"6540"-16,-8-88-5443 16,12 61-113-16,3 2-456 0,10 3 4 0,3 6 276 15,3 3-528-15,5 4-320 0,0 5-116 16,4 4 100-16,-4 4-64 15,0 5-160-15,-4 7-120 0,-8 3-124 0,-4 0 60 16,-8 7-64-16,-4-1-4 0,0 4 84 0,-13 3-88 16,-6 2-196-16,-5 1-88 15,0 1-32-15,-4-4-88 0,0-5 8 16,0 2-48-16,5-10-48 0,-1 0-16 0,7-9-80 16,6-4-140-16,-1-6-416 15,8-3-992-15,4-10-2337 0,-5 4-1403 16</inkml:trace>
  <inkml:trace contextRef="#ctx0" brushRef="#br2" timeOffset="-149004.398">30021 14191 7400 0,'0'0'5617'16,"0"0"-4089"-16,0 0-480 0,0 0 292 15,96 0 384-15,-72-2-436 0,8-1-740 16,-4-6-548-16,0-2-244 0,-1-4-368 0,1-1-260 15,0 0-476-15,0-3-1160 16,-8 6-3169-16,4-9-2463 0</inkml:trace>
  <inkml:trace contextRef="#ctx0" brushRef="#br2" timeOffset="-148837.122">30499 13772 288 0,'0'0'11249'0,"0"0"-9521"0,0 0-772 0,0 0 404 15,-4 77 320-15,0-39-392 16,4 3-132-16,0 3-584 0,0 2-364 16,0 1-140-16,0-6-68 0,0 4-412 0,0-1-436 15,-7 1-296-15,-1-4-384 0,-8-4-980 0,4-8-2585 16,-12 10-1955-16</inkml:trace>
  <inkml:trace contextRef="#ctx0" brushRef="#br2" timeOffset="-148582.917">29356 14818 10941 0,'0'0'1336'0,"0"0"-748"0,0 0 760 15,0 0 280-15,76 6-348 0,-33-6-164 16,9-10-316-16,8 1-188 0,8-7-132 0,7-1-28 15,9 3-88-15,4-5 124 0,0-2 253 16,-1 3-353-16,-4-1-216 0,-2 0-172 16,-10 0-120-16,-4 0-160 0,-7 6-325 15,-8-3-139-15,-7 7-108 0,-10 0-352 16,-11-2-788-16,-8 9-940 0,-8-2-2437 0,-8 4-2259 16</inkml:trace>
  <inkml:trace contextRef="#ctx0" brushRef="#br2" timeOffset="-148291.36">30244 14865 7644 0,'0'0'6709'0,"0"0"-5873"0,0 0-724 16,0 0 340-16,0 0 404 0,88 7 364 0,-68-7-716 15,-4 2-504-15,0 3-60 0,-8 0-28 16,0 8-132-16,-8 3 212 0,0 3 8 15,-8 3 80-15,-5 7 32 0,-2-1 12 16,-5 1 24-16,0 3-36 0,4-7 0 16,4 0 72-16,9-3 136 0,-2-5 120 15,5-1 136-15,12-7-368 16,4-6-112-16,8-1-36 0,0-4-60 0,8-8-80 0,0-6-260 16,3 0-248-16,1-6-300 0,-4 4-236 15,-4-5-428-15,-4 7-1588 0,4-6-4241 0</inkml:trace>
  <inkml:trace contextRef="#ctx0" brushRef="#br2" timeOffset="-147164.686">31312 13766 1852 0,'0'0'0'0,"0"0"628"0,0 0 6772 16,0 0-5399-16,0 0-393 0,0 0-248 0,0 0-92 16,-48-69-188-16,37 62-200 0,-6 7-240 15,6 0-172-15,-6 7-88 0,6 8 0 16,-6 8 60-16,2 6-40 0,-2 5 16 15,6 8-124-15,-1-5 97 0,7-2-109 16,2-3-196-16,3-10-84 0,0-5-100 16,3-5-108-16,6-5 87 0,3-4-39 15,4-3-68-15,0 0-176 0,0-7-180 0,3-2-52 16,-2-8-12-16,3 3-80 0,-8-3 48 16,3 1 108-16,-6 0 236 0,-2 4 172 15,1 2 164-15,-4 4 148 0,0-1 140 16,-4 7 208-16,0 0 84 0,0 0-120 0,0 3-8 15,0 4-108-15,5 6-172 16,-5 6 96 0,3 4-72-16,1 4 40 0,0 2 4 0,0 6 4 15,0 3-60-15,-4 0-12 0,0-3-172 0,0 3-152 0,-4-3-56 16,0-6-204-16,0-1-92 0,4-9 76 16,0-2-260-16,0-12-312 15,0-1-504-15,4-4-1596 0,0 0-3761 0,0-9 589 16</inkml:trace>
  <inkml:trace contextRef="#ctx0" brushRef="#br2" timeOffset="-147012.67">31567 13998 4560 0,'0'0'6437'0,"0"0"-3761"0,0 0-1432 16,0 0 264-16,0 0 444 0,84 20-196 0,-61-15-636 15,5 2-487-15,9-4-377 16,-1-3-256-16,-1-3-48 0,5-4-393 0,-4-5-239 15,4-4-136-15,-4 0-228 0,-4-3-672 16,-4 3-2308-16,0-6-3165 0</inkml:trace>
  <inkml:trace contextRef="#ctx0" brushRef="#br2" timeOffset="-146823.256">32164 13605 560 0,'0'0'6964'0,"0"0"-3780"0,0 0-1383 15,0 0-309-15,0 0 200 0,-3 82-300 16,3-47-144-16,3 3-140 16,6 4-240-16,-1-1-304 0,-4-3-516 0,0 0-48 0,-1-4-404 15,1 2-424-15,1-2-352 16,-1-5-444-16,-4-4-956 0,4-2-1653 16,0-7-647-16</inkml:trace>
  <inkml:trace contextRef="#ctx0" brushRef="#br2" timeOffset="-146496.754">31101 14589 704 0,'0'0'3000'0,"0"0"3608"0,0 0-5951 15,0 0-193-15,88-31 936 0,-48 17 352 0,-1 5-480 16,9 2-268-16,4 1-168 0,7 0 4 16,6-1-104-16,6-2-184 0,1-1 108 15,8-3-172-15,-1-2-316 0,1-1-64 16,-5-3-108-16,-2 0-72 0,-2-3-320 15,-7 2-264-15,-4 1-192 0,-12 0-100 0,-5 7-104 16,-7 3-260-16,-8 5-748 16,-12 1-2237-16,-8 3-1895 0</inkml:trace>
  <inkml:trace contextRef="#ctx0" brushRef="#br2" timeOffset="-146194.937">31850 14739 9004 0,'0'0'7321'16,"0"0"-5913"-16,0 0-1360 15,0 0 128-15,0 0 636 0,95-4 452 0,-59-2-372 16,1-5-504-16,2 7-276 0,-7-3-112 16,-4 7-52-16,-9 0-116 0,-6 7-196 15,-5 4 204-15,-8 11 88 0,-4 3-4 0,-13 8-32 16,-6 5 108-16,-1 0 48 15,-4 3 160-15,-4 0 96 0,4-2-24 16,4-1 0-16,5-4-196 0,3-8-72 0,12-7 148 16,4-3-160-16,4-7-48 0,16-2-124 15,4-4-60-15,8-3-20 0,7-7 32 16,13-3-60-16,3-8-272 0,5 3-356 16,0-8-324-16,-16 7-1028 0,16-3-5169 15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32767" units="deg"/>
          <inkml:channel name="T" type="integer" max="2.14748E9" units="dev"/>
        </inkml:traceFormat>
        <inkml:channelProperties>
          <inkml:channelProperty channel="X" name="resolution" value="3854.94116" units="1/cm"/>
          <inkml:channelProperty channel="Y" name="resolution" value="5461.1665" units="1/cm"/>
          <inkml:channelProperty channel="F" name="resolution" value="91.01945" units="1/deg"/>
          <inkml:channelProperty channel="T" name="resolution" value="1" units="1/dev"/>
        </inkml:channelProperties>
      </inkml:inkSource>
      <inkml:timestamp xml:id="ts0" timeString="2023-06-27T07:56:29.730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</inkml:brush>
    <inkml:brush xml:id="br2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6203 2057 3740 0,'0'0'352'0,"0"0"5392"0,0 0-4235 0,0 0-433 15,0 0 36-15,0 0 432 0,0 0-344 0,0 0-328 16,0 0-300-16,0 0-164 16,0 0-36-16,0 0 8 0,-8 0 12 15,8 0-24-15,4 3-60 0,4-3-4 0,4 3 88 16,0-3-160-16,4 4-24 15,-1-4-52-15,6 3-8 0,-1-3-28 16,3 0 12-16,1 3-20 0,4-3 21 0,0 3 51 16,8-3-40-16,-4 0-24 0,3 0-56 15,2 0-64-15,7 0-4 0,-5 0 4 16,6 0 0-16,-2 0 4 0,1 0-4 0,0 0-60 16,-1 4 12-16,2-2-16 15,-6 1 56-15,6 1-32 0,-6-1 40 16,1-3 0-16,-1 3 4 0,6-3 0 0,-10 0 4 15,5 0 64-15,0 0-24 16,-8-3-48-16,4 3 0 16,-4-3 0-16,0-1 0 0,-4 1-8 15,0 1-4-15,0-2 4 0,-5 4-112 0,5-3 36 0,-4 0-4 16,0 0 28-16,0-1 12 16,-1-2-1-16,1 3 37 15,-3 0 12-15,3-4-12 0,-5 4 8 0,1 0-80 0,1-3 84 16,-6 2-8-16,1 4 4 0,4-2-108 15,-4-3 100-15,-4 5-108 0,4 0 48 0,-1 0 20 16,2 0-44-16,-2 0 36 0,2 0 48 16,-2 0-36-16,2 0 40 0,2 0 8 15,1 0 52-15,0 0-4 0,0 0-36 16,-4 0-12-16,3 0 0 0,-2-2-60 0,-6 2 60 16,10 0-48-16,-5 0 48 0,-1 0-12 15,2 0-76-15,-2 0 28 0,6 0 56 16,-6 0 4-16,1 0 0 0,0 0 0 15,4 0-72-15,-8 0 72 0,8 0-8 16,-5 0 8-16,2 0 4 0,-2 0 0 16,2 0-4-16,-1 2-56 0,-1-2 56 0,2 0 0 15,-2 5 4-15,6-5 44 16,-6 2 0-16,5-2-36 0,-4 4 24 16,0-4 12-16,-4 3 16 0,4-3-52 0,-8 0 48 15,3 0-48-15,2 3 72 0,-5-3-24 16,-1 0-56-16,2 0-4 15,-1 0 0-15,-4 0 0 0,-1 0 4 0,-3 0 8 16,4 0-4-16,0 0 4 0,1 0 64 16,-5 0-64-16,4 0 48 0,0 0-12 15,0 0-36-15,-1 0 60 0,-3 0-12 0,4 0 16 16,-4 0 9-16,4 0-13 16,-4 0 24-16,0 0 4 0,0 0 20 15,0 0-24-15,0 0-36 0,0 0-8 0,0 0-40 16,4 0-12-16,-4 0 8 0,0 0 4 15,0 0 0-15,0 0 0 0,0 0-4 0,0 0 52 16,5 0-48-16,-5 0-4 0,0 0 40 16,0 0-48-16,0 0-4 0,0-3-44 15,0 0 40-15,0-3 4 0,0 1 0 16,0 0-8-16,0-4 12 0,0 2-4 16,0-2 4-16,0-1-48 0,-5 0 36 15,1 2-88-15,0-6 28 0,0 2-24 16,1-1 96-16,-1 0-84 15,-4-3 72-15,3 1-48 0,-3-2-16 0,5 2 76 16,-1-1-12-16,0-3-60 0,0 0 12 16,-5-1-101-16,5 2 5 0,-3-5 60 0,3 1 8 15,-4 0 4-15,3 0-12 0,-2 3 36 16,3-3 8-16,0 3-8 0,0-4 60 16,-4 1 0-16,8-1 0 0,-4-2-108 15,4 0 60-15,0 3 48 0,0-4-48 16,-4 4 44-16,4-1-4 0,-4 1-40 0,4 0 36 15,-4 0 0-15,0 0-36 16,-4 0-12-16,5 3 60 0,-2-4-48 0,1 5-28 16,-4-1-8-16,0 2 80 0,5 1 4 15,-1 4 84-15,-1-1-12 16,5 1-72-16,-4-1-36 0,4-3-12 0,0 0-12 16,0 0 0-16,0-3-16 0,0 3-8 15,9-4-16-15,-5 1 16 0,-1 5 24 16,5-3-4-16,-4 4 16 0,0 1 48 0,-4 3 48 15,4-1 16-15,-4 3-4 0,0 1-12 16,5 0 4-16,-5 3 56 0,0-1-48 16,0 1 16-16,0 0-16 0,0 3-48 15,0-3 48-15,0 0 28 0,0 3-40 16,0-3-36-16,0 0 60 0,0 3-24 0,0-4-36 16,0 4 64-16,0 0-16 15,0 0-12-15,0 0-44 0,0-3 4 0,0 3-4 16,0 0-4-16,0 0 0 0,0 0 0 15,0 0-8-15,0 0 8 16,0 0 0-16,0 0 4 0,0 0 0 16,0 0 8-16,0 0-4 0,0 0 4 0,0 0 48 15,0 0-8-15,0 0-4 0,-5 0-36 16,5 0-4-16,-4-3-8 0,4 3 0 0,-4 0-100 16,0-3 28-16,-4 0-12 15,1-1 72-15,-2 1-136 0,-3 0 76 16,0-3-64-16,-4 3 132 0,5-1 4 0,-2 2 0 15,-2-2-8-15,-5 1-100 16,-1 0 24-16,2-1 84 0,-5 1-4 0,0-1-20 16,0 2-40-16,-8-1 64 0,0 0-96 15,-4 3-4-15,-3-4 88 0,-1 2-60 16,0 2 12-16,0-5 8 0,-3 5-56 16,-2-2-28-16,6 2 76 0,-6-4 12 15,2 4-64-15,3-2 64 0,0 2-28 16,0 0 76-16,5-4 88 0,3 4-84 0,-4 0 0 15,8-2 0-15,-4 2-4 0,4 0 0 16,0-5 4-16,0 5-4 0,0 0-124 16,-4-2 124-16,1 2-72 0,-1 0 8 0,0 0 4 15,0-4-12-15,-7 4 60 16,3 0-148-16,-5 0 60 0,2 0-48 0,3 0 136 16,4 4-148-16,0-4 156 0,4 0 4 15,0 0-124-15,0 0 120 0,4 0-32 16,0 0 36-16,1 0 0 0,-1 0 0 15,0 0-12-15,3 0-100 0,-2-4 24 16,-1 4 4-16,0 0-4 0,0 0 84 16,1 0-156-16,3 0 84 0,-5 0 76 15,6 0-4-15,-1 0-28 0,0 0 24 0,4 4-96 16,-4-4 92-16,0 2-100 16,4-2 24-16,-4 5 88 0,5-3 0 0,2-2 0 15,1 4 0-15,1-2 0 0,2-2 0 16,1 4 40-16,5-4 24 0,-1 0-64 0,0 2-4 15,-5 3-8-15,-2-3-40 0,3 2 40 16,-5-1 0-16,6 0-60 16,-1-1 72-16,0 5 64 0,-1-3-60 0,-2-1-4 15,3 0 0-15,-1 1 0 0,-2-2 0 16,3 5 8-16,0-7 4 0,4 3-4 16,-4 0 4-16,4 0 64 0,-4-3-68 15,5 3-8-15,-6 1-4 0,5-4-4 16,-4 3 8-16,4-3 0 15,1 3 0-15,-6-3 48 0,5 3-36 0,0 0 0 16,-4-3 48-16,5 0 16 0,-1 4 8 0,0-4 28 16,4 3 76-1,0-3-40-15,0 0 24 0,0 0 0 0,0 0-12 0,0 0-36 16,0 0-60-16,0 0-64 0,0 0-8 0,0 0-52 16,0 0 16-16,0 3 44 15,0-3 72-15,0 3-20 0,0 0 20 16,4 3 40-16,0 1 20 0,-1 2 128 0,-3 1-188 15,4-4-72-15,0 3 8 0,-4-2-8 16,4-1-4-16,0 4 0 0,1-1 0 16,-5 5 4-16,4-2 64 0,-1 1-60 15,-3 2 48-15,0 1-52 0,0 6 0 16,0-2 0-16,0 2-4 0,0 3-8 16,-3 0 12-16,-1 1-8 0,4 3-40 15,-5-1 48-15,1 1 4 0,4 3-4 16,-4-4 0-16,4 0 12 0,0 2-12 15,0-2 0-15,0 4 44 0,0-4-40 0,0 4 4 16,0-1 40-16,0 4-48 16,0 0 12-16,0 4 12 0,0-2-24 0,0 2-48 0,0-1 44 15,0 0 4-15,0 0 44 16,0-6-44-16,0 0-36 0,4-7 24 16,0-6 20-16,-4 0-8 0,5-3 8 0,-5-3-8 15,4 0 8-15,-4-4-8 0,3 3 12 16,-3-2 40-16,4 3-44 15,-4-4 0-15,0-2 64 0,0 2-64 0,0-3 36 16,0 1-44-16,0-1-8 0,0-3-4 16,0 1 0-16,0-1 8 0,0-3-8 15,0 3-36-15,0-3-40 0,0 0-32 16,0 0 44-16,0 0-8 0,0 0-16 16,0 0-8-16,0 0-4 0,0 0-36 15,0 0-24-15,0 0-112 0,0 0-112 16,0 0-184-16,4-3-760 0,-4 0-1668 0,0-7-2941 15,-4 26-1219-15</inkml:trace>
  <inkml:trace contextRef="#ctx0" brushRef="#br1" timeOffset="16515.929">1438 3064 2644 0,'0'0'4588'15,"0"0"-3848"-15,0 0 28 0,0 0 2265 0,0 0-861 16,0 0-544-16,0 0-408 0,0-64-64 16,0 60-120-16,0 2-192 0,0 2-160 15,0 0-108-15,0 2-140 0,0 5-192 16,0 3-87-16,8 9-21 0,3 9 176 15,2 14-116-15,2 8 56 0,-2 8-104 0,-5 11-64 16,-1 8-28-16,1 8-52 0,-3 8-8 16,-5 5-4-16,0 7-64 0,0 0-60 15,0-5-112-15,0-4 12 0,0-13-44 16,0-16 92-16,0-10 27 0,0-16 145 16,0-10-60-16,0-8-28 0,4-7-80 15,-4-11-76-15,0 2-60 0,0-7-64 16,0 0-96-16,0-2-320 15,0-8-708-15,4-10-672 0,-4-7-168 0,0 4-841 0,0-28-3095 16</inkml:trace>
  <inkml:trace contextRef="#ctx0" brushRef="#br1" timeOffset="16839.548">1442 3133 5136 0,'0'0'5228'0,"0"0"-3415"0,0 0-649 16,0 0 56-16,0 0 176 0,96-79-416 15,-69 66-260-15,1 4-148 0,0 0-252 0,0 5-12 16,-1 1-52-16,1 3 188 16,-3 3-140-16,-1 6-32 0,-4 4-40 15,-1 3-100-15,-2 3 4 0,-6 7-88 16,-7-1-48-16,0 6-24 0,-4 7-40 0,-8 1 60 15,-3 2 4-15,-6-3-12 0,-2 4-16 16,3-7 28-16,-9-3 0 0,6-4 0 16,-1-3-108-16,0-3-160 15,0-3-88-15,4-6-72 0,0-1-124 0,-4-5-4 0,4 0-212 16,0-7-128-16,5-4-512 0,-6-8-1464 16,10 2-1801-16,-6-11-2395 15</inkml:trace>
  <inkml:trace contextRef="#ctx0" brushRef="#br1" timeOffset="17136.13">1960 3191 8732 0,'0'0'1684'0,"0"0"-407"16,0 0 435-16,0 0 288 0,87 28-180 16,-71-12-780-16,1 3-460 15,-2 0-152-15,-7 6-84 0,4 0-76 0,-8 8-120 16,-4 2-148-16,0 3-36 15,-4 0-172 1,-4-3-320-16,0 0 88 0,0-7 192 0,4-9 124 16,-3-3 52-16,2-6 8 0,5-7 64 0,0-3 136 0,0 0 64 15,0-3-40-15,0-4 156 0,0-5 104 16,0-8-212-16,5-9-208 0,-1-1 0 0,3-12-208 16,1 1-112-16,5-6-112 0,-2 5-232 15,5 4-116-15,4 3-168 16,0 6-436-16,4 4-736 0,3 3-709 0,-6 8-51 15,7 2-2196-15</inkml:trace>
  <inkml:trace contextRef="#ctx0" brushRef="#br1" timeOffset="17432.359">2398 3337 4136 0,'0'0'3304'0,"0"0"-2136"0,12 79-376 0,-8-50 1053 16,4-1-25-16,0-6-484 0,4-5-364 0,0-8-380 15,0-3-100-15,-1-3-68 0,6-3-40 16,3 0-112-16,-1-9-108 0,5-3-92 15,1-5-72-15,-1-5-36 0,-1 0-64 16,1-3-84-16,-4 2-76 16,-4-2 72-16,0 2 64 0,-8 1 60 0,-1 6-12 15,-3-3 76-15,-4 3 160 0,-4 4 124 0,-3-1 4 16,-5 7-16-16,-4-1 100 0,0 4-140 16,0 0 104-16,4 3 264 0,-4 3-208 15,4 4-132-15,-4 5-164 0,4 1-84 16,-4 6 124-16,8 1 12 0,-3-2-148 0,3 1-132 15,-1 4-248-15,5-8-96 0,4 1-200 16,-3-3-216-16,3-7-388 16,3 1-396-16,5-7-88 0,5 0-316 0,-2 0-857 15,13-10-1787-15</inkml:trace>
  <inkml:trace contextRef="#ctx0" brushRef="#br1" timeOffset="17706.305">2960 3359 2552 0,'0'0'4984'0,"0"0"-3116"0,0 0-139 0,0 0-161 15,0 0-4-15,0 0-88 0,80 57-396 0,-72-57-456 16,-5 3-280-16,1-3-120 0,4 0 36 16,1 0 0-1,-2-6-88-15,1-4-136 0,5 1-36 16,-6-8-148-16,5 3-36 0,-3-3 48 0,-2-2 0 16,-3 3-36-16,-4 0 48 0,0 3 112 0,-4 1 12 15,-8-4 124-15,-4 7 0 0,-4-4 48 16,1 4-160-1,-5-1 172-15,0 7 16 0,3 0-40 0,2 3-88 0,3 0-64 16,0 3 72-16,0 3-80 16,4 1-120-16,0 2-152 0,0 4 64 15,4-1-64-15,1 1 12 0,-2 3-88 0,5 3-612 0,0-3-664 16,0-3-2385-16,4-1-3079 0</inkml:trace>
  <inkml:trace contextRef="#ctx0" brushRef="#br1" timeOffset="17882.63">3378 3349 12045 0,'0'0'1980'0,"0"0"-1096"0,0 0 504 16,0 0 316-16,83 22-228 0,-70-22-460 15,2 0-480-15,-2 0-108 0,2-8-3 16,2-3-85-16,2-4-340 0,-2-1-84 0,-2-7-405 16,5-2-191-16,-8 0-200 0,0 0-248 15,0-2-388-15,-3 6-640 0,-6-5-816 16,-3 10-1793-16,-3-12 25 0</inkml:trace>
  <inkml:trace contextRef="#ctx0" brushRef="#br1" timeOffset="18088.434">3470 2904 5184 0,'0'0'5600'0,"0"0"-4555"0,0 0-533 0,0 0 460 0,0 0 524 16,0 0-44-16,-12 73-480 16,12-34-92-1,3 2 20-15,2 7 68 0,-1 3-100 16,0 9-224-16,0 3-207 0,-4 7-181 0,0 4-196 0,-4-2-56 15,-4 1-4-15,0-3-84 0,0 1-24 16,0-12-137-16,4-1 13 0,4-7 124 0,-5-7-40 16,2-6-80-16,-5-6-176 0,0-7-144 15,-4-3-152-15,0-6-136 0,0-3-252 0,-4-1-424 16,1-7-228-16,-9-3-1084 0,3-2-2237 16,-22 0 57-16</inkml:trace>
  <inkml:trace contextRef="#ctx0" brushRef="#br1" timeOffset="18599.441">1131 4305 3544 0,'0'0'5856'0,"0"0"-4179"0,0 0-661 16,0 0 388-16,0 0 296 0,0 0-304 0,0 0-364 0,0 0-152 16,0 0-132-16,92-57-48 15,-69 51-76-15,1 2-140 0,4 1-32 0,4-3-63 16,0 3-85-16,8 0-136 0,-4 3-56 16,11-7 44-16,6 4-36 0,-1 0-68 0,7-4-52 15,5 0 0-15,8-1 52 16,3 2 12-16,5-5-60 0,4 2 0 15,7 0 4-15,5-2 88 0,3 3-24 0,5-5-12 16,4 4-60-16,-1-5-56 16,-3 2-12-16,-1-1 64 0,-3 4-40 0,0-1 32 15,-5 1-148-15,5 2 156 0,-5-2 4 16,1 3 0-16,3 2 4 16,-7 1 8-16,0-3-12 0,-1 3-80 0,-7 3-4 15,0-4-36-15,-9 2 36 0,-2 2-4 16,-10 0 4-16,-4 0 76 0,-10 0-4 15,-6 0 4-15,-6 0 8 0,-5 0 8 0,-9 0 4 16,-7 0-12-16,-4 0-92 0,-9 0-80 16,2 2-33-16,-1-2-51 0,-4 0-12 15,0 0 12-15,-4 0-48 0,-4 0-108 16,-4-7-348-16,0 2-336 0,-4-2-540 16,1-2-1020-16,2-1-3073 0,-11-2-2722 0</inkml:trace>
  <inkml:trace contextRef="#ctx0" brushRef="#br1" timeOffset="27445.082">4936 3356 7068 0,'0'0'4337'15,"0"0"-2889"-15,0 0-684 0,0 0 100 0,0 0 208 16,0 0 72-16,0 0-300 15,0 0-308-15,0 0-292 16,4-12-96-16,-4 14 12 16,0 1 136-16,0 4-12 0,0 0 36 0,0-1-52 0,0 2-36 15,0 3 36-15,0 1-60 0,0-2-96 16,-4-1-40-16,0 1-24 16,0-4 76-16,0-3-28 15,4 0 52-15,-4 1-52 16,0-4-28-16,1 0-68 0,-2 0-72 0,1 0-36 15,4 0 20-15,-4-4-8 0,4-2 88 0,-4 3-80 0,4 0 76 0,0 0 4 0,0 0-100 16,0 3-16-16,0 0-32 0,0-4-52 16,4 4-60-16,-4 0-88 0,0 0-272 15,4 0-456-15,0 4-600 0,1-1-576 0,-2 3-2101 16,1 3-1067-16</inkml:trace>
  <inkml:trace contextRef="#ctx0" brushRef="#br1" timeOffset="27792.583">4952 4026 9880 0,'0'0'2397'0,"0"0"-1185"16,0 0-436-16,0 0 108 0,0 0 172 15,0 0-52-15,0 0-408 0,0 0-352 16,0 0-120-16,0 0 0 0,0 0-36 16,0 0-80-16,32-70-8 0,-32 67-48 0,4-1-36 15,0 1 20-15,-4 3-8 16,4 0-16-16,-4 0-48 0,3 3-60 0,-3 1 192 16,0 2 4-16,4-2 72 15,-4-2-68-15,0 4-4 0,0-2-8 0,0-1-288 16,0 1 48-16,0-4-76 15,0 2 24-15,0-2-24 16,0 0-108-16,-4 0-84 0,1 0-48 0,3 0-72 0,-4 0-140 16,0 0-720-16,0 0-917 0,4 0-739 15,0 0-1592-15</inkml:trace>
  <inkml:trace contextRef="#ctx0" brushRef="#br1" timeOffset="38582.28">7171 2857 8808 0,'0'0'3897'0,"0"0"-2877"0,0 0 20 16,0 0 316-16,0 0 144 15,0 0-460-15,0 0-304 0,0 0-160 0,0 0-172 16,-31 22-28-16,46-15 136 0,13 2 269 16,8 4-237-16,4-4-84 0,0-3-160 0,3-2-80 15,2-1 32-15,-2-3-56 0,1-3 8 16,0-3-60-16,4-4-140 0,-8-3-4 15,3-3-8-15,-2 4-88 0,-10-4-48 16,1 0-196-16,-4 4-132 0,-9 2-132 16,-2-3-48-16,-9 6-177 0,-5 2-391 15,-3-2-572-15,-3 0-516 0,-9 1-552 16,-8 0-1485-16,-1 4-179 0</inkml:trace>
  <inkml:trace contextRef="#ctx0" brushRef="#br1" timeOffset="38801.534">7434 2763 5884 0,'0'0'1988'15,"0"0"-368"-15,0 0-416 0,0 0 57 0,0 0-137 0,0 0-168 16,0 0-132-16,0 0 56 16,0 0 64-1,-44 82-88-15,44-41-100 0,4 13-152 0,0 9-112 16,0 7-4-16,0 6 148 0,-4 4-220 0,0 5-196 16,0-3-52-16,0 4-132 0,0-5-32 0,0-9-4 15,0-9 0-15,0-9-60 0,0-10-24 16,0-14-88-16,0-8-156 15,0-13-124-15,0-6-148 0,0-3-24 0,0-9-140 16,5-13-200-16,2-11-228 0,-3-4-468 16,4-13-124-16,1-8-685 0,-5 10-811 15,-4-25-1036-15</inkml:trace>
  <inkml:trace contextRef="#ctx0" brushRef="#br1" timeOffset="39201.022">7466 3060 5348 0,'0'0'1552'0,"0"0"-112"0,0 0-156 16,0 0 137-16,0 0-277 15,0 0-172-15,0 0-20 16,0 0 72-16,0 0 32 0,0 0-164 16,0 0-112-16,40 61-112 0,-32-26-104 0,-4 5-72 15,0 5-88-15,-1 3-36 0,-3 0-200 0,0-1-76 16,0 4-92-16,0-7-136 0,0 0-8 0,0-4-296 16,-3-7-88-16,-1 0-64 0,0-5 0 15,4-3-112-15,-4-5-292 0,0-5-188 16,4-2-40-16,-4-6 268 0,4-7 356 15,0 0 36-15,-5 0-609 0,5-7-727 16,0-2 576-16,-3-3 40 0,3-2 360 16,-4 1 488-16,4-2 436 0,0-1 116 15,0 3 56-15,4-2 504 0,-1 2 300 16,2 3-52-16,-1 1-4 0,4 2 140 16,0 0 245-16,-1 5 107 0,2-5-108 0,3 4-204 15,-5 1-4-15,10-5-68 0,-6 0-248 16,6-2-148-16,-2 3-164 0,5-7-76 15,5 1-72-15,-1-5-88 0,3 1-184 16,1-3-48-16,-4 3-208 0,0 1-108 0,0 2-80 16,-5 3-84-16,2 3-100 0,-6 2-224 15,1 5-188-15,1 0-428 0,-9 0-1012 16,3 16-3353-16</inkml:trace>
  <inkml:trace contextRef="#ctx0" brushRef="#br1" timeOffset="39578.561">8032 3596 3040 0,'0'0'9693'16,"0"0"-8381"-16,0 0-968 0,4 74-68 0,-4-39 392 16,4 9 380-16,0 3 60 15,3 11-376-15,-2 2-340 0,3 4-180 16,0 3-116-16,-1 0-96 0,2-1-12 0,-5-2-112 15,4-11-84-15,-5-2-52 16,1-13 124-16,0-6 64 16,-4-10 8-16,5-9-132 0,-5-7-252 0,0-6-324 15,0 0-184-15,0-12-228 0,0-7-596 0,0-11-561 16,0-5-547-16,0 5 52 0,-5-22-1807 0</inkml:trace>
  <inkml:trace contextRef="#ctx0" brushRef="#br1" timeOffset="39798.331">8047 3791 3132 0,'0'0'5856'0,"0"0"-4124"0,0 0-611 16,0 0-261-16,0 0 272 0,0 0-116 16,0 0-148-16,36-68-200 0,-23 62-108 0,2 1-12 15,2-2-212-15,-6 7-140 16,2-3-60-16,-2 3-36 0,-3 0-16 0,-4 7 64 16,1-2 76-16,-5 8 108 0,0 2-100 15,-5 8-152-15,-11 3-80 0,0-1-100 16,-3 4-36-16,-2-7 40 0,1-3-40 15,1-3-136-15,-1-6-108 0,4-5-128 16,0-5-40-16,0 0-296 0,4-3-64 16,0-9-432-16,5-4-524 0,2 3-1165 15,5-18-2767-15</inkml:trace>
  <inkml:trace contextRef="#ctx0" brushRef="#br1" timeOffset="40082.963">8298 3363 3360 0,'0'0'6872'0,"0"0"-5595"0,0 0-113 0,0 0-4 0,0 0 156 16,0 0 196-16,60 78-272 16,-55-49-388-16,-5-1-248 0,0 1-224 0,0 0-160 15,0-3-88-15,0-1-44 0,-5-6-88 16,1 0-56-16,4-10-32 0,0-3-20 16,0-2-16-16,0-4-132 0,0 0-176 15,9-10 16-15,-1-3 332 0,3-5 84 16,2-2 4-16,2-6-4 15,2 8-108-15,-2-1-16 0,-2 6 0 0,-2 7 88 16,1 2 36-16,-3 4 148 0,2 0 0 16,-3 6 60-16,0 11-12 0,0 2-120 0,-4 4-76 15,0 2-168-15,0 3-140 0,-4 1-300 16,0-4-296-16,0 3-528 0,0-5-1252 0,-8 8-4061 16</inkml:trace>
  <inkml:trace contextRef="#ctx0" brushRef="#br1" timeOffset="40806.36">7721 5121 1488 0,'0'0'1132'16,"0"0"5896"-16,0 0-5723 15,0 0-429-15,0 0-312 0,0 0 304 0,0 0 112 16,0 0 28-16,0 0-204 0,0 0-84 15,0 0 136-15,28 54-140 0,-20-26-220 16,4 7-176-16,-4 6 24 0,0 4 72 16,4 6 48-16,-5 6-136 0,2 3-108 15,-1 7-48-15,-4 3-64 0,-1-1-96 16,1 1 84-16,-4 1-92 0,4-1-4 0,-4-4-8 16,0-6-64-16,5-9 0 0,-5-3-64 15,0-13 128-15,4-4-136 16,-4-9-64-16,4-2-24 0,0-5-72 0,-4-5-4 15,3 0-20-15,-3-7-16 0,4-3-100 16,-4 0-172-16,0 0-364 16,0 0-464-16,0-3-576 15,4-4-1241-15,-4 4-2371 0</inkml:trace>
  <inkml:trace contextRef="#ctx0" brushRef="#br1" timeOffset="41665.091">7581 6994 11429 0,'0'0'1820'15,"0"0"-1008"-15,0 0-292 0,0 0 440 16,0 0-92-16,0 0-20 0,0 0-80 16,0 0-100-16,0 0 156 0,0 0-92 15,112-9-184-15,-72 9-240 0,-1 0-80 16,6 3-104-16,-9-3-76 0,3 3 84 0,-3-3-132 16,-4 0-80-16,1 0 8 0,-10 0-40 15,1 0 104-15,-4-3-244 16,-8 0-152-16,-1 0-144 0,-6 3-188 0,-1-4-160 15,-4 4-392-15,0 0-644 0,0 4-1080 0,-17 5-2597 16</inkml:trace>
  <inkml:trace contextRef="#ctx0" brushRef="#br1" timeOffset="42526.676">8107 6988 7008 0,'0'0'1596'0,"0"0"-316"0,0 0-195 15,0 0 203-15,0 0-204 16,0 0-192-16,0 0-32 0,0 0-56 0,0 0-76 0,0 0-128 16,0 0-140-16,13-13-40 15,-17 20-52-15,-5 5-20 0,2 4-116 0,-5 6-96 16,-4 7-16-16,0 2 28 0,-8 1-60 15,0 7-88-15,-4-2-40 16,-4 8 36-16,0-1-68 0,-3 8-12 0,-1 1-4 16,-5 2-48-16,2 2 28 0,-5 3-16 15,4-2 124-15,4-4 4 0,0-4 44 16,8-3-36-16,0-5 0 0,4-7 112 0,5-7-60 16,6-5 8-1,2-8 0-15,7-5 4 0,0-4 8 16,4-6-84-16,0 0-8 0,0 0-140 0,8 0 16 0,3 0 132 15,10 0 320-15,3 0-100 0,4 0-24 16,0 0-28-16,8-3 40 0,-5 3-24 0,5 0 108 16,4 0 24-16,0 0 16 0,-4 0-164 15,0 0-108-15,-1-3-48 16,5 3-12-16,-8 0 0 0,1-3-8 0,-2 0-4 16,1-1-96-16,-5 1 60 15,-3-4-64-15,-3 5-116 0,-1-5-372 16,-5 1 4-16,2-4 56 0,-6 5-36 0,1-5-152 15,-3-4-376-15,-6 3-416 0,5-3-620 16,-4 4-1045-16,-4-5-1951 0</inkml:trace>
  <inkml:trace contextRef="#ctx0" brushRef="#br1" timeOffset="42848.39">8399 7331 6472 0,'0'0'3892'0,"0"0"-3155"16,0 0-225-16,0 0 284 0,0 0 328 0,0 0-272 16,0 0-8-16,0 0-40 0,0 0-336 15,-88 5-256-15,75 6-112 0,-2-2 12 16,-1 4 88-16,-4 3-12 0,0 6-80 16,-4 0-20-16,1 3 12 0,-5 7-40 15,0 4-60-15,-4 2 0 0,-9 3-4 16,6 3-44-16,-1 0-16 0,-4 3 4 15,1 2-16-15,6-5 4 0,1-2-28 16,9-7 24-16,3 0-36 0,4-10-324 0,4-6 188 16,4-10-20-16,8-2 80 15,0-7-364-15,4 0-256 0,4-7-308 0,8 1 168 16,-1-7-604-16,6-2-713 0,-6 2-1007 31,9-9-2131-31</inkml:trace>
  <inkml:trace contextRef="#ctx0" brushRef="#br1" timeOffset="43121.176">8450 7741 8884 0,'0'0'1992'0,"0"0"-875"0,0 0-577 15,0 69 88-15,0-36 148 16,0-2 96-16,0 6-16 0,0 5-48 15,0 6-112-15,0 5-172 0,5 1-128 16,-5 7-40-16,0 2-72 0,0 2-36 0,0-6-28 16,0-2-124-16,0-2-88 0,0-11 0 15,-5-3 0-15,1-12-8 0,4-10-12 16,-4-7-60-16,4-8-212 0,0-4-96 16,0 0-312-16,0-7-400 0,-4-2-340 0,4-10-216 15,0-7-692-15,-4-5-297 0,4 5-583 16,0-18-888-16</inkml:trace>
  <inkml:trace contextRef="#ctx0" brushRef="#br1" timeOffset="43367.584">8375 7918 2812 0,'0'0'2192'0,"0"0"-632"0,3-75-52 15,5 56-160-15,5-1 8 16,-6 4-43-16,9 3 43 0,-4 1-228 16,4 2-220-16,0 4-124 0,0 2-200 0,4 2-96 15,-4 2 20-15,0 0-52 0,-5 0-48 16,2 0-124-16,-2 6-16 15,2 0-20-15,-9 1-16 0,4 2-48 0,-5 4 0 16,-3-4-28-16,0 7-80 0,0-4-72 16,0 1-4-16,-3 0-124 0,-5-1-24 15,-5 2-48-15,6-2 16 0,-5-2 8 0,-4 0-148 16,0-5 24-16,-4 2-148 16,0-4-84-16,0 1-120 0,0-4-160 0,-4 0-236 15,-4-4-360-15,5-6-688 0,3 5-1889 16,-12-12-1047-16</inkml:trace>
  <inkml:trace contextRef="#ctx0" brushRef="#br1" timeOffset="50958.941">9088 3486 5500 0,'0'0'4472'0,"0"0"-2871"0,0 0-565 0,0 0 48 0,0 0 296 16,0 0-132-16,95-16-248 15,-67 16-220-15,4 3 56 0,0-3-232 16,0 0-288-16,-1 0-168 0,5 0-12 0,1-3-124 16,-1-3 36-16,-1-1-48 0,1-2-60 0,-4-1-4 15,0 1-204-15,-4 3-136 16,-4-1-184-16,-5 4-264 0,-6 3-468 16,-10 0-768-16,1 3-1837 0,-8 7-1575 0</inkml:trace>
  <inkml:trace contextRef="#ctx0" brushRef="#br1" timeOffset="51190.474">9196 3648 3740 0,'0'0'5356'0,"0"0"-4164"0,0 0-279 0,0 0 15 15,0 0 400-15,0 0-96 0,0 0-124 0,0 0-228 16,0 0-184-16,79 22-112 15,-51-22-164-15,0 0-212 0,4 0-132 0,-4 0-76 16,3 0-76-16,1 0 28 0,4 0-288 16,-4 0-320-16,7 0-264 0,2 0-376 15,-2 0-716-15,-3 0-1845 0,9-3-2411 16</inkml:trace>
  <inkml:trace contextRef="#ctx0" brushRef="#br1" timeOffset="51733.411">10781 2946 2784 0,'0'0'548'0,"0"0"2172"15,0 0-1576-15,4-79-428 16,-4 57 660-16,0-2 108 0,-4 6-67 0,0 3-241 16,-4 2-236-16,5 3-244 0,-6 3-244 15,-3 5-64-15,5-2 120 16,-6 4 164-16,1 4-276 0,0 5-208 0,-4 7-88 16,0 10 36-16,-3 5-88 0,-2 7-44 15,6 3 84-15,-1 7-16 0,0 0-8 16,-4 3-52-16,0 2 44 0,4 5-56 15,-8 2-184-15,0 0 112 0,5 1-116 0,2-10 140 16,2-10-76 0,-2-7 12-16,10-11 24 0,3-7 40 0,4-10-188 0,0-3-204 15,0-3-88-15,8 0 152 0,-1-7 64 16,6-2 208-16,-2-7-44 16,5 4-156-16,0-4-128 0,-4 3 80 0,0 4 136 15,0 2 100-15,-4 4-36 0,0 0 0 0,0 3 24 16,0 3-24-16,0 7 52 15,-4 2 100-15,0 4 64 0,0 0-52 16,0 4 0-16,-4 5 76 0,4 1 12 0,-4 5-36 16,0 7 128-16,0 7 252 0,0 1-176 15,-4 2-264-15,0 0 0 0,0 0-8 16,4-3-72-16,0-8-228 0,0-4-396 16,4-8-348-16,4-6-1129 0,0-7-587 15,0-5-216-15,4-4-1052 0</inkml:trace>
  <inkml:trace contextRef="#ctx0" brushRef="#br1" timeOffset="53416.55">11590 3403 2720 0,'0'0'1332'15,"0"0"3480"-15,0 0-3608 16,0 0-7-16,0 0-141 0,0 0 4 0,0 0-56 0,0-80-72 16,0 66-252-16,-4-3-76 15,0 1-132-15,0 0 0 0,-4 4 48 16,0-1-60-16,-4 4-128 0,4-1-76 0,-4 4-108 16,0-1 88-16,4 7 496 0,-4-3-220 15,4 3-316-15,-7 0-196 0,2 7-84 16,-2 2-16-16,2 4 40 0,-2 6 48 15,2 3-84-15,2 6 32 0,3 8 20 16,4-1 44-16,-1 3 8 0,1 0-8 16,4-4-108-16,0-4 108 0,0-9-124 0,4-2 28 15,1-5 96-15,3-6 28 16,-1-2-28-16,1-1-60 0,1-5-4 16,2 0 64-16,1 0 120 0,4-11-44 15,5-4-76-15,-6-1-96 0,5-3-52 0,-4-4 40 16,4 1 20-16,-8 0 40 0,4 3-12 15,-8 3-16-15,3 4 68 0,-2-1-4 16,-5 7 0-16,-4 6 4 16,4-4-116-16,-4 4-8 0,0 0 44 0,0 7 76 15,4-2 12-15,3 9 184 0,-3-5 0 0,5 7-72 16,-1 0-16-16,-1 0-36 16,2-1-48-16,-1-2 76 0,-1 1 8 0,1-6-96 15,1 2-76-15,2-3-72 0,1-4 104 16,1 0 40-16,6-3-40 0,1 0-104 15,0 0-280-15,4-6-236 0,0-5-276 0,4 2-472 16,0-3-680-16,-8 5-1757 16,8-6-1163-16</inkml:trace>
  <inkml:trace contextRef="#ctx0" brushRef="#br1" timeOffset="55148.159">12538 3223 3640 0,'0'0'8'0,"0"0"4448"15,0 0-2772-15,0 0-431 16,0 0-317-16,0 0 64 0,0 0 108 16,0 0-20-16,0 0-108 0,0 0-328 0,0 0-228 15,-36-60-164-15,25 55-76 0,-2 5 52 16,2 0 24-16,-6 5-100 0,2 3 0 15,2 3-60-15,-6 7-16 0,3 5-80 16,0 2-4-16,-4 9 12 0,4 5 160 16,4 5-24-16,0 1 0 0,8 2-88 0,1-6-48 15,3-2 124-15,0-8 12 16,11-5-40-16,1-7 16 0,8 0-40 0,-5-6-80 16,6-1-4-16,-5-5-8 0,3-1 4 15,2-3-4-15,-1-3-4 0,-1 0-208 16,-2-3-124-16,-2-3-72 0,1-4-188 15,0 1-288-15,-4-4-248 0,-4-3-460 0,-4 10-2265 16,-4-10-2027-16</inkml:trace>
  <inkml:trace contextRef="#ctx0" brushRef="#br1" timeOffset="55346.501">12319 3476 3556 0,'0'0'6428'0,"0"0"-4931"0,0 0-881 15,0 0 52-15,0 0 428 0,0 0-148 16,0 0 160-16,0 0 60 0,0 0-476 0,84 6-256 16,-61-6-228-16,5-3-96 15,0 0-28-15,-4-6-84 0,4 2-48 0,0-2-236 16,-4-1-520-16,-1 4-168 0,5-3-260 16,-7 2-976-16,-5 1-2925 0,7-4-2663 15</inkml:trace>
  <inkml:trace contextRef="#ctx0" brushRef="#br1" timeOffset="55564.356">13000 3051 11997 0,'0'0'1892'0,"0"0"-1016"0,0 0-336 15,0 0 780-15,0 0 60 16,80 16-184-16,-52-10-120 0,0 0-256 15,4-3-384-15,0 1-204 0,0-1-232 0,3 0 0 16,-3-3-4-16,4 0-96 16,-8 0-324-16,0-3-260 0,0 0-132 15,-5-4-328-15,-3 1-776 0,-7 3-2084 0,-5-7-2409 0</inkml:trace>
  <inkml:trace contextRef="#ctx0" brushRef="#br1" timeOffset="55786.214">13219 3092 9380 0,'0'0'1837'16,"0"0"-581"-16,0 0-184 0,-35 83 476 0,27-48 172 15,0 6-168-15,-1 6-324 0,6 1-324 16,-1 6-256-16,0 0-200 0,0 1-179 0,-4-1-85 16,3-4-88-16,2-6-24 15,3-6-72-15,0-6-48 0,0-10-36 0,3-3-64 16,2-10-33-16,3-2-427 15,0-7-124-15,3 0 24 0,2-2-56 0,-2-12-396 16,6-5-536-16,-2-7-1112 0,-2 8-3045 16,2-17-1567-16</inkml:trace>
  <inkml:trace contextRef="#ctx0" brushRef="#br1" timeOffset="55974.583">13292 3184 9672 0,'0'0'1585'0,"0"0"-725"0,0 0-168 15,0 0 468-15,-9 73 232 0,5-38-12 16,4 7-272-16,-4-1-356 0,4 7-172 0,-4-4-92 16,4 1-120-16,-7-1-184 0,3-6-184 15,-5 0-12-15,5-3-124 0,-4-4-376 16,5-6-276-16,-1-2-148 0,0-10-260 16,4-4-300-16,0-6-572 0,0-3-953 15,0 0-1627-15,0-3 204 0</inkml:trace>
  <inkml:trace contextRef="#ctx0" brushRef="#br1" timeOffset="56132.142">13264 3571 8612 0,'0'0'2252'0,"0"0"-1043"0,0 0-621 15,0 0 344-15,0 0 588 16,0 0-136-16,0 0-424 0,0 0-428 0,0 0-272 16,79 32-192-16,-59-28-68 0,0-1-84 15,0-3-264-15,4 0-532 0,0-7-388 16,-5 0-692-16,1-1-2837 0,1-3-2887 15</inkml:trace>
  <inkml:trace contextRef="#ctx0" brushRef="#br1" timeOffset="56348.881">13567 3705 9956 0,'0'0'1777'0,"0"0"-993"0,-17 89 160 16,13-51 604-16,0 7 12 0,1 2-256 15,-2 0-428-15,1 5-296 0,4-5-240 16,0 0-156-16,0-2-136 0,-4-4-48 0,4-9-64 16,0-3-32-16,0-7-16 15,0-6-96-15,0-4-160 0,0-5-24 0,4-4-188 16,0-3-228-16,1 0-268 0,-2-7-344 0,1-5-552 16,0 2-1285-16,0-15-2067 0</inkml:trace>
  <inkml:trace contextRef="#ctx0" brushRef="#br1" timeOffset="56573.726">13610 3727 7808 0,'0'0'2048'0,"0"0"-1016"0,0 0-323 16,0 0 583-16,0 0 8 0,0 0-212 16,0 0-172-16,0 0-300 0,0 0-216 0,80 15-116 15,-72-8-96-15,-1 0-16 16,-3-4-124-16,0 6-40 0,-4-2-8 0,0 2 0 15,-4 1-4-15,-3 3-204 0,-5-4-40 16,-4 4-64-16,-1-4-60 0,-2 4-68 16,-1-7-28-16,0-3-44 0,0 1-20 15,0-4-240-15,4-4-400 0,-4-5-985 16,9 3-1987-16,-10-13-1164 0</inkml:trace>
  <inkml:trace contextRef="#ctx0" brushRef="#br1" timeOffset="67281.515">14363 2663 10104 0,'0'0'1677'0,"0"0"-957"0,0 0-224 0,0 0 180 16,0 0-28-16,0 0 1396 15,0 0-1072-15,0 0-476 0,0 0-236 0,0 0-16 16,0 0 92-16,-24 70 68 0,20-40 28 15,4 7-128-15,0 4-60 0,0 4-24 0,4 6-120 16,0 3 68-16,-4 3-32 0,4 3-16 16,-4 7-120-16,4 3-36 0,-4 6-52 15,0-1 80-15,0 5-68 16,0 3-24-16,0 3-84 0,0 3-48 0,0 0-96 16,4-3 120-16,0-1 0 0,0-6-40 15,-4-10-8-15,3-1-92 0,2-11-132 0,-1-7 8 16,0-8-12-16,0-7-88 15,0-10-272-15,3-9-508 0,-2-3-584 16,-1-10-1185-16,4-3-1335 0</inkml:trace>
  <inkml:trace contextRef="#ctx0" brushRef="#br1" timeOffset="73091.494">13789 3575 2752 0,'0'0'1732'16,"0"0"-572"-16,0 0-324 16,0 0 112-16,0 0-404 0,0 0-156 15,0 0-112-15,0 0 1700 0,0 0-995 0,0 0-365 16,0 0-16-16,-3-4-24 0,3 4 36 15,0 0 56-15,0 0-176 0,0 0-224 16,3 0-108-16,-3 0-32 0,0 0-64 16,0 0-16-16,0 0 4 0,0 0 72 15,4 4-60-15,-4-2-16 0,4-2 28 0,-4 5 28 16,4-3-40-16,0-2-4 0,-4 4 28 16,4-4 76-16,1 3-28 0,-5 0-36 15,3-1 12-15,-3-2 12 0,4 4-48 16,-4-1-28-16,4 1-36 0,-4-1-8 0,0 3-4 15,0-3-4 1,4 4-4-16,0 2-4 0,-4 4-36 0,8 3 48 16,-4 2 84-16,0 5 4 0,0-1-88 15,-4 3-4-15,4-6-72 0,-4 1 76 0,4-4 0 16,-4-4 0-16,4-2 0 0,0-4-8 16,-4-3-104-16,0 1-48 0,3-4-52 15,-3 0-24-15,0 0-64 0,5 0 8 16,-5-4-12-16,4 1 240 0,0-3 64 0,4-4 0 15,-1-2-12-15,-3-4-104 16,5-4 28-16,-5 5 80 0,0-4 4 0,0 3 4 16,-1 0 52-16,1 0-40 15,1 4 88-15,-1-1-92 0,0 3-4 16,0 1 4-16,0 2 144 0,-1 1 48 0,1 0-48 16,0 3 0-16,-4 3 24 0,0 0 0 15,5 0-52-15,-5 0-24 0,4 0-12 16,-4 0 24-16,7 3 0 0,-3 3-24 0,0 0 72 15,4 4 24-15,1-1-60 0,-6 1-108 16,5 2-16-16,-4-2-16 16,0 3-44-16,-4-1-76 0,5-3-100 0,-5 5-24 15,0-2-164-15,0 2-68 0,0-2-100 0,0-3-140 16,0 3-76-16,0 2-380 16,0-5-893-16,0-2-1027 0,0-1-1284 0</inkml:trace>
  <inkml:trace contextRef="#ctx0" brushRef="#br1" timeOffset="74215.352">15331 3394 4468 0,'0'0'536'0,"0"0"-224"15,0 0-52-15,0 0 2108 0,0 0-528 16,0 0-291-16,16-73-485 0,-16 61-248 0,0 5-64 15,0-3-68-15,-4 0-64 16,-4 4-156-16,4 0-100 0,-3 0-20 0,-2 2-20 16,-3-2-88-16,5 6-12 0,-6 0 60 15,-2 0 100-15,-6 6-48 16,6 10-164-16,-5 6-72 0,-4 7 20 0,3 7 68 16,6 4-44-16,-2 5 80 0,2 2-52 15,7-5-64-15,0-2-20 0,4-7-88 16,4-5-4-16,0-12 0 0,4-6-120 15,8-4-48-15,4-6 60 0,0 0 100 0,8-13-132 16,4 1 32-16,-5-10-148 16,5-1-120-16,-4-2-4 0,0-4-12 15,1 0 84-15,-10 4 76 0,5 0 72 0,-8 3 160 16,-4 0-108-16,0 9 24 0,-4-1 88 16,0 6 68-16,0 2 8 0,-4 6 24 15,0-5 0-15,0 5-52 0,0 5 28 0,4 1 48 16,-4 2 48-16,4 6 40 0,-1 2-40 15,2 3-20-15,-1 3 32 0,0 0 76 16,0-2-24-16,0 1-164 0,0-5-72 0,-1-3-116 16,6-4-32-16,-1 0 76 15,3-2-16-15,2-3-96 0,6-1-288 0,-2-3-236 16,7 0-148-16,-1 0-252 0,1-7-412 16,0-2-852-16,0 2-1849 0,8 2-735 15</inkml:trace>
  <inkml:trace contextRef="#ctx0" brushRef="#br1" timeOffset="74609.776">16016 3282 7140 0,'0'0'2660'16,"0"0"-675"-16,0 0-513 0,0 0 164 15,0 0-72-15,0 0-296 16,0 0-268-16,0 0-264 0,0 0-196 0,0 0 72 15,0 0 104-15,60-9-204 0,-40 9-171 16,-4-3-25-16,4 3-124 0,-4-3 4 0,4 3-40 16,-5-3-88-16,6-1-68 15,-1 1-8-15,-5 0-4 0,6 0-132 16,-10 0-232-16,5 0-96 0,-8-1-161 0,5 1-219 16,-9 3-200-16,-1 0-436 0,-3 0-748 15,0 0-1752-15,-3 3-2057 0</inkml:trace>
  <inkml:trace contextRef="#ctx0" brushRef="#br1" timeOffset="74837.834">16020 3445 8172 0,'0'0'2973'0,"0"0"-1021"0,0 0-468 15,0 0-96-15,0 0-272 0,0 0-288 16,0 0-184-16,0 0-176 0,0 0-28 15,0 0 16-15,0 0-128 16,84 0-8-16,-60 0-104 0,4 0-164 0,-1 0-52 16,1 0-176-16,0 0-80 0,0 0-220 0,-4 0-152 15,0 3-96-15,1 3-152 0,-2-3-120 16,1 4-524-16,0-1-1096 16,-9-3-3025-16,10 0-1155 0</inkml:trace>
  <inkml:trace contextRef="#ctx0" brushRef="#br1" timeOffset="82064.254">15431 2654 2428 0,'0'0'2892'0,"0"0"924"0,0 0-2292 16,0 0-687-16,0 0 139 0,0 0 288 16,0 0-24-16,0 0-208 0,0 0-264 0,0 0-272 15,0 0-172-15,7-35-28 0,-3 51 124 16,5 6 112-16,-5 7-188 0,4 2-124 16,-5 8-24-16,-3-4-36 0,4 6-152 15,-4-3 40-15,0 3-36 0,0-3-12 16,-4 1-4-16,4-4-44 0,-3-1 40 15,-1-9-128-15,0-2 52 0,0-5-76 16,4-4-124-16,0-7-20 0,-4-5-104 16,4 1-148-16,0-3-200 0,0-3-260 15,0-3-548-15,4-7-676 0,-4-6-1785 16,0 3-955-16</inkml:trace>
  <inkml:trace contextRef="#ctx0" brushRef="#br1" timeOffset="82321.398">15507 2594 3740 0,'0'0'2720'0,"0"0"-176"0,0 0-1404 16,0 0-456-16,0 0 281 0,0 0 251 15,0 0-312-15,0 0-344 0,0 0-208 16,0 0-84-16,67-38-44 0,-59 40-60 16,0 5 64-16,0 3 8 15,-4-1-36-15,-4 3-92 0,0 2 4 0,0 4-24 16,-4-1-76-16,-8 5 60 0,0 0-72 15,0 0-48-15,-4 0-456 0,0-3 188 16,1 0 4-16,-2-2-92 0,2-2-12 16,-2-5-40-16,6-2-92 0,3-3-128 15,-1-5-284-15,2 0-405 0,3-7-1199 0,0-9-2236 16,4 1 1633-16</inkml:trace>
  <inkml:trace contextRef="#ctx0" brushRef="#br1" timeOffset="82680.813">15654 2394 6168 0,'0'0'2900'16,"0"0"-807"-16,0 0-1181 0,0 0-32 0,0 0 572 15,0 0-192-15,0 0-464 16,0 0-272-16,0 0 8 0,80-6-24 16,-76 21-160-16,3 3-104 0,-7 6-32 0,4-2-104 15,-4 3-108-15,0-6 0 0,0 0-4 16,0-5-104-16,0-9-128 0,0 2-184 15,5-7 48-15,3 0 16 0,-4 0 92 16,7-7 152-16,-2-3 64 0,2-2 48 16,1-1 84-16,0-6-84 0,-4 3-4 15,4 0 4-15,-4 1 52 0,0 2 12 0,0-1-64 16,-4 9 0-16,4-1-52 16,-8 3 40-16,4-1-100 0,0 4 64 15,-4 0 48-15,4 7 124 0,-4-1 36 0,0 4-60 16,4 5 36-16,-4 4 52 15,0 3-16-15,0 0-112 0,0 7-60 0,0-4-112 16,0 1-720-16,0 0-124 0,0-1-744 16,8-3-1212-16,0-3-2365 0,0-6-663 15</inkml:trace>
  <inkml:trace contextRef="#ctx0" brushRef="#br1" timeOffset="83350.754">17128 3191 156 0,'0'0'10440'0,"0"0"-8819"16,0 0-689-16,0 0-152 0,0 0 256 0,0 0 8 16,-52-68-264-16,36 62-148 0,5 3-84 15,-6 3-56-15,2 3-36 0,-1 13-272 16,-9 14-72-16,6 7 84 0,-5 11 48 0,0 6 64 15,4 3-4-15,4-6-72 16,5-7-108-16,2-6-112 0,5-13 60 0,4-8-72 16,4-11-96-16,8-6-16 0,8 0 4 15,4-13 104-15,4-9-56 0,8-4-176 0,-5-5-80 16,1-4-52-16,-4-1 124 16,0 5 8-16,-4 6 100 0,-4-1-8 15,-8 7 56-15,4 3 80 0,-8 10-4 0,-4 3-52 16,0 3 64-16,0 0 40 15,0 9 256-15,0 7-4 0,3 3 40 16,-2 7-48-16,-1-1 8 0,0 4-156 0,-4-1-4 16,8-2-56-16,-5-1-76 15,6-6-8-15,7-3-140 0,-5-3 24 0,9-3-72 16,1-8-268-16,-2-2-176 0,5 0-60 16,4-2-196-16,0-8-620 0,0-3-964 15,-4 0-2029-15,4-6-2219 0</inkml:trace>
  <inkml:trace contextRef="#ctx0" brushRef="#br1" timeOffset="83902.483">17992 2524 5684 0,'0'0'7837'16,"0"0"-6101"-16,0 0-1248 0,0 0-388 16,0 0 240-16,0 0 300 0,0 0 108 15,0 0-256-15,0 0-492 0,0 0 0 16,0 0-12-16,92-70-36 0,-64 51-100 0,-4 0-52 16,0 6 28-16,-4 6 24 0,-8 5 12 15,-4 2-88-15,-4 6 0 0,0 10 224 16,-4 6 228-16,0 7 120 15,-8 6-64-15,-4 7-112 0,0 5-84 0,-8 3 84 0,0 4-48 16,0 0-112-16,-4 7 76 16,1-1-16-16,2-3 4 0,1-7 96 0,5-11-72 15,2-7-16-15,9-10-84 0,0-6-12 16,4-10-36-16,0 0-12 16,0-2-16-16,0-4-24 0,4 3 100 0,5-3 28 15,3 6 92-15,-1-3-44 0,6 6-64 16,-2 1-12-16,1 6 0 15,0 4 4-15,0 7 4 0,1 3 40 0,-10 1-36 16,5 7 40-16,-4-3-40 0,0 4-12 16,0-5-8-16,0 1-68 0,-8 0 68 15,4 1 8-15,-4 1 4 0,0-1 4 0,-8-2 4 16,0 1-8-16,0-4 4 16,-4 1-4-16,0 0 84 0,-4-3-16 0,4-3-72 15,-4-4-4-15,1-3-8 0,-6-4-244 16,10-2 120-16,-10-6-76 0,6 0-192 15,-5-5-180-15,-1-2-112 16,2 0-84-16,-5-7-268 0,4-2-1688 0,-12-10-5553 16</inkml:trace>
  <inkml:trace contextRef="#ctx0" brushRef="#br1" timeOffset="89419.111">12888 2803 8488 0,'0'0'2200'0,"0"0"-875"16,0 0-429-16,0 0 312 0,0 0 56 16,0 0-168-16,0 0-52 0,0 0-188 15,0 0-192-15,-4-7-136 0,4 7 24 0,0 0-52 16,0 0-64-16,0 0-68 16,0 0-52-16,0 0-87 0,0 4-57 0,4-4-40 15,5 0 0-15,3 0-80 0,0 0 8 16,3 0 36-16,6 0-12 0,-2 0-84 0,5 0 12 15,4 0 96-15,0 0-100 16,0-4-4-16,0-1 4 0,4-2 0 0,4 0 68 16,-5 1-72-16,5-2-4 15,-4 1-4-15,0-3 4 0,0 1-4 16,0-1-4-16,-4 4-80 0,-4-1 28 0,4-3 0 16,-8 8-36-16,3-5-124 0,-7 4-68 15,0 0-89-15,0 0-39 0,-4-1-84 16,0 4-108-16,0 0-40 0,0 0-28 0,0 0-152 15,4 0-500-15,-4 0-632 0,0 4-948 16,-1-1-2121-16,-2-3-1283 16</inkml:trace>
  <inkml:trace contextRef="#ctx0" brushRef="#br1" timeOffset="95506.777">6418 4216 1228 0,'0'0'9252'0,"0"0"-7667"0,0 0-641 0,0 0-344 15,0 0 24-15,0 0 120 0,0 0 24 16,0 0-88-16,32-57-168 0,-12 38-100 16,0 0-52-16,8 0-4 0,0 1-32 0,4-2 192 15,4-2-72-15,-4-1-176 0,3 0-84 16,5 2-124-16,-5-1-60 0,-3-3 0 16,5 2-48-16,-9-3-48 0,-1 4-100 15,-3 3-212-15,-4 0-244 0,-4 1-188 0,-4 1-116 16,0 4-808-16,-12-2-1396 0,4 1-2973 15</inkml:trace>
  <inkml:trace contextRef="#ctx0" brushRef="#br1" timeOffset="95713.54">6861 3596 3332 0,'0'0'636'0,"0"0"3916"0,0 0-3176 0,0 0-552 0,0 0-167 0,0 0 411 0,0 0-60 16,0 0-4-16,0 0-160 0,43 39-240 0,-30-26-276 15,-2-1-28-15,-3 5-100 16,0-5-24-16,-3 4-168 16,-5 2 40-16,0 5 40 0,-5 6-80 15,-3-1-8-15,-7 7-64 0,-6 0-524 16,1 4-180-16,-3 2-304 0,-1-3-452 0,-4 3-516 0,-4-3-769 0,-4 1-1107 16,4-2-344-16</inkml:trace>
  <inkml:trace contextRef="#ctx0" brushRef="#br1" timeOffset="103016.557">3566 4588 4760 0,'0'0'6465'0,"0"0"-4481"0,0 0-864 16,0 0-348-16,0 0 256 15,0 0 460-15,0 0-328 0,0 0-288 0,0 0-260 16,0 0-280-16,0 0-152 0,0 0 112 16,28 9 76-16,-5 29 45 0,1 13-85 15,4 10-136-15,-8 12-132 0,-1 3 40 16,2 3-16-16,-5-3-84 0,-4 1 0 16,-1-14-12-16,6-3-84 0,-10-15-112 15,6-10 88-15,-9-10 112 0,4-9-88 0,-5-10-40 16,1-3-21-16,-4-3-63 15,4 0-48-15,5-9 36 0,-1-7 100 0,-1-4 8 16,1-5 28-16,5 0-52 0,-2-4 40 16,2 4 100-16,-6 3-88 0,5 6-40 15,4 7 40-15,-4 2 68 0,4 7 28 0,4 0 148 16,-4 10 0-16,3 5-40 0,-2-2 64 16,-2 6-28-16,5-6-144 15,-8 0-60-15,4-4-84 0,1-6-284 0,-2-3-368 16,5 0 8-16,0-9-424 0,0-7-968 15,-8 0-2064-15,8-19-2569 0</inkml:trace>
  <inkml:trace contextRef="#ctx0" brushRef="#br1" timeOffset="103327.098">4363 4943 12613 0,'0'0'2088'0,"0"0"-1636"15,0 0-236-15,0 0 704 0,-56 99 488 16,39-64-76-16,6 2-180 0,-1 2-224 0,7-7-175 15,1-7-269-15,4-9-484 16,0-4-24-16,4-2-156 0,1-7-28 0,3-3-9 16,3 0 45-16,2-3 16 15,2-10 8-15,2 1-144 0,2-8-12 16,1 2 84-16,-4 1-12 0,0 2 36 0,4 5 24 16,-8 1 52-16,3 3 112 0,6 2 8 15,-5 4 48-15,-4 0 0 0,4 0 88 16,-4 4 32-16,-5 4 56 0,1-1 68 15,1 0-24-15,-1 2-24 0,-5-2-28 16,5 2-32-16,-3-3-40 16,3 1-132-16,-4-4-12 0,-4 0-204 0,0-3-404 15,3 0-272-15,-3 0-188 0,0-6-636 0,4-1-1000 16,-4-2-1777-16,4-10-2159 0</inkml:trace>
  <inkml:trace contextRef="#ctx0" brushRef="#br1" timeOffset="103613.826">4752 4788 5824 0,'0'0'6689'0,"0"0"-4969"0,0 0-660 16,0 0 236-16,0 0 108 0,0 0-12 15,-19 66-204-15,10-41-288 0,2 5-219 16,-1-5-329-16,0 0-208 0,8-6-84 0,-5-3-60 16,5-7-84-16,0-2-48 15,5-1-52-15,3-2 40 0,7-4 24 0,-2 3 56 16,6-3 52-16,2 0 8 0,-1 3 0 15,-1 0 4-15,1-3 0 16,-3 6-4-16,-6-3-4 0,5 4 4 0,-7-1-8 16,-2 4-97-16,-3-1-15 0,-4 5 76 15,0-2-36-15,0 1-48 0,-4 2-28 16,-3 1 52-16,-10 0-76 0,6 0-180 0,-10-3-224 16,-3 3-136-16,1-4-284 15,-5 1-640-15,4-7-1156 0,-12 0-2657 16</inkml:trace>
  <inkml:trace contextRef="#ctx0" brushRef="#br1" timeOffset="104263.718">4363 5057 3452 0,'0'0'2840'0,"0"0"-1048"0,0 0-584 16,0 0 236-16,0 0 101 0,0 0-205 0,0 0-312 0,0 0-320 15,0-3-180-15,0 3-136 0,4 0-104 0,3 3 48 16,1 4 100-16,5-1 144 0,-2 1-184 16,5 2-136-16,-4 3-124 0,3-1-128 15,-2 1-8-15,2 1-80 0,-2 0-116 16,-1-1-272-16,0 1-228 0,4-4-176 15,-5 1-124-15,9 0-444 0,-7-4-912 0,6 0-2569 16</inkml:trace>
  <inkml:trace contextRef="#ctx0" brushRef="#br1" timeOffset="104583.773">5291 4879 13105 0,'0'0'2028'0,"0"0"-1988"0,0 0 108 0,0 0-148 16,0 0 844-16,4 77 156 0,7-32-108 15,6 11-372-15,-2 8-88 16,5 6 48-16,1 6-188 31,-2 4-204-31,1-1-88 0,4 0 0 0,-1 1-48 16,-2-8-148-16,-5-7 0 0,0-9-72 0,-4-12-16 15,-4-12 24-15,0-9 64 0,-5-14-148 16,1-6-204-16,-4-3-360 0,0-16-324 0,0-6-500 16,0-13-1089-16,-4 7-2231 0,-7-26-731 0</inkml:trace>
  <inkml:trace contextRef="#ctx0" brushRef="#br1" timeOffset="104813.676">5342 4978 10888 0,'0'0'1685'0,"0"0"-1189"0,0 0 16 15,0 0 476-15,0 0-4 16,0 0-240-16,92-25-268 0,-72 25-4 0,0 0-24 0,-1 0-188 16,2 6-76-16,-5 3 0 0,-4 4-36 15,-5 0 40-15,1 9-68 0,-3 0 40 16,-5 7 24-16,0 2-108 0,-9 5-52 15,-2-2-24-15,-6-1-88 16,2-2-292-16,-2-6-236 0,2-5-40 0,-1-11-152 0,0-6-212 16,4-3-508-16,0-3-1348 15,1-22-1885-15</inkml:trace>
  <inkml:trace contextRef="#ctx0" brushRef="#br1" timeOffset="105097.036">5617 4709 12297 0,'0'0'1824'0,"0"0"-1152"16,0 0 208-16,0 0 1060 0,44 66-396 15,-32-44-528-15,-4-6-480 0,0 3-268 0,-4-6-172 16,4-4-20-16,0 1-76 0,-5-7-76 16,2 0-104-16,-1-3-40 0,4-3 48 15,-4-7 16-15,3-2-28 0,2-7 24 16,3 3 0-16,-5-3 64 0,6 6 48 0,-5 1-28 15,3 2 64-15,2 3-40 16,-5 5 52-16,3 2 8 0,-2 0 0 16,-1 9 4-16,-1 3 60 0,-3 4-72 15,5 3 68-15,-5 1-68 0,0 2-208 16,-4-3-40-16,3 3-268 0,-3-3-360 0,0 4-540 16,0-4-832-16,0-5-2557 0,-3 16-2771 15</inkml:trace>
  <inkml:trace contextRef="#ctx0" brushRef="#br1" timeOffset="105930.673">3888 6680 9460 0,'0'0'2513'15,"0"0"-1081"-15,0 0-340 0,0 0 208 0,80 48 116 16,-61-42-316-16,2-6-312 0,-5 0-260 0,3-10-136 16,2-5 48-16,-1-5-48 0,-1-8-136 0,-2-4-188 15,-6-3-68-15,-3 0-100 16,0 4-140-16,-4 2-80 0,-4 3-20 0,0 12-40 15,0 0 148-15,-4 4 136 0,-4 4 96 16,-4 3 12-16,1-1 48 0,-6 4-56 16,2 0-4-16,-2 0 72 0,-3 0-24 15,5 4-40-15,-2 5 104 0,6 8 0 16,-1 1-52-16,3 8 60 0,9 6-20 0,0 6 108 16,0 6 12-16,9 5 60 0,3-5-48 15,-1 0-40-15,2-9-136 0,-2-7-56 0,2-9-120 16,-5-10-36-16,3-5-16 0,6-4 24 15,-6-10-8-15,6-12-4 16,-2-3-244-16,-2-10-328 0,-6-4-180 0,-3-2-240 16,0-3-576-16,4-1-820 0,-4 14-1617 0,-4-20-859 15</inkml:trace>
  <inkml:trace contextRef="#ctx0" brushRef="#br1" timeOffset="106106.791">4219 6045 10000 0,'0'0'2257'15,"0"0"-1237"-15,0 0-76 0,0 0 520 0,0 0-272 16,0 0-324-16,0 0-212 16,8 89-188-16,-1-54-40 0,2 6-20 15,6 1-80-15,-2 2-132 0,2 0-128 0,-2-3-68 16,2 0-12-16,-3-2-96 0,1-4-224 16,-2-3-340-16,-2-10-204 0,-1-3-240 15,3-7-360-15,-3-5-864 0,-3-4-2285 0,2-6-475 16</inkml:trace>
  <inkml:trace contextRef="#ctx0" brushRef="#br1" timeOffset="106497.156">4486 6007 10828 0,'0'0'1673'0,"0"0"-1177"15,0 0 0-15,0 0 560 16,0 0-84-16,0 0-204 0,0 0-268 0,0 0-188 16,0 0-116-16,0 0 16 0,0 0 36 15,8 0-12-15,-4 9 136 0,0 4 72 16,3 3-88-16,2 9-100 0,-1 1-108 16,-1 6-40-16,1-1-8 0,5 4 8 0,-6 3-20 15,6 0 8-15,-1 3-44 0,-1 1-44 16,2-1-4-16,-2-3 4 0,1-3 40 15,0-3 0-15,0-3 24 0,0-4 16 16,0-6 8-16,0-3-48 0,0 0 4 0,0-7-4 16,0-3-48-16,0 1 0 0,-1-4-8 15,-2-3-4-15,3 0 0 16,-5-3-88-16,-3-4 4 0,5-2-112 16,-5-1-96-16,-4-2-152 15,0-4-168-15,0 0-104 0,-9 3-216 0,1-2-372 16,-7-2-512-16,2 5-844 0,2-1-565 0,-13-3-1031 15</inkml:trace>
  <inkml:trace contextRef="#ctx0" brushRef="#br1" timeOffset="106599.173">4462 6417 1332 0,'0'0'3088'0,"0"0"-3088"16,0 0-220-16,0 0-628 0,0 0 536 0,0 0-108 0,0 0-608 15</inkml:trace>
  <inkml:trace contextRef="#ctx0" brushRef="#br1" timeOffset="107239.976">4546 6413 4728 0,'0'0'5020'0,"0"0"-3924"0,0 0-603 16,0 0 159-16,0 0 768 15,0 0-276-15,0 0-212 0,0 0-240 0,0 0-28 16,0 0 32-16,0 0-200 0,-20-3-76 16,27 0-36-16,1 0-16 0,5-7 84 0,2 4 88 15,5-1-136-15,1 1-200 0,-2-3-152 16,1 2-52-16,4-2-4 16,-4-1-108-16,4 1-32 0,-4 0-344 0,4-2-360 15,-1-2-320-15,-2 4-400 0,-5 0-992 16,3-1-3113-16</inkml:trace>
  <inkml:trace contextRef="#ctx0" brushRef="#br1" timeOffset="107586.926">5040 6096 12613 0,'0'0'2088'0,"0"0"-1472"0,0 0-516 0,0 0 480 15,0 0 372-15,0 0-316 0,0 0-288 16,-52 82-104-16,44-50 4 16,-1 0-24-16,6 3-16 0,-5-3-12 15,8-5-12-15,0 0 60 0,0-5 148 0,0-7 36 16,8-2-232-16,0 0-124 0,8-4-72 16,0-2 0-16,3-1 44 0,6-2-44 15,-5-4-12-15,3 0 4 0,1 0 4 16,-4 0-8-16,5-4 0 0,-10 4 12 15,1 0 0-15,0 0 8 0,-9 0 0 16,-2 0 4-16,-1 6 72 0,-4 1 0 16,0 2 40-16,0 7-76 0,-4 1-48 15,-8 2-292-15,0-5-136 0,-4 6-172 0,-3-4-64 16,-2-3-260-16,1-1-256 0,1-2-756 16,2-4-2325-16,-11 3-2983 0</inkml:trace>
  <inkml:trace contextRef="#ctx0" brushRef="#br1" timeOffset="107764.941">5757 6489 18437 0,'0'0'2864'15,"0"0"-2011"-15,0 0-577 0,0 0-276 16,0 0 0-16,0 0-252 0,0 0-237 15,0 0-459-15,0 0-628 0,0 0-2452 16,0 0-5513-16</inkml:trace>
  <inkml:trace contextRef="#ctx0" brushRef="#br1" timeOffset="114939.973">19897 4042 6320 0,'0'0'6801'0,"0"0"-5821"0,0 0-732 15,0 0-244-15,0 79 68 0,-4-60 320 16,0 0-24-16,1-3-368 0,3-7-40 16,0-5-212-16,0 2-584 0,0-6-576 0,7 0-841 15,1 0-2315-15,-4-6-624 0,4-7 4561 16</inkml:trace>
  <inkml:trace contextRef="#ctx0" brushRef="#br1" timeOffset="115413.631">21248 2975 3756 0,'0'0'8605'0,"0"0"-6653"0,0 0-716 15,0 0 96-15,0 0 264 0,0 0-156 16,0 0-488-16,0 0-344 0,0 0-87 16,11 89-45-16,-14-45-52 0,-5 13-196 15,0 4-48-15,-1 2-32 0,2 7 8 16,3 3-96-16,-4 0-60 0,-4 4-48 0,8 1 44 15,-4-1-4-15,4-4 8 0,0-4 0 16,4-8 0-16,0-13 4 0,8-7 56 16,0-10 24-16,-1-7-36 0,10-10 24 15,-6-3-12-15,6-6-52 0,3-5 68 16,-1 0 128-16,6-2-24 0,3-5 60 16,0 0-32-16,-4 1-136 0,4 0-64 0,-1-1-8 15,-3 1-8-15,0 0-88 16,-4-1-40-16,-1-2-236 0,6 0-196 0,-5-7-48 15,-1 0-172-15,1-3-317 0,-4-1-971 16,0 5-2464-16,-4-13-3297 0</inkml:trace>
  <inkml:trace contextRef="#ctx0" brushRef="#br1" timeOffset="115746.502">21757 3737 104 0,'0'0'12569'16,"0"0"-10661"-16,0 0-708 0,0 70 672 0,0-54 212 15,5-4-424-15,-1-5-703 0,4-4-581 16,8-3-168-16,0-7-40 16,8-5 72-16,4-7-240 0,4-11-168 0,-1 2-364 15,1-7-148-15,-4 3-61 0,0 4-123 16,-9 3-104-16,-2 6-140 0,-9 3-8 16,-5 6-24-16,-3 3 248 0,0 1 492 0,-7 3 400 15,-5 3 392-15,-8-3 48 16,3 3 0-16,-2 3 64 0,3 6-92 0,-3 8 36 0,6 5 36 15,-2 7-4-15,2 5-8 16,-2 10-8-16,7 1 176 0,-5 6 116 16,6 0-76-16,-1-7-59 0,8-5-197 0,0-10-264 15,0-10-160-15,15-7-40 0,9-9 28 16,8-6-32-16,4-14 40 0,12-11-260 16,-1-10-661-16,6-6-355 0,3-7 16 15,0-2-1016-15,-2-2-4145 0,-13 14-1131 16,23-22 5097-16</inkml:trace>
  <inkml:trace contextRef="#ctx0" brushRef="#br1" timeOffset="115959.34">22638 3073 2612 0,'0'0'9193'15,"0"0"-6765"-15,0 0-828 0,0 0-160 16,0 0-52-16,0 0-284 0,-39 73-188 0,26-28-148 16,-2 5-51-16,2 7 35 0,2 4-52 15,-1-1-168-15,-1 7-220 0,6-4-156 16,-1 7-152-16,4-3 8 0,-5-1-12 15,6-5-132-15,-1-14-192 0,0-5 56 16,4-10 40-16,0-3-196 0,0-10-96 16,0-5 0-16,0-7 35 0,0-3-51 15,0-4-136-15,0 0-316 0,0-11-416 0,4-3-248 16,-4-5-188-16,4-7-708 0,-1-6-637 16,-3 6-3635-16,0-11 5696 0</inkml:trace>
  <inkml:trace contextRef="#ctx0" brushRef="#br1" timeOffset="116380.074">22212 3638 820 0,'0'0'10225'0,"0"0"-8301"15,0 0-628-15,0 0-348 0,0 0 260 16,0 0-136-16,0 0 40 0,80 0-104 16,-41 0-116-16,1 0-356 15,8 0-156-15,-4-3-104 0,0-3 17 0,-1 0-133 16,2-4 68-16,-9 0-164 0,-1 3-64 16,1-5-48-16,-8 3-96 0,-4-3-365 15,0 1-211-15,-8 1-48 0,0 5-124 0,-8 2-364 16,-1-1-1116-16,-3 1-1992 0,-4 3-2005 15</inkml:trace>
  <inkml:trace contextRef="#ctx0" brushRef="#br1" timeOffset="116973.605">24001 3623 10500 0,'0'0'2121'15,"0"0"-641"-15,0 0 236 16,0 0 160-16,0 0-372 0,72 69-244 0,-44-56-420 0,4-4-279 16,7-6-221-16,-3-3-124 15,4-5-104-15,0-12-16 16,4-5-96-16,-5-3-92 0,-2-4-492 0,-5-2-401 16,-5-1-335-16,-7-3-812 0,0 6-1672 15,-8 7-661-15,-8-10-1211 0</inkml:trace>
  <inkml:trace contextRef="#ctx0" brushRef="#br1" timeOffset="117314.004">24440 3273 3464 0,'0'0'364'0,"0"0"3664"0,0 0-2524 0,0 0-212 0,0 0 61 15,0 0 115-15,0 0-400 16,0 0-260-16,0 0 60 0,-80 22 232 0,72 10-136 0,4 6-176 16,-1 4-88-16,1 5-112 15,-3 4-88-15,3 7-88 0,-4-2-60 16,4 7-144-16,-5 4-51 0,6 3-21 0,-1-3-32 15,0 3-100-15,0-7 0 0,4 2 68 16,0-7-24-16,0-4 12 0,4 1-56 16,0-8 48-16,0-5-40 0,3-4 48 15,-2-6-60-15,-5-4 0 0,4-9-100 16,0-3-8-16,-4-5 60 0,0-6 40 16,0 2-184-16,-4-5-89 0,0-2 85 15,-5 0 188-15,2 0 0 0,-5 0-100 0,-4-9-4 16,-4-3 104-16,0-5 0 15,0-5-64-15,-4-6-84 0,1-4-28 0,2-6-232 16,1 0-72-16,1 0-184 0,10 0-164 16,1 3-528-16,5 0-364 0,3 3-632 15,7 0-2209-15,2 10-1187 0</inkml:trace>
  <inkml:trace contextRef="#ctx0" brushRef="#br1" timeOffset="117526.081">24818 3591 784 0,'0'0'11329'15,"0"0"-8237"-15,0 0-1396 0,0 0-532 16,0 0 304-16,0 0-200 0,0 0-280 16,0 0-395-16,88 3-289 0,-69-3-220 15,1-3-84-15,4 0-72 0,-4-3-388 16,0 1-281-16,-4-1-211 0,-4 3-112 0,-4 3-636 15,-4 0-1104-15,-4 0-1669 0,-4 3-1067 16,-8 8 908-16</inkml:trace>
  <inkml:trace contextRef="#ctx0" brushRef="#br1" timeOffset="118074.462">24782 3813 8160 0,'0'0'5185'0,"0"0"-3385"0,0 0-908 0,0 0-448 15,0 0 328-15,0 0 208 0,0 0-84 16,0 0-24-16,83 19-308 0,-59-16-212 15,-3 0-96-15,-2-3-36 16,1 4-4-16,0-4-20 0,0 0-27 0,-4 0-69 16,4 0-96-16,-4-4-4 0,0-2-353 15,-4 0-159-15,-1-1-196 0,2-2-196 16,-2 2-288-16,-3-2-808 0,1 3-2308 0,-5-5-2369 16</inkml:trace>
  <inkml:trace contextRef="#ctx0" brushRef="#br1" timeOffset="118714.619">26169 3403 220 0,'0'0'8148'0,"0"0"-2807"0,0 0-3885 16,0 0-800-16,0 0 88 0,0 0 412 15,0 0-96-15,0 0-248 0,0 0-348 16,75-69-244-16,-51 49-120 0,-4 1-56 16,4 0-40-16,-4 0 0 0,4 3 8 15,0 4-4-15,-5 6 64 0,5 2 4 16,-7 4 8-16,2 10 124 0,-2 9 48 16,-2 6-12-16,1 13 168 0,-4 7-47 0,-4-1-49 15,0 7-40-15,0-4-56 0,0-3-40 16,3-2-72-16,-2-3-96 15,3-8 108-15,0-3-68 0,-4-5-52 0,4-5-52 0,-9-7 4 16,6-5-12-16,-5-4-84 0,0-2-376 16,0 0-305-16,-1-2-175 0,1-4-196 15,4-7-588-15,1-3-2100 0,-5 0-1749 16,3-9-2670-16</inkml:trace>
  <inkml:trace contextRef="#ctx0" brushRef="#br1" timeOffset="118909.123">26698 3200 1592 0,'0'0'10897'0,"0"0"-9213"16,0 0-988-16,0 0 348 0,-91 73 556 0,67-41-412 15,0 0-340-15,4 2-236 0,-4 5-148 16,4-1-172-16,1 3-36 0,-6 4-112 0,1-4-80 16,-4 0-64-16,4 3-76 0,1-6-80 15,3-6-124-15,3-3-88 16,2-6-156-16,7-9-176 0,0 0-12 0,0-8 8 15,8-6 36-15,0 0-232 0,0 0-700 16,0-13-1064-16,0-2-1485 0,8-5-239 16,-4 1 1284-16</inkml:trace>
  <inkml:trace contextRef="#ctx0" brushRef="#br1" timeOffset="119181.752">26961 2730 6716 0,'0'0'6525'0,"0"0"-5029"0,0 0-576 15,0 0-52-15,0 0 588 0,0 0-260 16,0 0-32-16,0 0-360 0,40 80-220 16,-32-49-159-16,-8 10-97 0,4 0-64 15,-4 7-20-15,0-3-88 0,0 3 0 0,-4-7-156 16,0 0-48-16,-3-3-48 0,-2-3-72 15,1-6-292-15,0-7-64 0,5-6-33 16,-1-7-79-16,-1-6-108 0,5-3-136 0,0 0-392 16,0-3-712-16,-4-6-1016 15,4-4-3225-15,0 0-103 0,0-12 5949 16</inkml:trace>
  <inkml:trace contextRef="#ctx0" brushRef="#br1" timeOffset="119408.763">27026 2819 4096 0,'0'0'1212'0,"0"0"3384"15,0 0-3423-15,0 0-325 0,0 0 472 16,0 0 192-16,0 0-420 0,0 0-272 16,79-28-160-16,-68 37-140 0,2 4-40 15,-2 2-60-15,-7 2-52 0,1 1-60 0,-5 1-64 16,0 7-72-16,-5-1 24 0,-6 0-84 16,-6 5-108-16,-2-5-4 15,-5 0-208-15,4-3-48 16,-4-3-76-16,4 0-48 0,0-9-4 0,8-1-12 15,1-5-60-15,-2-4-128 0,9-4-152 0,0-8-396 16,1-1-1048-16,3-9-817 0,3-3-2547 0,1 3 977 16</inkml:trace>
  <inkml:trace contextRef="#ctx0" brushRef="#br1" timeOffset="119747.885">27312 2581 3920 0,'0'0'7629'0,"0"0"-6321"0,0 0-328 0,0 0 676 0,0 0 260 16,19 70-408-16,-19-48-500 16,0-3-412-16,-3 3-316 0,-5-3-168 15,4-3-112-15,0 0-36 0,0 0-64 0,0-6-132 16,0-1-340-16,4-6 56 0,0-3 64 16,0 0-116-16,4 0 224 0,4-7 244 15,4-1 100-15,0-5 24 0,0 1-24 0,4-5-48 16,0 1 40-16,0 3-56 15,-1 0-36-15,-3 7 4 0,8 0 96 16,-8 3 160-16,4 3 224 0,1 0-88 0,-6 9-24 16,-3 4-164-16,5 3 64 0,-6 1 0 15,-3 2 0-15,0 2-24 0,-4 5-52 16,0-8 52-16,0 5-148 0,0-1 0 16,0 0-84-16,0 0-224 0,0 1-392 15,-4 2-164-15,0 4-380 0,-3 0-1340 0,2 2-2833 16,-3-9-1863-16,0 10 5933 0</inkml:trace>
  <inkml:trace contextRef="#ctx0" brushRef="#br1" timeOffset="120058.965">27698 3454 7200 0,'0'0'8609'0,"0"0"-6661"0,0 0-1372 16,0 0-572-16,0 0 340 0,0 0 492 15,0 0 288-15,0 0-432 0,0 0-252 16,0 0-187-16,88 0-57 0,-64 0-40 15,0-3-156-15,0 0-48 0,3-4-24 16,1 1-268-16,0-3-85 16,0-1-439-16,0 4-128 0,0-8-408 0,-4 2-1408 15,0-1-3029-15,-8 5-3607 0</inkml:trace>
  <inkml:trace contextRef="#ctx0" brushRef="#br1" timeOffset="120384.817">28519 3048 572 0,'0'0'7224'16,"0"0"-3155"-16,0 0-2773 0,0 0-584 15,0 0 212-15,0 0 540 0,0 0-156 16,0 0-284-16,0 0-336 0,0 0-208 15,0 0-4-15,17 38 196 0,-14-19-76 16,1 3-171-16,0 3-97 0,0 7-96 16,0 3-76-1,0 3-96-15,4 3 36 0,0 5-44 0,0-6-52 0,0 5-60 16,-5-4 12-16,6-2-12 0,-5-6-12 0,0 2-24 16,0-9-64-16,3-3-240 0,2-4-121 15,-1-10-223-15,0-3-244 0,4-6-120 16,0 0-724-16,-5-6-1364 0,6-13-4289 0</inkml:trace>
  <inkml:trace contextRef="#ctx0" brushRef="#br1" timeOffset="120579.936">28906 3121 11909 0,'0'0'3120'0,"0"0"-2528"16,0 0-592-16,-84 44 604 15,52-21 692-15,-3 8-156 0,-6 4-700 0,-2 3-440 16,-6 4-36-16,-2 6-112 0,-5-1 40 16,-4 3-176-16,1 1-324 15,-5 1-184-15,4-2-236 0,0-3-700 0,4-3-2321 16,13-8-2547-16,-21 8 4040 0</inkml:trace>
  <inkml:trace contextRef="#ctx0" brushRef="#br1" timeOffset="121230.232">24036 5509 12 0,'0'0'10913'0,"0"0"-8697"0,0 0-980 16,0 0 100-16,0 0 168 0,0 0-232 15,0 0-300-15,69 66-272 0,-41-60-248 16,-5 1-124-16,5-7-108 0,4-3-28 0,-4-10-80 16,4 0-112-16,-4-3-340 0,-4-3-64 15,0 0-144-15,-5 0-164 16,-2 0-160-16,-6 6-316 0,-7 1-764 0,1 2-880 16,-5 1-1457-16,0 2-859 0,0 4 2016 15</inkml:trace>
  <inkml:trace contextRef="#ctx0" brushRef="#br1" timeOffset="121548.159">24332 5343 2480 0,'0'0'364'0,"0"0"5524"0,0 0-4076 0,0 0-615 16,0 0-41-16,0 0 16 0,0 0-176 0,0 0-252 15,0 0-212-15,0 0-184 0,-80 4-76 16,72 10 4-16,4 6 20 16,0 9 40-16,4-1 12 0,0 7 156 0,0 3 24 15,0 4-124-15,0 3-132 0,0-1-64 0,0 0-64 16,0 4-68-16,4-4-16 0,-4 0-60 15,4 1-4-15,0-1-4 16,0 1 0-16,0-1-52 0,0 1 60 0,-4-4 48 16,4-3-44-16,0-3-4 0,-4-6 4 15,4-1 68-15,-4 1-24 0,0-7 16 16,0-3-52-16,0-2 48 0,0-5-52 0,0-5-8 16,0-5 8-16,0 2 76 15,-4-4-84-15,0 0 0 16,0 0-120-16,-8-6-16 0,0-1-180 0,-4-5-40 0,0-5-132 15,0-5 20-15,0-3-212 16,-4-7-36-16,5-9-156 0,-2-3-700 0,2-5-908 16,6-2-2277-16,-2 10-1887 0,7-16 6540 15</inkml:trace>
  <inkml:trace contextRef="#ctx0" brushRef="#br1" timeOffset="121827.41">24691 5117 5232 0,'0'0'104'16,"0"0"4928"-16,0 0-3767 0,0 0-253 0,0 0 212 15,0 0 380-15,0 0-296 16,0 0-304-16,0 0-284 0,11 74-268 15,-7-45-192-15,-4-1-188 0,0 1-72 16,0 3-56-16,0-5 52 0,-4 5-52 0,0-3-44 16,0 0-84-16,-3-1-444 0,2-3-216 15,5-1-140-15,0-6-260 0,0 1-824 16,0-3-1121-16,5-4-2751 0,-1 1 3188 16</inkml:trace>
  <inkml:trace contextRef="#ctx0" brushRef="#br1" timeOffset="122294.359">24977 5832 7352 0,'0'0'2672'0,"0"0"-1047"0,0 0-1 16,0 0-176-16,75 16 304 0,-42-10-460 15,-6 4-192-15,5-1-472 0,0 2-276 16,-4-6-216-16,4-2-88 0,-4 1-48 15,0-4-96-15,0 0-408 0,0-7-268 0,-4 2-232 16,0-6-444-16,-9 5-1076 0,-2 3-2233 16,-9 0-3035-16,-4 3 7424 15</inkml:trace>
  <inkml:trace contextRef="#ctx0" brushRef="#br1" timeOffset="122471.918">25276 6013 456 0,'0'0'8236'0,"0"0"-5847"0,0 0-849 16,0 0-84-16,0 0 20 0,0 0-144 0,0 0-304 16,0 0-348-16,0 0-296 0,100 44-152 15,-72-44-96-15,0-9-136 0,7-4-240 0,-3 0-92 16,8 1-320-16,0 2-240 16,0-2-548-16,-12 5-1576 0,11 1-4289 0</inkml:trace>
  <inkml:trace contextRef="#ctx0" brushRef="#br1" timeOffset="123282.47">26371 5616 11761 0,'0'0'2296'16,"0"0"-1432"-16,0 0-72 16,28 80 188-16,-20-42-60 0,1 3-252 0,-2 6-236 15,1 4-248-15,1 7 24 0,-1-1 16 32,-5 0 20-32,1 3-36 0,0-2-72 0,-4-5-64 15,4 1 64-15,-4-7-132 0,0-5-4 0,4-7-88 0,1-10 16 16,-1-9-184-16,-4-3-164 0,3-7-144 0,1-6-288 15,-4 0-304-15,4-6-656 0,0-10-1012 16,-4-3-2141-16,0 3-1135 0,0-12 5724 16</inkml:trace>
  <inkml:trace contextRef="#ctx0" brushRef="#br1" timeOffset="123535.476">26416 5623 3400 0,'0'0'600'0,"0"0"5680"0,0 0-4923 15,0 0-461-15,0 0 240 0,0 0 208 16,0 0-328-16,0 0-272 0,88-38-172 16,-73 47-200-16,-3 0-100 15,0 4-100-15,-4 3-48 16,0 3-12-16,-5 0-28 0,-3 0-8 0,0 7 12 0,0-5-76 16,-7 6 36-16,-5-2-48 0,0 3-48 15,-4 1-16-15,0-4-36 0,-4-3 4 0,4-3-88 16,1 1-64-16,-2-11-112 15,2-2-176-15,2-7-136 0,2 0-248 0,-1-7-468 16,0-9-884-16,4-5-1833 16,4-2-2111-16,-4-15 5576 0</inkml:trace>
  <inkml:trace contextRef="#ctx0" brushRef="#br1" timeOffset="123904.542">26642 5296 1068 0,'0'0'9905'0,"0"0"-8245"0,0 0-400 16,0 0 244-16,0 0 52 0,0 0-328 15,0 0-412-15,64 82-252 0,-56-59-236 0,-3-4-144 16,-1-4-72-16,-4-2-112 0,3-4-88 16,-3-2-20-16,4-7 48 0,-4 0-16 15,4 0-20-15,0 0-212 0,0-7 4 16,5-2 204-16,2-1 12 0,1-5-84 15,0-1 24-15,0 0 136 0,0 0-284 16,0 2 76-16,0 3-40 0,-4 1 48 16,4 4 16-16,-4 3 96 0,-1 3 36 15,-2 0 64-15,-1 0 224 0,4 3 36 0,-5 3-84 16,1 7 44-16,5-5 16 0,-5 9-52 16,4-4-172-16,-5 6-4 15,5-3 0-15,-4-4-8 0,5 4-124 0,-2 0-24 16,1-2-420-16,0 0-224 0,1-1-452 15,-2 4-1072-15,1-5-1841 16,-4 1-2795-16,5 2 5428 0</inkml:trace>
  <inkml:trace contextRef="#ctx0" brushRef="#br1" timeOffset="124113.626">27320 5623 6716 0,'0'0'8593'0,"0"0"-7197"16,0 0-1148-16,0 0 40 0,44 75 368 16,-32-45 404-16,3-5-296 15,2 0-388 1,-2-3-300-16,-2-2-76 0,2-1-76 0,-2-7-288 0,2 1-460 16,-6-7-124-16,2 1-172 0,-3-7-728 0,0 0-1220 15,-3-4-2577-15,-2-2-367 0,1-10 5745 0</inkml:trace>
  <inkml:trace contextRef="#ctx0" brushRef="#br1" timeOffset="124287.403">27559 5547 1148 0,'0'0'8096'0,"0"0"-5839"0,0 0-1293 0,0 0 20 0,0 0 32 16,0 0-96-16,0 0-64 16,-84 53-216-16,60-30-180 0,1 8-100 0,-1 1 72 15,0-1 12-15,-4 5-184 0,0-1-196 16,0-1-64-16,0 1-112 0,-4 0-208 15,4 1-420-15,5-5-268 16,-1 1-372-16,0-7-1108 0,8 1-3133 0,4-11-1479 16,-4-2 7088-16</inkml:trace>
  <inkml:trace contextRef="#ctx0" brushRef="#br1" timeOffset="125088.9">27834 5098 1892 0,'0'0'8268'0,"0"0"-6643"16,0 0-793-16,0 0 188 0,0 0 516 15,44 74-68-15,-32-36-420 0,0 6-284 16,-5 5-296-16,-3 1-244 0,0 0-40 0,-4-2-40 16,0-3-32-16,0-7-108 0,0-4-4 15,0-8-12-15,5-4-88 16,-5-9 4-16,0-3-52 0,4-4-320 0,-4-6-112 16,0 0-112-16,4-3-128 0,-4-7-100 15,3 1-112-15,1-7-376 0,0-6-668 16,-4-4 139-16,4 1-11 0,-4-4 504 15,5-6 184-15,-5 3 152 0,0-5 924 16,0-3 184-16,-5 3 796 0,1-3 260 16,0 1-80-16,4 1 244 0,-4 6 0 0,4 4 36 15,0 9 113-15,4 0-137 0,4 8-148 16,5 2-168-16,-2 4-84 0,2 0 12 16,2 3-116-16,2 2-156 0,-2 0-88 15,-2 2-52-15,2 8-236 0,-7 4-184 16,0 0-8-16,-4 5 72 0,0 4 72 15,-4 3-40-15,0-1-8 0,-4 0-88 0,-4 1 0 16,-4-3 32-16,4-4-44 0,1-5-60 16,-6 0-236-16,5-2-100 0,1-2-108 15,-6-2-92-15,5-1-104 0,1 0-216 16,-6-7-208-16,5 0-556 0,1-3-1137 16,3-8-2727-16,0 3 1252 0,-1-14 4133 0</inkml:trace>
  <inkml:trace contextRef="#ctx0" brushRef="#br1" timeOffset="125325.799">28160 5098 992 0,'0'0'10625'16,"0"0"-8577"-16,0 0-996 0,0 0 636 0,0 0-84 15,0 0-484-15,0 0-344 0,88 7-204 0,-64-3-168 0,0-4-160 16,0 0-100-16,0-4-32 0,0-3-112 15,0 5-88-15,-9-5-276 0,2 2-232 16,-2-2-128-16,-2 0-48 0,-2 1-192 16,-3-1-328-16,1 4-572 15,-6 0-492-15,-3 0-309 0,0 0-227 0,0 0 380 16,0 3 204-16,-3-7 1144 0,-1 4 345 16</inkml:trace>
  <inkml:trace contextRef="#ctx0" brushRef="#br1" timeOffset="125547.809">28375 5054 652 0,'0'0'80'0,"0"0"-80"16,0 0-731-16</inkml:trace>
  <inkml:trace contextRef="#ctx0" brushRef="#br1" timeOffset="126079.212">28375 5054 1408 0,'4'3'560'0,"-4"-3"-244"0,0 0-212 0,0 0 76 16,5 0 4-16,-5 0 2228 0,0 0-1424 15,0 0-936-15,4 0 0 0,-4 0 248 16,4-3 208-16,-4 3 36 0,0 0 68 0,4 0-44 16,-4 0 56-16,0 0 204 0,4 0 153 15,-4 0 31-15,0 0 12 16,3 0-108-16,-3 0-44 0,4 0-104 0,1 0-112 16,-1 0-120-16,0 3-64 0,0 4-76 15,0-1-36-15,-1 1-28 16,-3 5 24-16,4 2-120 0,-4 4-4 0,0 1-48 15,0 2-48-15,-4 6-40 0,1-5 4 16,-1-6-4-16,0 0-36 0,0-7-60 16,4 1-68-16,-4-7 64 0,4 0-4 15,0-3 0-15,0 0 4 0,0 0 4 0,0-3-196 16,0 0-48-16,0-4 8 0,8-2 76 16,0-4 76-16,-1 1 12 0,2-7-64 15,2-1-12-15,-3 0 36 0,5 2 100 0,-2 3-48 16,-3-2 60-16,5 4 0 0,-6 1 12 15,1-1 36-15,5 1 40 16,-6 2 8-16,1 1 4 0,0-1 36 0,-4 4-52 0,4 3 52 16,-4 0-12-16,0 3 20 15,-4 0-20-15,4 0 12 0,0 3 96 16,3 6-72-16,-2 1 48 0,-1-1-16 0,4 7-32 16,0 1-88-16,-5 2 28 15,6-1 20-15,-5-3-112 0,0 5 40 0,-4-1-40 16,4 3-8-16,-4-6-72 0,0 3 12 15,0-3-344-15,0-3-60 16,0-4 12-16,-4 0-16 0,0 1 16 0,0-7-104 16,4 3-152-16,-4-6-176 15,4 0-400-15,0 0-640 0,0 0-785 16,8-6-1343-16,4-2-476 0,-5 1 3744 0,10-13-459 0</inkml:trace>
  <inkml:trace contextRef="#ctx0" brushRef="#br1" timeOffset="126268.532">28846 5128 1172 0,'0'0'10057'0,"0"0"-8033"16,0 0-1236-16,0 0-28 0,0 0 752 16,0 0-216-16,0 0-344 0,0 0-360 0,0 0-288 15,0 0-96-15,87 31-108 0,-67-31-100 16,-3-3-244-16,-2-3-248 0,2-1-260 15,-2-5-252-15,5-2-500 0,-8 2-1560 16,8-7-4121-16</inkml:trace>
  <inkml:trace contextRef="#ctx0" brushRef="#br1" timeOffset="126469.428">29217 4848 628 0,'0'0'11649'16,"0"0"-9801"-16,0 0-1112 0,0 0 20 0,0 0 584 15,0 0-220-15,0 0-260 0,-9 83-292 16,9-58-204-16,0 4-104 16,0-1 20-16,0 1-60 0,-4-1-24 0,4 5-148 15,0-2-48-15,-4-4-44 0,1 3-212 16,-1-5-516-16,0 1-248 0,0-4-252 16,-5-2-616-16,9-6-1260 0,-4-3-2781 15</inkml:trace>
  <inkml:trace contextRef="#ctx0" brushRef="#br1" timeOffset="127280.415">29380 5851 1420 0,'0'0'1084'16,"0"0"5188"-1,0 0-4472-15,0 0-567 0,0 0-269 16,0 0 144-16,0 0 20 0,0 0-124 0,0 0 12 0,0 0-356 0,0 3-156 15,8-3-44-15,-1 3 44 16,6 1 228-16,-2-1-120 0,6-3-160 0,-2 0-64 0,5 0-36 16,1 0 41-16,2-3 55 15,5-1 12-15,-4-2-184 0,4 0-144 16,0-4-32-16,0 1-40 0,0-1-48 0,0-2-12 16,-1 2 0-16,-7 1-72 15,0-1-232-15,0 3-96 0,-4 2-84 0,-4-5-97 0,-4 7-163 16,0-4-196-16,-4 4-728 15,0-1-1440-15,-4 2-2985 0,0 2-3086 16,-4-3 9179-16</inkml:trace>
  <inkml:trace contextRef="#ctx0" brushRef="#br1" timeOffset="127664.01">30480 5331 8096 0,'0'0'8065'0,"0"0"-6445"15,0 0-1236-15,0 0 0 0,0 0 488 16,0 0 252-16,0 0-428 16,0 0-380-16,0 0-108 0,28 66-111 15,-21-34-1-15,5 3 148 0,1 6-88 16,-2 1-72-16,-3 2-72 0,1 0 36 0,-2-2-48 16,-3-2 60-16,0-1-60 0,0 2-4 15,-4-3-56-15,4-3 12 0,-4-2 32 16,0-2-56-16,0-2-84 0,0-7-269 0,0 0-63 15,0 0-60-15,-4-6-124 0,0 0-136 16,0-4-224-16,0-1-884 0,4-6-2004 16,-7 2-2893-16</inkml:trace>
  <inkml:trace contextRef="#ctx0" brushRef="#br1" timeOffset="128190.025">30974 5673 4700 0,'0'0'2900'16,"0"0"2341"-16,0 0-3641 16,0 0-776-16,0 0 196 0,0 0 472 15,0 0-356-15,0 0-276 0,0 0-348 0,0 0-72 16,0 0-88-16,99 19-44 0,-71-15-92 15,0-4-68-15,0 0-80 0,0 0-68 0,-5 0-108 16,1-4-404-16,1 1-84 16,-5 0-76-16,-5 1-176 0,2-2-544 15,-6 4-1632-15,-7 0-3225 0,-4 0-1619 16,-8 6 7424-16</inkml:trace>
  <inkml:trace contextRef="#ctx0" brushRef="#br1" timeOffset="128363.99">31097 5886 9260 0,'0'0'5105'0,"0"0"-3941"0,0 0-988 0,0 0 124 16,0 0 1312-16,0 0-108 0,0 0-216 15,0 0-520-15,0 0-416 0,96 12-184 0,-64-12-44 16,3 0-43-16,5-2-81 0,4-8-257 16,0-3-339-16,4-3-184 15,-1 1-124-15,2 2-204 0,-10-3-844 0,1 0-1908 16,-16 7-1965-16</inkml:trace>
  <inkml:trace contextRef="#ctx0" brushRef="#br1" timeOffset="128612.982">32057 5642 8140 0,'0'0'7901'0,"0"0"-6077"0,0 0-1572 16,0 0-244-16,0 0 748 0,0 0 628 16,0 0-348-16,0 0-536 15,0 0-283-15,96 9-105 0,-72-9-28 0,4-6-84 16,0-4-352-16,4-2-245 0,0-4-95 16,-1 0-104-16,5-3-224 0,-4 3-936 15,0-4-2012-15,-4 5-1381 0,-9-1-2134 0</inkml:trace>
  <inkml:trace contextRef="#ctx0" brushRef="#br1" timeOffset="128847.98">32579 5194 4316 0,'0'0'1264'0,"0"0"4165"16,0 0-3057-16,0 0-836 0,0 0-188 15,0 0 20-15,0 0-428 0,0 0-140 0,0 0 128 16,4 76-120-16,-4-41-152 0,4 0-27 15,-4 6 75-15,0 1-184 16,4 2-220-16,0 0-128 0,1 1-88 0,2-1-84 16,1 1-48-16,-4-4 36 0,4 1-96 15,-4-2-52-15,0-1-324 0,0-4-144 16,-4 3-112-16,0-7-49 0,0 1-347 16,0-7-1076-16,-4-2-2624 0,-4 2-2977 0</inkml:trace>
  <inkml:trace contextRef="#ctx0" brushRef="#br1" timeOffset="129797.021">23495 7643 2520 0,'0'0'10869'16,"0"0"-9033"-16,0 0-904 0,0 0-292 0,0 0 688 0,0 0-48 15,0 0-144-15,0 0-428 0,-4-5-368 0,24 5-11 16,7 0-37-16,5 0 192 16,0 0 24-16,5 0-264 0,-5-6-148 0,0 0-84 15,-4-3-12-15,-1-1-4 0,-3-3-156 16,-4 1-408-16,-1-1-316 15,-2 0-297-15,-6-2-963 0,-2 2-2736 0,-1-9-2741 16</inkml:trace>
  <inkml:trace contextRef="#ctx0" brushRef="#br1" timeOffset="130096.384">23778 7213 512 0,'0'0'9172'0,"0"0"-7972"0,0 0-647 0,0 0 347 16,0 0 580-16,0 0-164 0,0 0-424 15,0 0-312-15,-52 73-20 0,52-44 172 16,0 6 96-16,8 0-128 0,0 6 12 16,0 4-128-16,4-5-304 0,-4 9-84 15,0-5-136-15,-1 4-20 0,2-7-40 0,-1 0-8 16,0 0-4-16,-1-3-48 0,-3 1 12 16,5-8-12-16,-5 1 52 15,0-4-128-15,3 1 52 0,-3-4 84 0,5 2 44 16,-9-6 16-16,0 2-12 0,0-8 52 15,0-2 8-15,-9-1 0 16,-2-2-100-16,3 0-8 0,-5-4-204 16,-2-4 32-16,2 3-84 0,2-5 24 0,-5-5-96 15,4-3-76 1,0-9-124-16,0-1-224 0,4-7-88 0,4-5-440 16,4-1-1108-16,0-1-2665 0,8 10-2551 0,4-9 6560 15</inkml:trace>
  <inkml:trace contextRef="#ctx0" brushRef="#br1" timeOffset="130266.826">24375 7878 5764 0,'0'0'6821'0,"0"0"-4129"0,0 0-1736 0,0 0-392 16,-19 75 44-16,11-56 508 0,-1 0-392 15,2-6-504-15,3-4-220 0,0-3-196 16,4-1-112-16,0-5-456 0,0 0-212 0,4-7-316 15,3-3-1020-15,-3 4-3053 16,9-17-2886-16</inkml:trace>
  <inkml:trace contextRef="#ctx0" brushRef="#br1" timeOffset="130465.765">24655 7657 9216 0,'0'0'6649'0,"0"0"-4797"15,0 0-1208-15,0 0-28 16,0 0 632-16,0 0-140 0,0 0-75 0,0 0-413 0,83 7-320 16,-51-17-176-16,3-6-124 15,2-3-84-15,3-3-412 0,-5 0-108 0,-3-3-173 16,0 3-175-16,0-3-552 0,-8 2-1368 16,-4 7-2925-16,-8-3-3811 0</inkml:trace>
  <inkml:trace contextRef="#ctx0" brushRef="#br1" timeOffset="130756.39">24893 7264 1760 0,'0'0'9068'0,"0"0"-7871"15,0 0-709-15,0 0 148 0,0 0 776 16,-36 67 36-16,36-45-196 0,0 7-408 0,0-1-240 16,0 4-52-16,4 4 100 15,5-3-80-15,-5 12-120 0,-4 0-136 0,4 3-132 16,-4 2-76-16,4 4-100 0,-4 0 32 15,3 3-40-15,-3 4-12 0,0-8-48 16,0 1 12-16,4-10 44 0,0-2-44 16,-4-7-16-16,4-10-32 0,1-2-60 15,-1-7-16-15,0-4-12 0,-1-5-48 0,-3-7-36 16,0 0-60-16,0 0 96 16,-3-10-16-16,-5-6-244 0,-1-3-112 15,-2-6-36-15,-6-5-208 16,6-5-596-16,-6-2-988 0,2-10-2381 15,7 12-1999-15,-1-36 6436 0</inkml:trace>
  <inkml:trace contextRef="#ctx0" brushRef="#br1" timeOffset="130946.098">25364 7156 8960 0,'0'0'6789'16,"0"0"-5285"-16,0 0-1208 0,0 0-156 0,0 0 156 15,43 76 616-15,-35-47 228 0,1-1-736 16,2 5-324-16,-3-2-80 16,0-2-60-16,-3 2-112 0,-5-2-620 0,0 0-304 15,-9-1-504-15,1-5-1324 0,-12 8-3661 16</inkml:trace>
  <inkml:trace contextRef="#ctx0" brushRef="#br1" timeOffset="131644.481">23097 7607 416 0,'0'0'1228'0,"0"0"6452"16,0 0-5035-16,0 0-997 16,0 0-784-16,0 0-144 0,0 0-4 15,0 0 52-15,0 0-148 0,0 0-184 0,-40 64-116 16,24-24-84-16,4 9 36 0,-4 4 136 16,4 5 352-16,4-1-368 15,0-3-212-15,4 2-164 0,4 2-16 0,0-1-52 16,8-3-352-16,12-6-144 0,4-4-240 15,12-5-216-15,3-8-860 16,9-6-2336-16,-8-12-2385 0,28-7 1777 0</inkml:trace>
  <inkml:trace contextRef="#ctx0" brushRef="#br1" timeOffset="132008.662">26192 7464 6960 0,'0'0'8849'15,"0"0"-7421"-15,0 0-1032 0,0 0-272 0,44 72-12 16,-36-45 220-16,-4 1 300 0,-4 0 44 16,4 2-396-16,-4-1-268 0,0 1 48 15,0 3 4-15,0 1-64 0,-8-2 0 16,0-1-76-16,1 2-8 16,-6-5 12-16,5-2-124 0,-8-4-148 0,4-3-52 15,1-3-84-15,-6-4-140 0,6-2-236 16,-6-1-288-16,6-5-624 0,-6-4-1229 0,10 0-2843 15,-1-4 972-15</inkml:trace>
  <inkml:trace contextRef="#ctx0" brushRef="#br1" timeOffset="132264.53">26695 7715 6656 0,'0'0'9241'0,"0"0"-8001"0,0 0-1228 16,87-4 40-16,-51-1-52 0,0-2 72 0,-4 1 64 16,-1-1-136-16,1 1 0 0,0 0-124 15,-4 0-336-15,4 2-152 16,-8 1-32-16,-5 3-148 0,-2 0-568 0,-6 0-1112 15,-7 3-2065-15,1 1-579 0,-10 2 4060 16</inkml:trace>
  <inkml:trace contextRef="#ctx0" brushRef="#br1" timeOffset="132457.171">26710 7936 10376 0,'0'0'5329'0,"0"0"-5329"0,0 0 200 0,0 0-200 0,0 0 904 15,0 0 584-15,100 30-96 16,-68-30-624-16,8 0-440 16,7 0-168-16,1-6-76 0,8-4 184 0,-5-4-268 15,2 0-60-15,-1-2-340 0,0-4-176 16,-5 2-220-16,1-1-224 0,0-1-664 16,-17 4-2720-16,9-3-3121 0</inkml:trace>
  <inkml:trace contextRef="#ctx0" brushRef="#br1" timeOffset="132769.777">27874 7232 11025 0,'0'0'4608'0,"0"0"-3840"0,0 0-292 16,0 0 552-16,0 0 340 0,0 0 4 15,0 0-316-15,20 83-351 0,-16-55-257 16,4 1-180-16,-5 3-16 0,1 2-80 0,0 6-28 16,5 0-48-16,-2 5-48 15,-3 2-40-15,4 0-8 0,5 2-8 16,-6 1 0-16,5-5-52 0,0-3 52 0,-4-7-112 16,4-5-172-16,-7-2-152 0,2 2-56 15,-3-8-56-15,-4 0-53 0,0 0-111 16,0 3-72-16,-8-2-560 0,0-2-1068 15,-4 3-1936-15,1-6-1617 0,2-5 350 16,-3 0 5623-16</inkml:trace>
  <inkml:trace contextRef="#ctx0" brushRef="#br1" timeOffset="134922.143">28910 7680 4892 0,'0'0'1800'0,"0"0"2477"16,0 0-3285-16,0 0-416 0,0 0 64 0,0 0 844 16,0 0-36-16,0 0-172 0,0 0-432 15,0 0-292-15,-48-6-196 0,52 6-184 0,12 4-12 16,3 1 232-16,9 1 452 16,4 1-296-16,0 3-292 0,0-8-124 15,1 1 4-15,-6-3-27 0,1 0-109 0,0 0 0 16,-4 0-109-16,0-3-111 0,-9 1-240 15,-2-5-140-15,-2 7-192 0,-7-3-228 16,-4 3-752-16,0 0-1124 0,0 3-1537 16,-8 1-251-16,-3 4-176 0</inkml:trace>
  <inkml:trace contextRef="#ctx0" brushRef="#br1" timeOffset="135081.116">28989 7824 352 0,'0'0'8388'0,"0"0"-6296"0,0 0-791 16,0 0-165-16,0 0 84 0,0 0 40 15,0 0-80-15,0 0-124 0,0 0-364 16,0 0-188-16,88 44-136 0,-60-44-136 16,0 0-48-16,0-4-76 0,0-6-108 15,0-1-84-15,0-8-564 0,-5-1-276 16,1-2-428-16,-4-4-756 0,-4 6-2233 0,-4-5-4363 16</inkml:trace>
  <inkml:trace contextRef="#ctx0" brushRef="#br1" timeOffset="135360.704">29200 7375 3232 0,'0'0'1512'15,"0"0"3224"-15,0 0-3083 16,0 0-469-16,0 0 408 16,0 0-100-16,0 0-272 0,0 0-336 15,84 74-300-15,-56-52-180 0,8-4-92 0,-4 4-56 0,0 3-144 16,-4 2-4-16,0-2-104 0,-13 0-4 0,1 0-108 15,-8 5 8-15,-4-2 28 0,-4 4-76 16,-8 3-160-16,-12-1 136 0,1 1 36 16,-5 4 12-16,-4-7 112 0,4-4-40 15,-1-3-8-15,2-3-124 0,7-6-64 16,4-6-64-16,0-4-100 0,8-6-188 16,0 0-320-16,0 0-484 0,4-9-1332 0,8-7-2029 15,1 3-475-15,10-12 4069 0</inkml:trace>
  <inkml:trace contextRef="#ctx0" brushRef="#br1" timeOffset="135564.034">30125 7734 392 0,'0'0'12921'0,"0"0"-10793"0,0 0-1260 15,0 0-56-15,0 0 796 0,95 22-124 0,-74-22-264 16,6-3-335-16,5-7-413 15,4-2-264-15,0-8-208 0,3-2-12 16,-2-3-352-16,-1-3-400 0,-8-1-269 0,0 0-299 16,0 4-1064-16,-13 6-2536 15,-3-7-2989-15</inkml:trace>
  <inkml:trace contextRef="#ctx0" brushRef="#br1" timeOffset="135845.715">30328 7347 7644 0,'0'0'4881'0,"0"0"-3477"0,0 0-976 0,0 0-84 15,0 0 312-15,0 0 676 0,-76 3-288 16,72 13-428-16,4 0-196 16,0 6 48-16,0 6 376 0,0 4-196 0,0 3-232 0,0 7-136 15,0 2-52-15,0 3-56 16,4 4-99-16,-4 2 11 0,0 2-76 16,0-1 4-16,0 0-12 0,-4 0 0 0,0-3-72 15,1-6 24-15,-5-1-1 0,-5-3 41 16,6 0-100-16,-5-3-76 15,-1-2-36-15,2-5 76 0,-2-5-4 0,6-1 28 16,-5-6-28-16,4-6-84 0,0-4-60 16,0-6 24-16,4 1 36 0,0-4-16 15,0-4-44-15,-4-8-248 0,0-1 92 16,0-9-244-16,0-7-464 0,5-9-788 16,-2-6-2301-16,5 5-3003 0,0-28 5920 0</inkml:trace>
  <inkml:trace contextRef="#ctx0" brushRef="#br1" timeOffset="136089.821">30898 7645 6776 0,'0'0'7445'0,"0"0"-6069"15,0 0-788-15,31 70 204 0,-27-42 580 16,1 4-348-16,-5 0-204 0,0-3-272 16,0-1-268-16,0-3-184 0,-5-3-96 15,5-5-76-15,0-4-20 0,0-4-76 16,0-6-548-16,0 0-224 0,5-3-176 16,-1-9-952-16,0 3-2997 0,4-24-5659 0</inkml:trace>
  <inkml:trace contextRef="#ctx0" brushRef="#br1" timeOffset="136263.164">31025 7356 13033 0,'0'0'4572'16,"0"0"-3596"-16,0 0-692 0,0 0 244 16,0 0 352-16,0 0-344 0,0 0-412 15,0 0-124-15,0 0-440 0,100-3-428 16,-72 3-312-16,4 0-904 0,0 3-2268 15,-4 0-2953-15,8 7 2633 0</inkml:trace>
  <inkml:trace contextRef="#ctx0" brushRef="#br1" timeOffset="136472.445">31448 7515 7312 0,'0'0'5857'16,"0"0"-3957"-16,0 0-1456 0,0 0-80 0,-40 67 540 16,27-52 832-16,6-2-252 0,-1 1-592 0,0-6-492 15,8 3-276-15,-4 0-64 16,4 3-60-16,0 1-4 0,4 1-44 15,0 0-16-15,4 3 16 0,0-3 40 0,4 0-52 16,-4 3 48-16,0-7 0 16,-1 4 0-16,-2-3-36 0,-1-1 0 0,-4 2 40 15,0-5-80-15,-4 1-80 0,-8-1-112 16,0 4-76-16,-8-3-72 16,-4 2-100-16,-3 1-260 0,-10 0-412 0,1-4-692 15,8 1-1940-15,-19-4-2721 0</inkml:trace>
  <inkml:trace contextRef="#ctx0" brushRef="#br1" timeOffset="137217.214">29726 8928 2752 0,'0'0'11141'16,"0"0"-8833"-16,0 0-1208 0,0 0-452 16,0 0 324-16,0 0 60 0,0 0-312 0,0 0-356 15,0 0-216-15,0 0-148 0,-75 44 0 16,51-28 0-16,4 0 44 0,4 0-44 15,0 0-48-15,4-3-24 0,4 2 20 16,5-3 44-16,3 5 8 0,0-4 0 16,7 6-4-16,5-3 8 0,4 3 36 0,7-4 8 15,2 2-36-15,-1-2-4 16,0-2-4-16,-5-1 0 0,1 1-4 16,-3-1-4-16,-6 2 4 0,1 2 0 0,-7 0 0 15,2-1 60-15,-7 5 0 0,0-5 0 16,0 4 16-16,-3-3-4 0,-6 0-24 15,1-3-36-15,-3-4 0 0,2-3-12 16,-3 1-180-16,5-3-152 0,-1-4 40 0,-5 0-36 16,6-4-148-16,-5-9-112 15,3-3-200-15,2-6-212 0,3-3-552 16,0-7-1088-16,4-3-1641 0,0 1-1047 16,4 8 1553-16,7-6 3775 15</inkml:trace>
  <inkml:trace contextRef="#ctx0" brushRef="#br1" timeOffset="137520.782">29846 9121 4892 0,'0'0'5272'0,"0"0"-3071"0,0 0-1061 0,0 0-380 0,92 73 452 16,-72-54 144-16,-5-3-200 0,2-2-292 16,-2-6-288-16,1-4-256 15,4-2-76-15,-4-2-24 0,8-2 0 0,0-8-24 16,3-6-28-16,-2-3-168 0,3-6-96 16,-8 0-184-16,4-1-148 15,-9 1 172-15,2-1-148 0,-6 7-52 0,-7 4 12 0,-4 2 88 16,0 3 220-16,-8 1 136 0,-8 2 36 15,-3 4 272-15,-1 3-100 0,-5 3 16 16,1 11 96-16,5 0-36 0,-5 12 96 16,4 3-40-16,0 6 40 15,4 0-16-15,0 3-20 0,8 4-40 0,-4-9-88 0,8 3-56 16,4-8-160-16,0-5-68 16,8-4-68-16,5-7 52 15,2-5 36-15,1-4 0 0,8-3-256 0,0-3 36 16,4-10-28-16,0-3-128 0,-4-3-240 15,4-6-220-15,0 0-600 0,4-7-1296 0,-4-1-2569 16,-5 8-2579-16</inkml:trace>
  <inkml:trace contextRef="#ctx0" brushRef="#br1" timeOffset="137779.752">30619 8896 7340 0,'0'0'5321'0,"0"0"-3477"0,0 0-936 15,0 0-252-15,7 79 420 0,-7-37 408 16,0 3-72-16,-3 5-240 15,-1 10-319-15,4 4-165 0,0 6-8 0,-4 6-152 0,0-1-164 16,0 5-136-16,-4-4-144 16,4-6-84-16,-4-3-164 0,0-4 80 15,4-5-216-15,-3-11-64 0,2-2-60 0,1-7-84 16,0-7 120-16,0-8 28 0,4-10-45 16,0-5-67-16,0-8-164 15,0-2 16-15,4-8-192 0,0-8-136 0,0-8-228 16,1-9-116-16,2-6-72 15,-3-7-380-15,0-9-405 0,0-7-687 16,-4-2-1344-16,0-7 1924 0,0-3 1800 0,-4 19 456 16</inkml:trace>
  <inkml:trace contextRef="#ctx0" brushRef="#br1" timeOffset="138008.013">30583 9076 1296 0,'0'0'1852'0,"0"0"5200"16,0 0-5351-16,0 0-509 0,0 0-164 0,0 0 236 15,84-31-232-15,-69 29-256 0,6 2-220 16,-1 0-124-16,-5 0-148 0,2 2-96 15,-6 2-28-15,-3 2-28 0,1 1 52 16,-5 2-60-16,-4 3 24 0,0 8-88 16,-4 2 28-16,-13 0 44 0,1 6-20 0,-3 1-28 15,-2-1 16-15,-3-3-92 0,5-2-8 16,3-4-8-16,0-6-324 0,4-4-60 16,4-2-112-16,4-4-148 0,4-3-144 15,0 0-248-15,12-6-532 0,12-7-884 0,4 0-1473 16,7-10-699-16,-7 9 1448 15</inkml:trace>
  <inkml:trace contextRef="#ctx0" brushRef="#br1" timeOffset="138331.397">31117 9049 1004 0,'0'0'5624'15,"0"0"-999"-15,0 0-3301 0,0 0-508 16,0 0 632-16,0 0 200 0,0 0-356 0,0 0-316 16,0 0-224-16,-55 72-168 0,30-36 152 15,5 1 176-15,1-2-223 0,-1 0-177 16,7-3-236-16,5-10-208 0,5-6-68 0,-1-6-48 15,4-4-12-15,0-6 0 0,0 0 12 16,11 0-48-16,2-3 24 16,6-6-100-16,5-8-132 0,4-5-56 0,0-6-177 15,-4 0-23-15,4-2 48 0,-5 2 12 16,2 0-52-16,-5 5-36 0,-9 1 68 16,2 6 164-16,-9 10 356 0,0 3 36 15,0 3 408-15,-4 3-24 0,3 10-176 0,-3 5 260 31,4 5-76-31,-4 8-72 0,0 1-40 16,0-1 24-16,0 2 0 0,0-5-72 0,4 1-108 16,1-10-160-16,-5-3-4 0,4-4-120 0,0-5-216 15,3-7-280-15,-3 0-88 0,9-7 36 16,-6-5-364-16,5-4-1444 0,1-6-3345 0,-10 3-3783 16</inkml:trace>
  <inkml:trace contextRef="#ctx0" brushRef="#br1" timeOffset="138590.241">31388 8928 11521 0,'0'0'2312'0,"0"0"-1144"15,0 0 280-15,0 0-80 0,0 0-296 16,56 85-104-16,-45-62-220 0,-2 3-300 16,-1-5-156-16,-1 5-36 0,-3-4-11 0,0 0-37 15,-4 0-64-15,0 0-36 0,0 1-104 16,0-5 44-16,0-1 24 0,0-8-72 15,0-2 0-15,0-7 12 0,0 0 56 16,0 0-68-16,5-3-112 0,3-8-20 16,-1-1 84-16,5-4-120 0,4-12-225 15,8-1-239-15,1-2-172 0,2-1-128 16,4 3-300-16,1 4-1124 0,5 2-2028 16,-1 8-1229-16,-1-1 181 0,-7 7 5161 0</inkml:trace>
  <inkml:trace contextRef="#ctx0" brushRef="#br1" timeOffset="139112.322">31910 9001 4020 0,'0'0'144'0,"0"0"8209"0,0 0-5801 16,-72 82-1080-16,44-47-64 0,0 7 228 16,4-1-232-16,5-4-175 0,-1 1-285 15,8-5-184-15,3-8-276 0,9-6-280 0,0-6-196 16,0-7-8-16,13-3-72 16,-1-3-24-16,4 0-48 0,7-9-108 0,1-10-220 15,4-7-60-15,0-5-36 0,4-4-101 16,-4 0-35-16,0 0-164 15,0-3-248-15,-5 0-352 0,-3 0-556 16,5-4 12-16,-10-5 120 0,1-4 163 0,0-4 241 16,-4-1 176-16,0-1 196 15,-4 2-84-15,4 9 1200 0,-4 10 104 0,0 11 1916 16,-5 12 248-16,2 7-279 0,-5 6-437 16,0 0-264-16,0 6-240 0,0 3 12 0,0 4-184 15,-5-3-308-15,2 2-220 0,-1-6-188 16,4 1-36-16,0-3-124 0,0-4-72 15,0 0-52-15,0 0-160 0,0 0-128 0,0 0-96 16,0-4-56-16,0-3 112 16,4 5 60-16,-1-8 40 0,2 4 76 15,-1-7-4-15,0 3 152 0,0-2 128 0,-4-4 56 16,4 0 48-16,0 1-4 16,-4-5 128-16,3-1-116 15,2-2 104-15,3 4 20 0,0 2 128 16,-4 5-72-16,3 3 112 0,-2 5 20 0,-1 4-188 15,-4 0-88-15,0 0-140 0,4 4 0 0,-4 3 240 16,0 5 36-16,0 1-24 0,0 2-24 0,0 1 60 16,0-3-40-16,-4 2-68 0,4-1-176 15,-4-2-12-15,-1-3-8 16,1 4-92-16,1-3-196 0,-1-4-84 0,0 1-52 16,0 2-40-16,-4-3 0 0,0 1-64 15,-4 2-284-15,-1-2-516 0,-2 2-1180 16,3-6-3273-16,-12 4-214 0</inkml:trace>
  <inkml:trace contextRef="#ctx0" brushRef="#br1" timeOffset="140265.206">31894 9220 484 0,'0'0'1644'16,"0"0"4852"-16,0 0-4656 16,0 0-423-16,0 0-229 0,0 0 72 0,0 0-72 15,0 0-72-15,0 0-196 0,0 0-260 16,0 0-192-16,0 0-64 0,0 4-60 15,16-18-112-15,0-2-72 0,0-3-48 16,0 1-40-16,-4-1-64 0,-1-1-8 0,2 1-12 16,-6 3-72-16,1 1-52 15,1 2 0-15,-5 1 128 0,0 5-4 0,-4 0-60 16,0 2 12-16,0 5 60 0,0-4 0 16,0 4 0-16,0 0-160 0,-4 0-52 0,-5 0 152 15,-6 0-212-15,3 0-8 16,-8 4 92-16,-1 1-8 0,2 4 96 0,-5 4 100 15,4 4 4-15,0 2 108 0,0 6 24 16,0 7-12-16,4 3 0 16,4 3-28-16,0 7 16 0,5-4-12 0,3-4 8 15,-1-2 64-15,5-6-84 0,0-9-4 16,9-5-8-16,2-5 96 0,6-8-40 16,6-2-8-16,-3 0 36 0,8-6-160 0,4-10-72 15,0-6-96-15,0-3-264 16,-1-4-232-16,1-6-260 0,0 4-420 0,-4-5-968 15,0-2-2377-15,-8 10-1247 0</inkml:trace>
  <inkml:trace contextRef="#ctx0" brushRef="#br1" timeOffset="140764.484">32304 8249 3100 0,'0'0'92'0,"0"0"2332"0,0 0 2808 16,0 0-3407-16,0 0-701 0,0 0-212 16,0 0 20-16,0 0-100 0,0 0-124 15,0 0-84-15,-24 41-132 0,20-13-48 0,1 10 12 16,3 7 244-16,0 3-212 0,-4 6-196 16,0 3-36-16,-5 0-112 15,1 2-44-15,1 6 80 0,-1-2-68 0,-1 1-100 16,2-4 0-16,-1-3-12 0,0-6-84 15,8-4 72-15,-5-5-76 0,5-10 16 16,0-7-60-16,5-10-4 0,3-2-8 16,3-6-200-16,6-7 76 0,-2 0 156 15,6-4 4-15,-1-8 96 0,-1-4-88 16,-3 0 40-16,0-3-24 0,0 0 36 16,-4 0-28-16,4 3 16 0,-4 7-16 0,-1 2-8 15,2 3 40-15,-1 4 44 0,0 0 60 16,4 7-12-16,-5 3 40 0,2 0-16 15,-6 3 16-15,6 2 20 0,-9 4 64 0,0-3 24 16,-4 3-24-16,0 0-28 0,0 1 28 16,-4 1-76-16,-5-2-48 15,1 0 4-15,-3-3-44 0,2-3 52 16,-2-4 0-16,-1-2-60 0,3-4-168 0,-2-3 32 16,3 0-12-16,0-3-68 0,0-7-128 15,0-9-208-15,4-9-220 0,4-5-80 16,0-11-256-16,8-3-804 0,4-13-852 15,4-3-1657-15,4-11-1507 0,-5 17 4560 16</inkml:trace>
  <inkml:trace contextRef="#ctx0" brushRef="#br1" timeOffset="141180.428">32819 8255 3344 0,'0'0'260'16,"0"0"5340"-16,0 0-3315 0,0 0-709 15,0 0-216-15,59 92 104 0,-51-45-124 16,-8 4-128-16,0 7-116 0,0 5-84 15,-4 0-256-15,-8 7-51 0,4 0-121 0,-4 4-208 16,4-8-256-16,0 0-120 0,0-5-64 16,5-4 52-16,3-6-108 0,0-10-280 15,0-2 36-15,11-14 35 0,2-6 25 16,6-11 12-16,5-4 48 16,8-8 36-16,0-8-24 0,3-7-48 0,5-2 36 15,4-9-12-15,-4 2 36 0,-1 0 72 0,2-4 72 16,-5 2 76-16,-8 5 8 15,0 0 68-15,-13 3 48 0,2 0 156 16,-10 3-36-16,-3-3 112 0,-4 6-64 0,-4 0 24 16,-3 3-120-16,-10 4 0 15,2 2-88-15,-9 7-36 0,-1 0-24 16,-3 16-44-16,-3 9 229 0,-1 7 107 0,0 7 24 16,0 5 60-16,0 3 48 0,8 1 84 15,1-7-160-15,3-3-228 0,8-5-168 16,3-5-52-16,9-9-20 0,0-6-36 0,13-1-216 15,10-2 44-15,5-7 16 0,9-3-52 16,2-3-252-16,5-10-269 0,0-6-395 16,0 0-912-16,-13 2-2272 0,14-8-2773 15</inkml:trace>
  <inkml:trace contextRef="#ctx0" brushRef="#br1" timeOffset="141303.247">33671 9103 5396 0,'0'0'11049'0,"0"0"-8425"0,0 0-1864 0,0 0-24 15,0 0 480-15,0 0-575 0,0 0-529 16,0 0-112-16,0 0-352 0,0 0-269 16,-68 6-403-16,57-6-640 15,-10 3-3760-15</inkml:trace>
  <inkml:trace contextRef="#ctx0" brushRef="#br1" timeOffset="144298.532">1071 11112 2948 0,'0'0'9785'0,"0"0"-7989"15,0 0-1344-15,0 0-48 16,0 0 212-16,0 0 224 0,0 0 228 0,0 0-400 16,0 0-128-16,52 0 332 0,-16 7-164 15,4-4-24-15,7 0 21 0,1 0-293 0,4-3-76 0,4 0-104 16,3-3-28-16,-3-7-72 16,4 1-80-16,-4-4-52 0,0-2 0 15,0-1-112-15,-5 0 16 0,1 2-192 16,-8 2-112-16,0-1-108 0,-4 5-53 15,-9 1 13-15,-6 4-36 0,-5 3-164 16,-9 0-384-16,-3 0-916 0,-8 10-820 16,0-2-1377-16,-19 11-575 0</inkml:trace>
  <inkml:trace contextRef="#ctx0" brushRef="#br1" timeOffset="144536.468">1175 11392 4244 0,'0'0'6316'0,"0"0"-3747"16,0 0-1741-16,0 0-816 0,0 0 608 0,0 0 364 15,108 38 100-15,-61-29 44 0,5 3-200 16,0-1-128-16,7-2-200 0,-3-2-64 16,0-7-208-16,-4 0-24 0,-1 0-96 15,-2 0-124-15,-6-13-84 0,5 3-36 0,-4-6-96 16,-4-3-64-16,0 0-120 15,-8-4-124-15,-1 2-232 0,-6-5-324 0,-10 4-276 16,1 0-616-16,-12-3-724 0,-4 9-2745 16,-4-7-1287-16</inkml:trace>
  <inkml:trace contextRef="#ctx0" brushRef="#br1" timeOffset="144885.206">1482 10750 6928 0,'0'0'6905'0,"0"0"-6093"0,0 0-760 0,0 0 212 15,87-3 880-15,-51 6 304 16,4 6-384-16,4 1-128 0,12 3-32 0,-1-3-332 0,10 5-168 16,-7-2-188-16,2 3-80 0,0-1-39 15,-4 5-49-15,-4-1-48 16,0 3-76-16,-4-3 27 0,-9 7-207 0,2-5 48 15,-10 8 52-15,-3 1 96 0,-4-2-76 16,-8 3 136-16,-4 7 4 0,-4-3-4 16,-8 7 0-16,0 2 0 0,-8 1 48 0,-8-1-40 15,4 1 68-15,-8 3-64 16,4-4-4-16,-3 0-8 0,-2-5-60 16,-3 1-136-16,0-5-72 0,-4 0-88 0,1-3-72 15,3-6-232-15,-4-5-228 16,4-2-552-16,8-8-1392 0,-12-5-5465 0</inkml:trace>
  <inkml:trace contextRef="#ctx0" brushRef="#br1" timeOffset="145580.564">4239 10950 1892 0,'0'0'9937'0,"0"0"-8073"0,0 0-1116 16,0 0-152-16,0 0 716 15,0 0-8-15,0 0-240 0,0 0-352 0,0 0-220 16,0 0-140-16,79-69-72 0,-58 56-132 16,-1 0-40-16,-1 1-32 0,5 1-64 15,0 3-12-15,4 2-12 0,0 6 0 0,4-4 0 16,0 4 12-16,0 4 4 16,4 8 56-16,-5 7 112 0,5 8 80 15,-4 6 64-15,0 5-71 0,-4 7-25 0,-4 2-112 16,0 1-60-16,-5-1 12 15,-2 1-16-15,-6 0-44 0,1-4-60 16,0-6-24-16,-4-6-72 0,0-7-16 0,0-5-85 16,-4-12-95-16,0-1-208 15,0-7-172-15,0 0-76 0,-4-9-340 16,4-4-692-16,0-3-736 0,-4-16-2953 0</inkml:trace>
  <inkml:trace contextRef="#ctx0" brushRef="#br1" timeOffset="145800.266">4889 10734 6808 0,'0'0'4261'15,"0"0"-2629"-15,0 0-1212 0,0 0-36 16,-73 86 528-16,50-51 524 0,-1 6-332 0,0 4-308 16,-4-1-240-16,4 8-136 15,-4 1-64-15,1 1 0 0,-5 3-124 16,4 0-108-16,-4-3-24 0,4-2-100 15,0-5-8-15,8-10-212 0,-1-7-332 0,6-8-196 16,3-7-196-16,8-11-164 0,0-4-696 16,4-7-2873-16,0-18-2595 0</inkml:trace>
  <inkml:trace contextRef="#ctx0" brushRef="#br1" timeOffset="146062.729">5119 10290 8520 0,'0'0'6601'0,"0"0"-5341"16,0 0-760-16,0 0 280 0,0 0 848 0,32 67-220 16,-19-36-360-16,2 10-479 0,1 4-109 15,-4 6-48-15,-1 0 60 0,2-1-108 16,-9 0-232-16,0 2-132 0,0-2-8 15,-4-2-176-15,0-6-116 0,0-7-172 16,0-10-48-16,0-9-96 16,-4-10-105-16,4-3-239 0,0-3-524 0,-4-6-1056 15,0-4-2532-15,-4-12-3097 0</inkml:trace>
  <inkml:trace contextRef="#ctx0" brushRef="#br1" timeOffset="146295.801">5111 10392 5520 0,'0'0'4996'0,"0"0"-3387"16,0 0-573-16,0 0-184 0,0 0 312 0,0 0 44 0,0 0-260 16,0 0-204-16,0 0-176 15,84-51-152-15,-64 51-60 0,-4 6-136 16,-1 0-24-16,-2 7 88 0,-5-3 92 16,-1 6 76-16,-7 3-244 0,0-1-100 15,-3 8 0-15,-9 0-96 0,-4-1-12 16,0 0-12-16,-4 1-228 0,0-7-140 0,4-3-32 15,0-7-104-15,0 1-72 16,4-8-88-16,0-2-216 0,5 0-512 16,-1-9-996-16,-1-3-1645 0,5 2-743 15</inkml:trace>
  <inkml:trace contextRef="#ctx0" brushRef="#br1" timeOffset="146645.282">5330 10057 1096 0,'0'0'10157'16,"0"0"-8465"-16,0 0-800 0,0 0 564 16,0 0 464-16,0 0-68 0,81 52-296 15,-70-30-548-15,-3 6-327 0,0 1-149 0,-4-4-120 16,0 5-168-16,-4-9-140 16,0-2-104-16,0-2-84 0,0-5-124 0,4-6-44 15,-4-6-28-15,4 0-96 0,0 0-72 16,0-6 35-16,4 0 37 0,-4-7 20 15,8-6 116-15,-5 0 8 0,6 0 108 16,-5 1 64-16,3-1 60 0,-2-1 0 16,3 7 0-16,-5 4 12 0,2-1 60 15,-1 3 76-15,-4 7 108 0,3-3-36 16,-3 3-88-16,0 3-20 0,-4 7 32 16,5 6 16-16,-1 0-28 0,-4 3-84 0,0 6 36 15,0-2-36-15,0 2-48 0,0 1-76 16,4-1-336-16,-4 0-284 15,0 4-208-15,3 3-620 0,-3-11-1428 0,0 18-3221 0</inkml:trace>
  <inkml:trace contextRef="#ctx0" brushRef="#br1" timeOffset="146945.684">5841 10969 8976 0,'0'0'7185'0,"0"0"-5537"16,0 0-1304-16,0 0-332 15,0 0 336-15,0 0 536 0,0 0 48 0,0 0 40 16,0 0-291-16,88-22-193 0,-61 19-140 15,1 3-140-15,0 0-112 0,0 0-96 16,0 0 0 0,-4-3-120-16,0 3-40 0,-5-4-240 0,1 4-180 15,1-3-225-15,-6 0-279 0,-3-3-352 0,0 3-968 16,-4-1-2156-16,-4-5-2389 0</inkml:trace>
  <inkml:trace contextRef="#ctx0" brushRef="#br1" timeOffset="147267.47">6558 10683 3192 0,'0'0'13277'0,"0"0"-11181"0,0 0-1676 15,32 83-212-15,-17-42 416 0,1 3 596 0,1 1-223 16,6 3-329-16,-3-3-196 0,1-2-192 16,2-1-176-16,-3-4-104 15,0-6-84-15,-1-4-124 0,2-5-128 0,-1-7-100 16,-5-4-477-16,6-9-159 0,-6-3-532 15,2-3-1104-15,-6-2-2877 16,2-16-4291-16</inkml:trace>
  <inkml:trace contextRef="#ctx0" brushRef="#br1" timeOffset="147478.619">6949 10792 3068 0,'0'0'10825'0,"0"0"-9145"0,0 0-1128 15,0 0 16-15,-81 89 564 0,57-55 16 16,-4 1-60-16,5 7-404 0,-5-2-328 0,-4 6-176 16,1-2-180-16,-6 3-24 15,-3 4-72-15,-3 0-100 0,-2 0-280 16,2-4-184-16,4-2-88 0,2-4-140 0,10-6-312 16,7-3-872-16,3-17-2345 0,9-2-3859 15</inkml:trace>
  <inkml:trace contextRef="#ctx0" brushRef="#br1" timeOffset="147989.082">7510 10953 7340 0,'0'0'4645'0,"0"0"-3109"0,0 0-560 0,0 0-320 0,0 0 516 16,0 0 172-16,75 32 88 0,-47-28-84 16,8-1-396-16,5-3-271 15,2 0-269-15,1-3-160 0,4-10-80 0,0 1-104 16,-5-5-68-16,1 1-112 0,-8 0-20 0,0 1-400 16,-8 2-269-1,-9 2-247-15,2 6-460 0,-14 5-1364 0,2 0-3249 16,-14 5-2975-16</inkml:trace>
  <inkml:trace contextRef="#ctx0" brushRef="#br1" timeOffset="148180.454">7789 11147 2764 0,'0'0'9581'0,"0"0"-7429"0,0 0-1392 0,0 0-284 0,0 0 628 16,0 0 324-16,0 0-28 0,0 0-360 0,0 0-320 15,0 0-151-15,0 0-217 16,56 6-108-16,-20-12-148 0,-1-4-60 15,5-2-36-15,0-1-48 0,0 1-156 0,-4-1-513 16,3 0-283-16,-2 4-272 16,-1-5-624-16,-12 9-2292 0,11-4-3637 0</inkml:trace>
  <inkml:trace contextRef="#ctx0" brushRef="#br1" timeOffset="148779.547">8844 10607 4104 0,'0'0'7085'0,"0"0"-5737"15,0 0 104-15,0 0-376 0,0 0 336 0,0 0-168 16,0 0-144-16,0 0 136 0,0 0-184 15,112-19-275-15,-59 13-169 0,5 0-220 16,7 2-112-16,3 1 40 0,7 0 140 0,1 0 208 16,-5 3-360-16,5-4-136 15,-4-2-48-15,-1-3-36 0,1-1-72 16,-8-2 48-16,0-1-12 0,-5 0-44 0,-7-2-4 16,-4 2-4-16,-4-4-80 0,-8 5-108 15,-9-3-148-15,1 2-44 0,-7 1-100 16,-6 1-144-16,-6 2-96 0,-5 2-177 15,-4 4-243-15,0 0-324 0,-13 3-572 16,-2 0-1728-16,2 0-1061 0,-15 6-2827 16</inkml:trace>
  <inkml:trace contextRef="#ctx0" brushRef="#br1" timeOffset="149031.066">9498 10557 7248 0,'0'0'4829'0,"0"0"-3833"0,0 0-360 15,0 0-264-15,-16 82 500 0,16-50 600 0,8 3-264 0,0 6-268 16,0 6-360-16,0 5-116 0,0 2-96 0,0 3 60 0,-4 4-12 16,0-5-112-16,0 1-184 15,-4 1 0-15,0-4-56 0,0-1-64 16,4-5 0-16,-4-3-112 0,4-11-56 0,-4-9-52 15,4-5-304-15,0-10-308 16,-4-10-288-16,8-4-876 0,-8-2-2072 16,4-19-2501-16</inkml:trace>
  <inkml:trace contextRef="#ctx0" brushRef="#br1" timeOffset="149279.116">9793 10662 10648 0,'0'0'4969'16,"0"0"-4013"-16,0 0-896 0,0 0 104 15,0 0 496-15,0 0 600 0,15 91-316 16,-6-55-452-16,-1 1-212 0,3 5-84 0,2 2-88 16,-5 1-100-16,3 5-8 0,-2 1-96 15,-1 0-100-15,-1 0-316 16,-3 0-64-16,0 0-28 0,1-1-196 0,-1-5-392 15,0 2-1000-15,-1-5-1048 0,1-10-2841 16,0 5 826-16</inkml:trace>
  <inkml:trace contextRef="#ctx0" brushRef="#br1" timeOffset="153916.387">11263 10518 5216 0,'0'0'2420'16,"0"0"-232"-16,0 0-1087 0,0 0-317 15,0 0 380-15,0 0 136 0,0 0-240 16,0 0-216-16,-84-3-240 0,73 3-80 0,2 3-68 16,-2 4-44-16,-1-1-44 0,-1 0-60 15,2 4 0-15,-5 0 36 16,4 2-24-16,-1 1-40 0,2-1-84 15,-1 1-60-15,0 4 8 0,0 2-144 0,1 3 0 16,-2 0 0-16,1 3-8 0,5 4-84 16,2-4 88-16,-3 3 0 0,4 4-8 0,0-3 0 15,4 3-100-15,0-1 104 16,0-2-100-16,8 2 56 0,5-2-8 16,2 3 56-16,-3-3-8 0,4-4 4 0,0 1-92 15,0-4 88-15,-1-6-96 16,2-1 96-16,-6-5-88 0,6-3-144 0,-6-1-76 15,6-4-36-15,-2-2-148 0,2 0-204 16,-2-8-324-16,5-3-504 0,-8-1-1200 16,8-7-2561-16</inkml:trace>
  <inkml:trace contextRef="#ctx0" brushRef="#br1" timeOffset="154223.26">11666 10518 484 0,'0'0'9200'0,"0"0"-8000"0,0 0-503 16,0 0-109-16,0 0 384 0,0 0 264 15,84 67-280-15,-61-41-212 0,5-1-304 0,0 4 344 16,4 2-312-16,-4-2-272 16,0-1-88-16,-4 4 72 0,-1-3-176 15,-3 0-16-15,-3-1-60 0,-2-3-92 0,-7-3-160 16,4-6-116-16,-8-3-36 0,4-7-156 16,-4 0-176-16,0-6-284 0,4 0-552 15,-4-2-817-15,0-14-2467 0</inkml:trace>
  <inkml:trace contextRef="#ctx0" brushRef="#br1" timeOffset="154466.566">12112 10509 4548 0,'0'0'5744'0,"0"0"-4339"0,0 0-613 0,0 0-140 0,0 0 480 15,-80 85 144-15,60-55-208 0,0 1-420 16,1 1-200-16,2 3-176 15,-7 2-36-15,1 3-16 0,-1 0-96 0,0 2-24 16,-4-5-96-16,0 4-4 0,5-1-40 16,-5-9-44-16,7-3-236 0,1-5-52 15,5-11 0-15,7 1-188 0,-1-10-140 0,5-3-232 16,4 0-460-16,0-3-768 16,0-3-821-16,4-1-2075 0</inkml:trace>
  <inkml:trace contextRef="#ctx0" brushRef="#br1" timeOffset="156107.281">12609 10744 340 0,'0'0'4064'16,"0"0"0"-16,0 0-2844 0,0 0-160 0,0 0 33 15,0 0 239-15,0 0-24 0,0 0-148 16,0 0-216-16,0 0-208 0,0 0-104 16,0 0 44-16,17-10 52 0,-6 10-56 15,2 0-12-15,2 3-4 0,6 1-23 0,-6-1-269 16,9 0-96-16,-4 0-64 15,8-3-8-15,0 0-16 0,0 0-36 16,-1-3-44-16,5-7-52 0,1 1 8 0,-6-1-56 16,1-2 0-16,-4 2-48 0,0-3 44 15,-3 4-56-15,-6 3-40 16,1-4 4-16,-4 7-192 0,-4-3-148 16,-1 3-136-16,-2 3-157 0,-1 0-211 15,-4 0-332-15,4 0-860 0,-4 3-1984 0,0 3-1809 0</inkml:trace>
  <inkml:trace contextRef="#ctx0" brushRef="#br1" timeOffset="157364.288">13881 10271 4216 0,'0'0'1304'0,"0"0"3092"0,0 0-3091 16,0 0-433-16,0 0 76 0,0 0 588 0,0 0-264 15,0 0-192-15,0 0 12 0,0 0-252 16,36 44-276-16,-32-18-60 0,0 5 288 16,-4 8-256-16,0-1-208 0,-4 3-144 15,-4 3-51-15,-5 0 51 0,-2-2-100 16,-5 3-36-16,0-1-48 16,-4 0-72-16,0 2 72 0,0-6 4 0,-4-5 92 0,5-3-48 15,-1-13 0-15,4-3-40 16,-1-7-8-16,2-2-192 0,6-7-16 15,2 0 3-15,-1 0 45 0,4-7-96 0,-4-2-60 16,8-1 12-16,-4-6 60 0,5 1 48 16,-2-9-108-16,5 6 72 0,0-1 0 15,0-2 60-15,0 2 24 0,5-2 36 16,2 7 0-16,1 0 64 0,4 1 48 16,-4 4 4-16,4 3 256 0,-1 2 44 15,6 1-20-15,-2 3-52 0,6 0 36 0,-5 3-72 16,7 4 0-16,1 2 12 15,0 1-16-15,0 3-80 0,4-1 0 0,-4 1-104 16,0-1-8-16,0 5 44 0,0-4-44 16,-5 2-60-16,2 1 12 0,-5 0-72 15,-1 0-76-15,2 0-96 0,-2-1-28 16,2 1 200-16,-6-3-112 0,1-1-284 16,0-5-36-16,-4-1-76 0,4-2-412 15,0-4-740-15,-4 0-860 0,3-10-1225 0,-2 3-915 16,-5-5 796-16</inkml:trace>
  <inkml:trace contextRef="#ctx0" brushRef="#br1" timeOffset="157880.085">14339 10306 5216 0,'0'0'2132'0,"0"0"2665"0,0 0-3329 16,0 0-568-16,0 0 84 0,0 0 572 0,0 0-204 15,0 0-160-15,0 0-348 16,80 41-248-16,-60-16-180 0,-1 7-136 15,1 0-15-15,1 6 159 0,-6 0-132 0,1 0-196 16,0 4 52-16,-4-5-136 16,0 2-12-16,-4-4-72 0,-4 3 72 0,0-3 0 15,-4 7-8-15,0-5-92 0,-12 1-56 16,4-3-52-16,-3 1-68 0,-6-5-41 16,6 0 1-16,-6-6-24 15,6-2-100-15,-2-4-96 0,-2 0-124 0,2-9-92 16,-2-4-320-16,-2 0-764 0,-2-6-1116 15,3 0-2665-15</inkml:trace>
  <inkml:trace contextRef="#ctx0" brushRef="#br1" timeOffset="159962.43">9211 11934 1800 0,'0'0'5884'16,"0"0"-1767"0,0 0-1957-16,0 0-568 0,0 0-124 15,0 0-44-15,0 0-364 0,0 0-364 0,0 0-292 16,72 74 20-16,-68-43 88 0,0 8-171 0,-4 2-37 15,0 6-172-15,-8-2 28 0,-4 2-76 16,0-5-12-16,0-1 0 0,0-6 48 0,0-7 16 16,-4-2-40-16,5-4-48 0,-2-3-48 15,2 0-4-15,-2-6 0 0,1-1-4 16,5-2 8-16,-6-3-4 0,-2 0-80 0,2-5-88 16,2-2-92-16,-1 0-16 15,-4 0 52-15,0 0-29 0,0-7 13 16,0-2-24-16,0-1-72 0,1-5 156 0,2-1 88 15,1 0-100-15,9 0 124 0,-1 0-40 16,-1 3 28-16,5 1-12 0,0 3-4 16,5-2 100-16,2 3 160 0,1-3 48 15,4 3-52-15,-4 1-68 16,8 0-16-16,0 4 64 0,4 0 32 0,0 3-56 16,4 0-40-16,0 3 36 0,-1 7 64 15,1 5-88-15,0 2 112 0,1 5-192 16,-6 3 4-16,1 1 145 0,-8 2-153 0,4 1-109 15,-4-4 49-15,-4 0-4 16,4-3-140-16,-8-5 44 0,3-4 4 16,-3-4-124-16,1-3-40 0,-1-3-92 0,0 1-176 15,0-4-136-15,0 0-488 0,-1 0-576 0,1-7-536 16,0-2-937-16,1 3-2375 16</inkml:trace>
  <inkml:trace contextRef="#ctx0" brushRef="#br1" timeOffset="160241.072">9694 12125 1148 0,'0'0'6552'0,"0"0"-4168"0,0 0-723 16,0 0-149-16,0 0 188 16,0 0-164-16,0 0-292 0,0 0-208 0,0 0-468 15,0 0-228-15,0 0-56 0,-84 54-52 16,72-36 0-16,-1 6-72 15,2-2 20-15,3 6-44 0,0 1-128 0,8 3 52 0,0 2 0 16,0 4 64-16,8-3-28 16,4-3 12-16,8 0 112 0,-1-3-112 15,2-1-12-15,7-2-96 0,-4-8-4 0,-1-1 4 16,-3-5-12-16,0-6-76 0,-4-2-288 16,4-4-12-16,-8 0-112 0,4-10-184 15,-4 0-188-15,0-2-316 0,-4-4-1112 16,-4 4-2661-16,-4-7-3307 0</inkml:trace>
  <inkml:trace contextRef="#ctx0" brushRef="#br1" timeOffset="160463.28">9638 12416 4892 0,'0'0'1448'0,"0"0"3137"0,0 0-3277 0,0 0-512 16,0 0 688-16,0 0 260 0,0 0-216 15,0 0-464-15,0 0-364 0,87 23-224 16,-67-23-24-16,-4 0-96 0,4 0-116 16,-4-6-212-16,0 0-28 0,0 0-148 0,4-1-304 15,-1 1-292-15,5-5-140 16,0 5 380-16,4 1-772 0,0-2-1352 0,-8 4-3245 16,4-4-2718-16</inkml:trace>
  <inkml:trace contextRef="#ctx0" brushRef="#br1" timeOffset="160795.667">10207 12008 4164 0,'0'0'6380'15,"0"0"-3863"-15,0 0-1093 0,0 0-680 16,0 0 112-16,0 0 372 0,0 0-92 16,0 0-116-16,0 0-356 0,80 50-348 15,-52-43-84-15,0-4-60 0,0 0-172 0,0-3-8 16,-5 0 0-16,1-3-152 0,0-3-120 15,-3 0-160-15,-6-1 84 0,-2 1-296 0,-2 0-124 16,-3 2-152-16,-4-3-740 16,0 1-1120-16,-4 2-1633 0,0 2-863 15</inkml:trace>
  <inkml:trace contextRef="#ctx0" brushRef="#br1" timeOffset="161014.341">10327 12065 744 0,'0'0'676'0,"0"0"7916"16,0 0-6803-16,-32 79-701 0,28-44-104 16,0 2 468-16,4 9-16 0,-4-2-332 15,4 7-276-15,0 0-200 0,0-1-128 16,0-2-256-16,4-1-60 0,-4-5-184 16,4-4-12-16,-4-6-184 0,4-10-84 15,0-6-112-15,0-7-40 0,0-6-72 16,0-3-176-16,0 0-152 0,4-9-536 0,-4-7-872 15,4-6-1933-15,-4 3-1443 0</inkml:trace>
  <inkml:trace contextRef="#ctx0" brushRef="#br1" timeOffset="161232.074">10367 12185 1892 0,'0'0'4804'0,"0"0"-1564"0,0 0-1471 0,0 0-885 16,0 0-120-16,8 89 356 0,-4-57-12 15,-1 3-264-15,1 3-156 0,0-1-180 16,1 9-76-16,-5-5 0 0,0 3 12 16,0 4-148-16,0-4-64 0,0 1-156 0,0-7-76 15,-5 0-100-15,-3-9-8 0,8-4-140 16,0-9-220-16,0-3-136 0,0-10-104 16,0-3-124-16,0 0-556 0,0-10-1076 15,0 4-1797-15,0-10-1799 0</inkml:trace>
  <inkml:trace contextRef="#ctx0" brushRef="#br1" timeOffset="161404.858">10371 12560 572 0,'0'0'9972'0,"0"0"-8171"16,0 0-933-16,0 0 380 16,0 0 476-16,0 0-128 0,0 0-276 0,0 0-412 15,0 0-296-15,88 26-236 0,-73-26-132 0,2 0-232 16,-2 0-12-16,1 0-184 15,0-3-144-15,4-1-404 0,-4-3-248 0,4 1-292 16,-9 4-764-16,2-2-2616 0,-5 4-3105 16</inkml:trace>
  <inkml:trace contextRef="#ctx0" brushRef="#br1" timeOffset="161645.972">10657 12732 3056 0,'0'0'10661'0,"0"0"-9017"0,-7 89-1040 16,7-52 72-16,0 8 532 16,-4-1-232-16,4 4-192 0,0 3-244 0,0-4-112 15,0 4-172-15,0 0-148 0,8 3 8 16,-1 3-116-16,1-3-72 16,1-6 64-16,-2-4-64 0,-3-6-16 0,4-9 4 0,-4-9-100 15,1-8-144-15,-1-5-88 16,-4-7-160-16,0-5-236 0,3-7-276 0,-3-7-480 15,4-10-976-15,-4 7-1417 0,0-19-1439 0</inkml:trace>
  <inkml:trace contextRef="#ctx0" brushRef="#br1" timeOffset="161892.491">10678 12791 1684 0,'0'0'2528'15,"0"0"2720"-15,0 0-4188 0,0 0-247 16,0 0 355-16,0 0 220 15,0 0-272-15,0 0-324 0,0 0-212 0,79-57-144 16,-67 57-100-16,-4 0-76 16,0 0-24-16,-4 7 24 0,0-1 100 15,-4 0-16-15,0 7-132 0,0 4-68 0,0-3-56 16,-8 5-88-16,0 1-88 0,-8 2-8 16,4 1-140-16,-3-1-60 0,-2-3-36 15,1-2-40-15,4-5-60 0,-3-5-68 0,2-5-116 16,2-2-152-16,3 0-280 0,-5-9-416 15,10-3-861-15,-5-5-1867 0,4 7-1512 16,-1-9 5512-16</inkml:trace>
  <inkml:trace contextRef="#ctx0" brushRef="#br1" timeOffset="162230.385">10893 12550 4648 0,'0'0'1052'16,"0"0"4000"-16,0 0-3587 0,0 0-125 15,0 0 624-15,0 0-236 16,0 0-292-16,0 0-444 0,0 0-280 0,79 80-300 16,-75-61-144-16,1 3-48 15,-5-3-72-15,0-3-16 0,0 3 0 0,0-3-80 0,0-10-52 16,0 0-76-16,0-2-8 0,0-4 24 16,0 0-24-16,4-6-172 15,-1-4-48-15,5-6 192 0,0-3 28 0,1 0-100 16,2 0-132-16,1 0 60 0,0 3 84 15,0-1 60-15,4 5-8 0,-8 3 48 16,4 3 68-16,0 3-40 0,-4 3 44 0,-1 0 116 16,1 9-20-16,-3 0-20 0,-1 3 44 15,0 5-72-15,0 2 4 0,-1-3-52 16,-3 3-60-16,0 0-208 0,0-6-320 16,4 2-228-16,-4-2-412 0,0-3-1108 0,0 2-3353 15</inkml:trace>
  <inkml:trace contextRef="#ctx0" brushRef="#br1" timeOffset="163966.837">16562 10651 6836 0,'0'0'1716'0,"0"0"32"15,0 0-1296-15,0 0-440 0,8-82 28 16,-8 63 473-16,0 0 235 0,0 3 172 0,-4 1-92 16,0 2-296-16,-3 2-88 0,-6 0-4 15,2 1 176-15,-2 4-72 0,-2 0-144 16,-6-1-52-16,2 7 12 0,-1 0-76 15,0 0-276-15,-5 0-8 0,2 7-48 16,3 5 44-16,-8 1-4 0,0 2 8 0,0 5 48 16,-4-1-36-16,0 3 128 15,1 3-80-15,3 0-56 0,0 5-4 0,4 4-112 16,4 4 12-16,4 3-136 0,4 7 52 16,4-1 96-16,8 4 0 0,0-3 84 15,12-1 4-15,4-5 76 0,4-4-76 16,0-3-72-16,4-6 64 15,4-4 8-15,-5-6 188 16,1-7-128-16,1-1 16 0,-1-5 36 0,0-6 72 16,-5 0-72-16,1 0 88 0,-4-6-200 0,4-5-76 0,-4-1-284 15,-4-4-36-15,3 0-128 16,-2 1-228-16,-5-4-368 0,-1 2-824 0,-7 5-1181 16,0-1-2515-16</inkml:trace>
  <inkml:trace contextRef="#ctx0" brushRef="#br1" timeOffset="164176.063">16001 10887 3524 0,'0'0'2360'0,"0"0"-740"0,0 0-476 0,0 0-136 15,0 0 349-15,0 0 415 0,0 0-180 0,0 0-456 16,83 9-268-16,-51-5-72 15,3-4-148-15,6 0-68 0,2-7-212 16,2 1-268-16,2 0-100 0,5-1-220 0,0 4-572 16,3-3-328-16,5 3 52 0,8-4-736 15,-20 3-2681-15,19-8-4643 0</inkml:trace>
  <inkml:trace contextRef="#ctx0" brushRef="#br1" timeOffset="164545.629">17598 10418 15909 0,'0'0'2552'0,"0"0"-1360"0,0 0-1056 0,0 0-12 0,0 0 108 16,0 0 232-16,0 0 316 0,0 0 165 16,104 18-449-16,-57-18-336 0,2 0-152 0,3 0 4 15,-1 0 28-15,-7-4-40 0,3 1-72 16,-2-2 0-16,-9-1-304 0,-1-1-108 15,-3-3-201-15,-8 3-119 0,-5 1-160 16,-2 0-724-16,-6 0-1468 0,-7 2-2225 16,-4-2-3455-16</inkml:trace>
  <inkml:trace contextRef="#ctx0" brushRef="#br1" timeOffset="164751.403">17897 10394 1964 0,'0'0'1580'0,"0"0"3616"0,0 0-3452 0,-36 93-419 0,32-52-145 16,0 7 4-16,4 0 316 16,0 4-232-16,0 6-324 0,4 0-376 15,0-1-100-15,0-3-244 0,0-4-80 0,-4-8-144 16,4-5-24-16,0-11-72 0,0-6-224 16,0-11-284-16,0-3-52 0,4-3-216 15,-4-3-584-15,0-3-904 0,4-9-769 16,-4 5-3147-16,0-19 4840 0</inkml:trace>
  <inkml:trace contextRef="#ctx0" brushRef="#br1" timeOffset="164960.208">17992 10537 5276 0,'0'0'4744'0,"0"0"-1623"0,0 0-1761 15,0 0-1120-15,0 0 176 0,-11 81 276 0,11-48 540 16,0 9-132-16,4-1-496 0,0 1-160 0,-1 0-76 15,1 2-36-15,5 0 8 16,-5-3-84-16,0 1-168 0,0-1-88 16,-4 0 0-16,0-3-184 0,0-6-292 0,0-1-112 15,0-8-224-15,0-4-240 16,0-10-1176-16,0-6-2509 0,0-3-2539 0,-8-8 4380 16</inkml:trace>
  <inkml:trace contextRef="#ctx0" brushRef="#br1" timeOffset="165108.88">17953 10906 4760 0,'0'0'4232'16,"0"0"-1123"-16,0 0-1525 0,0 0-784 0,0 0 132 15,0 0 288-15,75 53-336 0,-55-46-424 16,8 3-252-16,-4-10-156 0,4 0-52 16,0 0-360-16,-1-4-644 0,1-4-592 15,0-3-968-15,-3 2-2981 0,-5 2-1231 0,-1-2 6528 16</inkml:trace>
  <inkml:trace contextRef="#ctx0" brushRef="#br1" timeOffset="165295.346">18411 11043 5884 0,'0'0'456'0,"0"0"4889"0,0 91-4765 0,0-56-440 0,0 14 268 16,0-5 664-16,0 3 192 15,0-3-444-15,0-2-380 0,0 0-276 16,0-8-164-16,0-5-8 0,0-4-144 15,0-9-228-15,0-10-184 0,4-3-140 16,-4-3-364-16,4-3-528 0,-4-10-1501 0,0-2-3143 16,4 2 5184-16,-4-19-651 0</inkml:trace>
  <inkml:trace contextRef="#ctx0" brushRef="#br1" timeOffset="165524.022">18486 11007 6680 0,'0'0'6289'0,"0"0"-5385"0,0 0-652 15,0 0 308-15,0 0 620 0,0 0-188 16,0 0-404-16,0 0-228 0,0 0-176 0,0 0-72 16,0 0-112-16,77-3 0 15,-70 10 0-15,-3 2 80 0,0 3-80 16,-4 4-160-16,0 4-48 0,-4 2-16 0,-3 0-88 16,-6 0-60-16,-2-3 36 0,3-3 48 15,-8 0 120-15,3-6 32 16,2-4-192-16,-5-3-276 0,0-3-344 0,0 0-416 15,0-9-677-15,0-1-1251 16,0-6-2088-16,4 4 3700 0,-7-14 1341 0</inkml:trace>
  <inkml:trace contextRef="#ctx0" brushRef="#br1" timeOffset="165878.965">18733 10766 6128 0,'0'0'7633'0,"0"0"-6341"0,0 0-436 16,0 0 420-16,17 70 372 0,-17-44-192 16,0-1-600-16,-8 3-564 0,3 1-232 15,-2-4-56-15,3-5-4 0,0-5-4 16,4-1-120-16,0-8-20 15,0-6-52-15,0 0-168 0,8-4-40 0,-1-9 124 16,6 1 156-16,-2-5 112 0,6-2-120 16,-2 1 32-16,2 5 92 0,-6 0-88 0,2 7-40 15,-2 3-12-15,1 3 100 16,-3 0 48-16,-2 0 0 0,1 9 120 16,0 4-20-16,-4 0 12 0,-4 3-40 0,0 3-72 15,0-3-68-15,0 3-168 0,-4-4-328 16,0-2-224-16,-4 3-480 0,1-6-1128 15,3-4-2361-15,-9 1-2851 0</inkml:trace>
  <inkml:trace contextRef="#ctx0" brushRef="#br1" timeOffset="166468.653">19311 10306 1512 0,'0'0'10633'16,"0"0"-8809"-16,0 0-1012 0,0 0-460 15,0 0 452-15,0 0 824 0,0 0-160 0,0 0-232 16,0 0-392-16,104 53-288 0,-76-53-203 16,3 0-85-16,1 0-108 15,0-6-160-15,0-6-16 0,-4-1-164 0,-8-3-269 16,4 4-283-16,-8-5-192 0,0 2-280 16,-8-2-1012-16,-4 5-3264 0,-4-1-3765 15</inkml:trace>
  <inkml:trace contextRef="#ctx0" brushRef="#br1" timeOffset="166697.123">19506 10344 1188 0,'0'0'8108'0,"0"0"-3999"0,0 0-3409 0,-28 69-572 0,24-39 404 16,1 1 940-16,-1 7 12 0,4 3-336 16,0 0-352-16,0 1-244 15,7 5-16-15,-3-2 0 0,5 3-84 0,-5-6-123 16,0-2-161-16,3-8-12 0,6-7-80 15,-1-6 32-15,-1-6-108 0,2-3-148 16,6-3-116-16,-3-7-273 0,5-5-143 0,2-4-88 16,1-7-200-16,4-6-436 0,0 0-1352 15,-8 0-2921-15,8-10-3587 0</inkml:trace>
  <inkml:trace contextRef="#ctx0" brushRef="#br1" timeOffset="166880.094">20032 10451 9292 0,'0'0'6705'0,"0"0"-5865"16,0 0-764-16,45 93 172 16,-30-55 820-16,1 0 724 0,5 0-548 15,-2-3-659-15,5-3-377 0,-4-4-124 16,3-5 12-16,-2-5-96 16,-1-5-36-16,-1 0-84 0,-2-3-16 15,3-8-253-15,-8-2-279 0,3-2-224 0,1-4-188 0,0-11-416 16,-4 2-1428-16,4-8-1845 0,-4 7-1591 15,0-12 3852-15</inkml:trace>
  <inkml:trace contextRef="#ctx0" brushRef="#br1" timeOffset="167045.727">20447 10426 4376 0,'0'0'5112'16,"0"0"-2159"-16,0 0-1629 0,0 0-348 16,-84 57 248-16,52-25-96 0,0 6-88 0,1 3-240 15,-1 4-296-15,0-3-196 16,0-1-112-16,4-6-64 0,0 0-24 0,4-7-108 15,5-2-100-15,-5-4-168 0,7-7-344 16,2 2-200-16,3-11-168 0,3-6-368 16,6-3-836-16,3-13-2753 0,0 3-2207 15,0-18 7092-15</inkml:trace>
  <inkml:trace contextRef="#ctx0" brushRef="#br1" timeOffset="167567.007">20471 10315 1616 0,'0'0'1932'0,"0"0"5388"0,0 0-6227 16,0 0-377-16,0 0 828 0,79-39 132 0,-62 37-360 15,-6-1-376-15,6-4-336 16,2 5-208-16,1-5-140 0,1 1 0 0,2-4 64 16,1 0 204-16,4 1-316 0,0 0-196 15,0-3-12-15,4-2-4 0,-1 1-4 16,1 4-100-16,0-1 20 0,-4 1 80 15,-4 5-40-15,0-2 4 0,-8 3 44 16,-5 3 0-16,-2 0-4 0,-5 0-8 16,-4 0 12-16,0 6 304 0,0 4-48 0,0 2-108 15,0 8 20-15,0 0-56 0,0 5 8 16,0 2 0-16,0 5-72 16,0 3 88-16,0 0 9 0,0 6 39 0,0-3-16 15,0 1 316-15,0-1-96 16,0-3-156-16,0-3-52 0,4-1 0 0,-4-6-24 0,4 1-44 15,3-3-64-15,-3-1-36 16,1-3 0-16,-1 0-8 0,0-3-4 16,0-1-4-16,-1 2 0 0,1-2 0 0,0 1 8 15,-4 0-8-15,4-1 8 0,-4 5-8 16,5-4 0-16,-5-3 0 0,0-1 4 16,0 1 4-16,0-7 8 0,0 0 0 15,0 1 36-15,-5-4-40 0,-7 3-8 16,-3 5-128-16,-1-6-44 0,-9 4 40 15,2-2-36-15,-5 0-100 0,0-4-20 16,-3 1-64-16,-5-2-156 0,-1 1-77 0,-10 0-11 16,-1 1-220-16,0-1-412 15,-8 3-1200-15,12 0-2368 0,-24 11-2801 0</inkml:trace>
  <inkml:trace contextRef="#ctx0" brushRef="#br1" timeOffset="174320.946">3103 9985 11221 0,'0'0'5584'16,"0"0"-4540"-16,0 0-784 0,0 0-12 15,0 0 856-15,-16 98 144 0,16-50-164 16,0 3-443-16,0 3-337 0,0-3-84 15,0 3-52-15,4-10-120 0,5-3-48 0,-6-9-60 16,5-9-48-16,-4-11-52 16,4-5-176-16,0-7-112 0,0 0-161 15,4-7-295-15,0-5-208 0,0-11-452 16,-1-3-988-16,-2 5-1748 0,-1-21-1617 0</inkml:trace>
  <inkml:trace contextRef="#ctx0" brushRef="#br1" timeOffset="174716.082">2844 9849 3088 0,'0'0'5088'16,"0"0"-915"-16,-87 57-3329 15,59-19-500-15,-4 10 392 0,8 6 1056 0,4 9-308 16,12 4-408-16,4 3-508 0,4 6-260 16,0 1-40-16,12 0 0 0,4 0-12 15,4-6-36-15,0-8-36 0,8-13-184 16,8-11-8-16,-1-11 4 0,10-6 4 15,-2-9 60-15,9-9 112 0,-1-4 12 0,1-13 56 16,4-3 285-16,4-9-41 16,0-11-240-16,0-8-76 0,0-7-156 15,-1-6-12-15,-4-3-44 0,1-10-100 0,-7 3-112 16,-6-3 4-16,-2 4-41 0,-10-3 37 16,-4 1 0-16,-6 5 112 0,-10-4-40 15,-6 3 12-15,-5 3 160 16,-12 2 12-16,-13 2 12 0,2 6-4 15,-12 10 128-15,-6 2 48 0,2 11-28 0,-10 6-96 0,-2 9-60 16,3 7 0-16,-4 6 0 0,1 9-132 16,-5 10-4-16,0 6-32 15,0 11-28-15,1 2-12 16,-5 6-72-16,4 7-124 0,0 3-160 0,0 3-296 0,4 0-828 16,5 4-1380-16,-5 2-2977 0,16-15-1511 0,-11 22 7545 15</inkml:trace>
  <inkml:trace contextRef="#ctx0" brushRef="#br1" timeOffset="175513.934">3115 13991 208 0,'0'0'11449'0,"0"0"-9417"15,0 0-1080-15,0 0 108 0,96-27 516 16,-56 16-324-16,4 2-320 16,-5 0-184-16,2-1-52 0,-10 7-160 0,-4-3-268 15,-2 6-136-15,-9 0-132 0,-4 0-12 16,-5 3-108-16,-2 6-76 16,-5 4 0-16,0 4-48 0,-5 8 64 0,-6 0 8 15,-5 7-96-15,0 2 60 0,-4-2 88 0,4-3 112 16,-4 0 0-16,1-2-56 15,-2 0 60-15,5 1-44 0,1-3 0 16,2 4-64-16,5-1 104 0,4-5 8 0,4-2 232 0,4 2-12 16,13-4-36-16,-2-3 12 15,5 0 36-15,8-7 60 0,-4-2-124 16,3-4-68-16,6-3-52 0,-6-3-48 0,1-10-124 16,0-3-128-16,-4-3-40 15,-3-4-148-15,-6 2-196 0,1-5-188 16,-8 0-408-16,0-2-1108 0,-4 0-2125 0,1 6-1667 15,-5-13 1908-15</inkml:trace>
  <inkml:trace contextRef="#ctx0" brushRef="#br1" timeOffset="175946.384">2999 13722 1160 0,'0'0'628'0,"0"0"6840"16,-107 50-6176-16,75-17-415 0,1 11-121 0,6 6 804 15,5 9 48-15,12 6-364 0,8 9-436 0,4 1-224 16,17 2-92-16,3 2-60 0,-1-2-124 16,10-1-12-16,-2-6-16 0,1-7-60 15,4-5 60-15,4-8-72 0,3-2-24 0,9-7-24 16,0-3-28-16,8-6-8 16,4-4-16-16,-4-2-24 0,7-3-72 0,-3-11 64 15,-1-5-68-15,5-7-8 16,-4-5-60-16,4-9 0 0,-8-9-72 0,4-5 124 15,-9-11-56-15,-3-2-152 0,-8-9-52 16,0-2-88-16,-13-5 64 0,1-3 48 16,-4-4 120-16,-8-3 112 0,-8-2-36 0,-4-7-40 15,-4-1-48-15,-4-1-48 16,-16-2 48-16,-8 1 4 0,-4 2-80 16,-8 4 16-16,-3 7 148 0,-6 5-4 0,-2 10 104 15,3 10 84-15,0 13 12 0,0 5 84 16,4 11 0-16,1 5-168 15,3 7 44-15,-4 0 4 0,-4 10-64 0,1 9-48 16,-2 3-184-16,-7 10-72 0,5 0-4 16,-5 9 0-16,5 1-60 15,-5 4-436-15,3-1-440 0,2 3-860 0,3 0-820 16,0-1-1977-16,12-15-519 0,-7 15 4800 0</inkml:trace>
  <inkml:trace contextRef="#ctx0" brushRef="#br1" timeOffset="181239.471">6176 14640 7232 0,'0'0'3973'0,"0"0"-2317"0,0 0-700 15,0 0-384-15,0 0 84 0,0 0 644 16,0 0-144-16,0 0-204 0,0 0-276 16,-88-42-124-16,68 39-120 0,-5 3-80 15,6 0-168-15,-1 7 0 0,-4-1-100 0,4 4-84 16,0 5 0-16,4 4-148 16,-3 6 88-16,6 5-8 0,1 4 68 15,1 8 108-15,6-1 4 0,1 3-52 0,0-5 36 16,4-2-48-16,0-9 4 0,4-2-52 15,9-10-56-15,-6-6 52 0,5-4-92 16,1-6 48-16,2 0 48 0,1-6 220 16,8-4-76-16,-4-8-96 0,0-1-48 15,-1-7-8-15,2 0-148 0,-1-2-4 0,-5-4-24 16,2 4-84-16,-2-4-72 16,-2 4 36-1,-2 2 56-15,1 0 80 0,0 8 56 16,-8 1 12-16,4 8 52 0,-4 2-12 0,1 5-16 0,-5 2 68 0,0 0 8 15,0 0 4-15,4 0-4 0,-4 0-4 16,3 0 0-16,1 5-40 0,0-5-4 0,0 4-40 16,0-4-8-16,0 0-64 15,0 0-88-15,0-4-48 0,0 1-140 16,4-3-220-16,-4-7-196 0,0 4-216 0,-1-4-328 16,6-2-96-16,-1-5-169 15,-4-6-371-15,3-2-240 0,-3-4-8 16,5-6-144-16,-5 7 1028 0</inkml:trace>
  <inkml:trace contextRef="#ctx0" brushRef="#br1" timeOffset="181735.378">6259 13868 52 0,'0'0'652'0,"0"0"132"0,0 0-252 16,0 0-268-16,0 0 296 0,0 0-560 15,0 0-600-15,0 0 288 0,0 0 312 16,0 0 88-16,-36-10-88 0,32 17-8 0,0 2-68 16,4-2 76-16,-4-1 0 15,4 1-4-15,0-4 4 0,0-1 12 0,0 2 80 16,0-4 64-16,0 0 272 16,0 3 224-16,-4-3 132 0,4 0-56 0,0 3 16 15,0-3 64-15,0 0 116 0,0 3 112 0,0 1 132 16,0-1 84-16,0 3-143 15,0 1-97-15,0 0 8 0,0 1-60 16,-4-2-116-16,4 5-112 0,0-3-96 16,-4 6-140-16,4 2-112 0,-4 5-88 15,4 2 16-15,0 2-4 0,0 10-4 0,0 0 16 16,0 3-48-16,0 7-40 0,0-1-24 16,0 4 12-16,4 2-64 0,-4 8-8 15,4-1-40-15,-4 3-44 0,0 1-64 16,0-1-4-16,0-4-60 0,4-4 16 15,0-4 0-15,0-7 40 0,4-7-76 0,-4-8 80 16,3-4-48-16,-2-5-116 0,3-9-116 16,-4 3 76-16,0-9-180 0,0-2-20 0,-4 4-20 15,3-4 68-15,-3 0-8 16,0-4-144-16,4-3-144 0,1 1-664 0,-5-9-556 16,8-7-801-16,-4-3-1783 0,0 5-1116 15,-1-18 5080-15</inkml:trace>
  <inkml:trace contextRef="#ctx0" brushRef="#br1" timeOffset="182128.294">6924 13868 3180 0,'0'0'9433'0,"0"0"-7865"0,0 0-1012 0,0 0-36 15,0 0 760-15,0 0-96 0,12 98-432 16,-8-53-244-16,0 6-32 15,1 3 16-15,-2 7 20 0,1-2-120 0,0 5-124 16,0 2-124-16,-4 8-64 0,4-2-80 0,-4 5-4 0,0-1-92 16,0-2 0-1,0-8 36-15,0-6-52 0,0-9-168 0,4-9 60 16,1-11-48-16,2-9-64 0,1-6-120 16,-4-6-88-16,3-4-4 0,6-6-220 0,-5-3-724 15,3-10-1064-15,2-6-2373 0,-9 7-2259 16,3-18 7076-16</inkml:trace>
  <inkml:trace contextRef="#ctx0" brushRef="#br1" timeOffset="182460.37">7247 14595 13329 0,'0'0'3172'0,"0"0"-2236"0,0 0-888 0,0 0-48 0,0 0 408 0,3 89 616 16,-3-66-80-16,0-5-588 15,0 1-308-15,0-5-48 0,5-6-60 16,-1-2 0-16,0-6-52 0,0 0 100 16,4 0-60-16,-1-2 72 0,6-8 8 15,2-6 4-15,2 1 60 0,-6-5-60 16,6 1 44-16,-2 1-56 16,-2 1-52-16,-2 5 52 0,-3 5 0 0,1 4 8 15,-2 3 92-15,1 0 84 0,0 0-4 0,1 0-44 16,-2 3-76-16,1 4-12 0,-4-1 4 0,5 4 20 15,-2-1-12-15,1 4-12 16,0 3 0-16,-5 1 12 16,2 1-60-16,-1 1-12 0,-4 0-52 0,0 2-168 0,0-1-96 15,0-1-136-15,-4 3-136 0,-1-6-260 16,2 0-280-16,-1-3-636 0,0-1-1344 16,0-5-2781-16,4-1-499 0</inkml:trace>
  <inkml:trace contextRef="#ctx0" brushRef="#br1" timeOffset="182662.48">8092 14874 14809 0,'0'0'4120'0,"0"0"-3456"0,0 0-664 0,0 0 8 16,-36 73 4-16,27-54 172 0,2-2-184 15,-1-2-108-15,4 1-260 0,-5-3-188 0,6 3-280 16,-5 0-608-16,0 4-1768 0,1-6-4961 16,-10 18 3609-16</inkml:trace>
  <inkml:trace contextRef="#ctx0" brushRef="#br1" timeOffset="185836.703">9538 14468 4984 0,'0'0'1564'0,"0"0"2728"0,0 0-3199 16,0 0-5-16,0 0-260 0,0 0 552 15,0 0 128-15,0 0-452 0,0 0-240 0,0 0-224 16,-28-60-140-16,28 60-84 0,4 0-48 16,4 0-40-16,0 3-60 15,4 4 48-15,7 2 96 0,2 7-108 16,-1 6-75-16,4 6-45 15,-9 7-40-15,6 3-24 0,-6 10-72 16,-7 0-48-16,1 6 40 0,-6 0-88 0,5 0 44 0,-8 1-129 16,4-9 133-16,0-5 48 0,1-5-48 15,-1-8-40-15,3-9 4 0,-3-9 24 0,0-4 48 16,-4-6-60-16,4 0 64 0,-4 0-224 16,9-10 232-16,-6-2 0 15,5-7 8-15,0-7-8 0,-4-2-12 0,0-4-48 16,-4 1-4-16,4-2-68 0,-4 2-52 15,4-1 0-15,0 4 64 0,-4 3 12 16,8-1 8-16,-4-2-36 0,0 5 40 0,4-3 84 16,0 7-88-16,0 1 88 15,4-2-120-15,4 5 8 0,-5 2 64 16,6 3 60-16,3 3 72 0,-5 7 100 0,6 0 24 16,-2 0 0-16,1 7-48 0,4-1-4 15,0 5-96-15,0 1-44 16,0-3 8-16,4 1 88 0,-4 0 8 0,4-4-96 15,-4 0-4-15,-5 0 4 0,1 1-12 16,-4-1-12-16,0-3 0 0,-4 4 0 0,-3-4-60 16,-2-3-52-16,-3 3-20 15,0-3-356-15,-4 0-188 0,0 0-136 16,4-3-716-16,0-4-1040 0,0-2-2045 0,0 3-3559 16,0-10 7376-16</inkml:trace>
  <inkml:trace contextRef="#ctx0" brushRef="#br1" timeOffset="186364.665">11853 14602 12409 0,'0'0'2024'0,"0"0"-1304"0,0 0-228 16,0 0 316-16,0 0 284 0,0 0-460 16,0 0 0-16,39 75-168 0,-22-38-144 15,-6 3-12-15,1 2-100 0,-3-5-52 16,-5 2-112-16,-1-7-44 0,1-7-84 16,0-7 24-16,-4-2-52 0,4-7-168 0,-4-4-308 15,0-3-116-15,0-2-360 16,4-2-612-16,-4-5-1316 0,0-12-3521 0</inkml:trace>
  <inkml:trace contextRef="#ctx0" brushRef="#br1" timeOffset="186538.428">11797 14351 10904 0,'0'0'4245'0,"0"0"-3829"16,0 0-416-16,0 0 112 0,84 0 116 15,-52 0-140-15,3 0-88 0,1 0-756 16,0-4-788-16,-4 4-940 0,8-3-4129 16</inkml:trace>
  <inkml:trace contextRef="#ctx0" brushRef="#br1" timeOffset="186780.814">12435 14500 8960 0,'0'0'4561'16,"0"0"-3773"-16,0 0-68 15,0 0 928-15,0 0-84 0,0 0-396 16,-60 77-592-16,56-68-428 0,4 0-144 0,0 4 0 0,4 0-4 0,4 2-52 16,3-2 52-16,2 0 8 0,6 2 80 15,-3-2-76-15,-4 1-4 0,4-2 40 16,-4 1 0-16,4-1 16 0,-8 1-56 16,4 3-8-16,-4 0-8 0,0 0 8 15,-4 3-4-15,0-3-60 0,0 2 4 16,-4-1-344-16,-4 1-36 0,-4-1 24 15,-3-2-40-15,-6 1 24 0,2 0-16 0,-6-4-308 16,-3-1-816-16,4-9-1656 0,-7 5-4121 16</inkml:trace>
  <inkml:trace contextRef="#ctx0" brushRef="#br1" timeOffset="187545.856">14001 14566 9976 0,'0'0'1521'0,"0"0"-569"0,0 0-8 16,0 0 364-16,0 0-164 0,-76-2-276 15,55 10-196-15,2 3-164 0,-1 8 0 16,0 3 204-16,-4 9-48 0,0 11-212 16,4 2-48-16,1 1-52 0,6-4-36 15,5-6-96-15,1-7-112 0,7-9-100 16,0-6-8-16,7-6-76 0,5-7 68 0,8 0 4 15,4-10 4-15,8-12-132 0,0-3-112 16,0-4-36-16,-4-6 0 0,0 4 24 0,-9 1 12 16,-3 1-40-16,-4 11 52 0,1 5 84 15,-10 3 136-15,1 10-60 16,-4 0 72-16,4 10 124 0,0 10 252 0,0 2-56 16,1 7-76-16,2 2-12 0,-3 1-48 15,4-4-40-15,0 2-144 0,4-12-24 16,4 1-84-16,0-6 20 0,8-7-20 0,8-3-308 15,0-3 0-15,7-6-208 16,-3-10-212-16,9 0-628 0,-10-3-864 0,-3 3-1609 16,8-6-2563-16</inkml:trace>
  <inkml:trace contextRef="#ctx0" brushRef="#br1" timeOffset="188329.664">15382 14414 4012 0,'0'0'9405'0,"0"0"-7213"16,0 0-1036-16,0 0-696 0,0 0 220 15,0 0 528-15,0 0-188 0,49 76-352 16,-42-41-276-16,2 6-124 0,-9-2-112 16,4 2 4-16,-4-6-104 0,0-2-56 0,0-6-120 15,4-4 56-15,-4-8 4 0,4-3-72 16,-4-1-88-16,4-8-72 15,-4-3-60-15,3 0 56 0,5 0 64 0,1-9 232 16,2-4-12-16,2-6-48 0,2-4-36 16,2 0 8-16,-2-5-32 0,2 3 104 15,-6-4-32-15,5 7 44 0,-8-1 0 16,4 9 0-16,-8 3-44 0,0 9-88 0,-1 2 136 16,-3 0 48-16,0 8 64 15,0 9 280-15,0 2-100 0,0 3-96 0,0-3-24 16,0 0-64-16,0-3-96 0,0-3-12 15,0-6-72-15,0-4-24 0,9-3 96 16,-1 0 48-16,3-7 120 0,2-3-80 16,6-6-88-16,-2 1-48 0,-2-4-112 15,2 3 52-15,-1 0-40 0,-4 3 0 16,3 4 4-16,1 2-64 0,5 7 12 16,-2 0 196-16,1 7 384 0,0 2-104 0,0 7-148 15,-4 3 112-15,0-3 24 0,-9 3-48 16,6 0-36-16,-2 1-64 0,-7-8-72 15,5 1-48-15,-5-3-12 0,0-2-96 16,0-1-88-16,-4-3-364 0,3-4-112 16,1 0-60-16,0 0 16 15,5-7-172-15,2-3-444 0,-3-6-848 0,8 0-824 16,0-3-1517-16,0-3 1825 0,0 0-1303 0</inkml:trace>
  <inkml:trace contextRef="#ctx0" brushRef="#br1" timeOffset="188594.205">16156 14577 2736 0,'0'0'988'0,"0"0"5984"16,0 0-4443-16,0 0-933 15,0 0-576-15,20 78 48 0,-20-49 148 0,0-4-220 16,0-2-220-16,0-8-348 0,7-2-236 16,-2-7-92-16,3-2-28 0,3-4 0 0,6 0 76 15,-2-6-64-15,6-7-84 0,-1-6-48 16,-1-4-208-16,-3 1 36 0,4-3-12 16,-8-1 24-16,4 8-36 0,-8-2 48 15,0 1-36-15,-8 4 8 0,0-2 176 16,-4 2 48-16,-8 5 76 0,-4 0 132 15,-4 1 96-15,5 9-120 0,-6 0-96 0,1 0-76 16,5 9 84-16,-6 4-84 16,6 3-4-16,2 1-8 0,2-3-60 15,3 3-64-15,3-4-68 0,1-4-104 16,1 4-320-16,3-7-124 0,0 4-212 0,0-7-744 16,7-3-800-16,2 0-785 0,6-7-1435 0,-6-2 412 15</inkml:trace>
  <inkml:trace contextRef="#ctx0" brushRef="#br1" timeOffset="189069.628">16490 14474 5548 0,'0'0'4560'0,"0"0"-1947"0,0 0-1365 0,0 0-184 0,0 0 396 15,0 0-204-15,0 0-48 0,52 86-336 16,-52-63-212-16,0 2-60 0,0-3 92 16,0-3-267-16,0-3-309 0,0-4-116 15,0-2-72-15,4 0 12 16,0-7 48-16,5 1 0 0,-2-4 0 0,5-4-72 15,4-6-4-15,4-3-8 0,-4-2 11 0,4-4 25 16,-4 0-16-16,0 0 16 0,0 3 12 16,-4 4 36-16,0-1-44 0,-8 9 56 15,-1 2 12-15,1 2 48 0,-4 0 136 16,0 0-3-16,0 0-21 0,0 0-64 16,0 2-36-16,0 2 24 0,4 2 124 15,1 1-124-15,-5-1-60 0,4-3-36 0,0 0-72 16,-4 3-24-16,0 1-100 0,4-4-264 15,-4 3-101-15,0 1-119 16,0-4-64-16,0 0-80 0,0-3-532 0,3 0-644 0,5-3-428 16,1-7 32-16,6-6 247 15,2 0 293-15,-2-3 476 16,5 0 680-16,-4 0 700 0,0 4 376 0,0 1 876 16,-4 8 408-16,-4 3 52 0,0 3 41 15,0 3-113-15,0 3-116 0,-4 8-432 0,0 1-360 16,3 7-260-16,-3 0 12 0,1 7 112 15,-1 0 292-15,0-4-164 0,-4 0-200 16,0-2-156-16,4-6-172 0,-4-2-196 0,0-3-100 16,0-6-400-16,0 1-220 15,0-7 8-15,0 0-180 0,0-7-548 16,0-5-2448-16,0-1-2693 0</inkml:trace>
  <inkml:trace contextRef="#ctx0" brushRef="#br1" timeOffset="189238.788">16976 14243 6280 0,'0'0'7809'0,"0"0"-6057"16,0 0-820-16,0 0 136 0,0 0 336 15,0 0-32-15,0 0-448 0,0 0-619 0,0 0-209 16,77 66-96-16,-54-63-64 0,1 1-509 16,0-4-267-16,8 0-212 15,0 0-724-15,0-4-2556 0,-1 4-2161 0,5-3-318 16</inkml:trace>
  <inkml:trace contextRef="#ctx0" brushRef="#br1" timeOffset="189412.466">17554 14312 1984 0,'0'0'8116'16,"0"0"-5055"-16,0 0-1133 0,0 0-848 0,-48 74 144 15,21-39-72-15,-1-1-244 0,-4 8-196 16,4-4-200-16,4 4-12 16,8-8 8-16,4 1-203 0,4-4-305 0,8-1 0 15,0-5-72-15,4-6 12 0,12-4-293 16,0-2 13-16,4-6-28 0,4-4 16 15,4-3-100-15,3-3-196 0,-3-6 32 0,8-4-916 16,-12 3-2460-16,8-5-2637 0</inkml:trace>
  <inkml:trace contextRef="#ctx0" brushRef="#br1" timeOffset="189759.269">18391 14183 1852 0,'0'0'8932'0,"0"0"-6379"0,0 0-841 0,0 0-756 0,0 0 308 15,0 0-12-15,76 31-160 16,-60-5-248-16,-9 8-208 0,-2 4-92 16,3 8-91-16,-8-2-249 0,4-3-204 0,-4-7-40 15,0-2-68-15,0-6-112 16,0-8-265-16,0-1-151 0,0-8-252 15,0-5-108-15,4-4-832 0,-1 0-2136 0,-3-11-2713 16</inkml:trace>
  <inkml:trace contextRef="#ctx0" brushRef="#br1" timeOffset="189928.313">18462 14103 8220 0,'0'0'6501'0,"0"0"-5001"0,0 0-1136 15,0 0-176-15,0 0-64 0,0 0-124 16,0 0-252-16,84-6-964 0,-63 3-748 16,3 3-2357-16,-13 0-3815 0,9 0 8084 15</inkml:trace>
  <inkml:trace contextRef="#ctx0" brushRef="#br1" timeOffset="190165.467">18849 14172 9216 0,'0'0'6317'0,"0"0"-5461"0,0 0-580 15,28 74 284-15,-20-46 824 0,-8 5-8 0,4-5-388 16,-4 1-512-16,0-2-224 16,4 3-19-16,-4-8-13 0,4 3-112 15,0-6-108-15,0 3 0 0,0-3 0 16,0-3 0-16,-4-2 8 0,0-8 4 16,4 0-12-16,-4-4 4 0,0-2 4 15,0 0 100-15,4 0-20 0,-4-2 20 0,3-4-36 16,10-11-64-16,-1-2-4 0,4-9 8 15,3-4-12-15,-2-6-24 0,3 3-232 16,-5 0-252-16,2 0-89 0,-2 7-255 0,-2-1-456 16,-5 10-1492-16,3-3-4233 15</inkml:trace>
  <inkml:trace contextRef="#ctx0" brushRef="#br1" timeOffset="190479.25">19263 14164 8780 0,'0'0'1064'0,"0"0"-512"16,0 0 445-16,0 0 499 0,0 0-208 15,0 0-140-15,0 0-124 0,0 0-216 0,0 0 0 16,0 0 68-16,65 85-188 0,-57-60-152 16,-5 1-144-16,1 2-148 15,-4 2-84-15,0 3-76 0,0 3-76 0,-7-1 0 16,3 0 4-16,-5-4 36 0,1-1-36 15,4-5-4-15,1-6 44 0,3-7 20 0,0-5 72 0,0-4-32 16,0-3 8-16,7-3 52 16,10-10-3-16,2-6-9 0,5-6-160 15,4-11-164-15,4 1-213 0,0-6-123 16,3 0-48-16,-3 0-64 0,4 6-184 16,-8 3-412-16,0 6-804 0,-8 4-1840 15,-8 10-1781-15,0-1-706 0</inkml:trace>
  <inkml:trace contextRef="#ctx0" brushRef="#br1" timeOffset="190727.476">20682 14643 8916 0,'0'0'5349'0,"0"0"-4021"16,0 0-288-16,0 0-228 0,0 0 152 0,-87-19-16 15,74 16-204-15,2 0-328 16,7-1-416-16,0-2-120 0,0-7-640 0,4-3-260 16,8-3-900-16,-1 3-3260 0,10-12-5817 15</inkml:trace>
  <inkml:trace contextRef="#ctx0" brushRef="#br1" timeOffset="191103.941">21371 14077 7220 0,'0'0'2632'0,"0"0"-635"0,0 0-909 15,0 0-184-15,0 0 124 0,60 100 420 16,-56-50-164-16,0 10-232 0,-4 11-216 15,0 7 200-15,0 8-156 0,-4 3-263 16,-7-3-253-16,2 0-252 16,-7-10-112-16,9-6-12 0,-2-8-292 0,5-10 0 15,4-8-181-15,4-9 33 0,9-10-12 16,2-6-12-16,5-13 48 0,-4-6-296 16,4-6-512-16,4-13-728 0,0-9-1220 0,-8 2-2789 15,4-18-179-15</inkml:trace>
  <inkml:trace contextRef="#ctx0" brushRef="#br1" timeOffset="191331.84">21622 14065 9608 0,'0'0'3233'0,"0"0"-2241"0,0 0-560 16,0 0 428-16,0 0 500 0,77 57-216 0,-62-35-340 15,1 0-336-15,-4 3-148 16,-4 2-100-16,-5-2-36 0,-3 3-120 15,0-2-64-15,-7-1-16 0,-1 0-80 0,-8 0-296 16,-4-2-124-16,4-4-4 0,-3-3-124 16,2-6-240-16,10-7-272 15,-2-3-664-15,9-13-1209 0,9-3-931 0,2-9 728 16,9-4 536-16,5-3 2160 0,-6 7 416 16</inkml:trace>
  <inkml:trace contextRef="#ctx0" brushRef="#br1" timeOffset="191584.319">21893 14147 52 0,'0'0'2140'0,"0"0"-1344"0,0 0 7613 0,0 0-6145 15,0 0-832-15,0 0-392 16,40 86 164-16,-40-54-68 0,-8-3 56 0,4-5-284 0,1-1-264 16,3-11-220-16,0-1-240 0,0-9-172 15,11 2-12-15,6-4-96 16,2-6-64-16,5-7-60 0,4-3-32 0,0-7-176 16,0 1 0-16,-5 0 24 0,-3 3 88 0,-7 3 108 15,-5 4 84-15,-5-1-24 0,-3 3 148 16,-7 3 72-16,-6 2 260 0,-6 2-12 15,-1 3 12-15,-5 8-100 0,1 6-64 16,1 5-20-16,-1 3-104 0,0 0-44 16,4-3-48-16,4 1-64 15,5-9-44-15,6-4-492 0,1-4-284 0,4-3-304 0,0 0-552 16,13-10-464-16,-2-1-713 16,9-19-2683-16</inkml:trace>
  <inkml:trace contextRef="#ctx0" brushRef="#br1" timeOffset="192077.866">22511 13621 1616 0,'0'0'11437'0,"0"0"-9961"0,-12 76-960 16,0-34 708-16,0 8 876 0,0 1-224 16,-4 6-668-16,4-7-527 0,4 5-341 15,-4-8-124-15,5-2-216 0,2-7-120 16,5-4-376-1,0-5-137-15,5-10 73 0,6-3 120 0,1-6 112 0,4-4 240 16,5-3-84-16,-6-3-132 0,1 3-116 16,0 0 104-16,-5 1 128 0,2 8 48 15,-5 1 140-15,3 3 72 0,-6 2-68 16,-1 5 104-16,0 0 200 0,-4-1-28 16,4 0-96-16,-4-3-12 0,7-3-164 15,-3 0-8-15,5-4-8 0,6-6 4 0,2-2-140 16,6-1-124-16,1-3-88 0,8 0-76 15,-4 3-88-15,0 0-12 16,0 7 256-16,-8 2 276 0,-1 8 484 0,-6 1-128 16,-2 9-72-16,-3-2 40 0,1 4 92 15,-5-1-108-15,0 2-48 0,-4-1-52 16,0-5 36-16,0-2-24 0,-4 2 72 0,-5-8 64 16,1-1 20-16,-3-5-24 0,3-2-47 15,-8-3-1-15,4-2 12 0,-1-2-52 0,2-4-80 16,3 0-4-16,-1-4-24 0,2-8 64 15,7-4-40-15,0-6 12 16,0-13-192-16,7-7-180 0,10-8-160 0,3-4-168 16,12-3 72-16,0 5-36 15,7 6-1-15,5 4-27 0,4 4-232 16,-1 9-408-16,-6 8-1484 0,10-5-4513 16</inkml:trace>
  <inkml:trace contextRef="#ctx0" brushRef="#br1" timeOffset="192239.304">24029 14446 10544 0,'0'0'8601'15,"0"0"-6549"-15,0 0-1067 0,0 0-441 16,0 0-544-16,0 0-72 0,-92-19-292 16,73 10-169-16,-2-1-99 0,1-3 84 15,-3 4-112-15,-5 0-496 0,8 2-1324 0,-32 1-3077 16</inkml:trace>
  <inkml:trace contextRef="#ctx0" brushRef="#br1" timeOffset="193052.989">5849 16129 8808 0,'0'0'4937'0,"0"0"-3569"0,0 0-776 16,0 0 12-16,84 13 692 15,-45-10-172-15,4 0-324 0,2-3-288 0,-2 0-192 16,6-3-128-16,-6-7-8 0,1 1-104 15,0-5-80-15,-9 0-96 0,-3-3-88 16,0 1-448-16,-12 3-44 0,-4 4-112 0,-7 3-300 16,-6 2-904-16,-3 4-2292 15,-3 0-1513-15,-22 13 765 0</inkml:trace>
  <inkml:trace contextRef="#ctx0" brushRef="#br1" timeOffset="193235.048">5996 16230 9728 0,'0'0'1793'15,"0"0"-489"-15,0 0-308 0,0 0 524 16,0 0-40-16,0 0-176 0,107 57-344 0,-62-46-296 16,-2-5-236-16,0-4-280 15,-2-2-40-15,-1-2-108 0,-5-9-8 16,1 2-100-16,1-7-212 0,-5-3-244 0,-6-3-248 16,2 0-424-16,-3 0-1020 15,-13 6-2213-15,0-6-3019 0</inkml:trace>
  <inkml:trace contextRef="#ctx0" brushRef="#br1" timeOffset="193478.406">6283 15805 380 0,'0'0'4408'16,"0"0"-192"-16,0 0-2740 16,0 0-47-16,0 0 231 0,0 0-164 15,112 28-376-15,-73-5-92 0,5 8-284 0,0 1-200 16,-1 10-236-16,-7 2-152 0,1 0-68 15,-10 7 36-15,-3 3-52 16,-11 3-72-16,-6 0 4 0,-7 1-8 0,0-1-48 0,-12-3-84 16,-4-4-196-16,-4-6 60 15,1-5 0-15,-5-4-48 0,-1-3-88 0,1-4-376 16,1-6-96-16,3-3-356 0,3-2-1044 16,-2-9-2317-16,7-1-1735 15,-4-7 5092-15</inkml:trace>
  <inkml:trace contextRef="#ctx0" brushRef="#br1" timeOffset="195727.083">8781 15986 2912 0,'0'0'236'0,"0"0"4892"16,0 0-3096-16,0 0-139 16,0 0-261-16,0 0-112 0,0 0-100 0,0 0-228 15,0 0-232-15,0 0-272 0,0 0-200 16,-20-13-168-16,32 10-112 15,4 3-12-15,15-3 72 0,10 3 8 0,2-4 116 16,6 2-3-16,2 2-209 0,-3-7-44 16,-5 4-128-16,2-4 32 0,-6-2-40 0,1 3-60 15,-8-4-292-15,0 0-37 0,-8 1-63 16,-8 2-144-16,-4 1-88 0,-5 3-224 16,-3 3-684-16,-4 0-928 0,-4 0-640 15,0 0-2021-15</inkml:trace>
  <inkml:trace contextRef="#ctx0" brushRef="#br1" timeOffset="195984.295">8940 15963 3392 0,'0'0'208'0,"0"0"-204"0,0 0 5460 15,-15 67-3487-15,15-38-361 0,0 3-508 0,3 6-192 0,5 3 180 16,-4 4-104-1,0 2-296-15,1 7-264 0,-5-3-96 16,4 3-4-16,-4-1-160 0,0-1-72 0,0-5-52 0,-4-5-48 16,4-1-52-16,-5-10 48 0,5-1-68 0,0-12-112 15,0-5-224-15,0-3-48 0,0-5 20 16,0-5-112-16,0 0-116 0,0-2-204 16,5-11-180-16,-1-4-164 0,3-2-881 0,1-9-739 15,-4 6-2088-15,0-16 1829 0</inkml:trace>
  <inkml:trace contextRef="#ctx0" brushRef="#br1" timeOffset="196238.91">9112 16074 4012 0,'0'0'6576'0,"0"0"-5019"0,0 0-865 0,0 0-360 0,0 0 368 16,0 0 576-16,-4 93-116 15,4-58-300-15,4 3-324 0,0 6-116 0,3 3-76 16,-3-2 4-16,1 6-16 0,-5-4-200 16,0-2-132-16,0-1-72 0,0-2 64 15,0-1-104-15,0-6-168 0,0-4 32 0,0-5-112 16,0-13-84-16,0-3-40 0,4-8 0 16,-4-2-260-16,0 0-224 0,0-2-424 15,0-5-716-15,0-5-981 0,0 1-3063 16</inkml:trace>
  <inkml:trace contextRef="#ctx0" brushRef="#br1" timeOffset="196445.181">9024 16462 4396 0,'0'0'1000'0,"0"0"3696"16,0 0-3111-16,0 0-521 0,0 0 32 15,0 0 296-15,0 0-56 0,0 0-340 0,80-32-328 16,-57 32-128-16,9 0 16 0,-4-3 92 15,0 0-232-15,4 0-160 0,-4-3-176 16,0 2-80-16,-4-2-72 0,0-3-52 16,-1 6-228-16,-6-4-272 0,-2 4-188 15,-2 0-236-15,-2-1-488 0,-3 4-1068 16,-3 0-2277-16,-5 0-2671 0</inkml:trace>
  <inkml:trace contextRef="#ctx0" brushRef="#br1" timeOffset="196964.712">9387 16576 380 0,'0'0'5684'16,"0"0"-2812"-16,0 0-1424 15,0 0-555-15,0 0 147 0,0 0 288 16,0 0-252-16,0 0-344 0,0 0-368 0,0 0-140 0,0 0-32 16,-8 51-28-16,3-41-12 15,5-1-92-15,-4 1-8 0,0-4-40 16,4 0 136-16,0 5-36 0,-3-6 12 0,3 9-12 16,0 0 40-16,0 5-16 15,0 8 36-15,0 4 40 0,0 7-28 16,0 3-72-16,0 1-64 0,0-1-44 0,0-3-4 15,0 3 0-15,0-9-84 0,0 4-4 16,0-11-24-16,0-3-48 0,0-6-176 16,0-7-72-16,0-6-204 0,0-3-196 15,3 0-312-15,1-6-652 0,5-7-181 16,-5-3-867-16,0 4-2072 0</inkml:trace>
  <inkml:trace contextRef="#ctx0" brushRef="#br1" timeOffset="197241.698">9482 16643 1656 0,'0'0'8528'0,"0"0"-7111"0,0 0-801 16,0 0 76-16,0 0 516 0,0 0-220 0,0 0-372 16,0 0-216-16,0 0 44 15,0 0-32-15,48-3-52 0,-36 9-112 0,-4 0-76 16,0 4-72-16,0 0-12 0,-4-1 8 15,-4 3 4-15,0 1 12 0,0 0 0 16,0-1-4-16,-4 2-20 0,-8 2 24 16,4-7-64-16,-4 4-48 0,4-3-72 0,-4-1-76 15,1-3-52-15,-2 1-96 0,1-1-112 16,0-6-88-16,4 3-92 16,-3-3-116-16,-2-3 24 0,5-3-156 0,1-4-356 15,-1-2-488-15,-1-1-617 16,1-6-927-16,5 3-2056 0</inkml:trace>
  <inkml:trace contextRef="#ctx0" brushRef="#br1" timeOffset="199094.857">9765 16208 4460 0,'0'0'756'0,"0"0"3460"15,0 0-2756-15,0 0-159 0,0 0-61 0,0 0 420 16,0 0-116-16,0 0-348 15,103-28-296-15,-75 28-324 0,0 0-208 0,0 0-72 16,0 0-136-16,-4 0-80 0,0 0-80 16,-4-3-96-16,-4-1-52 0,0 1-368 15,0 0-232-15,-8-1-228 0,-1 2-268 16,-7-3-520-16,0 5-912 0,0 0-1665 16,-4 0-975-16</inkml:trace>
  <inkml:trace contextRef="#ctx0" brushRef="#br1" timeOffset="199280.68">9980 16177 3220 0,'0'0'600'0,"0"0"-520"0,0 0 2552 0,0 0-684 16,0 0-500-16,0 0-335 0,0 0 15 16,-60 72 60-16,56-47-56 15,1 7-72-15,-1 4-180 0,0 2-156 0,4 0-4 16,0 6-16-16,0-2-136 16,0 2-128-16,0 1-120 0,4-8-140 15,0-2-80-15,-1-2-88 0,5-8-12 16,1-6-12-16,2-3-100 15,1-7-280-15,1-3 64 0,2-6-324 0,1-3-52 16,0-9-200-16,4-11-552 0,-4 7-1372 0,4-16-3501 16</inkml:trace>
  <inkml:trace contextRef="#ctx0" brushRef="#br1" timeOffset="199461.193">10299 16316 2824 0,'0'0'7220'0,"0"0"-5107"15,0 0-897-15,0 0-212 0,40 82 344 0,-28-50 192 16,-1 0-316-16,-2-3-384 0,2-4-328 16,6-3-292-16,-2-4-220 0,2-1-12 15,2-7-208-15,1-7-600 0,1-3-32 16,7-13-152-16,-5-6-700 0,1 0-2728 16,4-18-3189-16</inkml:trace>
  <inkml:trace contextRef="#ctx0" brushRef="#br1" timeOffset="199617.143">10626 16224 1120 0,'0'0'10041'0,"0"0"-8185"16,0 0-924-16,-84 55-376 0,52-24 204 15,0 7 284-15,-4 7-320 0,1-1-240 16,3 0-112-16,4-2-48 0,4-4-128 16,0-6-196-16,8-7-248 0,0-6-520 15,8-10-264-15,8-6-356 0,0-6-808 16,4-6-2741-16</inkml:trace>
  <inkml:trace contextRef="#ctx0" brushRef="#br1" timeOffset="199922.829">10738 16135 7020 0,'0'0'6221'0,"0"0"-4901"16,0 0-804-16,0 0 404 0,0 0 468 15,86-44-460-15,-65 34-472 0,3 3-260 0,0 1-84 16,-5 3 12-16,5 3-64 15,-3 0 4-15,-2 7 68 0,1 5-8 16,-8 4 24-16,0 3-64 0,0 4-24 0,-8 5 28 16,-4 4 8-16,0-1 4 15,0 1-52-15,0-4-44 16,0-2 4-16,-4 0-8 0,4-8 0 0,0-1-48 0,0-1 0 16,0-7 44-16,0 1-4 0,0-4 8 15,0-3-8-15,0 3 8 16,0-6 8-16,-4 3 88 0,-4-3-52 0,1 4-44 15,-6-1-108-15,-2-3-152 0,-2 0-128 16,2-3-168-16,-2-4-208 0,2-5-212 16,2-8-416-16,6-2-948 0,3 2-2133 0,4-17-2663 15</inkml:trace>
  <inkml:trace contextRef="#ctx0" brushRef="#br1" timeOffset="200214.754">11992 15735 8896 0,'0'0'5737'0,"0"0"-3973"0,0 0-828 0,0 0 448 16,0 0 284-16,-28 89-356 0,9-57-643 0,-2 3-473 16,-3 3-184-16,-3 6 216 0,-6 4-8 15,-6 10-28-15,-5 8-84 0,-4 4-108 16,-12 13-4-16,-11 2-4 0,-5 11-112 15,-3 1 60-15,-9 6-84 0,4 1-124 16,-4-6-48-16,5-3 16 0,7-6-5 16,8-9 25-16,12-8 48 0,9-10-60 15,11-15 108-15,8-6-56 0,12-13-176 0,8-11-272 16,4-8-392-16,4-9-944 0,0-9-1928 16,4-1-1765-16</inkml:trace>
  <inkml:trace contextRef="#ctx0" brushRef="#br1" timeOffset="200695.024">11745 16770 1448 0,'0'0'8004'0,"0"0"-5467"16,0 0-937-16,0 0-676 16,0 0 88-16,0 0 168 0,0 0-196 15,0 0-244-15,-60 76-224 0,56-50-132 16,4 8 8-16,0 2 48 0,0 2 96 16,0 3-232-16,0-6-96 0,0 2 0 0,0-1-112 15,0-1-12-15,0 0-72 0,0-4 100 16,4-2-64-16,1-4-36 15,3-3-12-15,3-5-184 0,6-5-144 0,2-2-36 16,1-4 24-16,0-3-284 0,0-3-160 16,4-6 104-16,-4-4-232 15,4-5-576-15,-5-4-732 0,-2-1-921 0,-2 8-2671 16</inkml:trace>
  <inkml:trace contextRef="#ctx0" brushRef="#br1" timeOffset="201032.435">12004 16811 8020 0,'0'0'3965'16,"0"0"-2405"-16,0 0-860 0,0 0-348 0,0 0 256 16,0 0 788-16,0 0-116 0,0 0-392 15,0 0-456-15,76 76-224 0,-56-59-60 0,0 5-12 16,-4-6-28-16,0 6-96 0,-1-3 32 15,-3 0-40-15,-3 3 44 0,-5 1-48 0,-4-2 4 16,0 2 8-16,0-2 48 0,-8-2 48 16,3-5-20-16,1-1-28 0,0-7 76 15,4-6-64-15,0 0 0 16,0-3-72-16,4-7-120 0,5-10 112 0,2-5-4 16,1-6-88-16,8-7 52 0,-3-6-36 15,2-4-4-15,-3 1-68 0,0 5-288 0,0 1-132 16,-4 2-200-16,0 8-280 0,0 5-248 15,0 5-640-15,-4 4-965 16,0-2-2415-16</inkml:trace>
  <inkml:trace contextRef="#ctx0" brushRef="#br1" timeOffset="201280.463">12678 16529 6504 0,'0'0'8201'0,"0"0"-6841"0,0 0-944 0,23 82-156 15,-14-50 412-15,2 0 504 0,-3-1-448 0,1 1-496 16,2 0-160-16,-3-3-64 16,1-1 96-16,-2 1-104 0,1-1-12 15,-8-2-76-15,0-1 28 0,0 1-308 16,-8-1-124-16,-8 0-64 15,4-2 148-15,-8-1 12 0,-4 1-152 0,5-9-168 0,-9 3-380 16,4-4-716-16,8-7-1273 0,-8 0-3939 16</inkml:trace>
  <inkml:trace contextRef="#ctx0" brushRef="#br1" timeOffset="202452.393">13625 16563 1044 0,'0'0'1592'0,"0"0"4932"15,0 0-4211-15,0 0-777 0,0 0-340 16,0 0-32-16,0 0-108 0,0 0-268 0,88-79-344 16,-64 60-168-16,4 3 20 0,4-3 84 15,-4 4 100-15,4-2-12 16,4 8-64-16,-4 3-64 0,-4 6-68 0,-1 0-104 16,1 6 28-16,-3 7-76 0,-6 3 76 0,1 3-24 15,0 0-4-15,-4 4-84 0,4-9 4 16,-4 5-76-16,0-5 48 0,3-5-56 15,2-2 45-15,3-4-41 0,0-3 64 16,-1 0-72-16,5-7-8 0,-4-5-309 16,4-2-83-16,-4-5-112 0,0 0-84 15,-4 4-116-15,-4-1-124 0,-4 0-240 0,-5 7-624 16,-7 2-1444-16,-4 4-3753 0</inkml:trace>
  <inkml:trace contextRef="#ctx0" brushRef="#br1" timeOffset="202655.263">13829 16751 1056 0,'0'0'144'0,"0"0"9893"0,0 0-7413 16,0 0-1120-16,0 0-308 0,0 0-240 16,0 0-140-16,0 0 304 0,0 0-200 15,0 0-300-15,84 67-304 0,-48-64-96 16,-1-3-136-16,5 0 0 0,0-3-84 0,0 0 0 15,3-4-96-15,-2 1-304 0,-2 3-184 16,1 0-308-16,1-4-264 0,-10 4-928 16,13-10-4205-16</inkml:trace>
  <inkml:trace contextRef="#ctx0" brushRef="#br1" timeOffset="203038.166">14989 16087 4276 0,'0'0'224'0,"0"0"5492"0,0 0-3399 16,0 0-433-16,0 0-320 16,103 42-88-16,-67-26-276 0,3 0-196 0,10-7-148 0,-1-2-232 15,-1-4-212-15,5-3-144 16,-5-7-63-16,6-5-93 0,-5-4-112 15,-5-3-8-15,-3-3-469 0,-5-1-143 0,-2 4-24 16,-10 0-224-16,-2 3-424 0,-14 4-1532 16,-7 5-2813-16,-3 1-3287 0</inkml:trace>
  <inkml:trace contextRef="#ctx0" brushRef="#br1" timeOffset="203250.861">15307 16161 4072 0,'0'0'156'0,"0"0"5532"0,-15 82-3895 0,15-38-205 16,-5 7-92-16,5 9 92 16,-4 4-332-16,4 5-512 0,0 2-472 0,-4 2-164 0,-4-3-44 15,5 0-52-15,-1-10-8 16,-1-6-4-16,5-10-112 0,0-9-172 16,0-6-160-16,9-10 124 0,-6-10-104 0,1-2-124 15,4-7-368-15,1-4-208 16,2-8-656-16,-3-7-1097 0,-4-7-1959 0,5 8-339 15</inkml:trace>
  <inkml:trace contextRef="#ctx0" brushRef="#br1" timeOffset="203687.253">15435 16265 3312 0,'0'0'312'0,"0"0"-192"0,0 0-68 16,0 0 4472-16,0 0-2712 0,0 0-511 15,0 0-389-15,0 0-44 0,0 0 36 0,0 0-56 16,0 0-204-16,0 0-120 16,-12 73 32-16,12-44 92 0,0 2-80 15,4 8-184-15,0-2-76 0,-4 5-72 16,4 3-28-16,-4-1-48 0,0 3-64 16,0 5-8-16,-8-2-76 0,0 4-4 0,-1-3 32 15,-2-4-40-15,3-2-4 0,-1-7-56 16,6-6 52-16,-1-6-68 0,4-8-32 15,0-4-188-15,0-12-136 0,0-2-196 16,0 0 20-16,4-2-80 16,4-12-164-16,0-2-476 0,0-3-724 15,-4 0-1849-15,-1 3-1231 0,-3-12 1861 0</inkml:trace>
  <inkml:trace contextRef="#ctx0" brushRef="#br1" timeOffset="203906.951">15327 16679 5472 0,'0'0'2872'0,"0"0"257"0,0 0-1873 16,0 0-820-16,0 0 264 0,0 0 476 0,0 0-96 15,0 0-364 1,0 0-168-16,0 0-76 0,52 12 144 0,-24-12 136 16,0 0-188-16,7-7-124 0,-3 2-172 15,9-2-168-15,-2-3-100 0,-3 4-48 16,3-4-72-16,-7 4-248 0,0 0-168 15,1-1 8-15,-10 1-52 0,1 3-112 16,-4 0-464-16,0-1-948 0,-8 1-1777 16,-4 3-1967-16</inkml:trace>
  <inkml:trace contextRef="#ctx0" brushRef="#br1" timeOffset="204695.157">15881 16912 1172 0,'0'0'10685'16,"0"0"-8513"-16,0 0-1096 0,0 0-424 0,0 0 216 16,0 0 240-16,23 93-192 0,-18-55-216 15,3 3-224-15,0 6-108 16,-4 2-16-16,3-2-32 0,2 5-4 0,-1-2 36 16,-4-3-184-16,-1 1-44 0,1-7-75 15,-4-2-1-15,5-1-48 0,-5-7 0 16,0 1-60-16,0-7-61 0,0-1-247 0,0-10-192 15,-5-1-220-15,1-10-128 16,4-3-176-16,-3 0-680 0,3-12-1172 0,0 2-2325 16,0-22-1423-16</inkml:trace>
  <inkml:trace contextRef="#ctx0" brushRef="#br1" timeOffset="204894.551">15992 16945 572 0,'0'0'11249'0,"0"0"-9449"0,0 0-1276 0,0 0 184 16,0 0 716-16,0 0-388 0,0 0-344 16,0 0-384-16,88 31-256 0,-72-18-48 15,-4 0-4-15,-4 0-52 0,-4-1-84 16,-4 4 28-16,0 0-28 16,0 4-28-16,-12-1 16 0,4-5 60 0,-4 3-24 15,0-4-48-15,1-1-64 0,-6-5-36 16,6-1-40-16,-2-6-80 0,2 0-136 15,-1-3-252-15,3-7-1020 0,2-2-2453 0,3-1-1463 16</inkml:trace>
  <inkml:trace contextRef="#ctx0" brushRef="#br1" timeOffset="205148.031">16482 16373 5348 0,'0'0'1420'0,"0"0"4729"0,0 0-3853 16,0 0-800-16,0 0 156 16,0 0-496-16,96-12-324 0,-68 7-296 0,0 3-292 15,4-1-136-15,-4-3-104 0,0-1-4 16,0 0-144-16,0 2-140 15,-9-2-348-15,-3 0-336 0,-4 5-276 0,-8 2-956 0,-4 0-1700 16,0 0-1777-16</inkml:trace>
  <inkml:trace contextRef="#ctx0" brushRef="#br1" timeOffset="205338.927">16570 16481 404 0,'0'0'8928'0,"0"0"-7119"0,0 0-741 0,-32 67 120 0,25-39 284 16,-2 4-164-16,5 3-244 0,-4 3-308 0,8-2-76 15,0 1-80-15,0-2 52 16,0-3-92-16,8-1-156 0,1-2-136 16,-1-6-48-16,-1-8-40 0,10-3 16 15,-6-5-75-15,9-3-121 0,0-4 0 16,4-4-169-16,0-5-111 0,4-3-220 16,0-7-316-16,0 0-168 0,0-4-520 0,-9 7-1668 15,5-6-3961-15</inkml:trace>
  <inkml:trace contextRef="#ctx0" brushRef="#br1" timeOffset="206347.728">17538 16224 3616 0,'0'0'68'0,"0"0"2052"0,0 0 1168 15,0 0-963-15,0 0-773 0,0 0-168 0,0 0-32 16,0 0-148-16,0 0-272 15,0 0-156-15,76 48-160 0,-64-22-148 16,-8 5-128-16,0 1-84 0,0 0-96 16,-4-1-12-16,0 4-76 0,-4-3-60 0,0 3 36 15,-4 0-40-15,-8-3-8 16,4 2-4-16,-7 1-8 0,-5 1-84 0,-1 1-16 16,-3 1-92-16,0-3-164 15,-3-3-12-15,3-4 48 0,0-3-72 0,1-1 20 16,2-12 124-16,5-3 4 0,5-9-68 15,-2 0-260-15,6-3-140 0,-2-9 156 16,6-5 240-16,-1-2 116 0,4-3 60 0,0-3 12 16,-1 0 140-16,5-1 52 15,0 4-40-15,0 0 204 0,0 3 60 0,9 5 0 16,-5 2 0-16,4-1 40 16,3 5-116-16,2-3-36 0,-2 5-64 0,6-4 0 15,2 7 36-15,1 0 64 0,4 3-16 16,0 0 4-16,0 3 8 0,4 7 52 0,0 3-60 15,-4 2-52-15,4 2-28 16,-4 2 36-16,-5 0-144 0,5-3-4 16,-4-1-68-16,0-2 8 15,0 3-56-15,0-7-80 0,0 1-196 0,4 3-136 0,0-4-180 16,0-3 84-16,-1 4-556 16,-3-7-1452-16,-3 0-2605 0,-2-3-1571 0</inkml:trace>
  <inkml:trace contextRef="#ctx0" brushRef="#br1" timeOffset="206944.432">18260 16215 4516 0,'0'0'5684'0,"0"0"-3075"16,0 0-1029-16,0 0-620 16,0 0 72-16,0 0-36 0,0 0-328 0,0 0-272 15,0 0-124-15,0 0-76 0,32 0 24 16,-17-7-8-16,1 1-92 0,5 0-68 15,-6-1 8-15,1 1 0 0,-4 0-20 0,-4 2-32 16,0 4-8-16,-4 0 0 0,0 0-8 16,-4 0-28-16,4 7 36 0,0 2 320 15,0 4-76-15,-4 0-72 0,4 5-40 16,-1 5-124-16,2 0 68 0,-1-2-76 16,0 2-8-16,0 2-44 0,4 3 52 15,-5 1 0-15,1 3-4 0,1-1 8 0,-1 5 68 16,-4-2-60-16,4 8 0 0,-4-1-4 15,0 0 0-15,0 3-4 0,0 4 0 16,-4-3 4-16,4-4-8 0,0 0 4 16,0-3 44-16,0-3-48 0,4-3 0 0,4-3 0 15,-1-7-8-15,2 0 4 16,-1-2 4-16,-1-8 8 0,6 1-8 16,-9-7 8-16,4 1 4 0,-5-5-12 15,-3 2-8-15,4-4-136 0,-4 0-52 0,0 0-72 16,-4 0-52-16,-3 3 112 0,-6-3 84 15,-6 0 16-15,-1 3-152 0,-5-1-96 16,-6-2-224-16,-1 0-200 0,0 0-420 0,-8 0-464 16,-3 0-540-16,-1 0-617 15,0 4-399-15,-4-1 16 0,4-3 216 0,9 7 2917 16</inkml:trace>
  <inkml:trace contextRef="#ctx0" brushRef="#br1" timeOffset="208822.865">20941 16198 4496 0,'0'0'688'0,"0"0"2916"0,0 0-1584 16,0 0-427-16,0 0-125 0,0 0-164 31,0 0-96-31,0 0-248 0,4 74-216 0,0-40-252 0,-4 8-220 16,-4 6-136-16,-8 2-4 0,-4 2-44 16,1 4-40-16,-10-2-48 0,-3-3-68 0,0 2 68 15,-3-4 0-15,-1-2-12 0,0-6 8 0,0-6 4 16,4-9-8-16,-4-5-44 15,8-7-32-15,-4-5-136 0,9-2-52 0,-5-7-64 16,7 0 68-16,6-7-56 0,3-2-24 16,-5-1 24-16,10-2 36 0,-1-1 128 15,0-4 96-15,4 3 8 0,-4-6 52 16,0 4 8-16,0 0-4 0,4 4 12 0,0 2-12 16,0 1 188-16,0 6-16 0,8-4-168 15,4 7 160-15,8 0 24 0,0 0 8 16,7 3-8-16,1 10 60 0,4 6-24 15,0 0-52-15,-4 3-24 0,4 3-148 16,-8-2-8-16,4-2-56 0,-4 2-8 0,0-1-224 16,-1 1-116-16,1-1-160 15,0 0 336-15,4-3-392 0,-3-2-264 16,-2-5-1116-16,-3-10-1153 0,8 3-2539 16</inkml:trace>
  <inkml:trace contextRef="#ctx0" brushRef="#br1" timeOffset="209189.795">21822 16659 3952 0,'0'0'8557'0,"0"0"-6649"16,0 0-1036-16,0 70-44 15,0-36 252-15,0 2-128 0,0 2-212 16,0 0-432-16,0-7-284 0,0-6-24 0,0-2-124 16,0-4-12-16,4-9-404 0,0-4-188 15,0-2-180-15,-1-8-552 0,5-2-1692 16,-8-13-4817-16</inkml:trace>
  <inkml:trace contextRef="#ctx0" brushRef="#br1" timeOffset="209346.116">21678 16493 5764 0,'0'0'7269'0,"0"0"-5529"16,0 0-1476-16,0 0-24 0,0 0 364 0,0 0-112 0,79-6-492 16,-42 3-592-16,-1 3-1304 0,-4-3-1953 0,15 3-4039 0</inkml:trace>
  <inkml:trace contextRef="#ctx0" brushRef="#br1" timeOffset="209591.944">22288 16649 4668 0,'0'0'10553'15,"0"0"-9069"-15,0 0-900 0,-67 82 272 16,50-55 668-16,1-5-120 0,8-3-563 0,8-3-745 16,0-4-96-16,8-2-40 0,8 2 40 15,8-2 8-15,0-1 0 0,3 2-8 16,1-3-4-16,0-2-165 0,-7 5 85 15,3 2 72-15,-9-4 12 0,-2 3-16 16,-2 1 12-16,-7 0 4 0,0 3 4 16,-4-1 60-1,-4 5-64-15,-4-5-48 0,-8 4-172 16,-3 0-108-16,-5 0 24 0,-4-2-28 0,0-4-32 0,-8-1-112 16,4-3-176-16,-4-2-408 0,1-4-1212 0,7 0-2725 15,-13-3-4711-15</inkml:trace>
  <inkml:trace contextRef="#ctx0" brushRef="#br1" timeOffset="210564.554">23594 16780 10132 0,'0'0'1829'16,"0"0"-705"-16,0 0-256 0,0 0 384 15,0 0-68-15,0 0-248 16,0 0-316-16,0 0-188 0,0 0-136 0,0 0-112 16,-91 28-48-16,75-6-16 0,0 10 40 15,1 4 48-15,2 1 4 16,1 4-20-16,0 1 4 0,4-8-48 0,4-2-48 0,4-10-52 16,-4-2-48-16,4-8-8 15,0-2 0-15,0-7-68 0,4 0 16 0,4-3 12 16,5 0-88-16,-2-3 28 0,9-10-16 15,0-2-72-15,0-4 60 16,8-6-108-16,-4-7-28 0,-1 0 4 0,1 0 68 0,-7 3 92 16,2-2 108-16,-10 6 12 15,2 6 72-15,-7 2-8 0,0 7-4 16,-4 7 88-16,0 0-152 0,0 3 192 0,4 0-48 16,1 6-152-16,-1 7-16 0,3 3 16 15,5 3 212-15,0 4-28 16,0 2-112-16,1-3-24 0,-6 1-36 0,5-5-12 15,-4 1-48-15,0-2-48 0,-4-8-16 16,4 3-232-16,-1-5 12 0,2-1-136 16,-1-3-76-16,0 0-252 0,3 1-384 15,2-4-548-15,-6 0-972 0,6 0-2365 16</inkml:trace>
  <inkml:trace contextRef="#ctx0" brushRef="#br1" timeOffset="211103.015">24395 16729 7612 0,'0'0'4941'0,"0"0"-2993"0,0 0-600 16,0 0-616-16,0 0 112 0,0 0 344 15,0 0-120-15,0 0-184 0,0 0-376 0,84 32-264 16,-60-26-84-16,0-3 8 16,0 0-68-16,-4 4-100 0,-5-7 0 0,2 3-112 15,-10 3-20-15,-3 1-28 0,-4-1-80 16,0 10-104-16,-11 3 200 0,-6 3 56 0,-6 6 4 16,-5 2 84-16,0-2 80 15,4 0-80-15,-4 1 12 0,8-1 40 16,1-2 8-16,2-3 24 0,9-2 76 0,5-4-64 15,3-3 4-15,3 0-88 16,5-1-4-16,12-4 76 0,1 0 36 0,2 1 40 16,5-1-28-16,0-2 4 0,4-4-64 15,-1 0-64-15,-3 0-8 16,4 1-104-16,-4-4-372 0,0 0-208 0,-4 0-208 16,1 0-76-16,-2 0-420 0,-7 0-1564 0,0 0-3849 15</inkml:trace>
  <inkml:trace contextRef="#ctx0" brushRef="#br1" timeOffset="211945.898">25160 16983 4036 0,'0'0'492'15,"0"0"4080"-15,0 0-3280 16,0 0-283-16,0 0-49 0,-20 64 164 0,24-49 72 16,5 2-240-16,2-5-376 0,6-3-128 15,-2-3-40-15,5-2-92 0,5-4 4 0,-6 0-100 16,9-10-16-16,0-3-144 0,0-6-64 16,0-2-52-16,-4-5-120 0,-5 4 24 15,-2-1 24-15,-6 5-12 0,-7 2 48 16,0 3 88-16,-4 3 44 0,0 1-44 15,-4-1-160-15,-8 3-124 0,-4-2 144 16,1 4 80 0,-6-2 60-16,-3 3 108 0,-3-2-44 0,-1 6-64 15,0 0-72-15,0 0 68 0,0 3 4 0,0 11 60 0,4 0 28 16,-4 12 12-16,5 6 84 16,-1 10 80-16,4 5 44 0,4 4-124 0,-4 0 52 15,12-4-12-15,0-6-104 0,8-6-56 16,0-9-60-16,4-7-4 0,8-6-4 15,8-10-60-15,3-3-44 0,9-3-80 16,0-14-44-16,9-5-176 0,-2-6-288 16,1-4-164-16,-5 0-276 0,-2-2-548 0,-1 2-921 15,-5 4-1735-15,-7-5-1424 16</inkml:trace>
  <inkml:trace contextRef="#ctx0" brushRef="#br1" timeOffset="212445.605">25527 16802 1856 0,'0'0'4216'0,"0"0"96"0,0 0-2983 0,0 0-405 15,0 0 272-15,79-9 84 0,-55 21-288 32,0 4-288-32,-3 3-344 0,2 3-60 0,-3 3-52 15,-3 5-24-15,-6-5-52 0,-3 3 36 0,1-3-72 0,-6 4 24 16,-3-4-84-16,0 1 36 0,-8-3-16 16,4-2-96-16,-4 2-36 0,0-7-52 15,0-4 16-15,0-2 72 0,8-4 0 16,-4-6 148-16,4 0-148 0,0 0-112 0,0-6 100 15,8-4 12-15,1-6 0 0,2 0-84 16,1-5-80-16,4-5-156 16,0-3-236-16,4 4-204 0,-4-4-204 15,0 1-384-15,4 2-640 16,-5 1-817-16,2 2-1151 0,2 8-88 0,1 5 2464 0,-3 10 1580 0,-2 3 208 16,2 13 1176-16,-6 3 248 0,1 4 1376 15,-4 2-204-15,0 1-815 0,0 2-681 16,0-6-348-16,-4 0 80 0,4-3-32 0,-4-3-248 15,8-6-300-15,0-3-184 16,4-7 156-16,8-5-84 0,4-3-36 16,3-12-108-16,-3-2-204 0,4-3-60 0,-4-4-140 15,-4 4 88-15,-4 3 108 16,-4-1 4-16,0 8 0 0,-8-2 64 16,-4 4 36-16,-4 4 84 0,-4 4 64 15,-4-2-76-15,-4 0 136 0,-4 4 84 0,-4-3 84 16,0 6-228-16,0 0-116 0,0 3-84 15,0 6-48-15,-4 4-8 0,9 4-40 16,-6-3-48-16,2 3-40 16,6-1-108-16,2 0-296 0,-2-4-272 0,10 1-104 15,-1 0-436-15,4-4-1504 0,0 1-3709 0</inkml:trace>
  <inkml:trace contextRef="#ctx0" brushRef="#br1" timeOffset="213509.325">27069 16859 1408 0,'0'0'4320'16,"0"0"840"-16,0 0-3771 0,0 0-381 16,0 0-80-16,0 0 148 0,0 0-172 0,-84 22-224 15,69 1-296-15,2 2-100 16,1 7 4-16,5 0 68 0,3-1 40 0,4-6-40 16,0-2-132-16,0-11-148 0,4-3-76 15,3-2 0-15,5-7 36 16,4 0 64-1,4-7-100-15,4-5-12 0,0-7-196 0,0 0-112 0,0-6-52 16,-4 2 52-16,-4 4 60 0,-4 1 64 0,-5 5 44 0,2-1 28 16,-9 6 0-16,0-3 12 0,0 5 112 15,-4 0 4-15,-8-1 48 0,0 7-4 16,-4 0-48-16,-4 0-132 0,4 7-80 16,-4 5-76-16,8-1-8 0,0 1-100 15,0-2-396-15,8 3-764 16,0-4-1533-1,4-3-2899-15,0 1 1461 0</inkml:trace>
  <inkml:trace contextRef="#ctx0" brushRef="#br1" timeOffset="213611.242">27228 16938 4884 0,'0'0'576'0,"0"0"4544"0,0 0-3591 16,96 0-377-16,-64 4 284 0,-1-4-104 0,1-4-428 0,0-3-444 0,0-5-300 16,0-7-160-16,0-2-160 0,-1-2-460 15,6-6-236-15,-9 4-100 0,-1-4-1152 0,-3 7-2969 16,-4-6-2519-16</inkml:trace>
  <inkml:trace contextRef="#ctx0" brushRef="#br1" timeOffset="213871.494">27615 16602 1736 0,'0'0'1576'0,"0"0"2616"16,0 0-2348-16,0 0-436 16,0 0-187-16,0 0-81 0,-52 73-48 0,52-42-104 0,0 8-32 15,0 5-104-15,8 4-108 0,-4 6 48 0,-1 3-300 16,2 3-224-16,-1 0-80 0,0 1 20 15,0-4 48-15,0-3-160 16,0-7 4-16,-1-3 8 0,2-5-96 0,3-4-4 16,-4-6-8-16,4-7-60 0,-8-3 48 15,3-7-36-15,-3-5 0 0,0-3-52 16,0-4-192-16,-3 0-116 0,-9 0 116 16,-4 0-116-16,-4-4-172 0,-4-3 0 15,0-1 44-15,-4-6-204 0,0-2-280 16,4-6-932-16,-3 0-1209 0,10 3-2719 0</inkml:trace>
  <inkml:trace contextRef="#ctx0" brushRef="#br1" timeOffset="214379.866">28714 16449 4584 0,'0'0'692'0,"0"0"1752"0,0 0-768 0,0 0 169 15,0 0 27-15,0 0-184 0,0 0-356 16,84 96-304-16,-64-61-256 16,0 9-280-16,-4 0-196 0,-4 5-236 0,-4-3-48 15,-4-1 4-15,-4-1-16 0,0-3-44 16,0-8-28-16,-4-5-64 0,-1-9 128 15,2-3 4-15,3-10 4 0,-4-2 0 0,4-4 156 16,0 0 176-16,0-6 24 16,4-7 84-16,-1-6-196 0,10-4-84 15,-1-5 96-15,4-7-60 0,3 0-124 0,2-3-64 16,3-3-8-16,4-1 0 16,0 4-132-16,3 3-88 0,1 7-112 15,0 3-120-15,4 5-172 0,0 3 8 0,-1 9-28 16,-3-2-548-16,-8 7-1244 0,12 3-2857 15</inkml:trace>
  <inkml:trace contextRef="#ctx0" brushRef="#br1" timeOffset="-210036.597">8506 18148 3980 0,'0'0'4372'16,"0"0"-1551"-16,0 0-1885 0,0 0-928 0,0 0-8 15,0 0 180-15,-84-42 156 16,76 42 44-16,-3 0 44 0,3 0 44 16,-5 6-124-16,2 8-128 0,3 2-52 0,-5 6-24 15,2 3 12-15,2 7 136 0,1 3-48 16,8 7 172-16,0-2-272 0,0-1 48 16,0-4-72-16,4-7-52 0,5-6-60 15,-1-11 72-15,-1-9-76 0,6-2-52 0,2-9 52 16,6-10 12-16,-2-7-12 15,-3-6-124-15,9-6-168 0,-10-3-160 0,1-3 160 16,-4-1 256-16,0 4 36 0,0-3 88 16,-4-1-84-16,-1 1-4 15,-3-1-88-15,1 1-52 0,-5-2 28 0,0 2 88 16,-5 6 24-16,1 3 76 0,-3 7-68 16,-1 3 128-16,4 2 56 15,-4 8 8-15,8 5-12 0,-4 7 124 0,4 3-16 16,-4 0-96-16,4 3 12 0,0 13 484 15,0 0-164-15,0 12-136 0,4 7-136 16,0 6-140-16,-4 8-56 0,4-2-56 0,-4 0 52 16,4-2-60-16,-4-4-100 0,4-9-32 15,0-4-152-15,0-9-236 0,0 1-12 16,3-8 8-16,2-5-480 0,-1-4-800 16,-4-3-1220-16,8 0-2453 0</inkml:trace>
  <inkml:trace contextRef="#ctx0" brushRef="#br1" timeOffset="-209685.459">8689 18214 2996 0,'0'0'116'0,"0"0"1460"16,0 0 1704-16,0 0-1532 0,0 0-531 0,0 0-137 15,0 0 224-15,0 0 16 16,0 0-160-16,0 0-244 0,0 0-380 16,84 29-252-16,-68-41-84 0,-4-7-100 15,0-1-100-15,4-2-4 0,-4-3-132 16,-5 3-52-16,6 0-12 0,-9 2 28 15,3 5 48-15,-3 5 72 0,-4 1 48 0,0 5 4 16,0 1 0-16,0 3 48 0,0 0-48 16,-7 3 88-16,-1 3-88 0,-5 1-200 0,2 3 188 15,-1 3 12-15,0-1 36 0,0 7 28 16,3 0 8-16,2 3-68 16,-1 4 48-16,8-1 72 0,-4 0-24 0,4-3-100 15,0-3-12-15,0 0-128 0,4-8-84 16,4-3 24-16,4-4-312 0,0-1 172 15,-1-3-276-15,6-3 12 0,-2-6 32 0,2-1 0 16,-2-6-512-16,1 0-240 16,-4 0-509-16,1 0-451 0,-2 3-488 15,-3 4-1467-15</inkml:trace>
  <inkml:trace contextRef="#ctx0" brushRef="#br1" timeOffset="-208831.337">9147 18056 1512 0,'0'0'1200'0,"0"0"3692"0,0 0-3400 15,0 0-340 1,0 0-3-16,0 0 107 0,0 0 160 0,0 0-596 16,0 0-264-16,0 0-128 0,0 0-24 0,-80 86 108 15,73-55 36-15,-1-2-216 0,4 0-108 0,-4-4-76 0,8-6-148 16,0-7-72-16,0-5-88 0,0 0-176 16,0-7 112-16,8 0 76 15,-4-3-40-15,7-8 180 0,2-3-68 0,-1-5-184 16,-1-2 36-16,-2-4 100 0,2 6 120 15,-3 0-8-15,1 7-52 16,-5 2-72-16,3 7-88 0,1 3 20 0,1 0 168 16,-1 9 36-16,3 4 212 0,2 6 40 15,-6 3-128-15,5 3-112 0,1 4-12 16,2 0 0-16,-2 3 112 0,-2 0 24 0,1 2 52 16,-8-2-64-16,4 6 276 15,-8 1-92-15,0-1 64 0,0-1-24 0,-4-2 24 16,-4 1 44-16,0-5 88 0,0-5-148 15,1-4-124-15,-2-9-60 0,1-4 0 16,-3-3 8-16,2-2-100 0,-3-4-80 16,1 0-172-16,-2-4 36 0,-2-5 132 15,-6-2-164-15,6-3-128 16,-5-5-60-16,-1-4 64 0,2 2 32 0,-1 0-36 16,8 2 64-16,0 4-4 0,4-1 88 15,0 3 76-15,5 4-16 0,3-4-100 16,0 3-44-16,0 1-132 0,0-3-96 0,3-1-268 15,9 3-316-15,-4-3-340 0,0 1-292 16,8-1-569-16,-9 4-1875 0</inkml:trace>
  <inkml:trace contextRef="#ctx0" brushRef="#br1" timeOffset="-208081.553">10315 18249 4112 0,'0'0'964'0,"0"0"3336"16,0 0-3264-1,0 0-7-15,0 0-181 0,0 0 136 0,0 0-244 16,-80-50-184-16,68 50 112 0,5 0 112 16,-6 3 200-16,1 7-360 15,5 5-248-15,-6 5-136 0,5 1-4 0,1 12 16 16,3-3-16-16,4 6 4 0,0-1-128 0,0-6-104 15,4-6 0-15,0-4-4 16,-1-11 0-16,5-2 0 0,1-2 40 0,-1-4 80 16,-1 0-120-16,5-10-4 0,0-2-4 0,4-8-52 15,-4-2-112-15,0-6 24 16,-4-4-124-16,4-4 152 0,0-1-4 16,-4-1-36-16,4-4-164 0,-4 1 16 0,-4-3 84 15,0-1-108-15,-4-2 92 16,0 2-172-16,0 4-4 0,0 7 204 15,0 4 208-15,0 8 4 0,-4 11 48 0,0 0 140 16,4 8 132-16,0 0-36 0,0 3-44 16,0 0-44-16,0 0 68 0,0 3-164 15,0 4-88-15,0 2-8 0,0 7 168 16,0 3-36-16,8 9 112 0,-5 7-52 16,6 0 28-16,-1 6 8 0,-4 1-48 15,3 3-24-15,2-1-48 0,-1 0-40 16,-1 0-72-16,-3-6-4 0,5 1-68 0,-5-7-76 15,4-4-12-15,-5-6-24 0,5-3-148 16,1-6-164-16,2-4-320 0,1-2-968 16,-3-4-2488-16,2-3-2193 0</inkml:trace>
  <inkml:trace contextRef="#ctx0" brushRef="#br1" timeOffset="-207924.319">10821 18367 3132 0,'0'0'9721'0,"0"0"-7777"0,0 0-1200 0,0 0 536 16,0 0 148-16,0 0-432 0,0 0-860 16,0 0-136-1,0 0-420-15,0 0-280 0,31-38-428 0,-26 28-1396 16,-1-3-4181 0</inkml:trace>
  <inkml:trace contextRef="#ctx0" brushRef="#br1" timeOffset="-204374.589">12861 17865 4048 0,'0'0'1380'0,"0"0"2808"16,0 0-2731-16,0 0-237 0,0 0-120 15,0 0 92-15,0 0 80 0,0 0-80 0,0 0-472 16,0 0-312-16,-24-57-84 15,24 67-16-15,4 6 168 0,8 6-20 16,-4 13-248-16,4 10-100 0,-1 5-100 0,-2 7 44 16,-1-2-52-16,0 1-48 0,-5-2-12 15,1-3 0-15,1-4-100 0,-5-5 36 0,4-10-96 16,0-7 36-16,0-9 76 16,-4-10-40-16,3-2-100 0,1-4-84 15,0-4-28-15,5-4 88 0,2-6 260 0,-3-5 24 0,0-6 40 16,1 0 8-16,-2 2 16 15,1 1-64-15,-4 4 36 0,1 4-44 16,2 9-4-16,-7 0-84 0,4 3-68 0,0 2 152 16,0 0 160-16,4 7 248 15,0-2-164-15,0 9-132 0,-4-3-52 16,4 3-44-16,-4-2 60 0,4-3-76 16,-4 1-160-16,4-1-88 0,-4 1-256 15,3-3-128-15,6-1-180 0,-1-3-736 16,0 0-788-16,4-3-2017 0,-9 0-1659 0,14-3 3784 0</inkml:trace>
  <inkml:trace contextRef="#ctx0" brushRef="#br1" timeOffset="-204032.588">13347 18199 3220 0,'0'0'596'0,"0"0"-592"0,0 0 4820 16,0 0-2948-16,0 0-463 0,0 0-285 16,0 0-32-16,0 0 228 0,0 0-380 15,0 0-208-15,-36 38-164 0,32-21 32 16,0 4 172-16,4-5-308 15,-4-1-284-15,4-4-92 0,0-5-92 0,0-3-12 16,0-3 12-16,0 0 24 0,0 0-24 16,4-3-268-16,0-3-64 0,4-5 148 0,4-1-36 15,-4-1-16-15,4 0 52 16,-4 1 84-16,-4 5 88 0,0 1 0 16,-4 6-48-16,4 0-100 0,-4 0-64 0,4 0 224 15,0 4 360-15,-1 3-64 0,6 1-64 16,-5 3-132-16,4 0-40 0,-4-1 16 15,-1 2-64-15,6-1-12 0,-5-2-68 0,0-6-40 16,4 4-76-16,-5-7 8 16,5 2-32-16,1-2-336 0,-2 0-88 0,5 0-204 15,4-7-768-15,0 5-660 0,0-4 503 16,5-4-5199-16</inkml:trace>
  <inkml:trace contextRef="#ctx0" brushRef="#br1" timeOffset="-203747.978">13809 18054 444 0,'0'0'11129'0,"0"0"-8577"0,0 0-1664 0,0 0-184 16,0 0 488-16,0 0-52 15,-51 72-276-15,38-53-336 0,1-3-220 16,5-4-160-16,3 1-144 0,-1-7-4 16,5 4-40-16,0-7 40 15,0 0 184-15,5 3 0 0,6-2-172 0,5 2-12 16,0-3-92-16,5 3-56 0,-2-2 52 0,-3-1 20 15,4 0 16-15,-4 3 48 0,-1 1 12 16,-2-1 4-16,-5 0 8 0,-1 1-8 16,-3-1 68-16,1 4 40 0,-5 0 20 0,-5 2-20 15,1 1-112-15,-7-1-184 16,-6 1 48-16,2 0-20 0,-1-4-116 16,0-2-144-16,-4-1-100 0,1 0-140 0,2 1-448 15,-3-4-696-15,8-3-1256 16,-3 0-4049-16</inkml:trace>
  <inkml:trace contextRef="#ctx0" brushRef="#br1" timeOffset="-202985.622">14602 18119 5580 0,'0'0'636'16,"0"0"4173"-16,0 0-3293 0,0 0-620 15,0 0 120-15,8 86 308 0,-4-58-196 0,0 5-220 16,4 5-380-16,-4 3-204 16,7 9-104-16,-2-1-24 0,-5 5-36 0,4 3-160 15,-4-4-4-15,-1-2-68 0,1 0-40 16,1-10-12-16,-5-3 4 16,4-13-28-16,0-8-88 0,0-11-108 0,0-6-140 0,-1 0-364 15,5-16-92-15,-3-3-168 16,-1-6-1248-16,0 6-3041 0</inkml:trace>
  <inkml:trace contextRef="#ctx0" brushRef="#br1" timeOffset="-202764.704">14678 18256 4804 0,'0'0'1172'0,"0"0"2792"0,0 0-2815 15,0 0-477-15,0 0 364 0,0 0 24 0,0 0-160 16,79-32-196-16,-71 32-140 15,4 3-144-15,-8 1-124 0,0 2-20 0,0 0-40 16,0 5 100-16,-4-3-152 0,0 9-72 16,-8-2-52-16,0 1-60 0,-4 0-8 0,0 0 4 15,-3-3 4-15,2-1-176 16,-2 1-108-16,-1-7-100 0,4 0 44 0,-1-3-120 16,2-3-144-16,-1 0-316 0,4-3-464 15,0-3-704-15,0 0-2293 0,4-10-1123 16</inkml:trace>
  <inkml:trace contextRef="#ctx0" brushRef="#br1" timeOffset="-202300.631">14929 17917 756 0,'0'0'9920'0,"0"0"-8219"0,0 0-1113 0,0 0 100 0,0 0 452 16,0 0 44-16,0 0-432 0,0 0-488 16,0 0-116-16,0 0 64 0,-60 82 60 0,60-54-72 31,0 1 20-31,0-1 4 0,8-2-112 0,-4-5-112 0,0-7-100 16,4-8-36-16,0-3-24 0,4-3-76 0,0-6 12 15,4-11-108-15,-4-2-156 0,4-9 0 16,0 0-192-16,-5-4-64 0,1 0 124 15,1 1 188-15,-6-1 276 0,5 1 156 16,-3 1 64-16,-6-1 76 0,5 2 24 16,-4 1 64-16,-4-4 76 0,0 7 164 15,0-4 48-15,0 10-300 0,-4 0 132 16,0 10 8-16,0 2 104 0,4 4 88 16,0 3-112-16,-3 0-4 0,3 0-100 0,0 6 12 15,-4 7-120-15,4 3-104 0,-5 3 64 16,1 7 24-16,4-1 100 0,0 6-28 15,0 1 112-15,0 0-260 0,0 6-132 16,0-3-8-16,0 3-88 0,0-3-52 0,4 0-204 16,1 1-188-16,-1-9 0 15,3 2-148-15,1-8-192 0,0-1-328 0,4-4-760 16,0-6-1056-16,4-7-3257 0</inkml:trace>
  <inkml:trace contextRef="#ctx0" brushRef="#br1" timeOffset="-201686.863">15849 18389 444 0,'0'0'9792'0,"0"0"-8335"16,0 0-601-16,0 0-240 15,28 65 728-15,-16-53 20 0,8 1-248 16,-4-8-372-16,4-2-336 0,-1-3-136 16,2-3-64-16,3-6-8 0,-5-10 20 0,5 0-156 15,0-6-64-15,-4-1-380 0,0-2 72 0,-4 1 12 16,-4 2 12-16,0 3-4 0,-8 4 68 15,0 1 56-15,-4 8 116 0,0 2 48 0,0 1 12 16,-8 3 64-16,0 0-68 16,-8 0 40-16,0 3 128 0,0 0 56 15,0 0 80-15,0 6-200 0,0 3-16 0,4 7-8 16,0 3 12-16,0 7 60 16,5 3-12-16,-1 6 24 0,3 2-24 0,1 5-52 15,4-4 16-15,0-3 72 0,4-7-72 16,5-5-32-16,2-11-76 0,1-2-8 15,4-10-176-15,5 0-64 16,-2-6-176-16,1-10 0 0,4-7-60 16,4-5-304-16,-8-7-456 0,4 0-844 0,-8 7-2341 15,7-14-2467-15</inkml:trace>
  <inkml:trace contextRef="#ctx0" brushRef="#br1" timeOffset="-201427.135">16614 17694 1200 0,'0'0'5916'16,"0"0"-175"-16,0 0-4341 0,0 0-716 0,0 0 260 16,0 86 396-16,-4-52-116 0,4 11-300 15,0 2-412-15,0 8-144 0,0 2 60 0,4 4 168 16,4-4-172-16,0-4-191 0,0 1-233 15,4-10-64-15,4 0-145 16,-4-8-287-16,4-8-64 0,-5-9-4 0,6-6-12 16,-2-7 0-16,2-2-176 15,-1-8-712-15,-1-5-956 0,-7-3-1405 0,1-11-1979 16</inkml:trace>
  <inkml:trace contextRef="#ctx0" brushRef="#br1" timeOffset="-201224.896">16507 18208 64 0,'0'0'1892'0,"0"0"-1880"0,0 0 108 16,0 0-120-16,0 0 156 15,0 0-156-15,0 0-592 0,0 0-672 0,0 0 877 16</inkml:trace>
  <inkml:trace contextRef="#ctx0" brushRef="#br1" timeOffset="-200630.548">17036 17758 2552 0,'0'0'7192'16,"0"0"-5671"-16,0 0-313 0,0 0-556 16,0 0 188-16,0 0 540 0,0 0-72 0,24 85-428 15,-20-41-348-15,4 7-284 0,1 3 60 16,-2 3 36-16,1 0 52 0,0-2-128 15,-3-4-120-15,2-4-76 0,1-8 28 0,-4-6-100 16,4-6 0-16,0-12-64 16,0-2 28-16,4-10 36 0,4-3 24 15,-1 0-24-15,2-9-132 0,3-7-152 0,-1-3 40 16,-2-7-188-16,-6-2-220 0,6-1-104 16,-9 0-164-16,-1 4-340 15,-3 0-528-15,-4 0-556 0,-4 3-553 0,0 5-159 16,-16-1-868-16</inkml:trace>
  <inkml:trace contextRef="#ctx0" brushRef="#br1" timeOffset="-200481.039">17132 18037 1564 0,'0'0'1516'0,"0"0"1556"0,-88-3-96 16,61 3-1051-16,3 3-397 0,4 3-100 15,12 0-164-15,0 4-144 0,8-1-248 0,0 2-188 16,4 4-116-16,8-3-28 0,8 5 0 16,8-9-276-16,0-1-264 0,-1-3-316 15,6-4-264-15,2-6-96 0,1-7-140 16,4-6-432-16,-5-4-848 15,-3 4-1909-15,9-9-1983 16</inkml:trace>
  <inkml:trace contextRef="#ctx0" brushRef="#br1" timeOffset="-200245.591">17571 17919 3268 0,'0'0'156'0,"0"0"8309"0,0 0-6193 16,0 0-1084-16,0 0-232 0,0 0 352 0,0 0-148 0,-17 80-140 0,14-65-360 15,-5 5-172-15,3-5-88 16,1-2-96-16,4 4-95 0,0-9-113 0,0 6-36 15,0-5 100-15,9 0-16 0,2 1 28 16,1-1 8-16,4-2-180 0,0-1-36 0,-4 4-24 16,4-4 56-16,-4-3-8 0,-4 4 4 15,0-4-52-15,-4 3 12 16,-4 3 44-16,0 1-28 0,-8 3-28 0,-8 2 0 16,-4 6-220-16,0-2-85 15,-8-1-35-15,0-3-256 0,-8 5-348 0,1 2-312 0,-9 0-1080 16,12-3-1888-16,-28 13-2313 15</inkml:trace>
  <inkml:trace contextRef="#ctx0" brushRef="#br1" timeOffset="-188988.521">5398 15033 3256 0,'0'0'1212'0,"0"0"2544"16,0 0-2436-16,0 0-532 0,0 0-139 15,-83 54 287-15,59-34 116 0,0-2-100 0,-4 1-112 16,0 3-188 0,-8 8 40-16,4-5-76 0,-3 3-32 0,-5 2-184 0,-1 0-80 15,-2-2-48-15,-1 8-124 16,-4-4-60-16,4 0-88 0,1-4-52 0,3 0 40 0,8-5-84 16,4-4-64-16,8-3-40 15,8-9-96-15,8-2-128 0,4-2-484 0,4 1-464 16,12-4-292-16,4 0-552 0,8-4-1033 15,-4 1-3691-15,16-12 6132 0</inkml:trace>
  <inkml:trace contextRef="#ctx0" brushRef="#br1" timeOffset="-188740.868">5422 15309 5368 0,'0'0'8245'0,"0"0"-6397"0,0 0-1232 0,0 0-336 15,0 0 244-15,0 0 532 0,-95 54-220 16,70-38-368-16,-3 1-148 0,-7 1-148 0,-1 1 0 0,-3 0 8 16,-6 8-56-16,-6-2-112 15,-9 6-12-15,0 4-8 0,-3 0-64 16,-6 0-16-16,2 4-156 0,3-6-124 16,8-1 48-16,5-3-60 0,6-4-76 0,10-5-188 15,7-8-124-15,12-5-36 0,4-7-128 16,12-7-384-16,0-8-1164 0,0-9-2781 15,4 6-671-15,8-20 5785 0</inkml:trace>
  <inkml:trace contextRef="#ctx0" brushRef="#br1" timeOffset="-188501.613">4597 15337 6140 0,'0'0'1172'0,"0"0"3473"16,0 0-3649-16,0 0-676 0,-56 71 176 0,41-46 660 15,-2 7-164-15,2 3-412 0,-2 2-368 16,6 5-24-16,-6 3 24 0,6 3-28 16,-1-1 4-16,4 4-4 0,0 0 28 0,8-10 60 15,0-3 172-15,0-7-12 16,12-8-176-16,8-4-156 0,0-6-100 16,8-3-136-16,8-4 12 0,3-6-156 0,10 0-128 15,2-10-272-15,5-5-100 0,-4-1-452 16,0-7-804-16,-16 11-1993 0,7-8-2191 15</inkml:trace>
  <inkml:trace contextRef="#ctx0" brushRef="#br1" timeOffset="-187722.049">1633 16348 3452 0,'0'0'156'16,"0"0"5308"-16,0 0-3243 0,0 0-465 0,0 0-308 16,0 0-24-16,0 0-144 0,0 0-264 15,0 0-304-15,0 0-244 0,0 0-160 16,8 0-64-16,0 13 36 0,0 2 280 16,0 5-144-16,3 8-232 0,-2 4-76 15,-1 5-104-15,0 8 80 0,-5-3-84 0,1 2-36 16,-4-3-48-16,0-2 40 0,0-8 40 15,0-3 0-15,0-5-72 16,0-7-8-16,0-7-232 0,0-2-12 0,0-4-52 16,0-3 64-16,0 0 8 0,0 0 12 15,0 0 64-15,0-3-12 16,0-4-116-16,0-2 212 0,0-7 88 0,5-7 56 16,3-2-56-16,0-7 60 0,-1 1 12 15,6-4 0-15,-2 6 48 0,2 4-48 16,2 0 64-16,-3 6 120 0,0 6-72 15,0 0 12 1,1 3-40-16,-2 4-84 0,-3 4 100 16,-4-3 12-16,4 5-64 0,0 0-12 0,-4 5 124 0,0 1 64 0,4 6-56 15,0 1-44-15,-4 9 24 0,4 0-88 0,0 10-60 16,-5 0-12-16,-3 6-244 0,5-3 0 16,-1 0 0-16,0-7 84 15,-4 1 36-15,4-10-416 0,4-6 180 0,-8-4 4 16,3-3-228-16,1-6-288 0,5 3-348 15,-5-3-184-15,4 0-268 16,4-3-673-16,0-3-479 0,-5 0-1480 0</inkml:trace>
  <inkml:trace contextRef="#ctx0" brushRef="#br1" timeOffset="-187457.182">2262 16548 4700 0,'0'0'6793'16,"0"0"-5061"-16,0 0-944 0,0 0-80 15,0 0 524-15,0 0 96 0,0 0-424 16,0 0-484-16,80 15-260 0,-63-15-160 15,2 0-4-15,-3 0-44 0,-4-2-64 16,-1-3-480-16,2 0-152 0,-1-1-320 16,0-1-496-16,-8 0-1000 0,0 7-3073 0</inkml:trace>
  <inkml:trace contextRef="#ctx0" brushRef="#br1" timeOffset="-187251.795">2310 16726 416 0,'0'0'7236'0,"0"0"-4708"0,0 0-751 16,0 0-269-16,0 0 12 0,0 0-196 0,0 0-216 15,0 0-216-15,0 0-104 0,0 0-248 16,64 22-220-16,-48-19-320 16,0-3-88-16,0 0-192 0,4 0-148 0,-4 0-212 15,8 0-288-15,-5 0-524 0,2 0-996 16,3-3-3033-16</inkml:trace>
  <inkml:trace contextRef="#ctx0" brushRef="#br1" timeOffset="-185485.885">3063 16519 4628 0,'0'0'1420'0,"0"0"2888"16,0 0-2827-16,0 0-725 0,0 0-156 0,0 0 328 15,0 0 96-15,0 0-392 16,0 0-272-16,0 0-128 0,0 0 16 16,-43-63 88-16,39 59 276 0,0 4-120 15,0 0-108 1,0 0 108-16,-1 4 64 0,1-1-168 0,1 0-128 0,-1 0-164 15,-4 4-96-15,4 0-24 0,-5 1-60 0,6 9-28 16,-5-2 52-16,4 4-16 0,0 4 68 0,0-1-40 16,4 0 40-16,0 3 8 15,0-6 8-15,0 0 128 0,8-3 24 0,-4-2-100 16,4-2-52-16,-1-3 40 0,2 1-48 16,3-4-12-16,0-3-196 15,0-3-160-15,-1 0-24 0,6 0-124 0,-2-3-236 16,5-3-604-16,-3-4-1444 0,6-3-3409 0</inkml:trace>
  <inkml:trace contextRef="#ctx0" brushRef="#br1" timeOffset="-184935.673">3489 16596 3572 0,'0'0'9013'15,"0"0"-6613"-15,0 0-1292 0,0 0-404 16,0 0 524-16,0 0-44 15,0 0-436-15,0 0-420 0,0 0-264 0,0 0-64 16,0 0 84-16,-43 0 24 0,30 0-4 16,2 6-104-16,-1 0-12 0,-4 7 0 15,0 0 12-15,0 5 8 0,5 5 52 0,-2 0-12 16,1-2 40-16,5 5-28 16,-2-1-48-16,5 1-12 0,0-11-4 15,4-2 4-15,0-3 116 0,0-4-116 0,4-6-132 16,5 0 20-16,-1 0 52 0,3 0 52 15,6-6-100-15,-6-7-4 0,5 0 28 16,0-6-4-16,0 0-92 0,-4-3-128 16,-1-3-60-16,2 0 0 0,-1-1-100 15,0-3-12-15,4-3-128 16,-4 1-124-16,-4-1-124 0,0 0-72 0,-1 0-48 16,-3 0 84-16,1 1 228 0,-5-1 176 15,0 4 308-15,-5-2 180 0,-3 3 0 16,1 2 272-16,-1 2 136 0,-1 4 232 15,2 0-80-15,-1 6 88 0,4 0-168 0,0 4 88 16,0 3-16-16,4 2-44 0,0 1-48 16,0 0-12-16,0 3-64 15,0 0-100-15,0 0-24 0,0 0-24 0,0 3 20 16,0 4-56-16,4 5 32 0,0 4 208 16,4 6 40-16,-4 7-176 0,3 6-144 0,-2 3-152 15,3 3 0-15,-4 4-8 0,3-1-12 16,1 3-40-16,5-2-44 0,-6 0 12 15,1-7-16-15,5 0-96 0,-2-10-208 16,-3-2 0-16,8-4-76 0,-4-7-148 16,0-2-312-16,4-3-740 0,-4-3-728 15,0-4-1725-15,0-3-1863 0</inkml:trace>
  <inkml:trace contextRef="#ctx0" brushRef="#br2" timeOffset="148189.82">14164 12179 4000 0,'0'0'2644'16,"0"0"1725"-16,0 86-3393 0,-4-51 152 0,-9 9-8 15,2 3-36-15,-6-2-124 16,-2-3-188-16,-5-1-224 0,4-3-52 0,0-6 132 16,0-7 108-16,0-6-244 0,4-3-248 0,-4-7-108 15,1-2-4-15,3-4-8 16,-5-3-124-16,2 0-48 0,-1-6-60 0,0-7 12 16,0 0-176-16,4-7-216 0,0 1 340 15,0-2-12-15,8-2-160 16,0 2 0-16,1 1-36 0,2 8 196 0,5-1 48 15,0 4-84-15,9-1-68 0,2 0 68 16,-3 4 72-16,8 0-12 16,0-1 120-16,4 4-108 0,0 0 12 0,3 0 112 0,2 3 24 15,-1 0-8-15,0 6 56 16,0 1 40-16,-1 2 200 0,1 1-112 16,0-1-28-16,-3 4-36 0,-2-4-72 0,1 4-64 15,-1-4-48-15,2 1-124 0,-5-1 168 16,0 4 0-16,0-7 0 0,-1 5-96 15,2-6-112-15,-2-2-60 0,-2 4 36 16,-2-3-140-16,-3-1-64 0,1 0-52 16,-2-1-188-16,-3 2-408 0,0-4-688 15,0 2-997-15,0-2-2383 0</inkml:trace>
  <inkml:trace contextRef="#ctx0" brushRef="#br2" timeOffset="148955.006">14546 12293 3892 0,'0'0'6140'16,"0"0"-5107"-16,0 0-661 0,0 0 16 15,20 67 480-15,-16-36 396 0,-4 1-264 16,0 7-320-16,0-4-328 0,0-4-36 16,0 1-52-16,0-1-4 0,0-6 4 15,0 2-56-15,0-8 40 0,0-3-160 0,0-7-88 16,0-3-4-16,0-2-96 0,0-4-36 15,0 0-200-15,0 0-100 0,0 0-80 16,-4-7-124-16,4 1-192 0,0-7-184 16,0 4-284-16,0-4-269 0,0-3-435 15,0 6-544-15,0 1-420 0,0-3-192 16</inkml:trace>
  <inkml:trace contextRef="#ctx0" brushRef="#br2" timeOffset="149188.32">14574 12557 3332 0,'0'0'2252'0,"0"0"-444"16,0 0-576-16,0 0-324 15,0 0 60-15,0 0-51 0,0 0-97 0,0 0-168 16,0 0-116-16,0 0-52 0,0 0-12 16,92 7-144-16,-72-7-52 0,4 0-12 15,-1-4 64-15,9 1-76 0,5-4 140 0,2 1 48 16,1-4-244-16,-1 4-36 16,2 0-156-16,-2 3 192 0,1-4-96 15,-3 4-4-15,-2 0-96 0,-3 3-8 16,-4-3-116-16,0 0 76 0,-1 0-16 15,-3-4-60-15,0 1-200 0,-3 0-76 16,-6-1 20-16,1 1 4 0,-4-3-40 0,0-1-124 0,-4 0-172 16,0 1-296-16,0-2-336 15,-8 3-657-15,4-3-2047 0,-4 0-1292 0</inkml:trace>
  <inkml:trace contextRef="#ctx0" brushRef="#br2" timeOffset="149418.868">15307 12315 4060 0,'0'0'4600'0,"0"0"-3436"0,0 0-568 0,0 0-120 0,0 0 245 15,0 0 267-15,0 0-96 0,88 26-268 16,-73-17-128-16,2-2-132 16,-2 2-60-16,2 4-64 0,-6-3-64 0,2 3 112 15,-2-1-164-15,-7 1-36 0,0-1 28 16,-4 1-104-16,0 0 4 0,0 0-16 15,-8-1-116-15,1 1-64 0,-6 3-20 16,2-3-176-16,-1-4-152 0,-4 3-116 0,0-1-284 16,0-3-504-16,0-4-1565 0,-4 3-2847 15</inkml:trace>
  <inkml:trace contextRef="#ctx0" brushRef="#br2" timeOffset="150063.633">16001 12332 7400 0,'0'0'1688'0,"0"0"-988"16,0 0 1053-16,0 0-485 0,0 0 44 0,0 0-148 15,59 79-220-15,-54-47-144 0,-2 3-92 16,1-1-188-16,-4 4-152 15,0-5-108-15,0-2-100 0,0-9-100 0,0-2-60 16,-4-8-108-16,4-2 44 0,0-7-44 16,0 0-16-16,0-3-384 0,0 0-272 15,-3-3-176-15,-2-7-380 0,5 1-1372 0,-8-17-4041 16</inkml:trace>
  <inkml:trace contextRef="#ctx0" brushRef="#br2" timeOffset="150242.298">16028 12122 13357 0,'0'0'1828'0,"0"0"-1376"0,0 0-64 0,0 0 592 16,0 0 556-16,0 0-628 0,0 0-576 0,0 0-272 16,80-22-60-16,-68 15-316 0,4 4-644 15,-8 0-400-15,-1 3-460 0,2 0-2945 16,-9 13-5187-16</inkml:trace>
  <inkml:trace contextRef="#ctx0" brushRef="#br2" timeOffset="150538.386">16287 12239 11745 0,'0'0'1972'0,"0"0"-1036"15,0 0-92-15,0 0 564 0,0 0-32 0,0 0-220 16,80 17-456-16,-68-5-248 15,-4 7-28-15,0 3-32 0,0 3-116 16,0 5-7-16,-8 1-209 0,4 1-48 0,-4-1-4 16,0 1 8-16,4-7-16 15,0-1 12-15,-1-6 0 0,2-6 36 0,-1-2 0 16,0-6-44-16,0-1 44 16,0-3 36-16,3-3 24 0,2-8 88 0,-1-1 32 15,0-7-32-15,3-7-84 0,-2 1-112 16,-1-3-60-16,-5-4-108 0,5-1-232 15,1 2-148-15,-1 4-181 0,-5-6-135 0,5 5-188 16,-4 2-616-16,5 1-1036 0,-6 6-2613 16,1-6-2515-16</inkml:trace>
  <inkml:trace contextRef="#ctx0" brushRef="#br2" timeOffset="150804.476">16662 12122 10828 0,'0'0'1621'0,"0"0"-753"0,0 0-296 15,0 0 692-15,24 73 520 16,-16-52-184-16,-4 2-568 0,3 0-580 0,-2 2-144 16,-1 0 32-16,0 4-12 0,-4-1-96 15,0 5-72-15,0-5-16 0,0-6-72 16,0-3 40-16,0-3-4 0,0-6-23 0,0-7-37 16,0-3-48-16,0 0 0 15,4 0 8-15,0-3-8 0,-1-7 12 16,10-3 196-16,-1-3-64 0,8-9-144 0,-5-4-44 15,9-3-248-15,-3 4-37 16,2-4-47-16,1 7-208 0,4 0-248 0,-4 6-284 0,4-1-592 16,-5 8-604-16,-3 3-1941 15,5-2-2355-15</inkml:trace>
  <inkml:trace contextRef="#ctx0" brushRef="#br2" timeOffset="151091.354">17296 12062 4136 0,'0'0'8657'0,"0"0"-7497"15,0 0-1060-15,0 0-72 0,0 0 656 0,0 0 648 16,-52 82-116-16,35-47-400 0,10 2-236 15,-1 5-52-15,-5 3 24 0,9-1 36 16,1 0-100-16,3-2-100 0,0-4-228 16,3-9-148-16,6-4-12 0,3-6-52 0,-1-3 48 15,6-7-140-15,3-6-148 0,-1-3-304 16,2-6-92-16,3-7-156 16,4-12-232-16,-13 6-988 0,17-19-3293 0</inkml:trace>
  <inkml:trace contextRef="#ctx0" brushRef="#br2" timeOffset="151494.366">17766 11995 13537 0,'0'0'1836'0,"0"0"-1448"16,0 0 28-16,4 89 584 0,-8-54 928 15,0-1-288-15,-5 4-728 0,5 1-471 16,0-1-141-16,-3 3 4 0,-5-3-120 0,0 1-64 15,0-4-72-15,-1-4-40 0,2-2-8 16,-1-7-4-16,0 0-128 16,0-8-196-16,4-3-12 0,-4-8-72 0,0-3-65 15,5 0-119-15,-6-3 172 0,2-8 68 16,3-6 112-16,-5-5 36 0,2 0-88 0,2-7-96 16,1 1-188-16,1 2-28 0,3 0-12 15,4 4 308-15,0 7 264 16,0-2-4-16,4 8-20 0,-1 0-104 0,5 5 176 15,5 1 232-15,-2 3 144 0,6 0 56 16,2 10 140-16,1-1-80 0,0 7-60 16,4 0-100-16,-4 0 36 0,0-1-84 15,-1 2-164-15,2-4-48 0,-10-1-68 16,6 1-4-16,-6-4-72 16,6 1-100-16,-6-4-380 0,-3 0-160 0,5 1-240 15,-6-4-44-15,5 0-688 0,-4 0-976 16,8-3-2949-16</inkml:trace>
  <inkml:trace contextRef="#ctx0" brushRef="#br2" timeOffset="151640.687">18125 12471 10376 0,'0'0'2185'0,"0"0"-1685"16,0 0-488-16,7 70 128 0,-7-45 524 16,0 4 700-16,-4-3-292 0,-4-4-336 0,0 3-240 15,0-6-224-15,1 0-272 0,-6 0-224 16,5-5-448-16,1-6-308 0,3-2-200 15,-1-6-716-15,1 0-2253 0,0-2-3403 16</inkml:trace>
  <inkml:trace contextRef="#ctx0" brushRef="#br2" timeOffset="152113.603">18228 12160 8704 0,'0'0'2004'0,"0"0"-395"0,0 0-525 0,79-7 400 16,-42 7 140-16,-2 0-180 0,5 0-396 16,-1 0-324-16,6 0-320 15,-9-3-76-15,-1-3-180 0,1 1-40 0,-8-6-108 0,0 2-108 16,-8-7-396-16,-1 0-216 16,-2 0-192-16,-6 1-236 0,-2-2-456 15,-5 1-1288-15,-4 7-2769 0,0 3-1395 0</inkml:trace>
  <inkml:trace contextRef="#ctx0" brushRef="#br2" timeOffset="152323.848">18443 12139 8052 0,'0'0'1824'0,"0"0"-275"16,0 0-281-16,-4 84 264 16,4-49 144-16,4 7-100 0,-4-1-452 15,4 1-424-15,-4 2-220 0,0 0-64 0,0-3-184 16,0 0-120-16,0-5-112 15,-4-9-8-15,4-4-136 0,0-10-164 16,0-7-80-16,0-2-104 0,0-4-260 0,8 0-164 16,-4 0-152-16,8-10-156 15,-4-3-776-15,0 1-2145 0,4-13-2215 16</inkml:trace>
  <inkml:trace contextRef="#ctx0" brushRef="#br2" timeOffset="152655.04">18595 12246 9864 0,'0'0'2049'0,"0"0"-1101"16,0 0-324-16,0 76 468 0,0-41 600 16,-4 3-312-16,0 0-364 0,4 7-304 15,0-4 8-15,-5 0-168 0,1 1-212 16,0-8-168-16,0-2-172 0,4-10-76 16,-3-3-60-16,3-6-36 0,0-7-204 15,0-2-112-15,0-4-116 0,0 0-120 16,0 0-140-16,0-4-220 0,-4-5-588 0,0-4-832 15,-1-6-525-15,1 0-71 0,-4-6 704 16,5-2 764-16,-5 0 1096 16,-1 2 532-16,5 2 4 0,0 1 2452 0,4 9-148 0,0 4-316 15,8 2-432-15,1 4-151 16,2 0 183-16,6 3 24 0,-2 0-276 0,6 0-344 16,-2 0-260-16,1 0-76 0,0 3-212 15,0-3-164-15,0 0-96 0,0 0-132 16,-1 0-52-16,2-3-84 0,-1-3-504 0,-5 2-428 15,2-2-404-15,-9 3-812 16,7-4-3473-16</inkml:trace>
  <inkml:trace contextRef="#ctx0" brushRef="#br2" timeOffset="152873.453">18877 12611 1096 0,'0'0'11685'0,"0"0"-10057"15,-7 76-1148-15,7-41 176 0,-4 9 788 0,-1 6 216 16,1 5-436-16,4 2-552 0,-4 4-292 0,4 2-64 16,0-3-108-16,-4 0-144 15,4-9-64-15,0-3-108 0,0-13-76 16,0-9-144-16,0-11-88 0,4-2-36 0,0-13-172 16,5 0-88-16,-5-9-192 15,3-10-388-15,5-10-520 0,-4-6-904 0,-4 7-2313 16</inkml:trace>
  <inkml:trace contextRef="#ctx0" brushRef="#br2" timeOffset="153107.511">18941 12547 5532 0,'0'0'3080'0,"0"0"-1748"0,0 0-568 0,0 0 393 15,0 0 215-15,75 17-168 0,-58-9-468 16,-6-1-248-16,2 3-200 0,-6 3-124 15,-3-1-100-15,-4 4-64 0,0-3-40 0,-4 6 40 16,-7 0 0-16,-6 0-120 0,-3 0-44 16,1-4 116-16,-5-2 48 0,0-3 88 15,-1-7-88-15,6-3-12 0,-1 0-252 16,5-13-340-16,-2-2-296 0,6-11-436 16,3 7-1457-16,-5-25-2207 0</inkml:trace>
  <inkml:trace contextRef="#ctx0" brushRef="#br2" timeOffset="153338.362">19511 11983 10949 0,'0'0'2128'0,"0"0"-1056"15,0 0-464-15,0 0 260 0,68 73 424 0,-57-55-52 16,6 1-536-16,-2 3-372 0,2 2-224 15,-2-3-44-15,-3 2-64 0,4 2-12 0,-8 4-108 16,0 2 116-16,-8 4 0 0,0 1-388 16,-12-3-152-16,-8 3-24 0,0-1 108 15,-8 0-64-15,0-7-92 0,0 0-12 0,-4-2-368 16,-3-7-796-16,11-3-2529 16,-24 0-2199-16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32767" units="deg"/>
          <inkml:channel name="T" type="integer" max="2.14748E9" units="dev"/>
        </inkml:traceFormat>
        <inkml:channelProperties>
          <inkml:channelProperty channel="X" name="resolution" value="3854.94116" units="1/cm"/>
          <inkml:channelProperty channel="Y" name="resolution" value="5461.1665" units="1/cm"/>
          <inkml:channelProperty channel="F" name="resolution" value="91.01945" units="1/deg"/>
          <inkml:channelProperty channel="T" name="resolution" value="1" units="1/dev"/>
        </inkml:channelProperties>
      </inkml:inkSource>
      <inkml:timestamp xml:id="ts0" timeString="2023-06-27T08:10:30.12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4103 10662 3860 0,'0'0'404'16,"0"0"-340"-16,0 66-128 0,4-41 128 0,1-2 2504 15,-1 0-1880-15,-4-4-592 16,0-1-88-16,0-3-8 0,0-1 12 16,4-5 156-16,-4-7-76 0,0 3 24 15,0-5 64-15,0 0-180 0,0-7-100 0,-4-2-1864 16,-9-13-3528-16</inkml:trace>
  <inkml:trace contextRef="#ctx0" brushRef="#br0" timeOffset="3291.646">3940 9624 4832 0,'0'0'2968'0,"0"0"189"16,0 0-2293-16,0 0-608 0,0 0 320 0,0 0 264 15,0 0 88-15,0 0-296 0,-8 72-204 0,8-46-76 16,0 2-112-16,0 4-128 0,0 10 144 15,0-2-120-15,4 5-60 0,0 5-72 16,0 4 44-16,0 4 28 0,3 5-72 0,-2 4 0 16,3 6-4-16,4 3-52 0,-5 0 40 15,2 4 12-15,-1 2 52 16,-4-2-40-16,3 2 80 0,-7 4-92 0,5-4-8 16,-5 1 8-16,4-1 8 0,-4 1-8 15,4-1-8-15,-4 1 8 0,4 0 24 16,0-1-16-16,-1-2 68 0,1-1-72 15,0-2-4-15,5-5 0 0,-5 2-88 16,3-5 12-16,-3-2 68 0,0 0-68 16,0-4 4-16,-4 1-92 0,5-7 152 15,-5-3 8-15,0-7-4 0,4-5 8 16,-4-4 8-16,0-6 4 0,0-4-8 0,0 0-4 16,-4 2 0-16,4-3-8 0,-5-4-4 15,1-1 0-15,0 0-28 0,0-2 40 0,4-1 16 16,-3-4-16-16,-1 5-12 0,0-5 12 15,4 2 12-15,-4-2-12 16,-1-3 40-16,1-1-40 0,4-2-8 0,-4-4 4 16,4 2 4-16,0 0 12 0,0-1 64 15,-3-3-64-15,3 1 60 0,0-4 64 16,0 0-132-16,0 0 4 0,0 0 0 0,0 0 4 16,0 0 0-16,3 0-4 15,1 0 104-15,5 0 12 0,3 0 88 16,3-4-88-16,1-2 0 0,5 0 136 0,-2-5-208 15,5 3-4-15,0-3 64 0,4 3 28 16,0-5-132-16,8 3 72 0,3 4-32 16,1-1 88-16,8 1-36 0,-1 3 84 15,6 0 172-15,-1 1-136 16,4-3-132-16,-1 5-16 0,1 0-8 0,3 0-52 0,-3 0 0 16,0 0 84-16,4-2-96 15,-4 2-8-15,4 0 0 0,-1-4 8 16,1 4 4-16,-4-3 56 0,3 3-60 0,1 0-48 15,-4 0 48-15,4 7 60 0,0 2-60 16,0-3 12-16,0 7-8 0,-1-1 8 16,1 2 40-16,0 2-52 0,-1-4-4 15,5 4 4-15,-5-3 0 0,1 0 0 16,4-4 4-16,-4 4-4 0,-1-4 0 16,-3 1-48-16,4-1 44 0,0-3 0 0,0 1-8 15,0-1 0-15,0 1-48 0,-1-5-4 16,1 5 64-16,0-4 60 15,0 4-48-15,4 0-8 0,-1-1 4 0,1-1 52 16,3 2-60-16,-3 3-4 0,4-5 4 16,-5 6 4-16,6-2-4 15,-5-4 12-15,-1 2-64 0,5-3 4 0,-5-1-12 16,-3 0-28-16,8-3 28 0,-5 0 16 16,1 0 44-16,0 0 12 0,-1-3-8 0,6 0 44 15,-5-3-44-15,3 1 8 0,1 3-4 16,-1-1-4-16,6 0 0 0,-6-1 60 15,5 4-64-15,-1 0-8 0,1 0-4 16,0 0 8-16,-1 0-168 0,2 0 160 0,-2 4-60 16,-4-4 64-16,6 3 8 0,-6-3-48 15,1 3 48-15,3-3 96 0,2 0-96 16,-2 0-36-16,1 0 32 16,0 0 8-16,-1 2-4 0,5-2 0 0,-4 5-68 15,-1-3 16-15,1 5 40 0,-4-1-120 16,4 1-40-16,-5 2 164 0,1-3 8 0,-5 4-132 15,2 0 68-15,-1-4 64 16,-1 0 80-16,1 4-72 0,0-4-8 16,-1 4 0-16,1-4 8 15,4 4 20-15,-1-1-20 0,2-3-8 0,-2 7 8 16,1-1 4-16,-1 2-4 0,1-2-8 0,-4 4-64 16,4 0-16-16,-4-3 80 0,3 2 64 15,-3-5-64-15,0 3 0 0,-1-4 140 16,1 1-80-16,0-4-60 0,3 0 0 15,-3 1 0-15,4-4 4 0,0 0-4 16,-1 0 0-16,5 1 88 0,0 3-88 16,4-2-24-16,0 2 24 0,3 0 8 0,1-1-8 0,-1-4-44 15,5 4 40-15,0-2-4 16,0-1 8-16,-1-3-12 0,5 0 8 16,3 0-4-16,-3 0 8 0,8-7 36 0,-1 1-28 15,5 0-8-15,0-1 76 16,3 1-28-16,0-2-44 0,5 1-4 15,0-3-8-15,0 0 0 0,3 1-40 0,1-1 36 16,3 4-52-16,1-3-8 16,3-1 72-16,4 4 0 0,2-1 8 15,-3 1 64-15,7 0-72 0,-2 3-48 0,0-4 44 16,5 4-4-16,4-4 4 16,-1 0 8-16,0 5 16 0,5-4-20 0,-1 2 0 15,-3-2 0-15,3-1-48 0,1-1-28 16,-5-3 64-16,5-1 12 0,-2 3 0 15,6-1-4-15,-4 1 0 0,3 5 4 16,1 1-60-16,-5 3-100 0,1 0-16 0,-2 0 116 16,2 0 0-16,-1 3 56 0,1 1-4 15,0 3 8-15,-5-5 76 0,4 4-76 16,-7-2-28-16,3 3 20 0,-7-5 16 0,4 4 32 16,-5 0 24-16,5 1-64 15,-1 3 48-15,-4-1 36 0,5 1-68 0,-4-2-12 16,-1 6-4-16,0-4 0 0,1-1 0 15,-5 4 0-15,5-4 0 16,-5 4 8-16,1-4-16 0,4 1 16 0,-4-1 80 16,-1 1-16-16,-4 0-72 0,4-3-124 15,-3-2 124-15,3 4 0 0,1 2-4 16,-5-3 8-16,5 3 4 0,-8 1-8 16,0-2 0-16,-6-1 64 0,-5 0-64 15,-2 1-72-15,-4-3 72 0,-7-4 72 0,-4 0-44 16,-4 0-24-16,-5-3-4 0,-3 0 160 15,-5-3 12-15,-7-7-124 16,0 1 24 0,-12-4-68-16,0 1 144 0,-12-4-104 0,-5-4-40 15,-7 1 72-15,-4-3-68 0,-8 0 68 0,-4 0-20 0,-8-4-56 16,0-2-184-16,-4-1 12 0,0-3 108 0,-8-2-120 16,-4-5 0-16,-4-2 60 0,0-7-108 0,-7-5 220 15,3-8-100 1,-5-2 36-16,5-11-20 0,-3-1-40 0,7-8-28 15,0-6 164-15,0-1 0 0,4-11 4 16,5-3 40-16,-2-7-44 0,5-6-8 0,4-1-68 16,0-3 52-16,0-3 24 15,8 0 0-15,4 0-148 0,-4 0-76 0,4 1-136 16,0-1 8-16,0 6 252 0,4 7 52 16,-8 4-40-16,3 1-12 15,2 2-216-15,-5 2 64 0,-1 0 116 16,2 4-132-16,-5 2-120 0,0 5-68 0,-4 1-216 15,0 13 36-15,-4 6 48 0,-9 11 204 16,-2 9 116-16,-5 6 216 16,4 10 52-16,-4 7 160 0,-4 2-44 0,5 7 140 15,-2 4-64-15,1 2 0 0,1 3 384 0,2 1-360 16,2 2 64-16,-2 4-268 16,6-3 168-16,-2 6 44 0,6-2-96 0,-1-3-120 15,4 5-8-15,-5 0 128 0,5 0 24 0,1-2 36 16,-1 2-180-16,4 0 68 15,-4 0-12-15,0-4 0 0,0 4-64 16,-1 0-4-16,-2-3-108 0,-1 3 112 16,0-3 128-16,-4 0 144 0,-4-1-268 15,4-2-8-15,-4 0-32 0,-4-4 36 16,1 1 0-16,-5-1 0 0,-1-3 4 0,1 4 4 16,-4-4-8-16,-4 1-80 0,-3 1 80 15,-1-1 4-15,-3-1 44 0,-6 0-48 16,-2 1-64-16,-1-1-24 0,-4 4-40 15,-3-3 40-15,-5-1-188 0,-4-3 148 0,0 3-76 16,-4 1 52-16,-7-5 144 0,-2 5 8 16,-2-1 8-16,-1 0 44 0,-3 1-16 15,-5-2-32-15,1 2-4 0,-5 3 136 16,-4-1-136-16,1 4 0 0,-6-1 0 0,2 1-4 16,0 0 8-16,-8-1 32 0,-1 5-36 15,-4-2 0-15,-3 1-88 16,-1 0 84-16,-4-4-40 0,1 7 44 0,-5-6 128 15,5 3-128-15,-5 0-24 0,1-4 20 16,-1 4 4-16,1-3-4 16,-5 0 4-16,1-4-100 0,-4 4 92 0,-2-4-4 15,6 4-64-15,-4 0 76 16,4-1 12-16,-1 1 0 0,1-1 52 0,-2 4-40 16,2-3-20-16,0 0-4 0,-1 0-116 15,1-1 32-15,0 1 84 0,3-5 48 16,5 2-48-16,-5 0 0 0,4-4 120 0,5 0-120 15,-5 1-32-15,0-4 32 0,5 3 12 16,0 1 44-16,-1-1-52 0,5 0 84 16,-1 1-88-16,0 2-192 0,5 0 192 0,-5 1-4 15,5 3-92-15,-5 0 96 16,-4 1-76-16,5 3 12 0,-1-2-40 16,0 2 56-16,5-2 36 0,-1-3-128 15,1 5 48-15,-1-5 92 0,5 2 4 0,0 1 12 16,-2 1 20-16,2-1-28 15,0 1-16-15,-1 3 4 0,0 0-8 0,1 0-36 16,-1 0 44-16,5 3-80 0,-1 1 80 16,-4-1 4-16,9 3-52 15,-5-3 40-15,-3-3 12 0,3 3-40 0,-4-3 40 16,5 0 12-16,-5 0 36 0,4 0-48 16,-3 0-4-16,-1 0-84 0,1-3 84 15,-4 3 0-15,2 0 0 0,-2 3-8 16,-1 3-68-16,-3 1-96 0,-1 3-16 0,0-1 128 15,1 3 64-15,-4-1 4 16,-1 1 4-16,5-3 80 0,-1 1 40 0,-4 0-116 16,5 0 0-16,-5-1 24 0,1 0-36 0,-1 1-4 15,1-1-20-15,-1 1-28 0,0-1 0 16,6-2 44-16,-6 2-4 16,4-2 12-16,1 2 52 0,3-3 12 0,1 5 36 15,-5-3-28-15,4-2-68 0,1 1 0 16,-1 3 152-16,0-4-156 0,5 1-60 15,-1-1-80-15,1 0 48 0,3 1-20 0,0-1-16 16,1 0 76-16,3 1-192 16,-3-1 180-16,7 1-164 0,-3-4 164 15,-1 3 56-15,1-3 12 0,3 3-4 16,-5-2 192-16,6 2 4 0,-1 0-188 16,-4 1-16-16,5-1-44 0,4 3-116 15,-5 1 80-15,5-1 88 0,-5 7-180 0,4-2-24 16,-4 0-440-16,5 3 143 0,-1-1 433 15,5 0 68-15,-1-1 80 0,0-2 37 0,5 0 51 16,-5-3 24-16,8 2-116 0,-3-6 104 16,2 1 0-16,2-1-12 0,-1 0-168 15,1-3 24-15,-2 4-112 16,6-4 60-16,-4 3 16 0,2 1 12 0,2-1-152 16,0 0 68-16,2 0 84 15,1 1 16-15,1-1-16 0,-1 0 88 16,1 1 0-16,-2 0 120 0,6-2-80 0,-1 2-64 15,0 0 40-15,1-1 8 0,3-3-104 16,0 1 68-16,0-1 12 0,0-3-24 16,0 3-12-16,6 0 0 0,-6 0 48 15,8 3 232-15,-1 1 24 0,6-1 28 0,-1 0 20 16,8 1-188-16,-3-1-116 0,6 1 116 16,5-1-128-16,1 0 128 15,7-3-128-15,-4-3 24 0,8 0-60 0,0 0 60 0,5 0 116 16,2 0-16-16,1 0 28 15,5-3-12-15,-1 0-16 0,3 3-148 16,5-3-64-16,-4 0-68 0,4 0-196 0,0 0-140 16,0-1-172-16,9 1-16 15,-1 0 84-15,3-4-444 0,-3 5-944 0,5-5-3505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32767" units="deg"/>
          <inkml:channel name="T" type="integer" max="2.14748E9" units="dev"/>
        </inkml:traceFormat>
        <inkml:channelProperties>
          <inkml:channelProperty channel="X" name="resolution" value="3854.94116" units="1/cm"/>
          <inkml:channelProperty channel="Y" name="resolution" value="5461.1665" units="1/cm"/>
          <inkml:channelProperty channel="F" name="resolution" value="91.01945" units="1/deg"/>
          <inkml:channelProperty channel="T" name="resolution" value="1" units="1/dev"/>
        </inkml:channelProperties>
      </inkml:inkSource>
      <inkml:timestamp xml:id="ts0" timeString="2023-06-27T08:01:19.406"/>
    </inkml:context>
    <inkml:brush xml:id="br0">
      <inkml:brushProperty name="width" value="0.05292" units="cm"/>
      <inkml:brushProperty name="height" value="0.05292" units="cm"/>
    </inkml:brush>
    <inkml:brush xml:id="br1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4701 2384 8412 0,'0'0'5037'0,"0"0"-4553"15,0 0-384-15,0 0 228 16,0 0 584-16,0 0 272 0,0 0-140 0,0 0-400 16,87 10-4-16,-67 12 112 0,1 7-92 15,-2 5-172-15,-6 11-100 0,-2 6-68 16,-7 9-80-16,-4 9-80 0,-4 11-51 15,-15 6-101-15,-5 2-4 0,-12 5 4 16,-5-4 64-16,-2 0-60 0,-5-7 0 16,-3-5-12-16,-5-8 76 0,-4-9-4 0,-4-9-72 15,1-3 0-15,-5-13 0 0,3-9-48 16,6-8-208-16,4-8-1 16,10-6 125-16,6-8 20 0,11-12-20 0,3-9-148 15,6-10-96-15,3-6 120 0,0-1 84 16,8-6-60-16,8 1 144 0,4 3-132 15,8 6 84-15,3 3 64 0,10 3 72 0,-1 12 84 16,4 5-72-16,4 5-12 0,-1 4 72 16,9 6 52-16,8 0 32 0,3 13 64 15,9 2 88-15,5 4-164 0,2 10-20 16,9 7-112-16,0 1-4 0,3 8-4 16,1 2-4-16,-1 3-60 0,1-1-160 15,-8-2 36-15,-9 1 24 0,-3-11-132 16,-15-1 120-16,-6-4 88 0,-11-7 80 0,0-3-168 15,-13-3 160-15,2-3-160 0,-9-3-96 16,-5-4-76-16,-3-6-188 16,0 4-324-16,0-7-548 0,-3-3-1088 0,-5-4-2741 0,-9-11-2770 15</inkml:trace>
  <inkml:trace contextRef="#ctx0" brushRef="#br0" timeOffset="815.781">5215 1641 6564 0,'0'0'1612'16,"0"0"-1300"-16,0 0 1924 0,0 0-847 0,0 0 363 16,0 0-260-16,0 0-336 0,0 0-320 15,44 83 44-15,-32-45-32 0,0 9-272 16,0 11-196-16,-1-1-24 0,2 7-52 15,-2 5 0-15,-3-2-84 0,5 5-136 0,-6-1-76 16,1-1-4-16,1-4-4 16,-1-6-88-16,-1-2 28 0,1-10-160 15,-4-7-24-15,1-6-60 0,-1-7-4 0,-1-9 76 0,-3-9-12 16,0-4-88-16,0-6-96 16,0-6-80-16,0-10-432 0,-3-10-584 15,-6-13-1260-15,5 12-2605 0,-11-34-2151 0</inkml:trace>
  <inkml:trace contextRef="#ctx0" brushRef="#br0" timeOffset="1062.19">5207 1663 9820 0,'0'0'1561'0,"0"0"-1137"0,0 0 396 15,0 0 684-15,0 0-480 0,95-37-508 0,-67 32-188 16,0 5 0-16,4 0 36 15,0 5 20-15,0 1-72 0,-4 3-76 16,0 4-124-16,-8 3 88 0,-1 3-92 0,-6 0-8 16,-9 3 0-16,-4 4 196 0,0 2-64 15,-13 1 16-15,-2 2-52 0,-5-2 24 16,-5-4-60-16,2 1-76 0,-5-4 124 0,4-5-208 16,-4-9-168-16,0 2-384 0,0-7-200 15,4 1-176-15,5-4-216 16,2-4-1208-16,-7-11-3093 0</inkml:trace>
  <inkml:trace contextRef="#ctx0" brushRef="#br0" timeOffset="1944.535">5689 1025 5652 0,'0'0'4844'0,"0"0"-3171"0,0 0-649 16,0 0 272-16,0 0 116 0,0 0-272 16,0 0-320-16,0 0-92 0,0 0-148 15,76 13-128-15,-69 6-12 0,6 0-84 16,-5 7-88-16,-5-1-60 0,1 3-64 15,-4 1-56-15,0-4-80 0,0 1 0 16,0-4-8-16,0-3-56 0,0-3-20 0,0-6-92 16,0-4 32-16,0-3-72 0,0-3-72 15,0 0-24-15,4 0 68 0,-4 0 56 16,5-3 20-16,-1-7 36 0,0 1-60 16,3-7 24-16,1-3 48 0,9-3 28 0,-6-1 76 15,6 2-92-15,-2 2 52 0,1-1 48 16,0 8-8-16,0-1 8 0,0 3 148 15,0 4 24-15,-4 0 36 0,0 2-48 16,-4 1 0-16,3 3-52 0,-2 0 4 16,-1 0 24-16,0 3 20 0,-1 4-32 0,-3 2-64 15,1 4-52-15,-1 4 104 16,-4 1-100-16,0 4-12 0,0 3-316 16,0-2-172-16,0 6-88 0,0-4-288 0,-4 3-592 15,4-5-928-15,0 5-3285 0</inkml:trace>
  <inkml:trace contextRef="#ctx0" brushRef="#br0" timeOffset="2870.109">3295 1885 2736 0,'0'0'7144'0,"0"0"-5467"0,0 0-677 16,0 0 112-16,0 0 180 0,0 0-172 16,0 0-168-16,0 0-180 0,-92 13-168 15,75-3-88-15,-2-1-136 0,-1 4-84 16,1 3-88-16,-2 3-48 0,1 4 0 0,1 5-16 15,-1 10-140-15,-5 3-4 16,1 10 0-16,5 10 12 0,-1 5 76 0,-1 7-84 16,2 9-4-16,-1 11 0 0,4 12-4 15,0 6 4-15,8 3-4 0,1 4-84 16,7-5 88-16,0-4-60 0,11-11-76 0,9-3-20 16,4-6-28-16,7-6-232 0,1-4 32 15,9-2-84-15,-2-12 48 0,10 0 40 16,-2-12-44-16,5-6-72 0,0-5-108 15,7-10-276-15,6-6-360 0,-7-8-480 16,11-5-769-16,-22-2-1555 0,29-9-944 16</inkml:trace>
  <inkml:trace contextRef="#ctx0" brushRef="#br0" timeOffset="3449.124">6638 1917 236 0,'0'0'7264'0,"0"0"-6172"0,0 0 1853 16,95 96-1381-16,-55-52 136 0,3 1-556 16,2 2-288-16,-6 4-208 15,10 0-80-15,-10 2-84 0,4 1-56 0,-2 4-72 16,-5-4-120-16,-4 3-116 0,-1 4-20 0,-6 2-40 15,-6 3-12-15,-7 1-44 16,-8 6 8-16,-4 3 40 0,-4 1-44 0,-12 2-8 16,-3-3-100-16,-9 0-20 0,-4-3 20 15,-5-5 44-15,1-12 56 0,1-2 72 16,-1-6-72-16,0-6-40 0,-4-8-132 16,4-2 24-16,4-7-108 0,4-9-40 15,5-10-160-15,7-6-176 0,0-6-464 16,8-16-528-16,4 3-1560 0,4-33-3973 15</inkml:trace>
  <inkml:trace contextRef="#ctx0" brushRef="#br0" timeOffset="3776.727">8016 2413 13773 0,'0'0'2516'0,"0"0"-1432"16,0 0-700-16,80-3 172 15,-45 3 404-15,5 0-236 0,1 0-164 0,2 3 64 16,0 3-284-16,2-4-172 0,-2 3-104 16,-2-5-56-16,-6 0-8 0,1 0-12 15,-4 0-100-15,-4 0-336 0,-4-5-172 0,-9 3-260 16,-7 2-748-16,-3 0-1524 0,-14 7-3753 16</inkml:trace>
  <inkml:trace contextRef="#ctx0" brushRef="#br0" timeOffset="3965.621">8012 2828 13269 0,'0'0'2256'0,"0"0"-1844"0,0 0-184 16,0 0 1072-16,0 0 108 0,0 0-280 0,88-2-236 16,-49-5-380-16,6-2-236 15,6-5-212-15,1-1-64 0,8-1-36 16,-4-5-256-16,0 1-368 0,-1 0-208 0,0 2-640 15,-14 5-2628-15,6-6-5005 0</inkml:trace>
  <inkml:trace contextRef="#ctx0" brushRef="#br0" timeOffset="4767.806">10833 2021 9412 0,'0'0'1809'0,"0"0"-449"0,0 0-328 15,0 0 36-15,56 77 64 0,-44-38-64 16,-1 8 36-16,-2 10-328 16,-5 6-76-16,0 4-208 0,-4 10-188 0,-8 2-120 15,-9 4-48-15,-3 2-52 0,-3 1 12 16,-5-4-48-16,-4-5 28 0,-3-7-64 0,-2-10 168 16,1-9 4-16,0-7-12 0,1-9 80 15,-1-3-128-15,0-10-124 16,5-3-168-16,-1-6-148 0,4-10-108 0,4-3-4 0,7 0 172 15,2-10-136-15,2-9 100 16,-2-6-104-16,7-3-132 0,-5-8 208 16,6 5 48-16,7-4 112 0,0 9 36 15,4 1 116-15,7 9 8 0,2 4 172 16,11 5 76-16,-1 4-24 16,5 3 32-16,4 0-56 0,5 10-4 0,2 2 24 15,1 1-12-15,4 9 40 0,-1-3-68 16,1 3-44-16,4 4-124 0,-4 3 36 15,4 2-40-15,-5 1 68 0,5 0-76 0,-4 2-44 16,-4-5 28-16,-4 3-324 0,0-3-64 16,-4 2-164-16,-4-2 4 0,0-1-340 15,0-2-576-15,-9-5-628 0,-3-4-881 16,0-8-2335-16</inkml:trace>
  <inkml:trace contextRef="#ctx0" brushRef="#br0" timeOffset="6600.613">11374 1657 4116 0,'0'0'1824'15,"0"0"-392"-15,0 0 32 0,0 0-64 16,0 0-75-16,0 0-157 15,0 0-300-15,0 0-144 0,0 0 60 0,0 0 8 16,0 0-88-16,41 82 44 0,-30-44-92 16,1 11-76-16,4 5-40 0,-4 10-60 15,1 1-40-15,-2 11-36 0,-7 2-160 0,4-6-148 16,-3 1-88-16,-2-4 0 0,1-5-8 16,0-7-72-16,0-9 68 15,0-6-80-15,0-11-112 0,1-9-144 0,2-9-272 16,-3-10-104-16,4-3-208 0,0-6-432 15,0-10-280-15,0-12-896 0,-4 5-2037 16,0-24-1387-16</inkml:trace>
  <inkml:trace contextRef="#ctx0" brushRef="#br0" timeOffset="6827.578">11507 1621 52 0,'0'0'8964'0,"0"0"-7324"16,0 0-531-16,0 0-201 15,0 0-204-15,0 0 500 0,0 0-92 0,0 0-372 0,0 0-164 16,0 0-68-16,0 0-36 16,83-19-140-16,-67 33-96 0,-1 2-76 15,-2 0-60-15,-5 3-52 0,-1-1-36 16,2 2 0-16,-9-5 60 0,0 4 40 0,0 0-12 16,-9 0-40-16,-2 0-60 0,-6 1-232 15,-6 2-64-15,-1-6-172 0,-4 0-104 16,-4-1-320-16,0-2-252 0,1-3-500 0,6-1-1272 15,-10-2-2741-15</inkml:trace>
  <inkml:trace contextRef="#ctx0" brushRef="#br0" timeOffset="8216.93">12179 1089 1188 0,'0'0'4560'0,"0"0"-2308"0,0 0-596 15,0 0-247-15,0 0-61 0,0 0-20 0,0 0-148 16,0 0-188-16,0 0-36 0,0 0-188 16,-15-51-148-16,11 48-104 0,0 0-84 0,4 3-28 15,-4 0-60-15,-1 0-112 0,1 0-84 16,1 0-64-16,-5 0-84 15,4 3 0-15,-4 3-136 0,-4 4-8 0,4 5 20 16,0 8 40-16,-4 2-28 0,8 5 108 16,0 3-40-16,0-1 44 0,4 3 0 15,0-6 4-15,4 0-4 0,0-7-72 16,4-2 72-16,4-6 0 0,-4-1-4 0,3-3 0 16,2-1-120-16,-1-5 24 15,4-4-32-15,-1 0-116 0,6 0-84 16,-1-10-148-16,-1-3-360 0,5-3-436 15,-8 5-1036-15,8-16-3209 0</inkml:trace>
  <inkml:trace contextRef="#ctx0" brushRef="#br0" timeOffset="9116.899">12805 1028 4456 0,'0'0'3084'16,"0"0"-1360"-16,0 0-468 16,0 0 93-16,0 0 75 0,0 0-372 15,0 0-268-15,0 0-80 0,0 0-196 0,0 0-124 16,-84-21-48-16,73 21 0 0,-2 2-88 0,-2 8-60 15,2 3-4-15,-2 3-48 16,2 6-24-16,-2 6 0 0,7 4 72 16,-4 9 0-16,4-3 0 0,0 4 12 0,4-7 4 15,0-7 44-15,4-9 12 0,0-3-84 16,8-7-124-16,-4-2-48 0,8-1-60 16,-4-6 60-16,4 0-60 0,-1 0-88 15,6-6 64-15,-2-4 32 0,2-1-92 0,-2-9-104 16,5 1-108-16,1-7-76 0,-6 1 12 15,5-1-24-15,-4 0-4 0,0 1 12 16,-4-3 36-16,4-1 72 0,-4 1-60 16,-5-3 32-16,6-5-72 0,-9-1 36 15,0-2 164-15,0-2-12 16,-1 3 176-16,-3 0 64 0,0 6 140 16,-3 3 176-16,-1 7 0 0,0 6 164 0,4 0 48 15,-4 7-52-15,4 2 4 0,0 1-104 16,0 3 32-16,0 3-24 0,0-3-72 0,0 3-68 15,0 0-92-15,-4 0-32 0,4 0-4 16,0 6-116-16,0 4-100 16,0 2-48-16,0 10 148 0,0 10 148 0,0 6 40 15,0 7-68-15,-4-1-120 0,4 4 44 16,-5 0-44-16,5-1-4 0,0-2-60 0,0-4-44 16,0-6 108-16,0-1 60 0,9-4-52 15,-1-5 32-15,3-3-40 16,2-3-84-16,-1-3-16 0,0 0-172 0,3-3-36 15,2-4-52-15,-2 0-284 0,6-2-280 16,-2-4-664-16,-7 1-2381 0,8-4-3687 16</inkml:trace>
  <inkml:trace contextRef="#ctx0" brushRef="#br0" timeOffset="9835.585">13814 2504 3268 0,'0'0'6116'16,"0"0"-4047"-16,0 0-713 15,0 0-144-15,0 0-100 0,83 13-244 0,-63-13-188 16,4 0-232-16,-1-3-200 0,1 0-76 16,0-4-172-16,-3 1-88 0,-2 0-260 15,1 0-412-15,-4-1-336 0,-4 4-616 0,-8 0-1533 16,0 3-4143-16</inkml:trace>
  <inkml:trace contextRef="#ctx0" brushRef="#br0" timeOffset="9984.606">13861 2730 6624 0,'0'0'2920'0,"0"0"-1099"15,0 0-537-15,0 0 332 0,0 0-204 0,0 0-416 16,80 0-388-16,-48-9-308 0,7-4-300 15,1-3-248-15,4-6-624 16,4 0-516-16,-8 2-832 0,15-5-2597 0</inkml:trace>
  <inkml:trace contextRef="#ctx0" brushRef="#br0" timeOffset="10569.572">15447 2002 6900 0,'0'0'5205'0,"0"0"-4205"16,0 0-340-16,0 0-48 0,0 0 168 0,44 68 444 16,-37-36-452-16,2 10-200 0,-1 5-92 15,-1 3-96-15,-3 4-88 0,0 3-112 16,-4 4-48-16,0 2-64 0,0 0-60 0,-8 1-12 15,1 0 0-15,-10-4 0 16,2-10-60-16,-2-6 56 0,6-8 4 16,-6-7 4-16,6-11 56 0,-6-5-56 0,6-3-4 15,-6-7-96-15,-2-3-40 0,3 0-36 0,0-3-12 16,0-7 48 0,0-3 76-16,4-2-28 0,0-4 28 0,-4 0-140 15,8-4-20-15,1-2-152 0,-1-1 296 16,4 1-112-16,4 0 4 15,0 2 60-15,4 8 72 0,4-1 52 0,3 6 228 16,5 4-76-16,0 3-68 0,8 3 28 0,4 0 64 16,0 6 32-16,4 4 28 15,4 2 24-15,-1 1 84 0,6 0-148 0,-2 3-60 16,-3-1-48-16,4 2-44 0,-4-2-44 16,0 2-12-16,4-5-64 0,-5 4-96 15,-3-4-244-15,0 1-92 0,0-3-100 16,-4 2-248-16,-4-2-868 0,-9-4-1376 0,6 7-3125 15</inkml:trace>
  <inkml:trace contextRef="#ctx0" brushRef="#br0" timeOffset="11666.217">16100 1428 760 0,'0'0'1880'0,"0"0"-136"15,0 0-128-15,0 0 100 0,0 0-212 16,0 0-172-16,0 0-159 0,0 0-97 16,0 0-16-16,0 0-100 0,0 0-116 15,0-7-60-15,0 12-124 0,4 7-104 0,0 1-48 16,4 15 72-16,0 7 12 16,4 6-152-16,0 11-12 0,-4 4-88 15,0 1 64-15,0 7 8 0,-4-4-156 0,3 1-108 16,-7-1-63-16,5-4-85 0,-5 5-61 15,0-4-23-15,4-2-4 0,-4-8-44 16,4-9 24-16,0-13 44 0,-4-5-32 16,4-7-36-16,-1-11-212 0,1 3-132 15,-4-5-36-15,5 0-52 0,-5-11-64 0,4-1-136 16,0-7-608-16,-4-10-1000 16,4 7-1681-16,-4-22-2183 0</inkml:trace>
  <inkml:trace contextRef="#ctx0" brushRef="#br0" timeOffset="11920.551">16144 1451 7372 0,'0'0'2344'16,"0"0"-1256"-16,0 0-831 0,0 0 615 0,0 0 652 16,0 0-332-16,80-19-244 15,-61 19-92-15,5 3-148 0,0 0-172 16,0 3-168-16,1 4-84 0,-10-1-72 0,5 1-124 15,-12 0 72-15,0-1-4 0,-4 4-104 16,-4-1 20-16,0 4-24 0,0 3-48 16,-12 3 0-16,0 0-44 0,-8 1-28 0,4-1-16 15,0-6-32-15,-4 0-104 16,5-4-84-16,2-2-88 0,2-7-200 0,-1-3-188 16,-1 0-224-16,6-9-572 0,-1-1-820 15,-1-12-2757-15</inkml:trace>
  <inkml:trace contextRef="#ctx0" brushRef="#br0" timeOffset="13065.075">16722 1209 1696 0,'0'0'5700'0,"0"0"-3752"0,0 0-824 16,0 0-247-16,0 0 71 0,0 0-92 15,0 0-192-15,0 0-56 0,0 0-112 16,0 0-132-16,0 0-76 0,-56-7-60 16,44 21-92-16,3 8 64 0,-2 1 120 15,3 8 140-15,0 1 136 0,0 2-160 0,0-2-104 16,8-3-160-16,-4-4-160 16,4-6 0-16,0-3 76 0,4-9-88 15,4-1 0-15,0-3-100 0,4 0 100 0,0-3 4 16,0 0-4-16,4-6 0 15,-4-3 0-15,4-1 0 0,-4-6-148 0,0 0-12 16,-1-4 0-16,6 1-12 0,-6-2-16 16,2 2-36-16,-2-4-12 0,6-2-60 15,-6 0-28 1,1-3-68-16,-3-7 28 0,2-1-192 0,-3-5-60 0,1-6-96 16,-6-1-240-16,1-4-356 0,0 5 756 15,0 6 279-15,-4 3 261 0,4 6 12 0,-4 7 425 16,0 2 91-16,0 1-224 0,0 6-84 15,0 0 432-15,0 4 84 0,0 2-276 16,-4 1 56-16,4 3 40 0,0 2-92 16,0 1-36-16,0 3-48 0,0 0-68 15,0 0-40-15,0 0-84 0,0 0-16 0,0 0 88 16,0 7-48-16,0-1-188 0,-4 3 112 16,4 7 24-16,0 6 12 15,-4 8-36-15,4 1-64 0,-4 10-56 0,4 0 108 16,-3 4-64-16,3-1 40 0,0 4-84 15,-5 0 0-15,5-4 96 16,0-3-28-16,0-3-64 0,0-3 92 0,0 0 24 0,0-6 20 16,5 2 176-16,-2-5 136 15,1-1-248-15,4-6-196 0,0-2-12 16,-4-2-56-16,4-5-4 0,4 0-48 0,-4-4 8 16,4 0-72-16,0-6-172 0,-1 0-184 15,10 0-160-15,-1-3-356 0,-9 0-828 16,14-13-3213-16</inkml:trace>
  <inkml:trace contextRef="#ctx0" brushRef="#br0" timeOffset="50316.736">19710 1419 6612 0,'0'0'612'0,"0"0"3825"0,0 0-2965 15,0 0-276-15,0 70-200 0,0-29-140 0,4 3 144 16,-4 14-32-16,7-1-168 0,-3 10-160 16,1 3-176-16,-1 2-156 15,0 7-100-15,-4 1-52 0,0-7-156 0,0-7-72 0,0-8-76 16,0-10 136-16,8-17-84 16,-1-6-172-16,2-12-260 0,-1-7-136 15,-1-6-184-15,-3-3-320 0,5-6-616 0,-1-10-972 16,-4 6-1945-16,-4-22-423 0</inkml:trace>
  <inkml:trace contextRef="#ctx0" brushRef="#br0" timeOffset="50566.005">19698 1517 6824 0,'0'0'2532'0,"0"0"-855"0,0 0-313 15,83-54 88-15,-51 42-196 0,0 9-240 0,0-1-176 16,0 4-216-16,-1 4-80 15,2 2-76-15,-6 3-124 0,-3 1-120 0,1 3-28 16,-5-1-88-16,-9 1-56 0,-7 3-52 16,0 1 0-16,-4-3 196 0,-15 5-136 15,-2 0-60-15,-11 1 0 0,-4-1-380 16,-3 0-224-16,-1-3-36 0,-3-1 48 0,3-2-156 16,3 0-396-16,-3-7-688 0,8-3-1421 15,-11 1-2459-15</inkml:trace>
  <inkml:trace contextRef="#ctx0" brushRef="#br0" timeOffset="55550.131">20411 1165 1120 0,'0'0'9316'0,"0"0"-7771"0,0 0-429 16,0 0-164-16,0 0 340 0,0 0-160 15,0 0-12-15,0 0-168 16,0 0-216-16,0 0-172 0,-31-28-172 0,27 21-24 15,-5 4-4-15,5 0 0 0,0-1-60 16,0 1-120-16,-3 3-63 16,3 0-9-16,-5 7-64 0,-2 6-48 0,-1 5-136 0,-1 11-21 15,2 6 97-15,-2 3 12 16,2 3 48-16,3 0 0 0,-1-9 0 16,9-7-60-16,0-8-48 0,0-9-76 0,5-3-32 15,3-5 116-15,0 0 100 16,8-7 148-16,-4-10-148 0,4-4-12 0,3-8-208 15,-2-6-144-15,2-3 8 0,-3-3-48 16,5-1 112-16,-6-2-88 0,1-3-16 16,0-4-48-16,-5-1-88 0,2-4 296 15,-1-4-108-15,0-1 156 0,0-2 12 0,-1-1-220 16,2 8-212-16,-5 10 608 16,3 12 52-16,-6 11 300 0,-1 11 36 0,-4 5 160 15,0 7 12-15,0 0-92 0,0 0-84 16,0 0-76-16,0 7-76 15,0 2-96-15,-9 7-72 0,1 6 56 0,1 10-32 16,-1 6 72-16,-1 7-28 0,2 8-84 16,-1 5-48-16,4 5 0 0,4 4-12 15,-4 3 12-15,4 3-60 0,0-7-36 0,4-5-52 16,4-10-392-16,-1-7-128 0,10-9-284 16,-6-7-312-16,6-2-1236 15,-9-3-2149-15,-1-9-2383 0,1 6 5936 0</inkml:trace>
  <inkml:trace contextRef="#ctx0" brushRef="#br0" timeOffset="56681.366">16590 2495 1160 0,'0'0'772'0,"0"0"-760"0,0 0 6040 16,0 0-4008-16,0 0-715 0,0 0-197 0,0 0-228 16,0 0-268-16,0 0-268 0,0 0-76 15,0 0 224-15,24 32-112 0,-20-1-28 16,4 5-8-16,0-2-80 0,0 1-64 15,0-6-88-15,4-4-24 0,-1-5-108 16,2-8-4-16,-1-3-100 0,0-4-36 16,0-3 48-16,3-2 36 0,2-2 48 15,3-9 4-15,-5-2 0 0,5-2-36 16,5-5-224-16,-2 2 4 0,1-8 16 0,4 1 40 16,0 0 12-16,4-4-76 0,3-3 24 15,10 4 116-15,-6 2 48 16,9-2 64-16,4 6 0 0,0 3 12 0,-1 6 76 0,1 3 24 15,0 3-40-15,-5 7 144 16,6 0-200-16,-5 4 108 0,-1 6 116 16,1 6-4-16,0-1 40 0,-4 1-148 15,-4 6 36-15,-1-3-152 0,-3 4 0 0,-8 0 0 16,-4 2-12-16,0-3 4 0,-4 3-4 16,-8-6 4-16,-1-3 8 0,-2 0 0 15,-1-4 72-15,-4 1-72 0,-4-7-4 16,0 0-264-16,0-2 8 0,0-1 96 15,0-3 52-15,0-3-104 0,0-7-160 16,4-2-68-16,3-7 128 0,6-3 48 0,2-4 28 16,9 1 112-16,1 0-48 0,-1 2 104 15,7 4 72-15,1 3 64 16,0 3 88-16,4 4 100 0,0-1 4 0,3 4-56 0,2 3-188 16,-2 3 88-16,5 0-24 15,-4 0-64-15,4 3 76 0,-5 0 168 16,2 0 96-16,-2 4-88 0,5-4 136 0,-8 0 344 15,4-3-396-15,-1 0-196 16,1 0 96-16,4 0 792 0,0-6-156 0,-4-1-628 16,8-5-252-16,0-1 76 0,-1-3 372 15,1-3-268-15,0 0-184 16,-13 0-232-16,2 1-84 0,-14 1-164 0,-6 1-148 16,-2 3-52-16,-6 0-164 15,-5 4-372-15,-4 3-996 0,0 3-2677 0,-13 3-2279 16</inkml:trace>
  <inkml:trace contextRef="#ctx0" brushRef="#br0" timeOffset="57099.369">18065 2854 1500 0,'0'0'8'0,"0"0"4432"0,0 0-1852 16,0 0-1076-16,0 0-311 0,0 0 223 15,0 0-136-15,0 0-248 0,0 0-348 16,0 0-244-16,0 0-128 0,-52-3-96 16,35 9-88-16,6 7-72 0,-6-1 8 15,2 4 16-15,3 3 76 0,0-3-28 0,4 3 36 16,4-2 28-16,4-2 12 16,0-3-52-16,0 2-36 0,8-5-40 0,0 0-72 15,8-2 52-15,3-4-52 0,5 0 184 16,8-3-36-16,4-3 48 0,1-9-208 15,2-1-68-15,1 0-500 0,4-3-372 0,-4 1-476 16,-5 2-1264-16,14-6-5541 16</inkml:trace>
  <inkml:trace contextRef="#ctx0" brushRef="#br0" timeOffset="57509.163">21248 2692 8232 0,'0'0'6561'16,"0"0"-5565"-16,0 0-584 0,95 0 328 15,-51 0 416-15,0 0-440 0,-4 0-324 16,-1 0-344-16,-2 3-48 0,-5-3-124 16,-4 0 16-16,-1 0-496 0,-7 0-276 0,-3 0-276 15,-6 0-660-15,-7 7-2393 0,-4-5-2279 16</inkml:trace>
  <inkml:trace contextRef="#ctx0" brushRef="#br0" timeOffset="57648.704">21383 2895 6320 0,'0'0'7525'0,"0"0"-7017"0,0 0-228 16,0 0-52-16,0 0 904 0,76 3 96 16,-44-6-412-16,8-3-444 0,4-4-236 15,7-2-136-15,1-1-124 0,0-3-840 0,3-1-788 16,-10 6-2420-16,11-8-5557 16</inkml:trace>
  <inkml:trace contextRef="#ctx0" brushRef="#br0" timeOffset="88642.711">17343 1796 2996 0,'0'0'104'16,"0"0"1552"-16,0 0 1076 16,0 0-1188-16,0 0-408 0,0 0 65 15,0 0-9-15,0 0-4 0,0 0-312 16,-8 0 108-16,1 0-396 0,-2 0-120 0,5 0 28 16,-4 0 0-16,5 0 48 15,-1-2-136-15,0-1-52 0,-5-4-36 0,5 4-96 0,4-4-68 16,-4 7-8-16,4-3 96 15,0 3 64-15,0 0-76 16,0 0-232-16,0 0-24 0,4 0-124 0,0 0-48 16,0 0 0-16,5 0 88 0,-2 3 44 0,1 0 4 15,1 1-20-15,-5-1 80 0,-1 4 0 16,1-4-96-16,-4-1-24 0,0 2 44 16,0-4-32-16,0 0 8 0,-4 0 88 15,1 2-100-15,-6-2 40 16,1 0 64-16,4 0 8 0,-3 0 0 0,-2 0-64 15,5-2-44-15,0-4 108 0,0 0-4 16,1-1-12-16,-1 0 16 0,4 4 116 16,0-3-116-16,0 3-84 0,0-1-4 15,0 2 80-15,4 2-40 0,3 0-28 0,1 0 76 16,1 0 40-16,-2 0-28 0,-3 2-12 16,0 2 0-16,5-1 0 0,-9 1 4 15,4 1-4-15,-4 2 0 0,0-4-24 16,0 4 24-16,0-4 4 0,-9 3 144 15,5-4-24-15,0 3-124 0,-3-3-84 0,3-2-76 16,0 0-64-16,-1 0 16 16,1 0-76-16,4-2-64 0,0-5-60 0,0 1-104 15,0 0-556-15,0-1-1516 0,0 3-2317 16,9 1-2063-16,2-2 6300 0</inkml:trace>
  <inkml:trace contextRef="#ctx0" brushRef="#br0" timeOffset="89263.794">18136 1796 1396 0,'0'0'4792'0,"0"0"-284"0,0 0-2863 16,0 0-217-16,0 0 104 0,0 0-188 15,0 0-236-15,0 0-328 0,0 0-252 16,0 0-148-16,-4-12 12 16,4 12 12-16,0 0-100 0,0 0-144 0,0 0-24 15,0 0 8-15,-4 4 124 0,1-1-24 16,-10 2-244-16,1-1-36 0,0 3-136 0,-3-1-20 16,-2 0 68-16,6 1 76 0,-1-5 48 15,3 2 8-15,5-1 76 0,1-3 28 16,3 0-4-16,0 0 64 0,0-3-52 15,0-3-116-15,0 1-4 0,0 0-8 16,3 5-88-16,-3-3 88 0,4-1 0 16,0 4-56-16,5-2-32 0,2-3-12 0,1 5 20 15,1-2 40-15,-2 2 36 16,2 0 4-16,-2 0 8 0,1 0 48 16,0 0-40-16,0 0 68 0,-8 0 8 15,4 0-76-15,-4 0 0 0,0 0-4 16,-4 0 0-16,0 0-4 0,0 0-48 0,0 2 0 15,-8 3-52-15,4-3-104 0,-8 5-52 16,0-4-52-16,0 4-132 0,0-1-76 16,5-3-172-16,-2 0-376 0,5 0-1188 15,0 0-2441-15,0 1-3847 0,4-4 7616 0,88-48-220 0</inkml:trace>
  <inkml:trace contextRef="#ctx0" brushRef="#br0" timeOffset="89973.262">18965 1695 11041 0,'0'0'1872'16,"0"0"-1160"-16,0 0-152 16,0 0 300-16,0 0 336 0,0 0-260 0,0 0-276 15,0 0-252-15,0 0-88 0,0 0-36 16,0 0-4-16,60 32 28 0,-56-29-12 15,-4 4-100-15,0-5-40 0,0 5-20 0,0 3-24 16,-8-4-16-16,-5 3 0 16,2 1-96-16,-2 0-60 0,2-5 12 0,-1-1-12 15,0-4 52-15,8 0-56 16,-4 0-44-16,4 0 96 0,4-6 12 0,-4 3-48 16,4 0-100-16,0-4 0 0,0 7-84 15,0-4-88-15,4 1 100 0,0 0 48 16,4-3-36-16,-1 3-16 15,2-1-256-15,-1 2-388 0,0-2-840 0,-5 1-2228 16,6 0-4669-16</inkml:trace>
  <inkml:trace contextRef="#ctx0" brushRef="#br0" timeOffset="99687.084">13777 6823 10544 0,'0'0'6233'0,"0"0"-4745"15,0 0-736-15,0 0-164 16,0 0 352-16,0 0 36 0,0 0-515 16,0 0-461-16,0 0-157 0,0 0-207 0,9-6-416 15,-6 2-380-15,5-2-504 16,-4 3-2100-16,4-1-2985 0</inkml:trace>
  <inkml:trace contextRef="#ctx0" brushRef="#br0" timeOffset="115148.81">22953 2245 2216 0,'0'0'8580'0,"0"0"-6855"16,0 0-477-16,0 0 272 0,0 0-100 15,0 0-364-15,67 66-352 0,-58-38-100 16,-1 7-40-16,-4 4-100 0,-4 2-192 0,0 0-64 16,0 8-40-16,-12 1 4 15,-4 1-40-15,-8 2 4 0,-3 1-52 0,-5 1 12 16,-5-8 16-16,1-3-52 15,1-9 36-15,-1-3-36 0,0-9-48 0,8-8 60 16,0-5-72-16,0-7-48 0,8-3-124 16,5-6-120-16,2-8 172 0,5-7-160 15,4-5 0-15,4-6 108 0,0 1 36 16,4-1 16-16,0 4-76 0,9 5 24 0,-2 4 48 16,6 4 116-16,-2 9-76 15,5 1 84-15,5 5 124 0,-2 7-16 0,8 5-48 16,1 5 160-16,5 5 40 0,3 0-68 15,3 0 4-15,-2 4-136 16,2 2-60-16,-4-2-48 0,2-1 40 0,-5 1-40 0,-4-4-184 16,-1-7-160-16,-3-2-208 15,0-3-220-15,-4-10-320 0,0 0-964 16,-8 0-2493-16,-8-6-3347 0</inkml:trace>
  <inkml:trace contextRef="#ctx0" brushRef="#br0" timeOffset="115604.965">23312 1616 184 0,'0'0'312'0,"0"0"9868"15,11 69-7855-15,-7-34-685 0,1 10-104 16,-1 3-324-16,-4 2-320 0,0-2-216 16,0-1-244-16,0 2-188 0,0-2-144 0,0-3-92 15,0-3-8-15,0-6-124 0,0-2 16 16,0-12-64-16,4-8-52 0,-4-3-340 15,4-10-68-15,-4 0-224 0,3-6-332 0,-3-11-492 16,4-4-1116-16,0-2-1817 0,-4-15-1939 16</inkml:trace>
  <inkml:trace contextRef="#ctx0" brushRef="#br0" timeOffset="115814.616">23351 1673 288 0,'0'0'1748'16,"0"0"-1020"-16,0 0 3924 0,0 0-3160 0,0 0-704 15,0 0 104-15,84 6 153 0,-72 0 3 16,0 4-152-16,-4 0-224 16,-4 2-228-16,0 4-40 0,-4 0-192 0,0 4-24 15,-12 2-36-15,0 0-152 0,-8 3-120 16,0-3-232-16,-4 1-168 0,5-4-124 16,-5 0-108-16,7-7-256 0,-2-1-525 15,6-6-719-15,2-5-1720 0,-1 3-523 16,8-6 4495-16</inkml:trace>
  <inkml:trace contextRef="#ctx0" brushRef="#br0" timeOffset="116301.151">23802 1524 744 0,'0'0'1068'0,"0"0"-792"0,0 0 4756 15,0 0-2764-15,0 0-948 0,0 0-291 16,0 0 35-16,0 0-324 0,0 0-104 16,-92-13-52-16,76 26-68 0,4 2-12 15,-4 4-24-15,4 7-80 0,1-1-116 16,2 4-48-16,5-4 12 0,0-3-72 0,4 1-80 15,0-11-96-15,0 1-136 16,0-9-152-16,8-4 188 0,5 0 100 0,-2-13 112 16,6-3-112-16,-2-9-248 0,1-1-252 15,0-5-40-15,0 1 100 0,0-1 112 0,0 3 88 16,-1-4-48-16,2 0 84 16,-2 0 140-16,-2-2 52 0,-2 1 12 0,-3 5 88 15,1 2 140-15,-5 8 0 0,-4 2 124 16,0 6 164-16,0 4 28 0,0 3-44 15,0 3-128-15,0 0-12 0,0 0-64 16,0 6-196-16,0 4-100 0,0 2 0 16,-4 7 36-16,4 4 64 0,-4 2 96 15,4 3 16-15,0 1-28 0,0 3-184 0,4 3-84 16,4-1-128-16,-1-2-144 0,6 4-500 16,-2-5-284-16,1-2-876 15,4-7-2041-15,-4-3-2207 0</inkml:trace>
  <inkml:trace contextRef="#ctx0" brushRef="#br0" timeOffset="116881.107">22543 2207 3092 0,'0'0'1224'0,"0"0"3516"0,0 0-3096 16,-52 72-587-16,40-40 271 0,1 9-16 16,2 3-252-16,1 11-228 0,0 2-60 15,5 6-100-15,-2 4-56 0,5 6-108 0,0 4 20 16,0 2-100-16,0-2-208 0,5-2-212 15,6-2-8-15,9-2-96 0,0-5-124 16,8-3 36-16,0-6-124 0,7-6-356 0,1-10-224 16,5-12-384-16,-2-17-1088 15,5-12-2221-15,-8-9-2115 0,15-38 4116 16</inkml:trace>
  <inkml:trace contextRef="#ctx0" brushRef="#br0" timeOffset="117149.713">24133 2146 1316 0,'0'0'720'0,"0"0"8813"16,0 0-7385-16,47 67-1060 0,-30-35-92 16,2 9 208-16,5 6-212 0,0 1 484 0,0 6-580 15,-1 0-604-15,-6 1-148 16,-2 1-132-16,-2 4 4 0,-6 4-16 0,-7 0-184 0,0-1-196 15,0-6 224-15,-11-2-248 16,-2-8-4-16,-6-6 40 0,3-10-12 16,-5-5-200-16,-2-7-40 0,-1-9-240 0,-4-7-728 15,0-3-1264-15,4 0-2961 16</inkml:trace>
  <inkml:trace contextRef="#ctx0" brushRef="#br0" timeOffset="117712.054">24802 1181 784 0,'0'0'8188'0,"0"0"-5707"0,0 0-881 0,0 0-596 15,0 0 84-15,0 0 148 0,0 0-300 16,0 0-416-16,0 0-76 0,27 80-160 16,-14-36-36-16,-1 6-64 0,-5 4 24 0,2 7 12 15,-5-1-156-15,-4 4 20 0,0-4-80 16,0 0-4-16,0-9-68 16,-4-9-56-16,4-11-172 0,0-9-144 0,0-9-56 15,0-10-148-15,0-3-264 0,0 0-616 16,0-9-1004-16,4-7-1945 15,-4 3-2931-15,0-16 7224 0</inkml:trace>
  <inkml:trace contextRef="#ctx0" brushRef="#br0" timeOffset="117933.263">24826 1305 3196 0,'0'0'288'0,"0"0"5372"15,0 0-4072-15,0 0-299 0,80-13-9 0,-57 13-88 16,1 10-244-16,4-4-272 0,-4 3-108 15,-4 1-120-15,-4 0-136 0,0-1-4 16,-8 3-220-16,-4 1 36 0,-4 0 24 16,0 5 0-16,-12 1-148 0,-4 4-12 15,-8 0-408-15,1 2-140 0,-5-3-76 16,0-3-204-16,3 0-56 0,1-6-104 0,5-4-312 16,-1-2-489-16,7-7-463 15,5 0-1708-15,1-4-336 0,7-11 4112 0</inkml:trace>
  <inkml:trace contextRef="#ctx0" brushRef="#br0" timeOffset="118347.785">25467 1048 328 0,'0'0'652'0,"0"0"8196"16,0 0-6103-16,0 0-1229 0,0 0-604 15,-88 22-132-15,68-3-152 0,1 6-192 16,3 5-36-16,4 0-4 0,-1-2-124 0,10-2-12 16,-1-3-100-16,4-11-160 15,0-2-4-15,0-4-104 0,4-6-28 16,4 0 128-16,8-6 8 0,0-10 0 0,3-6-164 16,-2-6-504-16,7-5-80 0,-5-2 4 15,1-2 28-15,5 1-108 16,-6-2-204-16,5 0 120 0,-4-3-440 0,-4 6 663 15,0-3 645-15,-8 6 40 16,-4 4 492-16,-4 8 717 0,0 1-57 0,0 7-44 16,0 5-24-16,0 4-100 0,0 3-232 15,0 0-232-15,0 0-220 0,0 3 8 16,0 4-300-16,-4 9 128 0,4 3 184 0,-4 2-36 16,4 6 36-16,-4 1 24 0,4 1-136 15,0-1-208-15,0 4-44 0,0-1-56 0,4 1-196 16,0-3-428-16,4 0-104 0,0-1-280 15,0-3-1032-15,3-2-2601 16,-3-4-3899-16,9 0 8548 0</inkml:trace>
  <inkml:trace contextRef="#ctx0" brushRef="#br0" timeOffset="118764.676">26272 988 10220 0,'0'0'1265'0,"0"0"-1265"15,0 0 0-15,0 0-8 0,0 0-1165 16,0 0-3415-16</inkml:trace>
  <inkml:trace contextRef="#ctx0" brushRef="#br0" timeOffset="118931.085">26622 809 3512 0,'0'0'744'0,"0"0"7781"16,0 0-6529-16,0 0-1516 16,0 0-480-16,0 0-40 0,0 0-1148 0,88-76-844 0,-75 63-2065 15,10 1-2711-15</inkml:trace>
  <inkml:trace contextRef="#ctx0" brushRef="#br0" timeOffset="119039.031">26966 628 1840 0,'0'0'872'0,"0"0"-636"16,0 0 1288-16,0 0-1524 0,0 0-92 16,0 0-4287-16,0 0 4379 0</inkml:trace>
  <inkml:trace contextRef="#ctx0" brushRef="#br0" timeOffset="119479.123">27850 555 196 0,'0'0'9896'0,"0"0"-7899"0,0 70-921 15,0-28-160-15,3 5 496 0,-3 8-116 0,0 1-464 16,5-2-300-16,-1 6-76 16,-4-3 184-16,0 1-148 0,4-4-408 15,0-10-84-15,0-6-132 0,3-7-460 0,2-8 52 16,-5-10 96-16,4-3-164 0,-4-10-648 15,-1 0-1452-15,1-10-2537 0,-4 1-1491 16,0-13 5708-16</inkml:trace>
  <inkml:trace contextRef="#ctx0" brushRef="#br0" timeOffset="119663.98">27794 654 888 0,'0'0'1224'0,"0"0"5760"0,0 0-5444 15,0 0-755-15,0 0 407 16,87-16-120-16,-62 26-248 0,-5 2-64 0,-1 1-156 16,-3 6-176-16,-4-3-140 0,-3 3-64 15,-2 0-36-15,-7 0-100 0,0-1-52 16,0 1-36-16,-7-2-536 0,-2 2-308 0,5-6-608 16,-4-4-1356-16,5 1-3149 0</inkml:trace>
  <inkml:trace contextRef="#ctx0" brushRef="#br0" timeOffset="120048.477">28515 456 1004 0,'0'0'9228'0,"0"0"-6903"0,0 0-897 15,-84 61 204-15,60-39 56 16,5 4-536-16,3-3-524 0,4-9-332 0,8 3-296 15,0-8-128-15,4-2-128 0,0-4 8 16,8-3 152-16,0 0 96 0,3 0 116 16,10-10-116-16,-5-5-136 0,7-2-196 0,-3-5-188 15,4 0 24-15,1-3-112 0,-2-1-184 16,1 1-116-16,0 0-396 0,0-1-152 16,0-3 272-16,-4 4 515 15,-4 3 345-15,-1 0 324 16,-7 9 196-16,5 0 717 0,-10 10 451 0,-3 3-192 0,0 0-44 0,0 3-172 15,-3 10-424-15,-5 3-96 16,-5 6 64-16,2 7-68 0,-2-1 212 16,2 1 208-16,3-4-412 0,0-2-440 15,3-4-84-15,5-7-100 0,0 1-76 16,0-7-184-16,0-3-296 0,9 0-116 16,-1-3-308-16,3 0-476 0,6-6-968 0,-6-3-1645 15,6 2-1935-15</inkml:trace>
  <inkml:trace contextRef="#ctx0" brushRef="#br0" timeOffset="121037.596">21420 4877 28 0,'0'0'13345'0,"0"0"-11445"0,0 0-1436 0,0 0-48 16,0 0 572-16,79 40 276 0,-55-36-416 16,0-1-404-16,-1-3-300 15,5 0-32-15,-4-10-108 0,0 5-4 0,1-6-232 16,-6 2-532-16,1-1-296 0,-8 4-544 16,-4 3-2556-16,-8 3-3949 0</inkml:trace>
  <inkml:trace contextRef="#ctx0" brushRef="#br0" timeOffset="121183.339">21503 5153 10044 0,'0'0'1561'0,"0"0"-661"15,0 0 804-15,0 0-276 0,0 0-160 0,0 0-16 16,80 22-636-16,-48-19-344 16,7-3-164-16,6 0-108 15,6 0-332-15,1-3-288 0,4 3-592 0,-13 0-1128 0,21 0-4001 16</inkml:trace>
  <inkml:trace contextRef="#ctx0" brushRef="#br0" timeOffset="122630.171">24033 2191 612 0,'0'0'1776'0,"0"0"4692"0,0 0-4648 16,0 0-699-16,0 0-45 0,0 0 224 15,0 0-440-15,0 0-204 0,0 0 48 16,0 0 328-16,0 0-324 0,91 88-216 16,-67-59-120-16,0 0 8 0,-3-1-24 0,-2-2-112 15,5-4-108-15,-4-7-124 0,4-2-12 16,0-6 0-16,4-4-72 16,-4-3 68-16,4-3 4 0,0-7-48 0,-5-2-220 15,5-1-28-15,-4-4 40 0,4-5-4 16,0 4 40-16,4-5-40 0,3-2-36 15,1-4 0-15,9 4 292 0,2-8 4 16,1 3-176-16,3-9 80 0,9 1 32 16,-4 4-48-16,4 2-32 15,-4 3 140-15,0 6-68 0,-5 4 24 0,-3 5-16 16,-4 7 56-16,0 0-92 0,-5 7 100 16,-7 0 4-16,4 0 236 0,-8 9-44 15,0 2-60-15,-4-3-48 0,0 6-84 0,-8-3 44 16,0 8-32-16,-8 1 28 15,-4-1-44-15,0 1-64 0,-4-2-168 0,0 1-4 16,0-6 60-16,-8-4-136 0,8 1-304 16,-4-7-224-16,0-3 80 15,4 0 292-15,0 0 212 16,0-3 4-16,0-9-360 0,4-1-16 0,4-6 40 16,4-4 316-16,7-5 184 0,2-5-212 0,3 3-177 15,8-9 285-15,0 4 192 0,7 1 128 0,1-1 144 16,4 6 257-16,3 4 151 15,-2 2-76-15,2 4 8 0,5 4-76 16,-5 2-68-16,2 3-88 16,-1 1-36-16,-1 2-32 0,1 1 92 0,0-1 108 0,0 1 20 15,3-3-60-15,-3-1-36 0,1-2-76 16,-2-1-64-16,1-3-52 0,-1-3-180 16,2-4 72-16,-6-2 12 0,1 0-100 15,0 0-48 1,-1-4-4-16,5 0-84 0,-4 1-8 0,0 0-28 15,0 2 0-15,0 1-60 0,0-1-52 0,-9 7-148 0,1-3 88 16,-8 6 96-16,0 3-36 0,-8 4-252 16,-4 5-480-16,-8 4-880 0,-4 0-2429 0,-16 10-4103 15</inkml:trace>
  <inkml:trace contextRef="#ctx0" brushRef="#br0" timeOffset="122979.106">26431 2238 5016 0,'0'0'4744'0,"0"0"-2091"0,0 0-2397 0,0 0-64 0,0 0 304 16,-91 32 356-16,71-23-116 0,4 1-256 15,0-1-92-15,4 7 40 0,4-3 0 16,0 4-92-16,5-3-52 0,3 2-72 16,0 1 84-16,0-5-36 0,3 1 12 15,1-1 12-15,8-2 12 0,0 0-88 0,4-4-36 16,4-3 0-16,-1 0-120 0,2-3-52 15,3 0-136-15,4 0-244 16,4-3-396-16,-1-6-352 0,-3 2-844 0,8-2-3521 16</inkml:trace>
  <inkml:trace contextRef="#ctx0" brushRef="#br0" timeOffset="124046.598">26902 2333 10292 0,'0'0'1889'0,"0"0"-1261"0,0 0 124 16,0 0 444-16,0 0-428 0,79 11-432 16,-55-9-228-16,0 1-108 0,4 0-88 15,-4-3-12-15,0 4-40 0,4-4-388 16,3 0-460-16,-10 0-912 0,14-7-3365 16</inkml:trace>
  <inkml:trace contextRef="#ctx0" brushRef="#br0" timeOffset="124312.234">27762 2092 1368 0,'0'0'6080'0,"0"0"-5104"16,0 0-380-16,0 0 244 0,0 0 733 15,0 0-353-15,0 0-440 16,0 0-196-16,0 0-16 0,-55 73 0 0,42-54 12 16,9 0-12-16,-3 4-92 0,-1-1-80 15,-1 3-84-15,5-3-140 0,1 0-172 0,-1-2-112 16,4-1-120-16,0-6-92 0,7-5-252 16,10-4-304-16,2-4-572 15,5-4-1260-15,-4-2-2853 0,12-16-147 0</inkml:trace>
  <inkml:trace contextRef="#ctx0" brushRef="#br0" timeOffset="124759.56">28005 2163 1708 0,'0'0'196'0,"0"0"132"0,0 0-108 0,0 0-104 16,0 0 68-16,0 0 3060 0,0 0-1412 16,0 0-936-16,-8 8 36 0,8-2 541 15,-4 1-97-15,0 3-268 0,1-1-244 16,-1 1-208-16,-1-2-128 0,1 3-164 0,0-5-60 16,4 1-76-16,0-4-44 0,0 0-44 15,0-3-4-15,0 0 0 0,0 0-24 16,0 0-24-16,0 0 0 0,0 3-80 15,0 0 52-15,0 0 52 0,0 4-36 0,0-4-72 16,0 0 4-16,0 0-4 16,4 0-4-16,-4 0-12 0,0 1 8 0,4-4-8 15,-4 0-40-15,0 0 40 0,0 0 0 16,0 0 12-16,0 0 8 0,0 0 68 0,0 0-28 16,0 0 28-16,0 0-76 15,0 0 0-15,0 0 0 0,0 0 0 16,0 0-12-16,0 0-64 0,0 0 64 15,0 0-100-15,0 0-88 16,0 0-96-16,0 0-40 0,0 0-4 16,0 0-24-16,0-4-88 0,0 1-180 0,-4-3-380 0,4 0-324 15,-4-1-877-15,0-2-715 0,0 3-2848 16,20 47 4056-16</inkml:trace>
  <inkml:trace contextRef="#ctx0" brushRef="#br0" timeOffset="125130.94">27428 2124 132 0,'0'0'8300'0,"0"0"-6580"0,0 0-363 16,0 0 215-16,0 0 360 0,0 0-360 16,79 25-280-16,-55-18-256 0,4 0-116 0,0 1-236 15,0-2-136-15,0 1-96 16,-1-3-172-16,1-1-159 0,0-3-73 15,-4 0-36-15,0 0-12 0,4-10-169 16,-8 3-415-16,4-2-184 0,-8 0-212 0,-4-1-372 16,-1 1-980-16,-2-1-2921 0,-9 0-3787 15</inkml:trace>
  <inkml:trace contextRef="#ctx0" brushRef="#br0" timeOffset="125400.155">27750 1867 6900 0,'0'0'2476'0,"0"0"-295"0,0 0-1153 16,0 0-276-16,0 0 316 0,0 0 28 15,0 0-336-15,0 0-212 0,-24 77 36 16,24-44 172-16,0 9-16 0,-4 2-212 0,4 1-172 16,-8 5-100-16,5-1-72 15,-10 1 48-15,5-3-36 0,-3-2-64 0,2-6-56 16,1-8-4-16,5-5-68 0,3-8-4 15,0-2-8-15,0-6 0 0,3-1-4 16,10-3-60-16,2-2 20 0,6-4-56 0,-2 0-64 16,9-6-48-16,4-7-60 0,4-3-208 15,0-3-228-15,4-3-184 0,-5 3-156 16,5-3-1032-16,-12 2-2781 0,9-2-3143 16</inkml:trace>
  <inkml:trace contextRef="#ctx0" brushRef="#br0" timeOffset="125575.737">28208 2207 7208 0,'0'0'6273'0,"0"0"-5445"15,0 0-540-15,0 0 900 0,-43 66 588 0,31-44-468 16,0 4-448-16,8-3-312 0,-1-4-180 16,1-1-136-16,1-5-232 0,3-4-132 15,0 1-12-15,0-7-212 0,0 0-376 0,0-3-204 16,3 0-388-16,1-3-1188 15,1-3-3293-15,-5-10-3130 0</inkml:trace>
  <inkml:trace contextRef="#ctx0" brushRef="#br0" timeOffset="125761.948">28165 2089 1528 0,'0'0'9789'0,"0"0"-5789"0,0 0-3232 0,0 0 236 16,0 0 812-16,0 0-576 0,0 0-776 15,0 0-244-15,0 0-128 16,0 0-92-16,92-19-352 0,-73 12-320 0,9 1-312 16,-4 0-312-16,0 6-680 0,-4 0-2000 15,-4 0-1309-15,-4 3-1094 0</inkml:trace>
  <inkml:trace contextRef="#ctx0" brushRef="#br0" timeOffset="126128.776">28424 2169 2568 0,'0'0'668'0,"0"0"6668"15,-21 76-5115-15,18-48-1073 0,-1-6-188 16,0 0 376-16,4-2-40 0,0-5-156 0,4-4-344 15,3-5-440-15,2-4-72 0,3-2-140 16,3-2-144-16,5-9-84 16,4-1-248-16,1-4-120 0,3-3-76 15,-1 0-100-15,1 3 32 0,-4 3-24 0,4 1 72 16,-4 6 56-16,-9 6 228 0,5 0 264 0,-8 3 212 16,1 3 232-16,2 3 140 0,-2 1 288 15,-6-4-156-15,1 1-444 16,5-1-76-16,-6-6 60 0,9 0-144 15,-4 0-104-15,8-3-8 0,0-7 0 0,8-2-4 16,0-4 8-16,-4-3-64 0,-1 3-52 0,1-4-256 16,-7 1 84-16,-6 7 24 15,1-1-12-15,-4 5 152 0,-8 1 120 16,0 0 248-16,-3 7-64 0,-14 0 88 0,2 0-48 16,-6 9 32-16,-6 10-60 0,-5 0 64 15,4 7 120-15,0-1 84 0,0 1 256 16,8-4-40-16,4-3-207 0,4-6-217 0,4-4-208 15,8-5-48-15,0-4-160 16,0-4-360-16,12-5-173 0,4-7 121 16,8-6-272-16,4-7-620 0,-8 7-2596 0,20-13-3273 15</inkml:trace>
  <inkml:trace contextRef="#ctx0" brushRef="#br0" timeOffset="126345.261">29376 1914 536 0,'0'0'11741'0,"0"0"-7437"0,0 0-4032 0,0 0 68 0,0 0 1080 0,0 0 492 16,-36 80-339-16,28-61-593 0,0 0-484 0,4-3-292 16,0-1-24-16,4-2-32 15,0-4-88-15,4 4-52 0,4 0 4 16,4 0 36-16,-4 0 0 0,0-1-44 0,-1-3 4 16,2 2 40-16,-5-3 0 15,0 3-36-15,-4 1 72 0,-8 4-84 0,-4 3-48 16,-4 0-496-16,-8 3-264 0,-4 0-52 0,-4 1-125 15,-11 0-959-15,7-9-2900 16,-36 12-3273-16</inkml:trace>
  <inkml:trace contextRef="#ctx0" brushRef="#br0" timeOffset="127264.293">23316 4528 260 0,'0'0'2076'0,"0"0"-1556"16,0 0-352-16,0 0 5116 0,0 0-3392 16,0 0-383-16,0 0-101 0,0 0-112 15,0 0-108-15,0 0-208 0,0 0-84 16,71 79-104-16,-62-48-140 0,2 10-112 16,-7 4-124-16,-4 6-120 0,0 6-52 0,-4 0-72 15,-3 1-28-15,-6-4-8 0,-2-4 68 16,2-5-20-16,-6-7-60 0,2-4 32 0,-2-5-60 15,-1-3-56-15,-4-7-40 16,4-4-216-16,-4-2-176 0,-4-4-56 0,4-2 8 16,-4-1 12-16,9 0 156 0,-1-6-56 15,3 0 116-15,6-6 204 16,-1-2-188-16,-1-9-100 0,6 1 60 0,-1-6 88 16,-1 3 88-16,9 0 48 0,0 3 24 15,5 2 124-15,7 6-24 0,8-2-52 16,3 7-52-16,5-1 44 0,0 4 96 15,0 0 72-15,4 4-48 0,-4 3-172 16,0 2-36-16,0-4-88 0,-8 6-84 16,-1 2-424-16,-2-4-272 0,-6 0-576 15,-3 4-624-15,-4-6-2881 0,-4 5-3179 0</inkml:trace>
  <inkml:trace contextRef="#ctx0" brushRef="#br0" timeOffset="127535.192">22715 4635 2948 0,'0'0'820'15,"0"0"5624"-15,0 0-4959 0,0 0-601 0,-28 79 136 16,24-34 324-16,-1 3-224 15,5 6-120-15,0 6-156 0,0 4-200 16,0 5 20-16,9 1-100 0,2 3-184 0,1-3-148 16,4-1-232-16,0-4 0 0,4-5-172 15,4-10-12-15,0-2-416 16,-1-13-184-16,9-9-156 0,0-17-532 0,8-9-712 0,-8-3-604 16,19-32-2761-16</inkml:trace>
  <inkml:trace contextRef="#ctx0" brushRef="#br0" timeOffset="127739.605">24109 4914 2764 0,'0'0'8245'0,"0"0"-7037"16,32 96-300-16,-25-58 716 0,-3 6-96 0,0 0-320 15,1 1-516-15,-5 0-344 16,-5-1-324-16,-3 0-24 0,-7 1-8 15,-2-7-80-15,2 0-60 0,-5-6-248 0,-1-7-212 16,2-8-100-16,-1-9-248 16,4-8-800-16,0 0-3041 0,5-8-3659 0,-2-17 8296 0</inkml:trace>
  <inkml:trace contextRef="#ctx0" brushRef="#br0" timeOffset="128059.453">24375 4117 5744 0,'0'0'1264'0,"0"0"3073"0,0 0-2697 16,9 79 0-16,-9-33-220 16,0 4-140-16,0 4-132 0,0 3-40 15,0-3-448-15,0 0-256 0,-4-6-160 0,-1-4-172 16,1-9-72-16,0-3-160 0,0-6-264 16,4-11-164-16,-3-2-36 0,-1-6-128 15,4-4-476-15,-8-3-1156 0,3 0-3149 16</inkml:trace>
  <inkml:trace contextRef="#ctx0" brushRef="#br0" timeOffset="128240.508">24339 4162 4240 0,'0'0'1352'0,"0"0"2860"16,0 0-2663-16,0 0-329 0,0 0 244 0,84-16-160 15,-67 26-260-15,-2 2-208 16,-7 8-240-16,1 2-152 0,-2 0-184 15,-7 0-188-15,0 3-20 0,0 1-52 0,-4-3-448 16,1-5-404-16,3 2-412 16,0-4-816-16,0-4-2793 0,0-5-3255 15</inkml:trace>
  <inkml:trace contextRef="#ctx0" brushRef="#br0" timeOffset="128630.365">24842 4084 6536 0,'0'0'6017'0,"0"0"-4741"16,0 0-844-16,-64 98 604 16,40-54 860-16,4 3-104 0,0-3-396 15,8-5-448-15,1-4-411 0,2-13-305 0,9-3-232 16,0-9-36-16,0-7-100 0,0-3-45 16,12 0-3-16,0-7 40 0,4-8-160 15,4-12-88-15,4-1-204 0,0-6-176 16,0-8-116-16,4 1-324 0,4 0-92 0,-4-7 84 15,-1 0 372-15,1-6 312 16,-4 1-88-16,-8-1 624 0,-4-1 356 16,-4 5 524-16,-4 5-56 0,-4 7-20 0,0 3-8 15,-8 14 64-15,4 4 44 0,0 7 20 16,4 7-152-16,-4 3-320 0,0 0-108 16,4 10-344-16,-3 6 0 0,-2 6 48 15,-3 10 196-15,4 3 268 0,0 9-63 0,0 2-157 16,1-2-172-16,-6 6-120 0,5 1-12 15,-4-3-132-15,4-1-321 16,1-3-239-16,-1-5-176 0,4-4-284 0,0-7-628 0,4-3-1112 16,-1-6-2641-16,5-2-3146 15</inkml:trace>
  <inkml:trace contextRef="#ctx0" brushRef="#br0" timeOffset="129077.428">25555 4232 10616 0,'0'0'2441'0,"0"0"-1081"16,0 0-564-16,0 0-40 0,0 0 208 15,0 0-256-15,0 0-336 0,0 0-372 16,99-38-520-16,-74 22-1020 0,-6 0-2276 15,5-6-5081-15</inkml:trace>
  <inkml:trace contextRef="#ctx0" brushRef="#br0" timeOffset="129214.759">26085 3924 5196 0,'0'0'1160'0,"0"0"5057"0,0 0-4449 0,0 0-1224 16,0 0-544-16,0 0-36 0,43-82-864 15,-26 59-1016-15,3 0-817 16,-5 9-2575-16</inkml:trace>
  <inkml:trace contextRef="#ctx0" brushRef="#br0" timeOffset="129339.784">26324 3714 1316 0,'0'0'1372'0,"0"0"4668"16,0 0-4420-16,0 0-679 0,0 0 355 15,0 0-96-15,83-44-592 16,-63 31-228-16,-3 4-380 0,-6-1-140 0,6 4-660 15,-6-3-808-15,1 2-1253 0,0 4-4851 16</inkml:trace>
  <inkml:trace contextRef="#ctx0" brushRef="#br0" timeOffset="129737.59">26925 3542 10092 0,'0'0'2329'0,"0"0"-837"0,9 77-212 0,-9-32-32 16,0 0-292-16,0 5-88 0,-5 1-216 15,1 3-208-15,-4-6-164 16,5-7-280-16,-1-6-72 0,4-10-88 0,0-3-416 15,0-9-104-15,0-4-12 0,4-6-20 16,3-3-204-16,-3 0-1192 0,5-9-3105 16,-1-13-2555-16</inkml:trace>
  <inkml:trace contextRef="#ctx0" brushRef="#br0" timeOffset="129933.128">27013 3460 364 0,'0'0'9852'15,"0"0"-8291"-15,0 0-845 0,0 0 268 16,0 0 476-16,0 0-516 0,0 0-416 0,0 0-228 16,0 0-24-16,0 0-240 15,0 0-36-15,84-34-76 0,-80 40 4 0,-4 7-128 16,0-4-112-16,0 7-56 0,-4 0-60 16,-4 0-228-16,0-1-176 0,4-2-480 0,4-6-1081 15,0-4-2075-15,0-1-720 16,12-7 4473-16</inkml:trace>
  <inkml:trace contextRef="#ctx0" brushRef="#br0" timeOffset="130263.981">27595 3245 7492 0,'0'0'2268'16,"0"0"141"-16,0 0-1653 0,-80 95 200 15,57-58 864-15,-5 2-120 0,7-1-316 0,1-3-376 16,12-10-432-16,1-9-360 15,7-6-216-15,0-4-172 0,3-6 36 0,5 0 16 16,5-6 72-16,2-7-236 0,5-9-416 16,5-1-236-16,3-8-292 0,-5 3-592 15,5-7-744-15,-4 3-465 0,4-3 241 0,-4 0-284 16,-1 0 696-16,-3-3 1100 16,1 2 1276-16,-10 5 900 0,2-1 2176 15,-6 7 140-15,-3 9-260 0,-4 3-463 0,0 10-697 16,0 0-536-16,0 3-440 0,0 0-272 15,0 6-352-15,0 4-144 16,0 6-52-16,0 6 272 0,0 3-60 0,0 0-212 16,4 8-12-16,-4-5-200 0,0 7-420 15,0 0-912-15,0-7-1684 0,-8 18-6765 16</inkml:trace>
  <inkml:trace contextRef="#ctx0" brushRef="#br0" timeOffset="130947.211">25121 4613 7244 0,'0'0'1972'0,"0"0"-472"15,0 0 97-15,-4 66 23 0,8-40-356 0,7 9-192 16,6 0-324-16,-2 0-240 0,6 0-272 15,-6-10-88-15,1-3-140 0,0-3 140 16,0-6-96-16,-4-3-52 16,0-4-24-16,-4 1 20 0,4-7-4 0,-5 0 8 15,6 0 60-15,2-13-12 0,2 0-48 0,7-10-148 16,-1-2-72-16,1-6-28 16,8-1-40-16,0 0 40 0,5-4 48 15,2 8 112-15,-3 0 76 0,-1 2-36 0,1 8 48 16,-4 2 0-16,0 3 236 15,0 3 64-15,-4 4-104 0,-4 6-132 16,0-3 48-16,-5 3 48 0,1 0-36 16,-3 0-24-16,2 0-16 0,1 0-32 0,-4 0 8 15,0-3-12-15,5 0-48 16,-6-3-164-16,1-4 4 0,4-1-24 0,0-1-16 16,8-3 28-16,-4-5 36 0,4 2 12 15,4-8 24-15,4 4-88 0,-1 0 36 16,1-1 68-16,4 4 76 0,-4 3 8 0,4 7 128 15,-1 3 144-15,-3-1 76 16,5 7-84-16,-6 0-44 0,1 0 116 0,0 0-28 16,-1 0-36-16,-3 0 172 0,4 0 204 15,1 0-108-15,-2 0-176 0,1 0-84 16,4-4 136-16,-5-2 301 0,-3 1-501 16,5-2-168-16,-5-6-48 0,-1 4-264 15,-3-4-165-15,-1 3-335 0,-6 4-200 16,-1 0-336-16,-8 3-1516 0,-12 3-4213 0</inkml:trace>
  <inkml:trace contextRef="#ctx0" brushRef="#br0" timeOffset="131294.793">26184 4909 40 0,'0'0'768'0,"0"0"6124"16,0 0-4288-16,0 0-943 16,0 0-457-16,0 0 92 0,0 0-300 0,0 0-200 15,-47 88-160-15,47-56-140 0,-4 0-72 16,4-1 20-16,0 5 124 0,8-3-104 15,3-3-96-15,2-1 72 0,2-4-36 16,2-3-88-16,-2-5-60 0,2-3-36 16,-2-3-84-16,5-6-76 15,4 2-52-15,0-4-4 0,4-3-4 0,0 0-148 16,7-3-288-16,-3-7-272 0,0-3-112 0,5-6-364 16,-10 4-944-16,-7-1-2724 0,4-6-3301 15</inkml:trace>
  <inkml:trace contextRef="#ctx0" brushRef="#br0" timeOffset="131512.579">26698 4994 6140 0,'0'0'9301'0,"0"0"-7485"16,0 0-1368-16,0 0 452 0,0 0 352 15,0 0-360-15,100 22-172 0,-80-22-416 0,4 0-236 16,3-6-68-16,1-7-548 16,0-6-220-16,4 0-184 0,0-6-352 0,-4 8-1704 15,12-14-4133-15</inkml:trace>
  <inkml:trace contextRef="#ctx0" brushRef="#br0" timeOffset="131640.014">27384 4742 4136 0,'0'0'11157'16,"0"0"-9737"-16,-28 78-1272 0,16-44 464 0,4 10 536 16,3-2-64-16,2 6-436 0,3-4-492 15,0-3-156-15,0-3-768 0,0 4-560 16,3-17-1040-16,-3 17-4625 0</inkml:trace>
  <inkml:trace contextRef="#ctx0" brushRef="#br0" timeOffset="132600.718">28495 4511 9260 0,'0'0'6357'0,"0"0"-5753"0,0 0-604 15,0 0-292-15,0 0 292 0,0 0 880 16,0 0 484-16,0 0-364 0,9 99-448 16,-9-49-212-16,-9 4 4 0,1 10 108 15,1-4 252-15,-2 0-279 0,5-5-181 0,4-7-184 16,0-7-60-16,0-13-48 0,9-2-48 16,2-13-12-16,1-1-28 0,4-9-121 0,0-3-167 15,4-3-100-15,0-13-12 16,0-3-260-16,-4-10-920 0,-4 10-2824 0,-4-16-3385 15</inkml:trace>
  <inkml:trace contextRef="#ctx0" brushRef="#br0" timeOffset="132755.75">28216 4813 8552 0,'0'0'6053'0,"0"0"-4065"15,0 0-1068-15,0 0-348 0,0 0 116 16,0 0 356-16,0 0-212 0,0 0-260 15,-4 66-232-15,32-59-72 0,12-7-11 0,4 0-29 16,4-9-120-16,4-4-108 16,0-6-364-16,-5 0-185 0,-3 0-279 0,-4 0-224 15,-4-1-696-15,-12 5-2580 0,4-2-3293 16</inkml:trace>
  <inkml:trace contextRef="#ctx0" brushRef="#br0" timeOffset="132928.749">28878 4781 7764 0,'0'0'5761'0,"0"0"-4405"16,0 0-1064-16,0 0 248 0,12 70 964 16,-12-51 128-16,0 0-368 0,0-3-608 15,0-7-508-15,4 1-148 0,-4 0-172 16,3-8-352-16,1 2-184 0,1-4-56 0,3 0-200 16,-4 0-656-16,3-6-1312 15,1 0-1865-15,1-5-719 0,-5 3 2597 0</inkml:trace>
  <inkml:trace contextRef="#ctx0" brushRef="#br0" timeOffset="133297.421">28950 4747 3688 0,'0'0'964'0,"0"0"4948"16,0 0-4815-16,0 0-765 0,0 0 616 16,0 0 656-16,0 0-496 0,0 0-512 15,0 0-296-15,91-74-300 0,-71 65 0 0,0-1-380 16,4 7-124-16,-4 0-60 0,-1 3 72 15,2 3 60-15,-5 10 432 0,0 2 228 16,-5 4-140-16,-2 4 52 0,-2 3 288 0,-7-5 240 16,0 5 112-16,0-4 32 15,0-3-108-15,-3-3-100 0,3-3 12 0,0-4-212 16,0-5-380-16,0-2-24 16,0-2-84-16,11 0-28 0,2 0-20 15,2-2-64-15,9-5-52 0,4-2-96 0,8-1 60 16,0 1 272-16,-1 2-360 0,-3-2-60 15,0 6 296-15,0 0 136 16,-8 3 40-16,0 0 368 0,-4 3 188 0,-4 3 104 16,0 3-12-16,0 4-200 0,-9-3-132 15,10-1-88-15,-6 5-180 0,6-6-88 0,-2 3-120 16,6-3-576-16,-1-2-456 0,-5 1-456 16,-7-3-2764-16,1 2-5117 0</inkml:trace>
  <inkml:trace contextRef="#ctx0" brushRef="#br0" timeOffset="133941.299">21862 6452 5264 0,'0'0'652'0,"0"0"4340"15,0 0-3051-15,0 0-337 16,0 0-268-16,0 0-272 0,0 0-428 16,0 0-364-16,0 0-272 0,0 0-120 0,24 65-128 15,-17-48-712-15,-3 2-624 16,0-6-1192-16,-4 9-3813 0</inkml:trace>
  <inkml:trace contextRef="#ctx0" brushRef="#br0" timeOffset="134180.326">21953 6892 4832 0,'0'0'4900'0,"0"0"-3635"16,0 0-765-16,0 0 244 0,0 0 676 0,-7 67-192 15,2-51-1188-15,1-3-40 0,0 3-976 16,4-1-324-16,-4-2-420 0,4 4-961 15,-4-2-1627-15,0-2 1424 0,1 2 2808 16,-1-1-212-16,-1-3 288 0,1 0 184 16,0-3 1052-16,4-1-856 0,-4 0-92 15,4-4 4300-15,0 0-2760 0,0 0-368 0,0 1-315 16,0-4-273-16,0 6-256 0,0-3-148 16,0 7-468-16,0-4-88 0,0 6-996 15,0 5-897-15,-7-2-2907 0</inkml:trace>
  <inkml:trace contextRef="#ctx0" brushRef="#br0" timeOffset="134445.874">21598 7785 4972 0,'0'0'5272'15,"0"0"-2231"-15,0 0-1077 0,0 0-764 0,0 0-20 16,0 0-104-16,0 0-216 0,0 0-336 16,0 0-304-16,0 0 148 0,0 0 132 15,101 16-268-15,-66-16-160 0,1 0-72 16,-4 0-84-16,-4-7-16 0,0 4-372 16,0 0-236-16,-5 0-116 0,-3 3-208 0,0 0-1124 15,-4 6-1020-15,-8 0-2657 16</inkml:trace>
  <inkml:trace contextRef="#ctx0" brushRef="#br0" timeOffset="134630.16">21626 8115 10720 0,'0'0'2297'0,"0"0"-657"0,0 0-344 15,0 0-164-15,0 0 292 0,84 3-148 16,-44-3-152-16,8 0-372 15,-1 0-323-15,1 0-249 0,0 0-180 0,0 0-36 0,0 0-36 16,-1-7-305-16,2 2-439 16,2-2-160-16,1-2-372 0,-13 5-1592 15,21-6-4777-15</inkml:trace>
  <inkml:trace contextRef="#ctx0" brushRef="#br0" timeOffset="135165.363">23615 7226 820 0,'0'0'9620'16,"0"0"-6591"-16,0 0-1545 0,0 0-404 15,99 26 308-15,-79-7-272 0,0 9-344 0,-8 7-24 16,-4 9-112-16,-4 4-172 0,-4 6-112 15,0 2-120-15,-8 2-111 0,-8 0-13 16,0 1 40-16,-4-1-40 0,-4-1 12 0,-8-3 4 16,0 2-28-16,-7-1 12 0,-5-3 0 15,0-9-60-15,-3-1-48 16,-2-7-128-16,-3-7-124 0,5-6-164 0,-5-6-153 16,8-2-3-16,0-8 36 0,4-6-28 15,5-4-112-15,3-9-100 16,8-6 160-16,3-3 144 0,14 0 284 0,3-4 176 0,4 5 16 15,11-2-4-15,10 7 164 0,3 1 132 16,4 1 100-16,11 5-72 16,5 2 68-16,8 5 40 0,8-2 36 0,3 4-76 15,5 4-124-15,4 3-180 0,0 4-88 16,-1 3-340-16,-7 1-828 16,-12-2-1288-16,12 16-4865 0</inkml:trace>
  <inkml:trace contextRef="#ctx0" brushRef="#br0" timeOffset="135291.221">25108 8322 16525 0,'0'0'3628'0,"0"0"-3628"0,0 0-4032 16,0 0-5393-16</inkml:trace>
  <inkml:trace contextRef="#ctx0" brushRef="#br0" timeOffset="139731.27">1270 6404 9216 0,'0'0'7093'15,"0"0"-6245"-15,0 0-772 0,0 0 444 16,80 3 356-16,-48 3 328 0,4-2-288 16,7 1-208-16,2-5-283 0,2 0-121 15,5 0-160-15,-4-3-84 0,0-3-60 0,-4-3-8 16,-4-1-172-16,-5-3-305 0,-7 4-163 15,-8 3-56-15,-4-1-140 0,-8 7-612 16,-8 0-1604-16,0 4-2077 16,-24 11-1355-16</inkml:trace>
  <inkml:trace contextRef="#ctx0" brushRef="#br0" timeOffset="139896.992">1390 6709 13597 0,'0'0'1748'0,"0"0"-1060"0,0 0-420 0,0 0 256 16,0 0 248-16,0 0 440 15,0 0-60-15,108 27-480 0,-61-22-248 16,5-3-216 0,4-2-84-16,-1-2-120 0,1-8-4 0,-4-6-136 0,0-3-288 15,0 0-128-15,-8-10-204 0,-4 0-364 0,-12 7-1408 0,-4-16-3717 16</inkml:trace>
  <inkml:trace contextRef="#ctx0" brushRef="#br0" timeOffset="140154.473">1781 6000 8564 0,'0'0'1220'0,"0"0"29"0,0 0 267 16,87 20 344-16,-47-5-384 0,3 1-348 0,6 6-532 16,-2 3-236-16,5 8-100 0,-4-1-188 15,-4 2-72-15,-5 4 0 16,-7 0-8-16,-12 6 4 15,-12 5-120-15,-3 4-196 0,-10 1 308 0,-14 9-40 16,-9 1-8-16,-8 0-64 0,-8 3-52 0,0-7 56 16,0-3 120-16,4-9 92 0,5-8-92 0,3-7-248 15,4-11-412-15,8-9-484 0,0-7-756 16,8-3-1349-16,0-9-5215 16</inkml:trace>
  <inkml:trace contextRef="#ctx0" brushRef="#br0" timeOffset="148888.901">3972 5603 5244 0,'0'0'6669'0,"0"0"-5925"0,0 0 96 0,75-28 568 15,-51 25 4-15,-3 3-80 0,-6 3-232 16,1 10 28-16,-4-1-136 16,4 8-152-16,-4 8-307 0,0 4-169 15,-4 10-136-15,-4 8 4 0,-4 7-76 16,-8 3-48-16,-12 10-20 0,-4 3 20 0,-8 4-24 16,-4-1 36-16,-7 0 0 0,-1-6 0 0,-8-7 4 15,4-9-112-15,0-6 72 0,1-10-84 16,-2-6 0-16,2-10-172 15,3-10-168-15,4-5 0 0,8-7 124 0,4-3 60 16,8-13 20-16,5-9-116 0,-2-7-16 16,6-7-96-16,3-1 11 0,4-2 133 15,4 7 64-15,4 3-100 0,8 11-60 16,4 2 216-16,-1 8 100 0,10 3 112 0,3 4 8 16,3 4 40-16,1 0 0 0,12 6 68 15,0 6 16-15,7 1-12 0,1 7 13 16,8-1-29-16,0 0-8 0,0 3-88 15,0 0-112-15,-4 0-8 0,-5 2-8 16,-3-3-40-16,-9 2-52 0,-3-2-176 0,-4 2-201 16,-4-7-67-16,-4-4-260 15,0-2-384-15,0-7-668 0,-4-3-476 0,-8 0-2097 16,4-13-2695-16</inkml:trace>
  <inkml:trace contextRef="#ctx0" brushRef="#br0" timeOffset="149295.571">5553 5842 11369 0,'0'0'1744'0,"0"0"-688"15,0 0-196-15,0 0 536 0,-88-10-248 16,57 20 88-16,-1 5-184 0,-8 8-280 16,1 8-212-16,-1 8-220 0,-4 8-72 0,4 10-87 15,1 6 63-15,6 1 12 0,10 0 288 16,2 0-36-16,10-4-268 15,11-3-132-15,0-10-104 0,11-5 44 0,6-7-4 16,2-10-44-16,9-3-4 0,0-9-92 16,0-4 12-16,4-6-36 15,0-3-96-15,-8 0-184 0,0-9-232 0,-9-4-157 16,2-2-123-16,-6-1-752 0,-3 3-2072 16,-8-9-2897-16</inkml:trace>
  <inkml:trace contextRef="#ctx0" brushRef="#br0" timeOffset="149441.118">5151 6347 7340 0,'0'0'7841'16,"0"0"-6445"-16,0 0-1224 0,0 0 104 15,0 0 396-15,0 0 452 0,84 0-8 16,-48 0-396-16,3-4-232 0,9-5-184 0,5-1-148 16,6-5-32-16,1-5-124 15,-1-2-228-15,1 0-796 0,0-1-420 16,-1 1-496-16,-18 7-2424 0,10-4-4873 0</inkml:trace>
  <inkml:trace contextRef="#ctx0" brushRef="#br0" timeOffset="149731.935">6159 5826 1264 0,'0'0'16617'0,"0"0"-14465"0,0 0-1808 15,0 0 120-15,96 9 837 16,-52-9-465-16,3 0-280 0,9-3-292 0,4-7-108 16,4-2 76-16,-4-1-40 0,0-3-72 15,-1-2-108-15,-3-2-12 0,-8 1-144 16,0-2-192-16,-9 2-172 0,-7 2-304 15,-8 4-197-15,-12 4-351 0,-8 6-988 16,-4 3-1544-16,-8 0-1917 16,-16 9-1411-16</inkml:trace>
  <inkml:trace contextRef="#ctx0" brushRef="#br0" timeOffset="149906.971">6537 5842 10392 0,'0'0'3045'0,"0"0"-1677"15,-24 67-976-15,20-26 248 0,4 6 888 16,-3 10-68-16,3 4-28 0,0 2-336 15,0 4-231-15,3 3-185 0,1 0-260 16,1-1-176-16,-5 1-136 0,0-6-108 0,0-13-44 16,0-10-148-16,0-12-76 0,4-10-120 15,0-13-60-15,0-6-221 0,3-3-143 16,2-13-44-16,-1-7-248 0,3-10-1088 0,2 3-1600 16,-1-27-2161-16</inkml:trace>
  <inkml:trace contextRef="#ctx0" brushRef="#br0" timeOffset="150130.521">6685 5829 12925 0,'0'0'2424'0,"0"0"-1368"0,0 0-932 15,0 0 240-15,0 0 492 0,8 99 564 16,1-52-404-16,-6 4-224 0,9 9-24 0,-4 1 57 16,4 2-257-16,-4 0-264 15,0-2-160-15,0-4-144 0,-4-3-12 16,-4-7-108-16,0 2-232 0,0-12-192 0,0-5-64 15,0-3-73-15,-4-9 97 0,4-9-124 16,-5-1-456-16,2-4-732 0,-1-6-660 16,-4 0-700-16,0-2-1461 0,0-9 1473 15,0-3 1104-15,0-3 1240 0</inkml:trace>
  <inkml:trace contextRef="#ctx0" brushRef="#br0" timeOffset="150254.863">6670 6541 5180 0,'0'0'3988'0,"0"0"-1535"0,-17-80-569 0,17 58-140 15,0 5-136-15,12 5-120 0,-3 2-368 16,6 4-288-16,5-3-160 15,8-1-88-15,0 1-11 0,8-1-209 0,0-3-268 16,3 1-92-16,2-4-4 0,2-1-208 16,-3-1-421-16,4-1-323 15,-8 3-244-15,-8 3-988 0,4 0-3540 0</inkml:trace>
  <inkml:trace contextRef="#ctx0" brushRef="#br0" timeOffset="150699.04">7250 6734 12765 0,'0'0'1828'0,"0"0"-680"0,21 66-516 15,-10-28 192-15,2 10 488 0,-2 13-96 0,2 2-264 16,-1 11-244-16,-1 5-223 0,-2 3-49 0,-1 1-60 15,-1 6-168-15,-3-7-108 16,0-3-100-16,1-5-256 0,3-20-84 16,-5-13 88-16,9-13-53 15,-3-15 13-15,-2-7-256 0,5-9-96 0,1-10-44 16,-6-9-12-16,1-9-260 16,0-8-556-16,-3-2-996 0,-5 6-1725 15,0-19-631-15</inkml:trace>
  <inkml:trace contextRef="#ctx0" brushRef="#br0" timeOffset="150912.566">7366 6731 9880 0,'0'0'1921'0,"0"0"-437"0,0 0-200 15,0 0 176-15,0 0-20 0,92-39-400 0,-72 36-316 16,4 3-124-16,-4 0 160 0,0 3-164 16,-5 8-148-16,-2-5-71 0,-5 7-145 15,-1-1 36-15,-3 4-64 0,-4 3-60 16,-4 6-20-16,-7 0-52 0,-10 4-20 0,-3 0-52 15,-3 0-72-15,-4-1 12 0,-6 1-76 16,1-7-80-16,0-3-160 0,5 1-85 16,-1-9-27-16,4-1 16 0,7-6-92 15,6-4-72-15,4-11-372 16,6-8-252-16,5-9-948 0,0 3-1628 0,16-24-1941 0</inkml:trace>
  <inkml:trace contextRef="#ctx0" brushRef="#br0" timeOffset="151263.159">7746 6292 4316 0,'0'0'8997'0,"0"0"-7045"0,0 0-120 16,0 0-16-16,0 0-236 0,0 0-376 0,0 0-231 15,0 0-261-15,82 19-120 0,-65 1-132 0,-6 2-136 16,-3 3-104-16,1 4-64 0,-5-1-108 15,0 1-44-15,-4-4-4 16,3-5-12-16,-3-5-120 0,0-5-72 0,4-3-64 0,-4-7-116 16,4 0-160-16,0 0 0 15,1 0 216-15,3-7 220 0,-1-3 104 16,1 1 4-16,5-3 48 0,-6-5 0 0,5 4-44 16,-3-1 4-16,2 0 52 15,1 4-12-15,-4 1 88 0,4 5 20 16,-4 1 60-16,0 3 16 0,4 0-52 0,-1 10-24 15,6 0-8-15,-6 5-40 16,6 4-48-16,-6 0-4 0,2 0-56 16,-1 1-168-16,-5-1-376 0,1 0-304 0,1 0-133 15,-9 0-479-15,4-4-2548 0,-4 8-4189 16</inkml:trace>
  <inkml:trace contextRef="#ctx0" brushRef="#br0" timeOffset="157814.747">1792 10024 2844 0,'0'0'9789'0,"0"0"-8441"16,0 0-740-16,0 0 112 0,0 0 564 15,0 0-52-15,0 0-196 0,0 0-164 16,0 0-200-16,0 0-220 15,-32-11-220-15,32 11-160 0,8 0-68 0,5 0 0 16,6 0 188-16,14 0 224 0,10 0-87 0,4 0-5 16,2 0-92-16,-1-2-88 15,-1 2-96-15,-2-4-48 0,-6 1-12 16,1 0 8-16,-1-4-68 0,-2 1-108 0,-5 0-256 16,0-1-77-16,-9 1-7 0,1 3-152 15,-8 0-220-15,-4-1-424 16,-4 4-928-16,-5 0-2172 0,-10 13-3033 0</inkml:trace>
  <inkml:trace contextRef="#ctx0" brushRef="#br0" timeOffset="158045.032">1860 10322 1252 0,'0'0'12009'0,"0"0"-10109"0,0 0-1268 16,0 0-632-16,0 0 0 0,0 0 804 15,0 0 376-15,116 28-240 0,-72-21-164 16,-1-5-240-16,9 2-120 0,-4-4-112 16,0 0-144-16,-1-6 8 0,-2-4-80 15,-2-3-88-15,-3 1-36 0,-4-4-464 0,-4 3-296 16,-4-4-220-16,-5 3-372 16,-6 1-1056-16,-6 3-2525 0,-11 0-3515 0</inkml:trace>
  <inkml:trace contextRef="#ctx0" brushRef="#br0" timeOffset="158330.491">2115 9839 3800 0,'0'0'8277'16,"0"0"-7509"-16,0 0-604 0,0 0 564 0,80 4 424 15,-49 2 184-15,10 0-336 16,2 3-196-1,6 1-124-15,-6-1-264 0,5 7-192 0,-4 0-116 16,-1 3 4-16,2 6-104 0,-10 4 116 0,-3 3-124 0,-8 10-60 16,-5 2-84-16,-10 7-16 15,-5 3-16-15,-4 3 176 0,0-3 60 0,-13 0 12 16,6-4 16-16,-5-5-88 0,0-4 8 16,0-6-8-16,0-6-172 0,4-6-148 15,-4-4-48-15,4-5-152 0,-4-3-88 0,4-5-112 16,1-4-148-16,-6-2-368 0,1 0-1068 15,-3-12-3357-15</inkml:trace>
  <inkml:trace contextRef="#ctx0" brushRef="#br0" timeOffset="160927.72">4569 9807 4152 0,'0'0'936'0,"0"0"1760"16,0 0-32-16,0 0-835 0,0 0-553 16,0 0-68-16,0 0-188 0,0 0-180 0,0 0 44 15,0 0-140-15,0 0-176 16,76 19-64-16,-52-2-88 0,0-3-12 16,0 10 72-16,0-2-64 0,-4 0-96 0,-1 3-84 15,2 4-72-15,-6-1-15 0,-2 4-73 16,-6 3 0-16,1 0-56 0,1 0-4 0,-5-3-8 15,0-1-4-15,-4-6 0 16,3 1 0-16,-3-10-8 0,4-3-80 0,-4 0 4 16,0-7-85-16,0-3-87 0,0-3 36 15,0 0 36-15,0 0 16 0,0 0 20 16,0 0-20-16,0-3-4 0,0-3-12 0,0-1 72 16,0-10-80-16,0-1 44 15,0-4-48-15,-4-3 24 0,1-4 12 16,-1 0-12-16,0 1-36 0,-1 2 196 0,5-2-136 15,0 3 96-15,0-4 52 0,0 4 44 16,0-1 80-16,5 0-28 0,-1-2 28 16,0 6 96-16,3 0 40 0,-3 3 8 15,4 2-160-15,-3 2 40 0,2 5 0 16,1 2-28-16,0-3-20 0,4 5-56 16,-4-1-40-16,4 1 0 0,4 6 4 0,-1-6 40 15,2 6 28-15,3 0-4 16,-1 0-24-16,2 0 76 0,-1 3-4 0,3 3-36 15,-3 1 4-15,5 2 32 0,-6-3-112 16,1 7 4-16,0-3-12 0,0 2 12 16,-8-5-4-16,4 3-4 0,-9-1-4 0,2-2-8 15,-1-1-4-15,-1-3-72 16,-3 2-136-16,1-5-120 0,-1 5-76 16,0-3-160-16,0-2-136 0,-4 0-224 15,0 4-608-15,0-4-1044 0,0 3-3449 0</inkml:trace>
  <inkml:trace contextRef="#ctx0" brushRef="#br0" timeOffset="161495.029">6068 9096 10152 0,'0'0'2189'0,"0"0"-1397"0,0 0-448 0,0 0 484 16,0 0 620-16,0 0 68 0,31 86-388 0,-14-48-340 15,-6 6-200 1,5 4-76-16,0 6 0 0,-4 4 76 0,0-1-127 0,0 6-181 16,-4 6-76-16,-4 1-68 0,0 10-124 15,-4 0-12-15,0-1 4 0,-8 0-4 16,4-4-48-16,-4-1-132 0,4-4 132 16,0-9-24-16,1-8-64 0,3-8 40 15,0-6 11-15,0-11-39 16,3-6-104-16,1-7-112 0,0-2-100 15,0-6-108-15,0-4-16 0,4-3-64 0,-4 0-244 16,4-3-460-16,0-4-716 0,-4 1-964 16,4-10-2837-16</inkml:trace>
  <inkml:trace contextRef="#ctx0" brushRef="#br0" timeOffset="162345.81">6857 9553 4348 0,'0'0'1340'16,"0"0"-844"-16,0 0-160 0,0 0 1756 15,0 0 789-15,0 0-1061 0,0 0-640 16,0 0-260-16,0 0 152 0,-4-22-76 16,4 22-144-16,0 0-36 0,0 0-180 0,0 0-124 15,0 0-36-15,0 3-84 0,0-3-76 0,0 0-84 16,0 0-63-16,0 0-49 15,0 0-68-15,0 0-52 0,8 6-124 16,-1 1 124-16,14 9 24 0,2 6 220 16,9 6-4-16,1 8 16 0,-2 5 12 15,1 3-40-15,0-3-24 0,-4 8-92 16,-1-9-72 0,1-1-40-16,0-5-72 0,-4-2 24 0,0-7-40 0,4-2 84 15,-9-8-92-15,2-1-240 0,-1-9-152 0,-5 1-129 16,2-6-75-16,-6 0-52 0,1-6-396 15,-3-2-652-15,-2-9-892 0,-3 8-2729 16,-4-16-2407-16</inkml:trace>
  <inkml:trace contextRef="#ctx0" brushRef="#br0" timeOffset="162575.873">7239 9569 12209 0,'0'0'1608'0,"0"0"-848"15,0 0-556-15,-47 70 336 0,34-38 520 0,-2 3 184 16,-2 6-268-16,-3 0-360 16,5 7-136-16,-10-1-104 0,1 4-92 15,-4 0-76-15,1 0-64 0,-4 0-144 0,3-1 0 16,0-5-268-16,0-7 48 0,7-7-36 16,10-11-64-16,3-10-72 0,3-8-272 15,1-2-424 1,4-12-512-16,0-8-904 0,4 5-3289 15,5-22-1810-15</inkml:trace>
  <inkml:trace contextRef="#ctx0" brushRef="#br0" timeOffset="163040.748">7478 9017 10256 0,'0'0'1829'16,"0"0"-753"-16,0 0-504 15,0 0 568-15,0 0 620 0,0 0-344 0,0 0-504 16,0 0 72-16,40 73-156 0,-33-38-180 15,6 9-115-15,-1 4-157 0,-5-1-84 0,2 4-40 16,-5 0-68-16,0 0-52 16,-4-4-132-1,4-5-4-15,-4-8-140 0,0-5-76 16,3-10-80-16,-3-3-136 0,0-7-185 0,0-5-123 0,0-1-100 16,0-3-308-16,0 0-868 0,0 0-1108 0,-3-3-3917 0</inkml:trace>
  <inkml:trace contextRef="#ctx0" brushRef="#br0" timeOffset="163311.223">7581 9001 8372 0,'0'0'1656'0,"0"0"-844"15,0 0 397-15,0 0 479 0,0 0-320 16,88-22-376-16,-71 25-264 0,-2 3-228 15,2 3-140-15,-6 4-16 0,-3 1 52 16,-4 5-52-16,1 2-60 0,-5 2-148 16,-9 2-16-16,-3 1-8 0,-4 2-112 0,-3 0-72 15,-6-2-100-15,5-1-100 0,-4-2-120 16,5-4-40-16,-2-3-64 0,2-1-64 16,3-8-100-16,4-1-48 0,0-6-200 15,4 0-360-15,0-6-1617 0,-1-13-2899 16</inkml:trace>
  <inkml:trace contextRef="#ctx0" brushRef="#br0" timeOffset="163695.812">7856 8741 11789 0,'0'0'2500'0,"0"0"-1196"0,0 0-768 15,0 0 492-15,0 0 396 0,0 0-280 16,0 0-328-16,0 0-436 0,0 0-124 16,56 83-36-16,-56-58-124 15,0 0-96-15,0 4-56 0,0-7-272 16,0 0-100-16,-3-9 12 0,3-1 24 0,0-5 28 16,0-4-44-16,0-3-44 0,0 0-80 15,3 0-100-15,5-10 208 0,0 1 224 16,4-4 104-16,0-3 20 0,1-3 12 0,-2 0 64 15,1-1 44-15,-4 6 68 16,4-3 160-16,-4 4 116 16,-5 7 92-16,6 0 4 0,-5 3-128 15,0 3-84-15,0 0 24 0,0 7 108 0,3-2-88 0,-2 9-44 16,3 0-56 0,-4 3-80-16,0 2-60 0,-1-3-76 15,1 3-132-15,5 0-16 0,-5-3-204 0,4 3-248 0,-1-7-164 16,2 4-272-16,-1 0-420 0,-1-6-1328 15,1 5-4737-15</inkml:trace>
  <inkml:trace contextRef="#ctx0" brushRef="#br0" timeOffset="164640.166">8354 9772 11581 0,'0'0'2644'16,"0"0"-1320"-16,0 0-356 16,0 0 364-16,0 0-184 0,0 0-280 15,0 0-352-15,0 0-272 0,0 0-160 0,0 0 208 16,49 0-36-16,-25-3 60 0,-1 0-84 15,5-3-51-15,0-1-81 16,0-2-100-16,0-1-144 0,0-2-113 0,0-1-363 16,-4 3-160-16,4-6-200 0,-1 4-412 15,1 3-656-15,-4-2-2432 0,4 3-3941 16</inkml:trace>
  <inkml:trace contextRef="#ctx0" brushRef="#br0" timeOffset="164963.885">9271 9350 9156 0,'0'0'2157'0,"0"0"35"0,0 0-432 0,0 0-68 15,71 93-340-15,-43-55-156 0,4 3-256 16,4 0-64-16,-3 3-171 16,2-5-401-16,-3-2-208 0,-4-5-96 15,0-7-96-15,-1-2-48 0,-3-7-221 0,0-7-267 16,-3-3-184-16,2-6-64 0,-3-2-488 15,-3-8-816-15,-6 0-2432 0,1-9-5649 16</inkml:trace>
  <inkml:trace contextRef="#ctx0" brushRef="#br0" timeOffset="165151.618">9769 9357 11717 0,'0'0'4472'0,"0"0"-3608"0,0 0-516 0,-100 75 112 15,61-43 416-15,-2 7 32 0,-2 2-380 16,3 0-344-16,-4 0-92 0,1 4-92 16,-2 2-280-16,-2 1-284 0,-5 3-148 15,0 3-224-15,-3-3-808 0,14-10-2688 16,-26 20-5993-16</inkml:trace>
  <inkml:trace contextRef="#ctx0" brushRef="#br0" timeOffset="167572.729">3079 12484 8944 0,'0'0'4889'15,"0"0"-3949"-15,0 0-260 0,0 0-80 16,0 0 752-16,0 0 108 0,0 0-296 0,0 0-368 16,0 0-372-16,0 0-84 0,0 0 73 15,76-6-37-15,-40 12-60 16,4 3-148-16,-1-2-32 0,1-4-96 16,-3-3-40-16,-2 0-12 0,-3-3-160 0,0-7-288 15,-4 1-245-15,0-4-119 16,-9 1-424-16,-2-1-824 0,-6 6-2456 0,-11 1-3409 15</inkml:trace>
  <inkml:trace contextRef="#ctx0" brushRef="#br0" timeOffset="167762.933">3079 12709 4728 0,'0'0'6809'0,"0"0"-5273"0,0 0-492 15,0 0 96-15,0 0 128 0,0 0-136 0,0 0-8 16,0 0-44-16,112 42-212 15,-72-40-308-15,3-2-316 0,-7-2-244 16,5-8 0-16,-10-6-220 0,1 0-316 16,0-6-172-16,-4 0-640 0,-4-4-1240 15,-12 8-3057-15,-5-12-3671 0</inkml:trace>
  <inkml:trace contextRef="#ctx0" brushRef="#br0" timeOffset="168012.369">3402 12216 3756 0,'0'0'8605'16,"0"0"-7609"-16,0 0-420 0,0 0 988 15,0 0 44-15,104 30-236 0,-68-18-288 0,7 8-324 16,1-5-288-16,-4 7-264 0,4 4-208 16,0-3-108-16,-12 4-16 15,-1 3-68-15,-10-2-128 0,-6 7 28 0,-7 0-52 16,-3 6 112-16,-5 3-12 0,-13 4 120 15,-6 3-160-15,-5-1 12 0,0-1 112 16,-4-2 112-16,0-6-164 0,0-3-344 16,4-6-328-16,-4-3-460 0,8-4-852 15,0-6-2677-15,5-3-2327 0</inkml:trace>
  <inkml:trace contextRef="#ctx0" brushRef="#br0" timeOffset="168553.131">5267 12408 8232 0,'0'0'5425'15,"0"0"-4121"-15,0 0-852 0,0 0 140 16,0 0 832-16,0 0-24 15,0 0-40-15,88 57-192 0,-41-22-483 0,9 12-213 0,-4 8-136 16,0 1 4-16,-1 8-96 0,-6 0-28 16,-6-1-164-16,-3-3-52 15,-1-3-108-15,-3-9 24 0,-8-7 0 0,1-9-100 16,-5-10-192-16,-5-6-168 0,-3-9-197 16,4 0-27-16,-4-7-96 15,0 0-452-15,-4-11-904 0,0 2-2388 0,0-20-3277 0</inkml:trace>
  <inkml:trace contextRef="#ctx0" brushRef="#br0" timeOffset="168778.166">5948 12360 7916 0,'0'0'7069'0,"0"0"-6273"0,0 0-748 15,-71 98 328-15,46-53 576 0,-3 5 200 16,4 5-276-16,-4 2-436 0,5 3-144 15,-5 1-140-15,-4 5-56 0,1 1-100 0,-1 0-100 16,0-4-44-16,0-6-88 16,4-10-76-16,4-9-184 0,4-13 0 15,4-5-152-15,4-7-376 0,4-10-476 0,0-3-912 16,4 0-3001-16,0-22-1979 0</inkml:trace>
  <inkml:trace contextRef="#ctx0" brushRef="#br0" timeOffset="169096.962">6120 11737 5564 0,'0'0'7749'0,"0"0"-6277"0,0 0-440 16,0 0 596-16,0 0-172 16,0 0-204-16,75 79-288 15,-59-46-320-15,0 5-111 0,-4 7-49 0,0 1-144 16,-4 9-100-16,-5-1-188 0,-3 0-52 16,0 0-100-16,0-6-176 0,0-7-196 15,-3-10 24-15,3-5 59 0,-4-10-75 0,4-7-168 16,0-6-284-16,0 0-648 0,0-3-1132 15,-4-3-2881-15,0-9-4035 0</inkml:trace>
  <inkml:trace contextRef="#ctx0" brushRef="#br0" timeOffset="169325.603">6262 11839 12477 0,'0'0'2428'0,"0"0"-1720"0,0 0 84 16,0 0 924-16,0 0-436 0,0 0-312 15,92-63-360-15,-68 56-204 0,-3 5-92 16,-2-1-115-16,1-1-37 0,-8 4-148 16,0 0 48-16,-4 7-48 0,-8 4 60 15,0 6-32-15,0 4-40 0,-8 6-72 16,-8 4-60-16,-3 1-64 0,-6 3-25 0,1-4-59 16,0-2 0-16,1 0-96 0,-1-3-184 15,4-8-40-15,4-5-248 16,4 0-228-16,4-7-324 0,4-3-756 0,0 0-1853 15,4-3-1991-15</inkml:trace>
  <inkml:trace contextRef="#ctx0" brushRef="#br0" timeOffset="174171.425">6633 11503 5064 0,'0'0'5496'16,"0"0"-4375"-16,0 0 83 16,0 0 148-16,0 0-116 0,0 0-280 15,0 0-232-15,0 0-252 0,0 0-100 0,56-66-88 16,-40 66-76-16,0 0-108 15,-4 6-92-15,0 6 188 0,-1 7-120 16,-6 3 72-16,-1 7-52 0,-4 6 88 0,0 2-108 16,0 5-52-16,-4-3-24 0,-4-5 0 15,4-9 12-15,0-5-12 0,4-10-72 16,0-8-64-16,0-2-84 0,0 0 32 16,4-9 116-16,8-10 68 0,-4-3-156 15,7-7-112-15,-2-3-36 0,-1 4 108 16,-1-1 88-16,-2 4 108 0,-1 2-4 0,-1 11-68 15,2 2 64-15,-5 4-76 0,0 3 88 16,0 3 76-16,3 0 76 0,-3 0-52 16,5 6-28-16,-5 0 4 0,3 4 8 15,1 6 8-15,-4 0-84 0,0 3 44 16,1 6-52-16,-5 6-332 0,0 2-264 0,0 5-400 16,0 0-644-16,0-9-1576 0,0 19-5357 15</inkml:trace>
  <inkml:trace contextRef="#ctx0" brushRef="#br0" timeOffset="174533.203">7224 12881 3788 0,'0'0'12197'16,"0"0"-10325"-16,0 0-1648 0,0 0-28 0,0 0 348 15,0 0 276-15,0 0 0 0,0 0-272 16,0 0-256-16,103 53-48 0,-71-48-124 15,-1-3-116-15,1 1 64 0,4-3-68 16,0 0-12-16,-1-3-64 0,6 1-8 16,-5-9-220-16,-1 2-428 0,1-1-368 0,0-2-304 15,-3-7-768-15,-2 3-2805 16,-11 0-4259-16,8-7 8532 0</inkml:trace>
  <inkml:trace contextRef="#ctx0" brushRef="#br0" timeOffset="174736.936">8016 12500 9248 0,'0'0'6705'0,"0"0"-5749"15,0 0-572-15,0 0 252 0,67 72 372 0,-39-40 84 16,4 0-152-16,0 6-452 0,5 7-112 16,6 5-23-16,0 8-37 0,-2-1-148 15,-2-2-168-15,-3-8-80 0,-4-10-164 16,0-8-349-16,-4-10-115 0,0-9 16 15,0-10 80-15,0-3-396 0,-8-13-1060 16,-1-10-1116-16,-6-2-2257 0,-5 3-1487 16,-1-19 6668-16</inkml:trace>
  <inkml:trace contextRef="#ctx0" brushRef="#br0" timeOffset="174914.489">8622 12547 8476 0,'0'0'4957'0,"0"0"-4321"16,0 0-244-16,0 0 288 0,0 0 568 0,-92 89-176 15,64-54-404-15,4 3-372 0,-8 6-184 16,4 5 12-16,-8-2-88 0,-3 4-24 16,-1 2-12-16,-8 5 0 0,1-4-36 15,-2 0 24-15,6-4-148 0,2-3-260 16,13-8-364-16,5-7-72 0,11-10-432 16,8-9-1520-16,0-7-4705 0,4-6 2813 15</inkml:trace>
  <inkml:trace contextRef="#ctx0" brushRef="#br0" timeOffset="175108.553">9147 12779 15057 0,'0'0'4528'0,"0"0"-3952"0,0 0-272 0,104 7 332 15,-72-7 505-15,-1-7-425 0,6-3-392 16,-5 1-288-16,7-4-36 15,1 5-132-15,1-6-424 0,-2 4-525 16,-11 4-539-16,-9 3-3044 16,-10 6-5405-16</inkml:trace>
  <inkml:trace contextRef="#ctx0" brushRef="#br0" timeOffset="175283.47">9140 13075 17341 0,'0'0'2648'0,"0"0"-2340"15,0 0-300-15,0 0 340 0,0 0 188 16,88 3 72-16,-53-10 33 0,9-6-277 16,0-2-364-16,3-5 0 15,-2 1-628-15,-6 4-405 0,1 5-211 16,-4 0-812-16,-9 10-1948 16,18 0-1385-16</inkml:trace>
  <inkml:trace contextRef="#ctx0" brushRef="#br0" timeOffset="182445.843">10514 12216 9940 0,'0'0'3941'16,"0"0"-2877"-16,0 0-208 16,0 0-152-16,0 0 80 0,0 0 456 0,0 0-280 15,0 0-204-15,-48-8-244 0,48 4-144 16,8 4-112-16,5-2-16 16,14-3 65-16,13-1 507 0,11-2-232 15,9-3-168-15,4 3-196 0,8-3-44 16,3 2-28-16,6 4 60 0,2-2-24 0,4-3-8 0,5 3-76 15,4-2-36-15,4-7 4 0,-1 0-64 16,1-9-80-16,-1 2 80 0,-7-6 0 16,-5 4-44-16,-6 0-40 0,-10 3 32 15,-11 3-104-15,-12 3-24 0,-8 7-120 0,-9-1-64 16,-6 1-60-16,-6 5 64 0,-7-3-100 16,-8 7-100-16,-4 0 39 15,0 0-75-15,-4 0-212 0,-8 0-540 0,-4 0-712 16,-4 7-980-16,5-3-2417 15,-26 5-1487-15</inkml:trace>
  <inkml:trace contextRef="#ctx0" brushRef="#br0" timeOffset="182701.301">11271 12183 12105 0,'0'0'1252'0,"0"0"-536"16,-8 69-336-16,8-34 400 0,0 10 780 0,0 6-332 0,0-1-500 16,0 7-236-16,-3 0-76 15,3 0-84-15,-5 1-100 0,1-5-48 0,0-2-76 16,4-9-104-16,-4-4-4 0,4-9-168 16,0-4-28-16,0-6-196 0,0-4-172 15,4-5-4-15,0-7-272 0,5-3-340 16,-2-8-492-16,1-3-1156 0,5-14-3545 15</inkml:trace>
  <inkml:trace contextRef="#ctx0" brushRef="#br0" timeOffset="182961.071">11649 12020 11445 0,'0'0'1756'0,"0"0"-548"15,0 0-552-15,0 0 100 0,0 0 560 0,0 0 20 16,0 0-340-16,13 95-284 0,-9-53-260 16,0 5-52-16,-1 7 184 15,1 3-119-15,-4 4-237 0,0 2-96 0,0 1-32 0,4 5-40 16,-4-2-60-16,4 0 0 16,1-1-80-16,-1-5-56 0,0-1-228 15,3-6-145-15,1-6-39 0,-4-3-84 0,5-7-92 16,2-7-296-16,-3-6-652 0,4-6-960 15,-4-3-2881-15,4-2-3115 16</inkml:trace>
  <inkml:trace contextRef="#ctx0" brushRef="#br0" timeOffset="183921.264">10757 13449 4980 0,'0'0'248'16,"0"0"5376"-16,0 0-3963 0,0 0-185 0,0 0-196 0,80 19 240 15,-52 0-244-15,0 0-360 16,4 9-340-16,-8-2-160 0,-1 5-148 0,-3 1 12 16,-8 3-96-16,-3 4-36 0,-2-1-64 15,-7-1-24-15,0 2-60 0,0-1 0 16,-4-3-4-16,-4-7 4 0,4-1-60 15,0-8 52-15,0-7-40 0,4-5 36 0,0-5 4 16,0-2 4-16,0 0-8 16,0 0 4-16,-4-7-68 0,4-1-116 0,0-9-40 15,0-5 96-15,0-4-12 16,0-5-60-16,4-7 48 0,0 3 16 0,0-2 132 16,0 1-64-16,4 4 64 0,0 0 0 15,4 7 4-15,-4 0 0 0,4 3 4 16,0 0 0-16,0 5-44 0,0 2-16 15,0 5 60-15,4 0 4 0,-5 4 12 16,6 0-12-16,-2 3-44 0,1-1 44 16,5 1 8-16,-6 3-8 0,5 0-60 0,-4 0 60 15,4 3 0-15,-3 4-92 0,-2-1-56 16,-3 4-428-16,0-1 92 0,0 5-460 16,0-2-232-16,-4 1-960 0,0-5-957 15,3 11-4715-15</inkml:trace>
  <inkml:trace contextRef="#ctx0" brushRef="#br0" timeOffset="185030.889">12167 13646 9048 0,'0'0'2685'0,"0"0"-857"16,0 0-332-16,0 0 200 0,0 0 16 0,0 66-360 15,0-34-436-15,0 1-332 0,0 1-180 16,4-2-151-16,-4-4 27 0,0-2-168 16,4-7-112-16,-4-7-108 0,0-5-72 15,4-3-173-15,-4-4-267 0,5 0-100 16,-5-7-160-16,4-3-412 0,0-3-868 16,-1 3-2780-16,-3-12-4233 0</inkml:trace>
  <inkml:trace contextRef="#ctx0" brushRef="#br0" timeOffset="185195.457">12152 13506 1604 0,'0'0'1996'0,"0"0"6881"0,0 0-7193 15,0 0-524-15,0 0 260 0,0 0 60 16,0 0-240-16,0 0-492 16,0 0-392-16,55-66-356 0,-39 62-28 15,0 1-252-15,4 0-464 0,0 3-464 16,-4-3-304-16,0 3-2800 0,0 0-5477 15</inkml:trace>
  <inkml:trace contextRef="#ctx0" brushRef="#br0" timeOffset="185486.254">12578 13500 716 0,'0'0'10945'0,"0"0"-9101"0,0 0-488 15,0 0 380-15,0 0 100 0,0 0-300 16,0 0-596-16,72 72-440 15,-60-55-172-15,-5 2-123 0,-2-4-21 0,-1 5-52 0,0-1-124 16,-4 0-4-16,0 3-4 16,0-3 0-16,0 0-80 0,0-7 56 15,0-1 24-15,0-3 48 0,0-3 12 0,0-5-52 16,0 0 52-16,0 0-12 0,0-5 16 0,0 3-4 16,7-8 156-1,-3-3-72-15,4 1-44 0,1-7-20 0,2-7-80 16,-3 1-72-16,5 0-64 15,-6-1-360-15,1-2-233 16,1 2-147-16,-2 0-52 0,-3 4-548 0,0 0-952 16,0 3-1752-16,0 0-1577 0</inkml:trace>
  <inkml:trace contextRef="#ctx0" brushRef="#br0" timeOffset="185762.467">12921 13364 4272 0,'0'0'2892'0,"0"0"-80"0,0 0-1471 0,0 0-33 16,79 8 248-16,-59 3-104 0,0 1-348 16,4 4-280-16,-4 3-108 0,-4 0-88 15,4 7-184-15,-4-1-212 0,-8 7-84 16,0 0-88-16,-4 2 0 0,-4 1-52 0,0 6-8 16,-8-3-72-16,0 1 24 15,-1-7-16-15,2-4 4 0,3-9 60 16,0-6 0-16,4-7 48 0,0-6 28 15,0 0 120-15,4-13-64 0,7-2 152 0,-2-8-92 16,7-5-104-16,-4-3-88 16,4-5-88-16,-5 1-352 0,2 0-268 15,-2 4-204-15,-2 1-124 0,2 5-480 0,-3 0-732 16,0 9-1997-16,4-6-1383 0</inkml:trace>
  <inkml:trace contextRef="#ctx0" brushRef="#br0" timeOffset="187047.816">10395 14907 2752 0,'0'0'872'16,"0"0"5664"-16,0 0-3987 0,0 0-669 15,0 0-532-15,0 0-256 0,0 0-124 16,0 0-180-16,0 0-172 16,0 0-236-16,0 0-196 0,-80-35-124 0,72 44 100 0,-4 7-100 15,0 6 0-15,1 3 64 16,6 8 84-16,1 4-28 0,0-2-32 16,4 3-52-16,0-3-20 0,0-3-16 0,0-7 60 15,4-8-116-15,5-11-4 16,-2-3-48-16,1-3-72 0,4-3-28 0,0-10-8 15,4-4-52-15,0-4 12 0,-5-8-148 16,6 0-84-16,-6-5-24 0,2 2 36 16,-1-4 80-16,-5 3 16 0,1-3-40 15,1 1-72-15,-2-3 32 0,-3-3 52 16,0-1 88-16,0-2 4 0,-4-1 44 0,0-2-76 16,0 0 36-16,0 5 112 15,-4 8 140-15,0 1 164 0,0 8 88 0,1 9 60 16,3 4 168-16,0 5-16 15,0 7 32-15,0 0-88 0,0 4-136 0,0 8-24 16,0 7 72-16,0 9 76 0,3 7-64 16,1 6-16-16,-4 8-8 15,4-2-16-15,-4 1-216 0,0-1-76 0,4-2-124 16,-4-4-120-16,4 1-208 0,1-7-52 16,-1-4-100-16,3-8-252 0,1-5-492 15,-4-8-1124-15,12-1-3345 0</inkml:trace>
  <inkml:trace contextRef="#ctx0" brushRef="#br0" timeOffset="187372.866">10710 14979 1356 0,'0'0'10933'16,"0"0"-9009"-16,0 0-1240 0,0 0 124 16,0 0 732-16,0 0-216 0,0 0-500 15,0 0-568-15,0 0-244 0,0 0 76 16,0 0 64-16,71 10-152 0,-55-38-236 15,0-1-180-15,0 4-40 0,-4-1-36 16,-4 4 0-16,0 6 20 0,-4 3 208 16,-4 7 140-16,4 0 124 0,-4 2 88 0,0 4 136 15,-8 0 88-15,0 0-76 16,-4 0-76-16,-1 4 12 0,-2 2 0 0,3 7-164 16,-4 2 92-16,8 5 72 0,-4 8 52 15,4 1 20-15,0 3 64 0,1-4-88 0,3 4 12 16,-1-4-220-16,5 2-12 15,0-12-120-15,0-3-288 0,5-2-192 0,2-9-28 16,5-4-68-16,4 0-76 0,4-10-84 16,4-5-592-16,0-5-1208 0,0 4-2357 15,8-9-403-15</inkml:trace>
  <inkml:trace contextRef="#ctx0" brushRef="#br0" timeOffset="188013.116">11187 14849 3208 0,'0'0'732'15,"0"0"3352"-15,0 0-1328 0,0 0-855 0,0 0-449 16,0 0-200-16,0 0 132 0,-79-3-428 16,67 12-192-16,0 4 24 0,-1 6-284 15,2 7-124-15,3-1-76 0,0 3-48 16,0 4-12-16,4-6-60 0,0-4-64 15,4-3-72-15,0-5-48 16,4-6-108-16,0-5-40 0,8-3-96 0,0 0 40 16,-1-9 44-16,6-4 28 0,3-3-176 15,-5-3-108-15,2-3-52 0,-2 2-24 16,-2 6 112-16,-2 0 60 0,1 9 72 16,-3-2-16-16,-2 7 4 0,1 3 120 0,5 9 140 15,-6 8 160-15,1 2-72 16,4 7-36-16,-4 2 32 0,0 8 68 0,0-5-44 15,1 8 68-15,-6-1-52 0,1 3 244 16,-4 0 4-16,0 2-16 16,-7 1 100-16,-2-3-16 0,1 0-24 0,-3 0-136 15,-2-4 60-15,1-9 0 0,0-2-12 16,0-7-35-16,1-9-61 0,2-4-64 0,-3-6 52 0,1-3-64 16,-2 0-120-16,-2-5-36 15,2-9-72-15,-2-5-12 0,-1-6-72 16,4-5 20-16,-8 0-80 0,8-2-40 15,-4-4-145-15,0 2-27 0,4 2-60 16,4 3-108-16,4 1-16 16,4 6-240-1,0 0-360-15,4 0-380 0,9-1-876 0,-6 7-2329 0,9-12-1871 16</inkml:trace>
  <inkml:trace contextRef="#ctx0" brushRef="#br0" timeOffset="188311.503">11566 14805 12525 0,'0'0'2088'15,"0"0"-1132"-15,0 0-136 0,20 63 584 0,-13-38-156 16,2-2-352-16,3-1-468 0,-1-2-248 16,2-1-32-16,-2 0 60 0,-2-1-204 15,-1-2 4-15,-1 0-8 0,-3-3 12 16,-4 0 72-16,4-6-40 0,-4-5-40 0,0-2 44 15,0 0 84-15,0-2 0 16,0-5-44-16,4-10-88 16,-4 2-12-1,5-4 8-15,-1-11 0 0,0 2-44 0,-1-3-136 16,5-1-60-16,0 4 0 0,1-1-24 0,-2 4-88 0,1 5-72 16,1 5-48-16,2 2-52 0,1 3-240 0,0 1-264 15,-4 5-724-15,0 1-1220 0,8 3-3097 16</inkml:trace>
  <inkml:trace contextRef="#ctx0" brushRef="#br0" timeOffset="188818.117">12817 14449 2600 0,'0'0'9641'16,"0"0"-7929"-16,0 0-676 16,0 0-280-16,0 0 276 0,0 0 36 0,0 0-192 15,0 0-300-15,0 0-244 0,0 0-88 16,0 0-24-16,0 0 232 0,0 41 148 15,4-15-188-15,4 9-132 0,-4 3-111 16,0 9 63-16,0 1-112 0,4 0 4 16,-1-1-64-16,-2 4-52 0,3 0 0 15,0 0-8-15,3 0-40 0,-2-1-144 0,3 1-204 16,0 0-97-16,0 3-223 16,3-6-12-16,1-6 24 0,0-5-116 15,0-12-140-15,1-5-512 0,-2-11-452 0,-7-6-624 16,8-6-2413-16</inkml:trace>
  <inkml:trace contextRef="#ctx0" brushRef="#br0" timeOffset="190032.809">13486 14890 5228 0,'0'0'496'0,"0"0"-132"0,0 0 4204 15,0 0-3179-15,0 0-337 0,0 0-88 16,0 0-88-16,0 0 4 15,-80-25 12-15,73 25-232 0,-1 3-116 0,0 8 88 16,0 7-228-16,0 10-108 0,0 8 48 0,4 1 24 16,4 8 12-16,0-1-4 0,-5-2-168 15,5-5-100-15,0-5-72 16,5-12-36-16,-1-8-60 0,8-9-36 16,0-3 36-16,4-12-40 0,0-7 16 0,7-11-256 15,-3-5-176-15,1 2-96 0,-6-6 144 16,2 1 148-16,-2 2 160 0,-2 6-28 0,-2-2-20 15,1 0-64-15,0-3 24 0,-4 0 84 16,0-1 116-16,0-1-52 0,-4 1-36 16,-4-1 136-16,0-1 0 15,0 0 160-15,-4 3-108 0,-4-3-44 0,0 3 152 16,0 0 28-16,-4 6-40 0,4 10 148 0,4 7 124 16,0 5 12-16,0 7-112 15,4 3-124-15,0 13 52 0,-3 6-4 16,3 10 48-16,0 9-20 0,-5 10 20 0,5 3-72 15,-4 4-148-15,4 2 12 16,-4-1 16-16,0-1-100 0,0-3-12 16,4-12-96-16,0-4-172 0,0-11-160 0,8-9-24 15,0-6 48-15,4-7-100 0,0-3-236 16,8-3-364-16,0-9-1020 16,-8 0-2493-16,12-14-2707 0</inkml:trace>
  <inkml:trace contextRef="#ctx0" brushRef="#br0" timeOffset="190649.356">13837 15037 11657 0,'0'0'1548'0,"0"0"-1204"0,0 0-52 0,0 0 660 15,0 0 456-15,0 0-516 0,0 0-668 16,0 0-52-16,0 0-84 0,0 0-88 16,88-96-180-16,-68 64-404 0,-5 4 72 0,2 2 168 15,-6 1 72-15,-3 6-84 0,-3 4 68 16,-5 5 288-16,0 1 244 15,-9 4 32-15,-3 5 140 0,-4 5 52 0,-3 7-108 16,-1 7 52-16,-1 3-80 0,6 10 68 16,-2 3 32-16,2 0-52 0,-1 3-48 15,4 0-84-15,4-6-76 0,1 0-164 16,-2-7-8-16,5-6 0 0,4-6-112 16,0-10-84-16,4-3-112 0,5 0 12 15,2-10-96-15,5-5-80 0,4-8-324 0,0-6-420 16,3 4-412-16,-2-3-284 0,3-2 71 15,-4 9 145-15,3-5 268 0,-3 8 480 16,1 1 492-16,-6 6 456 0,1 4 300 16,-4 7 908-16,-4 0 348 0,-4 2 204 15,4 8-203-15,-8 3-393 0,4 3-440 0,-4 3-268 16,4 0 12-16,-4 0 60 0,0-3-164 16,4-4-316-16,4-5-48 15,0-1-136-15,0-3 12 0,0-3 116 0,-1 0 4 16,6 0-4-16,-1 0 8 0,0 0 0 15,4 0 60-15,-5 0-60 0,2 4 0 16,2 5 0-16,1 4 152 0,-4 2-76 16,1 9-28-16,-6-3 16 0,1 4-4 15,5 4 20-15,-10 0-76 0,1-1 148 0,-4 7-40 16,4 0 76-16,-4 3 60 0,0 1 0 16,-4 1 100-16,-3-1 112 0,-6 3-40 15,5-5-88-15,-8 1 12 0,4-3 12 16,-4-6 12-16,4-7-76 0,1-10-44 15,-2-2-16-15,-2-10-40 0,2 0-192 16,-2-13-168-16,3-3 32 0,-4-6-108 0,4-3-172 16,-4-7-112-16,8-6-184 15,-4 1-128-15,0-9-80 0,4 4-272 0,4 2-516 16,1 1-696-16,3 11-773 0,0-10-2019 16</inkml:trace>
  <inkml:trace contextRef="#ctx0" brushRef="#br0" timeOffset="191034.809">14387 14741 11149 0,'0'0'2016'0,"0"0"-1356"0,0 0 164 0,0 0 700 15,0 0 112-15,7 73-540 0,-2-54-468 0,-1 0-276 16,0 1-56-16,0-2-124 15,-4 1-52-15,4 1-48 0,0-5-72 0,-4-5-4 16,3-1-116-16,-3-6-4 0,4 1-32 16,1-4-52-16,3 0-112 15,0-7-12-15,-1-2 124 0,10-7 0 0,-6 0 36 16,6-2-52-16,-2-5 4 0,1 4 20 16,0-3 64-16,4 3 12 0,-4 0 0 15,0 3 84-15,-4 2 40 0,0 6 100 16,0 4 196-16,-5 4 100 0,2 0 24 0,-1 4-40 15,0 4-84-15,-5 6-100 16,1-2 12-16,1 4-52 0,-1 0 28 0,0 0-36 16,0 0-88-16,3 1-60 0,-7-6 0 15,4 3-104-15,0-2-400 16,-4-3-392-16,0 1-212 0,0 2-248 0,0-5-900 16,-4 5-3229-16</inkml:trace>
  <inkml:trace contextRef="#ctx0" brushRef="#br0" timeOffset="192260.827">14200 14909 6960 0,'0'0'2696'15,"0"0"-1351"-15,0 0-729 0,0 0-116 0,0 0 332 16,0 0 124-16,0 0-372 16,0 0-368-16,0 0-116 15,0 0 0-15,0 0-84 0,-68-28-16 0,64 34-56 0,4 7 56 16,-4 3 164-16,-1 3 76 15,5 0-40-15,-3-1 0 0,-1-1 40 0,0-1-52 16,0-3-88-16,4-7-100 0,0 0 0 16,0-6-64-16,0 0-24 0,0 0-312 15,0-6-280-15,8-4 48 0,-1 1-16 0,6-7-128 16,-5-1-212-16,4 6-297 0,-4-3-75 16,0 5 544-16,-4 3 816 0,3 6 92 15,-2 0 632-15,-1 0 300 0,0 6-211 16,0 7 7-16,3-1-12 0,-3 4-196 15,0 1-192-15,5 1-264 0,-5-2-156 16,3 3-104-16,-3-3 40 0,4-2-112 16,1 0-436-16,-2 0-428 15,-3-2-761-15,0-2-1039 0,5 2-2540 0</inkml:trace>
  <inkml:trace contextRef="#ctx0" brushRef="#br0" timeOffset="201110.615">13889 11997 7220 0,'0'0'5621'0,"0"0"-4617"16,0 0-52-16,0-69-336 0,4 50 468 0,3 0 296 16,-3 3-268-16,5 0-256 0,3 1-108 15,-5 5-248-15,2 0-52 0,-1 3-83 0,-1 5-1 16,1 2 60-16,5 0-132 0,-6 0-100 16,5 12-72-16,4 5 40 15,5 5-28-15,-6 6-36 0,5 7-48 0,-4 3 28 16,-4 4-76-16,0-1-40 0,-1-3 40 15,-2 3 0-15,-1-5-44 0,0-5-52 16,-5-5 12-16,2-4 24 0,-5-3-40 0,0-3-80 16,0-4 36-16,0-2 12 15,0-4 8-15,0 0-8 0,4-3-48 0,-4-3 20 16,0 0-8-16,0 0-28 16,0 0 100-16,0-6 39 0,0 3 53 0,4-6 0 15,-4-4-56-15,4-9 48 0,0-3-40 16,0-8-32-16,-1-2 72 0,1-2-72 15,1-2-36-15,-1-2 56 0,4 5 4 16,-4 3 52-16,3 0 0 0,2 11 8 16,-1 3 40-16,-1 10 72 0,5-1 8 15,-3 4-24-15,2 0 52 0,6-1-63 16,-6 1 23-16,6-4-36 0,-2 4-8 0,1 0-16 16,0 0 12-16,4-1-52 15,-1 3-8-15,2 1-24 0,-1 0-60 0,-1-1-100 16,2 4-85-16,-5 0-107 0,-1 0-196 0,-3 4-76 15,0 2-456-15,0 1-836 0,-4-1-704 16,0 1-2081-16,-4 2-3471 0</inkml:trace>
  <inkml:trace contextRef="#ctx0" brushRef="#br0" timeOffset="209377.624">10438 11816 3392 0,'0'0'1380'15,"0"0"1932"-15,0 0-2780 0,0 0 12 16,0 0 180-16,0 0 349 0,0 0 99 16,0 0-188-16,0 0-184 0,0 0-152 15,-20-8-132-15,16 11-84 0,0 0-184 16,-3 3-48-16,3-3-24 0,-5 7 16 16,1 0-40-16,-3 2-64 0,-2 7-76 0,2 0 36 15,-1 3 40-15,-4 4-36 16,0 5 8-16,4-2-48 0,-4 9 112 0,0 1-124 15,4 2 100-15,0 4-12 0,0 2 36 16,1 0-60-16,-2 4-4 0,5 0-48 16,1 3 152-16,3 0-92 0,-1 0-20 0,1 0 60 15,4 3-40 1,0-3-60-16,0 3 0 0,4 3-4 0,9 1-8 16,-2 2-84-16,2-2-52 0,2 2 136 0,2-3 0 15,2-3-4-15,1 1-272 0,4-4 56 16,-4-3 32-16,4 3-188 15,0-4 28-15,-4 1-8 0,7 3-84 0,-3-4-88 16,4 2-116-16,0-1-108 0,4-1-268 16,0-3-212-16,7 2-757 0,2-8-839 15,6-6-1336-15,-15-7 2884 0,24 0 564 0</inkml:trace>
  <inkml:trace contextRef="#ctx0" brushRef="#br0" timeOffset="210160.87">15873 11100 5500 0,'0'0'3200'16,"0"0"-1208"-16,0 0-1103 15,0 0-417-15,0 0-84 0,0 0 56 16,0 0 616-16,0 0 40 0,0 0-132 0,112 66-164 16,-77-37-108-16,10 2-176 15,2 8-12-15,-3 5-28 0,4 7 12 16,0 7-152-16,-5-2-56 0,2 7-164 0,-10 1-56 16,1 0 32-16,0 3-96 0,-8-4-8 15,-4 4-4-15,-1 3-76 0,-7-1 84 0,1 1 0 16,-6 6 0-16,-3 0-80 15,-4 4-100-15,-4 3-60 0,0 2-64 0,-12-3-48 16,-4 4 160-16,-3-3-124 0,-5-3 12 16,-4-7-12-16,-4-1-52 0,0-3-12 15,-4-1-128-15,0-1-544 0,1-7-928 16,-6 0-1145-16,2-9-2399 0,7-13 2044 0,-16 10 2660 16</inkml:trace>
  <inkml:trace contextRef="#ctx0" brushRef="#br0" timeOffset="-197319.517">18192 11519 1660 0,'0'0'3220'0,"0"0"1560"16,0 0-3435-16,0 0-381 15,0 0-68-15,0-76 440 0,-4 56-160 0,-1 5-156 16,-2 2-236-16,-1-4-284 0,-4 5-8 16,0 3 76-16,0-4-64 0,0 6-60 15,0-2-32-15,1 6-44 0,2 0-100 16,-6 3-72-16,2 0-52 0,1 0-8 16,1 9-4-16,-6 1-80 0,2 2-52 0,-1 4 0 15,0 0 0-15,4 3 4 0,-4-3 0 16,4 3 4-16,0-3 4 0,4 3-12 15,0-3 48-15,4 0 8 0,0 0-56 16,0 3-12-16,4 4 8 0,-4 2-72 0,4 0 68 16,0 0-60-16,0-2 56 15,8-1-108-15,0-3-52 0,0-7 88 16,4-2-88-16,-1-3-96 0,6-5 112 0,-2-2 20 16,6 0-24-16,-1-9 40 0,-1-4 32 15,-2-3-108-15,3-2 76 16,-5-9-4-16,5 2 40 0,-4-4-52 0,0 1 36 15,0 0 4-15,0-1-28 0,-4 4 120 16,0 6 4-16,0-1 8 0,-4 9 4 0,-1 4 0 16,-2 0 124-16,3 7-48 15,-4 0-28-15,0 0 64 0,3 7 96 16,2 6 36-16,-1 2 36 0,-1 5-32 16,6 5-40-16,-5 3-16 0,-1 8 16 0,1 1-120 15,1 5-4-15,-5 5 12 16,3 1-8-16,5 6-100 0,-3 0 8 0,2 3 172 0,1 1 245 15,-4-6-157-15,0-3-184 16,4-2 100-16,-8-9-76 0,0 1 60 16,0-5-68-16,-4-1-4 0,0-5 12 0,-8 3-24 31,-8-2-12-31,5-1-64 16,-10 2 52-16,5-5-52 15,-3-3 4-15,-2-3 0 0,1-3-8 0,-3-3 48 16,-1-1-44-16,0-6-8 0,0-2 0 0,4-4-12 0,-4 0-88 0,0-4 40 15,0-5-12-15,5-4-72 0,-2 1 12 0,6-1 132 16,2 1 0-16,6-1 24 0,3 3-24 16,4-2-4-16,-4 2 0 0,4-4-96 15,-5 3-20-15,5 1 12 0,0-2 96 16,5-2-108-16,3 3 56 0,3-6 60 16,2 4 0-16,-2 1 8 0,10-7 0 0,-2 6 8 15,1-3 88-15,4 0 20 0,0-1-36 16,3 3-12-16,-2 1 64 0,3 0-52 15,-4 3-12-15,0 4-12 0,-1-1-48 0,-3 1 60 16,4 3-64-16,-3 0-4 0,-6 1-4 16,1-3 0-16,-4 5-12 15,0 0-60-15,-9 0-36 0,6 0-24 0,-9 0-76 16,0 5-192-16,0-3-109 0,0 4-39 16,0 4-208-16,-9 2-504 15,2-5-1536-15,-13 6-4281 0</inkml:trace>
  <inkml:trace contextRef="#ctx0" brushRef="#br0" timeOffset="-191737.287">19642 10865 1592 0,'0'0'8244'16,"0"0"-7176"-16,0 0-87 0,0 0 247 0,0 0 120 15,0 0-276-15,0 0 132 16,0 0-244-16,0 0-468 0,0 0-144 15,0 0 44-15,-20-22 160 0,20 37-184 0,4 10 60 16,5 14-160-16,-2 11 28 16,1 17-152-16,-4 9-8 0,0 13-64 0,4 7 72 15,-8 12-80-15,4 3 8 0,0 13-12 0,-4 5-48 16,4 5-12-16,-4 12 0 16,0 4-8-16,0 12 8 0,0 2-60 15,0 11 0-15,0 3-4 0,-4 6-56 16,-4 0-52-16,4 3-44 0,0 4 92 0,0 3 124 15,4 3-48-15,0-4 44 0,0 4-204 16,4-3 160-16,4 2 48 0,0-3-136 0,-4-1 28 16,4-2-176-16,-4-5-32 15,4-2 108-15,-4-8 12 0,0-4-4 0,0-9 80 16,0-3-92-16,-4-11-20 0,4-4 96 16,-4-10 48-16,0-7 40 0,0-13-188 15,-4-9 52-15,0-10-276 0,-4-9-24 16,-1-13 8-16,-2-9 144 0,-5-14-116 15,0-15-220-15,1-16-56 16,-6-13-216-16,1-12-316 0,1-26 280 16,-5-19-185-16,3-19-679 15,-7-18-712-15,0-21-1540 0,5 21 3192 16</inkml:trace>
  <inkml:trace contextRef="#ctx0" brushRef="#br0" timeOffset="-191012.111">19670 10676 1408 0,'0'0'1356'16,"0"0"-624"-16,0 0-536 0,0 0 1264 15,-44-75-1032-15,32 46 16 0,5 4 152 16,-2-4 80-16,5 7 520 0,-4 0 344 16,5 3-455-16,-5 7-57 0,3-2 108 15,-3 5-40-15,1 2-124 0,3 1 48 0,0 0-72 16,4 4-244-16,-4-3-124 0,4 3 0 15,0-2-52-15,0 4-112 0,0-3-160 16,8 0-112-16,7-3 28 0,9-1 36 16,12 1-112-16,4-4-36 0,15 7-52 15,5 0-4-15,9 0-4 0,10 0-48 16,5 3-96-16,8 0 44 0,7-4-20 0,13 1 24 16,11-3 96-16,9-4 4 15,15-2 64-15,12-4-68 0,17 0-40 16,7 0 40-16,16-3 96 0,12-2 44 0,16 2-140 15,9-8-184-15,18 5 184 0,10-3 60 16,11 6 64-16,7-4-124 0,5 2-144 16,12-2 144-16,0 4 120 0,3-2-104 0,1 1-16 15,4 0 0-15,4-2 72 16,-5 3-72-16,1-3-48 0,0 0 36 16,-8-1 12-16,0-2 0 15,-16 3-208-15,-4 0 24 0,-13 0 48 16,-10 2 52-16,-18 2 0 0,-18 2-224 0,-17 3 16 0,-16 1 56 15,-19 2 80-15,-17 1-164 0,-23 4-260 16,-21 3-176-16,-23 2-228 0,-24 2-740 16,-25 3-1272-16,-27 7-3369 0</inkml:trace>
  <inkml:trace contextRef="#ctx0" brushRef="#br0" timeOffset="-190236.868">21136 10832 5916 0,'0'0'1272'0,"0"0"2717"15,0 0-2793-15,0 0 104 0,0 0 356 16,0 0-208-16,0 0-416 15,0 0-144-15,0 0-28 0,0 0-188 0,56 99-36 16,-32-26 56-16,-4 10-95 0,0 8-113 16,4 2-168-16,0-4-148 0,-5-10-156 0,5-15-12 15,0-14-12-15,4-18 0 16,0-16 20-16,4-9-16 0,4-11-32 16,3-17-56-16,6-15 12 0,-2-11-136 15,2-10-96-15,-6-10-60 0,-3 0-13 16,-4 1-23-16,-4-1 44 0,-4 3-68 0,-9 3 44 15,-7 5 60-15,-3 8-256 0,-5 10-212 16,0 10 380-16,0 12 208 0,0 13 104 0,4 6 108 16,3 15 472-16,5 14-52 0,1 10 36 15,-2 8-28-15,2 8 40 0,-2 2-100 16,-3 4-76-16,0-5-48 16,4-4-12-16,-4-14 84 0,4-13 196 0,4-11-99 15,4-17-209-15,-4 0-20 0,8-17 8 16,0-8 16-16,-5-7-76 0,5-12-124 0,0-7-8 15,1-3-8-15,-2-6 0 0,5-3-112 16,-8-2-88-16,4 2-312 16,-9-1-257-16,-2 7-103 0,-1 4-256 15,-5 8-752-15,-3 7-2192 0,1 16-1985 0,-5-3-1171 16</inkml:trace>
  <inkml:trace contextRef="#ctx0" brushRef="#br0" timeOffset="-190071.112">22455 10687 8672 0,'0'0'7037'0,"0"0"-5869"0,84 16-88 16,-41-16 532-16,6 0 132 0,3-3-359 15,-5-10-573-15,5 0-608 0,-5-6-204 0,-2 3-132 16,-2-3-256-16,-7 0-448 0,-4 6-281 16,-8 1-287-16,-4 2-1360 0,-8 3-3953 15</inkml:trace>
  <inkml:trace contextRef="#ctx0" brushRef="#br0" timeOffset="-189898.482">22754 10766 8688 0,'0'0'5009'15,"-12"66"-3929"-15,12-27-412 0,-4 8 664 16,4 7 464-16,0 4-164 0,0-1-424 16,0 0-539-1,-4 0-333-15,4-7-312 0,0-5-24 0,0-10-372 0,8-6-249 16,4-11 37-16,0-7-40 0,4-8-148 0,3-3-496 15,5-10-1076-15,-3-3-1764 0,7-12-1389 16</inkml:trace>
  <inkml:trace contextRef="#ctx0" brushRef="#br0" timeOffset="-189475.658">23647 10620 6292 0,'0'0'6217'0,"0"0"-5097"15,0 0-748 1,0 0 248-16,0 0 424 0,-84 48 324 0,56-20-376 15,-8 7-276-15,0 6-348 0,1 1-60 0,7-1 36 16,3-3 36-16,9-6 60 0,12-4-224 0,4-3-216 0,4-2 124 16,9-4-4-16,11 0-44 15,-1 0-4-15,9-3-64 0,4 0 76 16,4-3 0-16,3-4-68 0,2 4 152 0,-2-7-60 16,-3 0-32-16,-4 1-4 15,-4-4-68-15,-13 3 4 0,-6 1-8 16,-5 2 12-16,-8 4 121 0,-4 0 39 0,-13 3-28 15,-6 3-72-15,-5-3-24 0,-8 3-48 16,0-3 0-16,-7-1-44 0,3 1-136 16,-4-3-40-16,4-4-49 0,-4-2-119 15,4-1-148-15,1-6-196 0,3 0-420 0,4 0-556 16,0-10-1144-16,12 1-2785 16,0-10-3042-16</inkml:trace>
  <inkml:trace contextRef="#ctx0" brushRef="#br0" timeOffset="-188653.573">26152 10747 9608 0,'0'0'6597'16,"0"0"-5633"-16,77 22-244 0,-49-13 1064 16,-1 2-364-16,1-6-487 0,-4 0-241 15,0-3-364-15,4-2-316 0,0 0-12 16,0 0-328-16,0-2-508 0,-1-5-405 0,-7 4-719 15,0-1-2684-15,-12 4-4849 0</inkml:trace>
  <inkml:trace contextRef="#ctx0" brushRef="#br1" timeOffset="-105233.501">1119 16008 10436 0,'0'0'1841'0,"0"0"275"16,0 0-1560-16,0-66-4 0,0 50 308 0,0-1 372 15,0 8-356-15,0 2-160 0,0 1-92 16,0 3-96-16,-4 0-92 0,0 1 4 16,-4 2 44-16,1-5 53 0,-6 3-185 0,1 2-220 15,-8 0 52-15,0 0-76 16,1 7-108-16,-5 5-60 0,-1 3-136 0,2 10 28 15,-1 5-16-15,0 7 16 0,8 5 72 16,4 5 12-16,4 1 32 0,4-3-8 16,4-1-36-16,0-6-89 15,8-9 125-15,4-8-24 0,-4-7 0 0,4-9-88 16,0-5-36-16,4-5 76 0,4-11 132 16,0-3 84-16,0-13-72 15,4-6-12-15,-5-6-72 0,1-4-12 0,-4-2-112 16,4-8-12-16,0 0-48 0,-4-1-12 15,0-2 36-15,-4-3 60 0,-4-3-24 0,-5-2-16 16,2-4 92-16,-5 0 8 0,-5 0 40 16,-2 3 20-16,-1 6 52 0,0 11 160 15,-4 12-60-15,8 6 36 0,4 15 208 16,-4 8-52-16,4 8 88 0,0 4 24 16,0 7-88-16,-4 5-244 0,4 10-60 15,0 8 0-15,0 14 48 0,0 6 64 0,4 14-4 16,0 6 76-16,0 3-100 0,4 7-24 15,0 2-60-15,-4 0 76 0,4 1-76 0,-1-7-12 16,-2-9-4-16,3-10-168 16,-4-9-180-16,7-14-256 0,-2-11-100 15,7-7-176-15,0-10-736 0,3-6-1568 0,-6-6-1981 16,6-23-203-16</inkml:trace>
  <inkml:trace contextRef="#ctx0" brushRef="#br1" timeOffset="-104920.993">1517 16098 4620 0,'0'0'9405'0,"0"0"-8521"0,21 75-884 0,-14-52 0 0,1-1 820 0,-3-10 548 15,2-5-464-15,1-7-780 0,4-10-120 16,4-12 500-16,1-6-132 0,-2-11-372 0,1-6-40 16,-4-5-264-16,0-1 8 0,-4 3 120 0,0 8-20 15,-4 4 96-15,-4 8 52 16,0 6-112-16,-8 6-16 0,-8 3 140 15,0 7 36-15,-8 2 296 0,4 4-72 0,1 7 60 16,2 5 232-16,6 5-144 0,-2 8-176 16,9 9-148-16,-3 4-36 0,7 11 148 15,0 1-24-15,0 4 20 0,0-7-156 16,3-3-60-16,5-8-160 0,1-10-220 16,-2-7-140-16,5-10-124 15,1-9-92-15,2 0-332 0,1-16-688 0,4-6-456 16,-4 3-1937-16,8-28-2295 0</inkml:trace>
  <inkml:trace contextRef="#ctx0" brushRef="#br1" timeOffset="-104537.556">2004 15926 10136 0,'0'0'2905'0,"0"0"-2153"0,0 89-704 16,-12-48 600-16,3 3 1256 16,2 1-140-16,-5-4-580 0,8-9-596 15,-1-10-224-15,5-10-204 0,0-8-160 0,0-4-464 16,0-10-208-16,9-6 204 0,3-12 460 15,4-7-140-15,-1-3-260 0,2 0-236 16,-2 3 24-16,-2 6 132 0,2 10 96 16,2 9-72-16,-2 10-76 0,1 4 228 15,0 9 312-15,4 9 216 0,-1 6 88 16,2 11-52-16,3 2-64 0,0 6 224 0,-1 4-156 16,1-1-196-16,-3 5 52 15,-6 2 212-15,1 3 12 0,-8 1-12 16,0 6 36-16,-8-1 132 0,0 1-24 15,-4-4-12-15,-8-3-4 0,-4-5 52 0,4-11-80 16,-8-6-180-16,1-9 0 0,-1-7-84 16,-5-7-124-16,2-5-36 0,-1-10-48 15,0 0-52-15,-4-13-92 0,4-6-224 16,1-12 12-16,6-7-48 0,1-4 112 0,4 2-68 16,9-2 64-16,3 4 48 0,3 0 136 15,5 3 12-15,1 0-48 16,2 0-240-16,6 0-336 0,-2-3-408 0,-3 3-832 15,0 6-1129-15,4-11-2603 0</inkml:trace>
  <inkml:trace contextRef="#ctx0" brushRef="#br1" timeOffset="-100538.538">4773 12700 5324 0,'0'0'7069'0,"0"0"-5793"0,0 0-564 16,0 0 132-16,0 0 264 0,0 0 288 15,0 0-260-15,0 0-300 0,0 0-360 0,0 0-232 16,0 0-96-16,75-10-76 0,-59 10-72 16,0-3-8-16,-4 0-92 15,0 3-92-15,0-3-236 0,-4 3-188 0,0-3-120 16,-4 3-228-16,-4 0-232 0,0 0-264 16,-4 6-204-16,-4 3-488 0,-8 4-445 15,-3 6-383-15,-6 3-120 0,-3-3 896 16,0 4 2204-16,0-8 1904 0,4 2 220 15,5-5-52-15,3-2-124 16,4-4-420-16,4 1-3 0,3-5-309 0,5 2-232 16,0-4-132-16,0 3-196 0,13 0 0 0,-1-3-24 15,4 3 40-15,-1-3-176 16,6 0-184-16,-1 0-140 0,-1-3-172 0,2-3-112 16,-6 0-248-16,1-7-300 15,0 0-56-15,-4-1-160 0,0 0-784 16,-8 1-2705-16,-4-4-3307 15</inkml:trace>
  <inkml:trace contextRef="#ctx0" brushRef="#br1" timeOffset="-100354.628">4299 12928 11685 0,'0'0'1640'0,"0"0"-1208"0,0 0 176 15,0 0 480-15,92 13 156 0,-69-15-360 0,5-9-428 16,0-1-172-16,0-7-136 0,-4-3-148 31,4-4-444-31,-4-2-336 0,-1-4-324 0,1-4-428 0,-7 8-1364 16,-6-7-4081-16</inkml:trace>
  <inkml:trace contextRef="#ctx0" brushRef="#br1" timeOffset="-100019.673">4391 12309 6948 0,'0'0'3252'16,"0"0"-2103"-16,0 0-649 0,0 0 792 0,0 0 588 15,0 0-532-15,0 0-688 16,0 0-348-16,0 0 60 0,11 99 48 0,1-58 36 16,0 7-172-16,4 5-160 15,0 11-40-15,3 3-72 16,-2 3 136-16,-2 0-48 0,2 2-52 0,-2 1-48 15,-2-6-4-15,-2-3 4 0,-2-3 0 0,-1-5 12 16,-1-5-8-16,-3-4 120 0,0-1-40 16,-4-6-84-16,0-2 112 0,0-3-64 15,0-6-44-15,0-4 4 0,-4-6 0 16,-3-3 76-16,3-4-80 0,-9-1-4 0,2-3-108 16,-1-4 8-16,-4 3 92 0,-5-7-40 15,-2 0 44-15,-1-4-288 0,-4-5-128 16,0-8-24-16,0-2 100 0,4 0-16 15,1-3-124-15,3-3-412 0,3 0-340 16,6-1-756-16,7 6-2985 0,-8-1-3047 16</inkml:trace>
  <inkml:trace contextRef="#ctx0" brushRef="#br1" timeOffset="-96291.462">2765 16093 10032 0,'0'0'4425'0,"0"0"-3493"16,0 0-644-16,0 0 216 0,0 0 920 15,0 0-16-15,0 0-368 16,0 0-392-16,0 0-256 0,-24-19-128 0,31 17-92 16,6-8 24-16,6 4-51 0,5-4 51 15,8 1-64-15,0-1-12 0,4 1-48 16,-4 2 16-16,-1-2-76 0,-3 3-12 0,0-4 0 16,-3-3-4-16,3 3-84 0,-8-2-224 15,-1-1-93-15,1-2-251 0,-8-2-320 16,0-2-472-16,0-3-884 0,-8 6-2552 15,-4-12-3645-15</inkml:trace>
  <inkml:trace contextRef="#ctx0" brushRef="#br1" timeOffset="-95987.592">2952 15573 6948 0,'0'0'5037'0,"0"0"-3949"0,0 0-680 0,0 0 216 16,0 0 828-16,0 0 40 0,0 0-624 0,-16 67-336 15,19-33-64-15,10 8-136 16,-1 8 24-16,4 8-76 0,3 2 28 0,9 7-76 0,-4 3-100 16,4 2-20-16,-4 5-40 0,1-1-64 15,-2 1 68-15,-7-7-76 16,0-4 72-16,-8-2-24 0,0-11 100 0,-4-2 128 16,0-10 213-16,-4-5-293 0,0-9-76 0,0-4 24 15,0-10-36-15,-4-4 64 16,-4-2-64-16,-1-4 60 0,-2-3-168 15,-1 0-84-15,-8-6-180 0,0-7 32 16,-7-6-84-16,-1-6-1 16,0-5-251-16,-4-7-20 0,8-1-268 0,7 0-248 15,10-4-444-15,7 4-968 0,0 6-2921 0,7-12-2995 16</inkml:trace>
  <inkml:trace contextRef="#ctx0" brushRef="#br1" timeOffset="-95830.481">3641 15898 8824 0,'0'0'4285'0,"0"0"-3165"0,0 0 404 0,80 21 352 0,-61-14-272 15,-2-2-1028-15,-2 2-552 0,2 3-24 16,-6-4-392-16,2 1-244 0,-2-1-812 16,-3 7-532-16,-3-7-2529 0,-5 13-2975 15</inkml:trace>
  <inkml:trace contextRef="#ctx0" brushRef="#br1" timeOffset="-95671.211">3629 16189 9932 0,'0'0'2177'0,"0"0"-949"0,0 0 156 0,0 0 0 16,0 0-108-16,0 0-312 0,79 22-248 0,-51-18-16 0,4-4-200 16,0 0-256-1,9-4-244-15,-2-5-48 16,5-1-760-16,0-5-792 0,-8 1-1236 15,12-7-5865-15</inkml:trace>
  <inkml:trace contextRef="#ctx0" brushRef="#br1" timeOffset="-95393.583">4283 15561 9260 0,'0'0'6605'0,"0"0"-4889"16,0 0-1592-16,0 0 12 0,87 16 356 16,-35-16 432-16,0 0-64 0,11 0-424 0,1-4-192 15,4-6-96-15,-8-2 60 16,4-2-208-16,-13 0 0 0,-3-2-328 0,-12 2-296 15,-8 2-332-15,-8 5-436 0,-12 7-492 16,-8 0-964-16,-4 10-1661 0,-24 13-639 16</inkml:trace>
  <inkml:trace contextRef="#ctx0" brushRef="#br1" timeOffset="-95232.743">4537 15843 1420 0,'0'0'328'16,"0"0"8696"-16,-88 69-6995 0,73-50-985 0,3 1 200 15,8-4 312-15,4 0-40 0,8-1-284 16,12-2-364-16,4 0-136 0,11-7 121 15,6-3-261-15,6-3-228 0,-2-6-168 16,-2-6-148-16,-3-7-48 0,0-4-172 0,0-2-288 16,-8 0-96-16,-1-7-197 15,-6 0-235-15,-1 0-684 0,-13 10-2384 16,-7-10-3593-16</inkml:trace>
  <inkml:trace contextRef="#ctx0" brushRef="#br1" timeOffset="-95053.937">4610 15716 11081 0,'0'0'1744'0,"-4"75"-1016"0,-1-14 492 0,5 13 292 15,0 2 180-15,0 1-300 0,0-2-376 0,5-2-504 16,3-9-500-16,-1-7-12 0,5-12-660 16,0-14-320-16,0-15-28 0,4-13-232 15,4-13-780-15,0-15-960 0,-9 0-3837 0</inkml:trace>
  <inkml:trace contextRef="#ctx0" brushRef="#br1" timeOffset="-94911.086">4805 15684 4592 0,'0'0'9045'16,"0"0"-7673"-16,3 70-1248 16,1-28 280-16,0 11 488 0,5 7 712 0,-1-2-508 15,-1 2-456-15,1 0-260 0,5-5-380 16,2-1 0-16,1-1-624 0,0-2-424 15,4-3-188-15,0-7-492 0,-4-12-2240 0,-4 2-3737 16</inkml:trace>
  <inkml:trace contextRef="#ctx0" brushRef="#br1" timeOffset="-94488.535">5426 15637 12613 0,'0'0'5540'0,"0"0"-5540"16,0 0-248-16,0 0 248 16,0 0 236-16,0 0 564 0,95 6-160 15,-63 3-284-15,9 1-148 0,-2 0 132 0,1 2-84 16,-4 2-160-16,-8-6-96 15,-4 5-4-15,-8-1 4 0,-4 8 4 16,-8 2-4-16,-4 3-148 0,-12 7-132 0,-4 3 72 16,-9 6 0-16,2 1 196 0,-5-4 12 15,0 0 12-15,0-3 84 0,4-7-88 16,4-3 44-16,8-2 68 0,1-4 100 16,7-3 72-16,4-6-108 0,0-1-48 15,8-2-64-15,3-1 24 0,10-3 64 16,3 0 8-16,4-3-56 0,-1 0-4 0,4-6 13 15,2 0 3-15,3-7-64 0,-4 3-60 16,-4 0-72-16,0 1-28 0,-5 0-265 16,1-1-291-16,-4 4-148 0,0-4-240 15,-4 3-448-15,-4 1-1104 0,0 0-3129 16</inkml:trace>
  <inkml:trace contextRef="#ctx0" brushRef="#br1" timeOffset="-93556.501">4202 15107 2460 0,'0'0'796'15,"0"0"-380"-15,0 0 2828 0,0 0-1156 16,0 0-640-16,0 0-207 0,0 0 11 0,0 0-192 15,0 0-240-15,88-14-264 0,-71 18-128 16,-2-4-128-16,5 3-256 16,1-3-44-16,-6 4-76 15,5-1-416-15,0-3-376 0,-4 5-224 0,-1-5-56 0,6 4-368 16,-9-1-357-16,0-3 57 0,-4 0 776 0,-5 0 660 16,-3 3 380-16,0-3 612 0,0 3 1064 15,0-3 60-15,0 0-239 0,-3 4-225 16,-1-4-152-16,4 0-92 0,-4 3-184 15,0-3-112-15,4 3-136 0,-4 3 4 16,0 0-92-16,-4 8-52 0,4-3-40 16,0 6 16-16,0 2-16 0,0 3 0 0,4 3-48 15,0 7-88-15,0 4-24 16,4 7-16-16,4 2 64 0,-1 9-35 16,6 0-97-16,-1 6-64 0,0 4-96 15,0 2-4-15,-5 2 0 0,6 4-8 16,-5-5 0-16,-4 0-12 0,3-4-36 15,-3-5-36-15,1-8-40 0,-1-6 112 0,0-9-72 16,0-3 11-16,-4-10-87 0,3-5-108 16,1-5-84-16,-4-2-60 0,4-5 32 15,-4-5 24-15,0 0-72 0,4 0-76 16,1-2-148-16,-1-11-164 0,0-3-144 16,-1-5-272-16,1-9-452 0,0-4-736 0,0-8-1689 0,0-2-787 15,-4 8 3280-15,0-20 1065 16</inkml:trace>
  <inkml:trace contextRef="#ctx0" brushRef="#br1" timeOffset="-93297.04">4777 15151 3372 0,'0'0'8477'15,"0"0"-6853"-15,0 0-824 0,0 0 276 0,0 0 380 0,0 0-276 16,0 0-180-16,0 0-472 0,0 0-236 0,0 0 100 15,7 92 12-15,2-48-88 16,-1 6-48-16,-1 2 36 0,6 5-124 16,-5 4-92-16,-1 2-88 0,1 4 0 0,1 2 0 15,-5 4-12-15,-4-3-124 16,4 0-132-16,-4-6-24 0,3-10-12 16,-3-4-108-16,0-8-128 0,4-8 24 0,-4-1 36 15,8-11-112-15,-4-3-324 0,5-10-512 16,-6-3-668-16,5-2-761 0,-4-4-2119 15</inkml:trace>
  <inkml:trace contextRef="#ctx0" brushRef="#br1" timeOffset="-90169.713">6171 15856 1368 0,'0'0'1200'0,"0"0"224"0,0 0 1660 16,0 0-1852-16,0 0-428 0,0 0 452 15,0 0 341-15,28 67-549 0,-20-59-232 0,4 3-208 16,0-5-176-16,0 0-180 0,0-6 76 16,-1 0 172-16,6 0-32 0,-1-3-80 15,-4-6-16-15,3-7-24 0,-2-4-48 16,2-2-92-16,-2-3-132 0,-6 3-64 16,1-7-8-16,1 4 0 0,-5 3-8 0,0-4-4 15,-1 3-68-15,-3 2-96 0,0-2 24 16,0 4-52-16,-3 3-8 15,-1 1 32-15,-9 2 64 0,5 4 112 0,-3 2-4 16,-2 1 4-16,-2 2-120 0,-2 4 120 16,6 0 80-16,-6 7-80 0,2 3-164 15,-1 2 92-15,0 4 72 0,0 3 16 0,4 3 32 16,0 4 0-16,0 2-32 16,4 4-8-16,1 0-8 0,-2 3-64 0,1-1 52 15,4-2-40-15,1-4 40 0,-1 2 12 16,4-2 52-16,0-2 36 0,4-1 124 15,-1 0-28-15,5-3-48 0,0 1 124 0,4-5-96 16,0-1 56-16,0-1-84 16,0-7-24-16,3-4-24 0,2 0-16 15,3-3 52-15,-1-2-36 0,2-2-84 16,-1-5-4-16,-1-2-4 0,2-1 0 16,-1-2-48-16,-1-5-168 0,1 2-400 15,0-2-148-15,0-1-172 0,0 2-244 16,-4-3-556-16,4 0-905 0,-5 6-1651 0,6-9 1288 15</inkml:trace>
  <inkml:trace contextRef="#ctx0" brushRef="#br1" timeOffset="-89838.539">6618 15598 4760 0,'0'0'6297'0,"0"0"-5949"0,0 0-132 16,0 0-216-16,0 0 824 15,0 0 220-15,0 0-152 0,87 61-388 0,-71-39-252 16,-9 3-36-16,6 4 136 0,-5 2 100 16,-4 1-88-16,-4 0-224 15,0 3-136-15,0-2-4 0,0-2 0 0,-4-6-88 16,-4-2 48-16,4-8 40 0,4-5 140 15,0-4-28-15,0-6-12 0,0 0-40 0,0-3 4 16,0-10 220-16,8-2 164 16,3-8-412-16,2-8-36 0,2-5-520 15,2 1-352-15,2-2-528 0,1-1-1140 16,-3 9-1817-16,6-7-3531 0</inkml:trace>
  <inkml:trace contextRef="#ctx0" brushRef="#br1" timeOffset="-89586.867">7100 15754 5044 0,'0'0'7225'16,"0"0"-5413"-16,4 67-1584 0,0-48-116 16,0 0 660-16,-1-4 488 0,1-8-252 15,4-7-600-15,1 0-272 0,10-9 48 0,-3-7 40 0,12-10-224 16,-3-2-88-16,1-8-344 16,-1 1-40-16,-1 2 164 0,-4 3 144 15,-8 5 40-15,-5 3-24 0,2 9 144 16,-9 3 4-16,0 3 160 0,-5 5 116 15,-10 2 8-15,-2 0-36 0,-6 0-124 16,-5 0-120-16,0 7 96 0,0 2-100 0,-4 4-4 16,8 2-44-16,-4 1-64 0,9 3-100 15,-1 0-48-15,-1 0-16 16,10 1-384-16,-6-2-372 0,10-1-564 0,3-5-1289 0,-4 4-2807 16</inkml:trace>
  <inkml:trace contextRef="#ctx0" brushRef="#br1" timeOffset="-89270.23">7606 15640 9460 0,'0'0'7521'0,"0"0"-5949"15,0 0-1228-15,0 0-232 0,-25 79 340 16,25-63 320-16,0-3 156 0,0-5-672 0,0-1-256 15,0-4 0-15,0-3 8 16,8 0-4-16,5 0 0 0,-2 0-4 0,10-10-128 16,-1-2-224-16,-1-6-268 0,1-2-56 15,0 1 28-15,-4-3 56 0,1 6 0 16,-6 0-40-16,-3 4 156 0,-4-1 204 16,-4 7 108-16,0 0 164 0,-4 1 136 15,-12 5 104-15,-8 0-4 0,4 5-236 0,-8 1-80 16,5 7-44-16,-5 2-52 0,4 1-124 15,3 0-380-15,6 1-736 0,2-3-432 16,2-1-1273-16,7-3-3103 0</inkml:trace>
  <inkml:trace contextRef="#ctx0" brushRef="#br1" timeOffset="-89139.169">7749 15665 1880 0,'28'0'10609'0,"-8"0"-8873"15,4 0-788-15,4 0 172 0,0 0-148 0,0 0-364 16,-5-6-224-16,1-7-212 0,0-3-172 15,-4-6-236-15,3-7-616 0,2-2-628 16,-13 6-984-16,4-11-3037 0</inkml:trace>
  <inkml:trace contextRef="#ctx0" brushRef="#br1" timeOffset="-88909.686">7940 15363 4364 0,'0'0'4448'15,"0"0"-2227"-15,0 0-1497 0,0 0-224 0,0 0 432 16,-31 83 528-16,27-55-12 0,4 5-220 15,0 1-336-15,0 4-104 0,4 1-40 0,-4 8-136 16,3 0-200-16,1 7-168 0,0 1-144 16,-4 3-92-16,0-6-8 15,0 3-4-15,0-8-4 0,0-6 0 0,0-3-80 16,0-8 76-16,0-5 4 0,0-6-52 0,-4-3 12 16,0-3-184-1,4-7-72-15,-3-3-136 0,-1-3-88 0,-5 0-36 16,-3 0-68-16,1-6 176 0,-6-4-140 15,2-2-356-15,-9-7-1076 0,7 5-2029 16,-22-14-3099-16</inkml:trace>
  <inkml:trace contextRef="#ctx0" brushRef="#br1" timeOffset="-88473.032">8184 15551 1280 0,'0'0'8588'0,"0"0"-4663"0,0 0-2785 16,0 0-448-16,75 67 140 15,-51-55 276-15,8-2-208 0,-4-7-368 16,4-3-252-16,-1-6-168 0,5-10-108 0,-4-7-4 16,0-5-468-16,0-7-332 0,-4 0-192 15,0-3-360-15,-4-3-748 0,-5 11-2293 0,-6-7-3867 16</inkml:trace>
  <inkml:trace contextRef="#ctx0" brushRef="#br1" timeOffset="-88205.105">8442 15224 4012 0,'0'0'2228'0,"0"0"3465"16,0 0-4885-16,0 0-552 0,-28 66 344 0,28-37 568 16,0 3 228-16,0 6-232 15,0 3-324-15,8 3-184 0,1 8-68 16,2 5-72-16,2 0-188 0,-2 3-192 0,1-4-52 16,-3 3-36-16,2-2-36 15,1-3 112-15,0 0-52 0,0-7-12 16,-1 0 28-16,-2-2-88 0,-1-8-4 0,-1-1-60 15,-3-4 60-15,1-4 4 0,-5-1 12 16,0-8 40-16,0-1 44 0,-9-3-96 16,2-1-96-16,-1-8-160 0,-5-1-76 15,2 2-132-15,-9-7-100 0,0 0-64 16,-4 0-200-16,-11 0-264 0,-1-2-972 0,4-3-1993 16,-33-3-2883-16</inkml:trace>
  <inkml:trace contextRef="#ctx0" brushRef="#br1" timeOffset="-87469.487">3558 17694 10428 0,'0'0'1865'16,"0"0"-725"-16,0 0 76 0,0 0 196 15,87 7-176-15,-63-7-132 0,4 0-352 0,4 0-176 16,0-3-184-16,3-4-172 0,1-3-24 16,5-3-196-16,-10 1-72 15,1-4 0-15,-4 0-224 0,-5 0-352 0,1 0-348 16,-7 4-352-16,-6 5-928 0,-7 4-2529 16,-4 3-3267-16</inkml:trace>
  <inkml:trace contextRef="#ctx0" brushRef="#br1" timeOffset="-87300.514">3749 17891 5108 0,'0'0'7461'0,"0"0"-6113"15,0 0-1080-15,0 0-52 0,0 0 656 0,0 0 396 0,0 0-160 0,0 0-180 16,0 0-240-16,79 19-256 0,-47-19-240 16,5 0-192-16,2-4-4 15,5-4-80-15,0-3-392 0,-1-1-696 0,6-4-528 16,-14 6-1104-16,13-2-2681 0</inkml:trace>
  <inkml:trace contextRef="#ctx0" brushRef="#br1" timeOffset="-86330.981">4992 17367 184 0,'0'0'664'0,"0"0"7452"0,0 0-5971 16,0 0-617-16,0 0-180 0,0 0 520 0,76-13-228 15,-33 7-380-15,6-4-424 0,9-2-200 16,7-2-208-16,-1 0-52 16,3-5-120-16,1-4-84 0,-4 1-172 0,-1-1-48 0,-7 1-76 15,0 3-108-15,-12 3-180 16,-5 0-200-16,-6 9-416 0,-14 7-468 0,-6 0-1340 16,-9 7-2397-16,-8 19-2799 0</inkml:trace>
  <inkml:trace contextRef="#ctx0" brushRef="#br1" timeOffset="-85981.737">5351 17479 3300 0,'0'0'3112'0,"0"0"-516"0,0 0-1276 0,0 0 125 0,0 0 459 16,0 0 56-16,0 0-492 0,0 0-404 16,0 0-348-16,-41-67-164 15,61 63 24-15,1 4 168 0,3 0-340 16,-1 0-200-16,-3 4-124 0,4 5-80 0,-8 0-124 15,0 4 40-15,0 6-36 16,-4 0-136-16,-8 10-124 0,0 3-156 0,-4 3-28 16,-8 6 108-16,-4-3 100 0,0 0 96 0,-4-3 88 15,0-3 120-15,0-4 52 0,4-3 60 16,1-2 0-16,-2-6-8 0,5-3-40 16,5-3 36-16,3-6-36 0,0 2 88 15,3-4-40-15,13 1 200 0,0-4 96 16,12 0 100-16,0-4-28 0,8-6-208 15,3 1 96-15,10-7-24 0,-2 0 4 0,1 0-44 16,4 3-116-16,-1-2-136 0,-2 2-120 16,-2 4-308-16,-3-1-132 0,0 4-124 15,-5 3-372-15,2 3-756 0,-13 0-2064 16,4 6-1969-16</inkml:trace>
  <inkml:trace contextRef="#ctx0" brushRef="#br1" timeOffset="-85240.191">5426 18101 1016 0,'0'0'1656'16,"0"0"4676"-16,0 0-4468 0,0 0-695 16,0 0-273-16,0 0 20 0,0 0 60 15,0 0 20-15,0 0-392 0,99-17-116 16,-75 31-16-16,-3 5-64 0,-2 2-12 0,1 2-112 15,-3 5-108-15,-6-3-56 0,-3 4-108 16,1-4-12-16,-5 1 0 0,-4-3 0 16,0-4 8-16,0-4 0 0,0-5 44 15,0-7-52-15,0 0-40 0,0-3-44 16,0 0 84-16,0 0 8 0,0-6 40 0,0 0-48 16,-4-4-84-16,4-6-100 0,-5-3 60 15,5-4 120-15,0-2-84 0,0 0-48 16,0-4 12-16,9 7 28 0,-2-3-68 0,5 2-32 15,0 4-64-15,0 1-352 16,-1 1-216-16,6 5-244 0,-6 6-296 0,6-1-540 16,-6 7-817-16,2 0-2087 0,-5 0 1976 15</inkml:trace>
  <inkml:trace contextRef="#ctx0" brushRef="#br1" timeOffset="-84693.465">5987 18062 1044 0,'0'0'9404'0,"0"0"-7435"0,0 0-1201 16,0 0-248-16,0 0 460 0,0 0 240 0,0 0-492 15,17 67-416-15,-13-51-248 16,0 0-52-16,-4-4-12 0,3 1-88 0,-3-7-100 16,0-3-452-16,0 1-352 0,0-4-364 15,0 0-932-15,-3-4-2837 16</inkml:trace>
  <inkml:trace contextRef="#ctx0" brushRef="#br1" timeOffset="-84530.942">6004 17961 5052 0,'0'0'6353'0,"0"0"-5457"0,0 0-472 0,0 0 48 15,0 0-204-15,0 0-268 16,0 0-544-16,75-13-1525 0,-62 7-2859 15,2-5-488-15</inkml:trace>
  <inkml:trace contextRef="#ctx0" brushRef="#br1" timeOffset="-84297.485">6251 17999 7628 0,'0'0'2484'0,"0"0"-295"16,0 0-1521-16,0 0 8 15,0 0 1056-15,0 0 100 0,0 0-496 16,28 69-648-16,-24-58-356 0,0-6-64 15,-1 2-24-15,-3-4-96 16,4 4-144-16,1-2-4 0,-5 1-4 0,4-1-44 16,0-3-52-16,-4 5-216 0,0-7 20 0,0 0 28 15,0 0-64-15,0 0-88 0,0 0 64 16,4 0 20-16,-4 0-12 0,0-7-72 16,0 0-116-16,4 1-412 0,-1-9-136 0,5-1-172 15,-3-3-848-15,-1-3-2297 16,0 6-1683-16,0-10 5944 0</inkml:trace>
  <inkml:trace contextRef="#ctx0" brushRef="#br1" timeOffset="-84072.864">6442 17884 496 0,'0'0'484'0,"0"0"8196"16,0 0-7063-16,0 0-873 0,0 0-52 16,32 67 480-16,-25-48 4 0,-7 0-220 15,5 0-400-15,-1 0-220 0,0 1-36 16,0-1-28-16,0-1-48 0,0-4-112 15,-1 0-16-15,1 0 4 0,1-4-12 0,-5-4-84 16,4-3-4-16,-4-3 72 16,4 0 188-16,-4 0-88 0,4-7-36 0,0-2-36 15,3-3 144-15,6-7-132 0,-2 0-112 16,6-1-48-16,-6 4-40 0,6 0-72 0,-2 1-296 16,6 2-372-16,-6 0-204 0,1 0-364 15,-4 4-1296-15,1-1-3269 0</inkml:trace>
  <inkml:trace contextRef="#ctx0" brushRef="#br1" timeOffset="-83520.214">7351 17272 952 0,'0'0'7036'0,"0"0"-4628"0,0 0-719 0,0 0-489 15,0 0 48-15,0 0 124 0,0 0-108 16,0 0-284-16,0 0-412 0,0 0 180 16,75 0 416-16,-35 0-496 0,0-4-280 15,0 1-384-15,-8 0-4 0,-1 0-48 16,1-4-24-16,-8 4-36 0,1-3-344 15,-2 0-256-15,-7-1-208 0,-4 4-252 0,-7 0-748 16,-2 3-1300-16,-3 0-2701 0</inkml:trace>
  <inkml:trace contextRef="#ctx0" brushRef="#br1" timeOffset="-83334.975">7430 17475 5076 0,'0'0'808'0,"0"0"1144"0,0 0-476 16,0 0-340-16,0 0 693 0,0 0 287 0,0 0-392 15,0 0-348-15,108 4-324 16,-72-8-240-16,-1-6-236 0,1 1-320 0,0-4-184 16,1-3-72-16,-6-3-108 0,1-3-420 15,-9 3-332-15,5-6-28 0,-7 2-68 16,-10 2-588-16,2 2-1632 0,-13-8-3837 16</inkml:trace>
  <inkml:trace contextRef="#ctx0" brushRef="#br1" timeOffset="-83163.6">7490 17195 5612 0,'0'0'376'0,"0"0"4420"16,0 86-3303-16,0-48-13 16,7 7 628-16,-2-1-268 0,-1 2-484 0,4-9-704 15,-4-5-652-15,3-7-12 0,2-6-468 16,-1-9-172-16,0-4-4 0,-1-6-76 0,6-10 12 15,2-9-816-15,-2 3-1344 0,-2-22-3465 16</inkml:trace>
  <inkml:trace contextRef="#ctx0" brushRef="#br1" timeOffset="-82946.512">7658 16986 5004 0,'0'0'6729'0,"0"0"-5449"0,0 0-1176 0,0 0 112 16,0 0 676-16,0 0 908 15,4 73-508-15,-1-32-624 0,9 7-396 16,-3 6 84-16,2 0 112 0,1 7 160 16,0-2-432-16,0 5-196 0,1 0-92 15,-2-4-68-15,1-3-380 0,4-6-236 0,-8-6-388 16,3-8-716-16,2-8-568 0,-2-10-357 16,-3-9-451-16,5-10-2264 15</inkml:trace>
  <inkml:trace contextRef="#ctx0" brushRef="#br1" timeOffset="-82406.962">8208 17208 4592 0,'0'0'612'0,"0"0"5469"0,0 0-3993 15,0 0-128-15,0 0-400 16,111-6-284-16,-72 3-424 0,2 3-324 0,-2 0-52 16,1-4-108-16,-4 4-160 0,4 0-208 15,-8 0-48-15,-4 0 44 0,-5 0-136 0,-7 7-32 16,-8-1-120-16,1 10-40 15,-9 3 76-15,0 3-4 0,-9 6-60 0,-2 5 112 16,-10-1 196-16,2-4 12 0,-1 3 8 16,-4-5 92-16,8-1-40 0,0-6 40 15,8-6 144-15,0-1 160 0,8-5-96 16,0-3-160-16,12-1-144 0,3 2 276 16,6 0 0-16,3-3-36 0,4-2-96 15,0-2-148-15,0-8 0 0,0-6-232 0,-5 0-244 16,5-6-160-16,0-1-212 15,-4 1 32-15,0-3-676 0,-9 3-1428 0,-2 3-2489 16,-5-4-2391-16</inkml:trace>
  <inkml:trace contextRef="#ctx0" brushRef="#br1" timeOffset="-82085.303">8820 17312 7312 0,'0'0'4553'15,"0"0"-2941"-15,0 0-1204 0,0 0-168 0,0 0 420 16,0 0 484-16,0 0-240 0,0 0-480 15,80 30-348-15,-55-49-76 0,-6-11-52 16,5-1-20-16,0-4-280 0,-4 0 56 16,-4 4 108-16,0 1 64 0,-8 5 4 15,-4 10 120-15,-4 3 0 0,0 1 132 16,-12 8 40-16,-4 0-44 0,-3 3-80 0,-2 0 176 16,-3 3 52-16,4 7 132 15,1-1-48-15,2 7-100 0,2 3-12 16,2 7 36-16,2 2 48 0,3 10 120 0,-1 0 16 15,5 4-4-15,0-2-12 16,4 2-4-16,0-10-132 0,0-3-280 16,4-4-36-16,5-9-216 0,-1-4-444 0,-1-5-36 15,5-7 84-15,1 0 60 0,2-3-100 16,1-13-440-16,5-5-876 0,-6 1-1960 0,2-15-1637 16</inkml:trace>
  <inkml:trace contextRef="#ctx0" brushRef="#br1" timeOffset="-81872.719">9168 17131 1828 0,'0'0'8692'16,"0"0"-6919"-16,0 0-993 0,0 0-116 0,0 0 108 16,0 0 12-16,79 74-44 0,-70-49-172 15,-2 1-120-15,1-1 36 16,-4 0-48-16,4 0-176 0,-4-2-164 0,4-4-20 16,-4-3-16-16,4-3-52 15,-5-7-4-15,-3 1 96 0,4-7 0 16,1 0 36-16,-5 0 8 0,8-7-140 0,0-6 196 15,-1-6-200-15,10-3-396 0,-6-6-256 16,6-5-116-16,-2 2-104 0,-2-7-352 16,2 3-904-16,-2-3-2289 0,-2 10-2315 0</inkml:trace>
  <inkml:trace contextRef="#ctx0" brushRef="#br1" timeOffset="-81605.954">9522 17117 496 0,'0'0'10545'0,"0"0"-8685"0,0 0-1276 16,0 85 28-16,0-60 600 15,4-3 332-15,-4-3-376 0,4-8-588 16,4-6-344-16,-4-2-40 0,8-3-120 0,0-3-68 16,0-9-4-16,8-4-4 15,-5-3-96-15,2-7-176 0,-2-2-72 0,2 3 108 16,-6-2 184-16,-3 8 52 0,1 0 48 16,-5 7-48-16,-4 3 88 15,0 2 244-15,-4 4-48 0,-9 0-276 16,-2 0-8-16,-2 3-36 0,-2 0-40 0,-5 0 68 0,4 6-88 15,-1 0-4-15,6 7-48 16,-5-1-24-16,4 5-76 0,4-1 0 16,-4 0-260-16,5-4-192 0,-2 4-292 0,2-3-560 15,2-4-1188-15,-3 7-2793 0</inkml:trace>
  <inkml:trace contextRef="#ctx0" brushRef="#br1" timeOffset="-80627.265">10135 16983 2844 0,'0'0'6724'0,"0"0"-4595"0,0 0-825 16,4 69 56-16,-8-46 268 0,4-5-204 0,-3-5-396 15,3-2-460-15,0-9-428 16,0-2-140-16,0 0-4 0,3 0-72 0,9-7 76 16,1-5 148-16,2-4-124 0,-2-3-24 15,-2-3-296-15,2 3-24 0,-6 0 76 0,-3 3 84 16,-4 7 72-16,0 2 88 16,0 1 84-16,0 3-84 0,-11 3-120 15,2 0-28-15,-6 0-4 0,-2 9-20 16,2 1-76-16,2 2 64 0,-2 1-44 0,2 0 32 15,5 0 20-15,5-4-292 16,-1-3-296-16,0 4-524 0,4-4-704 0,0 1-873 16,0 0-1319-16,0-2-792 0,0-5 4921 15</inkml:trace>
  <inkml:trace contextRef="#ctx0" brushRef="#br1" timeOffset="-80489.903">10291 17047 5684 0,'0'0'1768'0,"0"0"2369"0,0 0-2525 16,84-10-340-16,-60 7-188 0,-1-7-240 0,1 1-332 15,0-4-288-15,0-3-200 0,4-6-24 16,-4-4-348-16,4-2-176 0,-4-1-524 0,-4-3-432 16,-9 4-836-16,-3 9-2077 15,-8 0-2163-15</inkml:trace>
  <inkml:trace contextRef="#ctx0" brushRef="#br1" timeOffset="-80256.045">10530 16748 2592 0,'0'0'768'0,"0"0"1488"0,0 0 720 16,0 0-1644-16,0 0-404 0,0 0-51 0,0 0-169 15,0 0-96-15,0 0-40 0,-67 79 128 16,67-50 120-16,3 2 100 0,5 11 20 16,0-1-196-16,1 10-164 0,2 0-172 15,-3 6-188-15,1 0-108 0,-2 4 16 16,-3-4-128-16,0-3-88 0,4-7 28 0,-4-3-52 16,0-9-48-16,4-2-124 15,-4-8 40-15,-4-6-4 0,4-7-100 0,-4 1-48 16,-4-7-128-16,0-3-80 15,-8-3-148-15,4 0-144 0,-4-6-388 0,5-10-176 16,-2-3-473-16,1 3-959 0,0-18-3160 16</inkml:trace>
  <inkml:trace contextRef="#ctx0" brushRef="#br1" timeOffset="-79821.108">11104 16751 7824 0,'0'0'2732'0,"0"0"-1083"0,0 0-1509 0,0 0-24 16,0 0 840-16,0 0 844 0,0 0-380 16,68 89-524-16,-49-61-436 15,-3 8-52-15,5-5-28 0,-6 1 200 0,5 0-40 16,-4-4-332-16,-4 1-136 0,0-4-72 16,0-2-72-16,-4-1 60 15,-4-10 12-15,0 1 12 0,0-6 48 0,-4-4-52 16,0 0 76-16,0-3 52 0,0 0-16 15,0-6 16-15,0-4-40 0,0-7-88 16,0-8-8-16,4-6 100 0,0-4-100 16,4-3-4-16,0-3-84 0,0 6-8 0,-1 0-16 15,6 6 28-15,-2 4-48 0,2 3-64 16,-1 6-160-16,3 0-480 0,1 6-360 16,0 0-348-16,0 8-972 0,-4-1-2089 0,4-1-2579 15</inkml:trace>
  <inkml:trace contextRef="#ctx0" brushRef="#br1" timeOffset="-79665.618">12136 17034 8140 0,'0'0'9421'0,"0"0"-7449"0,0 0-1312 15,0 0-296-15,0 0-92 0,0 0-272 16,0 0-392-16,0 0-1092 0,0 0-768 15,0 0-4029-15</inkml:trace>
  <inkml:trace contextRef="#ctx0" brushRef="#br1" timeOffset="-65006.012">12132 16893 12657 0,'0'0'3156'0,"0"0"-1804"16,0 0-496-16,0 0-584 0,0 0 60 16,0 0 296-16,0 0 500 0,91 7-520 0,-55-7-352 15,0-7-96-15,4-2-76 16,-4 0-84-16,0-1 4 0,-1 1-12 0,-7 2-104 15,-3-2-68-15,-6 3-480 0,-3 6-144 16,-8 0-80-16,-4 0-152 0,-4 3-964 0,0 3-2528 16,-12 13-2909-16</inkml:trace>
  <inkml:trace contextRef="#ctx0" brushRef="#br1" timeOffset="-64807.364">12136 17195 6216 0,'0'0'6785'0,"0"0"-5449"16,0 0 240-16,0 0-760 0,0 0-228 16,0 0-180-16,0 0 344 0,0 0 60 15,0 0-260-15,103 4-220 0,-63-11-52 16,0 1-132-16,0 0-148 0,4-1-36 0,-5 1-52 16,1 6-412-16,-4 0-320 0,4 0-352 15,4 6-788-15,-12-3-3012 0,20 10-4141 16</inkml:trace>
  <inkml:trace contextRef="#ctx0" brushRef="#br1" timeOffset="-64314.332">13434 16938 5472 0,'0'0'5356'0,"0"0"-3699"16,0 0-993-16,-79-66-76 0,47 46 540 0,1 8-512 16,-1 6-252-16,-5-1 180 0,5 7 316 0,4 3-300 15,5 10-168-15,3 6-56 16,3 10 120-16,2 6 84 0,7 9 8 0,-4 4-168 16,8 2-136-16,0 1-72 0,4-6 36 0,0-7-160 15,8-6-48-15,4-10-136 16,0-13 4-16,8-6 132 0,4-6-112 15,-1-13 28-15,2-12-124 0,2-7-72 0,1-6-136 16,0-6-236-16,-3-4 0 0,-2-3 96 16,-3-1-260-16,0 4 80 15,0 1 40-15,-4 2 244 0,-4 1 200 0,-5 3-68 16,-2-2 320-16,-5 9 88 0,0-2 40 16,0 8 184-16,-5 5 332 0,1 7-244 15,1 6 192-15,-1 7 4 0,0 6-24 0,4 3-104 16,-8 6-124-16,4 10-60 15,-1 7-40-15,-2 9 88 0,3 3 148 0,-4 7-16 16,4 5-136-16,-1 5-72 0,-2 2-12 16,3 4-112-16,0-2-60 15,0-4-68-15,4-5-4 0,0-9-156 0,0-6-248 0,8-9-192 16,3-7-100-16,2-7-128 16,2-12-284-16,6 0-680 0,3-12-1156 15,0-7-3113-15,-9 0-503 0,9-9 6077 0</inkml:trace>
  <inkml:trace contextRef="#ctx0" brushRef="#br1" timeOffset="-64021.337">13642 17030 3100 0,'0'0'7941'0,"0"0"-6209"0,0 0-916 15,0 80 300-15,0-59 180 0,4-1-192 16,-4-7-224-16,7-4 216 0,-3-9-616 0,5 0-468 16,3-6 112-16,0-10 32 0,3-6-156 15,2-3-132-15,-2-4-248 16,-3-3-4-16,0 0 52 0,0 4 76 15,1 3 132-15,-2 2 24 0,-7 5-36 16,0 5 124-16,-4 0 12 0,0 6 108 0,-8 2 124 16,0 1-8-16,-4 4-64 0,0 0 72 15,1 9-48-15,-2 7-72 0,2 3 48 16,-2 7 24-16,1 2-48 0,1 7-4 0,-2 4 100 16,2-2 16-16,7 2-128 0,-5-4-120 15,5-4-12-15,4-3-256 16,0-8-308-16,9-5-36 0,-1-8-44 0,12-7-172 15,-1-10-356-15,5-12-756 0,1-10-972 16,-2-2-3077-16</inkml:trace>
  <inkml:trace contextRef="#ctx0" brushRef="#br1" timeOffset="-63555.919">14016 16912 5592 0,'0'0'4832'0,"0"0"-1843"0,-4 68-1857 0,-7-33-224 0,-2 9 400 15,2 1-216-15,-2-1 32 0,2-3 248 16,3-9-300-16,4-6-647 0,4-14-425 15,0-6-129-15,4-6-55 0,7-6 88 16,2-10 92-16,-2-10-96 0,5 1-168 16,0-6-132-16,5-1 44 0,-6 3-8 0,1 8 92 15,4 4 52-15,-4 4 60 0,0 11 0 16,-4 2-72-16,4 2 232 0,0 8 0 16,-4 10 12-16,4-1 36 0,-4 6 76 15,4 3-60-15,-1 4-56 0,6 2 100 0,-6 1-100 16,5 11 116-16,-4-2 292 15,-4 3 48-15,0 4-316 0,-4 3 12 0,-8 0 204 16,0 3-144-16,0-6-172 16,-8-1 96-16,-4-5 4 15,0-7-16-15,-4-3-20 0,-4-10 93 0,5-9-57 16,-6-2 20-16,-3-9-24 16,1-5 4-16,-1-5-40 0,4-12-96 0,-4-2-12 15,4-10-60-15,4-2-108 0,4-4-100 16,5 4 172-16,2-2-16 0,5 3-20 0,5 0-1 0,2 5 21 15,5-1 40-15,4-2-36 16,4 6 104-16,-4-3-60 0,8-1 60 16,-5 3-56-16,6 1 56 0,-5 3-8 0,-1-3-48 15,1 6 0-15,1 0-64 0,-6 0-44 16,1 4-152-16,0 3-32 0,-4 2-52 16,0 1-12-16,-4 0-164 0,-4 1-852 15,4 5-1164-15,-8-2-1853 0,8 2-1975 0</inkml:trace>
  <inkml:trace contextRef="#ctx0" brushRef="#br1" timeOffset="-61983.869">14658 16500 3188 0,'0'0'1160'0,"0"0"4460"15,0 0-3315-15,0 0-353 0,0 0-340 16,0 0-296-16,0 0-348 16,0 0-376-16,0 0 60 0,0 0 20 0,107 4-84 15,-55-2-76-15,8-2-124 0,4 0-144 16,-5-6-63-16,5-1-21 0,-4-2-40 15,0-1-120-15,-4-2-4 0,0-1-68 0,-5-3 24 16,1 1-100-16,-4-1-217 0,-8 0-255 16,-5 0-76-16,-7 0-184 15,-4 7-316-15,-8-1-740 0,-8 4-2136 0,-8 3-3761 16</inkml:trace>
  <inkml:trace contextRef="#ctx0" brushRef="#br1" timeOffset="-61773.793">15148 16531 5064 0,'0'0'3276'0,"0"0"-704"0,-8 80-1091 15,8-45-65-15,8 10 392 0,4 2-144 16,-5 4-572-16,-2 3-356 0,3-4-144 16,-4-1-352-16,0-8-240 0,3-9-172 0,-2-10-280 15,3-10-212-15,0-9-52 16,3-3 8-16,2-3-432 0,-2-12-624 15,2-4-1136-15,-2-1-2965 0,-3-11 1833 0</inkml:trace>
  <inkml:trace contextRef="#ctx0" brushRef="#br1" timeOffset="-61618.804">15359 16618 444 0,'0'0'7584'0,"0"0"-5512"0,0 0-1179 15,0 0-5-15,8 69 492 0,-4-37-236 16,4-3-312-16,-5 6-76 15,6 0-164-15,-1 6-232 0,3 0-208 0,-2 1-116 16,3-1-36-16,-5-3-200 16,2-7-500-16,-1-4-460 0,0-8-472 0,3-11-1177 15,2-2-2659-15,-6-6 305 0</inkml:trace>
  <inkml:trace contextRef="#ctx0" brushRef="#br1" timeOffset="-61272.526">16172 16570 3148 0,'0'0'9305'0,"0"0"-7981"15,0 0-992-15,60 67 316 0,-44-45 432 0,-1 0-536 16,-3 1-368-16,0-4 84 0,-4 0-36 15,-4 0-88-15,5 3-136 16,-5-3 0-16,-4 3 60 0,0 0 124 0,0-6-44 16,0 1-4-16,0-9 36 0,-4-2 176 15,-1-1 400-15,5-5-168 0,0 0-128 0,0-11-96 16,0-8-356-16,5-9-88 16,6-10-44-16,1-6-52 0,8-2 12 15,0-1 12-15,4 9-36 0,0 4-12 0,0 2 72 16,0 9-24-16,-5 1-232 0,2 4-324 15,-10 4-368-15,2 4-816 0,-6 8-1092 16,-3 2-3113-16</inkml:trace>
  <inkml:trace contextRef="#ctx0" brushRef="#br1" timeOffset="-60140.009">14980 17459 196 0,'0'0'768'15,"0"0"6896"-15,0 0-5412 0,0 0-851 0,0 0-429 16,0 0 108-16,0 0-96 0,0 0-316 16,0 0-176-16,0 0-44 15,0 0 0-15,65-10-12 0,-50 29-192 0,2 4-20 16,-6 3-40-16,-3 2-48 0,0 0-24 15,0-2-28-15,-8-1 64 0,0-2-36 0,0-8-40 16,0-2-8-16,0-7 44 16,0 0-44-16,0-6-16 0,0 4-36 15,0-4 76-15,0 0-80 0,0-4-8 0,0-2-124 16,0-3-96-16,4-9-112 0,0-2 36 16,0-6 136-16,4 4-212 0,0-3 24 15,0 6-24-15,4 3-24 0,0 2-16 16,0 6-20-16,4 2-192 0,0 2-640 15,-5 4-804-15,9 0-861 16,-8 4-2651-16,4 2 2240 0</inkml:trace>
  <inkml:trace contextRef="#ctx0" brushRef="#br1" timeOffset="-59871.283">15455 17586 2540 0,'0'0'3980'0,"0"0"1305"16,0 0-4413-16,0 0-220 0,0 0 276 0,0 0-108 15,0 0-416-15,15 68-152 0,-11-57-28 16,-4 3-224-16,0-6-112 15,0 3-164-15,0-3-176 0,0 3-16 0,0-9-192 16,0 2-292-16,0-4-408 0,0 0-637 16,0-4-1079-16,-4-3-2416 15,4 1 5416-15,-4-9-732 0</inkml:trace>
  <inkml:trace contextRef="#ctx0" brushRef="#br1" timeOffset="-59535.423">15435 17338 8240 0,'0'0'5465'0,"0"0"-4097"0,0 0-460 0,0 0 256 16,0 0 24-16,0 0-544 0,0 0-352 15,0 0-292-15,0 0-48 0,0 0-148 16,28-12-24-16,-17 12-400 0,2 0-368 15,-6 0-516-15,1 5-2352 0,1 2-4485 16</inkml:trace>
  <inkml:trace contextRef="#ctx0" brushRef="#br1" timeOffset="-59315.442">15606 17498 2872 0,'0'0'5304'0,"0"0"-879"0,0 0-3517 0,0 0 320 16,0 0 624-16,0 0-596 0,0 0-600 0,0 0-300 15,4 69-184-15,0-63-172 16,-4 1-36-16,8-4-100 16,-8 3 60-16,4-3-8 0,-1-3 36 0,2 0-236 0,3 0 48 15,0-3 236-15,-1-3 0 0,2-7-48 16,-1-3-300-16,0-2-384 16,-1-1-448-16,2 0-572 0,-5 0-1100 0,0-1-1125 15,3 4-1219-15,-7 3 3396 0</inkml:trace>
  <inkml:trace contextRef="#ctx0" brushRef="#br1" timeOffset="-59073.672">15741 17380 1616 0,'0'0'784'0,"0"0"5624"0,0 0-4287 16,0 0-953-16,0 0-68 15,0 0 324-15,0 0-440 0,0 0-420 16,0 0-88-16,0 0 0 0,0 0-116 0,60 44-52 16,-48-28-48-16,-4 3 36 0,0 3-36 15,-4 3-76-15,0 5-48 16,-4-5-60-16,0 3-28 0,0-3-48 0,0-5-12 0,0-5-124 15,0-8 52-15,4-4-88 16,4-3 84-16,0 0 88 0,4-3 344 16,8-10-72-16,0-3-52 0,3-9-72 0,2 0-64 15,-1-1-84-15,-4 1-132 0,-1 3-212 16,1 2-296-16,-8 8-240 0,1-1-140 16,-6 8-400-16,-3 0-1324 0,0 5-3353 15,-4 5-250-15</inkml:trace>
  <inkml:trace contextRef="#ctx0" brushRef="#br1" timeOffset="-58864.992">16267 17668 8140 0,'0'0'11233'0,"0"0"-9645"16,0 0-1088-16,0 0-500 0,0 0-100 16,0 0-264-16,0 0-24 0,0 0-152 15,0 0-564-15,0 0-2732 0,0 0-7449 16</inkml:trace>
  <inkml:trace contextRef="#ctx0" brushRef="#br1" timeOffset="-50072.902">26487 11062 2812 0,'0'0'1736'16,"0"0"632"-16,0 0-940 16,0 0-312-16,0 0-136 0,0 0 337 0,0 0-89 15,0 0-160-15,17-67-132 0,-14 64-40 16,-3-4 32-16,4 0-132 0,-4 1-56 16,4-2-36-16,0-3-52 0,-4 2-80 15,4-4-72-15,-4-3-72 0,4 1-172 16,-4-4-124-16,0 0-72 0,0 0-60 15,0 0 0-15,0-1 0 0,0 5 100 16,-8-2-28-16,4 4-72 0,0 4 49 0,-3 3-1 16,2-1 0-16,-3 1 100 0,4 6 44 15,-4-3 4-15,1 0 32 0,-2 3 4 16,1 0-76-16,1 0-12 0,-6 0 16 0,5 0 200 16,-7 3-32-16,2-3-184 0,-2 3-96 15,-1-3-44-15,0 3-4 16,0 0 0-16,-8 4-60 0,0 6-36 0,-4-1 48 15,-3 11-12-15,-1 3 12 0,0 2-28 16,-5 9 72-16,5 5 0 16,4 2-36-16,1 1 32 0,3-8 16 0,4 2 64 0,8-7 40 15,9-7-28-15,-1-3-36 16,4-6-40-16,0 0 0 0,11-6 40 16,1-1 0-16,4-3 36 0,8-2-24 0,0-4-12 15,4 0-44-15,7 0-4 16,-3-10-60-16,9-3-12 0,-2-2-12 15,1-8-36-15,0-2-148 0,0-4-56 0,-1-3-16 16,-3-3 28-16,1 1-40 0,-2-8 12 16,1-2-36-16,-4-3-161 0,4-4 77 15,-8-3 104-15,0-4-216 0,0-2-16 16,-9-4 156-16,5 1-244 0,-4-3 132 16,-8 2 184-16,4 0 156 0,-4 8 204 0,-8 7 112 15,4 11 60-15,-8 3 116 0,0 10 120 16,4 6 60-16,-4 7-124 0,0 2 36 15,0 0 52-15,0 8-56 0,0 2-104 16,0 0-76-16,0 0-76 0,0 0 28 0,0 2 156 16,-4 8-36-16,-4 6-52 15,0 6-8-15,0 6 37 0,1 7-5 0,-10 7 88 16,6 9-36-16,-10 9-124 0,-3 13-72 16,-4 7-48-16,-4 5 60 15,1 1-100-15,3 2-8 0,0-4-88 0,4-12 84 16,8-9-36-16,8-9 40 0,1-8 60 15,7-9 8-15,0-5-68 16,3-10-60-16,1-2-72 0,0-8 24 0,4-6-12 16,0 1-64-16,0-3 16 0,4-4-16 15,8 0-192-15,-1-11-181 0,6-1-223 0,2-5-432 16,5-4-808-16,4-5-844 0,0-2-1737 16,-3 3-991-16,-2-2 1620 15,-7 8 3541-15</inkml:trace>
  <inkml:trace contextRef="#ctx0" brushRef="#br1" timeOffset="-49789.561">26893 10995 1656 0,'0'0'796'0,"0"0"3400"15,0 0 685-15,0 0-2553 0,0 0-1000 16,0 0-312-16,24 79 396 0,-20-60-176 0,4-6-96 16,1-4-212-16,2 1-236 15,1-7-215-15,8-3-225 0,0-3-32 16,5-7-40-16,6-5-48 0,-4-4-132 0,5-4-312 16,-4 2-64-16,0-5-61 0,0 4 33 0,-8-1 88 15,-8 7 24-15,-3 0 72 0,-5 4-12 16,-4-1 112-16,-9 0 72 15,-3 4 48-15,-8-2 68 0,-3 6-56 0,-1 2 84 16,-8 3 64-16,0 8-64 0,-4 12 16 16,5 9-16-16,-6 3 112 15,5 10 60-15,0 2-12 0,0 6-136 0,4-2-84 16,5 0-36-16,3-5-192 0,8-7-136 16,8-8-16-16,4-12 100 0,16-6-60 15,12-10-232-15,8-7-484 0,7-8-776 0,9-11-836 16,8-5-1285-16,0-5-683 15,3 1-296-15</inkml:trace>
  <inkml:trace contextRef="#ctx0" brushRef="#br1" timeOffset="-49360.685">27404 11037 328 0,'0'0'2360'0,"0"0"1620"0,0 0 224 0,0 0-2495 15,0 0 615-15,0 0-136 0,-36 66-752 0,4-28-12 16,-4 3-240-16,4 0 29 16,0-2-293-1,13-11-436-15,2-3-336 0,9-12-148 0,8-4-192 16,0-5-72-16,12-4 56 0,8-10-44 0,4-6 44 15,8-3-116-15,-4-6-52 0,4 0-53 16,-4 2 101-16,-5 1 24 0,1-1-24 0,-3 5 84 16,-6 2 72-16,5 3 172 0,-8 7 8 15,0 0 92-15,-4 6 32 0,0 3-32 16,1 6-4-16,-2 7-84 0,-3 3 0 0,0 10 112 16,0 2 156-16,0 11 96 15,-4 5 49-15,4 14 47 0,-4 2 292 0,0 7-292 16,0-3-328-16,-16 3-84 0,-4-7 60 15,-3-3-108-15,-5-3 64 0,-4-5 20 16,0-2-36-16,0-6-56 0,-4-5 4 16,4-7 88-16,4-4-88 0,5-9 100 15,-2-6 12-15,5-7 36 0,5-6-20 16,-2-3 164-16,-2-13-72 0,-1-3-120 0,3-9-96 16,-2-7-12-16,3-7-88 0,0-2 4 15,4 3-72-15,4-3-60 16,8 4-148-16,0 10 40 0,4-3 20 0,4 8-8 15,8 0 44-15,4 3 28 0,0 3-136 16,4-1-108-16,4 5-125 0,3-1-291 16,-3 0-580-16,4 0-320 0,-4-3-492 15,-4 6-928-15,12-9-3597 0</inkml:trace>
  <inkml:trace contextRef="#ctx0" brushRef="#br1" timeOffset="-48756.784">28635 10871 9020 0,'0'0'3197'0,"0"0"-1297"0,0 0-548 16,0 0 104-16,0 0 20 0,0 0-320 0,0 0-116 16,0 0-56-16,0 0-23 15,0 0-345-15,-96 70-240 0,72-26-100 16,0 3 76-16,4 8 248 0,4-1-224 0,0-6-188 16,8-5-188-16,5-4-84 15,3-7-60-15,0-10-24 0,11-10 8 0,5-5-116 16,9-7 60-16,-1-3-36 0,8-10 32 0,-1-6-8 15,1-3 32-15,0 0 4 0,-4 0 0 16,-5-1-28-16,-3 4-44 0,1 0-40 16,-10 3-85-16,1 0-75 0,-3 0 40 15,-6 4 168-15,1 2 256 0,0 1 84 16,-4 6 28-16,4 3 68 0,0 0-56 16,5 12-16-16,-2 7 88 0,5 3-76 15,0 14 16-15,0 1 217 0,3 11 47 16,-6 3 12-16,-1 6-40 0,-8 4-80 15,0 2-112-15,-4 0-48 0,-4 5-20 16,-8-5-28-16,0-3 12 0,-4-6-32 16,0-6-56-16,1-4 32 0,-6-6 32 0,5-4-60 15,-4-4-4-15,5 1-8 0,2-5-4 16,-2-4 4-16,7-6 8 0,-4-7 64 16,4-2-72-16,-4-7-64 0,4-4-32 15,-4-8-48-15,0-4 60 0,4-6 24 16,1-10-64-16,-2-4-152 0,5-4 20 15,4-5 88-15,1 1-60 0,3-4-28 0,0 4-228 16,11 2-89-16,6 1-167 0,-2 3-1024 16,9-3-860-16,-8 10-2728 0,20-24-3289 15</inkml:trace>
  <inkml:trace contextRef="#ctx0" brushRef="#br1" timeOffset="-48562.098">29363 11106 5632 0,'0'0'8253'0,"0"0"-5405"0,88 3-556 16,-47-3-360-16,-6-3-411 0,1 0-689 15,0-4-552-15,0 1-280 0,-5-1-64 0,-3-2-300 16,0 3-300-16,-7 0-125 16,-2 2-355-16,-10 1-1176 0,-6-1-3440 15,-6 4-4577-15</inkml:trace>
  <inkml:trace contextRef="#ctx0" brushRef="#br1" timeOffset="-48421.677">29324 11411 6856 0,'0'0'1932'0,"0"0"2725"0,0 0-2093 16,0 0 76-16,84 37-620 0,-45-37-631 16,10-2-677-16,2-14-396 0,5-3-304 15,4-7-12-15,-1-6-520 0,1 1-393 16,4-1-303-16,-16 7-1152 15,24-10-4116-15</inkml:trace>
  <inkml:trace contextRef="#ctx0" brushRef="#br1" timeOffset="-48107.122">30368 11153 8036 0,'0'0'7261'0,"-36"67"-5677"15,25-32-668-15,-2 0 1116 0,5 3 357 16,4-6-685-16,4-7-848 0,8-6-480 15,9-3-184-15,6-6 12 0,5-7-36 16,7-3-144-16,6-3-24 0,2-13-204 16,6-6-96-16,2-4-48 0,1-6-16 15,0 1 100-15,-5-4 72 0,-6 4 120 16,-6-5 72-16,-7 4 0 0,-12-3 56 0,-8 1 76 16,-8 2 60-16,0-6-48 0,-12 3-44 15,-8-3-100-15,0 3-12 16,-8 6 4-16,1 4 0 0,-1 8 4 0,0 12-184 15,-8 5-64-15,0 9 56 0,-8 7 196 16,-4 9 0-16,0 4 56 0,-3 5-56 0,-1 2-88 16,-4 1-32-16,0 5-316 0,-4 3-324 15,4-7-441-15,9 2-1159 0,11-11-2968 16,-4 3-4297-16</inkml:trace>
  <inkml:trace contextRef="#ctx0" brushRef="#br1" timeOffset="-46995.972">20722 13468 3056 0,'0'0'10717'0,"0"0"-9045"15,0 0-1032-15,0 0-100 0,0 0 480 16,0 0-264-16,0 0-276 0,0 0 464 16,0 0-112-16,120 66-320 0,-64-59-208 0,2-1-148 15,-2 0-20-15,-3-6-39 0,-1 0-41 16,-9-2-56-16,-3-2-109 0,-9-2-135 15,-3-1-364-15,-3 1-148 0,-5 3-124 16,-5 0-340-16,-6 0-776 0,-9 0-1220 16,0 3-1777-16,-5 0-2267 0,-23 6 7256 15</inkml:trace>
  <inkml:trace contextRef="#ctx0" brushRef="#br1" timeOffset="-46839.197">20741 13795 5368 0,'0'0'4604'0,"0"0"-3003"0,0 0-845 0,0 0 36 15,0 0 848-15,0 0-180 0,69 70-276 0,-26-58-340 16,9-5-240 0,8-4-176-16,4-3-168 0,-4 0-128 0,0-10-132 15,3-5-40-15,-7-1-340 0,4-7-236 16,-5 2-224-16,-7-9-428 0,-12 9-1140 0,3-14-3581 16</inkml:trace>
  <inkml:trace contextRef="#ctx0" brushRef="#br1" timeOffset="-46554.079">21108 13166 248 0,'0'0'8252'0,"0"0"-5667"0,0 0-329 16,84-8-444-16,-45 14-240 15,10 2-392-15,3 9-264 0,-1 2-156 0,5 3-40 16,-4 6-144-16,-5 7-188 0,-2 0-216 15,-10 9-164-15,-7 0-8 16,-7 8-8-16,-10 5 0 0,-7 4-272 0,-4-1 48 16,-11 0 24-16,-10 4 76 0,-3-7-16 15,-4 0 64-15,-4-6 32 0,0-3 4 16,-3-4 0-16,3-6-24 0,0-3-76 0,4-3-96 16,-4-6-76-16,8-7-160 0,-4-5-96 15,9 0-268-15,-1-11-452 0,8-3-848 16,3 0-1853-16,5-13-2479 0</inkml:trace>
  <inkml:trace contextRef="#ctx0" brushRef="#br1" timeOffset="-46028.467">23121 13383 820 0,'0'0'10361'0,"0"0"-7917"16,0 0-1060-16,0 0-668 0,0 0 876 0,0 0-368 15,0 0-96-15,107 85-296 0,-79-37-112 16,0 2 9-16,0 7-193 0,-4 1-212 0,-5 0-56 16,-2-6-120-16,-2 0-148 0,-2-11-12 15,-2-6-96-15,2-10-84 0,-2-9-160 16,-3-4-108-16,5-7-173 0,-2-5-171 15,6 0-76-15,-2-13-692 0,-7 0-2420 16,8-19-3221-16</inkml:trace>
  <inkml:trace contextRef="#ctx0" brushRef="#br1" timeOffset="-45829.019">23531 13433 2568 0,'0'0'9765'0,"0"0"-8437"0,-47 64-1000 15,22-27 256-15,-3 5 888 0,-3 5-232 0,-5 4-272 16,4 0-280-16,-5 1-96 0,2-2-56 16,-1 0-132-16,0-2-172 0,1-3-232 0,3-7-184 15,0-3-228-15,8-7-276 16,3-5-136-16,6-5-116 0,6-8-404 16,2-10-964-16,7 0-2185 0,0-10-2383 0,7-15 4460 15</inkml:trace>
  <inkml:trace contextRef="#ctx0" brushRef="#br1" timeOffset="-45556.652">23937 13002 5064 0,'0'0'7897'0,"0"0"-6057"0,0 0-768 15,0 0-108-15,0 0 536 0,0 0-600 16,0 0-288-16,0 0 0 0,28 88 108 16,-24-46-224-16,-4-2-203 0,0 9-37 15,0 1-112-15,-8 1-56 0,4-4-88 0,-3 0-52 16,-2-5-68-16,5-7-329 16,0-9-171-16,4-11 84 0,0-8-124 15,0-4-308-15,0-3-912 0,0 0-1252 0,0-10-2509 0</inkml:trace>
  <inkml:trace contextRef="#ctx0" brushRef="#br1" timeOffset="-45322.655">23897 13027 5308 0,'0'0'2624'0,"0"0"1493"16,0 0-3413-16,0 0-180 0,0 0 860 0,0 0 88 15,92-36-556-15,-72 36-296 0,0 4-88 16,4 3-36-16,-8 2-152 15,0 3-136-15,-9 5-24 0,-3-2 60 0,-4 8-84 16,0 2-24-16,-15 4-128 16,-6-1-8-1,-3 3-160-15,-3-1-108 0,-4-5-152 16,3-3-8-16,0-6-92 0,3 0-196 0,5-10-132 0,1-6-360 0,2 0-612 16,10-9-1273-16,-1-10-2539 0,8 6 765 0,0-16 4867 15</inkml:trace>
  <inkml:trace contextRef="#ctx0" brushRef="#br1" timeOffset="-44979.291">24240 12747 2480 0,'0'0'2512'16,"0"0"3813"-16,0 0-4889 0,0 0 448 15,0 0 392-15,0 0-432 0,43 67-640 0,-38-48-448 16,-1 4-304-16,-4-4-196 15,0-4-216-15,0 4-40 0,0-6-60 0,0-1 56 16,-4-2-60-16,4-3-116 0,0-5-188 16,0-2-92-16,0 0-80 0,4 0-12 15,4-6 36-15,3-2 72 0,2-6-64 16,2-2 64-16,2-3 132 0,-2 0 24 16,2 0 200-16,-6 0 88 0,2 2 96 0,-2 5 4 15,-3-1 200-15,1 8 184 0,2 2 12 16,-3 3-64-16,0 0-100 0,0 0 72 15,4 6-244-15,-4 7 24 0,0-1 48 16,0 4 64-16,0 3-140 0,-4 0 4 0,0-3-80 16,0 3-80-16,-4 0-156 0,4-2-568 15,-4 2-120-15,0-5-232 16,4 3-684-16,0-4-2628 0,0 1-3441 0</inkml:trace>
  <inkml:trace contextRef="#ctx0" brushRef="#br1" timeOffset="-44562.773">24678 13649 7340 0,'0'0'4485'16,"0"0"-2849"-16,0 0-392 0,0 0-212 0,0 0 496 16,0 0-204-16,0 0 76 15,0 0-460-15,80 32-368 0,-44-23-280 16,3-2-111-16,-2-5-81 0,6-2-100 0,-3 0-4 0,4-9-108 16,0-7-457-16,0-3-323 15,0-3-268-15,-13 3-1076 0,9-12-4345 16</inkml:trace>
  <inkml:trace contextRef="#ctx0" brushRef="#br1" timeOffset="-44383.026">25443 13449 4272 0,'0'0'8597'15,"0"0"-6777"-15,32 90-156 0,-19-53 384 0,2 8-280 16,5-1-416-16,0-6-719 0,-4-2-381 0,4-9-252 15,-1-4-52-15,2-4-396 16,-2-6-113-16,5-7-71 0,0-6-64 16,4-4-332-16,-4-5-1700 0,4-16-4417 0</inkml:trace>
  <inkml:trace contextRef="#ctx0" brushRef="#br1" timeOffset="-44190.677">25798 13449 3768 0,'0'0'10493'0,"0"0"-9193"0,0 0-1200 16,-84 79 404-16,56-47 980 0,-7 6-188 16,3-3-596-16,-4 3-272 0,4 0-72 0,-3 0-52 15,-2 4-192-15,1-8-112 0,0-2-132 16,1 0-100-16,3-7-340 16,8-5-400-16,4-8-284 0,8-3-924 0,8-9-2625 15,4 0-4071-15,4-12 8872 0</inkml:trace>
  <inkml:trace contextRef="#ctx0" brushRef="#br1" timeOffset="-44029.842">26328 13591 4636 0,'0'0'9137'16,"0"0"-7329"-16,99 0-988 0,-67-2 648 0,4-1 220 15,-4-4-576-15,0-2-820 0,-1-1-292 16,-3-3-120-16,0 5-664 0,0-6-588 15,-7 5-960-15,-10 2-2460 0,-7 4-2377 16</inkml:trace>
  <inkml:trace contextRef="#ctx0" brushRef="#br1" timeOffset="-43881.902">26248 13779 8112 0,'0'0'3905'0,"0"0"-2537"0,0 0-976 15,0 0 776-15,0 0 804 0,0 0-372 16,0 0-644-16,0 0-256 15,0 0-104-15,95 57-204 0,-58-63-392 0,-1-8-88 16,3 3-372-16,-3-5-176 0,4 4-248 16,-4-1-572-16,-4 7-1728 0,8-5-4993 0</inkml:trace>
  <inkml:trace contextRef="#ctx0" brushRef="#br1" timeOffset="-43471.545">27408 13440 7536 0,'0'0'5645'15,"0"0"-3669"-15,0 0-716 0,0 0-324 0,91 44 448 16,-27-25-132-16,11 3-276 0,5-3-320 15,4-5-143-15,-5-6-249 0,1-8-212 16,-4 0-52-16,-4 0-16 0,-1-6-92 0,1-7-208 16,-4-6-277-16,-9 3-211 15,-3-6-64-15,-11 3-300 0,-14 0-940 16,-6 7-2528-16,-22-5-3585 0</inkml:trace>
  <inkml:trace contextRef="#ctx0" brushRef="#br1" timeOffset="-43295.502">27913 13539 888 0,'0'0'7352'16,"0"0"-4079"-16,-28 104-973 15,24-57-304-15,-3 14-12 0,-1 2-368 16,4 4-224-16,-5-4-428 0,6-5-395 0,-5-8-353 16,4-5-216-16,0-10-160 0,4-9-336 0,0-12 47 15,4 0-39-15,11-14-172 16,2 0-132-16,3-7-848 0,-4-6-2600 15,8-12-3277-15</inkml:trace>
  <inkml:trace contextRef="#ctx0" brushRef="#br1" timeOffset="-43112.022">28042 13728 2844 0,'0'0'9441'0,"0"0"-8229"15,0 0-880-15,0 0 544 0,-5 74 960 16,5-33-304-16,0 0-476 0,0 7-368 0,0-1-172 15,0 4 32-15,5-4-64 0,-5 1-372 16,3-7-112-16,-3 1-328 0,4-4-540 16,0-7-172-16,4-1-156 0,0-5-884 15,0-6-2776-15,0-4-4241 0</inkml:trace>
  <inkml:trace contextRef="#ctx0" brushRef="#br1" timeOffset="-42522.099">29041 13665 6860 0,'0'0'6145'0,"0"0"-4693"16,0 0-204-16,0 0 540 0,103 44-196 15,-71-21-548-15,9 5-348 0,-9 7-188 16,-4 0-20-16,0 3 81 0,-9-3-229 16,-3 3-220-16,-4-2-44 0,-8-2-16 15,0-2 48-15,-4-1-48 0,0-2-56 16,-4-4 56-16,0-6-52 0,-4-2 52 15,0-9-60-15,0 3-56 0,0-8-136 0,0-3-52 16,1 0 40-16,-2 0 156 16,5-7 40-16,-4-6-40 0,8-9-148 0,0-3 64 15,0-10 124-15,8-3-4 0,5-10-136 16,2-3 88-16,1 1 60 0,0 2-4 16,4 7-93-16,3 3 49 0,1 9-124 0,1 7 28 15,2 2-40-15,-2 8-24 16,3 2-48-16,0 7 4 0,-9 3-360 0,1 0-468 15,-1 3-924-15,-6 7-1048 0,-5 2-2761 16,-8-2-2190-16,0 13 8003 0</inkml:trace>
  <inkml:trace contextRef="#ctx0" brushRef="#br1" timeOffset="-41879.759">27483 14503 820 0,'0'0'1008'0,"0"0"7064"16,0 0-6423-16,0 0-125 0,12 80-316 0,0-39 56 15,1 3-72-15,-6 4-344 16,1 0-304-16,0-4-148 0,-4 0-76 15,-4-6 36-15,0-6 60 0,0-3-12 0,0-3-124 16,0-5-72-16,-4-5-36 16,4-3-24-16,-4-7-52 0,4-2-84 0,0-4 48 15,0 0 40-15,0 0-40 0,0-10-48 16,8-3 60-16,4-5-64 0,4-8 0 16,-4-6-8-16,7 1-48 0,-2-8-88 15,-2 4-68-15,2 0 20 0,-6 3-36 0,6 5-72 16,-6 2-76-16,2 1-60 15,2 8-112-15,2-3-276 0,-2 7-352 16,5 2-628-16,-4 1-1040 0,4 3-2429 0,-8 2-599 16,0 4 4773-16</inkml:trace>
  <inkml:trace contextRef="#ctx0" brushRef="#br1" timeOffset="-41594.577">28109 14796 196 0,'0'0'1852'0,"0"0"572"0,0 0 792 0,0 0-1196 0,0 0-559 16,0 0-37-16,0 0-48 15,0 0-300-15,0 0-108 0,0 0-176 16,64 59-120-16,-60-42 32 0,-1-5-88 0,1 1-196 15,-4 3-76-15,0-4-40 16,0-2-120-16,0-1-172 0,0-2-12 0,0 0-52 16,0-4-56-16,0-3-152 0,0 0-328 15,0 0-140-15,0-3-284 0,0-8-644 16,0-1-2936-16,0 2-3029 0,0-8 5117 16</inkml:trace>
  <inkml:trace contextRef="#ctx0" brushRef="#br1" timeOffset="-41424.947">28160 14518 6504 0,'0'0'5853'15,"0"0"-4169"-15,0 0-1164 16,0 0 564-16,0 0 928 0,0 0-652 16,80 17-880-16,-63-13-456 0,-2-2-24 0,-3 1-420 15,0-3-392-15,-8 3-600 0,0 1-1524 16,-4 3-5393-16</inkml:trace>
  <inkml:trace contextRef="#ctx0" brushRef="#br1" timeOffset="-41174.846">28308 14716 6432 0,'0'0'2480'0,"0"0"1457"0,0 0-2449 0,0 0 312 15,0 0 72-15,0 0-224 0,71 70-644 16,-54-51-372-16,-6 0-35 0,-2 0-25 15,-1-3-308-15,-1 4-180 0,-3-6-72 16,0 0-12-16,-4-2 0 0,0-2-12 16,0-1 0-16,0 0 0 0,0-2-168 15,0-3-40-15,-4-1-80 0,4-3-17 0,-4 0-111 16,4 0 52-16,-3 0 24 0,3-7-40 16,-4-3-244-16,4-2-124 15,0-7-268-15,0-7-908 0,0-6-2828 0,0 7-3681 16,0-16 6973-16</inkml:trace>
  <inkml:trace contextRef="#ctx0" brushRef="#br1" timeOffset="-40940.693">28555 14697 10028 0,'0'0'1869'0,"0"0"-221"0,0 0 316 16,0 0-188-16,32 63-600 15,-25-46-524-15,-2-3-208 0,-1 3-88 0,-4-1-160 0,4 0-112 16,-4-4-76-16,0 1 0 15,0-4-8-15,0 1-60 0,0-7-4 0,0 0 64 16,0-3 76-16,0 0 32 0,0 0-20 16,0-6-16-16,8-4 36 0,4-5-108 15,4-7-64-15,4-7-68 0,8-7-140 16,0 8-180-16,4-2-12 0,0 3-140 16,-1 8-136-16,-4 3-232 0,-6 7-356 0,-5 6-904 15,-4-1-2593-15,-12 11-3626 16</inkml:trace>
  <inkml:trace contextRef="#ctx0" brushRef="#br1" timeOffset="-39232.139">27352 15827 3360 0,'0'0'1656'0,"0"0"3648"15,0 0-3975-15,0 0-521 0,0 0-220 0,0 0 468 16,0 0 92-16,4-66-328 0,-8 61-268 16,0 3-4-16,0-1 212 0,0 3-96 0,0 0-160 15,-4 0 88-15,4 0-140 0,-8 5-220 16,0 5-88-16,-4 7-56 0,0 5-40 15,0 6 84-15,0 7 88 0,0 3-24 0,4 0 0 16,0 1 8-16,1-4-8 16,7-7-15-16,4-6-45 0,0-6-28 15,4-2-96-15,11-8 36 0,5-6-48 0,5-4-88 16,6-12-228-16,5-6-197 0,-4-10 17 16,4-6-92-16,-8 0-12 0,0 0 12 15,-4 3 48-15,-5 0 60 0,1 0-104 16,1 1-100-16,-10-5 32 0,1 7 148 15,0-2 152-15,-4-5 112 16,-4 2-12-16,0-1-152 0,-4-1 60 0,0 1 192 16,0 0 152-16,0 3 52 0,0 6 88 0,0 8 228 15,0 7 352-15,-4 7-128 16,4 5 12-16,0 2-4 0,0 0-116 0,0 6-100 16,0 11-160-16,0 4 44 0,0 11 16 15,0 6-112-15,-4 0 40 0,0 8 68 16,-4-6-8-16,4 5-176 0,-8-1-96 0,4 0-4 15,1-2-116-15,-6-7-336 16,5 0-272-16,4-7-200 0,1-2-320 0,-1-7-644 16,4-4-2233-16,0-5-1499 15,0-3 1093-15,4-4 4531 0</inkml:trace>
  <inkml:trace contextRef="#ctx0" brushRef="#br1" timeOffset="-38722.2">27599 15919 3080 0,'0'0'948'0,"0"0"6121"0,0 0-5185 16,0 0-980-16,0 0 136 0,0 0 520 15,0 0-316-15,0 0-404 0,91 12-348 0,-70-24-196 16,-2-7-188-16,5-2-108 0,0-6-300 16,-4 5-20-16,4-3 84 15,-4 3-332-15,-9 2 88 0,-2 8 92 0,-5-1 152 16,-4 6 236-16,0 5 100 0,-8-1-24 0,-4 3 36 16,-4 0 72-16,-4 3 40 15,4 6-76-15,-4 9-60 0,0 5 0 0,5 3-40 16,-6-1-36-16,6 1-12 0,2-3-48 15,2-4-112-15,2-5-436 0,5-7-192 16,4-7-144-16,4 0-280 0,12-7 184 0,1-7-340 16,2-5-217-16,5-8 305 15,-3 5 320-15,-2 0 776 0,1 3 184 0,-8 3 676 16,0 9 296-16,-8 4 204 16,4 3-183-16,-4 0-33 0,0 10 252 15,-4 3-124-15,3 3-284 0,2 0-376 0,-5 3-188 16,4-4-52-16,4 1 24 15,0 0 88-15,-5-2 84 0,6-3-148 16,-1-1-100-16,0 0-124 0,3-1 88 0,5-3-40 16,1 1 28-16,-2 3 36 0,6-4-24 15,-6 4-28-15,5 2 52 0,1 1-64 16,-6 0 16-16,1 2-24 0,-4 4-52 0,0 0 0 16,-9 4 0-16,-3-2 100 0,0 9 8 15,0-2 16-15,-3-2-12 0,-5-1 84 16,-4-3 136-16,0-6 20 0,-4-7-192 15,0 2-84-15,0-9-76 0,0-2-120 16,1 0-16-16,-2-2-144 0,6-9-200 16,-2-1-72-16,1-7-52 0,5-7-116 15,-2-2-188-15,5-7-628 0,4-4-1212 16,0-2-3017-16,4 10-159 0,9-20 5389 0</inkml:trace>
  <inkml:trace contextRef="#ctx0" brushRef="#br1" timeOffset="-38481.575">28360 15672 6612 0,'0'0'844'0,"0"0"3653"15,0 0-2657-15,0 0-48 0,0 0-48 0,68 72-360 16,-57-55-720-16,2-1-360 0,-2-4-144 16,2 4-148-16,-9-3 0 0,-1-1-4 15,1-2-4-15,-4-1 8 0,0-2 64 16,0-1-24-16,-4-6-52 0,4 0 0 15,0 0 120-15,-3 0-12 0,3-10-32 0,0-5-76 16,3-7-384-16,5-10 4 16,5-7-212-16,2-1-380 0,2-5-368 0,6 4-1044 15,-3 0-2101-15,8 8-1995 0,-8 8 3296 16</inkml:trace>
  <inkml:trace contextRef="#ctx0" brushRef="#br1" timeOffset="-38263.797">28922 15259 3716 0,'0'0'600'0,"0"0"5440"16,0 0-1783-16,0 0-2709 0,0 0-288 0,0 0 188 15,16 78-16-15,-16-45-260 0,4 5-215 16,-4 3-37-16,4 7-108 0,0 6-224 0,-4 6-188 16,0 1-220-16,0 5-36 0,-8 4-84 15,-5 1-24-15,6-2-36 16,-5 1-12-16,-1-4-204 0,6-2-252 0,-1-10-184 15,4-7 168-15,4-9-168 0,0-9 24 16,8-14-29-16,-4-8-559 0,3-7-932 16,2-3-2592-16,3-16-3517 0</inkml:trace>
  <inkml:trace contextRef="#ctx0" brushRef="#br1" timeOffset="-37653.02">29308 15791 6504 0,'0'0'208'0,"0"0"4433"0,0 0-2989 0,0 0-468 16,0 0 80-16,0 0-8 15,-84-50-412-15,64 50-236 0,5 0-64 0,-2 10 44 16,2 2 16-16,-1 11-104 0,0 2-60 15,4 7 32-15,0 4 40 0,0 1-87 16,4 1-133-16,-4-6 8 0,8-3-104 16,4-11-76-16,0-8-48 0,0-4-72 15,8-3-36-15,4-3-84 0,4-9-76 0,4-7-104 16,7-9-16-16,-3-4-181 0,8-9 45 31,-4 1 52-31,4-5-16 0,-4 4-24 0,0-3 12 16,0-1-184-16,-4 0-56 0,-5-2-24 0,2 3 272 0,-5-4 32 15,-8 1 152-15,0 6 236 0,-5 6 100 0,-3 7 100 16,0 9 212-16,0 6 168 0,0 8-36 16,0 2-200-16,0 6-60 15,0 6-52 1,0 11 152-16,-3 8 16 0,-5 8-140 0,4 5 128 0,-5 3 272 16,2 1-91-16,-1-1-265 0,0-2-304 0,-1-4-24 15,2-5-389-15,3-5-255 0,0-5-160 16,4-7-80-16,0-6-272 0,0-5-1100 15,8-4-2468-15,-1-4-2885 16,10-4 4489-16</inkml:trace>
  <inkml:trace contextRef="#ctx0" brushRef="#br1" timeOffset="-37189.807">29579 15891 4576 0,'0'0'7489'0,"0"0"-4957"0,0 0-1572 0,0 0-228 0,0 0 824 15,0 0-76-15,0 0-636 16,0 0-540-16,0 0-96 0,0 0-160 15,0 0-48-15,36 25-84 0,-24-41-196 0,4 0-64 16,0-3 52-16,-5 3-64 0,2 0-24 16,-2 4 8-16,-3-1 76 0,-3 3 100 15,-1 3 0-15,-4 5 84 0,0-1-12 16,-4 3-36-16,-5 3 160 0,-2 10 12 16,-1 3 100-16,0 3 76 0,-4 6-28 15,4 0 12-15,0 4-12 0,-1-7-144 0,10 1-16 16,-1-4 8-16,4-7 88 15,0-6-88-15,4-2-8 0,8-4-56 16,4 0 52-16,4-10-80 0,4-2-76 0,-1-5-160 16,9-2-88-16,-4 4 96 0,4 2 64 15,-4 3 136-15,4 8-40 0,-8 2 152 16,4 2 0-16,-8 11 264 0,-1 3-28 16,-2 5 136-16,-6 9-24 0,2 2 48 15,-6 2-140-15,1 1 4 0,0 1-88 16,-8 2 36-16,0 3-60 0,0-3 12 0,0 1 112 15,-12-2 44-15,5-2 16 0,-10-3-40 16,6-4-24-16,-6 1-112 0,2-10 28 16,-2-4-100-16,2-5-8 0,2-3-76 15,-2-7-64-15,-1 0-164 0,4-7 56 16,0-9-244-16,0-6-8 0,4-6-80 0,0-4-60 16,5-6 60-16,-2-6-472 15,5-11-640-15,0 2-1460 0,5-8-3589 16</inkml:trace>
  <inkml:trace contextRef="#ctx0" brushRef="#br1" timeOffset="-36887.203">30396 15712 4752 0,'0'0'688'0,"0"0"6553"0,0 0-3441 15,4 90-1644-15,-4-62-244 0,0-2-291 16,0-3-425-16,4-4-676 0,-1-8-520 15,1-1-12-15,1-3-60 16,3-4-96-16,0-3 12 0,4 0-52 0,4-10-56 0,4 0 44 16,3-8-32-16,-3-1-160 0,8-4 35 0,-4-2 25 15,0-1 96-15,0 1 108 16,4-4 28-16,-4 4 8 0,4 4-32 0,-4 2-16 16,-5 5 112-16,-2 8 48 0,-2 6 220 15,-6 6 204-15,-2 8 88 0,-3 5-75 16,0 2-253-16,0 1-28 0,0 3 64 0,-4 0-4 15,0-1-32-15,0-2-184 16,0 0-192-16,-4 0-901 0,-4-3-551 16,0 0-3800-16,-12 4-8445 0</inkml:trace>
  <inkml:trace contextRef="#ctx0" brushRef="#br1" timeOffset="-36739.473">31125 16087 9292 0,'0'0'10121'0,"0"0"-7925"16,0 0-2160-16,0 0-36 0,0 0-304 0,-36-72-244 16,28 53-868-16,0 0-1320 15,-8-7-7481-15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32767" units="deg"/>
          <inkml:channel name="T" type="integer" max="2.14748E9" units="dev"/>
        </inkml:traceFormat>
        <inkml:channelProperties>
          <inkml:channelProperty channel="X" name="resolution" value="3854.94116" units="1/cm"/>
          <inkml:channelProperty channel="Y" name="resolution" value="5461.1665" units="1/cm"/>
          <inkml:channelProperty channel="F" name="resolution" value="91.01945" units="1/deg"/>
          <inkml:channelProperty channel="T" name="resolution" value="1" units="1/dev"/>
        </inkml:channelProperties>
      </inkml:inkSource>
      <inkml:timestamp xml:id="ts0" timeString="2023-06-27T08:08:22.98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12008 4336 1812 0,'0'0'7560'0,"0"0"-6744"15,-67-79-572-15,43 48 104 16,-4-1 413-16,-4 0 727 0,0 0-408 16,0 7-384-16,0-1 124 0,0 7 272 0,1 4-48 15,-5-1-364-15,-1 3-188 0,-2 7 36 0,-5-1 184 16,0 7-360-1,-3 0-340-15,-6 4 112 0,-6 8-124 0,-1 4-8 16,-4 6-64-16,-7 7 60 0,-9-1 12 0,1 7 0 16,-13 4 44-16,0 8 40 15,-8 4-76-15,-3 9 84 0,-4 7-88 16,-2 4 60-16,-6 6-56 0,4 10-8 0,-9 5 12 16,-3 6 0-16,-5 7-12 0,-4 6-48 15,-7 10-76-15,4 0 124 0,-5 3 12 16,0 3-4-16,1 6-8 0,-1 0 100 0,-2 7-92 15,2 5 16-15,1 2 24 16,3 2-40-16,-3 4-8 0,3 3-92 0,4-5 92 16,1 8 0-16,8 0 72 0,-1 5-60 15,5 3 40-15,-1-2-52 0,8 3-160 16,-3 3 40-16,7 0 120 16,9 1 12-16,-1 3-12 0,9-4 0 15,7-3-72-15,9 0 32 0,2-3 40 0,9-2 12 16,8-1 60-16,5-3-64 0,7-4-8 0,8-3-72 15,4 0 8-15,8-5 4 16,9-2 48-16,6-5 8 0,9-3 0 16,5-7-64-16,10-5-4 0,10-6-88 0,6 2 112 15,9-3 48-15,8-1 60 0,3-3-60 16,5-2-4-16,8-1 4 0,5-3 64 16,6-3-64-16,5 3-4 0,3-8-44 15,8 6 48-15,5-5 36 0,4 4 40 0,11 0-64 16,5-4-12-16,4 0 72 15,7-1-68-15,4-2-4 0,5-3-160 0,3 0 156 16,9 4 4-16,0-7 0 0,7 3 60 16,4 1 28-16,4-1-28 0,1-4 88 15,3 2-60-15,5-5-88 0,2-1-160 16,2-5 160 0,7 1 52-16,5-4-48 15,3-3 4-15,5 0-8 0,-2-3-52 0,5 1 52 0,5-5-8 16,3 1 4-16,5-3 4 0,3-4 0 0,0-2-12 15,0-8-60-15,4-1 72 0,4-5 0 16,0-3 72-16,5-2-72 0,2-4-64 0,2-3-20 16,2-4-40-16,5-5 40 15,1 0 20-15,-2-4 16 0,5-7-60 0,4 2-48 16,0-5 156-16,5-2 136 0,-5-2-136 16,4-1-148-16,4-3 144 0,-4-4 4 0,3 0 0 15,2 0 0-15,-5-6-148 0,0-1 76 16,0-5-64-16,-1-4 124 15,-3-4-124-15,0-2-72 0,0-4 84 0,-3-2 112 0,-1-4 0 16,-4-3-72-16,0-2-40 16,-4-8 20-16,0 1 96 0,-4-7 16 15,0 0-68-15,-8-6 52 0,-4-4 8 0,-4-2 0 16,-7-8 4-16,-1-1 56 0,-8-4-60 16,-3-7-136-16,-9 1 136 15,-3-7 212-15,-6 0-68 0,-2-6 4 0,-8 3 24 16,-5-4-48-16,-8-2-76 15,-7-4 52-15,-10-6-92 0,-1-3 4 16,-10-6 120-16,0-7-132 0,-7 0 0 0,-9-3 8 16,-3-3 0-16,-5-4-8 0,-7 1-12 0,-9 0-100 15,-6-4 112-15,-6 1 0 16,-8-1 12-16,-2 4 40 0,-10-1 68 16,-7 4-44-16,-8 1-52 0,-1-1-24 0,-11-4-64 15,-4-3 52-15,1-3-120 0,-10 1 32 16,1-1 88-16,-8 0-232 0,0 1 96 15,-8-4-148-15,0 3 260 0,-8 4 24 16,-7-1 12-16,-2 7 0 0,-7 5 176 0,1 8-168 16,-9 1 120-16,-8 4 4 0,0 1 16 15,-12 3-84-15,1 0-60 0,-9 3 104 16,-4 0-96-16,1 1 76 16,-10 2-28-16,2 4 24 15,0-4-32-15,-2 1-16 0,-2-1-32 16,-1 0-4-16,-3 1 84 15,-5 6-84-15,0-1-92 0,-8 2 92 0,0 4 104 0,-3 5-104 16,-5 1-12-16,-3 1-48 0,-1 5-12 0,-3-5 60 16,-1 4 12-16,5-4 12 0,-5 4-12 15,0-3 12-15,0 2 96 0,1 0-96 0,-5 1-8 16,1 2 48-16,-4 2-52 0,3 2 0 16,-3 2-4-16,-1 2 12 0,0-1-16 15,0 3-96-15,-3 1 96 0,0-1-188 16,-4 0-124-16,-1 4 272 0,-8 0-52 15,5 2 100-15,3 1 28 0,-3-1-24 0,3 1-4 16,1 1 160-16,3 1-148 0,0 4 48 16,1-1-60-16,4 8-36 0,-5-3 36 15,5 2-64-15,-1 0 60 0,0 3 4 16,-3 1-148-16,7 3 136 0,-3 0-84 16,-1 2 96-16,5 2-4 0,-9-2-144 15,8 4 136-15,-3-2-84 0,0 2 96 0,-1 0 76 16,4-1-64-16,-3 2 72 15,3 2-84-15,0-1 0 0,1 3 88 16,-4-3-80-16,-1 5-8 0,1 3 12 0,-1 3-20 16,0 0 8-16,4 3-48 0,-2-2 36 15,2 6 12-15,5 0-64 16,-1-2-20-16,0 5-4 0,4-4 52 0,1 3-40 0,4-3-108 16,-2 1 72-16,2 2 112 15,0-3 64-15,3-1-16 0,0 5-48 16,1-4 64-16,3 7 8 0,1-4-72 0,3 7 0 15,0 0-4-15,0 0-44 0,4 2 36 0,1 4-260 16,-1-3 136-16,4 3-88 16,1 0-96-16,-5 0 84 0,4 3-40 15,5 1 128-15,0-2 96 0,-2 2 52 16,2-1 76-16,-1-3 76 0,4 3-144 16,1-1 116-16,-1 5 48 0,4 0-12 15,-3-1 116-15,-2 3-192 0,6 4-84 0,-5-1-72 16,5 8 20-16,-2-4-72 0,2 3 52 15,-1 0-116-15,1 0 116 0,-1 1 20 16,5-5 52-16,-2 1 4 0,1 0 120 16,4-6 12-16,2-1 16 0,2-2-92 15,0-5 100-15,0 2-48 0,4-1-108 16,0-3 144-16,4 0 52 0,-4 0-152 16,9 3-36-16,-1-3 76 0,0 2-88 15,4-2 48-15,5 0-40 16,-1 0-4-16,-1 0 4 0,10 0-8 0,-1 0 12 0,0-5 76 15,4 2-40-15,0-3-40 0,0-1-8 16,5 0 100-16,-2-2 36 0,-3-1 60 16,9 3 0-16,-6-1 24 0,6 2-36 0,-1-1-100 15,8 0-8-15,-5 4-28 0,6 1-48 16,-1 2-12-16,4-4-76 16,0 1-32-16,4 3-28 0,0 0-96 0,0 0-100 15,0 0-100-15,4 0-196 0,8 0-256 16,8 0-520-16,0 0-1092 15,20 3-3045-15</inkml:trace>
  <inkml:trace contextRef="#ctx0" brushRef="#br0" timeOffset="637.407">19678 5943 508 0,'0'0'208'0,"0"0"8712"15,0 0-7139-15,0 0-309 0,0 0-348 16,0 0 140-16,0 0 92 0,0 0-272 0,0 0-368 16,0 0-100-16,0 0 352 0,64 42-64 15,-12-30-200-15,8-2 125 0,3-7-345 0,5-3-76 16,-1-6-176-16,-3-4-16 16,-4-3-72-16,-8-2-144 0,-9-1-112 15,2 0-44-15,-9-3-196 0,-5 0-120 0,-6 0-144 16,-2 3-173-16,-11 0-199 0,-4 6-468 15,-4 4-884-15,-4-1-1648 0,-12 7-2497 16</inkml:trace>
  <inkml:trace contextRef="#ctx0" brushRef="#br0" timeOffset="868.048">19993 6039 1228 0,'0'0'10813'0,"0"0"-8973"0,-25 66-980 15,25-35-164-15,0 11 472 0,0 2 176 0,13 11-52 16,-1 2-532-16,4 6-272 0,-1 7-144 15,2 4-16-15,-2 7-96 16,-2 2-76-16,-2-3-148 0,1-4-8 0,1-6-48 16,2-13-24-16,-2-16-76 0,-2-11-108 15,1-18-72-15,-4-9-244 0,4-3-176 16,-4-15-64-16,4-15-104 0,0-5-388 0,-5-9-664 16,2 5-2125-16,-1-24-1075 15</inkml:trace>
  <inkml:trace contextRef="#ctx0" brushRef="#br0" timeOffset="1048.865">20268 5997 6976 0,'0'0'4141'0,"0"0"-1709"0,0 0-1440 0,0 0-704 15,0 0 232-15,0 0 948 0,0 0 72 16,20 108-448-16,-12-54-428 16,-1 6-128-16,6 10 48 0,-5 4 145 0,-5-2-365 15,5 2-316-15,-4-2-44 0,1-5-4 16,-5-6-156-16,0-7-100 0,0-7-229 15,0-5-51-15,0-10-48 16,0-7-88-16,0-12-176 0,0-4-424 0,-5-9-692 0,5 0-776 16,-4-9-2333-16,0-2-415 15,-3-8 5396-15</inkml:trace>
  <inkml:trace contextRef="#ctx0" brushRef="#br0" timeOffset="1196.03">20247 6607 6988 0,'0'0'6161'16,"0"0"-4393"-16,0 0-308 0,0 0-576 0,0 0 232 15,92 15 112-15,-68-8-248 0,-4-1-324 16,8-6-340-16,-4 0-184 0,3 0-132 0,1-9-68 16,4-4-428-16,-4 0-396 0,0 1-284 15,0-1-664-15,-11 7-2728 0,6 3-4309 16</inkml:trace>
  <inkml:trace contextRef="#ctx0" brushRef="#br0" timeOffset="1398.82">20825 6817 9564 0,'0'0'6477'0,"0"0"-5745"0,21 100-508 16,-14-48 248-16,1 11 516 0,5 4 436 0,-6 6-384 15,1-3-504-15,1-1-184 0,2-2-59 16,-3-3-77-16,0-3-216 0,0-4-48 16,0-4-48-16,-4-9-76 0,4-2-93 15,-5-13-187 1,2-7-108-16,-5-12-24 0,4-4-140 15,-4-6-36-15,0-13-380 0,-4-4-800 0,-4-11-2004 0,-4-9-785 16,1 4-1275-16,-10-27 5924 0</inkml:trace>
  <inkml:trace contextRef="#ctx0" brushRef="#br0" timeOffset="1615.417">20814 6924 6128 0,'0'0'7557'0,"0"0"-6693"0,0 0-512 15,0 0-176-15,71-72 492 0,-51 62 388 16,0 0-124-16,-4 7-388 0,-1 0-124 0,2 3-28 15,-6 3 16-15,2 6-140 0,-5 5-160 16,-4 4 24-16,-1 11-132 16,-3 0-4-16,-3 6 0 0,-9 2 4 0,-4-2-148 15,0-3-36-15,0-7 16 0,-3-6-128 16,2-6-136-16,2-6-48 0,-2-7-140 16,2-9-360-16,2-10-944 0,6-7-1188 0,3 1-2681 15,0-20 233-15</inkml:trace>
  <inkml:trace contextRef="#ctx0" brushRef="#br0" timeOffset="1829.817">21200 6632 10904 0,'0'0'5021'0,"0"0"-4153"0,0 0-196 0,40 85 848 0,-32-49 120 16,-8-1-191-16,0 0-589 0,0-6-500 16,-4-4-224-16,0-6-92 15,4-6-44-15,0-7-60 0,0-6 16 0,0 0 36 16,0-9-140-16,8-8-116 0,0-8 44 15,8-4 124-15,-4-2 36 0,4 2-136 16,-1 1-8-16,6 9 120 0,-6 6 84 16,-2 3-8-16,-6 8-116 0,5 2-33 15,-8 0-3-15,1 6-8 0,-5 2-28 16,0 6-328-16,0 2-344 0,0 0-680 0,-9-4-1548 16,5-2-2937-16</inkml:trace>
  <inkml:trace contextRef="#ctx0" brushRef="#br0" timeOffset="3095.172">8470 9249 4152 0,'0'0'5276'0,"0"0"-2631"0,0 0-1841 16,0 0-600-16,0 0 524 0,0 0 676 0,0 0-600 15,0 0-412-15,0 0-228 16,0 0 36-16,0 0 60 0,12 57 0 16,-12-45 28-16,0-2 84 0,0-4-28 15,0-2-60-15,-4-2-60 0,0-2-4 0,-4 0 36 16,4 0 16-16,-3-2-88 0,-6-8-184 0,2-3-48 16,2-3-36-16,-7 0 80 15,9-3 4-15,-2 0-156 0,1 3 156 16,8 4 4-16,0-1-4 0,0 6-8 0,13 4 4 15,-5 1-44-15,3 2-12 0,2 0 8 16,-2 0 52-16,1 5 64 16,-3 2-56-16,-2-1-4 0,-3 1 8 0,-4-4 48 15,0 3-56-15,0-3-4 0,0 0 0 16,0 3-60-16,-8-1-200 0,5 1-356 16,-6-4-196-16,1 4-448 0,4 1-1288 15,-7 0-4217-15</inkml:trace>
  <inkml:trace contextRef="#ctx0" brushRef="#br0" timeOffset="3699.13">8350 9750 2856 0,'0'0'992'0,"0"0"4076"16,0 0-3132-16,0 0-611 0,77-10-109 15,-58 17 40-15,-6 3-172 0,2 2-316 16,-2 4-84-16,-6 10-76 0,-3 2-76 0,0 4-148 16,-4 6-28-16,0 0 60 15,-8-3 4-15,-4 3-4 0,-4-3-188 0,0-3-44 16,-3-7-72-16,-2 0-40 0,-3-5-12 15,5-8 52-15,-1-2-40 16,-1-4 36-16,2-6 52 0,-1 0-160 0,0-9-88 16,-4-4-104-16,4-3-152 0,0-3 88 15,4 0 100-15,9 0-16 0,-2 0 24 16,9 3-144-16,0 0 24 0,13 1 92 16,-2 2 168-16,9 3-60 0,0 3 68 0,8 1 40 15,3 6 72-15,1 0-24 16,5 6-88-16,3 4-28 0,-5 10 28 0,5-1-4 15,-4 2-44-15,-5 2-44 0,2-1 88 0,-6 0-104 16,-3-3-40-16,4 0-148 0,-7-3 28 16,-2 0-180-16,1-6-60 0,0-1-224 15,4-3-260-15,-4-3-916 0,0 0-1241 16,4-6-3139-16</inkml:trace>
  <inkml:trace contextRef="#ctx0" brushRef="#br0" timeOffset="5295.355">8545 9074 2820 0,'0'0'0'16,"0"0"0"-16,0 0 4008 0,0 0-2800 0,0 0-236 15,41-70-92-15,-30 51 116 16,10-3-159-16,-2 0-169 0,1-1-196 0,1 1 40 15,7-3 20-15,-5 5-100 16,5-2-180-16,4 3-36 0,4 3 136 0,0 1 40 16,0 2 96-16,3 0-208 0,1 1 20 15,4 5 248-15,-4-2-88 0,-1 2-260 0,-2 4-128 16,-5 0 16-16,0 3 12 0,-4-4-92 31,-5 4 40-31,-3-2-36 0,-4 2-4 0,-4 0 48 16,-1-3-56-16,-2 3-4 0,-5 0-12 0,0 0-56 0,0 0-16 15,-4-4-84-15,0 4-324 0,0 0-200 16,-4 0-112-16,-4 0-424 16,-1 0-1112-16,2-3-1829 0,-5 0-1659 0,4 3 3549 0</inkml:trace>
  <inkml:trace contextRef="#ctx0" brushRef="#br0" timeOffset="5506.317">9251 8636 884 0,'0'0'1460'0,"0"0"-836"0,0 0 3316 0,0 0-2240 16,0 0-328-16,0 0-159 0,0 0-109 16,91 21-16-16,-74-14-188 0,-2 0-88 15,2-2-160-15,-6 2-352 0,2 3-224 0,-2 0-68 16,-3-1 0-16,-4 7 4 0,1 0 104 16,-5 3-116-16,0 0-100 0,0 0-188 15,-9 0 12-15,1-3-216 0,-3 3-420 0,-2-3-384 16,-6-4-540-16,-1 1-2273 15,8-3-2483-15,-16-7 6292 0</inkml:trace>
  <inkml:trace contextRef="#ctx0" brushRef="#br0" timeOffset="6075.335">8816 7880 3004 0,'0'0'432'0,"0"0"3088"16,0 0-760-16,0 0-863 0,0 0-665 0,0 0-212 16,0 0-160-16,0 0-204 0,0 0-268 0,-71 48-148 15,60-29 4-15,-2 9-44 16,9 4 112-16,-4-1-28 0,5 7 40 0,3 4-76 15,0 0-36-15,7-5-128 0,1 2 4 16,0-11-84-16,0-5-4 16,0-9 0-16,4 0-8 0,-4-11 8 0,4 1 0 15,-4-4 12-15,-1 0 112 0,6 0-112 16,-5-10 92-16,4-1-104 0,-4 0-236 0,0-5-36 16,-1-3-24-16,2 0 72 0,-5 0 24 15,0 3 88-15,-4 0-36 16,0 3-16-16,0 4-36 0,0-1 112 0,-4 7 84 15,-5 0 4-15,-2-1 0 16,-1 4-88-16,-4 0-80 0,0 4-20 16,-4 2-100-16,4 4 88 0,0 2-176 0,0-2-68 15,4 6-408-15,4-4-472 0,1 1-609 16,2 4-823-16,1-9-2168 0,4 2 2157 16</inkml:trace>
  <inkml:trace contextRef="#ctx0" brushRef="#br0" timeOffset="7013.659">10104 8226 1032 0,'0'0'2632'16,"0"0"2244"-16,0 0-3580 0,0 0-368 0,0 0 25 15,0 0 83-15,0 0 12 0,0 0-200 16,0 0-256-16,0 0-188 15,0 0-152-15,-84-35 64 0,68 41 8 0,0 1 76 16,-3 6-112-16,-2-1-176 0,1 4-112 16,-3 3-48-16,3 7-48 0,-1 2-4 15,-2 1 0-15,3 6 92 0,0-4 4 0,0 1 4 16,4-3 44-16,1 0-32 16,6-4 124-16,-3 0-48 15,5 4-80-15,-2-7-8 0,5 3-68 16,4 1 60-16,0-5 8 0,0 2-8 0,4-1 4 0,5-2-108 15,-2-1 76-15,5-4 36 16,-3-2 12-16,2 0 48 0,-3-1-56 0,0-5 0 16,0-1 0-16,0-3 96 15,0 0 0-15,-1 1-28 0,2-4-20 0,-1 0 108 16,-1 0-24-16,2 0-24 0,3 0 12 16,-5-7 60-16,10 2-72 0,-6-2-104 15,1-3 64-15,1-3-60 0,-2 4-12 0,-2-4-4 16,-1 4 4-16,-1-1 8 15,-3 4 0-15,0 3-4 0,-4 0 4 0,4 0-4 16,-4 3-4-16,0 0 0 0,0 0-76 16,0-4 64-16,0 4 4 0,0 0 8 15,0 0 0-15,0 0 0 0,0 0-4 16,0 0 0-16,0 0 0 0,0 0-108 0,0 0-60 16,-8 0-100-16,4 0-288 15,-3-3-124-15,-1-3-84 0,-1 2-252 16,-2-5-376-16,3 3-928 0,-9-1-1621 15,10 1-491-15,-1 0 1852 0</inkml:trace>
  <inkml:trace contextRef="#ctx0" brushRef="#br0" timeOffset="7852.2">9817 8547 1436 0,'0'0'220'15,"0"0"288"-15,0 0 1216 0,0 0 2796 16,0 0-3044-16,0 0-648 0,0 0-107 16,0 0 127-16,0 0-16 0,0 0-196 15,15-64-52-15,-2 64-168 0,2 0-48 16,-2 4 24-16,2 6 20 0,2-1 20 16,-6 0-120-16,1 4-40 0,-3 0-48 0,-2 2-72 15,1 1-80-15,0 0 64 0,-3 0-48 16,-1 0-80-16,-4 0-4 0,3-3 84 15,-3 0-40-15,0-4 52 0,0 0-96 16,0 4 56-16,-3-7-44 0,-6 3 44 16,1 1 16-16,0 0-76 0,-3 3-212 15,-2-7-136-15,2 3-200 0,-2-2 0 16,2-1-20-16,-1-3-72 0,-1-3-156 16,2 0-360-16,3 0-816 0,3-6-1133 0,1-4-2015 15,1 4 2304-15</inkml:trace>
  <inkml:trace contextRef="#ctx0" brushRef="#br0" timeOffset="8730.402">10223 8394 1788 0,'0'0'5700'15,"0"0"-4248"-15,0 0-272 0,0 0 57 16,0 0 287-16,0 0-112 0,0 0-236 0,0 0-408 15,0 0-328-15,0 0-228 0,0 0 136 16,-11 93 84-16,15-58 88 0,7 3 60 0,-3-7-248 16,1 2-244-16,2-8-88 15,-3 0-68-15,4-6-28 0,0-6-188 16,-4-7-516-16,8-6-308 0,-4-6-424 0,0-1-1224 16,0-21-4065-16</inkml:trace>
  <inkml:trace contextRef="#ctx0" brushRef="#br0" timeOffset="9029.116">10582 8226 768 0,'0'0'8856'16,"0"0"-4959"-16,19 73-3137 0,-11-38-316 0,5 3 664 0,-6 7 556 16,1-5-256-16,-3 2-440 0,3-3-452 15,-4-2-372-15,-4-5-136 0,0-1 0 0,0-5-8 16,0-3-48-16,0-7 40 15,-8-1-76-15,-1-2-320 0,-2-3 48 0,-1-4 52 16,-1-3-40-16,6 0-164 0,-5-3-20 16,-4 0-20-16,8-6 28 0,-4-3-116 0,0-8 4 15,4 2 164-15,1-1 292 0,-2 0 176 16,9-1 68-16,0 9 336 16,4 2 72-16,8-1-84 0,0 7 160 0,0 0-44 15,8 0-36-15,0 0-4 0,-1 0 160 16,-2 2 60-16,-1 3-220 0,3-3-468 15,-6-2-16-15,2 0-228 16,2 0-440-16,-2-9-168 0,-2-7-388 0,-2 3-804 16,1-15-4057-16</inkml:trace>
  <inkml:trace contextRef="#ctx0" brushRef="#br0" timeOffset="9245.448">10929 8394 416 0,'0'0'5616'0,"0"0"681"0,0 0-5149 16,0 0-208-16,47 82 396 0,-38-59 292 16,-2-4-352-16,1 1-564 0,-8-2-456 0,0 1-156 15,0 3-40-15,0 5-4 0,-4-2-56 16,-7 0-12-16,2 4-48 0,-7-4-12 0,5 0-308 16,-6 1-200-16,-3-4-160 15,5-3-328-15,-6-1-688 0,6-5-2352 16,-1-2-2705-16</inkml:trace>
  <inkml:trace contextRef="#ctx0" brushRef="#br0" timeOffset="9519.067">11494 8664 1812 0,'0'0'8676'0,"0"0"-7491"16,0 0-185-16,76 12 720 0,-53-8-72 0,2-4-344 16,-5 3-264-16,0-3-304 15,-1 0-380-15,2 0-356 0,-2 0-120 0,1-3-680 16,0-1-328-16,-4 4-372 15,0 0-1080-15,0 0-2517 0,-8 4-1951 16,4 6 5964-16</inkml:trace>
  <inkml:trace contextRef="#ctx0" brushRef="#br0" timeOffset="9690.157">12323 8760 10064 0,'0'0'5613'16,"0"0"-4929"-16,0 0-372 0,0 0-164 16,0 0-48-16,0 0 324 0,0 0-424 15,0 0-24-15,0 0-652 0,0 0-540 0,67 72-848 16,-58-55-3925-16</inkml:trace>
  <inkml:trace contextRef="#ctx0" brushRef="#br0" timeOffset="9853.876">12717 8960 1616 0,'0'0'2412'0,"0"0"440"0,0 0-2188 15,0 0-380-15,0 0 640 0,25 66 332 16,-22-56-187-16,1-1-245 0,0 1-440 0,0 3-384 16,0-1-380-16,5 1-729 0,-6 0-1075 15,1 6-2944-15</inkml:trace>
  <inkml:trace contextRef="#ctx0" brushRef="#br0" timeOffset="10023.171">13255 9522 1616 0,'0'0'3012'0,"0"0"-968"0,0 0-1328 15,68 72 324-15,-52-49 872 0,-5-1-339 16,2-4-393-16,-5 6-304 0,4-2-316 15,-4-3-108-15,-4-1-384 16,0 5-68-16,0-4-620 0,-4 0-572 0,0-7-640 0,-8 7-2597 16</inkml:trace>
  <inkml:trace contextRef="#ctx0" brushRef="#br0" timeOffset="10197.678">13315 10001 11009 0,'0'0'1964'0,"0"0"-1696"0,0 0-256 15,0 0-12-15,0 0 380 0,0 0 296 0,0 0-108 16,-8 67-204-16,8-54-236 0,0-4-128 16,0 7-12-16,0-4-456 0,0 4-404 15,0 0-312-15,-4 6-472 0,0-2-605 16,0-1-115-16,-4 2-1912 0</inkml:trace>
  <inkml:trace contextRef="#ctx0" brushRef="#br0" timeOffset="10297.016">13200 10411 5856 0,'0'0'2560'0,"0"0"-1612"0,0 0-652 15,-48 85-152-15,32-63-52 0,0 1-92 0,4 2-712 16,-4-3-624-16,4-3-588 0,0-2-488 16,0 5-288-16</inkml:trace>
  <inkml:trace contextRef="#ctx0" brushRef="#br0" timeOffset="10412.675">13000 10731 4128 0,'0'0'3020'0,"0"0"-644"0,0 0-879 16,0 0-633-16,0 0-312 0,0 0-80 15,-32 63 88-15,25-50 100 16,-6 0-76-16,5-3-280 0,-3 3-304 0,-2-5-64 15,2 3-252-15,-6 1-204 0,-2 1-536 16,-1 3-672-16,8-4-1365 0,-16 14-2419 16</inkml:trace>
  <inkml:trace contextRef="#ctx0" brushRef="#br0" timeOffset="10496.521">12626 11147 6776 0,'0'0'3232'0,"0"0"-2900"0,0 0-332 15,0 0-1652-15,0 0-988 16,-88 10-2852-16</inkml:trace>
  <inkml:trace contextRef="#ctx0" brushRef="#br0" timeOffset="10645.637">12120 11423 11205 0,'0'0'5732'0,"0"0"-4504"16,0 0-808-16,0 0-112 0,-88 14-64 0,64-14-244 15,0 0-160-15,0 0-248 0,-4 0-100 0,-4 0-172 16,0 0-180-16,-3 0-172 15,-1 0-216-15,-7 0 52 0,2 0 56 16,-2-4-289-16,7 4-1059 0,-20-3-2856 0</inkml:trace>
  <inkml:trace contextRef="#ctx0" brushRef="#br0" timeOffset="10976.045">10876 11633 10332 0,'0'0'1689'16,"0"0"-1241"-16,0 0-296 0,0 0 16 0,0 0 60 16,-83-69 4-16,75 58-92 0,4 5-140 0,0 0-132 15,-4-1-188-15,5-2-192 16,-6 3 28-16,5-1 304 0,-4 1 116 0,1 0-80 16,-2-1-100-16,1 1-64 0,-3 0 51 15,-6-1-147-15,6 1-60 0,-6 0 24 16,2-1 12-16,-2 3 312 0,2-1 116 0,-2 2 40 15,2-1 544-15,-1 2 332 0,4 2 77 16,-4-4 35-16,4 1-248 0,1 3-208 16,2-4-192-16,1 1-100 15,-3 3 100-15,7-3 224 0,-5 3 148 0,9-2-336 16,-4 2-376-16,4 0-40 0,0-4-388 16,0 4-584-16,0-3-1132 0,-4 3-5089 15</inkml:trace>
  <inkml:trace contextRef="#ctx0" brushRef="#br0" timeOffset="11921.559">10132 10769 1148 0,'0'0'560'15,"0"0"2268"-15,0 0 296 16,0 0-2564-16,0 0-456 0,0 0 0 0,0 0 440 15,0 0 272-15,0 0 72 0,0 0-99 16,0 0-97-16,0 0 24 0,20-3 12 16,-20 3-4-16,0 0 72 0,0 0 60 15,0 0-128-15,0 0-92 0,0 0-104 16,0 0-48-16,0 0-80 0,0 3 16 0,-5 0 32 16,1 1-160-16,-4-4-292 0,1 6-52 15,-10 1-8-15,2-2 60 16,-1 8 4-16,-4 4 4 0,-4 2 68 0,0 3-28 15,-8 3 84-15,4 7-8 0,-8 5-88 0,-3 8-36 16,3 2-108-16,-4 8-28 16,0 5 0-16,4 4 28 0,5-1 8 0,3 4 4 15,0-4 36-15,7-5-28 16,6-8 16-16,7-5-12 0,3-7 84 0,1-9 124 16,4-4-12-16,9-6-40 0,-1-6 12 15,3-4 136-15,6-3-96 0,6-2-16 16,5-1 28-16,4-3 60 0,0 0-112 15,0-7 28-15,4 1-40 0,-8-3 12 16,4-1 4-16,-9-2-88 0,-3 2 0 0,-3 0 60 16,-2-2-48-16,-3-1 84 15,0 0-88-15,-4 1-8 0,0-4-8 16,-4 0-172-16,-4-3-28 0,0-4-96 0,0 1-136 16,-4 3-28-16,-4 0 64 0,-3 3 48 15,2 4-4-15,-3 3 64 0,-3-2 60 0,-5 8 64 16,-1 0-52-16,2 1-84 0,-5 2 96 15,0 0 96-15,4 2-220 16,4 4-32-16,0 1-548 0,12-3-744 0,0 2-724 16,4-1-2393-16,0-2-1151 0,0 8 5545 15</inkml:trace>
  <inkml:trace contextRef="#ctx0" brushRef="#br0" timeOffset="14333.391">10311 10372 312 0,'0'0'2060'0,"0"0"-2016"0,0 0-32 0,0 0 108 0,0 0 1484 15,0 0 1364-15,0 0-1516 0,0 0-672 16,0 0-56-16,0 0 181 15,-16-35 327-15,12 29-248 0,0 3-360 0,4-3-116 16,-4 2-104-16,0-2-48 16,4 3 120-16,-4 0 0 0,1 3 4 0,3-3 8 15,0 3-68-15,-5 0-20 0,5 0 8 16,-4 0-88-16,0 0-60 0,4 0-88 0,-8 3-88 16,8 0 4-16,-7 0-88 15,2 3-76-15,-3 4 64 0,4 3-124 0,0-1 64 16,4 4 60-16,0 3 0 15,0 4-24-15,0-2 36 0,8 5 0 0,-4-1 4 16,5-2 44-16,-2-7 0 16,1-4 28-16,-4-2-68 0,0-4 4 0,1-3-12 0,-2-3 4 15,1 0 192-15,-4 0-60 16,4 0-40-16,0-3-4 0,4-6-92 16,-4-1-88-16,4-6-108 0,-4-3-72 0,0-3-16 15,-4-1 24-15,4-4-24 0,-4 2 48 16,4-8 0-16,-4 4 52 0,0 1-4 15,0-5 64-15,0 3 120 0,0-3-8 16,-4-1-112-16,0 2 124 0,-4 0-4 0,4 0-76 16,-4 6 80-16,4 1 52 15,0 4-4-15,0 4 76 0,0 5-60 0,4 2 120 16,0 4-44-16,0 3 44 16,0 3 16-16,0 0-4 0,0 0 28 0,0 0-224 15,0 6-100-15,0 7 100 0,4 4 24 16,0 8-12-16,0 6-12 0,4 4 4 15,0 3-8-15,-4 3-4 16,4 8-64-16,0-5 8 0,0 3-20 0,-4 1-16 16,4-1-72-16,-1-5-400 0,1-5-88 15,5-2-320-15,-6-6-512 0,1-4-744 16,1-3-821-16,-5-5-1771 16,0-4 956-16</inkml:trace>
  <inkml:trace contextRef="#ctx0" brushRef="#br0" timeOffset="14831.613">10435 10839 3288 0,'0'0'0'0,"0"0"0"0,0 0 4332 16,0 0-2928-16,0 0-384 16,0 0-91-16,0 0-53 15,0 0-272-15,0 0-196 16,0 0-116-16,0 0 4 0,-36 4 72 0,36-4 52 0,-4 0 36 0,4 0 24 15,-5 0-16-15,1 3 88 0,0-3 64 16,4 3-68-16,-3-1-188 0,-1 2-40 16,0-1-24-16,0-3 28 0,4 7 8 15,-5-4 24-15,1 3-88 0,0 3-96 16,1 4-36-16,-1 3 8 0,0 6-20 16,4 8-4-16,-4 5 40 0,4 5 0 15,0 8 20-15,0 6 128 0,4 2 80 16,0 5-196-16,3-4-104 0,6 4-40 15,-1-11-48-15,4-2-12 0,-1-10-40 16,6-9 52-16,-6-10 12 0,2-10-12 16,-2-6-60-16,1-3-88 0,0-3-72 0,0-9-168 15,0-8-124-15,0-5-184 0,-4-3-188 16,0-1-412-16,0-3-1008 0,-8 6-2012 16,3-5-2305-16</inkml:trace>
  <inkml:trace contextRef="#ctx0" brushRef="#br0" timeOffset="15347.429">10721 10792 11197 0,'0'0'1692'0,"0"0"-1140"0,45 76-172 15,-30-38 724-15,5 6 604 0,-8-2-488 0,-1 3-492 16,2-1-332-16,-5-6-116 15,-4 0-72-15,-4-3-36 0,0-4 12 16,0-6 36-16,-4-2 12 0,-4-4-72 0,0-3-64 16,0-7 16-16,-4 1-16 15,0-4 4-15,-4-3-100 0,4-3-100 0,0 0 16 16,-4-6-76-16,4 0-36 0,0-4-12 16,-4-2-36-16,4-5-48 0,1-1 120 15,-2 1 96-15,5 6-8 0,5-3 36 16,3 9-76-16,0-2 124 0,7 3 0 15,6 1 172-15,2 3 100 0,6 0 68 16,-2 0 28-16,5 0-52 0,0 3-84 16,0 8-48-16,-4-6-76 0,0 2-72 0,-4 0-36 15,0-1-72-15,-5-1-24 16,2 2-272-16,-9-4-120 0,3 1-172 0,1-4-252 16,-3 0-460-16,-5-7-1028 0,4 0-1977 15,-4-15-1683-15</inkml:trace>
  <inkml:trace contextRef="#ctx0" brushRef="#br0" timeOffset="15546.85">11060 10900 7188 0,'0'0'4109'16,"0"0"-2189"-16,0 0-1204 0,0 0-72 16,52 66 480-16,-41-43 576 0,2 2-316 15,-5-2-572-15,-1 2-504 0,-3 0-188 16,-4 3-120-16,4 1-40 0,-4-1-108 15,0-3-256-15,-4-2-136 0,-7 0-16 16,3-11-12-16,-8 1-164 0,0-7-348 16,0-2-900-16,-8-4-1865 0,4-10-1335 15,4-3 416-15,-16-19 4577 0</inkml:trace>
  <inkml:trace contextRef="#ctx0" brushRef="#br0" timeOffset="15888.97">10354 10062 7160 0,'0'0'1736'0,"0"0"1401"0,0 0-1513 0,0 0-864 16,0 0 100-16,0 0 484 0,0 0-88 16,0 0-404-16,0 0-460 0,0 0-220 15,68 14-168-15,-55-9-4 0,2-5-120 0,-2 0-348 16,-2-5-284-16,2 3-204 0,-2-4-348 15,1-5-732-15,-3 0-1237 0,-2 1-2451 16,-3-6 1061-16</inkml:trace>
  <inkml:trace contextRef="#ctx0" brushRef="#br0" timeOffset="16047.536">10574 9890 3836 0,'0'0'1016'0,"0"0"4452"0,0 0-3795 0,0 0-533 15,0 0 108-15,0 0 276 0,31 76-60 16,-22-48-488-16,-1 2-568 0,-1-3-260 15,1 3-64-15,1 1-84 0,-1 4-64 16,-5 0-96-16,1 1-332 0,0 1-548 16,0 4-740-16,-4 4-2652 0,0-14-4133 15,0 15 6609-15</inkml:trace>
  <inkml:trace contextRef="#ctx0" brushRef="#br0" timeOffset="16931.824">9164 10858 416 0,'0'0'1412'0,"0"0"-984"0,0 0-152 16,0 0-148-16,0 0 4 16,0 0 2644-16,0 0-464 0,0 0-624 0,0 0-528 15,0 0-63-15,0 0 107 0,4 67 92 16,-8-67-72-16,-1 0-192 0,5 0-324 15,-4 3-136-15,0-3-104 0,0 3-84 16,-3-3-100-16,3 0-76 0,-5 3-112 16,1-3-44-16,1 0-52 0,-1 0-44 15,-1-3-28-15,-6-3-76 0,2-4-24 16,-6-2-96-16,-1-4-16 0,1 0 60 16,-2-4-36-16,1 1 76 0,-4 1 176 0,5-2-192 15,2 4 124-15,2-3 16 0,2 4 52 16,5-1-116-16,1 3 48 15,3 1-360-15,-5-4-204 0,5 3-76 16,0 1-296-16,4-1-388 16,-3 0-304-16,-1 3-689 0,0 2-347 0,4-3-1636 0,-4 5 3160 15,-5 4 720-15</inkml:trace>
  <inkml:trace contextRef="#ctx0" brushRef="#br0" timeOffset="17117.585">8801 10503 2492 0,'0'0'560'0,"0"0"-480"16,0 0 3004-16,0 0-408 0,0 0-956 16,0 0-687-16,0 0-213 0,0 0 164 0,0 0-44 15,0 0-196-15,0 0-428 0,-28 0-316 16,20 0-144-16,4 3-196 16,0 0-280-16,-4 0-92 0,4 0-64 0,0 4-480 0,0-4-781 15,4 0-1131-15,-3 0-1088 16,3 0 2376-16,-5-3 1752 0,77-31-4 0</inkml:trace>
  <inkml:trace contextRef="#ctx0" brushRef="#br0" timeOffset="17251.117">8801 10503 3252 0,'-76'31'12'0,"76"-24"68"0,0 2 3124 0,0 0-1736 16,0 4-640-16,-4 0-336 0,0 3-296 16,4-6-196-16,-4 3-128 0,0-1-236 0,1-2-412 15,3-5-484-15,0 2-1060 0,0 0-964 16,0-7 2568-16,0 0 100 15</inkml:trace>
  <inkml:trace contextRef="#ctx0" brushRef="#br0" timeOffset="17398.33">8745 10541 1044 0,'0'0'952'16,"0"0"-288"-16,0 0-468 0,0 0 2528 16,0 0-268-16,75-60-860 0,-54 50-372 15,-1 1-191-15,3 2-341 0,1 1-540 16,4 3-152-16,-4 0-52 0,4 3-100 15,0-4-516-15,-4 4-88 0,3-3-613 16,-3 3-1315-16,-7-4-3488 0,2 4 5293 0</inkml:trace>
  <inkml:trace contextRef="#ctx0" brushRef="#br0" timeOffset="19047.039">12052 9445 1252 0,'0'0'432'16,"0"0"1184"-16,0 0 3956 0,0 0-4484 16,0 0-224-16,-68-70 77 0,53 61 107 15,2 3 36-15,5 3-72 0,1-1-140 0,-2 4-168 16,5 0-216-16,0 0-68 0,-3 4 64 16,3 5-88-16,0 0-324 15,-5 10-56-15,1 7 80 0,5 5-32 0,3 5 72 16,0 2 60-16,0 3 0 0,0-6-84 15,7-4-104-15,-3-6-8 0,1-11 0 16,-1-4 4-16,-4-8-4 0,4-2 0 16,0 0-124-16,-4-7 24 0,7 2 28 15,-3-9 0-15,5-7-128 0,-1-5-72 16,-5-5-208-16,1-8-16 0,0 2-64 0,4-4-108 16,-3-1 4-16,-1-3-80 0,3-2-232 15,-3-1-212-15,0 0-196 0,0 4 207 16,-4 0 325-16,0 6 216 0,0 3 636 15,0 7 92-15,0 5 620 0,-4 4-64 0,4 6 176 16,-4 7-35-16,4 3 3 0,-4-1-24 16,4 4 148-16,-4 0-92 0,4 7-244 15,-3-1-152-15,3 7-76 0,0 3-264 16,0 10 176-16,7 5-16 0,1 4 28 16,5 3-16-16,-6 0-24 0,5 6-136 15,0 1-100-15,0-1 0 0,-4 7-124 16,4-3-40-16,-4-3-96 0,4-4-264 15,-4-7 48-15,0-2-204 0,0-2-292 16,4-9-324-16,-4-5-560 0,0-3-1001 16,3-7-2231-16,-6-4 2416 0,-1-2 2148 0</inkml:trace>
  <inkml:trace contextRef="#ctx0" brushRef="#br0" timeOffset="19329.32">12255 9528 2364 0,'0'0'1512'16,"0"0"4744"-16,0 0-4891 15,0 0-941-15,0 0 168 0,0 0 388 0,0 0 140 16,88-25-212-16,-64 15-368 0,-1-2-236 16,5-1-144-16,0-4-108 0,-4-2-52 15,4 0-236-15,-3-2-360 0,-2 1-260 16,1-2-640-16,-4 0-848 0,-4 6-2801 16,0-3-303-16</inkml:trace>
  <inkml:trace contextRef="#ctx0" brushRef="#br0" timeOffset="19746.849">13017 9249 4376 0,'0'0'10181'0,"0"0"-8365"15,0 0-1444-15,0 0-364 16,0 0 432-16,0 0-20 0,0 0 188 0,0 0 144 16,79 2-312-16,-67-17-416 0,4-8-24 15,-4-2-392-15,0-6-136 0,3-1-92 16,-6-3 64-16,3 2 20 0,-5 2-68 16,2-1 16-16,-5 7 72 0,0 6 136 0,-4 0 224 15,0 6 156-15,-8 4 204 0,-5 3 172 16,2 2 80-16,-6 4 80 15,6 4 32-15,-6 8-180 16,2 7-152-16,7 3 24 0,-4 10 24 0,4 9 64 16,4 4 32-16,4 6 64 0,0 3-4 0,0-1-72 15,0-2-96-15,8-3-92 0,-4-10-56 16,8-8 8-16,-4-12-92 0,4-11-40 0,4-5-148 0,-1-4-12 16,2-12-168-16,2-11-164 15,5-7-304-15,-4-12-456 0,-4-8-1128 16,0 12-2693-16,-4-24-3747 0</inkml:trace>
  <inkml:trace contextRef="#ctx0" brushRef="#br0" timeOffset="19988.095">13323 8238 1760 0,'0'0'8796'0,"0"0"-7059"0,0 0-969 16,0 0-132-16,12 70 444 0,0-31 544 0,4 5-132 15,-1 8-308-15,2 4-324 0,-6 5-312 16,6 5-268-16,-6 4-108 0,2 0-88 16,-5 7-84-16,-1-11-68 0,6 0-52 15,-5-9-4-15,-1-13-204 0,5-4-112 16,-3-18-112-16,-2-10-24 0,5-12-56 16,-3-3 100-16,2-16-524 0,1-13-732 15,0-13-784-15,-4-5-2117 0,0 9-2303 16,0-26 6980-16</inkml:trace>
  <inkml:trace contextRef="#ctx0" brushRef="#br0" timeOffset="20349.46">13717 8343 7020 0,'0'0'4321'0,"0"0"-2121"0,0 0-1184 16,24 70-612-16,-16-32 176 0,4 4 752 16,-4 3-44-16,0-1-252 0,1 0-336 0,2 1-288 15,1-4-168-15,0 0-132 0,0-3-104 16,0-5-8-16,-4-6-4 15,4-4-80-15,0-7-40 0,0-7-268 0,-1-2-24 16,2-4 12-16,-1-3 120 0,-5 0 4 16,2 0-240-16,-1-6-284 0,-4-4-332 15,-1-3-400-15,-3 1-272 0,0 1-297 16,-7-1-1015-16,-10-1-1556 0,-2 1 2404 16,-1 2 2220-16,-8 4 52 0,-4-4 12 15,0 7 1400-15,0 0-880 0,0 3-388 0,4-3 2788 16,9 3-500-16,7 0-320 15,8 0-399-15,4 0-385 0,0 0-108 0,4 3 152 16,3-3-104-16,10 0-252 0,3 0-204 16,3 0-184-16,5-6-100 15,-4-7-176-15,4-3-352 0,-4-3-280 0,4-9-320 16,-5-2-212-16,5-1-360 0,-3-4-1232 16,-5-3-3317-16,-1 13-2439 0,9-19 7132 15</inkml:trace>
  <inkml:trace contextRef="#ctx0" brushRef="#br0" timeOffset="20595.983">14319 8268 2784 0,'0'0'11157'0,"0"0"-9253"16,0 0-936-16,-11 70-12 0,-2-39 328 0,-2 7 344 15,2-2-363-15,1-5-501 16,0-2-424-16,4-4-268 0,4-10-64 0,4 2-8 16,0-5-48-16,4-2 36 0,4-4 12 15,4 0-8-15,0 1-4 16,4 2-60-16,4-2 12 0,-4 0-20 0,4 1 72 15,0-2 8-15,-4 7-60 0,3-7-36 16,-6 8 48-16,-1-5 36 0,0 1-84 16,-8-1 36-16,0 0-76 0,-4 4-20 15,0 0 156-15,0 0-72 0,-4 3-269 16,-9 0-243-16,-2 2-100 0,-1 5-12 0,-9 0-140 16,-2 2-792-16,3-6-2668 0,-15 9-3705 15</inkml:trace>
  <inkml:trace contextRef="#ctx0" brushRef="#br0" timeOffset="20779.28">14654 8950 19501 0,'0'0'3857'0,"0"0"-3857"0,0 0-312 0,0 0-876 16,0 0 55-16,0 0 181 15,-88 38-204-15,60-19-1304 0,-4-2-2676 0,12-5-4705 16,-19 9 9761-16</inkml:trace>
  <inkml:trace contextRef="#ctx0" brushRef="#br0" timeOffset="21179.338">12188 10211 12197 0,'0'0'5536'16,"0"0"-5536"-16,0 0-312 0,0 0 128 0,0 0 184 15,0 0 572-15,0 0 68 16,0 0 48-16,0 0 232 0,79-23 132 16,-23 4-432-16,4 0-379 0,3-6-229 0,9-1 32 15,8-2-44-15,4-7-12 0,15-2 12 16,8-9 40-16,9-1-40 0,8-8-64 16,8-2-129-16,-1 3-183 0,8 1 144 15,-3-2 120-15,-1 5 108 0,-4 2-92 0,-7 7-280 16,-8 3-52-16,-8 7-88 0,-9 6-156 15,-3 1 68-15,-9 6 180 0,-11 1 416 16,-13 5-108-16,-7 2-556 0,-11 1-392 16,-14 6-132-16,-7 0-492 0,-12-1-1433 0,-4 1-4219 15</inkml:trace>
  <inkml:trace contextRef="#ctx0" brushRef="#br0" timeOffset="21323.42">15104 9172 17225 0,'0'0'3688'0,"0"0"-2631"16,0 0 371-16,0 0-532 0,0 0-572 0,0 0-152 15,0 0-172-15,0 0-244 0,0 0-456 16,-104 29-800-16,69-23-1229 0,-37 16-7200 0</inkml:trace>
  <inkml:trace contextRef="#ctx0" brushRef="#br0" timeOffset="24222.495">13236 10865 1160 0,'0'0'472'0,"0"0"8148"15,0 0-6675-15,0 0-565 0,0 0-304 16,0 0 184-16,0 0-56 0,0 0-152 16,0 0-236-16,-8 11-240 0,19 3-76 15,10 5 136-15,-2 3-76 0,5 4-196 0,8-1-71 16,-4 0 23-16,4 0-124 0,4 1 16 15,-1-6 32-15,1-5-80 0,4-2-16 16,0 0-60-16,0-7-24 0,-5-3-60 16,2-3-72-16,-1 0-60 0,-8 0-24 15,-5-3-208-15,-3-3-120 0,0 2-125 0,-8-2-123 16,-4 0-108-16,-4-1-204 0,-4-2-664 16,0 0-1232-16,0 2-2273 15,-16-9-2307-15</inkml:trace>
  <inkml:trace contextRef="#ctx0" brushRef="#br0" timeOffset="24463.591">13777 10906 6432 0,'0'0'2648'0,"0"0"-351"0,0 0-1309 0,0 0-512 16,0 0 656-16,44 66 424 0,-36-49-128 15,0-2-520-15,0 1-464 0,0 1-220 16,0-3-76-16,-4 3-64 0,-4-2-72 0,0 5-12 15,0-1 8-15,-12 6 4 0,-8 0-4 16,1 0-4-16,-9 4-4 0,0 0-12 0,-4-3 8 16,4-4-4-16,0-3-76 15,0-4-16-15,4-2-256 0,4-6-228 16,0 0-196-16,4-5-364 0,8-2-752 0,4-2-2857 16</inkml:trace>
  <inkml:trace contextRef="#ctx0" brushRef="#br0" timeOffset="25422.914">14757 10766 2100 0,'0'0'380'0,"0"0"6676"16,0 0-4671-16,0 0-825 0,0 0-480 16,0 0-44-16,0 0-256 0,0 0-232 0,0 0 532 15,0 0-304-15,0 0-260 16,0 0-160-16,80 66-12 0,-68-43 60 15,0-2 72-15,-4 3-232 0,0 1-112 0,-8 0-128 16,0-3 8-16,0 1-4 0,0 2 32 16,-4-6-40-16,-4 0-12 0,4-6 12 15,-4-1-12-15,4-2 4 0,4-3-52 16,-4-4-36-16,4-3-112 0,0 0 24 0,0 0 76 16,0 0 32-16,0 0 64 15,0-3-60-15,0-4 64 0,0 1-76 0,0-7-136 16,0 1 156-16,4-4 64 15,-4-4 0-15,4 5-8 0,0-4-64 16,0-1 68-16,4 1 4 0,0 0-60 0,0 0 12 16,8 0-28-16,-4-1 16 0,4 2 16 15,-1-1 40-15,2 6 8 0,-2-2-4 16,5 5 60-16,-4 1 64 0,4 2-76 16,-3 4-44-16,-6-1 56 0,1 2-60 0,0 2-12 15,0 0-36-15,-4 0-28 16,0 2 28-16,0-2-24 15,-4 4-16-15,0-1-32 0,0 4 20 0,-1-5 88 16,-3 5-108-16,5-1-312 0,-5 1-160 0,0-1-300 16,0 4-560-16,0-4-704 0,0 1-1845 15,-8 1-2659-15</inkml:trace>
  <inkml:trace contextRef="#ctx0" brushRef="#br0" timeOffset="25967.796">15515 10683 4560 0,'0'0'324'0,"0"0"3820"0,0 0-2296 16,0 0-151-16,0 0-309 0,0 0-100 16,0 0-152-16,0 0-376 0,0 0-212 15,0 0-104-15,-73 54-36 0,62-32 108 0,-10 8 12 16,10 1-88-16,-6 4-24 15,6 3-64-15,-1 3 4 0,4 1-112 0,-4 0-52 16,4-5-44-16,4-2-88 0,1-6-56 16,3-4-4-16,0-3-72 0,0-6-52 15,7-3-264-15,5-4 36 0,0-2-124 16,4 0-160-16,0-5-88 0,4-2-140 0,0 0-288 16,0-2-856-16,-8-5-1924 15,8-3-2261-15</inkml:trace>
  <inkml:trace contextRef="#ctx0" brushRef="#br0" timeOffset="26472.612">15921 10696 796 0,'0'0'9380'16,"0"0"-7643"-16,0 0-585 0,0 0 196 16,0 0 28-16,0 0-136 0,52 80-224 15,-52-52-188-15,0 7-128 0,0 2-52 16,-13 9-36-16,-2-2-164 0,-1-3-156 16,-9 3-132-16,2-5-88 0,-1-1-64 15,-4-6 4-15,4-3-4 0,5-7-8 16,-1-3-8-16,-5-3-40 0,5-4-28 0,5-2-140 15,-2-4 20-15,2 1 52 0,3-7-52 16,4 0-24-16,0 0 76 16,0 0-40-16,4-7-48 0,-1-5-124 0,5-2 100 15,0-4 8-15,0-5-8 0,5 1 72 16,3-3 0-16,0-1 72 0,-1 1-112 16,-2 6 164-16,3 3 60 0,0 4 4 0,-1 1 72 15,-3 8 8-15,5 1 128 0,-1 2-40 0,-1 0 24 16,10 2 12-16,-6 8 0 15,6 3 24-15,-2 3 40 0,2 0 32 16,-2 3-48-16,1 0-72 0,-4 0-48 0,4-1-124 16,-4 1-12-16,0 2-4 15,0-2-96-15,0-1-96 0,0 1 28 16,-4-3-444-16,4 3-320 0,-9-3-340 0,6 0-856 16,-5-4-868-16,-4 1-1705 15,0-1-2795-15</inkml:trace>
  <inkml:trace contextRef="#ctx0" brushRef="#br0" timeOffset="27257.328">14379 10643 860 0,'0'0'9216'0,"0"0"-7131"15,0 0-881-15,0 0-392 0,0 0 364 16,-16 82-56-16,8-54 0 0,4 4-440 16,0 1-212-16,-4-2-172 0,4 1-40 15,0-4-20-15,0 0-40 0,0-6-52 16,0-3-92-16,4-2-52 0,0-5-4 0,0-5-72 16,0-1-20-16,0-6-4 15,0 4-72-15,0-4-280 0,0 0-276 0,0 0-212 16,0-6-184-16,0-8-616 0,0 5-1492 15,0-14-2925-15</inkml:trace>
  <inkml:trace contextRef="#ctx0" brushRef="#br0" timeOffset="27871.517">14383 10451 4044 0,'0'0'1652'15,"0"0"3360"-15,0 0-2919 0,0 0-425 16,0 0-544-16,0 0-408 0,0 0-280 16,0 0-396-16,0 0-40 0,0 0-288 0,36-25-16 15,-29 31-236-15,2 1-368 16,3 0-208-16,-5 5-364 0,2-5-1241 0,-1 4-2463 15</inkml:trace>
  <inkml:trace contextRef="#ctx0" brushRef="#br0" timeOffset="28278.953">14510 10696 5868 0,'0'0'2532'0,"0"0"-720"0,0 0-611 15,0 0-149-15,0 0 20 0,24 82-20 0,-20-61-204 16,-4 4-248-16,0-3-268 16,-4 3-96-16,-3 4 0 0,-6 2-112 0,1-3 76 15,1 2-48-15,-2-8-152 0,6-3-4 16,3-6-12-16,0-8 12 15,4-2-4-15,0 1 8 0,0-4 112 0,0 0 64 0,0 0 8 16,0 0-24-16,0-9 16 16,4 0-28-16,4-10-148 0,-1-4-136 15,6-6 128-15,-2-3-80 0,1 4 76 0,0-2-76 16,4 3-8-16,-4 2-16 0,4 0 36 0,0-2 0 16,-4 5 16-1,4 3-40-15,0 3 92 0,0 1 0 0,-4-2-68 16,-1 5-72-16,2 3-224 0,-2 2-208 15,-7 1-148-15,5 6-320 16,-5 0-288-16,0 0-572 0,0 0-561 0,-1 9-1859 0</inkml:trace>
  <inkml:trace contextRef="#ctx0" brushRef="#br0" timeOffset="33480.682">16510 11592 7008 0,'0'0'1740'15,"0"0"-216"-15,0 0 741 0,0 0-469 0,0 0-396 16,0 0-144-16,0 0-288 0,0 0-156 15,40 3 12-15,-40-1-100 0,0-2-152 16,0 4-88-16,-4 3-68 0,0-1-147 0,0 6-77 16,-7 8-84-16,-2-1-48 0,-2 6-56 15,-2-3-4-15,-2 0-108 0,3 1-196 16,0-8-169-16,4 2-111 0,4-9 36 16,4-4 8-16,0-4-36 0,4 0-208 0,0-6-640 15,0-4-1344-15,0-3-2081 16,0-9-1279-16</inkml:trace>
  <inkml:trace contextRef="#ctx0" brushRef="#br0" timeOffset="33740.127">16973 10750 8624 0,'0'0'2857'0,"0"0"-1101"16,0 0-96-16,0 0-324 0,84 32-188 15,-57-13-404-15,5 4-176 0,4-4-140 0,0 0-84 16,-4-5-72-16,7 0-212 16,-2-4-60-16,2-4-68 0,-3 0-8 15,0-6-204-15,-4 0-444 0,-4 0-304 0,-8-3-508 16,-9 0-1692-16,-11-3-3953 0</inkml:trace>
  <inkml:trace contextRef="#ctx0" brushRef="#br0" timeOffset="33947.104">17156 10912 6836 0,'0'0'3152'15,"0"0"-767"-15,-40 89-373 0,28-44-324 16,-4 9-76-16,0 3-196 0,1 0-216 0,-6 3-528 15,10-6-392-15,-2-4-224 0,2-5-56 16,7-6-144-16,0-11-284 16,4-9-72-16,0-9 72 0,8-10 24 0,3 0-332 15,6-10-664-15,-6-6-932 0,2 1-2521 16,2-17-2291-16</inkml:trace>
  <inkml:trace contextRef="#ctx0" brushRef="#br0" timeOffset="34132.97">17272 10959 8796 0,'0'0'2197'16,"0"0"-617"-16,0 0 36 0,-24 84 224 15,12-46-376-15,-1 6-388 0,2-3-400 16,-2 7-220-16,2 0 8 0,-1-1-60 0,0-6-404 16,-4 1-172-16,8-4-220 0,-4-3-172 15,4-10 72-15,0 0 24 16,5-9-284-16,-2-6-544 0,1-4-744 0,0-3-1040 0,4-3-1209 15,-4-3 137-15</inkml:trace>
  <inkml:trace contextRef="#ctx0" brushRef="#br0" timeOffset="34270.465">17112 11395 4180 0,'0'0'4916'0,"0"0"-3108"16,0 0-715-16,0 0 367 0,0 0 136 0,0 0-208 0,0 0-320 15,87 9-116-15,-66-5-200 0,-1 2-212 0,4-2-296 16,-1-4-244-16,1 0-36 15,0 0-196-15,4 0-492 0,0-4-104 16,0-2-488-16,-8-1-844 0,-4 3-3525 16</inkml:trace>
  <inkml:trace contextRef="#ctx0" brushRef="#br0" timeOffset="34495.198">17379 11564 6048 0,'0'0'3168'0,"0"0"-1179"0,-36 87-281 15,24-48 72-15,-8 5 84 16,5 5-388-16,-5-6-452 0,3 2-412 0,2 3-244 16,-2-3-60-16,6-1-116 0,-6-3-192 15,10-6-64-15,-1-4-340 0,0-5-96 16,4-7 32-16,4-7-12 0,0-8-12 16,0-1-228-16,0-3-376 0,0-3-300 15,4-9-512-15,4-5-749 0,0 2-1659 16,-1-11-824-16</inkml:trace>
  <inkml:trace contextRef="#ctx0" brushRef="#br0" timeOffset="34688.813">17414 11531 6188 0,'0'0'4312'0,"0"0"-3011"16,0 0-429-16,0 0 212 0,0 0 232 16,0 0-128-16,88-28-316 0,-71 34-228 15,-6 0-112-15,6 4-88 0,-6 2-184 0,2-2 20 16,-2 3-144-16,-3-4-60 0,-4 5-72 15,-4-2-4-15,0-3-148 0,0 5 12 16,-12-2-196-16,-4 1-160 0,1-1-212 16,-10-5-304-16,1-1-48 0,1-6-296 0,3 0-556 15,3 0-825-15,2-3-1495 0,-1-13-352 16</inkml:trace>
  <inkml:trace contextRef="#ctx0" brushRef="#br0" timeOffset="34998.277">18116 11024 9320 0,'0'0'4069'0,"0"0"-2925"0,0 0-160 0,0 0 272 16,84 50 8-16,-64-28-340 15,-4 4-124-15,0 5-288 0,-4 1-96 0,-5 6-76 0,-3 1-120 16,-4-1-124-16,0 3-8 16,-11 0-88-16,-5 0-108 0,0-2-36 15,-5-1-88-15,-2-4-36 0,-5-1-24 0,-4-3-28 16,1-4-44-16,3 0-92 0,-4-4-84 16,4-6-16-16,4-3-100 15,3-7-104-15,6-3-368 0,2-3-756 0,6 0-2421 16,3-9-2387-16</inkml:trace>
  <inkml:trace contextRef="#ctx0" brushRef="#br0" timeOffset="35172.839">18236 11506 12897 0,'0'0'1512'0,"0"0"-680"15,0 0-64-15,0 0 632 0,0 0 96 16,84 25-112-16,-60-22-528 0,4 0-492 15,-1-3-292-15,1 0-72 0,-4 0-168 16,0 0-392-16,-9-3-272 0,2 3-444 0,-10 0-1092 16,-3 0-3185-16,-4 3-3271 0</inkml:trace>
  <inkml:trace contextRef="#ctx0" brushRef="#br0" timeOffset="35313.355">18264 11706 12357 0,'0'0'2456'15,"0"0"-1612"-15,0 0-604 0,0 0 528 0,0 0 52 16,0 0 196-16,0 0-108 0,0 0-528 16,95 3-308-16,-67-3-72 0,4 0-328 15,-4 0-656-15,0 0-528 0,-8 3-1192 0,7 0-4505 16</inkml:trace>
  <inkml:trace contextRef="#ctx0" brushRef="#br0" timeOffset="47083.008">18917 11160 4332 0,'0'0'4480'0,"0"0"-1471"0,0 0-1221 16,0 0-544-16,0 0 204 0,-79 22-4 0,79-19-148 16,0-3-376-16,4 4-492 15,15-4-88-15,9 6 476 0,16-4 157 16,7 5-261-16,5-4-156 0,4 1-180 0,4-1-88 15,-4-3-36-15,3 0-44 0,1-7-76 16,0 1-72-16,-1 0-60 0,2-7-40 16,-5-3-20-16,-1 3-160 0,-7-3-188 15,-4 1-64-15,-8-1-96 0,-12 3-48 0,-4 3-136 16,-13 5-293-16,-7-2-791 16,-4 7-916-16,-11 0-1884 0,-17 0-2505 0</inkml:trace>
  <inkml:trace contextRef="#ctx0" brushRef="#br0" timeOffset="47279.126">19364 11166 3464 0,'0'0'4948'0,"0"0"-1767"15,-49 71-997-15,34-37-436 0,-5 14-96 16,-1-1-152-16,6 7-236 0,-5 0-472 16,0 0-304-16,8 1-328 0,0-8-136 15,4-9-24-15,4-6-220 0,4-7-196 16,4-13-280-16,4-5 0 0,8-7-4 15,0-3-352-15,3-10-972 0,5-3-2120 16,-7 0-2577-16</inkml:trace>
  <inkml:trace contextRef="#ctx0" brushRef="#br0" timeOffset="47455.733">19530 11178 8384 0,'0'0'4301'0,"0"0"-3077"0,0 0-664 0,0 0 248 15,0 0 800-15,-11 90-84 0,3-49-208 16,-1 7-512-16,2 3-352 16,-1-1-36-16,-1 4 45 0,2 1-217 0,3-4-232 0,0-7-12 15,4 0-268-15,0-6-473 16,4-4-287-16,0 2-368 0,3-4-936 0,2-10-2340 16,-1 0-1969-16</inkml:trace>
  <inkml:trace contextRef="#ctx0" brushRef="#br0" timeOffset="48278.777">20415 11172 784 0,'0'0'260'16,"0"0"6896"-16,0 0-5096 0,0 0-371 15,0 0-297-15,0 0-184 0,-76-22-136 0,68 22-104 16,4 0-220-16,1 0-240 0,-1 10-164 16,0 2-48-16,4 8 76 0,-4 6 32 0,-1 7 100 15,1 9 8-15,0 6-48 0,1 0-120 16,-5 6-116-16,4-7-56 16,-1 0-124-16,5-1-48 0,0-11-80 0,0-4-56 15,0-6-20-15,9-6-188 0,-1-6-152 16,-1-4 80-16,6-5-148 15,2-4-224-15,2 0-276 0,2-13-588 0,-3-3-1132 16,-4 4-2833-16,8-15-1727 0</inkml:trace>
  <inkml:trace contextRef="#ctx0" brushRef="#br0" timeOffset="48494.773">20655 11207 4700 0,'0'0'0'0,"0"0"6192"0,0 0-4495 15,0 0-157-15,0 0 64 0,51 80 112 0,-35-48-236 16,-4-1-436-16,4 4-252 0,-4 0-156 16,4-4-175-16,-4 2-217 0,-1-2-244 15,-2-2-4-15,-1-6-301 0,-1-5-243 16,-3-2-160-16,5-3-144 0,-5-7-84 0,0-3-124 16,-1-3-248-16,5-9-648 15,1-4-1080-15,-5-10-2257 0,3 9-227 16</inkml:trace>
  <inkml:trace contextRef="#ctx0" brushRef="#br0" timeOffset="48662.799">20913 11197 1488 0,'0'0'8736'0,"0"0"-7303"15,0 0-305-15,0 0-44 0,0 0 68 16,0 0-108-16,-80 49-192 0,65-24-292 16,-6 7-188-16,2-1-52 0,-1 4-24 0,-1 4 64 15,-2-1-4-15,-1 3-48 0,0-3-260 16,-4 1-48-16,0-2-124 0,4-5-280 15,5 0-212-15,2-10-228 0,6-3-212 16,3-6-380-16,4-7-988 0,4-6-3125 0,0 0-751 16,8-6 5528-16</inkml:trace>
  <inkml:trace contextRef="#ctx0" brushRef="#br0" timeOffset="48890.185">21160 11448 6232 0,'0'0'5753'0,"0"0"-3797"0,0 0-616 15,0 0 68-15,0 0 280 0,0 0-312 0,0 0-388 16,0 0-316-16,0 0-187 16,0 0-109-16,92 14-108 0,-72-14-184 0,-1 0-76 15,2 0-8-15,-5 0-60 16,3-4-184-16,-2 1-337 0,-2-1-103 0,2 1-180 15,-6 1-436-15,-3-1-1016 0,1 3-1940 16,2-6-2053-16</inkml:trace>
  <inkml:trace contextRef="#ctx0" brushRef="#br0" timeOffset="49628.227">22032 11093 1292 0,'0'0'4772'0,"0"0"849"15,0 0-4097-15,0 0-380 0,0 0-108 16,0 0-332-16,0 0 48 15,-99 57-80-15,75-29-224 0,-3 8-116 0,-1 1-48 16,4 5 112-16,3-1 216 16,6 1-148-16,2-4-144 0,6-6-140 0,7-4-20 0,0-6-88 15,0-6 28-15,7-3-52 0,10-7-36 16,2-3 0-16,5-3 124 16,8-6-132-16,0-7-4 0,4-6-160 0,0 1-72 15,0-5-24-15,-4 1 48 0,-4 3 76 16,-5 0-16-16,1 6-24 0,-7 0 60 15,-10 4 112-15,1 6 0 0,-8-4 208 16,0 7 112-16,0-3-172 0,-12 3-148 16,1 0-8-16,-6 0-80 0,1 0 88 15,-3 3 60-15,-2 4-52 0,2 2 52 16,-1-3-60-16,3-2-4 0,2 2-120 16,3-3-120-16,0-3-332 0,4 0-136 15,1 0-252-15,-2 0-416 0,9-7-752 0,-4-2-2297 16,4 0-1787-16,0-10 2613 0</inkml:trace>
  <inkml:trace contextRef="#ctx0" brushRef="#br0" timeOffset="49898.955">22303 10839 468 0,'0'0'10064'15,"0"0"-7971"-15,0 0-993 0,0 0 268 16,0 0 152-16,0 0-412 0,92-38-392 16,-72 36-344-16,-4 2-68 0,0 0-20 15,-4 5-112-15,-3 9-12 0,-2-2-76 0,-3 9 4 16,-4-1 44-16,0 5-32 0,0 1 44 16,-4-1-8-16,-3-3-64 0,-2 1-60 15,1-8 36-15,4-2-48 0,-3-3-76 16,2-8-84-16,5 3-376 0,-4-5-324 15,0 0-140-15,-4 0-404 0,1 0-2512 0,-6-13-6481 16</inkml:trace>
  <inkml:trace contextRef="#ctx0" brushRef="#br0" timeOffset="50056.169">22494 10601 768 0,'0'0'12261'0,"0"0"-10445"15,0 0-736-15,0 0 632 0,0 0-588 16,0 0-888-16,0 0-236 0,0 0-296 16,88-7-320-16,-71 12-340 0,2 0-612 15,-10 2-2380-15,6 11-3041 0</inkml:trace>
  <inkml:trace contextRef="#ctx0" brushRef="#br0" timeOffset="50695.18">22715 11090 756 0,'0'0'912'0,"0"0"40"0,0 0 496 16,0 0 3336-16,0 0-3348 0,0 0-547 15,0 0-41-15,0 0-56 0,0 0-40 16,0 0-216-16,0-3-284 0,0-1-88 0,0 4 80 16,0-2-20-16,0 2-96 15,0-3-64-15,0 3 12 0,3 0-28 0,-3-4 16 16,4 4 36-16,-4-3 12 0,4 0-36 15,0 0-72-15,-4 3-4 0,4-3-4 16,-4-1-84-16,4 4-12 0,-4-3-164 16,0-1-128-16,0 4 12 0,0-3 64 15,0 3 88-15,0 0 24 0,0 0 28 16,0 0 60-16,0 0 16 0,0 0-56 16,0 0 4-16,0 0-16 0,0 0 120 15,0 0 48-15,0 0 100 0,0 0-92 16,0 0-4-16,0 0 0 0,0 0 48 15,0 0 76-15,0 0 52 0,0 0-40 16,0 0-52-16,0 0 16 0,0 0-16 0,0 0 0 16,0 0-36-16,0 0 36 0,0 0 92 15,0 0 172-15,0 0-20 0,0 0-96 16,0 0-32-16,0 0-52 0,0 0-28 16,0 0-24-16,0 0 0 0,0 0-24 0,0 0-64 15,0 0 4-15,0 0-16 0,0 0-12 16,0 0 4-16,0 0-64 15,0 0 56-15,0 0-32 0,0 0 40 0,0 0-56 0,0 0 0 16,0 0-24-16,0 0-36 0,0 0-92 16,0 0 4-16,0 0-92 0,0 0-40 15,0 0-100-15,0 0-192 0,0 0-492 16,0-2-1125-16,0 2-2279 0,0-3 136 16,0 8 3588-16</inkml:trace>
  <inkml:trace contextRef="#ctx0" brushRef="#br0" timeOffset="51731.806">22818 10896 1564 0,'0'0'4'0,"0"0"400"0,0 0-388 16,0 0 36-16,0 0 24 0,0 0 1060 0,0 0 1172 16,0 0-1556-16,0 0-580 0,0 0-160 15,0 0 28-15,4-6 428 16,-4 6-156-16,0 0-120 0,0 3 4 0,0-3-116 16,0 3 464-16,0 1-12 0,0-4 24 15,0 0 452-15,0 0 61 16,0 0-261-16,3 0-40 0,-3 0 36 0,0 0 44 15,0 0-80 1,0 0-64-16,0 0-76 0,0 0-104 0,0 0-140 0,-3 3-52 16,-1 0-96-16,-4 0-188 0,-1 0-32 15,-2 7 32-15,-6-1 36 0,6 4 16 0,-5 0-12 16,4-1 8-16,-4 4 52 0,4-2 24 16,0 1 36-16,1 3-60 15,-2 5 36-15,-2 3 36 0,2 2 52 0,-6 7 140 0,2 3-168 16,2 3-60-16,-5 4-12 15,3 2-64-15,-2 2 64 0,3 1-76 16,4 1 84-16,-1-4-7 0,6-2-29 0,7-10-56 16,0-4-48-16,7-8-32 15,6-4-16-15,6-6 8 0,2-4-8 0,7-6-4 16,3-3-377-16,1-9-159 0,0-4-232 16,0-6-188-16,0 0-288 0,-4-3-800 15,-4 6-2028-15,4-16-2945 0</inkml:trace>
  <inkml:trace contextRef="#ctx0" brushRef="#br0" timeOffset="52111.513">23121 10909 612 0,'0'0'9200'15,"0"0"-7663"-15,0 0-537 0,0 69 456 0,0-36 440 16,0 4-196-16,-4 2-424 0,-5 2-272 15,1 0-292-15,-3 4-176 0,-2-1-60 16,-2 4-160-16,-9-4-208 0,0-2-55 16,0 3-53-16,-8-8-121 0,5-2 73 0,-1-7-196 15,7-8 24-15,1-8-24 16,9-5-60-16,-1-5-100 0,7-2-96 0,-3-2 36 16,5-7-52-16,3-8-200 0,0-2 280 15,0-3 176-15,3-6-436 16,10-5 360-16,-5 3-68 0,7-3 8 0,-2 5 396 15,2 8 164-15,2 5 264 0,-2 5 36 16,5 4 100-16,-4 6 4 16,0 0-24-16,0 6-24 0,0 7-44 0,-5-1-20 15,6 1-76-15,-6 3 48 0,6-4-76 16,-6 2-108-16,6-5-184 0,-6 1-60 16,6-3-96-16,-6-2-428 0,1-5-212 0,4 0-280 15,0 0-120-15,0-3-700 0,-4-3-2184 16,4-13-3133-16</inkml:trace>
  <inkml:trace contextRef="#ctx0" brushRef="#br0" timeOffset="52329.761">23383 11071 9412 0,'0'0'1757'0,"0"0"-153"0,0 0 504 16,13 79 64-16,-9-51-696 0,3 1-308 15,1-4-436-15,-8 5-344 0,4-5-168 16,-4 0-168-16,0 4-52 0,-12-6-88 16,1 2-192-16,-6 0-280 0,-3-2-100 15,1-5-116-15,2 1-28 0,6-9-188 16,3-7-704-16,4-3-816 0,4-9-2001 0,4-1-439 16</inkml:trace>
  <inkml:trace contextRef="#ctx0" brushRef="#br0" timeOffset="52595.792">23782 10750 456 0,'0'0'10693'0,"0"0"-8973"0,0 0-68 0,0 0 280 15,0 0-280-15,67 86-348 0,-58-57-264 16,2-1-344-16,-3 7-272 0,1-4-71 15,-5 9-73-15,-4-2-88 0,0-1-20 16,0 1-112-16,-4 0-52 0,-9 4-8 16,-2-4-72-16,-5 3-36 0,-8 3-184 15,-4-2-233-15,-8 2-107 0,-4 3-88 16,-7-2 0-16,2 3-16 0,-3-4-140 0,1-3-380 16,3-2-1556-16,8-11-3469 0,-19 1-607 15</inkml:trace>
  <inkml:trace contextRef="#ctx0" brushRef="#br0" timeOffset="53304.648">18921 12157 4152 0,'0'0'3280'16,"0"0"-108"-16,0 0-2091 0,0 0-321 16,40 70 184-16,-24-48 260 0,-4 7-244 15,4-7-356-15,-9 3-364 0,6 0-28 16,-5-3-36-16,-5 1 36 0,-3-4-40 15,0-3-84-15,0 3-76 0,-3-3-12 16,-1-3-48-16,-4-1-316 0,-1 1-232 0,5-7-148 16,-3-3-180-16,3 0-244 0,-4-3-968 15,-1-3-2821-15,6-3-875 0,-1-13 5333 16</inkml:trace>
  <inkml:trace contextRef="#ctx0" brushRef="#br0" timeOffset="53494.471">18980 12122 508 0,'0'0'10453'0,"0"0"-8669"0,0 0-332 0,0 0 316 15,0 0-184-15,92-22-604 0,-72 19-380 16,5-1-364-16,-6 1-236 0,5 0-12 0,-4 0-148 16,-1 0-420-16,-2 3-372 15,-2 0-392-15,-2 0-940 0,-5 3-2601 16,-5 3-3211-16,-3 10 7045 0</inkml:trace>
  <inkml:trace contextRef="#ctx0" brushRef="#br0" timeOffset="53632.457">19311 12278 3700 0,'0'0'1392'0,"0"0"3400"0,0 0-3011 0,0 0-269 0,0 0-180 15,77 6-648-15,-54-6-548 0,-3 0-136 16,4-6-528-16,-5 6-740 0,6-7-444 0,-5 7-1205 15,-9 0-2671-15</inkml:trace>
  <inkml:trace contextRef="#ctx0" brushRef="#br0" timeOffset="53778.716">19471 12353 1892 0,'0'0'1080'0,"0"0"-844"0,0 0 6636 0,0 0-4491 0,0 0-621 16,0 0-324-16,0 0-268 0,0 0-184 15,-25 70-244-15,38-63-272 0,-1 2-200 16,4-5-192-16,-1-1-28 0,6-3-48 0,-1 0-208 15,-1-7-332-15,9-2-352 0,0-5-128 16,4 0-876-16,-12 1-2509 0,12-10-2383 16</inkml:trace>
  <inkml:trace contextRef="#ctx0" brushRef="#br0" timeOffset="54007.034">19833 12328 3088 0,'0'0'4436'0,"0"0"-1212"0,0 0-1555 0,-20 67 115 0,16-48 32 16,4-3-240-16,0-7-540 0,13 1-344 15,2-10-156-15,9 0-144 0,1-10-160 0,6-6-108 16,1-3-124-16,4-9-36 16,-4-1-236-16,0 1 4 0,-8-1-48 0,0 1 56 15,-9 9 64-15,-3-1 112 16,-7 5 84-16,-5 4 0 0,0 5 108 16,-9 0 64-16,-6 4-60 0,-6-2-112 0,-3 1-172 15,-4 3 84-15,-4 0-120 0,0 0-124 16,1-4-332-16,-1 1-428 0,-4 0-1384 15,12-3-2145-15,-16-7-3987 0</inkml:trace>
  <inkml:trace contextRef="#ctx0" brushRef="#br0" timeOffset="54811.62">19168 10553 8796 0,'0'0'2429'0,"0"0"-701"0,0 0-328 16,0 0-24-16,0 0-172 0,0 0-284 15,0 0-156-15,0 0-260 0,0 0-120 16,-87 6-56-16,74 17 16 0,-2-1 48 15,2 10 216-15,6 3-112 0,-1 0-143 0,4 0-121 16,4-7-76-16,0 2-44 0,0-5-108 16,4-6 4-16,0-7-8 15,3 1 0-15,-3-7 0 0,9-4-112 0,-5-2 40 16,3 0-36-16,2-2 36 0,2-10-100 16,5-4-181-16,0-10-119 0,4-2-164 15,-4-5-120-15,4-1-104 0,-5 2-188 0,6 1 28 16,-9-2-284-16,-1-2 4 0,2 0 256 15,-9-2 612-15,-1-4 240 16,-3-4 192-16,-4 3-332 0,0-2 332 0,-8 6 304 16,1 0 132-16,-1 10 392 0,3 2-104 15,-3 7-56-15,8 6-16 0,0 7 68 16,-3 6-36-16,3 0-164 0,0 0-112 0,0 0-84 16,0 10-164-16,0 2-24 15,0 8 196-15,0 5 36 0,0 2 24 16,0 9-112-16,0-1-36 0,-4 6-136 15,0-5-108-15,0 2-68 0,-5 0-28 16,2-4-284-16,-1-2-280 0,0 1-68 0,-1-6-160 16,2-2-332-16,3 0-872 0,-4-5-2001 15,4-4-1783-15</inkml:trace>
  <inkml:trace contextRef="#ctx0" brushRef="#br0" timeOffset="54961.329">19403 10651 3484 0,'0'0'7048'0,"0"0"-5183"0,0 0 107 0,0 0-64 16,0 0-252-16,0 0-376 16,92 20-288-16,-72-20-356 0,3 0-332 0,5 0-172 15,0-9-132-15,0-2-8 0,0-1-504 16,0-3-500-16,-4-2-392 0,-1 2-948 16,-6-1-3165-16,3-3-4195 0</inkml:trace>
  <inkml:trace contextRef="#ctx0" brushRef="#br0" timeOffset="55128.127">19817 10325 4908 0,'0'0'352'15,"0"0"5184"-15,0 0-3647 0,0 0-589 0,0 0 356 16,0 0-140-16,-12 74-412 0,12-47-232 16,0 5-392-16,0 3-296 0,0 3-176 0,0 3-8 15,0 5-96-15,-3-2-556 0,-1 3-212 16,0 3-312-16,0-2-556 0,-5-9-2180 0,-2 18-2501 15</inkml:trace>
  <inkml:trace contextRef="#ctx0" brushRef="#br0" timeOffset="58104.464">14830 5877 10676 0,'0'0'2657'0,"0"0"-1537"16,0 0-780-16,0 0 140 0,0 0 692 0,0 0-68 16,0 0-284-16,75-48-232 0,-47 48-144 15,-4 0-76-15,4 0-64 16,-9 0-108-16,1 6 12 0,-8 4-60 0,1-1-4 16,-10 1-20-16,-3 3-52 0,0-1-12 15,-3 4 28-15,-10 1 32 0,-2-3-108 0,-2 0-12 16,2-1 4-16,-2-1 0 0,2-6 40 15,2 1-40-15,2-7-8 0,-2 0-64 16,6-3 64-16,-1-7-80 0,4-2-28 16,0-1 40-16,0-3 12 0,4-1 60 15,0 3-136-15,0-5 76 16,0 5-88-16,0 1-228 0,4 4-40 0,0 3-284 16,4 3-384-16,-1 3-1140 0,2 0-2544 15,7 3-3737-15</inkml:trace>
  <inkml:trace contextRef="#ctx0" brushRef="#br0" timeOffset="58836.695">15212 5791 2716 0,'0'0'0'0,"0"0"0"0,0 0 1356 16,0 0-548-16,0 0-232 16,0 0-84-16,0 0 252 0,87-10-136 15,-62 4-360-15,-6 3-244 0,9 3-4 0,0 0-64 16,-4 0-40-16,0 3-392 16,-1 3-776-16,-2 4-1884 0,-10-4 876 0</inkml:trace>
  <inkml:trace contextRef="#ctx0" brushRef="#br0" timeOffset="59022.142">15754 6000 3960 0,'0'0'508'0,"0"0"1876"0,0 0-1176 15,0 0-548-15,0 0-168 0,0 0 232 16,32 73-360-16,-28-60-360 0,-4-1-4 16,3 1-348-16,-3 4-444 0,4-2-24 15,-4 1 296-15,4 0 236 0,-4 0-624 16,0 0 176-16,0-4 420 0,0 4 40 15,-8 1 156-15,1-5-264 0,-6 4-2044 16,6-4 25-16</inkml:trace>
  <inkml:trace contextRef="#ctx0" brushRef="#br0" timeOffset="59205.298">15546 6613 2472 0,'0'0'1072'15,"0"0"5280"-15,0 0-5400 0,0 0-655 0,0 0 15 16,-63 73 224-16,50-56 144 0,-2-3-288 15,-2 5-392-15,6-2-180 16,-6-1-432-16,2 0-300 0,-1 3-157 0,0-6-135 0,0 2 308 16,0-2 532-16,0-4 208 15,0 1-88-15,-4-4-212 0,0 1-648 16,-3 0-1072-16,-5-2-1036 0,8-2 2804 0,-16 4 408 16</inkml:trace>
  <inkml:trace contextRef="#ctx0" brushRef="#br0" timeOffset="59411.139">14630 6832 820 0,'0'0'8336'0,"0"0"-8336"0,0 0-516 0,-92-82-888 15,68 60 40-15,1-1 1076 0,3 2-180 16,3 1-300-16,-2 4-368 0,6-3 108 16,2 7 412-16,-1-1 356 0,7 0 260 15,-2-3 144-15,-1 4 676 0,4-4 368 0,0 0-352 16,-1 0 8-16,2-3 160 0,-5 3-224 15,8 0-480-15,-4-3-300 0,4 3-288 16,0 0-688-16,0 3-948 0,0-2-1064 16,0 5 2676-16,0-2-252 0</inkml:trace>
  <inkml:trace contextRef="#ctx0" brushRef="#br0" timeOffset="59498.271">14387 6284 1316 0,'0'0'704'0,"0"0"-208"0,0 0 4656 0,0 0-4476 15,28-71-676-15,-21 52-376 0,-3 0-896 16,1 3-760-16,-1 4-876 0,-4 1 1656 0</inkml:trace>
  <inkml:trace contextRef="#ctx0" brushRef="#br0" timeOffset="59690.194">14586 6084 3056 0,'0'0'0'0,"0"0"260"0,0 0 2580 0,0 0-1344 15,0 0-680-15,0 0 40 0,0 0-16 16,0 0-156-16,0 0-255 0,0 0 43 0,0 0-20 15,16-14 112-15,-16 14 176 0,0 0 72 16,0 3-68-16,4-3-112 0,-4 0-244 16,0 0-388-16,0 0-28 0,0 0-220 15,4 4-620-15,-4-1-260 0,4 1-1264 16,-4 1-4753-16,-28-10 2873 0</inkml:trace>
  <inkml:trace contextRef="#ctx0" brushRef="#br0" timeOffset="60641.565">14499 6311 6024 0,'0'0'2156'15,"0"0"-988"-15,0 0-460 0,0 0 393 0,0 0 295 16,0 0-56-16,0 0-340 0,0 0-280 15,0 0-168-15,0 0-160 0,0 0-120 0,-17 0-120 16,13 0-4-16,4 0-60 16,-3 4-28-16,3-4-48 0,0 0-12 15,0 0 12-15,0 0 40 0,0 0-52 16,0 0 4-16,0 0-4 0,0-4 196 0,3 2 56 16,5-2-116-16,5-3 0 15,-2 5-40-15,6-2-8 0,-6 1-88 0,6 3-76 16,-10 3 28-16,5 3 48 0,-8 7 8 15,4 0 116-15,-8 3-4 0,0 0-120 16,0 3 0-16,-4 0 0 0,-8-3-8 0,-3 3-4 16,-2-3-76-16,-3 0-36 15,1-4 0-15,-2 1-12 0,-3-3 52 0,1-7 8 16,3 3-12-16,0-6 16 0,-5 0 0 16,10 0 72-16,-5-6 112 0,4-4 88 0,4-2-16 15,-4-4-84-15,5-3-96 0,-2-4 120 16,5 1-124-16,1 3-12 15,2 0 12-15,5 0 40 0,0 7 60 0,0-1-16 16,5 3-20-16,2 3-60 0,1-2 32 16,0 6-36-16,4 3-172 15,-4 0 72-15,0 0 64 0,4 3 32 0,-8 4 4 16,0 0-8-16,0 1 8 0,-4-2 0 16,0 5 8-16,0-3 28 15,0-1-36-15,-4 0-148 0,0-1-88 0,0-3-84 0,1 1-128 16,3-1-88-16,-5 0-120 15,1-3-324-15,4 0-644 0,0 0-1237 16,9 0-2835-16,-6-3 940 0</inkml:trace>
  <inkml:trace contextRef="#ctx0" brushRef="#br0" timeOffset="62140.184">15598 6442 1448 0,'0'0'640'0,"0"0"-316"16,0 0-8-16,0 0 1440 16,0 0 1160-16,0 0-1540 0,0 0-612 0,0 0-116 15,0 0 293-15,0 0-41 16,0 0-92-16,40-54-120 0,-36 54-104 15,4-3-240-15,-4 3-16 0,-1 0-140 0,2 0-48 16,-1 0-136-16,0 3 60 0,0 0 100 16,0 0-40-16,0 7 40 0,-1-7-12 15,-3 3 20-15,0 0-44 0,4 1-52 0,-4-4 52 16,0 3 20-16,0 1-8 16,0-1 48-16,0 0-52 0,-4 4 12 15,-3-4-48-15,-1 4 0 0,4-4 12 0,-8 4-100 16,4-3 48-16,0 1-48 15,-4 3-4-15,4-5 76 0,0-3 28 0,0 0 36 16,0-3-24-16,0 0-72 0,4 0-48 16,-4 0-4-16,5 0 8 0,-2-6-8 15,5-5-96-15,-4 3-88 0,4-2-40 0,0-3 112 16,0 0-60-16,4 1-4 16,4 3 124-16,0-4-96 0,0 3-40 15,4 3 52-15,-4 4 0 0,-4 1-32 0,8 2-56 16,-4 0 224-16,0 2 0 0,4 5 60 15,-4-1 68-15,0 4-12 16,4 0-40-16,-9-1-64 0,6 0 0 0,-5-2 36 16,-4 0 16-16,4-2-16 0,-4 2 164 15,0-4 12-15,0 3 28 0,0-2-4 16,-4-2-40-16,0 4-108 0,-5-1-96 16,6-3-4-16,-9 2-148 0,4-4-88 0,0 0-72 15,-4 0-116-15,-1 0-32 0,2 0-208 16,-5 0-208-16,0 0-128 0,4 0-804 15,-8-4-1217-15,5 2-2823 0,2-5 2896 16</inkml:trace>
  <inkml:trace contextRef="#ctx0" brushRef="#br0" timeOffset="69349.348">18546 1098 4316 0,'0'0'6228'0,"0"0"-4427"16,0 0-969-16,0 0-348 0,0 0 352 15,0 0 512-15,0 0-268 0,0 0-172 16,0 0-168-16,0 0-148 0,24 13 192 0,8 0 144 15,4 0-380-15,8-4 57 0,4 0 183 16,4-2-244-16,0 0-144 16,3-7-108-16,5 0-4 0,-1 0-120 0,-3-7-160 15,4-3-4-15,-8-3-4 16,-1 4-68-16,-6-4-316 0,-6 4-52 0,-7-1-252 16,-8 4-196-16,-3 3-333 0,-14 3-879 15,-7 0-2412-15,0-3-2705 0</inkml:trace>
  <inkml:trace contextRef="#ctx0" brushRef="#br0" timeOffset="69593.734">18937 1144 2936 0,'0'0'9857'0,"0"0"-8469"0,0 0-1108 0,-36 84 212 15,24-39 808-15,4 6 192 16,-3 6-344-16,-6 6-448 0,6 10-272 0,-6 1-148 15,2 8-96-15,-6 1-96 16,6-1-16-16,-1-3 24 0,8-8-96 16,0-11-96-16,3-10-16 0,5-15 4 0,0-5-40 15,9-16-36-15,-1-3-120 0,-4-11-212 16,7 0-108-16,-2-11-120 0,2-8-384 16,6-9-808-16,-6-4-1164 0,1 4-2945 0,4-23 350 15</inkml:trace>
  <inkml:trace contextRef="#ctx0" brushRef="#br0" timeOffset="69861.411">19036 1228 2888 0,'0'0'9109'0,"0"0"-7905"0,0 0-772 16,0 0 228-16,0 0 364 0,0 0-168 15,0 0-128-15,4 99-208 0,-8-52-172 0,4 7-52 16,-3 10-36-16,-1 6 36 0,4 6 24 15,-4 0-148-15,0 1-164 0,-5-5-8 16,5-2 8-16,1-7 0 0,-1-8-8 16,0-8-80-16,0-6 8 15,4-6 64-15,-4-13-80 0,4-5-132 0,0-9-52 0,0-1-64 16,0-7-108-16,0 0-276 16,0-2-224-16,0-5-224 0,0-9-816 15,4-3-2153-15,0 4-2299 0,0-21 4296 0</inkml:trace>
  <inkml:trace contextRef="#ctx0" brushRef="#br0" timeOffset="70049.213">19008 1876 536 0,'0'0'10360'0,"0"0"-8459"0,0 0-537 15,0 0 0-15,81 0 252 0,-53-3-376 16,-1 0-476-16,1 3-276 0,4 0-192 15,-5 0-152-15,5-3-140 0,1-1-4 16,-1 1-108-16,0-3-344 0,-4 0-384 16,-1 2-440-16,1 1-552 0,-8 0-1384 15,-5 3-4237-15</inkml:trace>
  <inkml:trace contextRef="#ctx0" brushRef="#br0" timeOffset="70878.89">19502 2169 10616 0,'0'0'1209'0,"0"0"-1205"0,0 0 0 15,0 0 584-15,0 0 500 0,0 0 204 16,0 0-384-16,-43-67-304 0,39 63-116 16,-5 4-216-16,6 0 16 0,-5 7-4 15,-4 2-72-15,4 1-52 0,-4-1-24 0,4 4 24 16,1-1-36-16,-2-1 72 0,1-6 100 15,4 2 284-15,1 0-188 16,-1-1-272-16,4 3-120 0,-5-3-4 0,5 4-56 0,-4 3 12 16,4-4-28-16,0 4 64 15,0-4-120-15,0 1 44 0,0-1-36 16,0-2 16-16,0-4 32 0,4 0-32 0,1 0-28 16,-5-3 24-16,4 0 112 15,-4 0 4-15,3 0 60 16,1 0-52-16,0 0-12 0,0-6-40 0,0 0 24 0,1-1-56 15,-2 1-76-15,1 0-24 16,-4-1-52-16,4 1-20 0,0-3-52 16,0-1-40-16,0-4-76 0,0 6-212 0,-4-5-56 15,4 4-112-15,0-5 72 0,-4 6-16 16,4-3 84-16,0 2-52 0,-4 4 24 16,0-6 332-16,0 2 115 0,0-1 233 15,0 4 117-15,0-4 155 0,0 4-108 0,-4 3-72 16,4-4 12-16,0 5 100 0,0-2 128 15,0 1 92-15,0 3-52 0,0 0-16 16,0 0 24-16,0 0 92 0,0 0 8 16,0 0 24-16,0 0-12 0,0 0-4 15,0 0 44-15,0 0-8 0,0 0-40 0,0 0-28 16,0 0 0-16,0 0-36 0,0 0-64 16,0 3-136-16,0 1-60 0,0 1-52 15,0 5-8-15,0 3 60 16,0 9 8-16,0 6 4 0,0 10 36 15,0 11 168-15,0 4 112 0,-4 7-135 0,0 10-97 16,-4 6-124-16,-4 4 12 16,1 6-32-16,2-4-104 0,-3 1 40 0,5-7-40 15,-6-5 0-15,5-12-4 0,5-8-4 16,3-13-112-16,0-10 60 0,0-11-20 16,0-10-120-16,0-5-149 0,0-2-95 0,0-9-64 15,0-8 132-15,7-4-84 0,1-11-132 16,-4 0-316-16,5-9-584 0,-2 0-1424 15,-3 6-1961-15,-4-23-2371 0</inkml:trace>
  <inkml:trace contextRef="#ctx0" brushRef="#br0" timeOffset="71211.474">19395 2194 5348 0,'0'0'5601'0,"0"0"-4021"0,0 0-584 15,0 0-312-15,0 0 392 0,0 0 8 16,0 0-64-16,24-67-228 0,-8 64-308 16,0 3-140-16,4 0-52 0,4 0 4 0,-4 6-16 15,3 1-8-15,1 0-64 0,-3-2-40 16,-6 2-44-16,1 0-40 16,-4-5-24-16,-3 4 28 0,-5 0-80 0,-1 1 52 0,1 0 12 15,-4 5 40-15,-4 1-4 16,-8 3 12-16,0 0-120 0,-8 3-60 15,-3 0-144-15,-1-1 32 0,0-1 12 0,-1-5-48 16,1-1-60-16,5-9-12 16,3 1-64-16,0-3-60 0,4 0-112 0,4-3-260 0,4-4-156 15,4-5-748-15,0 2-1024 16,4-5-2497-16,4 5-1199 0,8-9 5656 16</inkml:trace>
  <inkml:trace contextRef="#ctx0" brushRef="#br0" timeOffset="71531.462">19766 2016 6688 0,'0'0'5401'0,"0"0"-3905"16,0 0-760-16,0 0 236 0,0 0 684 0,0 0-240 16,32 79-236-16,-28-53-448 0,-1 2-220 15,1-3-280-15,-4-3-120 0,0 1-112 0,0-4-4 16,0-6-84-16,0 3-8 0,0-10-100 15,0-3-204-15,0-3-164 0,4 0 0 16,5-6 208-16,-1-7 196 0,3-3-24 16,6-4-40-16,2-1-60 0,-3-5 60 15,4 1 40-15,0 0 60 0,0 6 24 0,0 3 0 16,0 3 16-16,-4 7 84 0,-4 3 148 16,-1 3 160-16,2 0 16 15,-6 6-16-15,-3 1 76 0,5 2-76 0,-5 0-64 16,-4 7-84-16,0 0-24 15,0 3-92-15,0 1-44 0,0-5-380 16,-4 4-336-16,4-6-284 0,0-1-588 0,-5-5-2312 16,5-1-2841-16</inkml:trace>
  <inkml:trace contextRef="#ctx0" brushRef="#br0" timeOffset="72096.894">21551 876 6020 0,'0'0'2180'16,"0"0"1817"-16,0 0-2681 16,0 0-288-16,0 0 456 0,0 0 56 0,0 0-344 15,0 0-288-15,0 0-284 0,0 0-268 0,0 0-28 16,-73 76 24-16,50-40 124 15,-1 4 129-15,0 8-181 0,-4 6-132 16,0 4-88-16,-8 5 4 0,1 6-52 0,-5 11 24 16,-4 6 4-16,-3 12 8 0,-9 10-96 15,0 2-24-15,0 5-60 0,-4 0 48 16,5-1-60-16,-5-3-120 0,4-5-96 16,4-6 208-16,0-5-148 0,5-2-40 15,7-7 52-15,-1-13 48 0,10-10 92 16,3-9 0-16,0-6-44 0,8-10-64 0,4-10-8 15,4-5 24-15,5-11-48 16,7-2-112-16,-5-4 40 0,5-6-52 16,0 0-36-16,0 0-49 0,0 0 25 15,0 0 36-15,0-6-72 0,0 2-172 16,0-5-276-16,5-4-184 0,-1-2-516 0,-1-2-376 16,9-8-912-16,-3-7-1997 0,-2 7-1063 15,5-23 4417-15</inkml:trace>
  <inkml:trace contextRef="#ctx0" brushRef="#br0" timeOffset="73234.636">22092 1939 3864 0,'0'0'744'16,"0"0"3884"-16,0 0-2952 0,0 0-131 16,0 0-65-16,0 0-40 0,80-44-184 15,-76 38-348-15,0 6-252 0,-4 0-196 0,0 0-116 16,0 0-76-16,0 3-132 0,-4 3 12 16,-7 1 156-16,-6 9-72 0,-2 2-220 15,-9 8-12-15,-4 0 0 0,0 2 0 0,-1-3 76 16,-2 4-28-16,-1 0-36 15,0 2 36-15,-3 1 28 0,3 3-4 0,-1 0-68 16,2 0-4-16,7-1-4 0,5-5-44 16,-2 1-28-16,9-9 28 15,4-2 40-15,5-6 0 0,2-1-88 0,5-2 96 0,0-7 12 16,0 4 60-16,5-4-12 16,-1 3 4-16,3-3 20 0,1 0-36 0,1 4 28 15,-2-4 68-15,5 0 16 0,-4 0 8 16,4 0-20-16,-4 1-4 0,3-1-20 15,2 3-4-15,2-3 16 0,-2 1-52 16,2-2 13-16,10 2-89 0,-5-1 0 16,8 0 40-16,4-3-36 15,0 3 36-15,3-3-44 0,1 0 0 0,0 0 0 16,-5 0 4-16,5-3 4 0,-8-3 60 16,0 0-64-16,-8 2 4 0,-4-2 0 15,0 3 0-15,-8 0 60 0,-4 3-12 0,0 0 24 16,1 0 76-16,-5 0 116 0,0 0 232 15,0 0-192-15,0 0-100 16,0-4-32-16,0 4 8 0,-5-3 36 0,1-3 0 16,-4-4-164-16,-3 1-64 0,-2-7-12 15,-2-1-60-15,-2-1 12 0,2-4-84 16,-2-3-156-16,2 2-136 0,-2-2-36 0,6 3-12 16,-6 3-180-16,2 0-153 15,-1 3-683-15,8 5-1488 0,-9-1-4525 16</inkml:trace>
  <inkml:trace contextRef="#ctx0" brushRef="#br0" timeOffset="74501.193">22188 1933 2320 0,'0'0'0'0,"0"0"-104"16,0 0 104-16,0 0 92 0,0 0 380 0,0 0 568 15,0 0-1040-15,0 0-728 0,0 0 168 16,0 0 560-16,0 0 128 0,8-35 616 15,0 32-40-15,0 3-156 0,4-3-160 16,-4 0 176-16,0-1 344 0,4 2 144 16,0-5-76-16,-1-2-96 15,2-1-260-15,-1 4-140 0,4-4 21 0,-4 7 43 0,-1-7-136 16,2 8-124-16,-2-5-4 16,-3-3 28-16,1 8 48 0,-2-5-12 15,1 3-24-15,-4 2 20 0,-4-1 16 0,4 3 72 16,-4 0 92-16,0 0 44 0,0 0-36 15,0 0-40-15,-4 0-168 0,0 3-184 16,-7-1-136-16,-2 4-72 0,1 1-140 16,-8 3 28-16,1 3 56 0,-1-1 28 0,-5 1 0 15,-3 3-12-15,2 0-12 16,-7 3-36-16,6-3-96 0,-5-1-96 0,-1 4-212 16,1 0-184-16,5 0-164 0,-1 1-496 15,4 2-613-15,0 0-727 16,4-2-1888-16,4-5 2640 0</inkml:trace>
  <inkml:trace contextRef="#ctx0" brushRef="#br0" timeOffset="76027.655">24109 1762 9404 0,'0'0'1793'0,"0"0"-509"0,0 0-260 0,0 0 560 16,0 0-252-16,0 0-296 0,0 0-320 16,0 0-124-16,0 0-64 0,0 0-96 15,-28 9-104-15,32-9-44 0,3 0-40 0,6 0 36 16,6 3 228-16,5 0 201 0,8 1-225 15,0-1-132-15,8 1-40 0,4-4-20 16,3 0 276-16,9 0-220 0,4-7-144 16,12-3 4-16,7 1-52 0,13-1-48 15,0-3 156-15,7 1 180 0,-3-1-260 0,0 4-64 16,-9-1-72-16,-3 0-48 0,-8 4 0 16,-4 3-144-16,-5-3 48 15,-7 3-136-15,-8-4-68 0,-5 1-132 0,-11 0 44 16,1-1 16-16,-10-2-64 0,-7-2-84 15,0-1-192-15,-8-1-405 0,-4-2-691 16,-4 3-1084-16,-4 1-2724 0,-4-8-3481 16</inkml:trace>
  <inkml:trace contextRef="#ctx0" brushRef="#br0" timeOffset="76246.201">25786 1444 7112 0,'0'0'7121'0,"0"0"-6249"15,0 0-684-15,0 0 564 16,0 0 700-16,0 0-340 0,8 76-448 0,-8-52-272 0,0-6-196 16,0 8-72-16,-4-1-112 15,-12 3-8-15,0 4-4 16,-7 3-8-16,-9 3-312 16,-5 4-192-16,-3-4-80 0,1-4 112 0,-1-5 220 15,0-4 0-15,0-6-452 0,1 0-644 0,2-8-780 0,1-5-1917 16,13-4-3219-16,-13-4 5233 0</inkml:trace>
  <inkml:trace contextRef="#ctx0" brushRef="#br0" timeOffset="76779.066">24288 613 2692 0,'0'0'9353'16,"0"0"-6941"-16,0 0-788 0,0 0-384 15,0 0-40-15,0 0-328 0,0 0-420 0,0 0 0 0,0 0 88 16,16 79-44-16,-16-38-204 16,0 0-108-16,-4 6-111 0,-4 2-33 0,-4-2-40 15,0-2-60-15,4-5-73 0,-4-4-307 16,8-8 124-16,0-8 120 0,4-8-60 0,0-2-36 16,0-7-12-16,0-3 96 0,0 3 108 15,4-3-132-15,0 0 36 0,4 0 48 16,0-6 148-16,4 3-8 0,0-4 8 15,0 1-4-15,4 3-4 0,0-3-40 0,-5 2-16 16,2 1 40-16,2 3 24 0,-6 0 148 16,2 0-52-16,-3 7 40 0,1-1-60 15,-5-3 8-15,3 3 76 0,-7 1 72 16,0-1-12-16,0 0-48 0,0 1 0 0,0-1 24 16,-11 1-28-16,2 2-132 15,-6-3-36-15,2 0-192 0,-2 1-164 16,-2-3-96-16,2-4-76 0,-2 0 0 0,6 0-52 15,-2-4-64 1,2-3-288-16,7-5-1072 0,-4-7-2253 16,8 6-1151-16,0-15 1696 0</inkml:trace>
  <inkml:trace contextRef="#ctx0" brushRef="#br0" timeOffset="76962.04">24670 1000 3420 0,'0'0'6704'15,"0"0"-4491"-15,0 0-301 0,0 0 28 0,0 0-180 16,0 0-392-16,0 0-512 0,0 0-392 16,-4 70-220-16,-3-57-244 0,-6-1-12 15,2-2-380-15,-1-1-440 0,3 1-212 16,-2-4-452-16,3 1-1220 16,-5-5-2617-16,6-2-3463 0</inkml:trace>
  <inkml:trace contextRef="#ctx0" brushRef="#br0" timeOffset="77100.168">24603 870 2656 0,'0'0'9745'0,"0"0"-7593"0,0 0-704 0,0 0 128 0,0 0-280 16,0 0-560-16,79-3-624 0,-63 3-112 0,5 0-172 0,-6 0-392 16,5 3-512-16,0 3-440 15,-4 4-1492-15,-1-4-3101 0</inkml:trace>
  <inkml:trace contextRef="#ctx0" brushRef="#br0" timeOffset="77328.056">25009 1019 1552 0,'0'0'1772'0,"0"0"4012"0,0 0-3575 0,0 0-33 16,0 0-340-16,-4 73-316 0,4-51-316 16,-4-3-316-16,4 6-224 15,0-2 144-15,-4 5-224 0,1-2-232 0,-2 2-84 16,-3 1-132-16,4-1-64 0,-4-2-23 15,1-7-45-15,2 0 44 0,-3-7-40 0,4-6-4 16,0 1-4-16,1-3-72 16,-1-1-137-16,-5-3-131 0,1 0-72 15,1 0-172-15,-1 0-300 0,-5-7-320 0,6-8-828 16,-1 5-2696-16,-1-22-3073 0</inkml:trace>
  <inkml:trace contextRef="#ctx0" brushRef="#br0" timeOffset="77479.314">25097 720 4136 0,'0'0'6408'15,"0"0"-3279"-15,0 0-1333 0,0 0 196 0,0 0-104 16,0 0-728 0,0 0-720-16,0 0-416 0,75-22-24 15,-59 22-244-15,5-3-512 0,2 0-424 0,-7 3-976 0,8 0-4305 0</inkml:trace>
  <inkml:trace contextRef="#ctx0" brushRef="#br0" timeOffset="78121.268">26615 1238 1632 0,'0'0'10569'0,"0"0"-8529"16,0 0-780-16,0 0 372 16,0 0-48-16,0 0-248 0,0 0-432 0,0 0-308 0,67 86-207 15,-62-61-61-15,3 3-96 0,-5-3-52 16,1-1-52-16,0-6-128 16,-4-1-72-16,4-5 72 0,-4-6-84 0,4 4-184 15,-4-7-108-15,0-3-157 0,0 3-247 16,5-3-160-16,-5-3-596 0,0 0-1564 15,0-13-3801-15</inkml:trace>
  <inkml:trace contextRef="#ctx0" brushRef="#br0" timeOffset="78311.376">26714 911 14041 0,'0'0'2648'16,"0"0"-1244"-16,0 0-580 0,0 0 464 0,0 0 28 15,0 0-503-15,0 0-329 16,76-6-276-16,-52 2-208 0,-4 4-88 16,0 0-72-16,-5 7-228 0,-2-1-365 0,-2 7-391 15,-2 2-792-15,-5-2-2848 16,-8 15-4289-16</inkml:trace>
  <inkml:trace contextRef="#ctx0" brushRef="#br0" timeOffset="78598.01">27017 1083 7868 0,'0'0'6185'16,"0"0"-5073"-16,0 0-232 0,0 0 300 15,0 0 216-15,0 0-300 0,60 75-376 16,-48-45-268-16,-4-2-88 0,0 7-84 16,-1-3-24-16,-3-1-63 0,5 1-21 15,-9-4-16-15,0 0-84 0,0-2-64 16,0-3-8-16,0-11-4 0,0-2 4 15,0-7 0-15,0-3 48 0,0 0 52 0,0 0-28 16,0 0 72-16,0-3 40 0,4 0 20 16,0-6 12-16,7-8-56 0,2-1-136 15,2-12-24-15,-2-4-292 0,2-8-144 16,-2 1-168-16,-6 0-237 0,1-3-351 16,-4 2-824-16,0 10-2304 0,1-12-3221 15</inkml:trace>
  <inkml:trace contextRef="#ctx0" brushRef="#br0" timeOffset="78878.235">27396 1009 8988 0,'0'0'5497'0,"0"0"-4449"0,0 0-268 16,0 0 368-16,40 70 372 16,-25-47-248-16,-2 2-492 0,2 0-440 0,-2 0-180 15,2 5 24-15,-2-2-184 16,-6-2-4-16,1 2-60 0,-4-3 64 15,0 0-60-15,-4-2-132 0,0-4-28 0,-4-4 84 16,4-2 136-16,-4-3-4 0,4-3 4 16,0-5 52-16,0 2 20 15,0-4 36-15,0 0-64 0,0-6-40 0,0-4 40 0,8-4-44 16,4-7 0-16,4-2 0 16,0-8-12-16,3-7-340 0,2 0-88 15,-1-4-36-15,-1 4-160 0,1 0-212 0,5 7-512 16,-6 2-760-16,1 7-2004 0,-3 6-1689 0,-2 6 634 15</inkml:trace>
  <inkml:trace contextRef="#ctx0" brushRef="#br0" timeOffset="79294.738">28412 1044 4700 0,'0'0'5108'16,"0"0"-2571"-16,0 0-409 0,0 0-76 15,16 76-264-15,-13-34-396 0,-3 9-332 16,-3 9-136-16,-5 13-255 0,-5 2-121 16,2 6 32-16,-1 5-124 0,3-1-236 15,-2 4-76-15,-1-3-48 0,7-1-96 0,-2-11-36 16,7-14-156-16,0-13-100 0,0-15 52 15,0-9-76-15,7-11-92 16,-2-5-116-16,3-7-81 0,0 0-99 16,-4-14-496-16,3-4-1336 0,6-11-2464 15,-9 7-1689-15</inkml:trace>
  <inkml:trace contextRef="#ctx0" brushRef="#br0" timeOffset="79506.001">28483 1127 888 0,'0'0'11925'16,"0"0"-8885"-16,0 0-1696 0,0 0-776 0,0 0 176 0,0 0 460 16,0 0-364-16,0 0-276 15,0 0-200-15,0 0-160 0,72 19-192 16,-60-10-12-16,-4 7-60 0,0-3 12 0,-4 5-72 16,-4-1-244-16,0 2-124 15,-8 4-172-15,-8 2-260 0,-4-3-204 16,0 0-492-16,5 0-1076 0,2-9-2005 0,5-7-1819 15,4-6 4125-15</inkml:trace>
  <inkml:trace contextRef="#ctx0" brushRef="#br0" timeOffset="79768.318">28675 1251 3636 0,'0'0'116'0,"0"0"4680"0,0 0-1991 0,0 0-693 0,44 66-528 0,-36-44 88 16,-5 4-32-16,1-7-388 15,-4-3-444-15,4-7-392 0,0 1-212 0,5-8-92 16,-2-2-64-16,1 0-48 0,12-2-108 15,0-10-344-15,4-5-196 0,0-4-212 16,-4-2-88-16,0 1-80 0,-4 3 40 16,-8 3 272-16,-4 3 200 0,-4 4 488 15,-4-1 28-15,-8 7 708 0,-4 0 196 0,-5 3-216 16,2 6-68-16,-5 4-140 16,4 2-12-16,-3 1-48 0,2 3-88 0,5 0-88 15,0-3-76-15,0-1-168 0,8-6-124 16,4 4-304-16,1-6-456 0,3-2-168 15,3-2-108-15,5-9-544 0,5-1-1384 16,15-18-2897-16</inkml:trace>
  <inkml:trace contextRef="#ctx0" brushRef="#br0" timeOffset="80263.139">29204 596 8564 0,'0'0'4837'15,"0"0"-3353"-15,0 0-1092 0,-15 83 472 0,2-42 1072 0,6 10-8 16,-1 3-476-16,-5 4-615 0,2-2-497 16,-1 5-340-16,0-7-24 0,4 0-596 15,0-7-253-15,8-6-67 0,0-11 44 16,16-5 160-16,4-6-268 0,0-10-632 0,3-2-408 16,5-7 512-16,-4 0 440 0,0-3-573 15,1-4-23-15,-6 7 1688 16,-3 0 652-16,-4 0 836 0,0 10 189 0,-4-4-153 15,-4 10-168-15,4 0-196 0,-8 4-256 16,4-2-216-16,-4 1-216 0,0 0-140 16,0-3 0-16,3-4-48 0,2 1 24 15,3-3 12-15,0-4 120 0,-1 4 172 16,2-7-236-16,3 3-132 16,-5 1-96-16,2 2-16 0,3-3-20 0,-1 7-16 0,2-4-36 15,-2 4-12-15,-3 3 0 16,1-3 16-16,-5-1 8 0,-1 2 1 0,-3-2-25 15,0 1 24-15,0 0-68 0,-7-1-4 16,-10 1-241-16,-3 3-39 16,-7-4 72-16,-6 4-72 0,1-6 112 0,1 2 80 0,4-2 88 15,-1-4 80-15,3-2 76 16,5-4 64-16,5-4-24 0,6-5-52 16,5-10-60-16,4-7-84 0,0-9-84 0,17-2-220 15,7-5 48-15,-1 1-96 0,5 3-40 16,4 3-96-16,-4 5-188 15,-4 3-520-15,-9 4-1556 0,-2 1-4025 0</inkml:trace>
  <inkml:trace contextRef="#ctx0" brushRef="#br0" timeOffset="81114.471">26579 807 3764 0,'0'0'1512'0,"0"0"2152"0,0 0-2240 16,0 0-611-16,16-71 23 0,-16 62 112 15,0-4 108-15,0 7-336 0,0 3-112 0,0 3-220 16,0 0-176-16,0 0 28 0,-5 6 16 16,-2 3-108-16,-1 10 64 15,-8 4 0-15,0 5 12 0,0 10 124 0,-4 4 160 0,-4 5-76 16,-4 10-164-16,0 7-20 15,0 6-100-15,-3 12-28 0,-5 4-8 0,4 3-112 16,4-3-12-16,8-4-100 0,4-13-72 16,9-8 4-16,7-10 180 0,0-13 236 15,0-9-116-15,7-10-120 0,1-6 0 16,5-7-96-16,-2-4 32 0,1-2 64 16,4 0 40-16,3-2-40 0,-2-4-12 15,3 0-112-15,-4-1-24 0,0 7-36 0,-1 2-52 16,2 15 236-16,-2 8 136 15,2 11 112-15,-6 8 84 0,6 3 72 16,-10 3-72-16,1 5-136 0,5-1-88 0,-6 4-108 16,-3-5 124-16,-4 4-52 15,0-6 12-15,-4 3-8 0,0-6-72 0,-8-1-4 16,4-1-208-16,-3-2-416 0,-2-4-52 16,5 2-88-16,1-8-64 15,-6 1-472-15,9-3-1020 0,4-7-2465 0,0-5-211 16</inkml:trace>
  <inkml:trace contextRef="#ctx0" brushRef="#br0" timeOffset="82446.16">31085 625 2872 0,'0'0'1020'15,"0"0"4848"-15,0 0-4127 0,0 0-341 16,0 0-268-16,0 0 196 0,0 0-20 16,0 0-412-16,0 0-340 0,0 0-212 15,4 10-172-15,-8 9 52 0,-8 13-4 16,-4 12-60-16,-7 14 12 0,-1 11 72 16,-8 11 4-16,-4 4 180 0,0 9 84 15,-4 2-220-15,-8 4-136 0,0 2-20 16,-4 4-124-16,1-3 0 0,3-4 0 15,0-5 92-15,8-15-104 0,4-7-4 0,8-14-68 16,9-19-76-16,6-7-44 0,6-15-100 16,3-6-172-16,4-7-208 0,4-3-224 0,12-3 68 15,3-13-600-15,9-9-1376 16,-4 6-3313-16,8-29-1455 0</inkml:trace>
  <inkml:trace contextRef="#ctx0" brushRef="#br0" timeOffset="82654.171">31193 1181 7552 0,'0'0'8549'0,"0"0"-7225"16,0 0-912-16,0 0 660 0,95 7 788 16,-59-1-447-16,8-4-469 0,4 2-268 0,4-4-156 15,-1 0-232-15,1-4-132 0,0-2-156 16,-5-3-60-16,2-1-348 0,-10-3-388 0,-3 4-244 15,-4-3-189-15,-8 5-799 16,-12 1-2380-16,-12 2-2565 0</inkml:trace>
  <inkml:trace contextRef="#ctx0" brushRef="#br0" timeOffset="82860.594">31464 1254 716 0,'0'0'10633'0,"0"0"-8561"0,-41 92-512 0,30-48-48 16,-6 14 376-16,6 2-404 0,-1 3-468 0,0 4-480 0,0 6-244 16,1 0-63-16,-6-3-81 0,6-10-108 0,2-5-40 15,5-17-8-15,0-10-152 16,4-9 15-16,0-10-171 0,0 1-136 0,4-10-132 0,0 0-136 16,0 0-152-16,4-10-300 15,0-2-816-15,4-11-1144 0,-4 4-3041 16,8-21 957-16</inkml:trace>
  <inkml:trace contextRef="#ctx0" brushRef="#br0" timeOffset="83080.268">31535 1295 364 0,'0'0'13177'0,"0"0"-11317"0,0 0-1396 16,0 0 168-16,12 67 872 0,-12-29-148 0,0 3-328 15,0 10-348-15,0 1-168 16,0 0-35-16,0 9-41 0,0 2-160 15,-4 1-180-15,-4 0-44 0,1-4-52 16,-6-3-4-16,2-9-96 0,-1-4-360 0,-1-6 36 16,6-6-37-16,-1-7-27 15,-1-8-36-15,5-9-88 0,4-4-244 0,0-4-728 16,0-4-2220-16,0-2-1741 0,0-2-1535 16,4-16 6560-16</inkml:trace>
  <inkml:trace contextRef="#ctx0" brushRef="#br0" timeOffset="83221.457">31556 1802 8008 0,'0'0'8093'16,"0"0"-6173"-16,0 0-1412 0,0 0-152 15,0 0 232-15,0 0 244 16,0 0 108-16,83 17-516 0,-48-20-424 16,2-4-316-16,3-6-548 0,-1-2-284 0,-3 3-604 0,-8-1-2328 15,7-4-3137-15</inkml:trace>
  <inkml:trace contextRef="#ctx0" brushRef="#br0" timeOffset="83430.208">31966 1870 7644 0,'0'0'5317'0,"0"0"-3213"0,-28 93-1436 0,20-49-136 0,0 9 1048 16,-4 8 304-16,0-1-556 0,3 0-596 16,-2 1-211-16,-1-5-157 15,0-1-120-15,4-5-148 0,-4-5-96 0,0-4 0 16,4 1-220-16,0-12-144 0,1 3 28 0,-2-8-93 15,1-9-67-15,5-3-100 16,3-10-212-16,0-3-136 0,0-7-528 16,0-8-724-16,3-4-496 0,5-10-1613 0,-4-2-1223 15,1 5 3700-15</inkml:trace>
  <inkml:trace contextRef="#ctx0" brushRef="#br0" timeOffset="83651.578">31914 1944 6400 0,'0'0'5033'0,"0"0"-2565"0,0 0-1304 0,0 0-96 16,0 0 580-16,0 0-316 16,76-17-484-16,-57 14-372 0,1 3-196 15,1-3-168-15,-6 3-112 0,1 0-64 0,-4 3-8 16,-4 3-24-16,-4 1 20 0,0 0-8 16,-4 5 76-16,-4 3 8 0,-8 2 0 15,-3 2-56-15,-6 0-140 0,-3 3-100 16,0-7-144-16,-4 2-100 0,5-5-148 15,3-6-268-15,-1-2-472 0,10-4-1176 0,3-7-2541 16,-1 1-827-16,9-23 5280 0</inkml:trace>
  <inkml:trace contextRef="#ctx0" brushRef="#br0" timeOffset="83952.377">32301 1667 808 0,'0'0'12613'0,"0"0"-10761"0,0 0-868 0,0 0 324 0,0 0 344 15,24 70-220-15,-24-42-472 0,0 1-363 16,0-2-269-16,-5 0-196 0,-3-2-52 16,4-6-80-16,0-3-12 15,-3-7-60-15,3 1-60 0,4-4-100 0,0-2-60 0,0-4-73 16,0 0-179-16,4-7 128 16,3-2 124-16,9-4 96 0,0-3 188 15,0-3-64-15,4 3-76 0,-4 0 36 0,0 7 64 16,0 3 48-16,-8 1 208 0,0 5-24 15,-5 0 0-15,6 7 96 0,-5 3-36 16,0-4-36-16,0 4 8 0,-4 3-92 0,0 0-56 16,0-1-68-16,0 4-208 15,-4-3-204-15,0 3-272 0,0-1-320 16,-1 2-576-16,1-5-2708 0,1 3-4677 0</inkml:trace>
  <inkml:trace contextRef="#ctx0" brushRef="#br0" timeOffset="84763.043">32826 802 11161 0,'0'0'5684'16,"0"0"-4452"-16,0 0-816 0,0 0-204 15,0 0 512-15,0 0 280 0,0 0-480 16,0 0-376-16,0 0-148 15,0 0-52-15,0 0 48 16,52-25-80-16,-36 19 12 0,0 0 64 0,0 3-68 0,4 3 68 16,-8 0 8-16,4 7 52 15,-4 7 92-15,-1 10 4 0,2 7 132 0,-6 4-100 16,1 9-8-16,-8 1-124 0,0 2-36 16,0 1 85-16,-8 3-89 0,-3 3 40 0,-2-3-40 15,-2-1 44-15,-5 1 8 0,-5 0 108 16,-3 0 292-16,1 0 108 0,-1-1-228 15,1-2-124-15,2-4-56 0,5-2-100 0,5-8-60 16,2-5 8-16,5-6 4 0,1-4-12 16,7-6-72-16,0-5-244 0,0 6 0 15,11-5 40-15,2 0 144 0,-2 1-16 16,6-3 52-16,-2-5 12 0,2 5 12 0,-6-4 64 16,1 0 0-16,0 0 4 15,0 4-4-15,-4-1 8 0,0 4 8 16,0 3 52-16,4-1 24 0,-4 7 124 0,0 3-124 15,0 8 0-15,-1-5-72 0,-3 3 48 16,1 0-52-16,-1 1 64 16,0 0-72-16,-4-1 4 0,4 5 56 0,-4-5-48 15,0 2 60 1,0 6 40-16,0-1-4 16,0 6 12-16,0-3-24 0,0 4-48 0,-4 2 0 15,0-3-48-15,4 5 0 0,0-2-60 0,-4 3 40 0,-1-3 16 16,1 4-40-16,-3 0-64 0,-1-2 100 0,4 0 8 15,-5-2 0-15,6 1 8 0,-5 2 4 32,0-5 36-32,0-1 60 0,-4 0-100 0,0-3 4 15,0 0-12-15,4 4 8 0,-3-5 88 0,2-5-80 0,1 0 20 16,0-9-36-16,5-4-136 0,3-11-8 16,0-1-36-16,0-3-136 0,0-4-120 0,0-4-72 15,0-3 108-15,0-1-85 0,0-5-319 16,-4 1-580-16,0-11-1428 15,-1 6-2797-15,-7-11-4403 0</inkml:trace>
  <inkml:trace contextRef="#ctx0" brushRef="#br0" timeOffset="85826.524">27017 2996 4028 0,'0'0'0'0,"0"0"248"0,0 0 3860 15,0 0-2440-15,0 0-107 0,0 0-165 16,0 0 28-16,0 0-148 0,0 0-248 16,0 0-80-16,-68-14-60 0,64 14-152 0,-3 6-220 15,3 2-220-15,-5 6-100 0,5 2-40 16,0 3-20-16,4 0-40 0,-3 3-12 15,3 0-76-15,0-3 56 0,0-2-16 16,0-5-48-16,0-3 0 0,0-3-8 16,0 0-80-16,0-1 4 0,0-5 12 15,3 2-12-15,5-2 32 0,-4 0 40 16,9 0-168-16,-6 0-140 0,5-7 16 0,0-1 56 16,0-3 40-16,4-1 0 15,-4-1 36-15,1-3-12 0,-6 1-28 16,1-1 28-16,-8 0-52 0,0-3 4 0,0 3 108 15,-4 0 120-15,-7 0 4 0,-2 7 84 16,1-1 28-16,0 3 136 16,4 5-24-16,0 2-224 0,-4 0-28 0,8 0-180 15,-4 0-52-15,4 2-112 0,1 3-264 16,3-3-580-16,0 2-1012 0,0-1-1729 0,3-3-1899 16</inkml:trace>
  <inkml:trace contextRef="#ctx0" brushRef="#br0" timeOffset="85980.191">27192 3051 10660 0,'0'0'2045'16,"0"0"-633"-16,0 0 392 0,0 0-104 0,0 0-588 15,88 19-400-15,-64-22-232 16,0-7-224-16,0-2-160 0,4-7-96 16,0 0-612-16,0-4-260 0,-4 2-376 0,-5 2-552 15,-6 2-1432-15,-2 1-3017 0</inkml:trace>
  <inkml:trace contextRef="#ctx0" brushRef="#br0" timeOffset="86227.95">27376 2807 1264 0,'0'0'1096'0,"0"0"-416"0,0 0-212 15,0 0 4224-15,0 0-2992 0,0 0-579 0,-80 60-233 16,72-35 328-16,4 10 80 0,0 3 92 16,4 10-136-16,0 6-124 0,0 2-152 15,0 9-364-15,4 1-220 0,-4 1-160 16,0-4-184-16,0-2-48 0,4-8-72 15,-4-2-28-15,0-6-32 0,0-7-100 0,0 0-4 16,0-10-20-16,0 1 0 0,0-7-40 16,-4-6-48-16,0-4 8 0,0-1-8 15,-4-8-4-15,0 0-12 0,0-3 12 16,1 0-76-16,-2-6-244 16,1-7-508-16,0-6-476 0,1-3-997 0,-2-7-2255 15,5 6 268-15</inkml:trace>
  <inkml:trace contextRef="#ctx0" brushRef="#br0" timeOffset="86965.826">28312 3226 1284 0,'0'0'1500'0,"0"0"5560"0,0 0-5499 15,0 0-521-15,0 0-32 0,0 0 488 0,0 0-340 16,0 0-316-16,-79-42-256 0,58 46-136 15,6 8-104-15,-5 7-20 0,-1 10 32 16,2 5 292-16,3 5 40 0,0 5-176 16,4-2-112-16,0-1 12 0,8-7-7 15,0-4-129-15,4-12-80 0,0-2-76 16,12-10-108-16,0-2-12 0,8-4-52 0,4-7-132 16,4-8-92-16,4-10-101 0,0-5-63 15,-1-4-132-15,1-4-84 0,0 0-8 16,0 3 12-16,-4-1-48 15,4 2 16-15,-4-4-72 0,-5 0 88 16,5-6 152-16,-4-2 112 0,-4 2 268 0,-4-3 136 16,-4 3 240-16,-8-2 388 0,4 5-24 15,-8 0 56-15,0 2-236 0,0 8 96 16,0 10 12-16,-4 7 132 0,4 8-40 16,-4 6-172-16,4 0-208 0,0 6-160 15,-4 8-80-15,0 11 184 0,-4 9 80 0,-4 11 36 16,1 11 100-16,-2 5 225 0,-2 6-277 15,-6 3-204-15,1-3-124 0,5-4-24 0,2-6-76 16,2-6-32-16,3-7-340 16,0-9-109-16,8-6 9 0,0-7-36 0,0-6-52 15,4-7-236-15,4-2-448 16,3-4-752-16,6-3-1800 0,-2-7-1277 0,-2-2-759 16,11-7 5129-16</inkml:trace>
  <inkml:trace contextRef="#ctx0" brushRef="#br0" timeOffset="87278.558">28663 3416 6216 0,'0'0'5021'0,"0"0"-1109"0,0 0-2920 16,0 0-372-16,8 73 424 0,-4-64 520 16,-1 2-380-16,1-8-536 0,5-3-332 0,2 0-48 15,6 0-27-15,2-10-241 0,9-6-108 16,-4-3-197-16,4-3-95 0,-5-4-148 16,5 1-64-16,-7 0 88 0,-5 2 56 15,-4 4 136-15,-8-3 136 0,-1 3 192 0,-3 0 4 16,0 0 84-16,-7 3 200 0,-5 0 48 15,0 3-24-15,4 6-64 16,-4 5 136-16,0 2-184 0,0 2-112 0,0 12-80 16,-4 2 8-16,0 3 136 0,4 3 56 15,-4 3-8-15,4 0-84 0,1 2-100 16,-2-2-12-16,1 0-12 0,9-3-88 0,-5-3-8 16,3-3-196-16,5-7-100 15,0 1-72-15,0-4-64 0,0-3 60 0,9 4-28 16,2-7-184-16,1 3-528 0,0-3-408 15,8 0-700-15,-4-3-1949 16,8-4-2579-16,-8 4 6088 0</inkml:trace>
  <inkml:trace contextRef="#ctx0" brushRef="#br0" timeOffset="87727.631">29077 3394 692 0,'0'0'1172'0,"0"0"-152"0,0 0 6364 0,0 0-5631 15,0 0-397-15,0 0 12 0,0 0 160 16,0 0-24-16,0 0-440 0,0 0-340 16,0 0-224-16,-88 16-120 0,69 6-76 15,2 0 24-15,2 3 148 0,6-6 37 0,-2-3-333 16,7-7-180-16,4 2-52 16,0-8-32-16,0-3-4 0,8 0-153 0,3 0 21 15,6-7-84-15,3-2 0 16,3-3 0-16,-3-5 36 0,4 1-40 15,0 4 76-15,-4 2-36 0,0 4 72 0,-5 3 24 16,2 3-12-16,-6 0 136 0,-2 12 48 16,3 4 132-16,-5 6 4 15,-3 6 24-15,5 1 12 0,-9 7 84 0,0-1-132 16,0-1 84-16,0 4 36 0,-9 1 12 16,5 2 0-16,-7-3-36 0,-2 0-4 15,2-3-44-15,-5 3-16 0,0-3-20 0,-4-3 21 16,4-4-9-16,5-5-52 0,-6-1-24 15,9-9-24-15,0-4-36 0,0-3 48 16,0-3-60-16,4-3-4 0,-3 0-176 16,-2-6-28-16,5-4 15 0,-4-5-15 0,5-7 40 15,-1-10-88-15,-5-3-160 0,5-10 52 16,4-6 20-16,0-9-488 16,4 0-376-16,9-7-1404 0,-2 7-3445 0,2 16-2523 15,10-7 8016-15</inkml:trace>
  <inkml:trace contextRef="#ctx0" brushRef="#br0" timeOffset="88312.955">29328 3394 7856 0,'0'0'4985'15,"0"0"-3029"-15,0 0-1352 0,0 0 256 0,0 0 420 16,0 0 80-16,0 0-452 0,0 0-480 16,0 0-268-16,0 0-160 15,0 0-68-15,0 0-92 0,60 6 36 0,-53-3 52 16,-2 1 24-16,-1-1-28 0,4-3 16 0,-4 3-24 15,-4 0 72-15,3 0 12 0,1-3 4 16,-4 0 8-16,5 0 36 16,-5 0 0-16,0 0 24 0,0 0 28 0,0 0-16 15,0 0-20-15,0 4-64 16,0-4-48-16,0 0-60 0,4 0-40 0,-4 0 144 16,4 3 4-16,-4-3-48 0,4 3 40 0,0 0 8 15,-1 3 104-15,-3-3 68 16,4 4-36-16,0-1 24 0,-4-3-4 15,0 4-80-15,5-1 80 0,-5 0-8 0,0 0-40 16,4 1-12-16,-4-1-8 0,0 1-28 16,4 3 0-16,-4-1-12 15,0 4-36-15,0-5 0 0,0 2-4 0,0 1 0 16,0-3 4-16,-4 3 0 0,0-5 36 16,-1 2-44-16,1-1-4 0,0-3 4 15,4-1 4-15,0 0 40 0,0 0-40 16,0-3 0-16,0 0 4 0,0 0 48 0,0 0-12 15,0 0 0-15,0 0-36 0,0 0 40 16,0 0-52-16,0-3-4 0,0 0 0 16,0 0 4-16,4-4 44 0,0-2-44 15,1-5-72-15,-1 2 20 0,3-4 4 16,-3-3 44-16,4 3 4 0,5-3-60 16,-6-3-24-16,5 0-64 0,0 0-144 15,4-4-12-15,-4 0 0 0,4 5 48 0,-4 2 12 16,0 3 96-16,-4 4 24 15,-1 1-8-15,2 5-28 0,-1 6-12 16,-4-3-160-16,-4 3-100 0,0 0-88 0,0 0-200 16,0 6-332-16,0 1-468 15,0 0-788-15,0 1-705 0,0-2-2011 0</inkml:trace>
  <inkml:trace contextRef="#ctx0" brushRef="#br0" timeOffset="88972.858">29726 3445 2760 0,'0'0'432'16,"0"0"9685"-16,0 0-7953 0,0 0-1080 15,0 0-200-15,0 0 620 0,8 69-324 16,1-62-316-16,2-1-364 0,6-3-220 0,-2-3-15 15,5 0-117-15,0 0-148 16,4-7-24-16,0-2-60 0,-4-3-185 0,-1-4-219 16,-2 3-12-16,-6-3 28 0,2 0 80 15,-5 4 60-15,-1-4-36 0,-3 3 172 16,-4 1 196-16,0-1 172 0,0 1-24 16,-7-5-36-16,-1 5 20 0,-5-1 76 15,2 1-48-15,-1 1-12 0,3 2 8 16,2 2-20-16,-5 4 0 0,3 3-88 15,-2 7-40-15,-6 5 4 0,-2 7 120 0,3 8 88 16,-7 4 48-16,-2 4-12 0,1 0-24 16,8 2-111-16,-3-2-85 0,6-6-36 15,5-7-97-15,8-6-3 0,0-4 4 16,4-1-196-16,13-8-208 0,7-3-132 16,-1 0-116-16,9-14-484 0,-4 2-1400 15,12-9-3469-15</inkml:trace>
  <inkml:trace contextRef="#ctx0" brushRef="#br0" timeOffset="89286.506">30097 3441 4712 0,'0'0'10289'0,"0"0"-8269"15,0 0-1336-15,0 0 56 0,-40 68 1212 16,36-56-359-16,4-6-709 0,0-3-532 16,0-3-268-16,12 0 136 0,0 0-112 15,4 0-108-15,4-7-292 0,4-4-116 16,-4-3-52-16,0-2 36 0,-1 1-65 0,-2 2-11 15,-10 0 100-15,6 4 96 0,-9 0 84 16,-4 2 144-16,0 1 72 16,0 6 8-16,-8 0 324 0,-5 0-144 0,-2 6-28 15,-5 7 64-15,-4 9 12 0,-4 0 84 16,4 0 49-16,0 4-25 0,4-5-124 16,5 5-80-16,2-6-12 0,5-5-124 0,4-2-108 15,4-3-12-15,0-4-64 0,8 0-32 0,12-6-89 16,5 0-87-1,10 0-80-15,13-3 104 0,4-3 16 0,0-7-1540 16,-9 7-3416-16,17-13-2925 0</inkml:trace>
  <inkml:trace contextRef="#ctx0" brushRef="#br0" timeOffset="89561.804">30826 2791 9772 0,'0'0'6341'16,"0"0"-5573"-16,0 0-532 0,0 0 620 16,0 0 792-16,0 0-316 15,0 0-371-15,-11 76-173 0,18-48-100 0,1 4 16 0,4 4-152 16,0 4-200-16,0 5-76 0,0 2 0 16,0 4-84-16,-4 3-120 15,0 0-68-15,-8 6 36 0,0 3-40 0,0 5-8 16,-5 4 0-16,-6 2-4 0,-1-1-84 15,-4 0-60-15,4-7-108 0,0 1-72 16,0-9-52-16,8-4-128 0,0-10 80 16,1-3-24-16,3-10-96 0,0-1-293 15,3-9-599-15,5-4-1308 0,0-5-3296 16,4-2-4485-16</inkml:trace>
  <inkml:trace contextRef="#ctx0" brushRef="#br0" timeOffset="90435.831">31806 3323 148 0,'0'0'2816'16,"0"0"3892"-16,0 0-4735 0,0 0-57 0,0 0-484 15,0 0 180-15,0 0-296 16,0 0-252-16,0 0-232 0,0 0-172 0,72 93-148 16,-64-58 48-16,-8 6 1 0,0 4-161 15,-8 0-148-15,0-8-56 0,0-2-76 16,4-7-116-16,4-5-4 0,0-7-4 0,0-10-44 16,0 1-60-16,0-7-220 0,0 0 0 15,0 0-109-15,0 0 25 16,4-7-4-16,-4 1 136 0,12-6 160 0,-4-5 20 15,8-2 4-15,0 0-64 0,0-3-36 16,-1-7 88-16,6 3-40 0,-1-5 52 16,-1-1 32-16,2 0 16 0,-1 4 48 15,-5 0 84-15,2 5 16 0,-2 4-4 16,-3 6 112-16,0 5 88 0,-8 8 20 0,4 0-72 16,-8 0-24-16,7 2-16 0,-2 8 64 15,3 6 61-15,0 3-61 16,-1 3-76-16,2 0-44 0,-1 6-88 0,0-1-60 15,-5-2-12-15,6-3-60 0,-5 6-88 16,0-2-216-16,0 2-49 0,0-2-99 16,-1-1-132-16,1 0-104 0,0 1-88 0,1-7-512 15,-1-1-640-15,-4-1-704 0,4-4-2737 16</inkml:trace>
  <inkml:trace contextRef="#ctx0" brushRef="#br0" timeOffset="90621.358">32759 3928 16905 0,'0'0'3780'0,"0"0"-3124"16,0 0-460-16,0 0-12 15,0 0 193-15,0 0-161 0,0 0-216 0,0 0-801 16,0 0-355-16,0 0-280 0,0 0-2284 0,0-14-6197 15</inkml:trace>
  <inkml:trace contextRef="#ctx0" brushRef="#br0" timeOffset="103962.813">19005 3400 5916 0,'0'0'244'0,"0"0"4745"15,0 0-4445-15,0 0-72 16,0 0 704-16,0 0 260 0,-81-73-304 16,70 67-464-16,3 2-60 0,0 1 124 0,4 3-124 15,4 0-276-15,0 7-320 0,0 9-8 16,4 10 132-16,4 11 96 0,0 11 112 15,3 9-248-15,6 1 16 0,-6 2-44 16,6-4-68-16,-2-8-120 0,2-10 20 16,3-7 100-16,-1-8 0 15,2-7 4-15,3-3-16 0,-1-10-96 0,1-3 108 16,4 0 48-16,0-6-36 0,8-10 112 0,-1-6-120 16,6-3-4-16,-2-8-72 15,5 1-160-15,4-3 24 0,-5 1-52 0,6 2 40 16,-6 0 36-16,2 4 48 0,-2 2 60 0,5 1-8 15,-1 6 40-15,13 0 36 16,0 6 16-16,0 4 8 0,4 2-16 0,-8 7 0 16,0 0 4-16,-9 13 128 0,-7 6 68 15,-4 0 44-15,-4 6-84 0,-8 3-152 16,-5 5 116-16,-2-5-60 0,-6 4-28 16,-3 0-24-16,-8-4 84 0,5-6-84 15,-5-2 0-15,0-5-12 0,0-8-76 16,0-3-36-16,0-2 52 0,0-2-124 15,0 0 96-15,0-2 84 0,4-5-44 0,0-7-148 16,3-5-100-16,5-6 72 0,4-3-12 16,5-4-196-16,2 1-128 15,1 1 84-15,4 5 196 0,0 7 208 0,4 1 72 16,-1 9 0-16,1 4 12 16,4 4 256-16,-4 7-32 0,0 4-100 0,-1 8 252 15,-3 2 48-15,4-2-16 0,-4-1-112 16,0-2-12-16,4 0-96 0,-4-7-28 0,8-2-76 15,-1-7 128-15,10-7-28 0,-2-5-60 16,2-10-40-16,2-1-84 0,-3-2-12 16,-4 0-84-16,-1-4-28 0,-7 6-356 0,-4 5-48 15,-7-1-16-15,-2 3-200 16,-7 3-344-16,-8 7-928 0,0-1-952 0,-4 0-2657 16</inkml:trace>
  <inkml:trace contextRef="#ctx0" brushRef="#br0" timeOffset="104426.187">20275 4416 1032 0,'0'0'10865'15,"0"0"-9345"-15,0 0-820 0,0 0 24 0,-35 68 800 16,35-41-304-16,0 4-256 0,3 9-336 16,10-3-200-16,2-2-220 0,2-3-24 15,7-7-176-15,-5-5-4 0,5-9 4 16,4-4 76-16,0-7 40 0,0-2 48 15,4-14 36-15,0-6 12 16,-4-3-184-16,-5-8-36 16,1 1-232-16,-3 4-72 0,-6-2-40 0,-2 5 64 15,-6 3-16-15,1 6 40 0,-4-3 20 16,-4 4-20-16,-8 2 192 0,-3-3 64 0,-6 4 64 0,-7-1-16 16,1 6 24-16,-1 0 100 0,3 7 64 15,2 0 72-15,-1 11-140 16,3 1-140-16,6 7-28 0,-5 0-64 0,8 1-144 15,0-1-48-15,0-1-164 0,8-4-444 16,0-6-368-16,0-4-768 0,12-4-344 16,4-4-709-16,0-1-2303 0</inkml:trace>
  <inkml:trace contextRef="#ctx0" brushRef="#br0" timeOffset="104663.057">20762 4328 1408 0,'0'0'1424'15,"0"0"7317"-15,0 0-7397 0,0 0-592 16,0 0 324-16,84 47 208 0,-73-28-256 15,2 3-268-15,-6 0-108 0,-3 0-24 16,0 4-136-16,0-1-172 0,-4 0-28 16,4 0-36-16,-4-4-96 0,0-2-88 15,0-4 28-15,0-5-100 0,0-4 0 16,0-3 48-16,0-3 108 0,0 0 64 0,0 0 48 16,0-3 253-16,0-3-145 15,0-4-288-15,0-5-88 0,5-4-232 0,-1-4 112 16,7-5-40-16,-3 2-33 0,4 0-3 0,0 4-24 15,-1 0-204-15,6-3-224 0,-1 6-208 16,0-4-524-16,4-3-952 0,-8 12-2380 16,8-16-2517-16</inkml:trace>
  <inkml:trace contextRef="#ctx0" brushRef="#br0" timeOffset="104890.142">21236 3949 1332 0,'0'0'8980'0,"0"0"-7523"16,0 0-509-16,0 0-120 0,0 0 328 15,0 0-236-15,0 0-532 0,0 0-384 16,0 0-4-16,0 0-76 0,0 0-36 16,0 0-100-16,0 0-16 0,0 4 40 15,0-4-52-15,0 0-596 0,0 3-360 16,-5 0-292-16,5 1-149 0,-3 1-335 0,-1-2-940 15,0 4-1592-15,-4-1 4220 0,32-41 156 16</inkml:trace>
  <inkml:trace contextRef="#ctx0" brushRef="#br0" timeOffset="105810.968">19220 4235 1264 0,'0'0'928'15,"0"0"7352"-15,0 0-6915 0,0 0-557 0,0 0 388 16,0 0 284-16,0 0-356 0,0 0-552 16,0 0-300-16,0 0-184 15,-84-9-88-15,56 25-28 0,1 2 28 0,-1 8 48 16,0-1 100-16,0 6-84 0,4 2-4 16,0 2-8-16,-4 3-52 15,8 6-8-15,-4 0 0 0,8 4-80 0,4 0-48 0,1-7-40 16,11-3 164-16,0-7 12 15,4-7 64-15,3-6 72 0,14-1 124 16,-6-5-124-16,5-2-24 0,4-7-52 0,-1 0-60 16,5-3 100-16,0-3 0 15,-3-7-16-15,3-5 28 0,-4 2 12 0,-1-7-76 0,-7 5-32 16,0-2 32-16,-8 5-48 16,-8-1-40-16,0 7-232 0,0-1-12 15,-4 1-88-15,-8 3 112 0,0 0-52 0,-4-4-60 16,1 1 8-16,-6 3 36 0,6-3 100 15,-5 2 16-15,3 1 100 16,6 3-64-16,-5 0 124 0,4 0-212 0,4 3-64 16,4 4-392-16,-4-1-264 15,3 0-552-15,5 1-813 0,0-1-1899 16</inkml:trace>
  <inkml:trace contextRef="#ctx0" brushRef="#br0" timeOffset="106011.855">19388 4594 7400 0,'0'0'2864'0,"0"0"-1279"0,0 0-165 0,0 0 128 0,0 0 264 15,0 0-432-15,0 0-332 16,86 25-348-16,-73-25-284 0,2 0-232 0,2 0-88 16,2-3-20-16,-2-3-76 15,7-1-108-15,-5-2-296 0,1 3-452 16,-3 0-292-16,2 2-432 0,-3 1-1364 0,-4 0-3253 15</inkml:trace>
  <inkml:trace contextRef="#ctx0" brushRef="#br0" timeOffset="106908.439">21328 3968 248 0,'0'0'6828'0,"0"0"-3948"0,0 0-1167 15,0 0-625-15,0 0-52 0,0 0 228 16,0 0-184-16,0 0-252 0,0 0-256 16,0 0-188-16,0 0 52 0,0 0 32 15,8 83 48-15,-4-45-52 0,-1 7-60 16,-3 3-24-16,0-1-76 0,0 1-84 0,0-1-136 15,-7 0 24-15,-1-2-60 0,-5 3-44 16,6-7-4-16,3-6-84 0,0-7-12 16,-1-8-28-16,5-5 4 0,0-8-76 15,0-4-96-15,0-3 48 0,0 0-36 0,9-3-16 16,-1-10 136-16,3 0-48 16,2-5 100-16,-2 1-52 0,2 2-24 0,-5-2 72 15,3 2-12-15,-3 2-12 0,1 8-48 16,2-2 36-16,-3 0 36 15,1 7 112-15,-2 0 48 0,1 0 52 0,0 0-24 16,-3 3 44-16,2 1-8 0,-3 3 12 16,0-2 112-16,-4 2-40 15,4 2 60-15,-4-3 16 0,0 4 8 0,0 0-48 16,-4-1-12-16,-4 0 0 0,1 1-60 16,-6-3-4-16,1 2-56 0,-4-2-96 15,1-1-4-15,2-3-68 0,-6 0-92 0,6 0-96 16,-2-3-76-16,2 0-156 15,2 0-188-15,3-6-88 0,4-3-252 0,-1-1-412 16,5-3-1448-16,0-6-2305 0,5 7-1291 16,7-11 5716-16</inkml:trace>
  <inkml:trace contextRef="#ctx0" brushRef="#br0" timeOffset="107077.115">21559 4394 1500 0,'0'0'8860'0,"0"0"-7495"0,0 0-405 0,0 0 188 16,0 0 472-16,0 0-276 0,0 0-352 15,67 70-124-15,-63-57-108 0,-4 2-196 16,0 2-236-16,0-5-240 0,0 1-88 16,-4 0-60-16,-4-1-344 0,1-3-296 15,-2-2-212-15,-3 0-352 0,5-7-820 16,-1 0-2449-16,-1-4-3351 0</inkml:trace>
  <inkml:trace contextRef="#ctx0" brushRef="#br0" timeOffset="107226.394">21667 4284 5216 0,'0'0'8617'0,"0"0"-7361"0,0 0-616 0,0 0 264 15,0 0 416-15,0 0-716 16,0 0-488-16,0 0-116 0,86 30-532 0,-65-42-424 16,7-6-812-16,0 1-3205 0,11-15-4999 15</inkml:trace>
  <inkml:trace contextRef="#ctx0" brushRef="#br0" timeOffset="107544.816">22184 4026 3968 0,'0'0'6896'16,"0"0"-3063"-16,-23 76-3117 0,14-44-12 0,1 9 1092 16,4 7 112-16,-3-4-652 0,3 3-572 15,-1 0-271-15,1 2-173 0,4-8-200 16,0-6-40-16,0-7-76 0,4-8-8 0,1-1 24 15,3-11-84-15,-5 3-16 16,1-5-193-16,-4-2-95 0,4-4-236 0,-4 0-88 0,0-7-356 16,0-2-184-16,-4-4-204 15,-3 0-416-15,-1-3-912 0,-9 1-381 0,-3-2 337 16,1 2 828-16,-5-5 1564 0,0-2 496 16,-4 0 2608-16,4-3-32 15,4 5-500-15,0 5-63 0,8 4-397 0,5 5-4 16,2 4-136-16,5-1-280 0,0 3-580 15,0 0-316-15,5-3-300 0,10-1-64 16,2 1-120-16,6-4-436 0,1-2-552 16,0 2-1188-16,8-5-4057 0</inkml:trace>
  <inkml:trace contextRef="#ctx0" brushRef="#br0" timeOffset="107825.302">22606 4232 7280 0,'0'0'7233'0,"0"0"-6033"0,0 0-96 0,0 0 828 16,0 0-8-16,0 0-671 0,-35 79-609 16,27-62-304-16,-1-3-112 0,5 3-144 15,-3-1-84-15,7 3-40 0,-4-3 28 16,4 0-48-16,0 0 12 0,8-1-48 16,3-2 84-16,2 3-88 0,7-4 16 0,-5 4-24 15,6-6-84-15,-6 0-40 0,2-4 88 16,-2 1 20-16,-2-1-45 0,-2 0-3 15,-3-4 88-15,-4 3 36 0,-4-3 48 16,0-2 60-16,0 4 136 0,-12-1-63 16,-3 4-25-16,-9 2-108 0,-4 3-120 15,-4 1-25-15,-9-3-211 0,-2 2-336 16,-4-2-260-16,-6-1-388 0,-6 1-952 16,10-4-3553-16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32767" units="deg"/>
          <inkml:channel name="T" type="integer" max="2.14748E9" units="dev"/>
        </inkml:traceFormat>
        <inkml:channelProperties>
          <inkml:channelProperty channel="X" name="resolution" value="3854.94116" units="1/cm"/>
          <inkml:channelProperty channel="Y" name="resolution" value="5461.1665" units="1/cm"/>
          <inkml:channelProperty channel="F" name="resolution" value="91.01945" units="1/deg"/>
          <inkml:channelProperty channel="T" name="resolution" value="1" units="1/dev"/>
        </inkml:channelProperties>
      </inkml:inkSource>
      <inkml:timestamp xml:id="ts0" timeString="2023-06-27T08:10:53.736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4147 2689 6036 0,'0'0'8'15,"0"0"4336"-15,0 0-2963 0,0 0 143 16,0 0-256-16,0 0 156 0,0 0-272 16,0 0-236-16,-12-10-124 0,12 10-156 15,0 0-244-15,0 0-172 0,9 3-84 0,-2 4-24 16,5 2 132-16,8 7-16 15,4 7 4-15,3 9-24 0,10 6-24 16,3 12-112-16,-1 7 96 0,9 11-56 0,-4-2 9 16,0 3-121-16,0 2 4 15,-5-8-4-15,-2 0-8 0,-5-8-4 0,-5-11 0 16,-3-6-97-16,-8-7 97 0,0-8-64 16,0-5 4-16,-8-4-132 0,-1-5-176 0,2-6-168 15,-5 0-76-15,-4-3-48 16,4-3-264-16,0-6-680 0,-4-10-1096 0,0 0-2689 15,-8-19-3118-15</inkml:trace>
  <inkml:trace contextRef="#ctx0" brushRef="#br0" timeOffset="284.078">4788 2721 7352 0,'0'0'6305'15,"0"0"-5153"-15,0 0-332 0,0 0 396 0,0 0 0 16,-95 86-448-16,71-58-252 0,0 10-188 16,0 3-156-16,-4 3 0 0,-4 8 0 0,1 5 48 15,3-1-60-15,-4 9-64 16,-4-2-40-16,4 3-56 0,-3 1-4 0,3-3-44 16,4 0-12-16,0-8-4 0,0-5 4 15,4-3-72-15,8-10-188 16,0-6 16-16,8-6 32 0,0-7-120 0,8-7-172 15,-4-3-156-15,4-5-160 0,0-1-488 16,0-3-760-16,4 0-2373 16,4-16-1619-16</inkml:trace>
  <inkml:trace contextRef="#ctx0" brushRef="#br0" timeOffset="855.153">4996 1991 7068 0,'0'0'6161'0,"0"0"-4665"16,0 0-500-16,0 0 8 0,0 0 324 15,0 0-96-15,0 0-228 0,0 0-392 0,0 0-308 16,0 0-160-16,12 41 16 0,-8-13 96 15,4 14 97-15,-1 5 71 0,2 11-136 16,-5 2-164-16,0 6-116 0,4 4-8 16,-5 0-4-16,1 1-56 0,-4-12-40 15,4-5-188-15,1-13 68 0,-1-12 16 16,-4-10 8-16,0-9-217 0,0-3-195 16,0-7-200-16,0 0-172 0,0-7-288 15,0-10-744-15,0 5-2953 0,-9-23-2779 16</inkml:trace>
  <inkml:trace contextRef="#ctx0" brushRef="#br0" timeOffset="1087.764">5024 2028 5652 0,'0'0'6033'16,"0"0"-5249"-16,0 0 124 0,0 0 536 15,0 0-32-15,0 0-464 16,0 0-276-16,80-37-192 0,-76 37-244 15,3 0-236-15,-3 3-56 0,4 3 56 0,-3 7 4 0,-1 2 156 16,-4 8 48-16,0 2-60 0,0 4-148 16,-9 3-100-16,-3 2-404 0,1-2-64 15,-6 3-16-15,2-10-176 0,-2 1-284 0,6-4-624 16,-6-9-956-16,2-4-1837 16,2-5-1423-16,-2-11 5049 0</inkml:trace>
  <inkml:trace contextRef="#ctx0" brushRef="#br0" timeOffset="1471.841">5207 1530 4608 0,'0'0'8589'15,"0"0"-6685"-15,0 0-900 16,0 0 72-16,0 0 164 0,0 0-328 0,0 0-312 15,28 72-284-15,-24-46-228 0,0 6 68 16,-1 0-148-16,1 0-8 0,-4-4 0 0,5-6-84 16,-1-5-112-16,0-6-60 15,0-6-196-15,3-3-28 0,-3-2 60 0,1 0 188 16,3-9 32-16,0 0 16 16,3-8 24-16,2 1 48 0,-6 2 100 0,5 0 4 15,1 1-104-15,-6 1 36 0,6 2 76 16,-2 0 312-16,-3 4 8 0,0 0-36 15,1 6-100-15,-6 0 16 0,1 0-40 16,0 0-52-16,4 3 4 0,-4 0-4 0,0 7-20 16,0-1 24-16,0 7-4 0,-4 3 40 15,0 4-36-15,0-2-112 0,0 4-72 16,0 1-480-16,0 0-272 0,0 0-40 16,0 2-344-16,0-6-1828 0,0 11-3953 15</inkml:trace>
  <inkml:trace contextRef="#ctx0" brushRef="#br0" timeOffset="1789.44">5964 2952 7036 0,'0'0'9493'15,"0"0"-8237"-15,0 0-1256 16,0 0 384-16,0 0 480 0,0 0 188 0,0 0-332 0,0 0-512 16,0 0 0-16,0 0-12 0,83-3-4 15,-55 3-56-15,-4 3-27 16,4 1-101-16,0-2 0 0,0 3-8 0,0-3 0 15,-5-2-61-15,5 0-123 0,-3 0-460 16,-1 0-220-16,0-7-120 16,-5-2-532-16,-2 4-2416 0,-2-6-3869 0</inkml:trace>
  <inkml:trace contextRef="#ctx0" brushRef="#br0" timeOffset="2138.185">6896 2549 9672 0,'0'0'4045'16,"0"0"-3309"-16,0 0-344 0,0 0 124 16,0 0 704-16,100 96-16 0,-72-59 20 15,4 8-328-15,-1 3-324 0,1-2 160 16,4 3-3-16,-8 2-353 0,4-7-180 0,0-2-156 16,-8-4-40-16,4-10-48 15,-4-9-376-15,-9-6-65 0,6-10-227 0,-6-3-68 16,-2-3-132-16,-2-10-564 15,-3-9-1200-15,-3-7-2985 0,-1 4-2687 0,-4-20 7896 16</inkml:trace>
  <inkml:trace contextRef="#ctx0" brushRef="#br0" timeOffset="2300.524">7415 2610 1696 0,'0'0'12013'0,"0"0"-10125"0,0 0-1060 0,0 0-240 0,0 0 616 15,-81 72 48-15,53-43-212 16,4 4-212-16,-8 4-291 0,6 1-221 0,-11 6-124 15,5 4-80-15,-8-1-112 16,1 2 0-16,-2 1-124 0,2-2-348 16,3-1-245-16,0-5-147 0,5-4-252 0,3-6-960 15,7-10-2600-15,-7 1-3181 0</inkml:trace>
  <inkml:trace contextRef="#ctx0" brushRef="#br0" timeOffset="2696.689">8171 2845 10000 0,'0'0'5809'0,"0"0"-4629"15,0 0-672-15,0 0 0 16,104 6 452-16,-72 0-88 0,4-3-308 0,-4 0-260 16,-4 1-220-16,0-4-80 15,0 0-4-15,-5 0-96 0,1-4-564 16,0-2-404-16,0-3-520 0,-9-1-1596 0,-2 4-3757 16</inkml:trace>
  <inkml:trace contextRef="#ctx0" brushRef="#br0" timeOffset="2879.753">8219 3133 8656 0,'0'0'4613'0,"0"0"-3329"0,0 0-904 15,0 0 72-15,0 0 1032 0,0 0 64 0,0 0-516 16,0 0-384-16,84 61-196 16,-52-61-60-16,4 0-4 0,7 0-108 15,2-6-180-15,2-7-100 0,1 1-344 0,8-2-68 16,-1 2-308-16,5 2-224 0,4-3-780 15,-16 4-2744-15,32-4-3001 0</inkml:trace>
  <inkml:trace contextRef="#ctx0" brushRef="#br0" timeOffset="3323.473">10115 2038 7916 0,'0'0'4609'15,"0"0"-3041"-15,0 0-128 0,0 0-484 16,0 0-36-16,0 0-52 0,80 10 92 0,-28-7-116 16,16 3-196-16,7-3-112 0,13 0-148 15,0 1-131-15,7-4 11 0,5 0-76 16,0-4 184-16,-1-2 144 0,-3 0-216 15,-8-1-184-15,-4-2-60 0,-9 0-48 0,-4-8-12 16,-2 4-100-16,-5-6-20 0,-13-2-424 16,1 2-184-16,-13 3 11 0,-7-3-11 15,-4 6-128-15,-11 4-644 0,-10 2-1240 16,-7 7-3189-16,-7 0-3835 0</inkml:trace>
  <inkml:trace contextRef="#ctx0" brushRef="#br0" timeOffset="3548.554">10992 2181 7372 0,'0'0'6569'0,"-11"70"-5645"0,6-26-712 0,1 13 356 16,0 12 1024-16,4 12-84 15,0 5-500-15,0 5-384 0,-4 7-332 16,4 1-148-16,0-4-56 0,0-2 8 0,0-11-96 15,0-12-48-15,8-16-60 0,5-13-320 16,-2-15-72-16,1-17-28 0,4-9 124 16,0-9-264-16,0-17-484 0,-1-12-1260 15,-2 3-3469-15</inkml:trace>
  <inkml:trace contextRef="#ctx0" brushRef="#br0" timeOffset="3754.894">11374 2009 744 0,'0'0'12957'16,"0"0"-10709"-16,0 0-1540 0,-11 76-472 0,7-31 360 0,0 6 700 15,0 13-116-15,4 2-400 16,0 7-400-16,0 3-224 0,8 8-84 0,-4 0-72 16,4 2-44-16,-1 3-124 0,-2-6-308 15,3-4-72-15,-4-6-300 0,-1-3-248 16,1-9-556-16,-4-11-984 15,0-5-1757-15,0-17-1795 0,-4 1 3644 0</inkml:trace>
  <inkml:trace contextRef="#ctx0" brushRef="#br0" timeOffset="4473.776">10379 3588 156 0,'0'0'80'15,"0"0"10100"-15,0 0-8083 0,0 0-785 16,0 0-96-16,75-23-20 0,-59 29-208 16,-8 11-120-1,1 5 68-15,-5 6-152 0,-4 11-232 0,0 1-104 16,-9 2-32-16,-3 6-40 0,-4-4-71 0,-3-3-109 0,-2 1-64 16,2-1-12-16,-5-6 4 0,0-3-28 0,0-4-48 15,-4-6-48-15,5-2-8 0,2-8-52 16,1-6-124-16,1-2 64 15,2-4 12-15,6 0-28 0,-6-4-81 0,6-9-135 16,-2-2-52-16,2-8 28 0,-1-5-16 16,3 0 76-16,5-1 96 0,4 0 36 15,0 4 60-15,4 2-24 0,9 4 148 16,-5 5 176-16,3 0 32 0,6 1-72 16,-2 7 0-16,1 0-88 15,5 6-36-15,2 0 60 0,1 3 52 0,4 6 96 0,0 1-60 16,4 7-40-16,0 4-12 15,-4 4-104-15,7 4 0 0,-3 3 48 16,0 3-52-16,0 3 60 0,-4 0 60 0,0 0-24 16,0-3-96-16,-4-3-76 0,-1-4 68 15,-3-3-4-15,1-1-132 0,-6-10-356 16,1 2-124-16,0-6-124 0,-4-3-228 16,4-7-1156-16,-8 0-2576 0,4-7-3897 0</inkml:trace>
  <inkml:trace contextRef="#ctx0" brushRef="#br0" timeOffset="4959.997">11251 3596 10580 0,'0'0'2389'16,"0"0"-1029"-16,0 0-476 0,0 0-192 15,0 0-224-15,0 0-144 0,-75 39-88 16,58-17-12-16,2 7 48 0,-2 6 40 16,2 0 132-16,2 5 64 0,6 6-188 0,-1 1-100 15,0 4 0-15,8 0 0 0,0 0-48 16,0-7 36-16,8-2 12 0,4-8 12 15,4-8-24-15,-1-4-24 0,2-3-100 16,-2-6 0-16,5-7-72 0,-3-3 4 0,-2-3 64 16,2 0-76-16,-2-9-8 0,-3-4-108 15,4-6-132-15,-8 0-192 16,1-1-236-16,-6-2-348 0,-3 3-316 0,0 1-1136 0,0 1-2953 16,0 1-2743-16,-12 4 8116 15</inkml:trace>
  <inkml:trace contextRef="#ctx0" brushRef="#br0" timeOffset="5116.988">11048 3978 8120 0,'0'0'3169'0,"0"0"-1389"15,0 0-572-15,0 0 192 0,0 0-356 16,0 0-160-16,0 0 56 0,0 0-180 0,79 10-244 0,-51-10-172 16,-4 0-172-16,4 0-172 15,-3 0-56-15,3-6-372 0,0 2-220 16,-1-3-288-16,1 4-440 0,-8-2-1204 0,12 5-4813 15</inkml:trace>
  <inkml:trace contextRef="#ctx0" brushRef="#br0" timeOffset="5523.328">11709 3571 692 0,'0'0'1540'15,"0"0"6784"-15,0 0-5983 0,0 0-577 0,0 0-100 16,96 42-280-16,-61-39-128 16,-2 0-236-16,-1-3-240 0,4 0-292 0,-4-6-244 15,3-4-76-15,-7-2-156 0,4-4-12 16,-8 0-36-16,-1-6-400 0,-2 2-184 15,-5 1-176-15,-4 0-320 0,-5 7-832 16,-3 2-2260-16,-4 7-1937 0,-8 3 177 16</inkml:trace>
  <inkml:trace contextRef="#ctx0" brushRef="#br0" timeOffset="5718.333">11932 3657 3496 0,'0'0'2188'0,"0"0"2504"0,-4 66-3263 0,4-33-133 16,4 7 328-16,1 9 4 0,-5 1-136 0,4 4-408 15,0 4-260-15,-4 2-176 16,0 1-40-16,0-7-168 0,0-1-188 16,0-9-252-16,0-6-48 0,-4-13-36 0,4-8 12 15,0-8-52-15,0-9-252 16,0 0-232-16,0 0-176 0,0-12-112 0,0-8-440 16,0-5-1236-16,4-7-2525 0,-1 4-2263 15</inkml:trace>
  <inkml:trace contextRef="#ctx0" brushRef="#br0" timeOffset="5914.019">11997 3670 4212 0,'0'0'7493'0,"0"0"-6033"0,0 0-636 16,0 0 12-16,19 98 604 0,-15-56 88 16,0 5-268-16,4 5-400 0,-4 2-288 15,0-4-120-15,0 4-52 0,-4 0-204 0,0-4-160 16,0 2-36-16,0-5-168 0,0-6-468 15,-4-10-192-15,0-5 28 0,4-6-196 16,0-7-556-16,-4-11-1020 0,4-2-2121 0,-3-2-1255 16,3-5 4228-16,-9-16 92 0</inkml:trace>
  <inkml:trace contextRef="#ctx0" brushRef="#br0" timeOffset="6031.336">12024 4134 5976 0,'0'0'1612'0,"0"0"2597"0,0 0-2597 0,0 0-340 16,88 0 12-16,-64 3-320 0,0-3-328 15,0 0-264-15,-1 0-288 0,-3 0-84 16,1-3-596-16,2-3-628 0,-7-1-1096 16,8 0-5385-16</inkml:trace>
  <inkml:trace contextRef="#ctx0" brushRef="#br0" timeOffset="6239.569">12411 4432 5916 0,'0'0'7385'16,"-4"77"-5421"-16,0-39-1288 0,4 9-156 0,0 7 412 16,0 3 144-16,0 4-200 0,4-1-448 15,0 3-384-15,3 1-44 16,-3-4-244-16,5-3 36 0,-5-10 12 16,0-11-112-16,-1-14-64 0,-3-12-132 15,0-10-80-15,0-4 100 0,0-11-244 0,-3-8-720 16,-1-11-868-16,0-5-2837 0,-5 7-2118 0,-6-28 7271 15</inkml:trace>
  <inkml:trace contextRef="#ctx0" brushRef="#br0" timeOffset="6447.916">12407 4277 1396 0,'0'0'10365'0,"0"0"-8985"0,0 0-604 15,0 0 252-15,0 0 164 0,0 0 12 16,0 0-164-16,88 54-388 0,-81-36-284 0,5 1-220 15,-8 4-16-15,1 2-68 16,-5 1-60-16,0-1-4 0,-9 0-132 0,-3-6-16 16,1 1-36-16,-6-4-172 0,-3-4-208 15,1-5-56-15,2-5-124 0,-2-2-372 16,3-9-1148-16,0-14-2717 0,8 8-2011 16,-4-29 6888-16</inkml:trace>
  <inkml:trace contextRef="#ctx0" brushRef="#br0" timeOffset="6722.78">12641 4137 11045 0,'0'0'2712'0,"0"0"-916"0,0 0-56 15,21 86-132-15,-18-58-124 0,-3-2-388 16,0-5-475-16,0-5-381 0,0-6-240 16,0-3-44-16,0-4-64 0,0-3-245 15,4-6-159-15,5-11 148 0,2-2 108 0,6-6 0 16,2 0-172-16,-2-1 0 15,2 6 132-15,1 2 164 0,0 6 80 0,4 2 52 16,-4 0 172-16,0 6 100 0,-1 4-52 0,-6 0-60 16,-1 11 60-16,0 2 24 15,-8 3-72-15,0-2-76 0,0 6-96 16,-4 2-160-16,0-6-108 0,0 3-232 16,-4-3-324-16,0-3-584 0,0-4-1124 0,-1-6-1925 0,5-3-2395 15</inkml:trace>
  <inkml:trace contextRef="#ctx0" brushRef="#br0" timeOffset="7048.594">13295 2184 3264 0,'0'0'444'0,"0"0"4940"0,0 0-2855 16,-56 79-381-16,40-34-224 0,-3 12-296 16,-1 6-380-16,4 11-352 0,0 5-148 0,8 3-16 15,0 4-76-15,3 3-179 16,5-4-153-16,0-1-140 0,0-12-40 0,5-5-144 15,7-10-104-15,-4-12-28 0,4-14-112 16,4-8-449-16,0-14 13 0,7-9 180 16,1-19 156-16,4-13-168 15,4-9-844-15,-4-13-1464 0,-4 12-2669 0,4-24-2159 0</inkml:trace>
  <inkml:trace contextRef="#ctx0" brushRef="#br0" timeOffset="7238.998">13606 2495 4104 0,'0'0'9909'0,"0"0"-8369"0,0 0-808 16,84 61 28-16,-52-26 220 0,-5 6 204 0,1 3-8 16,0 7-192-16,-4 6-215 0,0 0-201 15,0 4-204-15,-4-5-244 0,-4-4-120 16,-1-11-276-16,-2-3-404 0,2-13-157 16,-7-9 33-16,8-9-140 0,-8-7-580 0,5-7-1400 15,-2-9-3173-15,-7 0-1799 0,4-18 6800 16</inkml:trace>
  <inkml:trace contextRef="#ctx0" brushRef="#br0" timeOffset="7384.103">14016 2575 7096 0,'0'0'6501'0,"0"0"-4705"0,-60 70-1056 0,32-29-360 0,-3 10 180 16,-9 3 916-16,0 6-152 15,0-7-480-15,4-1-552 0,8-12-292 0,0 2-36 16,5-10-220-16,11-7-756 0,0-6-156 15,8-12-420-15,4-5-1192 16,8-11-2905-16</inkml:trace>
  <inkml:trace contextRef="#ctx0" brushRef="#br0" timeOffset="7545.167">14315 2758 3968 0,'0'0'12389'0,"0"0"-10565"16,0 0-924-16,104 36 204 0,-73-23 332 15,1-4-159-15,-4 1-673 0,4-4-472 0,0-3-132 0,4 0-12 16,4-3-144-16,0 0-412 16,8 0-561-16,-1-6-175 0,-15 0-1536 15,20-4-5333-15</inkml:trace>
  <inkml:trace contextRef="#ctx0" brushRef="#br0" timeOffset="8005.454">15781 2196 7656 0,'0'0'7637'0,"0"0"-6341"0,16 96-796 0,-16-42 120 16,-4 13 688-16,-12 6-132 0,-7 6-68 16,-5 1-339-16,0 2-357 0,-4-2-88 15,4-5-104-15,-4-8-136 0,0-6-76 16,4-14-4-16,4-12 40 0,0-10-40 16,9-9 4-16,2-5-8 0,2-9-148 15,-1-2-192-15,3-2-156 0,-6-9-161 16,2-8 37-16,2-3 84 0,-1-10 156 15,4-2-148-15,0-4 0 0,4-1 136 0,4-2-28 16,0 3 160-16,0 6 212 0,12 10 48 16,-4 6 332-16,8 7 40 0,0 9 56 15,7 0-32-15,5 3 20 0,9 6 36 16,2 4 48-16,5 3 36 0,0 0-24 0,0 3-183 16,-1 0-137-16,5 3-84 0,-8-3-108 15,0 0 0-15,0-2-240 16,-12-5-477-16,4-10-235 0,-8 3 48 0,4-5-820 15,-13-7-4140-15,9-16-5833 0</inkml:trace>
  <inkml:trace contextRef="#ctx0" brushRef="#br0" timeOffset="8214.543">16562 2438 13181 0,'0'0'6020'16,"0"0"-5504"-16,0 0-516 0,25 66 48 0,-25-37 452 15,0 7 864-15,0-2-111 0,0 8-637 16,-5 2-316-16,-3 11-80 16,0 4-40-16,-3 8-132 15,-9 3-36-15,-5 0-12 0,-3 2-204 0,0-5-256 0,-3 0-144 16,3-4 144-16,-4-5-184 0,0-7-185 16,-4-1-119-16,-7-6-984 0,11-14-2712 0,-28 4-4377 15</inkml:trace>
  <inkml:trace contextRef="#ctx0" brushRef="#br0" timeOffset="8727.866">17272 2975 8564 0,'0'0'5061'0,"0"0"-3113"0,107 7-416 16,-55-7-184-16,12 0-120 0,-5 0-188 15,-3-5-368-15,-5-1-296 0,-2-2-219 16,-6-3-157-16,-2-4-12 0,-9 1-73 16,-5-1-439-16,-3-1-268 0,0 0-196 0,-8 3-552 15,-8 4-2312-15,-8 0-2665 0</inkml:trace>
  <inkml:trace contextRef="#ctx0" brushRef="#br0" timeOffset="8888.345">17300 3188 652 0,'0'0'10601'0,"0"0"-8753"0,0 0-960 16,0 0 404-16,0 0 328 15,0 0 76-15,83 47-540 0,-31-47-352 0,8-3-376 0,7-10-136 16,1-3-292-16,4-3-48 15,-4 0-964-15,-1 0-360 0,-19 3-1576 16,8-3-5125-16</inkml:trace>
  <inkml:trace contextRef="#ctx0" brushRef="#br0" timeOffset="9812.598">18702 2346 3208 0,'0'0'5208'16,"0"0"-1291"-16,0 0-2757 0,0 0-308 0,0 0 284 16,0 0 260-16,0 0-20 0,0 0-320 15,0 0-516-15,0 0-112 0,0 0 232 16,132 23 397-16,-49-34-461 0,12 5-160 16,1-7-220-16,0 7 16 0,0-6 20 0,-1 5-60 15,-3-3 112-15,4 4 80 0,-1 0-128 16,-7-7-160-16,0 4-88 15,-9-4 52-15,-3-3-60 0,-8-4-8 0,-5 2-52 16,-7-1-160-16,-9 4-272 0,-6-5-76 16,-13 8-48-16,-9-1 24 0,-6 3-65 15,-9 7-343-15,-4 3-760 0,0 0-1336 16,-24 6-3205-16</inkml:trace>
  <inkml:trace contextRef="#ctx0" brushRef="#br0" timeOffset="10081.583">19255 2460 1148 0,'0'0'10685'0,"0"0"-8973"0,0 67-888 16,4-29-176-16,5 10 120 0,-5 6 548 0,4 9-376 15,-5 7-224-15,1 3-224 16,0 3-184-16,-4 1-40 0,0-1-84 16,0-7-184-16,0 1-36 0,5-9-88 15,-5-7-216-15,4-14-216 0,0-10 76 16,3-15-100-16,1-11-188 0,1-4-536 0,2-13-1252 16,5-23-3209-16</inkml:trace>
  <inkml:trace contextRef="#ctx0" brushRef="#br0" timeOffset="10337.868">19901 2282 7372 0,'0'0'7397'15,"0"0"-6077"-15,0 0-1052 0,0 0 32 16,8 74 296-16,-8-30 508 0,0 7-268 15,0 6-384-15,0 4-292 0,-4 5-88 0,4 3-16 16,-4 8-56-16,0-4-124 16,0 0-36-16,-3 0-208 0,3-6-368 15,-1-7-256-15,5-5-100 0,-4-8-296 0,0-9-860 16,4-7-2189-16,-4-12-2579 16,4 1 6692-16</inkml:trace>
  <inkml:trace contextRef="#ctx0" brushRef="#br0" timeOffset="15588.257">18758 3829 2800 0,'0'0'560'0,"0"0"3104"15,0 0-1820-15,0 0-344 0,0 0-379 0,0 0 47 16,0 0 92-16,0 0-120 16,0 0-232-16,0 0-156 0,0 0-140 0,-4-6-192 0,4 6-112 15,0 6-72-15,-4 0-40 16,0 4-8-16,-5 9 80 0,5 3-96 15,-3 4 12-15,-1-1-48 0,0 1-24 0,3 2-52 16,-2 0 52-16,-1 4-16 0,4-4-84 16,0 5 48-16,-1-3-60 0,2 3-72 15,3-1 72-15,0-1-12 0,0 4-36 16,0-3 44-16,3-1-72 0,-3 1 76 16,9-4-4-16,-5-1 4 0,4-2-72 15,-1-3 24-15,2-3 44 0,-1-3-4 0,3 0 0 16,-2-1 0-16,3-4 4 15,-5 1-8-15,6-3 8 0,-1 1-4 0,-1-4 8 16,2 4 0-16,-2-3 4 0,6-1 8 16,-6-3 0-16,1 0 36 15,0 0 24-15,4-3-68 0,0 0 48 0,0 0-40 16,0-3 48-16,-1-3-48 0,6-4 184 16,-1-3-88-16,-1-5-8 0,2-6-40 15,3-1-56-15,-5-3-4 0,1-4-52 16,1 4-20-16,-2 0-16 0,-3-5-56 0,-4 5 32 15,0-3 104-15,0 1-104 16,-4 2 16-16,0 3 24 0,-8 0 72 0,4-1 80 16,-4-3-80-16,0 4-12 0,0-1-60 15,-4-2 60-15,-4 3-108 0,4-4-88 16,-4 4 120-16,0-4-72 0,4 4-24 16,-4 3 96-16,4-1 88 0,-4 7 84 15,4-3-72-15,0 7 76 0,0-1 56 0,0 3-92 16,0 1 68-16,0 2 4 0,-4 0-24 15,5 2-88-15,-1 2-12 0,-5-1 8 16,1 2 28-16,1 2-36 0,-1 0-92 0,-5 0-56 16,6 2 0-16,-5 2 24 15,-1 2 64-15,6 3 52 16,-6 1 8-16,5 0 4 0,1 2 0 0,-1 4 44 16,-1-3 24-16,5 2 4 0,1 4-28 15,-1-3 76-15,0 4-28 0,0-5-80 16,0 4 44-16,4-3-12 0,0 3 0 0,0-6 52 15,0 3-28-15,4-3 40 0,4-1-40 0,-1-2 64 16,2 0 12-16,3-1-28 16,-5-3 16-16,6 0-52 0,-1-2 12 15,-5-1-80-15,6 1 104 0,2-4 16 0,-2 0 44 16,2 0 76-16,2 0 108 16,2-7-131-16,-3 0-77 0,4 1-56 0,0-4-40 15,0 1-48-15,-1-1 60 0,-2 1-60 16,-2 0 60-16,-2-1-64 0,-5 1 0 15,-1-1 4-15,2 4 0 0,-5 0 64 16,-4 1-76-16,4 5 0 0,-4 0-100 16,0 0-80-16,0 0-112 0,0-2-97 15,0 2-75-15,-4-3-72 0,4 3-184 16,-4-3-372-16,-1-3-480 0,1 2-1436 0,0-3-2377 16,1 1-2879-16,-5 0 8096 0</inkml:trace>
  <inkml:trace contextRef="#ctx0" brushRef="#br0" timeOffset="17505.364">19989 3991 3220 0,'0'0'628'0,"0"0"3240"0,0 0-2376 16,0 0 32-16,0 0-83 0,0 0 107 0,0 0 20 16,0 0-260-16,11-67-288 15,-15 64-216-15,1-1-140 0,-5 1-184 16,-4 1-148-16,-4 2-176 0,-1 0 16 0,2 0-160 16,-9 9-12-16,5 4-84 0,-5-1 76 15,3 7 0-15,1 4-4 16,5 5 12-16,-6 1 0 0,10 3 4 0,-6 0 4 0,10 1 4 15,-1 0 60-15,4-5-64 16,4 1 80-16,0-4 56 0,8-3 40 16,3-3-64-16,6 0 16 0,3-2-16 0,-1-2 76 15,5-3-40-15,-3-5-8 16,-2 0-28-16,1-4-116 0,0 1 4 0,0-4-8 16,-4 0 0-16,0 0-8 0,-4-4-344 15,0-3-48-15,-1 4-188 0,-2-4-108 16,-5 5-276-16,0-4-524 0,-4 2-1448 15,0-3-3085-15</inkml:trace>
  <inkml:trace contextRef="#ctx0" brushRef="#br0" timeOffset="17687.093">19766 4210 5804 0,'0'0'5613'15,"0"0"-3745"-15,0 0-748 0,0 0-400 16,0 0 148-16,0 0 420 0,0 0-184 15,0 0-368-15,0 0-292 0,84-19-236 0,-61 16-84 16,5-1-124-16,-4 2 0 0,4-5-76 16,0-2-280-16,0-1-552 0,-5 0-540 15,5-2-1004-15,-8 2-3101 0,12-5-2403 0</inkml:trace>
  <inkml:trace contextRef="#ctx0" brushRef="#br0" timeOffset="17904.888">20260 3826 8856 0,'0'0'5913'0,"0"0"-4389"16,0 0-724-16,0 0-220 16,0 0 176-16,79 12 116 15,-63-12-296-15,9 0-256 0,-1 0-296 0,-1-3-24 0,5-3-12 16,-4 0-416-16,0 2-272 15,-5-2-136-15,2 0-256 0,-5 0-500 0,-4 1-1172 16,-9 5-1781-16,5 0-1407 0</inkml:trace>
  <inkml:trace contextRef="#ctx0" brushRef="#br0" timeOffset="18089.333">20462 3879 3708 0,'0'0'900'0,"0"0"4868"0,0 0-4531 15,0 0-465-15,0 0 8 0,-58 67 400 0,49-42 172 16,1 5-24-16,4 1-248 0,1 4-256 15,-1 3 12-15,4 3-68 0,-5 1-132 0,5-1-188 16,0-3-179-16,0-3-245 16,-4-6-24-16,4-4-121 0,0-13-15 15,0 2-204-15,0-8-196 0,4-3-220 16,1-3-164-16,-1 0-248 0,3-9-732 16,1-5-804-16,1-5-2073 0,-2 4-2835 0,1-14 7508 15</inkml:trace>
  <inkml:trace contextRef="#ctx0" brushRef="#br0" timeOffset="18271.136">20479 3956 5412 0,'0'0'180'15,"0"0"5689"-15,0 0-4753 0,0 0-592 16,0 0 316-16,0 76 652 0,0-44 76 0,0 2-464 16,4 2-388-16,-4-2-188 0,4 5-64 15,-1-4-48-15,-3 0-172 0,0-3-244 0,0-1-48 16,0-5-416-16,0-4-372 15,-3-7-136-15,3-5-168 0,0-4-480 16,0-6-1352-16,0 0-4065 0</inkml:trace>
  <inkml:trace contextRef="#ctx0" brushRef="#br0" timeOffset="18439.117">20467 4284 2904 0,'0'0'8501'0,"0"0"-4549"0,0 0-3176 16,0 0-272-16,0 0 380 0,0 0 180 15,0 0-32-15,0 0-480 0,0 0-188 16,0 0-132-16,0 0-192 0,96-14-40 0,-73 8-144 16,1-1-404-16,-4-2-212 0,5-1-472 15,-6 1-840-15,1-1-2912 16,-5 1-4037-16</inkml:trace>
  <inkml:trace contextRef="#ctx0" brushRef="#br0" timeOffset="18647.367">20754 4361 1788 0,'0'0'11477'16,"0"0"-9889"-16,-8 71-972 0,8-36 180 15,0 7 708-15,0 2-36 0,0 6-404 16,4 7-512-16,0-3-200 0,-4 4-108 0,0-4-100 16,0-3-144-16,0-4-92 15,0-10-308-15,0-1 32 0,0-10-20 16,0-7-92-16,0-10-96 0,4-6-124 0,-4-3-276 15,4-12-660-15,-1-7-1060 16,6-10-1341-16,-5-4-391 0,0 8-387 0</inkml:trace>
  <inkml:trace contextRef="#ctx0" brushRef="#br0" timeOffset="18850.307">20714 4426 352 0,'0'0'1044'0,"0"0"6308"15,0 0-4883-15,0 0-1085 0,8-70-312 0,4 60 172 16,-5 4-228-16,10 0-88 15,-6 3-268-15,6 3-188 0,-2 0-140 0,2 0-108 16,-2 3-76-16,1 3-64 0,-4 3 16 16,1 1-28-16,-2-1-64 0,-7 5-8 0,0-2-80 15,1 4-80-15,-5 0 0 16,-5 3-112-16,-3 0-136 0,-7 1-260 16,2-6-168-16,-6 2-148 0,-1-2-392 15,3-6-1144-15,2-2-3009 0,3-6-127 16,0-2 5345-16</inkml:trace>
  <inkml:trace contextRef="#ctx0" brushRef="#br0" timeOffset="19163.92">20961 4245 4516 0,'0'0'7921'0,"0"0"-6789"15,0 0-496-15,0 0 652 0,23 66 516 0,-18-46-320 16,-5-5-708-16,0 0-544 0,0-1-232 15,4-1-4-15,-4-7-68 0,0-4-52 16,0-2-208-16,4 0-172 0,0 0-24 16,0-2 292-16,3-4-12 15,6-4-100-15,-1-7-112 16,4 5-12-16,-4-1 104 0,3 1 80 0,-2 2 88 16,2 1 124-16,-2 6 76 0,-2-1 168 0,-3 4 232 15,-3 0 68-15,-1 0-132 0,-1 4-64 0,1-1-96 16,0 3-4-16,-4 0 28 0,0 5-28 15,0-3-160-15,0 5-12 0,0-1-220 0,-8 2-216 16,5-5-260-16,-1 3-576 16,-1-1-2548-16,5-5-2885 0,0-3 1950 0</inkml:trace>
  <inkml:trace contextRef="#ctx0" brushRef="#br0" timeOffset="19472">21893 3638 8352 0,'0'0'5213'0,"0"0"-3853"16,0 0-920-16,-52 85-76 16,33-45 516-16,-5 0 500 0,4 8-296 0,-5 10-396 15,6 1-372-15,-5 8-56 0,-4 3-68 16,-8 9-44-16,1 7-136 0,-6 5 0 15,-2 5-12-15,-1 6-12 0,-8-1-136 0,4 0-20 16,-7 5-52-16,3-5-124 0,0 1-24 16,5-4 100-16,2-9 8 0,9-6 4 15,8-10 56-15,8-19 152 0,9-16 48 16,3-12-64-16,8-14-108 0,-4-8-260 16,4-4-388-16,0-4-888 0,4-8-1448 15,0-2-3689-15,0-11 1885 0</inkml:trace>
  <inkml:trace contextRef="#ctx0" brushRef="#br0" timeOffset="21304.9">22096 4521 260 0,'0'0'11253'15,"0"0"-9145"-15,0 0-764 0,0 0-376 16,0 0 272-16,0 0-76 0,0 0-104 15,0 0-364-15,0 0-460 0,0 0-176 0,0 0-52 16,-71 45 76-16,50-27 76 0,-2 1-16 16,-5 4-44-16,4 2-4 15,-4-3 28-15,0 3-28 0,0-2-12 0,0 3-76 16,5-5-8-16,-1 2 0 0,4-1-60 16,4 0 0-16,4-3-64 0,4 4 28 15,4-4-24-15,4-1 32 0,4 2 40 16,4-5 40-16,8 4 4 0,-1-6 8 15,6 3 0-15,3-6 56 0,-5-1 16 0,1-5-16 16,5-4 0-16,-5 0-52 0,-1 0 52 16,1-7 28-16,-4-3-80 0,0 4 0 15,-4-6-8-15,0 2-4 0,-4 1-84 0,0-1-32 16,-4-3-4-16,-1 4 16 16,1-4-52-16,-4 3 28 0,0 2-64 15,0-3 24-15,0 3-60 0,-7-3 36 0,-1 2 36 16,-4 2-136-16,-4-2-72 0,1 3-52 15,-6-1-60-15,5 4-152 16,-3 3-228-16,-2 0-452 0,6 0-692 0,-2 6-1121 16,6 4-2635-16,2-4 2488 0,-2 4 2476 15</inkml:trace>
  <inkml:trace contextRef="#ctx0" brushRef="#br0" timeOffset="23524.893">22913 2226 1772 0,'0'0'2832'0,"0"0"3765"0,0 0-5249 16,0 0-568-16,-80 25 248 0,69-19 660 15,7-6-160-15,0 0-356 0,4 3-372 0,0-3-236 16,0 0-52-16,0 0-36 0,4 0-64 15,7 0-108-15,6 0-71 0,7 0 139 16,19 0 452-16,6 0-292 0,14 0-192 16,5 0-100-16,3-3 0 0,5 0-32 0,3 0 248 15,2-3 12-15,3-1-248 16,-2-3-148-16,-1-2-28 0,-2-1-44 0,-3-6-8 16,-9 4 0-16,-3-5 4 0,-8 1-240 15,-4 3-152-15,-8-3-60 0,-9 4 8 16,-7 2-20-16,-7 3-40 0,-10 1-244 15,-7 5-301-15,-4 1-519 0,-8 3-432 16,-7 0-1988-16,-2 0-1061 0,-18 3-3255 16</inkml:trace>
  <inkml:trace contextRef="#ctx0" brushRef="#br0" timeOffset="23765.489">23515 2276 11293 0,'0'0'1616'0,"0"0"-776"16,-20 82 224-16,16-40 724 0,-3 6-112 16,7 6-420-16,0 7-424 0,-5 4-368 0,5 9-224 15,0 1 4-15,-4 5-24 0,0 0-136 16,0-7-80-16,4-7-4 16,-4-9-132-16,4-13-76 0,0-8-180 0,8-8 72 0,-4-9-136 15,5-9-172-15,-2-4-104 16,5-6-260-16,0-6-708 15,0-13-1364-15,-4 3-3105 0</inkml:trace>
  <inkml:trace contextRef="#ctx0" brushRef="#br0" timeOffset="24170.552">23918 2416 11965 0,'0'0'1800'0,"0"0"-1340"0,0 0 72 16,0 0 624-16,0 0 12 0,0 0-500 16,0 0-580-16,0 0-88 0,0 0-112 15,0 0 112-15,11 32 212 0,-7-13 8 16,0 3 52-16,0 0 0 0,-4 4-40 16,5 2 52-16,-1-2-52 0,-4 2 28 15,3-6-64-15,-3 0 36 0,0-6-88 0,0 0-32 16,0 0 8-16,0-3-32 0,4 2-4 15,-4 2-24-15,4-2 0 16,0 8-52-16,0 2 44 0,-4 4-52 16,4 2 4-16,1 4 4 0,-2 0-8 15,-3 0 0-15,4 0-8 0,-4 0-92 0,0-3 16 16,0-1-12-16,0-2-188 0,0-4 104 16,0-2 20-16,0-7 24 0,0 0-84 15,0-4-88-15,0-2 16 0,0 2 44 16,4-2-60-16,-4-1-12 0,0-2-124 15,4 2-152-15,-4-2-28 0,4-4-56 0,-4 3-164 16,0-6-336-16,0 3-504 0,0-3-625 16,0 0-775-16,0-3-1312 0,0 1 4004 15,0-9-248-15</inkml:trace>
  <inkml:trace contextRef="#ctx0" brushRef="#br0" timeOffset="27381.801">23559 3596 1188 0,'0'0'6368'16,"0"0"-3944"-16,0 0-1031 0,0 0-825 16,0 0 124-16,0 0 468 0,0 0-108 0,0 0-284 15,0 0-344-15,0 0-180 16,24 11 204-16,-16 5 64 0,-5 6 8 15,1 3 24-15,-4 3-148 0,0 1-40 0,0 0-160 0,-4-1-72 16,-3 1-40-16,-6-4-20 16,2-3-4-16,-1-3-60 0,-1 0 4 0,2-5-4 15,-1-5-268-15,-4 0-92 0,4-2-32 16,-4-4 8-16,4-3-36 16,-4 0 12-16,8 0 208 0,-3-3-12 0,2-4 124 15,1-2-60-15,-3 0 24 0,7-8 72 16,-1 1 52-16,-3-3 100 0,4 1-96 0,1-1 60 15,3-1-64-15,0 5 64 16,0 2-16-16,0 6-44 0,0 2-4 0,3 1-12 16,5 4 12-16,5 0 12 15,-2 4 224-15,6 1 12 0,2 9-72 0,1-2 108 16,1 4-60-16,-2 3 12 16,1-3-88-16,-5 3-76 0,2-4-72 15,-2-2 0-15,2 0-100 0,-6-4 4 0,6-2-324 16,-6 0-228-16,6-7-272 0,-6 0-544 15,1 0-980-15,4 0-2061 0,-8-4-2135 0,8-6 5844 16</inkml:trace>
  <inkml:trace contextRef="#ctx0" brushRef="#br0" timeOffset="27650.186">24096 3568 8708 0,'0'0'1460'16,"0"0"-595"-16,0 0-257 0,0 0 340 0,0 0 340 16,-75 80-300-16,63-51-484 0,4-1-140 15,0 4-52-15,4-4 32 0,0 1 32 16,4 0 108-16,0-4-64 0,0-3-108 16,0-3-64-16,4-3 24 15,0-4-40-15,4-1-108 16,0-5-40-16,0-3-72 0,0-3-12 15,0 0-108-15,4 0-140 0,-4-3-96 0,8-7-324 0,-8-2-476 16,7-5-900-16,-6-1-3197 0,-1 5-2943 0,-1-6 7213 16</inkml:trace>
  <inkml:trace contextRef="#ctx0" brushRef="#br0" timeOffset="27805.401">24049 3765 4060 0,'0'0'7837'0,"0"0"-6189"16,0 0-1000-16,0 0-268 15,0 0 756-15,0 0 180 0,0 0-496 16,0 0-340-16,0 0-292 0,88 29-188 16,-69-29-324-16,5-3-44 0,-4-4-268 0,0-2-196 15,4 2-252-15,-4-2-1252 0,-8 2-2889 16,8 1-1727-16</inkml:trace>
  <inkml:trace contextRef="#ctx0" brushRef="#br0" timeOffset="28540.85">24623 3359 1332 0,'0'0'1068'0,"0"0"5036"0,0 0-4768 15,-37 82-652-15,26-47 61 0,3 3 591 16,-4 4 16-16,4 5-340 0,0 1-268 0,0 3-76 15,8 3-84-15,0 3-36 0,0-3-52 16,0-7-136-16,8-2-128 16,4-8-84-16,0-7 48 0,4-8 64 0,0-3 72 15,-1-7 60-15,2-5-172 0,-2-4-112 16,6-3-44-16,3-3 0 0,-1-6-64 16,1-8-8-16,4-1-152 0,-4-5-36 0,4 0-24 15,0-8-112-15,-5 3-48 16,1-4-148-16,0-3-64 0,-8 3 8 15,4 1 88-15,-7 1 48 0,-2 2 116 0,-7 0 80 16,0 2 52-16,0-2 124 0,-4 2 76 16,-4 1 64-16,0 3 88 0,-4 3-16 15,-4 0 52-15,0 3 168 0,1 3-32 16,-2 3-24-16,2 5 8 0,-2 2 92 16,1 3-292-16,1 3-108 0,-2 6-172 15,-2 4 52-15,6 2 120 0,-2 4 0 0,7 1 0 16,4 2-60-16,0-3-64 0,4 0-388 15,7-3 52-15,6-7 116 0,-1 0-68 16,3-2-256-16,-2-4-916 0,6-3-969 16,-3 0-2195-16,-7-3-584 15,10-4 4612-15</inkml:trace>
  <inkml:trace contextRef="#ctx0" brushRef="#br0" timeOffset="29425.024">25280 2377 2584 0,'0'0'6784'0,"0"0"-4103"0,0 0-881 0,0 0-936 15,0 0-56-15,0 0 224 0,0 0-88 16,0 0-288-16,0 0-236 0,-64 77-200 16,61-49-120-16,3 7 60 0,0 4 136 15,3 5 156-15,9 4 100 0,4 2-224 16,0 4-36-16,4 1-36 0,-4-5 0 0,0-3-136 15,4-11-36-15,-4-7-72 0,0-7-12 16,-1-13-108-16,6-2-220 16,-2-7-124-16,5-11-168 0,4-10-104 0,0-8-456 0,-4 4-1424 15,8-23-4313-15</inkml:trace>
  <inkml:trace contextRef="#ctx0" brushRef="#br0" timeOffset="29607.699">25997 2416 12317 0,'0'0'3888'16,"0"0"-3084"-16,0 0-308 0,44 73 628 15,-32-45 388-15,8-1-320 0,-8-2-483 16,3-6-445-16,5 0-264 0,-7-5-52 16,2 3-192-16,-3-4-277 0,1-1-283 0,-2-2-248 15,2-7-324-15,-2 0-1004 16,-3-3-2360-16,1 0-3609 0</inkml:trace>
  <inkml:trace contextRef="#ctx0" brushRef="#br0" timeOffset="29845.996">26276 2327 7776 0,'0'0'6945'16,"0"0"-5597"-16,0 0-772 0,0 0-76 15,0 0 652-15,-92 57 4 0,73-31-324 16,-1 2-404-16,-5 4-160 0,5 0-196 15,-3 3-20-15,-1 3-52 0,4 0 0 16,-3 0-12-16,-2 0-88 0,1 0-32 16,4-2-188-16,1-3-20 0,-2-1-124 15,1-6-40-15,5-4 12 0,2-6 24 0,6-4-124 16,-1-8-180-16,8-4-232 16,0 0-420-16,0-13-1012 0,8-3-1801 0,-5 0-2111 15,18-12 5736-15</inkml:trace>
  <inkml:trace contextRef="#ctx0" brushRef="#br0" timeOffset="30032.293">26515 2498 940 0,'0'0'12401'0,"0"0"-10057"0,0 0-992 16,0 0 24-16,80 13 48 0,-60-10-384 15,0-3-188-15,-1 3-259 0,5-3-205 0,0 0-232 16,0 0-156-16,1-3 0 15,-2-7-348-15,1 1-296 0,0 0-233 16,0-7-195-16,-1 0-836 16,-6 3-3248-16,3-7-4945 0</inkml:trace>
  <inkml:trace contextRef="#ctx0" brushRef="#br0" timeOffset="30441.093">27467 1958 7416 0,'0'0'8377'0,"0"0"-6973"0,0 0-972 15,32 86 52-15,-20-48 908 0,0 7-12 0,0-1-223 16,4 6-445-16,-4 2-264 16,0 2-228-16,-9-4-64 0,2 5-36 15,-5-1-108-15,-8-3-12 0,-8 3-8 0,0-4-4 16,-7-2-48-16,-2-7-60 15,1-6 8-15,0-6-44 0,-4-7-96 16,5-6-64-16,-1-10-12 0,8-6 64 0,-4 0 7 16,4-10 1-16,4-8-24 0,0-11-60 15,4-3-24-15,0-9-16 16,4 0 48-16,4-5 40 0,0 2 36 0,4 6 108 16,8 3 84-16,4 13 64 0,4 3 332 15,0 10 184-15,4 3-28 0,-5 6-84 0,5 0 20 16,4 3-12-16,0 3-95 15,0 4-49-15,0 2-24 0,-4 1-64 0,3-1-36 16,-2 5-68-16,-5-5-76 0,-5 1 0 16,2-3-12-16,-2 3-376 0,1-7-268 15,1 0-377-15,2-6-179 16,-2 0-1680-16,6-16-4609 0</inkml:trace>
  <inkml:trace contextRef="#ctx0" brushRef="#br0" timeOffset="30673.042">28336 2048 3860 0,'0'0'12493'0,"0"0"-10457"15,0 0-1532-15,0 0-296 0,43 66 528 16,-34-41 852-16,-1 5-315 0,-1-3-425 0,2 9-376 16,-1-5-172-16,0 8-144 15,-5-2-24-15,-3 5-36 0,0 3 40 16,-3 2-136-16,-13 1-4 0,-4 6 4 0,-12-1-124 15,-4 5-404-15,-4 0-124 0,-8-6-100 16,0 6-168-16,1-4-225 0,-9 1-543 16,0-8-1408-16,0-3-3145 0,9-9-1595 0,-29 9 6256 15</inkml:trace>
  <inkml:trace contextRef="#ctx0" brushRef="#br0" timeOffset="32546.322">17004 6931 8160 0,'0'0'7313'16,"0"0"-5769"-16,0 0-888 16,0 0-160-16,0 0 320 0,0 0 640 0,0 0-128 15,88 22-239-15,-56-22-361 0,4 0-316 16,3 0-172-16,2-10-108 0,2 3-120 0,-2-5-8 15,-2 3-4-15,-3-3-144 0,0 1-256 16,-4 3-180-16,-8-3-244 0,-9 8-217 16,-6 3-779-16,-5 0-2548 0,-4 0-2001 15,-21 16-2470-15</inkml:trace>
  <inkml:trace contextRef="#ctx0" brushRef="#br0" timeOffset="32722.364">16845 7375 3876 0,'0'0'11449'0,"0"0"-9505"0,0 0-1496 16,0 0-264-16,0 0 176 16,0 0 588-16,0 0 424 0,0 0-436 0,80 25-339 15,-40-25-257-15,-1-3-124 0,6-3-124 16,-2-3-92-16,5-1-108 0,-4-3-436 16,-1-3-453-16,2 1-359 0,-13 4-1208 0,7 0-4649 15</inkml:trace>
  <inkml:trace contextRef="#ctx0" brushRef="#br0" timeOffset="33288.377">18737 6419 7400 0,'0'0'6629'15,"0"0"-4913"-15,0 0-684 0,0 0-424 0,0 0 100 16,0 0 252-16,0 0 20 0,77 0-52 16,-25 0-284-16,6 0-179 0,15 0-129 15,6-2-116-15,5 2 96 0,0-7 396 16,4 1-276-16,3-4-220 0,1-3-156 0,0-2-48 16,-1-4 48-16,1-4-60 15,-5 2-4-15,-7-2-80 0,-9-3-316 0,-2 7-80 16,-18 0-76-16,-7 3-40 0,-8 4-9 15,-8 2-43-15,-13 4-240 0,-7 3-536 16,-3 3-668-16,-5 0-520 0,-13 3-112 16,-2 6-117-16,2 1-2627 0,-18 3 3456 0</inkml:trace>
  <inkml:trace contextRef="#ctx0" brushRef="#br0" timeOffset="33528.601">19491 6311 8172 0,'0'0'5021'15,"0"0"-4409"-15,-36 86-612 0,27-44 316 0,6 8 924 0,-1 11 652 16,4-1-420-16,0 7-540 16,0 3-332-16,7 2-172 0,2 8-24 15,-1-4 44-15,0 1-240 0,4-1-208 0,0-10-44 16,4-8-112-16,-4-11-368 15,8-15-36-15,-5-13-172 0,2-13-164 16,2-9-20-16,1-14-856 0,-4 3-2416 0,4-31-3849 16</inkml:trace>
  <inkml:trace contextRef="#ctx0" brushRef="#br0" timeOffset="33738.257">19897 6448 468 0,'0'0'13353'16,"0"0"-11509"-16,0 0-1380 0,0 0-72 0,0 69 368 16,0-30 604-16,4 5-372 0,0 4-404 15,4 7-356-15,4-2-136 0,-4 4-96 16,-1 3 0-16,-2 1-84 0,3-1-60 16,-4-2-324-16,0 1-400 0,0-4-292 15,4-4-716-15,-8-16-2256 0,4 12-2705 16</inkml:trace>
  <inkml:trace contextRef="#ctx0" brushRef="#br0" timeOffset="35670.636">19053 7963 9332 0,'0'0'1965'0,"0"0"-593"16,0 0-324-16,0 0 216 0,0 0 312 15,0 0-284-15,11 73-488 0,-7-41-300 16,0-1-160-16,0 4 120 0,1 0-36 15,-5-3-148-15,0-4-148 0,4-2-132 16,-4-7-64-16,0-6-56 0,0-7-52 0,4-2-244 16,-4-2-148-16,0-2-308 0,0-2-500 15,0-2-1672-15,0-13-3309 0</inkml:trace>
  <inkml:trace contextRef="#ctx0" brushRef="#br0" timeOffset="35838.013">19053 7778 7916 0,'0'0'3969'0,"0"0"-1889"0,0 0-928 0,0 0-500 15,0 0 668-15,0 0-208 16,0 0-544-16,0 0-504 0,0 0-64 16,0 0-728-16,0 0-304 0,83 29-520 15,-75-23-2368-15,0 10-3769 0</inkml:trace>
  <inkml:trace contextRef="#ctx0" brushRef="#br0" timeOffset="36118.136">19287 7978 7280 0,'0'0'3160'0,"0"0"-783"0,0 0-937 16,0 0-64-16,0 0 104 15,0 0-68-15,21 76-208 0,-18-56-532 0,-3-1-296 16,4 3-204-16,-4-3-24 0,4 3-148 0,-4-3-44 15,0 0-40-15,0 0 24 16,4-3 12-16,-4-9-4 0,0 0-8 16,5-5 20-16,-5-2 40 0,0 0 96 0,4 0-8 15,-4 0 156-15,4-2-76 0,-1-5-32 16,1-5 44-16,4-2-92 0,1-2-88 16,-2-3-244-16,5-3-60 0,-3 0-148 15,-2-1-172-15,1-2-292 0,0-1-528 16,-4-2-1260-16,0 9-3277 0,0-9-2719 15</inkml:trace>
  <inkml:trace contextRef="#ctx0" brushRef="#br0" timeOffset="36420.982">19499 7874 7824 0,'0'0'4133'16,"0"0"-3021"-16,0 0-244 0,0 0 356 15,0 0 460-15,0 0-60 0,0 0-308 16,0 0-572-16,71 73-316 0,-62-57-64 0,-2 3 0 15,1 3 89-15,1-2-237 0,-5 5-208 16,-4-3-8-16,0 3-4 16,0 1-56-16,0-1 12 15,-9 0-108-15,5-6-125 16,0 0 85-16,4-10 88 0,-4-2 12 0,4-4-40 0,0-3 28 0,0 0 108 16,0 0-4-16,0 0 4 15,0-5-56-15,0-6 56 0,4-1 0 0,4-7-112 16,5-3 64-16,-2-4 48 0,6-2-72 15,-2-2-64-15,-3 5-144 0,4-2-208 0,0 4-136 16,0 0-324-16,0 5-464 0,0 1-1180 16,-9 5-1681-16,6 3-2399 0</inkml:trace>
  <inkml:trace contextRef="#ctx0" brushRef="#br0" timeOffset="36817.655">20108 7994 7112 0,'0'0'5173'0,"0"0"-3781"0,0 0-540 0,0 0-236 16,12 70 340-16,-8-33 284 15,1 9-152-15,2 8-252 0,-3 2-184 0,0 5 32 16,0 3-100-16,4-3-196 0,-3-1-156 15,-2-7-208-15,-3-2-24 0,8-7-96 0,-4-8-88 16,4-11-192-16,-5-6 60 16,6-9-112-16,-5-4-184 0,4-6-160 15,-4 0-364-15,-1-9-1212 0,-3-8-2577 0,5 2-3383 16,-5-15 5981 0</inkml:trace>
  <inkml:trace contextRef="#ctx0" brushRef="#br0" timeOffset="37013.974">20192 8043 7948 0,'0'0'4593'0,"0"0"-3037"16,0 0-556-16,0 0-424 0,0 0 332 0,0 0 396 15,0 0-244-15,0 0-296 0,0 0-312 16,0 0-232-16,51 14-52 0,-42-3-88 16,-1 1-80-16,-4-2-208 0,0 1-316 15,-1 3-336-15,1-1-140 0,-4 0-228 16,0-4-924-16,4-3-1100 0,-4-6-1857 0,0 0 713 15,5-6 3652-15,-5-8 92 0</inkml:trace>
  <inkml:trace contextRef="#ctx0" brushRef="#br0" timeOffset="37239.245">20355 8074 3468 0,'0'0'288'0,"0"0"5932"0,0 0-4287 0,0 0-245 16,0 0-384-16,0 0 272 0,0 0-172 0,0 0-232 15,44 67-472-15,-39-61-384 0,-5-6-240 16,7 3-76-16,-3-3-8 0,4 0-104 15,0 0 16-15,4-9-52 0,0-1-172 0,0-3-120 16,0 1-52-16,-1-1-16 0,-2 0-60 16,-1 7 68-16,-4 0 40 0,-4 2 104 15,0 4 284-15,0 0 72 0,-4-3 112 16,0-1-112-16,-5-2-252 0,2 0-24 0,-5-7-240 16,4-2-800-16,3-5-728 0,2-5-913 15,3-4-2371-15,0 4 2576 16,0-15 2017-16</inkml:trace>
  <inkml:trace contextRef="#ctx0" brushRef="#br0" timeOffset="37631.313">20646 7624 248 0,'0'0'9460'15,"0"0"-7795"-15,0 0-713 0,28 79-44 16,-24-41 360-16,-4 3-56 16,0 1 268-16,0 2-332 0,-4-6-236 0,4 3-212 0,-4-10-272 15,4-2-392-15,0-10-36 16,0 0-124-16,8-10-8 0,4-2-4 15,0-7 76-15,8 0-64 0,-5 0 64 0,10-4 48 16,-1-2-76-16,4-2 40 16,-4 1 36-16,4 3-96 0,-1 4-28 0,-3 0 88 15,4 4 40-15,-4 3 8 0,0 1 80 16,-8 5-8-16,4 3 4 0,-9 3-64 16,2-3 60-16,-1 5 40 0,-9-1-28 15,5 2 112-15,-8 4-48 0,0-1 24 0,0 3-52 16,-11 2-72-16,3-5-48 0,-9 4 0 15,6-4 4-15,-6-3 108 0,2-6-4 16,-1 0-48-16,4-7-60 0,-4-6 4 16,8 1 84-16,0-4 32 0,4 0-20 15,1-7-100-15,-2-5-40 0,1-4 36 16,4-6-176-16,0-7 44 0,4-3 28 16,8-3-64-16,0-3 76 0,0 3-136 15,4 0-272-15,0 3-108 0,0 0-300 16,0 4-628-1,-4 6-1556-15,-5-10-4181 0</inkml:trace>
  <inkml:trace contextRef="#ctx0" brushRef="#br0" timeOffset="41450.382">18913 9325 2788 0,'0'0'952'16,"0"0"2672"-16,0 0-1708 0,0 0-223 0,0 0-597 16,0 0 244-16,0 0-44 15,0 0-88-15,0 0-280 0,0 0-268 16,0-38-40-16,20 47 256 0,4 4-240 0,-1 3-184 16,5 6-120-16,0 0-52 0,-3 3 12 15,-1 1-60-15,-1-1-36 0,-7 4-112 16,4-4-12-16,-4 4-60 0,-4-7-8 15,-4 0 8-15,0 0-12 0,0-6-60 0,-5 0 52 16,2-6-52-16,-5 0-12 0,0-7-4 16,0-1-264-16,0-2 96 15,0 0 48-15,0 0 16 0,0 0 8 0,0-2-24 16,0-8-12-16,0 0 36 16,0-6-184-16,0-5 248 0,4-2 100 15,0-2-56-15,0-1-8 0,0 1 8 0,0 3 4 16,-1 2 12-16,1-2-4 15,5 6 48-15,-1 4-44 0,-1 3 40 0,6-1 8 16,-1 3 152-16,4 4-80 0,-4 0 12 0,3 0-80 16,1 3-8-16,0 0-68 0,-4 0-24 15,9 3-52-15,-10 0-124 0,5 4-456 16,-4-1-896-16,0 3-1452 0,-5-2-2753 16,2 5-171-16</inkml:trace>
  <inkml:trace contextRef="#ctx0" brushRef="#br0" timeOffset="43420.068">20164 9601 9492 0,'0'0'1437'16,"0"0"-1397"-16,0 0-28 0,0 0 28 15,0 0 296-15,0 0-92 0,0 0-64 16,0 0-180-16,0 0-88 0,-16 67-504 0,16-64-261 16,0 0-391-16,0-3-596 0,0 0-1364 15,0 0-16-15,16-6 2516 0</inkml:trace>
  <inkml:trace contextRef="#ctx0" brushRef="#br0" timeOffset="43838.736">20678 9312 9964 0,'0'0'1381'0,"0"0"-881"0,0 0 424 0,0 0 476 16,-79 73-428-16,66-48-240 16,-2 4 84-16,7 0-232 0,4-1-212 0,4-2-72 15,0-1-44-15,0-9-68 0,0-4-40 16,0-5-148-16,4-4-12 0,0-3-100 15,3-3 112-15,5-7 12 0,1-9-12 0,2-6-76 16,1-10-232-16,0-3-124 0,0-7-188 16,0-2-16-16,0-1 40 0,-1 4 196 15,2-1-132-15,-2 1 52 0,-2 3 64 0,-2 3 32 16,-2-1 192-16,-5 7 180 16,-4 4 12-16,0 6 52 0,0 6 100 15,0 6 116-15,-4 7 176 0,-1 3 288 0,1 0-152 16,1 7-40-16,-1 8-112 15,0 11-116-15,0 5 76 0,0 8 44 0,-1 6 4 16,5 5-28-16,-4 1-112 0,4 3-124 16,0-4-172-16,0-2-16 0,0-4-128 15,0-6-476-15,4-8-108 0,5-5-108 16,-1-9-132-16,3-7-332 0,2-6-928 16,-2-3-2661-16,-3-3-1295 0,5-13 5936 15</inkml:trace>
  <inkml:trace contextRef="#ctx0" brushRef="#br0" timeOffset="44324.575">20997 9436 5076 0,'0'0'2668'16,"0"0"2229"-16,0 0-3993 0,0 0-496 0,12 76 568 15,-12-60 256-15,3-10-344 0,1-3-316 16,1-3-164-16,-1 0-396 16,0 0-12-16,4-9 176 0,-1-1-176 0,2-5-188 15,-1-5-232-15,-1-1-76 0,5-2 48 16,-7 4-44-16,3 3-84 0,-5 6 32 15,-3 4 192-15,4 3 60 0,-4 3 228 16,0 0 64-16,0 3 216 0,-7 10 152 16,3 3 120-16,0 3-172 0,-1 2-16 15,1-2 108-15,0 4 0 0,4-7-156 16,-4 0-152-16,4-7-100 0,0-2-4 0,0-7 4 16,0 0 36-16,0 0 12 0,8 0-44 15,-4-7 96-15,5 4 88 0,-2-3-140 16,10 0-44-16,-6 3-4 0,5-1-88 15,0 4-48-15,8 4 136 0,-4 5 108 16,8 7 4-16,-8 3 12 0,4 3 12 0,-1 0 12 16,-6 4 0-16,-1 6-48 0,-1-1 60 15,-3 4 36-15,-3 0 4 0,-5 7 32 16,-1-2 40-16,-3 2-40 0,0-1-48 16,-3-3 36-16,-1-3-60 0,-5-6-16 15,1-8-8-15,1-4-52 0,3-8 28 0,-4-2-28 16,-5-7-84-16,2 0-48 0,-6-3-220 15,2-10 72-15,-5-4-100 16,4-4 76-16,0-2-148 0,-1-5 76 0,6 0 32 16,7-4 64-16,-4 0-112 15,8 1-164-15,0-2-24 0,0 3-580 0,0-3-888 16,4 1-1092-16,0 7-3441 0,0-10 1818 16</inkml:trace>
  <inkml:trace contextRef="#ctx0" brushRef="#br0" timeOffset="44929.78">21355 9220 260 0,'0'0'12089'0,"0"0"-9985"0,0 0-1208 15,0 0 348-15,0 0 136 0,0 0-580 16,0 0-36-16,80-19 68 0,-68 28-408 16,4 5-180-16,-1 0-48 0,-6 10-12 15,3-3-76-15,-8 5-12 0,-1-1 16 16,1 1-40-16,-4-1-23 0,0-6-1 16,0-3 36-16,0-4 4 0,0-5-28 15,0-1 0-15,0-6-12 0,0 0-48 0,0 0-4 16,0-6-240-16,0-1 87 15,0-5 21-15,5-7-164 0,-1-3 68 0,4-4 48 16,-4 1-192-16,3 0-212 0,2-2-148 16,-1 6-212-16,-1-5-488 0,1 7-1488 15,5-16-3401-15</inkml:trace>
  <inkml:trace contextRef="#ctx0" brushRef="#br0" timeOffset="45187.359">21897 8607 7504 0,'0'0'6269'0,"0"0"-5165"0,0 0-904 0,0 0 596 0,0 0 480 16,21 80-196-16,-14-52-96 16,1 4-236-16,0 0-284 0,4 6-136 0,-4 0-36 15,4 6-60-15,-4 4-48 0,-4 6-76 16,4 2-108-16,-1 15 0 15,2 2-12-15,-1 9-72 0,0 1 80 0,-1-4-68 0,-2-2-248 16,-1-11 40-16,4-8-24 16,-4-11-208-16,3-12 48 0,2-6-92 0,-5-14-232 15,4-8-340-15,-5-7-1196 0,5-10-2665 16,-8 1-2791-16,0-17 6556 0</inkml:trace>
  <inkml:trace contextRef="#ctx0" brushRef="#br0" timeOffset="45859.035">22288 9036 4028 0,'0'0'4220'0,"0"0"741"15,0 0-3513-15,0 0-652 0,0 0 84 0,0 0 256 16,0 0-432-16,0 0-88 0,0 0 256 15,0 0-160-15,0 0-348 16,71 54-192-16,-59-35-16 0,1 3-56 0,-6 0-52 16,1 0-36-16,-4-3-8 0,-4-3-4 15,5-2-220-15,-5-6 52 0,0-4 92 0,0-4 16 16,4 0-12-16,-4 0-296 16,3-7 100-16,1 2 132 0,0-9 76 0,0-2 60 15,4 1 68-15,4-4-68 0,-4 0-48 16,5-1-12-16,2 2 56 0,1 2 0 15,0 3 4-15,0 3 8 0,-4 3 152 0,3 5 108 16,-2 2-12-16,-2 0-72 0,2 7-52 16,-5 2-8-16,3 0-40 15,-2 4-44-15,-1 3-40 0,-1-4-8 0,-3 5-76 16,0-5-184-16,0-2-220 16,-4 2-224-16,5-2-248 0,-5-4-288 15,0 0-1200-15,0-3-2741 0,0 1-4027 0,-5-4 8992 16</inkml:trace>
  <inkml:trace contextRef="#ctx0" brushRef="#br0" timeOffset="48505.149">22846 6531 2768 0,'0'0'1304'0,"0"0"1576"16,0 0-156-16,0 0-391 0,-13-79-381 16,13 62-184-16,-4 11-92 0,4-1-264 15,0 7-432-15,4 0-272 0,5 4-196 0,6 5-144 16,9 10 213-16,8 4 183 16,0 9-292-16,0 2-192 0,-4 8-136 0,0 2 0 15,-8-3-48-15,-1-2-60 0,-2-1-36 16,-9-3-48-16,3-7 0 0,-2-3 48 15,-5-1-8-15,0-6-76 0,-4-6-36 16,3 2 12-16,-3-8-196 0,0-4-72 16,0-2 12-16,0 0 16 0,0 0 31 15,0 0 133-15,0 0 180 0,0-2-4 0,0-4-44 16,-3-5-32-16,3-4-136 16,-4-3 48-16,0-9 40 0,-1-1-100 15,5-4 136-15,0 3-52 0,0-3 136 0,9 5-136 16,2-5 100-16,6 2 48 0,2-1 60 15,1 3 184-15,8-1-72 16,-4 6-36-16,4 1-64 0,-1 3 60 0,1 8-56 16,0-3-16-16,0 4-12 0,0 4 36 0,4 6 16 15,0 0-16-15,0 0-80 16,3 6 56-16,1 4-48 0,-3 4-12 16,-1-3-40-16,0 5-132 0,-5 1-56 0,1-3-104 15,-8 3-116-15,4 5-92 0,-12 0-392 16,0 4-1012-16,-4-8-2212 0,-8 14-4929 15</inkml:trace>
  <inkml:trace contextRef="#ctx0" brushRef="#br1" timeOffset="68307.006">22371 1539 980 0,'0'0'9316'0,"0"0"-8119"15,0 0-633-15,0 0-64 16,-23 68 636-16,19-47 20 0,-5 2-440 0,2-1-212 15,3 3-152-15,0 4-88 0,0 2-16 16,4 5-36-16,0 8-64 0,0 3 140 0,0 5-280 16,0 2 40-16,0 6-48 15,0 3 0-15,0 7-48 0,4 0-16 16,-4 3-20-16,0 7-80 0,4-1-108 0,-4 0 36 16,4 4 36-16,-1-1 48 0,1-2-36 15,5 2 96-15,-1-5 92 0,3-1-112 16,-3 0-64-16,5-1 164 0,-6-1-252 15,5 0 140-15,-7-2-52 0,2 4 24 16,1-5 88-16,-4 1 56 0,4-2 4 0,0-4-120 16,0 1 60-16,-4-7-152 0,4 5-36 15,-3-9 100-15,2-2 48 0,1 1 4 16,3-5 24-16,2 1 12 0,-5-1 64 16,-1 2 0-16,2-1 4 0,-5-4 48 15,0 1-40-15,0-1 280 0,-4-3-28 16,0-2-144-16,4-1-120 0,-4 0-8 15,0-2-56-15,3-9-12 0,1 3 72 16,0-7-124-16,5-8-24 0,-5-2 0 0,7 0 76 16,-2-2 76-16,-1-2 4 0,3 1 328 15,-3-1-80-15,5-2-24 0,2-1-64 16,-2 4-76-16,-2-5 0 0,2 3-84 16,-2-2 96-16,-3-2 40 0,0-1-140 15,4-3-56-15,-4 1 44 0,0-2-36 16,4-2 48-16,4 0 12 0,0 0 124 15,-1 0-20-15,6 0-108 0,-1-2 64 16,3-2-72-16,1-2 0 0,4 3 100 0,0 3-100 16,4-3-4-16,-4-1-8 0,8 4 12 15,-4 0 44-15,7 0-40 16,-2 0 8-16,2 0-12 0,5 0 0 0,0-3-56 16,3 0 56-16,6 0 40 0,-1-1-40 15,3 2 0-15,4-3 4 0,1 3 44 16,0-1-48-16,4 3-8 0,-1-3 0 0,6-1 8 15,-5 2-12-15,3-2 8 0,1 4-4 16,3-3 0-16,-2-3-104 16,2 3 100-16,0-4-64 0,6 4-88 0,-2-7 52 15,1 4 108-15,-1-1-72 0,6 1 76 16,-2 3 0-16,5-7 0 0,-4 4 0 16,-1 3 4-16,5-3 4 0,-5 3 4 15,1 3 40-15,-5 0-104 0,5 0 36 16,-3 0 8-16,-2 0-80 0,5 0 88 0,-5 0 8 15,9 0 40-15,-5 0-48 16,1 0 4-16,8-4 4 0,-5-2 56 0,5 3-64 16,4-3 0-16,-1 2 4 0,1-2-4 15,3 0 0-15,1 0 4 0,4 2 44 16,-4 1-48-16,3-3-8 0,1 2 4 16,-1 2-4-16,1-2 8 0,3 1 0 15,1 0 8-15,-4 0-4 0,3-1 4 16,1 1 4-16,-4 3-4 0,-5-3 0 0,5 3 4 15,-9 0 76-15,5 0-88 0,-8 0 52 0,0 0 72 16,-5 0 68-16,-3 0-92 16,-4 3-40-16,-5-3 52 0,-7 3-60 0,0-3-44 15,-8 0 4-15,-9 0-8 16,1 0 8-16,-8-3 156 0,-1-3-160 16,-6-1 0-16,3 0 4 0,-8-5 88 0,4-1 16 15,-9 1-116-15,1-7 0 0,0 0-76 16,-4-3 76-16,-4-4 8 15,0-2-8-15,-4-7 4 0,-1 0 96 0,2-3-52 16,-2-7 4-16,2 1-48 0,-2-3 4 0,1-8-8 16,4-5 48-16,0-3-48 15,4-8 0-15,4-8-12 0,0-6-136 0,3-8 136 16,-2-4-136-16,3-9 144 0,0-5-104 16,0-3-84-16,-4-4 44 15,0 0 96-15,-5-2 52 0,1 0 72 0,0-4-72 16,0 3-240-16,0 1-36 0,4 5 164 0,-4 2-40 15,0 7 0-15,-5 7 16 0,-2 8 60 16,-5 5 76-16,-8 7 60 16,0 5-44-16,-4 8-16 0,-13 2-16 0,2 7 4 15,-5 7-100-15,0-2 112 0,-4 8 100 16,0 0-28-16,0 6-72 0,5 2 0 16,-6 3-140-16,9 0 140 0,1 5 12 15,-2 2 4-15,6 7 132 0,-2 2 68 16,-2 5-76-16,3-1 8 0,-4 1-8 15,4-1-140-15,-4 4 0 0,4-1-12 0,-4 2-128 16,0-3 136-16,0 2-96 16,0-1 16-16,-4 4 84 0,5-4 0 0,-6 1-4 15,1-1-8-15,1 4-264 0,-5-1 36 16,-4 2 72-16,0-2 44 0,-4 4-40 16,-4 3 24-16,-4 0 76 0,-4 3-4 0,1 6 68 15,-9 4 12-15,-4 0 104 16,-4 6-4-16,-4 0-60 0,-3 0-52 15,-1 4 8-15,-8-4 44 0,5 2-40 0,-6-2 0 16,-2 1 40-16,3-1-28 0,-3-3 128 16,3-1 64-16,-3-2-40 15,2 0-36-15,-2 0-4 0,3-1 4 0,-3-3-64 16,3 2 12-16,-3-3 24 0,-1-1-100 16,-1-1-12-16,-2 0-64 0,-1-2 52 15,1-2-64-15,0 3-12 0,-5-5 16 16,4 2-20-16,0-2 20 0,1 0-92 15,-5 0 148-15,4 0-96 0,-4 0 100 16,4 0 12-16,1-2 0 0,-4-3 52 0,-1 3-44 16,0-2 44-16,0 4 4 0,-3-2-48 15,-1-2 96-15,5 4-16 0,-1-2-84 16,0 2-4-16,1-4-8 0,-1 1-52 16,5 3 60-16,-5-4 36 0,4 1-36 15,-4 0-108-15,4-3 104 0,1-1-120 0,-4-2 48 16,3 4 72-16,0-6 8 15,1 2 4-15,3-1 68 0,4 4-72 16,-4 0 60-16,9 2-56 0,-5 1-8 0,8 3 4 16,-3 0-8-16,3 3-32 0,0 1-16 15,4 5 44-15,0-3 8 0,-3 4 0 0,7 0-44 16,4-1 44-16,5 0 176 0,3-2 36 16,4-4-8-16,8-3-32 15,0 4-20-15,8-4-28 0,5 0 108 0,2 0-132 16,1-4 48-16,5 4-8 0,6-3-4 15,-3-1-128-15,5 4 116 16,3-3-36-16,-5 3-88 0,5-3-84 0,0 0 84 0,1 3 0 16,-1-3 0-16,0 3 0 15,0 0-4-15,0 0 0 0,-8-2-56 16,4-3 44-16,0 5 4 0,-4 0 8 0,0 0 0 16,-8 0 4-16,4 0 8 0,-4 7 104 15,-4-4-24-15,1 3-36 0,-1 4-52 16,0-1-4-16,-4 1 0 0,-4 2-12 15,0 5-68-15,0-2 84 0,4 5 72 0,0-5-8 16,4 1-64-16,9 0-8 16,2-6-128-16,5-1-116 0,4 1-148 15,4-4-544-15,0-3-356 0,8 3-1024 0,9-6-3617 16</inkml:trace>
  <inkml:trace contextRef="#ctx0" brushRef="#br1" timeOffset="69395.939">22232 6366 3284 0,'0'0'808'16,"0"0"3088"-16,0 0-1912 0,0 0-447 0,0 0-489 15,0 0-268-15,0 0-104 16,0 0-80-16,0 0 8 15,0 0-24-15,4 3 200 0,0 19-60 16,0 6-112-16,-1 5-164 0,-3 1-172 0,0 4-72 0,0 1-40 16,0 2-76-16,0 7 28 0,-3-1-112 15,-5 10-36-15,0 0 32 0,1 7 0 0,-6 0 0 16,5 2-8 0,-4-6-332-16,0-3 160 0,4-6 180 0,1-9-4 15,7-7 8 1,-5-7-4-16,5-5-108 0,0-9 28 0,5 3 76 15,2-4-44-15,5-4-8 0,1 1 60 0,2-1 96 0,5 1-8 16,4-4 12-16,-1 0-28 0,5 1-72 16,0-4 52-16,4 3-28 0,-4 0 36 15,4-1-12-15,0 0 4 0,4 2 8 0,-1 2 52 16,6-2 0-16,2-2-104 0,2 2 0 16,2 0 4-16,1 0 12 15,3-3-24-15,1 0 0 0,8-4 0 0,0 0 4 16,4 0 60-16,3-6 12 0,1 0-64 15,8-1-12-15,-1 1-4 0,5 2 4 0,1-1 8 16,1 2 308-16,-1-1-144 0,-2-3-168 16,-7 1 84-16,-1 0-80 0,-3 4 68 15,-8-3-76-15,-8 3 0 0,-5 2-96 16,-2 0 88-16,-14 0-4 0,-3 0 12 16,-8 2 0-16,0 3-4 0,-12-3 0 15,-4-2-56-15,0 3-24 0,-4-3-176 16,0 0-108-16,-4 0-84 0,-4 0-156 15,-4-3-332-15,-4 1-452 0,0-9-872 0,-8 2-1573 16,4-1-1899-16</inkml:trace>
  <inkml:trace contextRef="#ctx0" brushRef="#br1" timeOffset="69987.793">22335 6178 156 0,'0'0'9868'0,"0"0"-7743"16,0 0-1421-16,0 0-424 0,0 0 52 15,0 0 696-15,0 0-332 0,108-19-280 16,-64 16-40-16,4 3-24 0,3 0-12 0,1 0-168 16,8 0 4-16,0 0 72 0,4 3-172 15,3-3-4-15,6 0 40 0,6 0-36 16,-3-3-76-16,7 0-8 0,1 0-140 16,0-4 136-16,-1 4-88 0,-3-3 24 15,0 3-96-15,-9-4-56 0,1 0-20 16,-9 5 36-16,1-2-4 0,-4 4-12 0,-8 0 56 15,0 4 84-15,-9 3 36 0,-3 2-84 16,-7-4-132-16,-1 9 120 0,0-1 32 16,3-1-276-16,-7 7 40 0,4 0 352 15,-4-3 212-15,-5 0-212 0,1 0-96 16,-7 0 60-16,2-1 28 0,1 4 16 16,-4 6 32-16,-4 8 36 0,4 5 228 15,-8 7 340-15,-4 2-524 0,0 4-116 16,-4 6 232-16,0 6 164 0,0 3-156 0,-4 8-132 15,-8 0-48-15,4 5 60 0,0-4 100 16,-4 2 496-16,4-1-188 0,0-6-248 16,4-3-100-16,1-10-36 0,3-6-60 15,0-9-16-15,0-14-60 0,0-6-12 16,0-9-172-16,3-7 0 0,1-6-272 0,0-4-64 16,0-11 88-16,0-7-268 0,0-10-480 15,4-6-796-15,-8-10-2449 16,0 13-2783-16</inkml:trace>
  <inkml:trace contextRef="#ctx0" brushRef="#br1" timeOffset="70401.275">23946 5061 1344 0,'0'0'1500'0,"0"0"2876"0,0 0-2536 16,-49 70-312-16,29-33-215 0,1 5-33 15,-5 2-48-15,0 7-120 0,-1 3-268 16,-2 3-296-16,-5 6-212 0,0-2-52 16,-4 6-60-16,4-1-88 0,-3-3-124 15,3-2-12-15,0-7-48 0,4-7-28 16,8-9-84-16,4-11-224 0,9-5-52 0,-2-13-76 15,9-6-120-15,0-3-272 16,4-6-608-16,12-13-1209 0,-4 3-1943 16,16-29-544-16</inkml:trace>
  <inkml:trace contextRef="#ctx0" brushRef="#br1" timeOffset="70632.781">24260 5124 5988 0,'0'0'2924'16,"0"0"-739"-16,0 0-1289 0,0 0-304 16,0 0 364-16,-60 67 48 0,32-32-424 0,0 3-240 15,-7 9-40-15,3 3-124 16,-9 9-112-16,6 0-64 0,-5 9 12 16,-3 1-76-16,-2 1 64 0,2 0-148 15,2-4-216-15,2-2 100 0,7-10-180 16,8-6-188-16,1-14-244 0,10-5-520 15,5-10-653-15,5-5-1967 0,-1-9-1684 0</inkml:trace>
  <inkml:trace contextRef="#ctx0" brushRef="#br1" timeOffset="104489.972">16837 11043 2540 0,'0'0'10729'15,"0"0"-9041"-15,0 0-944 0,0 0-280 0,0 0 624 16,0 0 176-16,0 0-124 0,0 0-112 16,88 22-308-16,-61-19-211 15,1 0-133-15,0 0-192 0,4-3-28 0,0 4-92 0,0-4-64 16,-4 3-48-16,0-3-48 0,0 0-100 16,-4 0-80-16,-4 0-309 15,-4 0-339-15,0 2-352 0,-8 2-896 0,-1 2-2296 16,-7 1-2977-16</inkml:trace>
  <inkml:trace contextRef="#ctx0" brushRef="#br1" timeOffset="104669.697">16925 11357 3360 0,'0'0'10801'0,"0"0"-9061"0,0 0-1248 15,0 0-304-15,0 0 548 0,0 0 512 0,0 0-324 16,0 0-276-16,100 3-308 15,-61-10-192-15,6-2-148 0,2-1-112 0,1 1-304 16,3-1-96-16,-2 1-420 0,-2 3-268 16,5-4-1008-16,-13 3-3189 0,17-2-4399 15</inkml:trace>
  <inkml:trace contextRef="#ctx0" brushRef="#br1" timeOffset="105972.768">18320 11251 12685 0,'0'0'2388'0,"0"0"-964"0,0 0-1000 0,0 0 12 15,0 0 320-15,0 0 180 16,0 0-88-16,87 7-68 0,-43-3-136 16,12-1-228-16,4-3-63 0,11 0-125 0,5 0-8 15,11-3 44-15,5-1 172 0,8-3 264 16,-1-1-468-16,5-5-220 0,-9 1 36 15,2-5-44-15,-11 5-4 0,-2-8 12 0,-3 4-8 16,-10 0-4-16,-7-2-144 16,-8 5-124-16,-4-3-128 0,-17 4-136 15,-3 2-52-15,-8 0-9 0,-12 3 9 0,-4 4-184 16,-5 1-468-16,-3-1-532 16,-3 3-740-16,-9 0-2509 0,-12 0-2175 0</inkml:trace>
  <inkml:trace contextRef="#ctx0" brushRef="#br1" timeOffset="106632.191">19180 11274 10945 0,'0'0'1924'0,"0"0"-1068"0,0 0-376 0,0 0 256 15,0 0 396-15,0 0-44 0,4 90-208 16,0-53-176-16,-4 10-100 0,4 8 56 16,-4 9 0-16,0 8-220 0,0 1-64 0,-4 7-108 15,-4-1-63-15,4-3-205 0,0-9 0 16,0-7-80-16,4-12-105 0,0-6-19 16,4-15 8-16,4-2-8 0,0-8-248 15,-4-7-112-15,3-4-72 0,2-3-188 16,-1-3-288-16,3-9-400 0,6-11-1092 15,-6-6-1569-15,2 1-2259 0,-1-22 3653 16</inkml:trace>
  <inkml:trace contextRef="#ctx0" brushRef="#br1" timeOffset="106831.456">19583 11382 3512 0,'0'0'9121'0,"0"0"-7709"15,0 0-868-15,-17 69 200 0,9-30 676 0,1 2-28 0,3 4-284 16,-5 9-420-16,5-3-272 16,0 5-136-16,1 2-160 0,-1-2-120 0,0-1-144 15,0 3-320-15,4-8-136 0,-4-2-100 16,4-1-176-16,0-9-268 16,0 4-904-16,0-8-1100 0,0-8-2901 0</inkml:trace>
  <inkml:trace contextRef="#ctx0" brushRef="#br1" timeOffset="107736.945">18742 12939 4104 0,'0'0'3320'16,"0"0"-2400"-16,0 0-636 0,0 0 132 15,0 0 464-15,0 0 24 0,-5-68-207 0,5 65-133 16,-4 3-204-16,4-3 36 16,-3 0 128-16,-1 3 200 0,0-4-16 0,0 2-104 15,0 2-76-15,-5-4 4 0,2 4-48 16,-1 0-36-16,-5 0-36 0,6 6 56 15,-9 7-148-15,4 6-124 0,-4 3 40 16,4 10 8-16,-4 10 52 0,5 5 84 16,-2 4-28-16,6 6 28 0,-6 0-76 15,5-3-96-15,4-9-112 0,1-10 40 0,3-9-40 16,0-15 48-16,7-4-144 16,6-7 4-16,2-4 253 0,2-8-13 0,6-7-88 15,1-6-156-15,0-10-100 0,0-3-289 16,4-3-111-16,-5-3-60 0,1-2 112 15,-3 5-20-15,-2-3 52 0,-3 0 36 16,-4 0-124-16,-7 2 48 0,-1-6 196 16,-4 3 252-16,0-6-68 0,0 4-272 0,-4-1-448 15,-1 4 484-15,-3 2 84 0,8 11 224 16,-4 9 4-16,4 6 164 0,0 6 40 16,0 4 156-16,0 6 112 0,0 0 0 15,-3 0 12-15,3 3-128 16,0 7-24-16,-4 5 36 0,4 9-48 15,-4 1-64-15,4 8-24 0,0 9-24 0,-5 3 12 0,5 5-84 16,0 7-40-16,0 1-48 0,0 2-48 16,0-3-108-16,0 0-12 15,0-2-4-15,0-5 4 0,5-2-140 0,-1-8-116 16,0-4-192-16,3-10-32 0,1-4-44 16,5-6-88-16,-6-7-332 0,10-2-992 15,-6-7-616-15,9-4-1333 0,-8-2-811 0,12-13 2476 16</inkml:trace>
  <inkml:trace contextRef="#ctx0" brushRef="#br1" timeOffset="108064.041">19495 12576 6156 0,'0'0'6637'0,"0"0"-5377"0,0 0-664 16,0 0 148-16,-17 76 776 0,17-44-20 16,0 9-272-16,0 3-540 0,0 8-216 0,9-2 4 15,-9 7-88-15,4 1-83 0,-4 2-157 16,0 0-64-16,0 0-84 0,0-3-84 15,-8-2-4-15,3-1-117 0,1-10 21 16,-3 1-68-16,3-4-80 16,0-6-216-16,0-7-48 0,4-6-32 0,0-5-24 15,0-9-312-15,0-4-948 0,4-4-2016 16,0-4-1965-16,0-15-42 0</inkml:trace>
  <inkml:trace contextRef="#ctx0" brushRef="#br1" timeOffset="108551.732">19749 12941 4332 0,'0'0'8193'0,"0"0"-7033"0,0 0-664 16,0 0-168-16,0 0 620 0,0 0 508 16,0 0-316-16,84-19-384 0,-72 31-240 0,1 7-64 15,-6 7-60-15,-3-1-52 0,-4 1-72 0,0 2-36 16,0 1-120-16,-8-4-112 15,1 2 0-15,3-8-64 0,-1-8-8 16,1-4 12-16,0-4-12 0,4-3-184 0,0-7-12 16,8-1 8-16,1-9 28 15,2-2-72-15,6-3-40 0,-2 0 12 16,1 3 184-16,0-3 72 0,4 6 28 0,-1 0 4 0,2 3 44 16,3 4 96-16,-5 6 16 15,5 3 148-15,0 0-124 0,-3 5 20 16,-2 8-20-16,1 4-60 0,-4-2 56 0,-4 7-68 15,0-2 8-15,-8 2-60 0,4 0 52 16,-4-3-64-16,-4-2-72 0,4-3-248 16,0 0-452-16,-4-5-204 0,4-2-520 15,0-5-1220-15,4 2-2757 16</inkml:trace>
  <inkml:trace contextRef="#ctx0" brushRef="#br1" timeOffset="110018.794">21718 10966 548 0,'0'0'496'16,"0"0"3040"-16,0 0 1544 0,0 0-3375 15,0 0-257-15,0 0-184 0,0 0-40 16,0 0-40-16,0 0-116 0,0 0-200 15,-8 0-180-15,28 0-36 0,12 0 8 16,4 6 72-16,11 0-100 0,9-2-207 0,4-1-49 16,0-3 60-16,3 0 156 0,5 0-204 15,1 0-160-15,2-3-24 0,0-3-36 16,-3-6-72-16,4 1-92 0,-4-5-4 0,-1 1 8 16,1-4-8-16,-8-1-228 15,-1-1-252-15,-3-2-88 0,-7 4-16 16,-10 0-104-16,-11 7-53 0,-5-1-295 0,-6 3-448 15,-13 8-532-15,-4-3-756 0,-8 5-1237 0,0 0-1263 16</inkml:trace>
  <inkml:trace contextRef="#ctx0" brushRef="#br1" timeOffset="110214.015">22359 11001 2812 0,'0'0'2384'0,"0"0"4149"15,-31 89-4921-15,23-45-444 0,-9 14 548 16,10 5 76-16,-5 1-104 0,0 2-480 16,4-3-564-16,0-5-351 0,-1-4-293 15,9-10-37-15,-3-5-99 0,3-11-300 0,0-9-184 16,3-9-64-16,10-10-116 0,2 0 76 16,10-16-440-16,-1 0-1436 0,8-29-3269 15</inkml:trace>
  <inkml:trace contextRef="#ctx0" brushRef="#br1" timeOffset="110414.18">22627 10969 13377 0,'0'0'1872'16,"0"0"-1456"-16,0 0 48 0,-9 74 664 0,5-39 432 0,4 2-360 15,0 8-492-15,0 2-428 0,4 11-144 16,-4-1-124-16,0 3-12 0,0 1-112 15,0-1-56-15,0-6-540 0,-4-3-212 0,0-10-64 16,4-3-268-16,0-6-1264 16,0-14-2269-16,-4 5-3183 0</inkml:trace>
  <inkml:trace contextRef="#ctx0" brushRef="#br1" timeOffset="110934.269">22144 12265 3056 0,'0'0'10125'16,"0"0"-8173"-16,0 0-1048 0,0 0-436 15,0 0 268-15,0 0 612 0,0 0-268 0,28 82-296 16,-20-57-404-16,-4 5-260 15,-4-2-24-15,4-2-20 0,1-4-76 16,-5-7-92-16,3-2-64 0,-3-4-148 0,4-5-260 16,-4-1-60-16,0-3-100 0,0 0-304 15,-4-7-808-15,1 1-2364 0,-10-10-2957 16</inkml:trace>
  <inkml:trace contextRef="#ctx0" brushRef="#br1" timeOffset="111093.994">22084 12106 7900 0,'0'0'6185'0,"0"0"-5073"0,0 0-608 0,0 0 164 0,0 0 388 15,0 0-336-15,0 0-572 0,81 0-148 16,-70 0-496-16,1 0-408 16,4 3-628-16,-8 0-1364 0,-4 4-3401 0</inkml:trace>
  <inkml:trace contextRef="#ctx0" brushRef="#br1" timeOffset="111303.357">22363 12214 2480 0,'0'0'8457'0,"0"0"-7453"0,0 0-252 0,0 0 576 0,0 0 776 16,0 0-888-16,72 79-200 0,-64-60-280 16,-4 1-268-16,4-5-64 0,-4 2-88 15,0-2-224-15,1-3-92 0,-2 1-12 16,1-1-40-16,-4-5 40 0,0 0-84 0,0-4-88 15,0 0-48-15,0-3-24 0,0 0-4 16,4-6 76-16,-4-3-12 16,4-8-224-16,0-1-308 0,0-8-240 0,-1 0-568 15,2-2-796-15,-1 9-1565 0,-4-6-1167 16</inkml:trace>
  <inkml:trace contextRef="#ctx0" brushRef="#br1" timeOffset="111586.145">22558 12141 1564 0,'0'0'5292'0,"0"0"-2116"0,0 0-1655 16,0 0-393-16,0 0 300 0,0 0 152 0,0 0-152 16,0 0-324-16,65 70-268 15,-54-60-196-15,-3 2-200 0,0 1-320 16,1 3-116-16,-6 0-4 0,1-4-4 0,-4 7 0 16,0 0-68-16,0 3-184 0,0-3-112 15,0-2-24-15,0-6-16 16,0 0 124-16,0-5 124 0,0-4 0 0,0 3 12 15,0-5 148-15,0 0-4 0,0-5 8 16,4 0-4-16,4-9 0 0,1-4-8 16,2-1-4-16,6-2-160 0,2 1-128 15,1 1 52-15,-1 3 0 0,-2 6-64 16,3 1-856-16,-5 0-1420 0,-2 2-2225 16,-1 1-683-16</inkml:trace>
  <inkml:trace contextRef="#ctx0" brushRef="#br1" timeOffset="112835.136">23288 12157 10812 0,'0'0'1989'16,"0"0"-893"-16,0 0-120 0,0 70 460 15,0-35-192-15,0 6-56 16,0 9-424-16,-4 8-240 0,0 2-36 0,0 1 88 0,-4 2-20 15,0-6-323-15,0-3-161 16,4-7-72-16,0-9-145 0,0-8-219 16,4-12 60-16,0-8 48 0,0-3-88 0,0-7-288 15,0 0-240-15,4-13-312 0,0-3-676 16,4-9-884-16,0 6-2157 16,0-25-1567-16</inkml:trace>
  <inkml:trace contextRef="#ctx0" brushRef="#br1" timeOffset="113174.539">23355 12150 416 0,'0'0'10769'0,"0"0"-8745"0,0 0-1032 16,0 0-372-16,0 0 600 15,0 0-16-15,0 0-236 0,0 0-72 16,80 45-344-16,-72-24-196 0,0 0-196 0,-3-6-112 16,-2 4-48-16,-3-3-124 0,0 0-352 15,0 0-224-15,-8-1-100 0,4-5-4 16,0-4-132-16,4-3-224 0,0-3-180 0,0-3-320 15,0-8-593-15,4-6 649 0,0-2-176 16,8 0-148-16,-4-7-328 0,5 7 456 16,-2 3 1800-16,1 9 980 0,0 7 3052 15,-4 5-1588-15,0 7-152 0,-5 7-363 16,1 3-385-16,1 1-216 0,-1-1-104 16,-4 0-204-16,4-6-252 0,0-4-248 15,0-5-176-15,-1-4-148 0,1-3-32 16,9-3-160-16,2-13-8 0,2-3-128 15,7-7-320-15,3-5-168 0,1-7-244 16,0 0-172-16,0-1-188 0,0 2-284 16,0-5-448-16,-4 1-613 0,-5-7-147 0,1 0-148 15,-8 4 112-15</inkml:trace>
  <inkml:trace contextRef="#ctx0" brushRef="#br1" timeOffset="113354.107">23909 11811 1480 0,'0'0'4244'0,"0"0"-1580"0,0 0-440 16,0 0-307-16,0 0-57 15,0 0-360-15,0 0-436 0,4 70-168 16,-4-39 52-16,0 4-124 0,0 3-212 0,0-3-320 15,0 3-232-15,9-3-60 0,-6 0-12 16,1 1 8-16,0-3 4 0,-4 3 48 16,4-1-48-16,0 0 0 0,-4 1 0 0,0-3-8 15,0-1-92-15,0-6-92 16,0 2-176-16,5-5-100 0,-1-4-280 16,-1 0-252-16,1-6-572 0,-4-4-1552 0,0 0-4133 15</inkml:trace>
  <inkml:trace contextRef="#ctx0" brushRef="#br1" timeOffset="114087.307">22180 13408 1800 0,'0'0'992'0,"0"0"-496"0,0 0-92 15,0 0 1900-15,0 0 412 0,0 0-1136 16,0 0-355-16,0 0-137 0,0 0 136 0,0 0 16 16,0 0-68-16,-4-36-260 0,-4 36-280 15,1 7-148-15,-2 5-212 16,1 8-28-16,-3 5-20 0,-2 7 32 0,5 3 100 16,1 3 304-16,3-7-244 0,-1-1-172 15,1-9-136-15,4-8-56 0,0-6-44 16,0-4 4-16,4-3-12 0,5-3-136 15,2-13 124-15,6-3 12 0,-2-6-184 16,5-7-216-16,-4-3-76 0,4-4 60 0,-8 2 20 16,8-1 40-16,-4-4-40 0,0 1-120 15,0-7-328-15,-4 0 80 0,-5 1-144 16,1-1 0-16,1 4 364 0,-5 3 300 16,-4 9 192-16,0 7 52 0,0 5 220 15,0 12 136 1,0 1 236-16,0 3 76 0,0 4-76 0,0 6-100 15,0 7-144-15,0 10 188 0,0 9 24 0,0 5-56 16,0 8-12-16,0 3 0 0,0-1 0 0,-4-2-200 16,4-4-292-16,-4 0-60 0,-1-6-136 15,5-4-392-15,-4-6-188 0,4-1-140 0,0-9-140 16,0-2-568-16,4-6-788 16,1-5-1849-16,-1-2-1755 0</inkml:trace>
  <inkml:trace contextRef="#ctx0" brushRef="#br1" timeOffset="114691.595">22479 13512 2520 0,'0'0'6908'0,"0"0"-4843"0,0 0-1013 0,0 0-44 15,0 0 312-15,0 0-152 16,0 0-324-16,0 0-284 0,0 0-340 0,84-57-116 0,-65 25-104 16,5 4-136-16,-7-1-148 15,-2 4-28-15,2 6-12 0,-10 3 36 16,-3 0 24-16,-4 4 248 0,0 5 16 0,0 1 52 15,-7 3 16-15,-6 3 192 0,1 0 116 16,-4 6-104-16,1 7-208 0,-2 6 84 16,2 6 112-16,-6 1 52 0,6 9-40 15,-1-5-52-15,0 6-108 0,4-7-112 16,4-4-104-16,4-6-252 0,0-10-152 16,4-4 112-16,0-5-56 0,12-5-152 15,4-4 140-15,3-10-252 0,2-3-196 16,7-4-272-16,0-2-148 0,0 3 43 15,-5 3 449-15,1 8 464 0,-4 9 92 16,1 5 284-16,-10 2 556 0,1 11 220 0,-4 6 281 16,-4 4-29-16,0-1 48 0,-4 3-236 15,0 0-132-15,0-2-40 0,0-5-68 16,-4 1-20-16,0-6-32 16,4-7-200-16,0 1-184 0,0-7-96 0,4 0-68 15,0 0 0-15,8 0 88 0,0 0 12 0,4-3-60 16,0 3-40-16,-1 0-112 0,2 3 24 15,2 9 32-15,-2 5 56 0,-2 5 88 16,1 3 96-16,-4 7-24 0,-3 0-72 16,-2 2-4-16,-3 2-72 0,-4 2 76 0,0 0-12 15,0 0 32-15,-7 3 16 16,-2 1-36-16,-3-7 132 0,1-4 516 16,-2-6-284-16,5-5-208 0,-3-11-84 0,2-3 36 15,1-6 8-15,1 0-152 16,-1-12-52-16,-1-4-8 0,2-3-116 15,3-10-48-15,-4 1-44 0,8-8 20 0,0 3 12 16,0-3-84-16,0 4-28 0,8-3-192 0,3 7-104 16,2-3-24-16,6 1-144 15,-2 5-416-15,2 0-880 0,-3 9-2017 0,5-7-2903 16</inkml:trace>
  <inkml:trace contextRef="#ctx0" brushRef="#br1" timeOffset="115396.686">24236 13709 16949 0,'0'0'2792'0,"0"0"-2792"0,0 0-1044 15,0 0 140-15,0 0 396 16,0 0-336-16,0 0-4124 0</inkml:trace>
  <inkml:trace contextRef="#ctx0" brushRef="#br1" timeOffset="120251.204">24698 11741 3512 0,'0'0'8293'0,"0"0"-6681"15,0 0-748-15,0 0-192 16,0 0 348-16,0 0-104 0,0 0-244 16,0 0-68-16,0 0 40 0,0 0-92 0,68-4-124 15,-48 17-208-15,-4 9-96 0,-4 3-40 16,0 8-76-16,-9 2-12 0,1 3 4 15,-4 3-60-15,-7 0-52 0,-9 0 16 16,0-2-64-16,-4-4 12 0,4-10 148 16,-4-3 76-16,12-9 44 0,0-7 64 15,5-6 36-15,-2 0-144 0,5-9-76 0,0-9-308 16,12-15-144-16,4-5 268 16,8-10 48-16,4-6-12 0,7 0-72 0,6 7-28 15,-1-2-84-15,-1 16 36 0,-3 3 48 16,4 14-396-16,-8 4-684 15,-9 6-1780-15,-2 6-4397 0</inkml:trace>
  <inkml:trace contextRef="#ctx0" brushRef="#br1" timeOffset="121162.276">23690 12189 3512 0,'0'0'5540'0,"0"0"-4568"0,0 0-700 16,0 0 164-16,-32 82 301 0,32-63-109 15,0 0-244-15,0-3-204 0,4-2-168 16,0-6 0-16,8-5-4 0,-4 0 72 0,4-3 96 16,4-9 108-16,4-3 32 15,-4-11-164-15,4 1-76 0,-5-3-76 16,2-4-152-16,-2 4-164 0,-6 0 60 0,3 6 104 16,-9-1 152-16,1 8 4 15,-4 2-4-15,0 3-8 0,0 1-8 16,-4 6 16-16,-3-3 56 0,-1 3-56 0,-1 3-52 15,2 7-112-15,-1 3 48 0,0 2-24 16,-1 2-92-16,9 2-24 0,0-7-244 16,4 4-557-16,5-6-935 0,6 2-2380 0</inkml:trace>
  <inkml:trace contextRef="#ctx0" brushRef="#br1" timeOffset="121575.16">24133 12221 1136 0,'0'0'9813'0,"0"0"-8233"0,0 0-1108 0,0 0 204 16,0 0 224-16,-41 76-244 0,37-54-164 16,4 3-80-16,4-3-360 0,9-5-52 15,2-5-100-15,2-3-88 0,2-9 100 16,1 0 24-16,1 0 52 0,-2-2 12 15,-3-5 0-15,-4 1 4 0,0 0 0 16,-4 6-4-16,-4 0 8 0,4 0 56 16,-1 8 100-16,2 5 48 0,-1 6-108 0,-1 7-40 15,6-1 80-15,-5 4-144 0,-1 0-88 16,1-1 88-16,1 1 4 0,-5-4 48 16,-4 0-4-16,0-2 52 0,-4-1 40 0,-5-3-16 15,-2-3 36-15,-1-7-24 16,-4 2-84-16,0-9-52 0,-4-2-388 0,0 0-224 15,0-2 32-15,0-12 164 0,5 1 104 16,-2-6-20-16,10-6-108 0,-1-7-8 16,3-2-148-16,5-2 136 0,5-5-132 15,10 3-48-15,6 7-781 0,-2 2-519 16,5 6-12-16,-4 10 404 0,0 5-1556 16</inkml:trace>
  <inkml:trace contextRef="#ctx0" brushRef="#br1" timeOffset="122420.998">23089 13166 6492 0,'0'0'4653'0,"0"0"-3469"0,0 0-444 16,0 0 456-16,0 0 80 0,0 0-484 0,0 0-268 15,0 0-88-15,0 0-12 16,88-15-52-16,-73 36-64 0,5 5-124 15,-8 3-72-15,-4 2 60 0,0-2-76 0,-4 0-80 16,-4-1 44-16,0-3-52 0,-4 1 64 16,-4 0-72-16,4-7 4 0,-4-4 48 15,4-5 20-15,4-7 4 0,0-3-76 16,0-3-212-16,0-10-68 0,0-6-80 16,4-6 288-16,0-7-16 0,4-3 84 15,4-3-68-15,-4 0-28 0,0-4-96 0,4 8 56 16,0 3 4-16,4 5-24 15,-4 6-124-15,3 5-80 16,2 5-172-16,-2 1-144 0,1 6-240 0,1 3-236 0,2 0-376 16,5 3-673-16,-8 0-2003 15,8 6-1407-15</inkml:trace>
  <inkml:trace contextRef="#ctx0" brushRef="#br1" timeOffset="122618.734">23654 13290 12117 0,'0'0'1788'16,"0"0"-1240"-16,0 0 108 0,0 0 952 15,0 0-476-15,100-19-404 0,-65 13-236 16,-3-7-296-16,5 4-196 0,-5-4-96 0,0 6-236 16,-4-2-324-16,-5 3-100 15,-7 2-112-15,0 2-644 0,-8 2-1196 16,-4 0-2601-16,-8 9-1623 0</inkml:trace>
  <inkml:trace contextRef="#ctx0" brushRef="#br1" timeOffset="122757.362">23754 13414 10364 0,'0'0'2085'16,"0"0"-1357"-16,0 0 60 0,0 0 352 0,0 0-260 16,0 0-328-16,0 0-128 0,0 0-172 15,0 0-128-15,104 32-124 16,-68-42-164-16,-1 1-396 0,5-7-472 0,0 3-456 15,4-2-656-15,-12 4-2249 0,16-8-2799 16</inkml:trace>
  <inkml:trace contextRef="#ctx0" brushRef="#br1" timeOffset="123140.681">24663 13166 11369 0,'0'0'1872'0,"0"0"-1276"0,0 0 420 15,0 0 532-15,0 0-712 0,-77-6-240 0,58 15 8 16,3 8-172-16,0 1-336 0,0 8 16 0,0 2 72 16,4 4 52-16,0 3-16 0,5-2 60 0,2-5-84 0,1-6-100 15,4-7-96-15,0-8-72 0,0-4-24 16,4-3-16-16,8-3 64 16,9-11 48-16,-2-7 244 0,9-8-244 0,0-9-256 15,0-3-148-15,4-3-28 0,-1-4 40 16,1 0 108-1,0 1 0-15,-8 2 0 16,0 1 172-16,0 2 24 0,-12 7 88 0,0 7 100 0,-5 3 64 16,-3 9 44-16,-4 3 88 0,0 7 48 0,0 3 64 15,0 3-52-15,0 6-76 0,0 3-232 0,0 11-44 16,0 8 120-16,-4 5 96 0,0 7-108 16,1 4-40-16,-1 1 100 15,4-1-88-15,0-3-84 0,0-5-116 16,0-9-176-16,7 0-356 0,1-8-100 0,1-6-152 15,2-10-220-15,6-3-928 0,-6 0-1873 16,6-13-2395-16</inkml:trace>
  <inkml:trace contextRef="#ctx0" brushRef="#br1" timeOffset="123870.276">26212 10518 4244 0,'0'0'7981'16,"0"0"-6525"-16,0 0-936 0,0 0 228 15,84-6 564-15,-52 19-292 0,0 12-300 0,3 7-300 16,-3 6-12-16,0 7-76 15,-8 5-88-15,0 4-184 16,-8 3 52-16,-4 4-68 0,-8-1-44 16,-4-3 0-16,0-3-56 0,-4-6 56 0,0-10 84 15,-4-10-72-15,4-5-8 0,4-11 72 0,-4-5-72 0,4-3 8 16,0-4 160-16,0 0-16 0,0-4-92 16,0-3-64-16,0-8-12 15,0-5 12-15,0-2-8 0,0-6-44 0,0-7-8 16,0-4 0-16,0-2 0 0,4 0-40 15,0-3-108-15,8-2 148 16,4 9-40-16,4-1 16 0,4 3 20 0,-1 3 60 16,9 1 4-16,0-1 0 0,9 4 0 15,-6 3-44-15,5-5-16 0,8 8 60 16,-5 3-12-16,2 0-100 0,-2 9 0 16,1 1-84-16,-4 6 24 0,-4 3-172 15,0 0-312 1,-5 3-216-16,-3 3-536 0,-3 1-928 15,-6 2-3857-15</inkml:trace>
  <inkml:trace contextRef="#ctx0" brushRef="#br1" timeOffset="134447.369">2103 11503 4424 0,'0'0'9457'0,"0"0"-8141"16,0 0-688-16,0 0-60 0,0 0 268 15,0 0 204-15,0 0-20 0,0 0-172 0,84-3-168 16,-45 3-156-16,6 0-72 16,11 3 93-16,-1-3-181 0,1 0-156 15,4 0-64-15,-4-7-24 0,-1-2-108 0,-3-4 24 16,-4-3-32-16,0 1-8 0,-4-2-100 15,-9-1-88-15,1 2-88 16,0 0-84-16,-12 4-133 0,-4-2-27 0,-1 5-132 16,-10 5-164-16,-5 1-396 0,-4 3-720 15,0 0-1960-15,-13 10-1301 0,6-4-1507 16,-21 8 5896-16</inkml:trace>
  <inkml:trace contextRef="#ctx0" brushRef="#br1" timeOffset="134669.34">2366 11404 4424 0,'0'0'3072'0,"0"0"1049"16,0 0-3529-16,-4 74-336 15,4-43 432-15,4 7 612 0,0 10 172 16,4 3-304-16,4 6-388 0,0 4-164 0,0 8-132 16,0 4-104-16,0 6-76 0,0 1-108 15,-4 2-48-15,4-2-136 16,-5-7 40-16,2-7-52 0,3-16-60 0,-5-4 0 15,2-18-16-15,-1-6-80 0,-4-12-104 16,-1-4-232-16,1-6-196 0,0-6-116 16,1-10-404-16,-1-12-888 0,0-11-2001 15,0 4-2027-15</inkml:trace>
  <inkml:trace contextRef="#ctx0" brushRef="#br1" timeOffset="134871.707">2645 11534 1800 0,'0'0'10285'0,"0"0"-9173"0,0 0-1024 16,0 0 500-16,0 74 564 0,-4-33 384 0,4 10-456 15,0 6-412-15,0 6-236 0,4 7-184 16,0 4-28-16,0 1-72 0,-4-2-148 16,4 0 0-16,-4-9-100 0,0-7-304 15,0-13-188-15,0-8 60 0,0-14 0 16,0-9-204-16,0-7-576 0,0-6-1228 15,0 0-2097-15,0-13-2703 0</inkml:trace>
  <inkml:trace contextRef="#ctx0" brushRef="#br1" timeOffset="135027.623">2641 12109 5852 0,'0'0'7197'0,"0"0"-5661"0,0 0-1144 15,0 0-216-15,0 0 544 0,79 23 396 16,-62-21-200-16,-2 3-396 0,2-5-348 0,3 0-100 15,-1-5-72-15,5-4-532 0,0-4-248 16,4-2-524-16,-4-4-672 0,-4 3-2685 0,-4 3-4255 16,-4 1 8812-16</inkml:trace>
  <inkml:trace contextRef="#ctx0" brushRef="#br1" timeOffset="135269.55">3079 12364 7628 0,'0'0'5685'0,"4"75"-4365"0,0-33-880 16,0 5-48-16,5 11 464 0,-2 2 364 0,-3-3-304 15,4 0-312-15,1-1-344 0,-6-1-180 16,1-7-80-16,4-3 0 0,-4-7-4 16,4-7-132-16,-4-6-12 0,0-8-60 0,-4-8-236 15,0-6-112-15,0 0 0 16,0-3-256-16,0 0-280 0,-8-6-488 15,0-7-336-15,-4-3-301 0,0-3-1935 16,-4-6-1172-16,0 3 5324 0</inkml:trace>
  <inkml:trace contextRef="#ctx0" brushRef="#br1" timeOffset="135482.259">3020 12347 6260 0,'0'0'4945'0,"0"0"-3213"0,0 0-1044 15,0 0-116-15,76-69 552 0,-61 56 296 16,2 6-460-16,-2 5-256 0,-3 2-200 15,0 0-172-15,0 0-48 0,0 0-40 16,-4 2-60-16,0 8 12 0,-1 3-12 16,-2 6 32-16,-5 3-104 0,0 6-112 15,-5 8-184-15,-6-6-96 0,-6 0-12 0,2-2-4 16,-1-5-132-16,0-8-16 0,0-2-100 16,4-10-160-16,1-3-328 0,-2-3-696 15,2-13-1256-15,3-9-1561 0,-1 6-1807 16,9-16 6000-16</inkml:trace>
  <inkml:trace contextRef="#ctx0" brushRef="#br1" timeOffset="135763.612">3278 12090 3056 0,'0'0'4000'0,"0"0"1305"0,0 0-4129 0,0 0-212 16,76 35 120-16,-64-19 448 0,0 7 4 16,-8 2-200-16,0 0-396 15,0 0-308-15,-4-2-159 0,0-1-169 0,0-6-232 16,0-4-72-16,0-5-12 0,0-4 0 15,0-3-48-15,0 0-192 16,4-7-201-16,-4-2 113 0,12-7 160 0,-4-3 8 16,0-3 112-16,3 0-76 0,6-1-8 0,-6 8-28 15,6 2 36-15,-6 1-60 16,6 5 196-16,-6 3 148 0,2 4 12 0,-1 0-4 16,-5 0 52-16,2 7-48 0,-5-1-64 0,0 4-8 15,0-1-4-15,-1 3-72 16,-3 5-12-16,0-1-220 0,0-3-232 15,0 0-196-15,0-1-368 0,0-2-940 0,0-1-2772 16,8-6-3925-16</inkml:trace>
  <inkml:trace contextRef="#ctx0" brushRef="#br1" timeOffset="136102.694">4414 11150 5168 0,'0'0'6949'0,"0"0"-5517"15,0 0-984-15,0 0-84 0,0 0 448 0,0 0 484 0,0 0-76 16,35 87-284-16,-35-50-368 16,0 8-200-16,0 8 24 0,-11 8-24 15,-1 9-40-15,-8 5-72 0,-8 15-112 0,0 6-68 16,-4 5-76-16,-3 6-88 0,-9 8 16 15,-4 2 12-15,1 7-12 0,-9 4-112 16,4-5-72-16,3-2 144 0,6-13 104 16,7-13-4-16,8-12-120 15,4-20-52-15,9-9 24 0,2-18-96 0,9-11-76 16,0-13-184-16,4-5-188 0,0-7-488 0,12-14-1264 16,1-8-1505-16,2-6-1279 15,-2 2 560-15,6-18 4233 0</inkml:trace>
  <inkml:trace contextRef="#ctx0" brushRef="#br1" timeOffset="136501.273">4857 12189 1736 0,'0'0'6136'0,"0"0"-1687"0,0 0-3109 0,0 0-288 0,0 0 92 15,0 0-88-15,-32 73-224 0,12-45-104 16,-5 7-76-16,-3 6-220 0,5 4-176 0,-5 2-60 16,4 1-48-16,4-1 48 15,5-3-4-15,2-5 4 0,9-4-36 16,0-6-100-16,4-4-52 0,8-3 40 16,5-3-36-16,-2-2 0 0,9-9-8 0,3-2-4 15,5-6-192-15,-3 0 32 16,3-8 64-16,0-9-100 0,-4-2 36 0,0-6-24 15,-5 0-108-15,1-4 108 0,-4 4 36 16,-8-1 40-16,0 7 100 16,-4 1 8-16,0 4 92 0,-4 6 56 0,-4 1-64 0,0 0-76 15,-7 4 80-15,-6 0 20 0,-3 3 148 16,-3 0-120-16,-14 0-136 16,-2 0-196-16,-5 3-120 0,0 7-64 0,-3-1 84 15,-2 1-184-15,10 3-136 0,3 2-180 0,4 2-468 16,8-5-1292-16,4 7-3373 15</inkml:trace>
  <inkml:trace contextRef="#ctx0" brushRef="#br1" timeOffset="137036.09">5905 11957 12577 0,'0'0'2816'0,"0"0"-1420"0,0 0-948 0,0 0 172 16,0 0 196-16,75 3 288 0,-51-3-200 0,8 4-184 15,0-2-259-15,7-2-61 0,6 3-24 16,2-3-12-16,9 3-124 0,7 1-56 16,1-4-28-16,12 2-36 0,0-2-48 15,4 0-60-15,-5 0 120 0,1 0-56 16,-1-6-16-16,2-2-56 0,-6-6 48 0,-3-2-52 16,-1 4-4-16,-3-4-56 0,-4 0 48 15,-8 0-208-15,-13 0-152 0,-3 1-124 16,-4 2 12-16,-12-3-16 15,0 3-69-15,-4 4-115 0,-7-5-232 0,-2 5-684 0,-3 4-744 16,-4-6-1524-16,-4 5-1321 16,0 0-1167-16,-16-7 5921 0</inkml:trace>
  <inkml:trace contextRef="#ctx0" brushRef="#br1" timeOffset="137286.102">7342 11550 5532 0,'0'0'8777'0,"0"0"-7465"15,0 0-1088-15,0 0 76 0,0 0 256 0,0 0 152 16,0 0 516-16,0 0-460 16,0 0-444-16,88 45-124 15,-68-29 84-15,1 3 12 0,-6-3-84 0,1 3-36 16,0 0-100 0,0 3 24-16,-4-3-32 0,-1 0-56 0,2 1 52 0,-5-1 12 15,-5-5-68-15,-3 5 44 0,0 4 24 0,-11 3-72 16,-6-1-104-16,2 4-92 0,-9-1 16 15,-4 1-28-15,0-4-120 0,0 0-176 16,-4-2-168-16,0-4-204 0,0-3-452 16,1-7-1288-16,10-2-3533 0,-2-7-1503 0</inkml:trace>
  <inkml:trace contextRef="#ctx0" brushRef="#br1" timeOffset="137927.888">8964 10903 6232 0,'0'0'5065'0,"0"0"-3589"0,0 0-484 0,0 0-496 16,0 0 236-16,0 0 504 0,0 0-472 16,0 0-156-16,-88 34-236 15,64 1-200-15,1 7 24 0,-1 9 64 0,0 3-64 16,-4 3 16-16,9 4-28 0,-6-2-48 15,5-2-64-15,5-2-72 0,2-12-72 16,2-7-52-16,7-11 64 0,0-9 8 0,4-7-32 16,0-5-40-16,0-1-36 15,0-3-12-15,0 0-24 0,11 3 188 16,1 0 4-16,1 4 0 0,6 0-44 16,1 1 40-16,-3 3-92 0,2 3 100 15,5 9 0-15,-4 3 76 0,-1 6 332 0,-2 2-116 16,-6 4-68-16,2 1-52 0,-5-2-36 15,-1 2-76-15,1-1-60 16,1 0-48-16,-5-3-40 0,0-3-36 0,7-3-268 16,-2-4-148-16,-1-6-280 0,3-7-540 15,-3-5-1304-15,4-7-3489 0</inkml:trace>
  <inkml:trace contextRef="#ctx0" brushRef="#br1" timeOffset="138696.326">9434 11306 6280 0,'0'0'6989'0,"0"0"-5529"15,0 0-980-15,0 0 0 16,0 0 660-16,0 0 40 0,0 0-96 15,0 0-212-15,69 66-288 0,-54-34-252 0,-7 3-188 16,4 4-44-16,-8-5-40 16,0-2-48-16,0-7-12 0,0-2-52 0,-4-11-72 0,0-5-84 15,0 0-252-15,0-7-276 16,0 0-220-16,0 0-568 0,0-7-1672 16,-8-12-4161-16</inkml:trace>
  <inkml:trace contextRef="#ctx0" brushRef="#br1" timeOffset="138868.177">9462 11128 12317 0,'0'0'2352'0,"0"0"-1480"0,0 0-472 0,0 0 380 0,0 0 548 16,0 0-500-16,0 0-484 0,0 0-344 15,0 0-172-15,80 22-384 0,-64-22-320 16,4 0-492-16,-9 3-1556 0,6 1-5221 15</inkml:trace>
  <inkml:trace contextRef="#ctx0" brushRef="#br1" timeOffset="139117.756">9853 11293 5700 0,'0'0'6317'0,"0"0"-5025"15,0 0-100-15,0 0 536 0,52 73 40 0,-44-50-304 16,-1-1-360-16,-3 0-424 0,0 0-280 15,1 1-131-15,-5-5-73 0,0 1-88 16,0-3-108-16,0-3-48 0,0-7 0 16,0 1-12-16,0-7 60 0,0 3 72 15,0-3-72-15,0 0-72 0,0-3-28 0,0-4 100 16,0-2-4-16,0-4 4 0,4-3-72 16,-4-6-25-16,4-6-27 0,-4 3-324 0,3-11-112 15,1 4-160 1,0-6-472-16,0-3-1188 0,-4 9-4097 0</inkml:trace>
  <inkml:trace contextRef="#ctx0" brushRef="#br1" timeOffset="139376.037">10231 11100 5004 0,'0'0'8013'0,"0"0"-6801"0,0 0-192 15,0 0 340-15,32 66 304 0,-23-47-224 16,-6 3-612-16,1 1-448 0,4 2-224 15,-4 1-20-15,0 2 60 0,0 4-28 16,0-1-120-16,0 1-44 0,-4-3-4 0,0-4 0 16,0-5-4-16,0-8-4 0,0-6-40 15,0 1 0-15,0-7 48 16,0 0 4-16,4 0 0 0,-4-3 32 0,4-7-36 16,4-6-12-16,4-7-48 0,4-5-100 15,4-6-252-15,4-5-284 0,3-2-124 16,5 0-252-16,5-4-912 0,-6 14-3240 15,13-14-5209-15</inkml:trace>
  <inkml:trace contextRef="#ctx0" brushRef="#br1" timeOffset="139667.843">11211 10950 8536 0,'0'0'7505'16,"0"0"-6077"-16,0 0-1428 0,0 0 0 0,0 0 24 0,28 68 976 16,-20-28 440-16,5 11-464 0,-2 12-260 15,1 8-83-15,0 5-1 16,0 2-16-16,-4 9-304 0,0 5-204 0,-4-3-60 16,0-4-48-16,-4 2-164 0,4-12-136 15,0-9 44-15,3-11-8 16,2-14-40-16,-1-15 244 0,-4-11-268 15,-4-11-193-15,4-4-223 0,-4-10-168 0,0-12-832 16,0-7-864-16,-4-9-584 16,-4-6-2557-16,4 9-975 0</inkml:trace>
  <inkml:trace contextRef="#ctx0" brushRef="#br1" timeOffset="140101.514">11183 11125 7716 0,'0'0'5209'0,"0"0"-3709"0,0 0-880 0,0 0-140 15,80-35 288-15,-55 28 516 0,-2 2-64 16,-3 1-420-16,4 1-260 0,-5 3-248 0,-2 0-280 16,3 3-12-16,-5 4-84 0,-3-1-52 15,1 3-108-15,-2 4-172 0,-3 3-236 16,-3 0-24-16,-1 3-216 16,3-1-248-16,-3-1-736 0,0-8-1192 0,0-6-1725 15,5-3 1485-15,-2-3 740 0,5-6 2292 16,4-1-24-16,-4 3 300 0,4 5 1956 0,0 2-884 15,0 6 4332-15,-4 7-3024 16,4 6-519-16,-4-1-333 0,-1 5-212 16,2-4-84-16,-6 0-164 0,1-3-280 15,1-6-172-15,-1-7-136 0,-1 0-128 16,5-3-80-16,-3-6-152 0,6-10-120 0,5-6-36 16,-4-8-220-16,0-1-220 0,4 0-140 15,-4 2 52-15,-5 0 132 0,2 4 20 16,-5 2 16-16,-8 8 60 0,4 5 336 15,-4 0 88-15,-4 10 320 0,-4 0 16 0,-5 10-188 16,-2 6-4-16,-1 6 64 16,0 4 88-16,0 5 8 0,0 1 0 0,5-3-124 15,-2 0-268-15,2-7-12 0,2-6-536 16,9-10-276-16,0-3-68 0,0-6-40 16,5-10-248-16,10-10-816 15,-7 4-2217-15,12-18-3379 0</inkml:trace>
  <inkml:trace contextRef="#ctx0" brushRef="#br1" timeOffset="140857.702">12291 10611 1120 0,'0'0'11029'0,"0"0"-9077"0,-12 104-840 0,4-60-496 16,0 11 288-16,0-1 400 15,1-4 28-15,-6-2-524 0,5-7-480 0,-3-2-252 16,7-7-68-16,-1-4-4 0,5-12 4 16,0-4-8-16,0-2-8 0,0-7-104 15,9-3-132-15,2 0-112 0,1-3 4 16,8-4 116-16,0 4 92 0,5-3-16 16,-2 6-76-16,1 0 64 0,4 6 96 0,-4 7 76 15,4 4 208-15,-9 8 148 16,1 0-24-16,-4 7-52 0,-4 0 4 15,0 2-64-15,-4 1-60 0,-3-6-112 16,2 3 8-16,-3-7-56 0,4-3-72 16,4 1 64-16,0-5-68 0,0-2 28 0,4 3 36 15,-1-3 12-15,2 1 0 0,-2-3 4 0,-2 3 8 16,-2-1 36-16,-2 3 88 0,-1 0 72 16,-8 3 24-16,0 0-76 0,0 0-56 15,-13-3-16-15,-2-3-72 0,-2 1 48 16,-2-8-60-16,-5-2 0 0,0-5-8 15,5-2 8-15,-2-7 0 0,5-4 4 16,0-9-4-16,0-8-60 0,4-1-36 0,5-6 88 16,3-2-152-16,4 2 0 0,8-4 124 15,3 4 36-15,9-3 48 16,0 4-48-16,4-6-108 0,0 3-52 16,4 2-96-16,-4 0-280 0,-5 0-200 15,6 3-264-15,-5 4-528 0,-5 5-1504 0,5-8-3429 16</inkml:trace>
  <inkml:trace contextRef="#ctx0" brushRef="#br1" timeOffset="141319.064">13502 10804 6036 0,'0'0'4196'0,"0"0"-2331"0,0 0-817 0,0 0-564 15,0 0 328-15,0 0 688 16,0 0-160-16,0 0-200 0,0 0-464 16,0 0-344-16,0 0-172 0,12 10 148 0,0 6 56 15,4 5 64-15,0 4-100 0,-4 8-108 16,-4 2-48-16,-4-1-16 0,0 6-60 16,4-7 4-16,-4 3-92 0,-4-8 40 15,8-6 25-15,-4-6 11 0,0-3 4 16,0-10-84-16,3 0-4 0,-7-3 0 0,9 0 0 15,-5 0-56-15,8-8 56 0,-5-9 0 16,6-5-8-16,-2-3-124 0,2-10-41 16,-2-4-155-16,-3-5-156 0,1-7-188 15,-5 1-112-15,3-5-212 0,-3 5-916 16,0 11-2244-16,0-8-3185 0</inkml:trace>
  <inkml:trace contextRef="#ctx0" brushRef="#br1" timeOffset="141678.806">13992 10404 8612 0,'0'0'6729'0,"0"0"-6029"0,0 0-244 15,0 0 168-15,84-45 196 0,-68 36 216 16,0 3-472-16,4-4-344 0,-1 7-112 16,-2 0-56-16,3 3-40 0,-1 0-8 0,-2 6 92 15,-2 10 88-15,2 6 12 0,-10 7 24 16,-7 6 72-16,0 5-12 15,-4 9-136-15,-8 2-56 0,-4 2-40 0,0 5-48 16,1 5-48-16,-2 1-28 0,6-4 16 16,-1-6 52-16,3-4 4 0,6-8-4 15,3 0-52-15,0-8 0 0,0 1-52 0,0-2 28 16,3-2 36-16,2-3 0 16,3 4-28-16,0 0 76 0,-1 0 84 0,2 2-84 15,3 2 0-15,-1-2-8 0,-2-2-4 16,2 0-40-16,-3-4 52 15,0 1-4-15,1-4-140 0,-2 3-64 0,-7-2 48 16,0-3-120-16,0 2-380 0,-7 0-340 16,-6 4-612-16,1-1-1376 0,-4-5-2297 15,1 5-1415-15</inkml:trace>
  <inkml:trace contextRef="#ctx0" brushRef="#br1" timeOffset="141779.597">14175 11896 4440 0,'0'0'9333'16,"0"0"-5489"-16,0 0-3076 0,0 0-336 15,0 0 96-15,0 0 744 0,0 0-31 16,0 0-633-16,0 0-608 0,0 0-376 16,0 0-721-16,-71 29-1523 0,39-32-8349 0</inkml:trace>
  <inkml:trace contextRef="#ctx0" brushRef="#br1" timeOffset="144604.562">3740 13703 2880 0,'0'0'844'0,"0"0"1164"15,0 0-1944-15,0 0-64 0,0 0-508 16,0 0 508-16,0 0 120 16,0 0 228-16,-75-38 212 0,71 38-128 0,4 0-108 15,0-3 104-15,0 3 132 0,0 0 76 16,0 0 192-16,0 0 100 0,0 0-35 16,0 0-85-16,0 0-52 0,0 0 8 0,0 0-16 15,0 0 12-15,0 0 4 16,0 0-72-16,0 3-92 0,0 0-80 0,-4 3-100 15,0 7-36-15,4 3-76 0,-3 6-12 16,3 4-28-16,0 9 52 0,0 6 36 16,3 6 144-16,1 7-24 0,4 7-172 15,0 2-124-15,0 1-20 0,0 6-64 16,0-4-35-16,0 4 35 0,4-6-96 16,4-7 0-16,0-13-12 0,7-9 12 0,-3-13 0 15,5-8 124-15,3-8-4 16,0-6 12-16,3-11 160 0,1-3-88 15,0-13-92-15,4-4-64 0,-4-4-48 0,-4-6-204 16,0-4-60-16,-4 3-100 0,-1-2 11 16,-3 3 37-16,-4-3 84 0,0 6 36 15,-5-1 52-15,-2 8-28 0,-5 2 28 16,-4 0 32-16,0 8 64 0,0-2 44 0,-13 4 4 16,2 3 52-16,-5 4-4 0,0-1 16 15,1 6 8-15,-6 4 24 0,10 0 40 16,-6 3-124-16,1 3-8 0,4 7-4 15,-3 3-4-15,2 2 4 0,2 4 48 0,-2 6 12 16,6 7 76-16,-5 0-76 0,3 3 60 16,5-6-32-16,1-4 44 15,3-9 64-15,0-4-148 0,3-5-48 0,6 0-72 16,3-4 8-16,-1-3 60 16,10 0 0-16,-1 0-68 0,-1-3-196 15,5-6-424-15,0-4-260 0,4-4-960 16,-4 5-1836-16,8-11-2225 0</inkml:trace>
  <inkml:trace contextRef="#ctx0" brushRef="#br1" timeOffset="145013.295">5585 13598 3648 0,'0'0'9769'0,"0"0"-9029"0,0 0-576 16,0 0-164-16,0 0 744 15,0 0 48-15,84 16 164 0,-64 19 88 0,0 3-304 0,0 14-64 16,4 0 60-16,-5 6-88 16,-2-1-160-16,-2 1-124 0,-2-4-144 15,-6-4-180-15,-3-6-40 0,5-3-124 0,-5-3-336 16,-4-11-136-16,0-5-140 15,0-13-72-15,0-6-400 0,0-3-1308 0,0-3-3381 16,0-16-3171-16</inkml:trace>
  <inkml:trace contextRef="#ctx0" brushRef="#br1" timeOffset="145268.922">5996 13932 11881 0,'0'0'5128'0,"0"0"-4780"16,0 0-136-16,88-16 84 0,-56 12 52 0,0 1 156 15,0 3 308-15,11-3-32 0,5 0-328 16,7-3-12-16,14 3 385 0,-2-4-301 0,5 4-308 16,-1-4 16-16,5 4 20 0,-1-3-108 15,2 3-44-15,2 0 20 0,1-1-24 16,0 1-92-16,3-3 0 0,1 3-4 0,0-3-40 16,-5-1 32-16,1-3-4 0,-9 3-192 15,-3 2-232-15,-8-4 24 0,-12 2-84 16,-5 3-89-16,-6 2-71 0,-14 2-52 0,-2 0-212 15,-10 0-560-15,-7 0-696 16,-4 0-968-16,-15 0-1469 0,7 0 529 0</inkml:trace>
  <inkml:trace contextRef="#ctx0" brushRef="#br1" timeOffset="145496.163">7669 13490 7432 0,'0'0'5985'16,"0"0"-4361"-16,0 0-868 0,0 0-368 0,0 0 64 15,84 32-64-15,-68-15 296 0,4 2 268 16,-5 2-424-16,-2 2-208 0,2 2 8 16,-2 0-44-16,-5 0-40 0,-1 4-100 0,-3 0-44 15,-4 2-40-15,0-2-52 0,-8 6-8 16,-3 0-68-16,-2-1-128 0,-6 2-36 16,-1-5-48-16,-4 5-64 0,-8-8-36 15,4 4-100-15,-8-7-100 0,4 0-252 16,0-5-344-16,1-8-1032 0,6-3-1881 15,10-4-2387-15,-5-5 3200 0</inkml:trace>
  <inkml:trace contextRef="#ctx0" brushRef="#br1" timeOffset="146511.727">9127 13364 7824 0,'0'0'3941'0,"0"0"-2713"16,0 0-360-16,0 0 68 0,88-17 500 0,-60 28 48 15,4 0-372-15,-4 11-228 16,4 1-140-16,-8 9-124 0,0-1-72 16,-1 4-95-16,-10 6-129 0,2 1-176 0,-6-1-52 15,-5 4-88-15,-1-7-4 16,1-4-4-16,-4-8-4 0,0-10-8 0,0-3-48 16,0-7 12-16,0-6 40 0,0 0 4 15,0 0-180-15,0 0 100 0,0-6 80 16,0-7-44-16,0-5-60 0,0-12 100 15,0-5 8-15,-4-3-8 0,4-3 8 0,-3-1 0 16,3 2 0-16,0 5 0 0,11 0-120 16,2 3-37-16,2 4 33 15,5 2 72-15,4 3 52 0,0 4 0 0,0 5-60 16,0 3-12-16,0 2-12 0,-1 2-28 16,1 7 40-16,-3-3-24 0,-6 3-100 15,1 0 24-15,-4 7-192 0,-4 2-40 16,0 0-208-16,-4 8-300 0,0-2-712 0,-4 2-1312 15,0 8-4241-15</inkml:trace>
  <inkml:trace contextRef="#ctx0" brushRef="#br1" timeOffset="146973.036">9813 13928 7052 0,'0'0'7621'0,"0"0"-6409"0,0 0-924 15,0 0-172-15,0 0 296 0,0 0 708 16,0 0-172-16,0 0-408 0,0 0-256 16,0 0-112-16,-40 86-24 0,40-51 20 15,0 3 40-15,0 3 136 0,0 3 68 0,8 2-56 16,0-2-116-16,0-3-7 0,3-5-13 15,2-5-16-15,-5-10-96 16,8-7-8-16,-4-5-96 0,4-5 0 0,-1-4 56 0,10 0 0 16,-1-10-16-16,-1-9-44 15,9-6-48-15,-4-7-160 0,0-6 40 16,0-4 96-16,0 1 12 0,-4 0-112 16,0 3 27-16,-1 0 61 0,-7 3-16 0,-4 3-56 15,1 3-52-15,-6 3 76 16,-7 5 8-16,0 2 124 0,0 6 40 0,-11 0-28 15,-2 4 0-15,-2 2 112 0,-6 4-112 16,1 3-12-16,1 0-132 16,-1 3-48-16,4 6-52 0,-4 8 12 0,4-1-48 15,4 5-64-15,0-2 40 0,4 4-188 16,0 0-208-16,0-1-476 0,4 0-792 0,-4-3-1008 16,8 0-1889-16,-4-7-2187 15,4 4 6660-15</inkml:trace>
  <inkml:trace contextRef="#ctx0" brushRef="#br1" timeOffset="147584.374">10438 13539 9960 0,'0'0'1945'0,"0"0"-769"0,0 0-80 16,0 0 280-16,0 0-84 0,0 0-308 0,0 0-344 15,0 0-96-15,0 0 324 0,88 8-196 16,-56-8-172-16,4 0-184 0,-4-3-120 16,-4-7-76-16,0 4-32 0,-4-3-88 0,-5-4-4 15,-3 7-108-15,0-4-240 16,-4 4-280-16,-4 3-260 0,-4-1-436 16,-4 4-1200-16,0 0-3577 0,0 10-3671 0</inkml:trace>
  <inkml:trace contextRef="#ctx0" brushRef="#br1" timeOffset="147756.68">10609 13766 5076 0,'0'0'5740'0,"0"0"-4183"0,0 0-473 0,0 0 512 16,0 0-36-16,0 0-80 0,0 0-496 0,92 17-332 16,-59-17-348-16,-1-11-132 15,3-1-84-15,1-7-88 0,3 0-256 0,-3-6-504 16,5-4-360-16,-6-3-520 0,-3 10-1568 15,8-16-3617-15</inkml:trace>
  <inkml:trace contextRef="#ctx0" brushRef="#br1" timeOffset="147987.123">11288 13249 1840 0,'0'0'11417'0,"0"0"-9441"16,0 0-1132-16,0 0 232 0,110 0 288 16,-70 0 48-16,1 0-304 0,2 0-183 15,5-3-209-15,-4-3-304 0,4-4-184 0,-5-6-148 16,-3-3-76-16,0-4-8 0,-8 2-36 16,4-5-164-16,-8-2-376 0,0 2-197 15,-5 4-147-15,-3 3-532 0,-8 3-1328 16,-3 10-3269-16,-9 0-4359 0</inkml:trace>
  <inkml:trace contextRef="#ctx0" brushRef="#br1" timeOffset="148185.138">11602 13198 9048 0,'0'0'6025'0,"0"0"-4613"0,-16 89-716 16,12-44-408-16,4 9 268 0,0 0 1008 0,0 3 12 15,0-3-543-15,0-3-549 0,0-7-348 16,0-6-136-16,0-6-72 0,0-7-108 0,4-8-316 16,0-5-65-16,-1-10-107 15,6-2-104-15,-1-8-368 0,3-3-1400 0,2-20-3525 16</inkml:trace>
  <inkml:trace contextRef="#ctx0" brushRef="#br1" timeOffset="148359.347">11845 13252 4396 0,'0'0'10461'0,"0"0"-9101"16,0 0-1020-16,0 92 44 0,-5-53 720 15,2 1 364-15,-1 2-404 16,-4 2-628-16,4 0-388 0,0-2-48 0,0 3-120 16,-4-1-476-16,8-3-348 0,-4-6-236 15,4-4-1104-15,0-8-2977 0,4-4-2699 16</inkml:trace>
  <inkml:trace contextRef="#ctx0" brushRef="#br1" timeOffset="148777.568">12375 13169 11117 0,'0'0'2152'16,"0"0"-804"-16,0 0-380 0,0 0 64 0,0 0 112 15,0 0-180-15,0 0-388 0,0 0-220 16,-36 83-48-16,36-45 8 0,0 6 284 16,0 8-116-16,8 5-116 0,4 3-51 0,4-3-41 15,-4 4-56-15,4-5-64 16,-1-8-156-16,-2-7-8 0,-2-9-88 0,1-14-36 0,-3-7-184 15,6-8 12-15,-2-6-245 16,2-13-95-16,5-6-164 0,-4-9-628 0,-4 5-1368 16,0-22-3421-16</inkml:trace>
  <inkml:trace contextRef="#ctx0" brushRef="#br1" timeOffset="148953.599">12693 13312 1564 0,'0'0'12909'0,"0"0"-11209"0,0 0-1108 15,0 0 164-15,92 60 468 0,-68-30 432 16,0-2-220-16,-4 4-503 0,0-4-401 0,0-6-300 16,-1 5-232-16,2-8-88 15,-6-5-300-15,5 0-316 0,-3-5-85 16,-2-6-39-16,2-3-76 0,-6-3-520 0,1-6-1080 0,0-7-2609 16,-8 4-2055-16</inkml:trace>
  <inkml:trace contextRef="#ctx0" brushRef="#br1" timeOffset="149125.904">13028 13366 1096 0,'0'0'10577'0,"0"0"-8341"0,0 0-920 16,0 0-308-16,0 0 28 0,-80 29-56 0,61-3-108 15,-1 5-208-15,-1 7-188 0,2 0-132 16,-1-2-76-16,0-2-88 0,4-2-92 16,4-7-88-16,0 1-44 0,4-10-252 15,0-4-436-15,5-5-184 0,3-4-120 16,0-3-516-16,0 0-1632 0,0-3-3065 15,7-14-791-15</inkml:trace>
  <inkml:trace contextRef="#ctx0" brushRef="#br1" timeOffset="149271.934">13243 13471 8432 0,'0'0'6573'0,"0"0"-5025"0,0 0-828 0,0 0 100 0,84 10 336 15,-72-7 92-15,4-3-224 0,-4 3-611 16,-1-3-349-16,6 0-64 0,-2-6-353 15,2 0-191-15,-2-4-176 0,5 0-332 16,-3 1-888-16,-2-1-3088 0,9 1-5161 16</inkml:trace>
  <inkml:trace contextRef="#ctx0" brushRef="#br1" timeOffset="150270.423">14044 13027 4104 0,'0'0'7161'0,"0"0"-5657"15,0 0-484-15,0 0 68 16,0 0 20-16,0 0 108 0,72 89-4 0,-69-52-376 16,2 5-392-16,-5 6-16 0,0-1-40 15,0 4 4-15,-5-1-28 0,-6-1-12 16,-1-5-47-16,0-6-133 0,-4-2-88 0,-4-5 0 16,5-9-76-16,-6-3-8 15,1-3-140-15,1-7-225 0,2-6-11 16,2 1-28-16,-1-4 40 0,4-4 20 0,3-2 64 15,2-6 24-15,-5-5-88 16,8 2-100-16,-5-4 188 0,6-4 84 0,-1 4 172 16,0 0 8-16,4 3 116 0,0 4 156 15,4 2 16-15,3 4-36 16,10-1 32-16,3 5-24 0,3 2-24 0,9 0 0 0,0 0 40 16,5 6 44-16,-2 0 24 15,1 4-36-15,-4-1-183 0,0-3-97 0,0 1-36 16,-5-4-144-16,1-3-245 0,0 0-207 15,-3-3-136-15,2-10-312 0,-3-3-784 16,-8 3-2856-16,8-15-3873 0</inkml:trace>
  <inkml:trace contextRef="#ctx0" brushRef="#br1" timeOffset="150468.093">14714 13189 432 0,'0'0'11413'0,"0"0"-10185"16,0 0-668-16,0 0 228 0,0 0 536 15,43 69 280-15,-39-46-268 16,0 8-612-16,-4 1-368 0,0 3-184 16,0 7-100-16,-12-1-72 0,-3 0-124 0,-1 0-292 15,-5-2-260-15,2-8-200 0,-5 4-164 16,0-3-356-16,-4-1-820 0,-4-2-2005 16,4-6-2943-16,-16 8 5348 0</inkml:trace>
  <inkml:trace contextRef="#ctx0" brushRef="#br1" timeOffset="151317.672">11606 14141 5260 0,'0'0'208'0,"0"0"4364"0,0 0-2907 15,0 0-309-15,0 0 68 0,0 0-164 16,84 31-68-16,-76-14-172 0,-8-1-328 16,3 6-140-16,-3 3-76 15,-3 0 52-15,-5 5-112 0,-5-2-148 0,2 3-184 16,-6-2-84-16,-2-3 0 0,3-4-8 15,0 0-4-15,-4-6-124 0,4 0-228 0,0-6-16 16,0-1 88-16,4-7 84 16,1 2 12-16,-2-4-24 0,1-4-28 0,0-5-108 15,0-7 72-15,-3 0 36 0,6-2 24 16,-2-1 140-16,7 3 8 0,0 0 28 0,4 3 48 16,0 4 80-16,4 2-76 15,7 0 68-15,6 7 40 16,2 0-36-16,9 7 132 0,0 5 52 0,0 2 72 0,0 5-36 15,-4 0-112-15,4 6-88 0,-9-3 16 16,5 4-112-16,-7-3-80 0,2-2-44 0,-6-4-196 16,-2-5-248-16,1-3-124 15,0-2-104-15,0-4-948 0,-4-3-1284 16,8 0-3761-16</inkml:trace>
  <inkml:trace contextRef="#ctx0" brushRef="#br1" timeOffset="151556.578">12036 14277 404 0,'0'0'732'0,"0"0"6120"0,0 0-4236 0,0 0-687 15,0 0-385-15,0 0-132 0,-80 45-404 16,72-20-348-16,1 0-188 0,3 8-64 0,4-2-84 16,0 1 120-16,0-3 8 15,4-1-132-15,3-6-184 0,1-3-76 16,-4-6-48-16,5-1 84 0,-5-5-96 0,-1 0-60 15,1-4-100-15,0-3 28 16,0 3-28-16,0-3-136 0,-4 0-308 0,5 0-148 16,-1-3-168-16,-4-7-500 0,3 1-1232 0,-3-3-2545 15,0 1-2315-15</inkml:trace>
  <inkml:trace contextRef="#ctx0" brushRef="#br1" timeOffset="151702.62">11945 14443 312 0,'0'0'4520'0,"0"0"272"15,0 0-2895-15,0 0-133 0,0 0-188 0,0 0-176 16,0 0-416-16,79 34-252 0,-59-34-240 16,0 0-244-16,-4 0-148 15,4-6-100-15,-5-3-92 0,2-4-548 0,3 0-204 16,-5-2-232-16,2-4-676 0,2 0-2493 16,-6 6-2807-16</inkml:trace>
  <inkml:trace contextRef="#ctx0" brushRef="#br1" timeOffset="152086.373">12379 14100 7656 0,'0'0'5833'0,"0"0"-4701"0,0 0-488 16,0 0 32-16,0 0 368 0,0 0-40 0,0 0-240 15,-60 70-356-15,56-45-188 0,0 1 12 16,4 2 76-16,-4 4 80 0,4-1-44 15,0 8-172-15,0-1-40 0,0 6-60 16,0 0-72-16,0 7-8 0,0 0-52 16,8 0 52-16,0-4 8 0,4 1 0 0,4-9 12 15,0-7 32-15,0-7-44 0,4-6-60 16,-5-10 60-16,6-3 8 0,-1-6 112 0,-5-3-68 16,9-9 44-16,-8-10 36 0,8-5-132 15,-4-4-12-15,-4-4-108 16,4-3-40-16,-5-3-56 0,2-3-16 0,-2 2-60 15,-2 0-52-15,-2-2 0 0,-2 6 100 16,-5 0 60-16,-4 0 96 16,0 6 76-16,0 1-48 0,-4 5-40 0,-5 1-8 15,-2 9 108-15,3 4-52 0,-4 2-20 16,0 4-176-16,4 6-120 0,-4 0-152 16,0 12-764-16,4 1-1932 0,-8 15-4645 0</inkml:trace>
  <inkml:trace contextRef="#ctx0" brushRef="#br1" timeOffset="153192.113">12662 14221 1136 0,'0'0'416'16,"0"0"-76"-16,0 0-40 0,0 0 2904 15,0 0-380-15,0 0-1232 0,0 0-676 16,0 0 25-16,0 0 83 0,0 0-104 0,0 0-80 15,-44-3-224-15,40 6-160 0,-1 0-16 16,-2 3-60-16,3 0-56 0,0 1 12 16,0-4-40-16,0 0 28 0,4 0-88 0,-4 0 24 15,0 1-52-15,4-1-32 16,-4 0-92-16,0 3 40 0,4 0 72 0,0 1-108 16,0 3-16-16,0 3-24 15,0-2 40-15,4 6 84 0,4 1-88 16,4-5-20-16,-4 4-4 0,4-5-60 0,-4-2-84 15,4-4 32-15,-5-3 52 0,6 1-4 16,-2-1 0-16,-2-3 4 16,-1 0-12-16,3 0 4 0,-3-3-176 15,1-1-24-15,-2-2-284 0,1 0-324 0,0-1-652 0,1 3-1596 16,-2-1-3717-16</inkml:trace>
  <inkml:trace contextRef="#ctx0" brushRef="#br1" timeOffset="154445.218">8889 15615 272 0,'0'0'11449'15,"0"0"-9341"-15,0 0-1132 0,0 0-396 16,0 0 452-16,-17 69 276 0,17-44-60 16,0 4-512-16,0 6-408 0,0 3-44 15,0 3-56-15,4 5 40 0,0-6-96 0,5 5-60 16,-5-4-76-16,0-3-36 15,3-9-76-15,1-1-8 0,-3-9-24 0,3-3 32 16,-5-3 4-16,1-7-48 16,-4 1-296-16,4-7 24 0,-4 3-60 15,0-3-76-15,0 0-128 0,0 0-296 0,0 0-932 16,0-3-2156-16,0 0-1665 0,0-1 417 16</inkml:trace>
  <inkml:trace contextRef="#ctx0" brushRef="#br1" timeOffset="154909.467">8897 16008 8740 0,'0'0'1848'0,"0"0"-1319"0,0 0-53 15,0 0 588-15,0 0 440 0,0 0-216 16,0 0-344-16,-88-31-332 0,71 27-204 0,2 1-96 16,-5 0-16-16,0 3 40 15,0-4-56-15,-8 2-92 0,4 2-104 0,-8 0-20 16,0-5-52-16,0 5-8 0,-3 0-4 15,-5 0-64-15,1 5-56 16,-6-3 68-16,-2 5 52 0,-1 0 60 0,-4 2-60 16,4-3 12-16,-4-2-8 0,0-2 128 15,5 2-8-15,-9-4-88 16,4 0-36-16,-8 0-80 0,0 0 76 0,-4-4 0 0,1 2-72 16,-5-2 28-16,1 1-48 15,-1 3 8-15,1 0-48 0,-6 0-24 0,6 7-100 16,-5-1 28-16,4 3 32 0,0 1 88 15,1-1 104-15,-1 1 8 0,1-1-64 16,-6 4 64-16,10-7 40 0,-1 0 196 16,0-1-136-16,4-3-100 0,4-2-140 15,-3 0 140-15,4 3 100 0,-5-3-100 0,8 0-32 16,0 0 32-16,1 0 100 16,6 0-100-16,2 0-144 0,7 0 144 0,4 0 8 15,8-3 64-15,4 3 28 0,8-2-100 16,4 2-112-16,4 0-36 0,4 0-112 15,0 0-352-15,0 0-152 16,0 0-204-16,0 0-336 0,0 0-536 0,0 0-673 16,0 2-627-16,0-2-1392 0</inkml:trace>
  <inkml:trace contextRef="#ctx0" brushRef="#br1" timeOffset="155270.196">6139 15668 132 0,'0'0'6556'16,"0"0"-4260"-16,0 0-1208 0,0 0-187 0,0 0 103 15,0 0-260-15,0 0-168 0,0 0-144 0,-79 51-204 0,62-26-52 16,-2 1-100-16,3 2-12 0,0 4-64 15,-4-3 4-15,4 3 72 0,-4-4-12 16,4 1 52-16,1 0-28 16,2-4 36-16,1-3-60 0,5-3 100 0,3 0 0 0,-1-2-164 15,5-5-88-15,0 3-152 0,9 2 76 16,-2-2 64-16,9 8 100 0,4 2 0 16,0 0-4-16,4 1 0 0,3 2-48 15,1-2-36-15,4-1 88 0,5 4-8 16,-1-4-108-16,3-2-72 0,1-1-320 0,4 0-336 15,0-7-696-15,4 1-2417 0,-12-5-3187 16,16-3 7053-16</inkml:trace>
  <inkml:trace contextRef="#ctx0" brushRef="#br1" timeOffset="156368.989">10431 15789 3180 0,'0'0'7004'0,"0"0"-5523"15,0 0-645-15,0 0 284 0,0 0 452 16,0 0-88-16,0 0-304 0,0 0-364 16,83-16-180-16,-67 16-84 0,0 6 0 15,0 4-16-15,4-1-148 0,-4 8-96 0,0-2-96 16,-1 4-87-16,-2 6-25 16,-1 1 28-16,-1 5 8 0,-2 1-24 0,-1 3-84 15,-5 0 60-15,1-3-20 0,-4-4-44 0,0 2-8 16,0-11 0-16,0-5 4 15,0 0-4-15,0-7-12 0,0-4 0 16,0-3-40-16,0 0 48 0,0 0 4 16,0 0-8-16,0 0-64 0,0 0-12 15,0-7-160-15,4 1 160 16,0-7 84-16,0-3 60 0,-4 1-12 16,5-4-36-16,-1-4-12 0,-4 1-64 0,3 0 52 0,1 0-48 15,0-4 12-15,0-2-13 0,0-2 1 16,5-1 8-16,-2 3 52 0,1 2-48 15,0 1-36-15,0 2 12 0,4 4 0 0,-4 3 8 16,4 4-32-16,0 5-24 16,-1 1 44-16,6 3 72 0,-1 3 4 0,3 0 76 15,2 0 8-15,3 3 24 16,-5 3-64-16,9 1-40 0,-4-2 40 16,-3 2-44-16,2 3-76 0,-3-4-252 0,0 1 12 15,-4-2-112-15,4 2-72 0,-5 0-224 16,-2 3-496-16,-2-1-1232 0,-7 7-4125 0</inkml:trace>
  <inkml:trace contextRef="#ctx0" brushRef="#br1" timeOffset="159655.405">1736 15912 11057 0,'0'0'1436'0,"0"0"-936"0,0 0 36 15,0 0 620-15,0 0 340 0,0 0-356 0,0 0-336 16,0 0-272-16,0 0-128 16,-7-50-24-16,7 50 0 0,0 0-72 0,0 0-88 15,0 0-100-15,0 0-60 0,0 3-60 16,0 4-68-16,-4 2-104 0,-4 8 16 15,4 11 8-15,-1 2 0 0,-2 12 16 16,3 3 20-16,-4 3 100 0,4 3-88 16,0-4-84-16,-1 4-12 0,2-7 124 15,-1 3 64-15,4-8-128 0,-4-7-36 0,4-7 36 16,0-9 12-16,0-3 116 0,0-7-76 16,0-6 68-16,0 3-168 0,0-3 24 15,0 0 12-15,0 0 12 0,4-3-12 16,3 0-128-16,2-4 116 0,7 4 136 15,0-3 20-15,-1 3 4 0,6 0-12 16,-6 3 12-16,2 0 184 0,-2 9 64 16,1 1-12-16,1 6-88 0,-6-1 176 0,1 8-116 15,0-2 88-15,0 9-76 0,-4-2-96 16,0 7-116-16,-4 0 56 0,0-1-64 16,0 4-16-16,0-6-68 0,0-6-88 15,0-4 84-15,-4-9-44 0,0-3 68 16,3-4-232-16,-3-6-224 0,5 0-124 15,-1 0-192-15,0 0-312 0,4-10-180 16,3-2-548-16,-2 2-1093 0,-1-15-3651 16</inkml:trace>
  <inkml:trace contextRef="#ctx0" brushRef="#br1" timeOffset="160042.218">2075 16189 2540 0,'0'0'10073'0,"0"0"-8453"0,0 0-976 15,0 0 524-15,0 0 308 0,95-3-348 16,-70 3-184-16,-1 0-284 0,0-3-232 16,0 3-220-16,-5 0-112 0,-2 0-92 0,-2 0 8 15,-2 0-12-15,-6 3-12 16,1 0-48-16,-8 4 0 0,4 5-16 15,-4 1-56-15,0 9-112 0,0 3-48 16,-4 0 84-16,-4 5 36 0,1-5 0 16,-6-3 36-16,9 1 36 0,-3-5 100 15,-1 1 84-15,4-6 76 0,-1-4 0 0,5-5 48 16,0-1 24-16,0 0-72 0,0-3-116 16,5 3-44-16,3-3 0 0,3 3 104 0,2 1-4 15,2-2 20-15,5 3 4 16,-4-5-76-16,0 0-4 0,0-5-44 0,-4 3-112 15,0-8-192-15,-1 0-280 0,-2-5-252 16,3-1-408-16,-5-7-832 0,2 8-2584 16,-1-12-2505-16</inkml:trace>
  <inkml:trace contextRef="#ctx0" brushRef="#br1" timeOffset="160367.651">2550 16233 6292 0,'0'0'6293'0,"0"0"-4817"0,0 0-828 0,0 0 248 16,0 0 708-16,43 67-120 0,-35-63-588 16,0-2-588-16,0-2-260 0,0-2 60 0,4-4 52 15,0-8 24-15,0-5-184 16,0-3-148-16,0 0-84 0,0-3-136 0,-4-1-24 16,4 4 48-16,-5 0-24 15,-2 5-76-15,-1 8-16 0,-4 0 188 0,0 5 272 16,0 1 88-16,-9 3 96 0,-2 0-108 15,-1 0 160-15,-4 7-40 0,0 2-12 16,0 3 40-16,4 5-88 0,5 2 0 0,-6 10 12 16,9-1-4-16,0 4 56 15,4 3 68-15,-4-1-48 0,4-2-84 16,0 0-136-16,0-6-64 0,4-4-68 16,-4-10-16-16,4-2-84 0,-4-7-320 15,4-3-16-15,0-3-52 0,5-10-236 0,-2-6-856 16,1-6-2396-16,0 5-2937 0</inkml:trace>
  <inkml:trace contextRef="#ctx0" brushRef="#br1" timeOffset="160600.625">2801 16002 7328 0,'0'0'6493'0,"0"0"-5493"16,0 0-356-16,0 0 452 0,0 0-88 16,0 0 4-16,0 0-40 15,0 0-252-15,83 25-196 0,-71-12-84 0,0 3 169 16,-4 0-125-16,0-1-204 0,0 4-148 15,-1 1-60-15,-2 2-72 0,-5 0-4 0,0-3-80 16,0 0-72-16,0-3-28 0,0-7 76 16,0-2 12-16,0-4-12 0,4-3-112 15,-4 0-25-15,4 0-59 0,0-3-60 16,4 0 72-16,-1-4 12 16,6-2-88-16,2-1-280 0,6-5-300 15,-5-1-516-15,-1-3-924 0,2 0-1641 0,-6 3-1319 0</inkml:trace>
  <inkml:trace contextRef="#ctx0" brushRef="#br1" timeOffset="160884.474">3159 16043 2632 0,'0'0'832'0,"0"0"5856"16,0 0-3923-16,0 0-1365 0,12 69-780 15,-4-46 184-15,-4 3 600 0,4-7-252 16,0-3-316-16,-4-10-356 0,4 0-224 16,0-3-72-16,-4-3-24 0,8-6-24 0,-5-3-48 15,6-10-88-15,-1-4-60 0,-1-2-184 16,2-6-76-16,-6 1-96 15,1 2 36-15,-4-1 132 0,5 7 100 0,-9 0 64 16,0 6 84-16,0 3 76 16,0 4 244-16,-9-1 88 0,-3 7-28 0,5-1-124 15,-6 1 72-15,2 3 16 0,-1 0-112 16,3 7-232-16,-2 6-88 16,-1 0-44-16,0 1 36 0,4 3 20 0,0 2-56 15,-1 0-88-15,6 0-52 0,-5 0-252 16,4 0-192-16,-4 0-208 0,8 0-624 15,-4-2-2256-15,4-9-2129 0</inkml:trace>
  <inkml:trace contextRef="#ctx0" brushRef="#br1" timeOffset="161184.712">3517 15815 1656 0,'0'0'12493'0,"0"0"-10037"0,0 0-1472 15,0 0 16-15,0 0 448 0,0 0-168 16,0 0-463-16,0 0-557 0,0 0-260 16,0 0-72-16,0 0 72 0,4 50-4 0,-4-41-52 15,0 1-28-15,4-1 36 0,1 2-24 16,3-3 60-16,3 3-40 0,-2-3 52 16,3 3-8-16,-1 1-4 0,6-5 0 15,-6 2-36-15,2 1 0 16,-2-4 48-16,-3 4 0 0,4-4 8 15,-8 0 40-15,0 4 12 0,-4-1 28 0,0 1-88 16,0 2-88-16,-8 4-193 0,-4 3-191 16,-4 3-344-16,-4 1-408 0,-8 4-1016 0,9-3-2992 15,-25 14-3689-15</inkml:trace>
  <inkml:trace contextRef="#ctx0" brushRef="#br1" timeOffset="161594.891">2724 16995 4000 0,'0'0'9565'0,"0"0"-7425"0,0 0-1372 16,0 0-96-16,0 0 380 16,0 0-64-16,0 0-120 0,0 0-160 0,45 67-328 15,-38-54-236-15,6-7-32 0,-5-3 8 16,-1 0-24-16,1-3-24 0,5 0-8 16,-2-3-64-16,-3-2-96 0,8-12-12 15,-4 2-64-15,4-5-32 0,-8-2-52 16,4 0-148-16,-4 3-24 0,-4 3 76 15,-4 3 20-15,4 4 60 0,-4 6 128 0,0-1 144 16,-4 2 12-16,-4 2 172 0,-4 0-52 16,0 0 92-16,-4 0-152 0,0 6 40 15,0 0-100-15,5 3-12 0,-6 1-148 0,9 3 0 16,-3-4-96-16,2 4-28 16,5-1-220-16,0 1-312 0,1 0-796 0,-1-4-1564 15,4-2-4049-15</inkml:trace>
  <inkml:trace contextRef="#ctx0" brushRef="#br1" timeOffset="161751.41">3044 16906 5716 0,'0'0'7761'0,"0"0"-6493"0,0 0-496 16,0 0 732-16,91 4-300 0,-79-4-296 16,4 0-244-16,-4-6-272 0,4-5-244 15,-4-7-148-15,4-5-260 0,-8-5-324 0,4-7-512 16,-9 0-768-16,1 7-3068 15,1-7-4309-15</inkml:trace>
  <inkml:trace contextRef="#ctx0" brushRef="#br1" timeOffset="162000.727">3159 16624 3464 0,'0'0'8281'16,"0"0"-5841"-16,0 0-1516 0,-12 74-284 0,12-53 540 15,0 5 36-15,8 2-204 0,0-2-216 0,4 5-184 16,4 4-140-16,0 4-104 0,4 2-40 15,-1 3-39-15,2 4-45 0,-1-1-88 16,-1 0 4-16,5 2-112 0,-3-2-48 16,-6-6-8-16,5-3 0 0,-4-6-4 0,-4-3-36 15,0-7 36-15,-5-6 4 16,-2-6-64-16,-1-1-148 0,-4-6-181 16,0 0-159-16,0-3 36 0,-9 4 100 0,-2-4-104 0,-1 0-160 15,-12-4-284-15,0-9-420 16,-4-5-860-16,4 2-2125 0,-12-19-2963 15</inkml:trace>
  <inkml:trace contextRef="#ctx0" brushRef="#br1" timeOffset="162286.591">3697 16789 6412 0,'0'0'5705'0,"0"0"-4093"0,0 0-548 0,0 0 548 16,0 0-180-16,80 22-236 15,-68-15-240-15,-1 2-380 0,-2 1-336 0,-1 2-152 16,-1-2-76-16,1 3 60 0,-3 2-68 16,-1-2 0-16,-4 4-4 0,0-5-144 15,0 1 32-15,0-4 104 0,-4-2 8 16,-1-4 136-16,5-3-4 0,-4 0 28 0,4 0-16 16,0-3-84-16,0-4-60 0,4-2 8 15,5-10-8-15,-2-6 68 0,5-5-68 0,1-4-88 16,2-4-288-16,5 0-76 0,-4-1 24 15,4-1-528-15,0 1-312 16,3 1 0-16,-6 9-2856 0,3-9-3309 16</inkml:trace>
  <inkml:trace contextRef="#ctx0" brushRef="#br1" timeOffset="162987.589">4299 15706 548 0,'0'0'10601'0,"0"0"-6477"0,0 0-3824 15,0 0-112-15,0 0-172 0,0 0 812 16,0 0 504-16,0 0-396 0,36-66-456 16,-25 50-248-16,6 0-12 0,-2 4-36 15,2-1-48-15,-6 3-4 0,5 0-20 0,-8 8-48 16,4-1-64-16,-5-1-96 0,2 4-4 15,-1 4 100-15,0 1 228 0,0 9-56 16,0 5-16-16,4 3 28 0,-9 9-48 16,6 7-52-16,-9 6-76 0,0 8-8 15,0 5-84-15,-5 7-160 0,1 5 0 16,-3 1 72-16,-5 3 12 0,8-3 84 0,-1-4 76 16,2-6 172-16,-1-9 132 15,4-6-132-15,0-10-40 0,0-13 4 0,7-3-136 16,2-10-12-16,3-4-124 15,-1-5 52-15,6-11-52 16,-2-8-96-16,2-3 40 0,-1-9 8 0,-1 2-100 0,6-1 64 16,-6 9-12-16,2 2 60 0,-2 7 0 0,-3 6 12 15,4 6 64-15,-5 0 96 16,2 2 164-16,-1 8 128 0,-4 3-44 16,4 6-116-16,-1 2-44 0,-2 5 8 0,3 0-96 15,-1 2-4-15,2 8 4 16,-2-3 8-16,6 3 56 0,-6 2 44 15,6 3 4-15,-6-3 108 0,1 7-12 0,1-1 32 16,-6-2-32-16,1-1 12 0,1 3 24 16,-6-6 217-16,-3 1-169 15,0-8-196-15,0-2-48 0,0-7 40 0,-8-6-16 0,0-4-72 16,0-1-72-16,-4-6-256 0,0-2-13 16,-3 1-11-16,-2-4-100 15,-3 0-204-15,-3 0-300 0,-5-7-436 0,8 4-1408 16,-16-3-4133-16</inkml:trace>
  <inkml:trace contextRef="#ctx0" brushRef="#br1" timeOffset="163125.798">4486 17164 9744 0,'0'0'1521'0,"0"0"-1521"0</inkml:trace>
  <inkml:trace contextRef="#ctx0" brushRef="#br1" timeOffset="166626.066">5968 11506 9724 0,'0'0'2073'0,"0"0"-397"0,0 0 8 0,0 0 64 16,0 0-372-16,0 0-340 0,0 0-204 0,0 0-64 15,0 0-76-15,47-51-155 16,-47 51-125-16,0 7-48 0,-3-1-52 16,-1 4-32-16,-8 8-76 15,-4 8-108-15,-8 9-52 0,-3 5-44 0,-1 6-12 16,-4 1 4-16,-5-3-52 0,5 0-36 16,0-2 24-16,1-4-12 0,3 4-64 0,0-5-32 15,5-2-12-15,2 1 44 0,6-11 40 16,6 0 36-16,9-9-48 0,0-3-16 15,9-3-8-15,6-1 144 0,6-3 72 0,2 4-12 16,8-4-8-16,2 0 8 16,7 4 36-16,-1-1 0 0,6 4-88 15,-6 4 248-15,1-5-76 0,-4 4-108 0,-1-4-32 16,-7 4-36-16,0-3-8 0,-7-3-64 16,-1-1-28-16,-5-2-24 15,-3-1-280-15,0-6-72 0,-4 0-53 0,5 0-59 16,-6-10-576-16,1-2-1328 15,-4-1-2944-15,0-15-3821 0</inkml:trace>
  <inkml:trace contextRef="#ctx0" brushRef="#br1" timeOffset="167116.687">6032 10512 10588 0,'0'0'3897'16,"0"0"-3013"-16,0 0-80 0,0 0 792 0,0 0-252 16,0 0-448-16,0 0-320 0,0 0-16 15,0 0 24-15,71 82-307 0,-54-44-69 0,-10 6-112 16,-3 8-96-16,0 2-72 15,-4-4 0-15,4 1-76 0,-4-6-325 16,4-7 85-16,1-5 252 0,2-8 124 0,-3-10-292 16,0-6-160-16,0-2 24 0,0-4 84 15,5 1 160-15,-2-1 136 16,1-3 48-16,4 0 12 0,4 0 96 0,-5 0-32 0,6 0 20 16,-6 0-84-16,2 3 124 15,-1-3-112-15,0 3 72 0,-8-3 124 16,4 3-24-16,-8 1-12 0,4-4-48 0,-4 3 8 15,0-1 4-15,0 2 68 16,-4 2 52-16,-4 1-12 0,-5 5-120 0,2 1-120 16,-6-1 0-16,-2 1-4 0,-1-3-8 15,0-1-176-15,4 0-48 0,0-5-24 16,0-1-12-16,-4-3-72 0,9 0-88 0,-6 0-236 16,9-9-52-16,1-1-696 15,3-3-1116-15,4-3-2561 0,0 1-2867 16,8-7 6964-16</inkml:trace>
  <inkml:trace contextRef="#ctx0" brushRef="#br1" timeOffset="167267.048">6470 10887 928 0,'0'0'8108'0,"0"0"-5939"0,0 0-29 0,0 0-88 16,0 0 40-16,0 0-464 0,0 0-500 15,20 72-432-15,-24-53-368 0,-1-5-204 0,-2 1-124 16,-1-2-156-16,4-3-380 15,-3-1-308-15,2-2-284 0,-3-5-716 0,4 1-3004 16,-4-3-3733-16</inkml:trace>
  <inkml:trace contextRef="#ctx0" brushRef="#br1" timeOffset="167400.833">6434 10789 4576 0,'0'0'5156'0,"0"0"-2119"0,0 0-1637 16,0 0 328-16,0 0-128 0,0 0-684 15,0 0-560-15,79-39-356 0,-66 39-36 16,-5-3-656-16,4 3-472 0,-4 0-948 16,0 0-4045-16</inkml:trace>
  <inkml:trace contextRef="#ctx0" brushRef="#br1" timeOffset="167663.834">6844 10992 9232 0,'0'0'6197'16,"0"0"-4593"0,0 0-352-16,0 0 52 0,0 0-96 0,4 73-256 15,5-57-323-15,-5 3-289 0,0 3-144 0,3 3 20 0,1 6-96 16,-3 5-36 0,-1 1-36-16,-4-1-36 15,4-1-8-15,-4-4-4 0,0-2 4 0,0-7 8 0,-4 0-12 16,0-2-88-16,-5-4-44 0,5 0-220 0,-3-10-60 15,-1 0 28-15,-5-6-9 0,6 0-55 0,-5 0-248 16,-4-6-108-16,0-10-352 16,0-9-656-16,-5-4-1188 0,2-9-2393 0,3 6-2323 15,-16-25 7452-15</inkml:trace>
  <inkml:trace contextRef="#ctx0" brushRef="#br1" timeOffset="167835.046">6681 10741 5472 0,'0'0'7365'0,"0"0"-6129"16,0 0 340-16,0 0 476 0,0 0-488 16,0 0-484-16,0 0-484 15,88-16-400-15,-76 13-148 0,4-4-48 0,-4 1-440 16,4 0-524-16,-1 3-312 0,-2-1-912 16,2 4-3293-16</inkml:trace>
  <inkml:trace contextRef="#ctx0" brushRef="#br1" timeOffset="168749.966">7112 10865 11765 0,'0'0'2248'0,"0"0"-1312"0,0 0-92 16,0 0 496-16,0 0-128 0,0 0-236 0,0 0-464 16,0 0-268-16,0 0-120 0,0 0-16 15,47 60-20-15,-35-70-88 0,0-5-24 16,4-4-272-16,-4-4-108 0,1 1 24 16,-2 4 24-16,-3-1-24 0,-4-2-100 15,4 9 32-15,-8 3 164 0,0 2 284 16,0 4 48-16,-5 0 128 0,-2 0-40 0,-5-1 0 15,0 1 0-15,0 3 12 16,1 0 12-16,-2 3-32 0,1 7-120 0,5 7-8 16,-2 4 136-16,1 5 48 15,4 6 0-15,1 6-12 0,3-4 52 0,0 4-68 16,0-6 4-16,3-3-48 0,1-4-112 16,4-9-136-16,5-6-108 0,-6-4 96 15,5-6-112-15,4 0-96 0,0-9-236 16,4-5-336-16,-4-4-592 0,0 2-1436 0,12-16-2881 15</inkml:trace>
  <inkml:trace contextRef="#ctx0" brushRef="#br1" timeOffset="168943.321">7474 10753 1512 0,'0'0'8636'16,"0"0"-5819"-16,0 0-1357 0,0 0-300 16,0 0-128-16,0 0 236 0,0 0-256 0,0 0-140 15,-59 90-76-15,55-62-140 16,-1-3 1-16,5-6-149 0,0 0-324 0,0-6-184 15,5-7-148-15,-1 0-20 0,7-6 60 16,2 0-148-16,2-6-49 16,5-6-219-16,0-11-292 0,8-5-312 0,-4-4-624 15,4-2-996 1,-8 9-1961-16,7-17-1527 0</inkml:trace>
  <inkml:trace contextRef="#ctx0" brushRef="#br1" timeOffset="169133.815">7741 10251 1472 0,'0'0'11261'0,"0"0"-9025"0,0 0-648 0,0 0-296 16,0 0 100-16,0 0-560 0,0 0-232 0,-32 90-88 16,28-49 24-16,4 6 301 15,0 5-209-15,8-2-324 0,0-3-112 0,0 4-144 16,0-6-48-16,1-1-132 0,-2-3-208 16,1-1-204-16,-4-15 24 15,0-3-17-15,-1-6-31 0,2-7-116 16,-5-6-136-16,0-3-644 0,0 0-808 0,-5-3-908 15,-2-3-2869-15</inkml:trace>
  <inkml:trace contextRef="#ctx0" brushRef="#br1" timeOffset="169266.542">7681 10747 1796 0,'0'0'964'15,"0"0"4716"-15,0 0-2475 0,0 0-1109 16,-55-71-552-16,50 69-100 0,5 2-264 16,0 0-132-16,9 0-348 0,2 0-356 0,10 0-124 15,-2 0 12-15,5-3-232 0,4 0-12 16,0-3-84-16,-4-5-272 0,4-1-232 15,0-1-436-15,-5 0-512 0,-6 1-1416 0,7-4-3165 16</inkml:trace>
  <inkml:trace contextRef="#ctx0" brushRef="#br1" timeOffset="169419.541">8036 10592 8080 0,'0'0'4981'0,"0"0"-3457"0,0 0-904 0,4 89-56 15,-4-61 1004-15,0-3 208 16,-4 0-304-16,0-2-560 0,0-6-559 15,0-9-289-15,4-1-64 0,-5-3-48 16,5-4-125-16,0 0-383 0,-3 0-276 16,-1-7-356-16,0 0-1288 0,4-3-3789 0,-4-6-3475 15</inkml:trace>
  <inkml:trace contextRef="#ctx0" brushRef="#br1" timeOffset="169543.498">8008 10503 2964 0,'0'0'224'0,"0"0"8165"15,0 0-7109-15,0 0-844 0,0 0-348 0,0 0-80 16,0 0 144-16,0 0-152 0,0 0-880 16,0 0-869-16,0 0-1147 0,52 41-3608 15</inkml:trace>
  <inkml:trace contextRef="#ctx0" brushRef="#br1" timeOffset="169984.664">8163 10744 628 0,'0'0'11421'0,"0"0"-9733"0,0 0-764 0,0 0-116 0,0 0 472 15,0 0-296-15,0 0-404 0,0 0-272 16,0 0 148-16,0 0-124 0,64-19-196 0,-48-10-136 16,0 4-284-16,-4-3-24 15,4-2 52-15,-5 9 60 0,-2 1 20 0,-5 5 116 16,-4 5-4-16,0 4 64 0,0 6 200 16,-4 0-4-16,-5 6 28 0,2 4 68 15,-5 2 16-15,4 7-12 0,-4-3-64 0,4 4 12 16,0-5-48-16,5-5-196 15,3-1-48-15,-5-5-100 0,5-1-328 0,0-3-396 16,0 0-192-16,5-3-128 0,6-8 172 16,1-1-356-16,0-3-984 0,7-5-661 15,2 1-7-15,3 3 3028 0,0 0 248 16,-1 7 0-16,1 6 804 0,0-1 816 16,1 4 365-16,-6 4-157 0,-3 5-744 15,0 0-28-15,-8 4-12 0,4 3-228 16,-4-3-168-16,-5-1-184 0,1-1-200 15,-4-9-232-15,5 1-256 0,-5-3-24 0,4 0-72 16,0-3 72-16,4-3 108 16,-1-3 16-16,6-3-124 0,-2-2-28 0,2 5-32 15,-1-1-24-15,-1 3-40 0,2 5 124 16,-2 2 140-16,-3 0-32 0,5 0-108 0,-6 0-68 16,1 0 56-16,-4 0-84 0,1 0-28 15,-5 2-448-15,0 2-372 16,0 5-488-16,0-5-1700 0,-17 14-6465 0</inkml:trace>
  <inkml:trace contextRef="#ctx0" brushRef="#br1" timeOffset="170618.039">6012 11528 1708 0,'0'0'548'0,"0"0"-468"16,0 0-76-16,0 0 4828 0,0 0-2988 0,0 0-580 15,0 0-167-15,0 0-17 0,0 0-136 16,0 0-92-16,0 0-120 0,-25 13 12 16,25-13 76-16,0 0-12 0,9 0-164 15,3-7-124-15,4 1 436 0,3-3-36 16,9 2-276-16,0-2-156 0,4-1-87 16,4 1 11-16,8-4 24 0,4-3-96 15,4 0-220-15,8-3 12 0,11-6-56 16,5-1-4-16,7-2-24 0,9-7-48 0,8 0 0 15,7 1-4-15,5-2-44 0,3 1-12 16,5 3 52-16,3 1-52 0,1 6 56 16,3-2-52-16,-2 6-280 15,-3 2 32-15,-2 0-84 0,3 3 72 0,1 4 35 16,-5-5 165-16,5 4 116 0,-8-3 0 16,-8 1-100-16,-13-5-60 0,-8 2-252 0,-15-1-224 15,-8-3-464-15,-8 2-1004 16,-16 5-3036-16,3-8-5905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32767" units="deg"/>
          <inkml:channel name="T" type="integer" max="2.14748E9" units="dev"/>
        </inkml:traceFormat>
        <inkml:channelProperties>
          <inkml:channelProperty channel="X" name="resolution" value="3854.94116" units="1/cm"/>
          <inkml:channelProperty channel="Y" name="resolution" value="5461.1665" units="1/cm"/>
          <inkml:channelProperty channel="F" name="resolution" value="91.01945" units="1/deg"/>
          <inkml:channelProperty channel="T" name="resolution" value="1" units="1/dev"/>
        </inkml:channelProperties>
      </inkml:inkSource>
      <inkml:timestamp xml:id="ts0" timeString="2023-06-27T08:14:30.042"/>
    </inkml:context>
    <inkml:brush xml:id="br0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2060 3782 5944 0,'0'0'6805'0,"0"0"-5909"0,0 0-592 16,0 0-176-16,0 0 808 0,0 0 736 16,0 0-220-16,0 0-552 0,11 69-152 15,-2-28-100-15,-5 9 36 0,-1 11 153 0,1 9-325 16,0 3-128-16,-4 10-188 0,4 2-52 16,-4 11-144-16,4-1 4 0,0 10-8 15,-4-1 0-15,5 2 4 0,-2-2-60 0,-3-8 12 16,4-11-160-16,-4-5 16 15,4-17-36-15,0-13 8 0,0-8-144 16,4-14-25-16,-4-5-39 0,0-11-20 0,0-5-176 16,4-4-248-16,-4-3-396 0,3-6-532 15,-2-10-676-15,-1 0-2657 16,-4-28-2423-16</inkml:trace>
  <inkml:trace contextRef="#ctx0" brushRef="#br0" timeOffset="326.85">2047 4112 5532 0,'0'0'3108'16,"0"0"-23"-16,0 0-1525 0,0 0-528 0,44-77-36 16,-28 58 240-16,12 6-368 0,0 1-284 15,7 3-116-15,6 2-148 0,2 7-60 16,-3 0-4-16,0 9-120 0,0 8-12 0,-4 5-40 15,-4 3-32-15,-4 6-52 16,-4 7-8-16,-4 7-4 0,-5 0-36 0,-7 2 48 16,-4 1 0-16,-4-4 8 0,0 1-8 15,-12-4-40-15,1-3-56 0,-9 1-16 16,-1-6-72-16,-2 3 24 0,-5-7-72 16,0-4 8-16,4-3 16 0,0-6-128 15,0-2 76-15,4-9-36 0,0-2 24 16,1-3-288-16,-1-8-648 0,3-9-740 15,2 4-925-15,-2-18-2943 0</inkml:trace>
  <inkml:trace contextRef="#ctx0" brushRef="#br0" timeOffset="626.526">2533 4314 2520 0,'0'0'7976'0,"0"0"-6071"0,0 0-757 16,0 0 72-16,76 3 380 0,-60 8-480 15,0-3-328-15,-4 2-248 0,0 5-212 16,0 2-112-16,-8 6-72 0,4 2-52 16,-8 3 28-16,0 4-120 0,0-1 44 0,-4-1-36 15,0-5 48-15,-4-3 40 0,4-6-4 16,0-3-44-16,0-7 20 16,4-6 12-16,0 0-20 0,0 0-8 0,0 0-56 15,0 0-60-15,4-6 60 0,4-1 216 16,-4-6-104-16,8-2-88 0,4-7-24 15,-1-2-108-15,-2 3-164 0,6-2-228 16,2 2-236-16,-5-2-436 0,7-2-368 16,-3 6-924-16,1 0-440 15,-6-1-3305-15,-7 10 1945 0,4 5 3749 0</inkml:trace>
  <inkml:trace contextRef="#ctx0" brushRef="#br0" timeOffset="893.095">2967 4464 1540 0,'0'0'2216'15,"0"0"4076"-15,0 0-4691 0,9 72-833 16,-5-49-40-16,-4 0 672 0,4-8 184 0,0-2-208 15,0-7-484-15,-1-3-340 0,1-3-144 16,1 0-76-16,3 0-88 16,3 0 24-16,2-9 12 0,2 0 196 0,6-8-476 15,-6-1-96-15,1-1-160 0,0-4-64 16,0 1 28-16,-8-1 48 0,4 4 108 16,-8 4 52-16,0 2-4 0,-4 4 88 15,0 2 0-15,-8 1 172 0,-4-1-24 16,-3 5-140-16,-6-3 88 15,1 5 76-15,5 0-160 0,-6 0 136 0,6 0-40 16,2 5 76-16,2 1-96 0,-2 0-88 16,9 0-28-16,1 4-216 0,-1-1-120 15,4 1-76-15,0-1-52 0,0 7-544 0,4-3-960 16,3-1-1184-16,-2 1-2533 0,7-10-763 16</inkml:trace>
  <inkml:trace contextRef="#ctx0" brushRef="#br0" timeOffset="1177.447">3315 4448 3284 0,'0'0'312'0,"0"0"6328"16,0 0-5415-16,0 0-381 0,0 0 232 16,71 76 320-16,-63-64-52 0,0-1-304 15,-4-2-480-15,0-6-400 0,0-3-24 16,4 0 12-16,3 0 124 0,-2-6-124 16,7-5-148-16,0 0-112 0,-1-3-96 15,2-5-28-15,-2 0 52 0,2 0 24 0,-10 1 36 16,6 2-16-16,-5 3-56 15,-4 3-4-15,-4 3 176 0,0 5 24 16,-4-1 184-16,-9 3-20 0,-2 0 8 16,-6 0-172-16,-3 0-108 0,5 5 12 15,-5 6 44-15,7-2 52 0,-2 4 112 0,7 3-112 16,-4-4-76-16,8 1-160 0,0 1-148 16,0-2-372-16,4-3-580 0,4 3-1160 15,-4-5-2649-15,4-3-1411 0</inkml:trace>
  <inkml:trace contextRef="#ctx0" brushRef="#br0" timeOffset="1312.244">3650 4498 1200 0,'0'0'10157'15,"0"0"-7561"-15,0 0-1912 0,75 16-292 0,-55-16 724 16,-1 0 148-16,2-3-544 0,-1-3-264 16,-1-10-136-16,2 0-320 15,-2-3-96-15,1-3-608 0,-4 0-412 0,0-6-404 16,-4 7-1272-16,-4-9-3925 0</inkml:trace>
  <inkml:trace contextRef="#ctx0" brushRef="#br0" timeOffset="1544.184">3824 4137 64 0,'0'0'2976'0,"0"0"4949"0,0 0-6741 0,0 98-660 15,0-54 228-15,4 11 748 0,-4-1 196 16,0 9-376-16,0 0-432 0,0 5-412 15,0 1-144-15,0 8-112 0,-11-4-72 0,-1 3-140 16,-1-4-8-16,-2-5-48 16,2-4-28-16,-2-2-44 0,-1-10-124 15,0-7-124-15,0-6-124 0,0-2-116 0,-4-9-48 16,0-2-128-16,-3-5-220 16,-5 2-400-16,-8-5-816 0,3-8-2453 0,-31 0-1427 15</inkml:trace>
  <inkml:trace contextRef="#ctx0" brushRef="#br0" timeOffset="1897.3">1426 5305 9288 0,'0'0'2037'0,"0"0"-1161"0,0 0-404 15,0 0 600-15,0 0 184 0,104-41-228 16,-65 34-136-16,10 4-160 16,-2 3-124-16,9-3 20 0,8 3-172 0,3 0-40 15,9 0-136-15,3 0 4 0,13-3-92 16,7 0-104-16,10 0 32 0,6-4-108 0,0 1-12 16,9-7-4-16,4 4-56 15,-1-4-24-15,1-3-16 0,3 4 52 16,0 2 40-16,-4-3 4 0,-2 6 8 0,-14 2 88 15,1-2-92-15,-13 4-108 16,-7 3 100-16,-4 0-92 0,-9 0 40 0,-3 0 48 16,-8 0-148-16,-5 0-108 0,-11 3-136 15,-4 1-100-15,-8-1-148 0,-8 0-340 16,-4-3-688-16,-13 0-2132 16,2-10-2829-16</inkml:trace>
  <inkml:trace contextRef="#ctx0" brushRef="#br0" timeOffset="2161.41">4833 4305 11129 0,'0'0'6068'0,"0"0"-4980"0,0 0-804 0,0 0 24 16,80 19 380-16,-65-12 412 16,5-2-164-16,-8 1-315 0,-1 5-537 15,2-5-84-15,-5 1-204 0,3 2-465 0,-2-2-331 16,-1 2-372-16,-8 1-1192 0,4-4-3605 16</inkml:trace>
  <inkml:trace contextRef="#ctx0" brushRef="#br0" timeOffset="2298.672">4872 4759 5488 0,'0'0'9517'0,"0"0"-7897"15,0 0-1256-15,0 0 220 0,0 0 416 0,0 0-188 16,0 0-460-16,0 0-352 0,0 0-444 16,80 64-576-16,-68-58-332 15,-5-3-1568-15,-7 0-8069 0</inkml:trace>
  <inkml:trace contextRef="#ctx0" brushRef="#br0" timeOffset="8904.893">7203 4048 5136 0,'0'0'80'0,"0"0"1012"16,0 0 1220-16,0 0-1044 0,0 0-115 16,0 0-61-16,0 0-32 0,0 0-28 0,-7 3-276 15,7-3-252-15,3 3-164 16,9-3-100-16,4 3 152 0,7 0 204 15,5-3 0-15,9 4-308 0,3-4 8 0,-1 0-76 16,6 0-36-16,-2 0 88 0,0-7-124 16,2 1-88-16,-6-3-60 0,-3 2-8 15,-4-5 0-15,0 2-4 0,-4 4-96 16,-4-5-176-16,-4 3-332 0,-4 4-216 16,-9 2-284-16,2 2-544 0,-9 0-1560 15,0 0-2725-15</inkml:trace>
  <inkml:trace contextRef="#ctx0" brushRef="#br0" timeOffset="9164.561">7462 4112 6536 0,'0'0'452'0,"0"0"2828"0,0 0-2155 15,0 0-317-15,0 0 124 0,9 76 352 0,-2-51-172 16,5 4-232-16,-5 2-280 15,6 10-116-15,-5 1-260 0,-1 12 148 16,-3 0-236-16,1 6 12 0,-1 0-136 0,-4-2-12 16,0-8 0-16,0-8-52 0,0-4 28 15,4-7-36-15,-4-5-76 0,4-4-336 16,-4-9 12-16,4-4-200 0,-1-3-80 16,1-1-220-16,5-5-256 0,-5 0-508 15,0-5-1053-15,3-7-1943 0</inkml:trace>
  <inkml:trace contextRef="#ctx0" brushRef="#br0" timeOffset="9577.604">8051 4534 3892 0,'0'0'7477'16,"0"0"-6397"-16,0 0-352 0,0 0 224 0,0 0 236 15,0 0-280-15,0 0-256 0,0 0-132 0,-75-3-48 16,55 12-28-16,1 7-220 16,2 3-100-16,2 7-116 0,-2 5 164 15,10 7 60-15,-6 1-60 0,9 1-36 0,0-1 36 16,4-4-76-16,0-4-32 0,8-12 80 16,1-6-144-16,2-7-108 15,2-2 60-15,2-4 48 0,6-10-4 0,-2-3 4 0,5-9-208 16,0-3-164-16,-4 0-108 15,0-8 100-15,0 5-28 0,-5-1 124 16,-2 4 96-16,-2 3 16 0,-3 6 60 0,-3 6 100 16,-5 4 12-16,4 6-100 0,-4 0 100 15,0 10 160-15,0 5 372 0,0 1 0 16,0 9-160-16,0 1-136 0,0-1 20 16,0-2-72-16,0-4-116 0,0-3-68 15,0-7-260-15,4-5-36 0,3-4 88 0,1 0-200 16,5-7-336-16,-2-9-200 0,6-9-948 15,-6 6-2681-15,6-20-2675 16</inkml:trace>
  <inkml:trace contextRef="#ctx0" brushRef="#br0" timeOffset="10310.147">8414 3898 11777 0,'0'0'2300'0,"0"0"-1632"0,0 0-60 0,0 0 388 15,-8 93 396-15,1-52-344 0,3 6-88 16,4 8-216-16,-5 7-328 0,5 9-112 16,-4 4-300-16,0 9 104 0,0-1-104 15,1-4 0-15,3-7-8 0,0-4-64 16,0-15 20-16,0-11-12 0,3-11-40 0,1-8-80 16,4-8-64-16,1-9-24 15,-2-1-64-15,1-5 16 0,0 0 8 16,8-14-36-16,1-5-260 0,2-6-272 0,1-7-332 15,0-3-444-15,4 4-496 16,-4-2-713-16,4 5 553 0,-9 6 228 16,6 3 1036-16,-6 3 1044 0,-2 0 0 0,-2 6 1188 15,-3 4 308-15,-3 0-80 0,-5 6 84 16,0-3 113-16,0 3-89 16,-9 0-504-16,-2 0-312 0,-2 3-216 0,-2 3-100 0,3 4-4 15,-8-1-108-15,3 4-104 16,2 3-28-16,-2-1 4 0,10 2-144 0,-5 2 0 15,4-4 40-15,0 2 64 0,4-5-36 16,4-3-64-16,0-2 64 0,0-2 24 0,4 0 24 16,4-3-12-16,8 2 24 0,-1-4 24 15,6 3-76-15,7-3-84 16,-4 0-64-16,8 3-84 0,-4-3-236 16,3 0 48-16,1 0-140 0,0 0 108 0,0 0-220 15,0-3-180-15,0 0-20 0,-8-3-76 16,4-4-364-16,-9 1-397 15,-3-2 473-15,0 6 932 0,-7-5 220 0,-2 6 232 16,-3 1 184-16,-4 0 580 0,4 3 85 16,-4 0 35-16,0 0 224 15,0 0-216-15,0 0-368 0,0 0-388 0,4 0-368 16,0-2 12-16,4-2 48 0,4-5 140 0,0-3-76 16,4-5-48-16,-5 1-76 15,2-3-160-15,-9 0-40 0,4 7 100 0,-8-1 100 16,0 3 128-16,0 4 8 0,-8 2 4 15,0 4-4-15,-4 0 24 16,0 0-160-16,-4 0 112 0,4 10 64 0,1 0 108 0,-2 5-8 16,1 5 8-16,4 2 108 15,0 3-32-15,0 3-16 0,4-5 60 0,1 3 48 16,3-7-312-16,0-1-140 0,7-5-136 16,5-3-44-16,0-4 180 0,13-3 0 15,-2 1-208-15,5-4-96 0,7-4-300 16,6-2-320-16,-2-3-444 0,-7-1-1296 15,17-6-2909-15</inkml:trace>
  <inkml:trace contextRef="#ctx0" brushRef="#br0" timeOffset="11245.08">10841 4219 1240 0,'0'0'9721'15,"0"0"-8485"-15,0 0-788 0,0 0 176 0,88-23 456 16,-64 30-68-16,-1 9-56 0,-3 10-56 15,-3 8-168-15,-6 8-56 16,-7 5-120-16,-4 8-152 0,0 1-148 0,-8 5 28 16,-4-4-76-16,-8 3-16 0,-4-3 16 0,0-5-148 15,-4-5 40-15,0-6-92 16,1-6 112-16,-1-10-20 0,4-3-16 0,0-5-12 16,4-9-12-16,0-1-60 0,4-7-96 15,1 0-88-15,-2-12-32 16,6-4 140-16,3-13-156 0,3-3-72 15,5-5-52-15,0-4 112 16,0 1 84-16,13 3 52 0,-2 5 32 0,6 4 20 16,2 9 52-16,5 0 8 0,0 6 216 0,0 7-24 15,4 0-108-15,0 6-4 0,4 0 52 0,0 9-64 16,0 0 64-16,0 7 48 16,3 0 8-16,-3 0-20 0,-4 6-12 0,4 3-40 15,-4 1-112-15,0 2-4 0,-5 5 4 0,-3 1-4 16,1 1-4-16,-2 0-12 0,-3-4-84 15,5-1-100 1,-6-8-156-16,5-3 8 0,0-10-108 0,0-2-88 16,4-4-112-16,0-3-340 0,-1-6-684 15,5-7-1216-15,-8 0-2561 0</inkml:trace>
  <inkml:trace contextRef="#ctx0" brushRef="#br0" timeOffset="11530.164">12044 4410 364 0,'0'0'0'0</inkml:trace>
  <inkml:trace contextRef="#ctx0" brushRef="#br0" timeOffset="11911.424">12044 4410 560 0,'-8'-14'1592'0,"8"12"-1160"0,0 2-368 0,0 0 92 16,0 0 12-16,0 0 2428 0,0 0-1164 16,0 0-640-16,0 0-352 0,0 0 52 15,0 0 184-15,0 0 240 16,0 0 53-16,0 0-97 0,0 0-64 15,0 0-72-15,0 0-36 0,0 0-44 0,0 0 124 0,0 0-36 16,0 0-160-16,-4 0-224 0,-4 0-88 16,0 0-72-16,-4 0-28 15,-4 2-120-15,1 5-4 0,-2 0 12 0,-2 9 64 16,-1 0 60-16,-5 6-8 0,1 10 20 16,1 3 60-16,-1 6-32 0,-4 3 44 15,4 7-108-15,5-1 48 0,-2-1-76 0,9-2 4 16,4-6 60-16,4-6 20 15,4-10 116-15,8 1 68 0,5-10-108 0,6-4-59 16,5 1-89-16,0-6-60 0,4-4 0 16,4-3-72-16,0 0 76 0,0-10-40 15,-4-3-48-15,3 1 0 0,1-8-136 16,-4 1-457-16,-4 0-39 0,-4 0-196 0,0 1-276 16,-12 2-488-16,-1 3-1456 15,-7-6-3533-15</inkml:trace>
  <inkml:trace contextRef="#ctx0" brushRef="#br0" timeOffset="12092.578">11754 4714 1540 0,'0'0'9837'0,"0"0"-7101"0,0 0-1776 16,0 0-796-16,0 0 328 0,0 0 288 16,0 0 180-16,0 0-304 0,0 0 108 0,0 0-52 15,0 0-196-15,95-5-260 0,-63-6-136 16,-4-1-120-16,8-4-92 0,-5-3-116 15,5 0-488-15,0 0-548 0,-4 3-720 0,-4 3-2948 16,7-5-4593-16</inkml:trace>
  <inkml:trace contextRef="#ctx0" brushRef="#br0" timeOffset="12328.753">12526 4394 16525 0,'0'0'2996'0,"0"0"-1996"16,0 0-840-16,0 0 216 0,0 0 256 16,0 0 317-16,0 0-285 0,88 16-324 15,-65-25-208-15,5-1-76 0,0-3-56 16,0-6-84-16,0 2-96 0,-4-1-388 16,1-1-100-16,-6 3-121 15,-7 6-159-15,-4 1-340 0,-8 3-512 0,0 2-528 16,-8 1-892-16,-8 0-1457 0,-4 3-367 15,-7 0 2809-15</inkml:trace>
  <inkml:trace contextRef="#ctx0" brushRef="#br0" timeOffset="12478.671">12662 4284 1708 0,'0'0'1668'16,"0"0"808"-16,0 0 2084 0,-60 84-2591 15,52-56-541-15,4 8-100 0,-4 2-4 0,8 6-120 16,-4 1-40-16,0 6-208 0,4-1-160 16,0 4 44-16,0 4-87 0,-4-4-269 15,4-3-304-15,0 0-168 0,0-11-12 0,0-5-60 16,0-3-240-16,4-13-224 0,4-3-157 15,4-9-35-15,3-5-80 16,-2-2-692-16,6-12-1256 0,-6 2-3329 0,-2-15-3394 16</inkml:trace>
  <inkml:trace contextRef="#ctx0" brushRef="#br0" timeOffset="12623.564">12626 4813 7200 0,'0'0'7149'0,"0"0"-5421"16,0 0-1300-16,0 0-180 0,0 0 452 15,0 0 448-15,91-6-128 0,-63 0-272 0,4-1-384 16,-4-6-268-16,4 4-96 0,-4-2-172 16,-5 3-144-16,-2 2-396 0,-9-1-196 15,0 7-252-15,-9 0-880 0,-3 7-2120 16,0 5-1433-16</inkml:trace>
  <inkml:trace contextRef="#ctx0" brushRef="#br0" timeOffset="12782.623">12626 5057 5520 0,'0'0'4680'0,"0"0"-1559"0,0 0-1953 16,0 0-676-16,0 0 152 0,0 0 400 16,0 0-188-16,0 0-248 0,0 0 72 15,0 0-44-15,60 41-208 0,-29-53-220 0,5-7-208 0,-4 0-376 16,0-3-484-16,0 3-164 16,0 0-444-16,-12 6-2664 0,4-6-5373 15</inkml:trace>
  <inkml:trace contextRef="#ctx0" brushRef="#br0" timeOffset="13365.934">13355 4210 5684 0,'0'0'3080'0,"0"0"-703"0,0 0-1709 15,0 0-656-15,0 0 360 0,0 0 560 16,0 0 288-16,0 0 4 0,0 0-228 16,0 0-336-16,0 0-216 0,12-32-84 15,-12 36-88-15,4-2-60 0,0 8-16 16,-1 3 392-16,6 3 248 0,-1 6-360 0,3 6-160 15,-2 4-48-15,3-1-12 0,-1 11 12 16,2-1 217-16,2 4-37 16,-2 8-232-16,6 2-80 15,-3 5-76-15,4 0 72 0,-4 4-60 0,4 0 24 16,4-7-20-16,-4-6-16 0,4-4 60 16,4-6-108-16,-4-3-12 15,-1-8-8-15,5-5 4 0,-8-6-44 0,0-4-96 16,-4-2-232-16,1-8 48 0,-6 2-72 0,-3 0-169 15,-4-4-63-15,0-3-28 0,0 3-60 0,-4-3-140 16,0 0-228-16,0-6-596 16,0-3-752-16,0-4-2141 0,-12-19-2039 15</inkml:trace>
  <inkml:trace contextRef="#ctx0" brushRef="#br0" timeOffset="13640.544">13893 4295 8160 0,'0'0'4753'0,"0"0"-3557"16,0 0-324-16,0 0 24 0,91-3 380 15,-55 3-196-15,5 0-220 0,-2 0-172 16,8-3-224-16,-2-2-172 0,2-6-108 16,1 2-120-16,0-7-64 0,-8 0-96 15,4 0-64-15,-9-4-316 16,-3 2-428-16,-4 2-232 0,-4-4-544 0,-7 12-1404 0,-10-2-3089 16</inkml:trace>
  <inkml:trace contextRef="#ctx0" brushRef="#br0" timeOffset="13864.441">14160 4305 1160 0,'0'0'9092'0,"0"0"-7711"0,0 0-561 15,-13 66-4-15,18-34 696 0,-1 3-12 0,8 4-56 16,-5 1-224-16,6 4-372 0,-5 2-152 16,-1 4-112-16,-3-2-132 0,-4 0-51 15,0 2-109-15,0-5-136 16,-4-4-104-16,1-9-52 0,-5-4-12 0,8-5-96 15,-4-10-24-15,4-1-317 0,0-8-171 0,0-2-64 16,0-2-124-16,0 0-348 16,0-6-1144-16,0 0-2672 0,8-17-2741 15</inkml:trace>
  <inkml:trace contextRef="#ctx0" brushRef="#br0" timeOffset="14017.357">14192 4709 6612 0,'0'0'7417'0,"0"0"-5865"15,0 0-1236-15,0 0 264 0,0 0 564 16,0 0 56-16,95 5-220 0,-71-5-332 0,8-3-356 16,0-3-256-16,4-7-36 0,3 5-180 15,-3-6-296-15,5 4-480 0,-2 1-488 0,-15 3-1716 16,12 6-6441-16</inkml:trace>
  <inkml:trace contextRef="#ctx0" brushRef="#br0" timeOffset="14178.839">15124 5147 13209 0,'0'0'5272'0,"0"0"-4552"16,0 0-720-16,-28 69-136 0,12-43 136 16,0-1-48-16,-3 4-176 0,-2-4-504 15,1 4-624-15,-4-1-1292 0,9-3-3653 16,-17 14-1474-16</inkml:trace>
  <inkml:trace contextRef="#ctx0" brushRef="#br0" timeOffset="16152.867">17543 4349 6704 0,'0'0'2984'0,"0"0"-1127"16,0 0-741-16,0 0-400 0,0 0 692 16,0 0 28-16,0 0-264 0,0 0-244 15,0 0-152-15,0 0-200 0,-9 0-232 16,26 0-136-16,7-3 160 0,7 3-40 15,1 0 72-15,4-4-60 0,4 4-95 16,-5-2-161-16,6-4-8 0,-2 0-64 16,5-5 60-16,0-1-64 0,-4-4-8 0,-1 4 0 15,-2-5-124-15,-5 2-325 16,-9-1-135-16,-3 6-124 0,-3 1-148 0,-10 2-508 16,-3 5-1008-16,-4-3-2384 0,-4 5-3065 0</inkml:trace>
  <inkml:trace contextRef="#ctx0" brushRef="#br0" timeOffset="16425.877">17694 4309 6004 0,'0'0'4164'0,"0"0"-2935"16,0 0-549-16,0 0-168 0,0 0 624 0,0 0 280 15,-24 82-256-15,24-54-388 16,0 7-124-16,8 7 80 0,-4 4-196 15,0 9-140-15,-4 5 0 0,3 7-88 16,-3 0-204-16,0 3 108 0,-3 0-204 0,3-4 64 16,-4-6-68-16,4-6-48 15,0-6-24-15,0-13-4 0,0-6-20 0,0-14-16 16,0-2-48-16,4-7-192 0,-4-6-240 0,3 0-220 16,2 0 32-16,-1-6-144 15,0-3-660-15,4-10-1424 0,-4-3-2033 0,-1 2-1750 16,-3-18 6791-16</inkml:trace>
  <inkml:trace contextRef="#ctx0" brushRef="#br0" timeOffset="16611.19">17717 4772 1892 0,'0'0'9713'0,"0"0"-7909"0,0 0-952 16,0 0-32-16,0 0 680 0,0 0-308 16,0 0-364-16,0 0-100 0,0 0-32 0,92-25-60 15,-68 20-248-15,4 5-144 16,0-2-84-16,4-2-92 15,0 2-68-15,0-1-8 0,0-4-164 0,-1 4 28 16,1-4-416-16,0 4-200 0,0 1-132 16,-4 2-232-16,0 0-612 0,-8 0-1476 15,3 0-3513-15</inkml:trace>
  <inkml:trace contextRef="#ctx0" brushRef="#br0" timeOffset="16918.677">18646 4361 8008 0,'0'0'4697'0,"0"0"-3693"0,0 0-508 0,0 0-28 16,0 0 644-16,0 0-8 15,0 0-396-15,0 0-276 0,-72 77-48 0,65-45-16 16,-1 3 52-16,3 7-124 15,1 2 44-15,0 3-56 0,4 1 56 16,-4 2 0-16,4 2-56 0,0-2-116 16,0-2-160-16,0-3-8 0,4-4-36 15,4-10-12-15,1-2-76 0,2-10-120 16,6-3-352-16,-2-10-28 0,5-2-28 0,0-4-100 16,4-13-288-16,4-3-916 0,-12 0-2032 15,12-13-2353-15</inkml:trace>
  <inkml:trace contextRef="#ctx0" brushRef="#br0" timeOffset="17376.163">19199 4232 496 0,'0'0'11845'0,"0"0"-10301"0,0 0-988 0,0 0 380 16,0 0 572-16,56 66-244 0,-43-33-476 15,-1 2-100-15,-1 2 72 16,-2 8-272-16,-1 3-284 0,-5-2-104 0,-3 3-16 16,0 5-36-16,-11-1 12 0,-6 2-48 15,-3-1 0-15,-7 0 0 16,-1-6 36-16,-4-1 12 0,4-9 24 0,0-3-84 0,0-10 8 16,4-6 52-16,9-6-48 15,-2-7-12-15,2-6-60 0,2 0-132 16,6-6-112-16,-1-10-4 0,-1-6-92 0,2-3-112 15,7-10 132-15,0 0-88 0,0-1-100 16,7 8 224-16,-2 3 160 0,3 6 96 16,3 6-48-16,-3 7 24 0,5 0 52 15,-6 2 60-15,6 4 232 0,-1 0 68 0,3 0 8 16,-2 7-12-16,6 2 24 16,-3 4-76-16,4-4 52 0,0 4-40 0,0 4-36 15,0-5 12-15,0 6-36 0,4 2-36 16,0 5-64-16,4 4-48 0,4-1 344 15,-9 1-252-15,1-10-140 0,-8 1-144 16,0-8-320-16,-4-3-440 0,0-3-104 16,4 0-572-16,0-2-1160 0,-5-4-1265 15,2-4 1081-15</inkml:trace>
  <inkml:trace contextRef="#ctx0" brushRef="#br0" timeOffset="17648.976">19758 4498 2784 0,'0'0'8769'15,"0"0"-6861"-15,0 0-1348 0,0 0-92 16,0 0 792-16,72 74 56 0,-57-52-584 0,1 0-188 16,5 0-272-16,-6 0-116 15,1 7-152-15,4-1-8 0,-4 11 8 16,0 2 44-16,0 4 136 0,-4 2-24 0,-9 0-112 15,-3 2-48-15,-3 1-8 16,-9-1-128-16,-8-5-172 0,-4 0-136 16,0-3-12-16,-3-3 72 0,-5 0-176 0,-9-3-380 15,-2 0-420-15,-9-3-960 0,-4 3-1957 16,12-13-2499-16,-27 9 6476 16</inkml:trace>
  <inkml:trace contextRef="#ctx0" brushRef="#br0" timeOffset="22033.42">8208 2019 1864 0,'0'0'888'0,"0"0"3596"0,0 0-2044 0,0 0-943 16,0 0-533-16,0 0 312 0,0 0 148 16,0 0-268-16,0 0-192 0,0 0-192 15,-17-25-128-15,17 25-116 0,4 0-160 16,0 0-196-16,0 2-72 0,5 4 72 16,2 1 48-16,1 3-52 0,4-1-32 15,0 1-64-15,4 3-20 0,0-4 32 0,3 1-36 16,5-4 0-16,0 0 16 15,4-3-4-15,5-3 12 0,2 0 28 0,1-5-40 16,-5-5-52-16,10 3 4 16,-9-2-4-16,3-1-8 15,-7 4-60-15,0 3-52 0,-4-4-20 0,4 7-52 16,-4-2 76-16,-4 2-16 0,4 0 52 0,-9 0-64 16,5 2 64-16,-4 2 20 0,0 2 40 15,4 0-24-15,-4 1 36 0,4-1 88 0,4 0-80 16,-1 1 40-16,1 3 12 0,0-5-60 15,4 5 4-15,0-3 4 0,5-1 0 16,-2 0 0-16,5-3 80 0,-5-3-76 16,10 0-8-16,-9 0-4 0,3 0 0 15,-3 4-12-15,0-4-40 0,-5 3 40 0,-3 0 8 16,4 0 4-16,-4 0 8 16,4 1 4-16,0-4 52 0,0 0 8 15,3 0-24-15,6-7-36 0,-5 1 52 16,7-4-52-16,-2 4 0 0,2-4 0 0,-7 4-4 15,4 3-8-15,0-1-48 16,-5 4 40-16,-3 0 0 0,0 0 8 16,0 7 0-16,-4-1-8 0,4 1 4 0,-4-1 4 15,4-3 12-15,-1 4 48 16,1-4 0-16,4 0-48 0,0-3 160 0,0 3-28 0,4 0-132 16,-4-3-4-16,-1 4-4 15,5-2 12-15,0 3 44 0,0-3-60 16,3 1 0-16,-2 0-8 0,6 1 4 0,-2-4 4 15,6 0 8-15,1 0-4 0,4-4 8 0,0-2-12 16,4-3-40-16,-1-1-60 16,1 0-32-16,0 1-4 0,-1-1 52 15,-3 4 76-15,0 3 8 0,-4-1 0 0,-1 1 8 16,1 1-8-16,-4 2 12 16,0 0 72-16,0 0-80 0,-1 0 0 0,5-4 8 15,0 1-4-15,3-7 4 0,1 4-4 16,4-3 40-16,0-1-44 0,-4 0 0 15,-4 3 0-15,-1 2 4 0,-3 5 40 16,0 0-48-16,-8 0 12 0,0 0 136 0,-1 3-4 16,2-1-20-16,-2 5-16 15,-3-3-12-15,4 2-24 0,0-6 4 16,0 3-64-16,-1 0 48 0,-3-3 12 0,1 0-68 16,2 0 4-16,-3-6 52 0,-4 3-52 15,4 0-4-15,-5-3 0 0,1-1-4 16,0 4 12-16,-4-4 52 0,0 5-64 15,-4-3 12-15,-4-1 121 0,0 4 39 0,-4-1-28 16,0 0 448-16,-4-1-324 16,-4 1-196-16,0 3-24 0,-1-4-40 0,-2 4 4 15,3-3-12-15,-4 0-8 0,-4 3-208 16,0-2-160-16,0 2-192 0,-4-4-201 16,-4 4-327-16,-4 0-1400 0,-20 0-4457 15</inkml:trace>
  <inkml:trace contextRef="#ctx0" brushRef="#br0" timeOffset="23934.599">10960 5270 6248 0,'0'0'1780'0,"0"0"1028"15,0 0-1483-15,0 0-709 16,16 83 96-16,-7-45 368 0,-2 3-20 16,-3 6-228-16,4 5-284 0,-4 2-100 0,4 0-76 31,-4-1-64-31,0-2-112 0,-4-6-140 0,4-4-56 0,-4-9-8 16,4-9-140-16,-4-11 12 0,4-5-100 0,0-7-248 15,0 0-300-15,4-11 4 0,-4-4-228 0,4-5-756 16,4-8-1517-16,-8 6-3299 0,4-13 3488 15</inkml:trace>
  <inkml:trace contextRef="#ctx0" brushRef="#br0" timeOffset="24093.177">11036 5423 3800 0,'0'0'4600'0,"0"0"-2296"0,0 0-1095 16,0 0-541-16,-96 41-32 0,68-19 92 15,0-3-132-15,1 4-204 0,-1-4-128 16,8 0-264-16,0-10-428 0,4 1-372 15,0-7-616-15,4 0-1117 0,5-3-2179 0,-2 0-368 16,1-16 4853-16</inkml:trace>
  <inkml:trace contextRef="#ctx0" brushRef="#br0" timeOffset="24214.93">10833 5381 3268 0,'0'0'7789'0,"0"0"-6545"0,0 0-668 15,75 7-76-15,-47-4 312 0,0 0 24 0,-4 4-256 16,1-5-168-16,-2 2-132 15,5-1-280-15,-4 0-36 0,4 0-484 0,-4 1-1032 0,-5-1-1220 16,1 9-4465-16</inkml:trace>
  <inkml:trace contextRef="#ctx0" brushRef="#br0" timeOffset="24616.919">10463 6684 5156 0,'0'0'104'0,"0"0"5016"0,0 0-3767 15,0 0-569-15,0 0-20 0,39 72 128 16,-27-50-208-16,-4-3-156 0,0 1-264 15,-4-2-252-15,0-5-12 0,0-2-136 16,-4-6-68-16,0-5-388 0,0 3-156 0,0-3-180 16,0-3-624-16,-4-9-1705 0,-4 5-4067 15,-3-15 6608-15</inkml:trace>
  <inkml:trace contextRef="#ctx0" brushRef="#br0" timeOffset="24759.455">10339 6381 3696 0,'0'0'8681'0,"0"0"-7281"0,0 0-1348 16,0 0-52-16,0 0-12 0,0 0-116 15,32 78-164-15,-24-73-960 0,8 1-1289 0,-4-3-3767 16,3 1 3844-16</inkml:trace>
  <inkml:trace contextRef="#ctx0" brushRef="#br0" timeOffset="25051.089">10797 6435 768 0,'0'0'3156'0,"0"0"4281"16,0 0-6141-16,0 0-480 0,0 0 124 0,-12 68 260 15,4-49-272-15,0-5-216 0,5 6-180 16,-2-1-272-16,1-6-112 0,4 3-144 0,0-3-4 16,4-1-84-16,4-2 44 0,0 3 32 15,4-4 8-15,4 0-4 0,0-2 4 16,4 2 0-16,-4-3 100 0,0-2-88 0,4-1 112 15,-9 3-24-15,6-2-40 0,-9 2 16 0,-1 1-4 16,-3-1 28-16,0 2-92 16,-4 3 76-16,0 5-84 0,0-1-172 15,-8 1-172-15,1 3-28 0,-6-3 40 16,1-3-68-16,-3-3-8 0,2-1-144 16,-2-3-268-16,-1-3-276 0,-5-3-728 0,2 0-1021 15,-1-3-2571-15,8-3 2248 0,-4-10 2332 16</inkml:trace>
  <inkml:trace contextRef="#ctx0" brushRef="#br0" timeOffset="25425.925">11535 6635 1188 0,'0'0'13285'16,"0"0"-11221"-16,0 0-1304 0,0 0-76 0,0 0 300 16,0 0-244-16,-77 68-324 0,73-56-220 0,1 1-192 15,-1 2 44-15,4 1 12 0,0 7 0 16,0-1-56-16,0 0 44 16,4-3 4-16,-1-3-44 0,1-4-8 0,0-1-64 15,0-9-68-15,-4-2-88 0,9 0 72 16,-2-2 148-16,1-5 88 0,4-3-88 0,0 2-28 15,0-3-104-15,-3 1 56 16,2 4-32-16,1 3-16 0,0 3-8 16,0 0 124-1,4 6 8-15,-4 4 144 0,-1 4 4 16,-2-3-48-16,-1 3-100 0,-4-9-48 0,3-2-96 0,-3-3-176 16,1-3-380-16,3-9 108 0,-1-6-352 0,-3-12-736 15,4 5-1352-15,-3-20-3081 0</inkml:trace>
  <inkml:trace contextRef="#ctx0" brushRef="#br0" timeOffset="25643.266">11694 5968 7476 0,'0'0'6269'0,"0"0"-5253"0,0 89-376 0,0-41 656 15,0 6 156-15,0 6-196 16,4 5-352-16,7 1-404 0,-3 3-256 15,1 1-232-15,-2-3-12 0,1-4-204 0,1-5-164 16,-5-7-180-16,7-10-128 16,-3-3-112-16,4-10-200 0,0-9-452 0,0-6-704 15,0-10-1913-15,4-6-1035 0,-4-3 1936 16,0-23 1553-16</inkml:trace>
  <inkml:trace contextRef="#ctx0" brushRef="#br0" timeOffset="26027.149">12140 6610 2600 0,'0'0'10537'0,"0"0"-8481"0,0 0-1012 16,0 0-20-16,0 0 252 0,-25 89-136 16,18-57-160-16,-5-4-224 0,8-5-295 15,-4-8-341-15,4-2-120 0,4-10-96 16,0-3-233-16,0 0 37 0,0 0 60 0,0-3 28 16,7-7 32-16,6 1 76 15,-5 0 80-15,4-1-164 0,0 4-4 0,-1 3 60 16,2 3-8-16,2 0 44 15,2 6 76-15,2 7 8 0,-3 9 4 16,5 0 64-16,-6 4-16 0,-3-1-40 0,4 4 0 16,-8-1 52-16,4 4-48 15,-8-1-8-15,0 4 56 0,-4 4-8 0,0-1 20 16,-4 3 12-16,-8 0 52 0,4-3 72 16,-7 0 12-16,2-6-52 0,-2-7 4 15,-2-2 36-15,2-11-52 0,-2-2-20 0,6-7-4 16,-6-3-11-16,2 0-85 0,2-9-36 15,-2-4-96-15,2-6-125 0,6-1 29 16,-1 1 8-16,8-2-20 0,0-1 44 16,0-3 0-16,4 1-8 0,4 2-4 15,0-3 64-15,4 0-64 0,-1 0-148 0,6-1-316 16,2-2-756-16,1 8-1692 0,8-12-5025 16</inkml:trace>
  <inkml:trace contextRef="#ctx0" brushRef="#br0" timeOffset="26173.758">12925 6845 11997 0,'0'0'8900'16,"0"0"-6787"-16,0 0-1425 0,0 0-448 0,0 0-240 16,0 0-456-16,0 0-4 0,0 0-96 15,0 0-225-15,0 0-655 16,-60-60-2440-16,44 47-5181 0</inkml:trace>
  <inkml:trace contextRef="#ctx0" brushRef="#br0" timeOffset="32075.806">21447 4321 3200 0,'0'0'1316'0,"0"0"3120"0,0 0-3088 16,0 0-575-16,0 0-629 0,0 0 124 15,0 0 220-15,0 0 244 0,0 0 20 16,0 0-220-16,0 0-176 0,0-23-64 15,0 23 24-15,0 0 88 0,0 0 96 16,0 0 44-16,0 0-96 0,0 0-136 0,-4 0-100 16,0-3-12-16,0 3-64 0,0-3 0 15,-3 3-36-15,3-3-4 0,-5 3-20 16,1 0-16-16,1 0-60 0,-6 0 0 16,1 0-44-16,1 0 36 0,-6 0-4 15,2 6-40-15,-5-3 40 0,-1 4-36 0,2 2 48 16,-5-2 52-16,0 3 0 15,4-1 8-15,-3 0-52 0,-2 1 0 0,1 2 0 16,0 1-4-16,-4-1 48 16,5 5-44-16,-1-4 0 0,0 3 52 0,3-4-60 15,6 1-40-15,-5-1-8 16,4 1-4-16,4 0 4 0,4-4 36 0,-3 1-36 16,2-3 32-16,5-2 16 0,0 1 0 15,4-1 16-15,0-5-16 0,0 2-8 0,0-2-64 16,0 4 72-16,8-1 96 15,4 2 136-15,4 2-8 0,8 0-28 0,0-4 0 16,0 3-48-16,8 1-48 0,0-4-40 16,-4 0 52-16,4 3-100 0,0-2 60 15,-1-4-64-15,-3 3 68 0,-5-3-64 0,5 0-4 16,-7 0 36-16,-1 0-44 16,-5 0-12-16,2 0-100 15,-9 0-180-15,-5 0-52 0,1 0-28 0,-4 0-144 16,0-3-192-16,0 3-356 0,-4 0-548 0,-3 0-1092 15,-1 0-3233-15,-8 0 49 16</inkml:trace>
  <inkml:trace contextRef="#ctx0" brushRef="#br0" timeOffset="32340.342">20821 4829 10140 0,'0'0'1661'0,"0"0"-1033"0,0 0-52 16,0 0 480-16,0 0 108 0,0 0-56 16,0 0-172-16,0 0-204 0,0 0-152 15,96 9-136-15,-72-9-100 0,4 0 12 16,4 0-52-16,-4 0-48 0,0 0-96 0,4 0-52 16,-4 0-20-16,0 0-88 15,-5-3 0-15,1 0-48 0,0 3 36 16,-4-3-76-16,0 0-20 0,0 3-212 15,-5-3-204-15,2 3-68 0,3-3-96 0,-5 3-228 16,2-4-876-16,-2 1-2292 0,-3 0-2681 16</inkml:trace>
  <inkml:trace contextRef="#ctx0" brushRef="#br0" timeOffset="32759.152">21890 4178 5640 0,'0'0'9245'16,"0"0"-7109"-16,0 0-1528 0,0 0-460 0,0 0 236 16,0 0 196-16,0 0 440 0,0 0-228 15,0 0-180-15,0 0-152 0,99-3-119 16,-67-1-133-16,0 1-76 0,-1 1-60 0,1-2 4 15,0-2-76-15,0-1 0 16,-4 0-76-16,4-1-56 0,-8 2-401 0,0-5-163 16,-5 3-132-16,-2 1-128 0,-6 0-448 15,-2 4-1084-15,-9 0-1977 0,4 0-1275 16,-8 1 605-16</inkml:trace>
  <inkml:trace contextRef="#ctx0" brushRef="#br0" timeOffset="32968.97">22172 4149 3672 0,'0'0'964'0,"0"0"4760"0,0 0-4371 16,0 0-557-16,0 0-96 0,-43 86 532 16,38-54 92-16,1 3-92 0,4 3-192 0,0 6-164 15,0 4 44-15,0 4-224 0,-4-2-232 16,4-2-148-16,-4-7-24 0,1-4-84 16,3-5-75-16,0-7-73 0,0-2-48 15,0-7-12-15,3 0 0 0,1-7-96 16,4 1-73-16,1-4-379 0,-2-2-112 0,5-4-96 15,1 0 20-15,2 0-288 0,-2-7-884 16,-2-3-1952-16,1 1-1833 0,-4-7-870 0</inkml:trace>
  <inkml:trace contextRef="#ctx0" brushRef="#br0" timeOffset="33159.689">22256 4561 8748 0,'0'0'5913'0,"0"0"-4701"0,0 0-848 15,0 0 412-15,0 0 808 0,0 0-428 0,79-21-364 16,-55 15-280-16,1-4-220 0,-1 3-192 16,-1 1-100-16,1 0-184 0,-4 3-48 15,-1-1-256-15,-2 2-256 0,-6-2-104 0,2 4-248 16,-5 0-776-16,-4 10-1244 0,-4-1-2485 16,0 1-887-16,-21 9 5709 0</inkml:trace>
  <inkml:trace contextRef="#ctx0" brushRef="#br0" timeOffset="33310.849">22240 4781 3268 0,'0'0'10433'0,"0"0"-8321"0,0 0-1256 0,0 0-208 15,0 0 304-15,0 0 156 0,0 0-56 16,0 0-236-16,99 0-380 0,-62-9-292 16,2 3-144-16,-3-4-60 0,-4 1-88 15,0-2-312-15,-4 6-332 0,-8 2-276 16,-1-1-696-16,-10 4-3020 0,-9 0-5549 0</inkml:trace>
  <inkml:trace contextRef="#ctx0" brushRef="#br0" timeOffset="34224.06">17296 4388 272 0,'0'0'812'0,"0"0"7068"0,0 0-5839 0,0 0-665 15,0 0-240-15,0 0 16 0,0 0 60 16,0 0-296-16,0 0-380 0,-76-22-216 0,51 27-120 16,2 6 8-16,3 1 4 0,-4 1-4 15,5-1-8-15,-6 4-92 0,5 0-56 16,-4 3-52-16,5 0-52 0,-5 3-44 15,0 3 32-15,-1 0 4 0,2 5-52 16,-5-5 16-16,4 1-40 0,8-1 132 16,-4-6-48-16,8-3 44 0,4-4-40 15,4-2-16-15,4-3 64 0,0-2 0 16,4 6 56-16,8-2 128 0,4-4 148 16,1 6-108-16,2-2-40 0,1-2-76 0,4-1 64 15,-4-3-36-15,0 1-72 0,-1-4-4 16,1 0-60-16,1 0-12 0,-2-7-88 15,-3 1-340-15,0 2-228 0,0-2-344 16,-4 3-340-16,-7 0-692 0,-2-1-2421 16,-3 4-2607-16</inkml:trace>
  <inkml:trace contextRef="#ctx0" brushRef="#br0" timeOffset="34430.761">16841 4921 1760 0,'0'0'496'0,"0"0"1264"15,0 0 4212-15,0 0-3923 0,0 0 43 16,0 0-376-16,0 0-248 0,0 0-160 16,76 60-264-16,-52-53-200 0,0-1-172 15,0-3-188-15,-5 1-167 0,5-4-205 16,-3 0-72-16,2 0-40 0,-3 0-112 16,0 0-117-16,0 0-451 0,4-4-128 15,-4 1-72-15,-5-3-648 0,2 3-2352 0,-9-1-1721 16,-5-2-2814-16</inkml:trace>
  <inkml:trace contextRef="#ctx0" brushRef="#br0" timeOffset="34776.995">15893 4391 2600 0,'0'0'288'0,"0"0"8629"16,0 0-6717-16,0 0-888 0,0 0 120 0,0 0-100 15,0 0-224-15,103 38-204 16,-71-32-268-16,5-3-208 0,-2-3-136 15,1 0-112-15,0 0-56 0,-4-6-64 16,-1 0-60-16,-3-4-72 0,0 1 20 16,-4-2-80-16,1-1-380 0,-6 3-244 0,-3 0-112 15,0-1-104-15,-9 0-488 0,2 4-1184 16,-5 0-2249-16,-4 3-2059 0,0-4 4453 16</inkml:trace>
  <inkml:trace contextRef="#ctx0" brushRef="#br0" timeOffset="35026.97">16151 4403 808 0,'0'0'1228'0,"0"0"4472"0,0 0-3680 0,0 0-355 15,-23 83-217-15,23-58-48 0,0 6 40 16,4 2-48-16,0 2-376 0,4 3-228 16,-1 6-124-16,-2 6-140 0,-5 5 248 15,4-1-300-15,-4 4-252 0,0-6-136 0,0-3 4 16,-4-5-28-16,4-2-60 0,0-7 0 15,-5-7 0-15,5-2-12 16,0-8-64-16,0-5 28 0,0-6 0 0,0-1-60 16,0-3-160-16,0-3-120 0,0 0-64 15,-3 0-76-15,3 0-72 0,0-3-160 0,0-3-196 16,0-1-516-16,-4-6-1080 0,0-5-1785 16,0-6-1703-16,0 6 4580 15</inkml:trace>
  <inkml:trace contextRef="#ctx0" brushRef="#br0" timeOffset="35227.705">16144 4896 1032 0,'0'0'1108'0,"0"0"6524"16,0 0-5043-16,0 0-929 0,0 0-56 0,0 0 100 0,0 0-456 16,0 0-412-16,88-48-372 0,-68 42-216 15,-1-1-164-15,5-2-84 16,0 3 0-16,0-1-12 0,0-3-112 0,-4 4-156 15,4-3-260-15,0 2-236 0,-5 4-188 0,2-3-500 16,-10 6-1088 0,2 0-2069-16,-2 0-2515 0</inkml:trace>
  <inkml:trace contextRef="#ctx0" brushRef="#br0" timeOffset="38846.654">17025 4879 4348 0,'0'0'1092'0,"0"0"3500"15,0 0-2979-15,0 0-525 0,0 0-44 0,0 0 260 16,0 0-28-16,0 0-192 0,0 0-256 0,0 0-248 16,4-2-152-16,-4 2-84 15,0 2-12-15,0-2 8 0,3 0 52 16,-3 0-88-16,0 0-24 0,0 5-60 0,4-5 12 16,-4 2-3-16,0 1-33 0,4 0 80 15,0 1 344-15,-4 3-184 0,5-1-256 16,-5-1-24-16,4 2-60 0,-4 6-24 15,4-4-20-15,-4 4 20 0,0-1 0 16,0 5-60-16,3-5 0 0,-3 4-8 16,0-3 0-16,4-1 4 0,-4 4 4 15,4 0-8-15,0-2 4 0,0 0-8 0,1-1 0 16,-2 7 0-16,1-4 4 16,-4-2 4-16,8 3-8 0,-4-1-8 15,5 0-52-15,-6 3 60 0,5-3-12 0,0 0 4 16,0 2 4-16,0-1-8 0,-4-2-36 15,4-2-12-15,0 3 52 0,0-3-4 16,-4-5 4-16,4 3-40 0,-4-2 48 16,3 1 0-16,-3-4-12 0,1 4 8 0,-1-7-8 15,0 0 4-15,0 0-4 0,-4 1-72 16,4-1 72-16,-4-3-84 16,0 3-24-16,0-3 0 0,0 0 48 0,0 0-40 15,0 0 16-15,0 0-84 0,0 0-52 16,0 0-20-16,0-3 8 0,0 3-60 15,0-7-73-15,3 1-155 0,1-7-264 16,1-3-748-16,-1 3-2404 0,-4-12-4977 16,-16 108 3053-16</inkml:trace>
  <inkml:trace contextRef="#ctx0" brushRef="#br0" timeOffset="42737.236">9140 8312 288 0,'0'0'10424'0,"0"0"-8867"15,0 0-1137-15,0 0-136 0,0 0 684 16,0 0 208-16,0 0 8 0,99-6-336 16,-67 6-276-16,4 0-104 0,3 0-24 15,-2 0-136-15,-1 0-84 0,-1 0-92 16,-7 0-80-16,0 0-44 15,-4 0-4-15,0-5-4 0,-8 3-8 0,-1 0-92 16,-2-2-368-16,-2 1-172 0,-7 0-188 0,5 3-300 16,-9 0-852-16,0 0-1921 0,0 0-1691 15</inkml:trace>
  <inkml:trace contextRef="#ctx0" brushRef="#br0" timeOffset="43158.979">9323 8443 168 0,'0'0'8948'0,"0"0"-7396"0,0 0-623 0,0 0-17 15,0 0 284-15,0 0-52 0,0 0-176 16,0 0-224-16,0 0-296 0,0 0-64 0,-44 69 40 16,48-53 68-16,0 3-96 0,0 6-200 15,0-3-96-15,0 8 72 0,-4-3-76 16,0 9-96-16,0 2 0 0,4 3 36 0,-4 3-36 15,0 3-36-15,4 2 36 16,-1 1 56-16,-3 1 20 0,4-7-76 16,-4 1-4-16,5-10 0 0,-1-3-56 0,-4-7 48 15,8-3 12-15,-4-6 0 0,3-4 60 16,2-1-60-16,3-5 0 0,-1 1 56 16,2-5 44-16,6-2 96 0,-3 0 232 0,5 0-40 15,-2 0-168-15,5 0-72 16,-4-7-16-16,4 5-32 0,0-2-40 15,0-2-48-15,0-1 36 0,-5 5-48 0,1-5 0 16,-3 4-8-16,-2 1-40 0,2-2 40 16,-6 1-52-16,6 3-16 0,-2-4-104 15,-3 4-260-15,4 0 48 0,-4 0-340 16,4 0-500-16,-4 0-740 0,4 0-768 16,-4 4 83-16,4-4-4451 0</inkml:trace>
  <inkml:trace contextRef="#ctx0" brushRef="#br0" timeOffset="51110.736">14168 8397 8656 0,'0'0'3213'16,"0"0"-1397"-16,0 0-964 0,0 0-160 0,0 0 544 16,0 0-180-16,0 0-300 15,0 0-384-15,75-41-200 0,-55 28-124 16,0 1 0-16,0-1-48 0,0 3-104 0,4 3 28 15,-5 7 68-15,6 0 8 0,-9 0 148 0,3 7-100 16,-2 0 16 0,-6 9 56-16,2-4 4 0,-2 8-52 0,-3-1 52 15,5 3 48-15,-6 3-60 16,1 1 8-16,5-1-8 0,-6 7-40 0,1-1-24 16,0 8-36-16,0 3 0 0,0 2 40 15,-4 6 8-15,0 1 48 0,4 0-92 0,-4 3-4 16,0-7 48-16,0 1 48 0,0-7 112 15,0-6 60-15,-4-4 292 16,4-1-279-16,0-5-85 0,0-3-16 16,-4-3-72-16,0-3 16 0,0-3-40 0,0 3 0 15,4-7 48-15,-4 3 4 0,0 1 8 16,0-2 36-16,0-2 124 0,0-4-76 0,-4 6-128 16,0-5-100-16,-4 0-4 0,0 1-8 15,0-1-44-15,-4 0-32 0,-4-3-44 16,0 4-60-16,-8-4-64 0,1 0-128 15,-5 3 32-15,0-2 36 0,-4-1-48 16,0-3-97-16,0 0-159 0,0 0-160 16,1 0-472-16,-1-7-440 0,0 1-1008 15,12 3-2093-15,-16-7-2791 0</inkml:trace>
  <inkml:trace contextRef="#ctx0" brushRef="#br0" timeOffset="52427.844">7960 8788 6520 0,'0'0'7093'0,"0"0"-5445"0,0 0-872 0,0 0 56 0,0 0 556 15,0 0-208-15,0 0-80 0,0 0-368 16,0 0-356-16,0 0-59 0,40 0-25 15,-12 0-60-15,4 0-28 0,0 0-64 16,4-6-136-16,-1-1 128 0,5-2-68 16,-3-4-64-16,2 4-48 0,-3-7-112 0,-4 3-252 15,-4 1-84-15,-4-1-137 0,-5 3-71 16,-6 4-164-16,-10 3-288 0,-3 3-444 16,0 0-496-16,-12 9-580 0,-4 4-1197 15,-8 6 665-15,0 3-1100 0</inkml:trace>
  <inkml:trace contextRef="#ctx0" brushRef="#br0" timeOffset="52594.098">8143 8874 1592 0,'0'0'652'0,"0"0"-484"16,-96 57 5592-16,73-41-4336 0,7-3-520 16,1-1 169-16,10-2 207 15,1-4 68-15,4 0-184 16,0 1-232-16,12-4-196 0,4 0-28 0,4 0 84 0,4-3 116 16,3 0-208-16,1 0-288 0,4-3-204 0,0-7-108 15,1 1-100-15,-6-4-88 16,1 1-156-16,-4-4-268 0,0-3-236 0,0 3-236 15,-9 0-120-15,6-4-636 16,-14 8-2108-16,1-7-2825 0</inkml:trace>
  <inkml:trace contextRef="#ctx0" brushRef="#br0" timeOffset="52816.349">8000 8499 5776 0,'0'0'1860'16,"0"0"560"0,0 0-703-16,0 0-69 0,16 73-136 15,-4-41 0-15,0 9-408 0,-1 4-248 0,6 6-316 0,-6 9-356 16,2 1-184-16,-2 5-4 0,-7 0-116 16,5-3-116-16,-5 1-280 0,0-6-176 0,0-5-216 15,-1-9-76-15,5-2-404 0,1-10-752 16,-5-10-2553-16,0 0-1343 0</inkml:trace>
  <inkml:trace contextRef="#ctx0" brushRef="#br0" timeOffset="53400.973">6661 9103 12237 0,'0'0'2548'0,"0"0"-1944"0,0 0-476 0,0 0 752 16,0 0 240-16,0 0-92 0,84-48-228 0,-64 19-236 0,-1-3-236 16,6-9-96-16,-5-6-48 0,4-2-184 15,-5-1-4-15,5-1-120 0,1 1-156 16,-6-1-184-16,1 3-28 0,-3 4 148 15,-6 3 100-15,1 9 32 0,-4 6 64 0,-4 7 76 16,4 6 60-16,-4 5 4 0,-4 4 8 16,0 1 12-16,0 3-8 0,4 0 4 15,-4 7 32-15,3 1 196 0,1 9 8 16,1 2-8-16,3 6 20 0,0 4-20 16,-1 9-28-16,6 3-12 0,-5 7-12 15,-1 6 48-15,2 6-52 16,-1 3-32-16,-4 7 72 0,-1 3-140 15,1-4-76-15,0 2 0 0,-4-8 4 0,4-3 40 0,-4-9-48 16,5-6 4-16,-5-13-4 0,4-10 0 16,-4-5-72-16,4-9-60 15,-4-2-40-15,0 1-156 0,0-3-212 0,0-2-296 16,0 1-184-16,-4 0-212 0,-5 4-604 16,1-3-1336-16,-7 4-2753 0</inkml:trace>
  <inkml:trace contextRef="#ctx0" brushRef="#br0" timeOffset="53620.852">6837 9553 3040 0,'0'0'2136'0,"0"0"2368"15,0 0-2943-15,0 0 183 0,0 0 36 16,0 0-44-16,0 0-244 0,95 10-212 0,-67-10-188 16,4-3-204-16,0 0-219 15,0-7-209-15,3 3-60 0,1-5-144 16,1-1-64-16,2 1-92 0,5-4-100 0,-4 3-8 15,7 1-148-15,2-1-48 0,-2 0-268 16,-3 3-172-16,4 1-221 0,-4-1-135 16,-8 7-436-16,-4 0-1204 0,-1 3-4069 15</inkml:trace>
  <inkml:trace contextRef="#ctx0" brushRef="#br0" timeOffset="54713.435">15813 7524 4120 0,'0'0'1488'0,"0"0"-632"0,0 0 1508 16,0 0-772-16,0 0 57 0,0 0-117 15,0 0-316-15,0 0-44 0,0 0 16 16,24 73-220-16,-8-32 32 0,-4 4 52 0,4 6-188 16,-4 3-204-16,-4 3-175 0,0 1-13 0,0 2-24 15,0 6-132-15,-4 4-88 0,-1 3-60 16,1 4-72-16,-4 2 40 16,0 3-40-16,0 5-92 0,0-2-4 0,0 7-4 15,-4 0-92-15,1 4 36 0,-1-2-4 16,0-1-20-16,0-4-72 0,4-3 84 15,0-1-60-15,0-6 48 0,0-10-28 16,12 2-56-16,-5-11 48 0,6-9 12 16,-2-7-28-16,-2-9-56 15,3-3-16-15,-5-7 52 0,1-1 0 0,1-10-28 16,-1-1-25-16,-5-3 29 0,1-7-76 16,0 1 12-16,-4-1-24 15,0-3-24-15,0 0-12 0,0 0-52 16,0-7-84-16,0-3-164 0,0-6-496 15,0-3-388-15,0-6-628 0,0 0-748 16,0 3-2265-16,-4-13-898 0</inkml:trace>
  <inkml:trace contextRef="#ctx0" brushRef="#br0" timeOffset="55236.325">16754 8255 3180 0,'0'0'8657'0,"0"0"-7097"0,0 0-504 16,0 0 216-16,0 0 180 0,91 28-4 0,-55-21-244 0,3-7-372 15,6 0-284-15,-2 0-160 0,6-3-144 16,-6-8-87-16,-3 6-69 0,0-9-88 0,0 6 0 15,-9-3-76-15,1-1-177 16,-4-1-175-16,-4-3-424 0,-3 7-248 0,-10-4-292 16,-3 10-1044-16,-8 0-2805 0,-4 3-3527 15</inkml:trace>
  <inkml:trace contextRef="#ctx0" brushRef="#br0" timeOffset="55513.446">17057 8274 548 0,'0'0'5492'15,"0"0"1313"-15,0 0-5481 0,0 0-528 0,0 0 124 16,-49 73 456-16,45-48-272 16,-3 4-232-16,-1 6-260 0,3 0-172 0,1 0-36 15,0 6-52-15,1 0 124 0,3 3 9 16,0 4-157-16,0 0-132 0,-4-4-64 16,4 4-48-16,0 0-72 0,4-1 36 15,-1-2 28 1,5-4-68-16,1-6-8 0,2-3-52 15,6-4 40-15,-2-8 0 0,6-5-60 0,-2-5 0 0,9-7 0 0,0-3 24 16,0-3-88-16,0-10-236 0,0-3-129 16,0 0-119-16,0-6-100 0,0 3-260 15,0-7-264-15,-5 4-400 16,1-3-920-16,-4 3-2417 0,8-10-2659 0</inkml:trace>
  <inkml:trace contextRef="#ctx0" brushRef="#br0" timeOffset="55733.512">17721 8287 10708 0,'0'0'5557'16,"0"0"-4301"-16,0 0-724 0,0 0 444 0,0 0 396 15,80 63 173-15,-52-53-537 0,0-7-512 16,0-3-316-16,8 0-132 15,-4-10-48-15,4-2-48 0,-8-1-156 0,0-3-316 0,0 1-268 16,-9-2-149-16,-7 5-431 0,-4 1-1220 16,-4 5-2624-16,-4 4-2593 0</inkml:trace>
  <inkml:trace contextRef="#ctx0" brushRef="#br0" timeOffset="55943.677">17921 8347 5108 0,'0'0'2652'0,"0"0"2617"0,0 0-4393 15,-8 85-420-15,8-46 756 0,0 2 308 16,0 7-60-16,0-1-232 16,0 3-264-16,0 1-416 0,0 1-208 0,0-2-59 15,0-3-145-15,0-1-88 0,0-8-48 16,-5-7-8-16,2-2-92 16,3-6-69-16,-4-4-171 0,4-7-76 0,0-3-204 15,0-5-236-15,0-4-348 0,0-4-1000 16,0-9-1776-16,0-6-1089 0,0 4-1619 0,0-17 6245 15</inkml:trace>
  <inkml:trace contextRef="#ctx0" brushRef="#br0" timeOffset="56113.176">17945 8674 404 0,'0'0'10997'0,"0"0"-7105"0,0 0-3228 16,0 0-344-16,0 0 676 0,0 0 280 15,0 0-132-15,0 0-156 0,0 0-196 16,79-10-403-16,-62 8-169 0,2-5-208 15,1 1-12-15,0-5-12 0,5 2-317 0,-6 0-243 16,-3-4-244-16,4 3-164 0,0 1-312 16,-5 3-980-16,-2-1-2300 15,2 1-3121-15</inkml:trace>
  <inkml:trace contextRef="#ctx0" brushRef="#br0" timeOffset="56875.356">17873 9090 640 0,'0'0'12229'0,"0"0"-10285"0,0 0-1364 16,0 0-152-16,0 0 304 0,0 0 112 15,0 0 24-15,0 0-180 16,0 0-36-16,0 0 20 0,95-35-208 0,-58 25-172 0,3-3-192 15,-1 5-100-15,2-6-4 16,-6 5-4-16,1 0-68 0,0-1-312 0,-8 3-296 16,0 4-336-16,-4 0-276 15,-9 0-992-15,-3 3-3289 0</inkml:trace>
  <inkml:trace contextRef="#ctx0" brushRef="#br0" timeOffset="63998.61">10064 8541 9020 0,'0'0'4797'0,"0"0"-3997"0,0 0-68 0,0 0-132 16,0 0 580-16,0 0 60 15,0 0-36-15,0 0-92 0,-32-7-356 16,40 7-211-16,12 0-133 0,3 4 388 16,14-1-28-16,-1 3-276 0,7 0-184 0,2 1-92 15,-6-4-64-15,1 0-48 16,-1-3-96-16,-2 0 28 0,-1 0-40 0,-5-6-8 15,1-4-100-15,-4 1-96 0,-4-4-328 16,-4 0-168-16,-4 4-72 0,-4 2-88 16,-9 1-517-16,-3 3-815 0,0 3-888 0,-3 0-2149 15,-21 0-3163-15</inkml:trace>
  <inkml:trace contextRef="#ctx0" brushRef="#br0" timeOffset="64199.657">10283 8566 5612 0,'0'0'2520'0,"0"0"260"0,0 0-1183 15,0 0-309-15,-36 66 216 0,33-30-44 16,-2 2-172-16,5 9-204 0,0 7-236 16,0 1-164-16,0 4-136 0,0 2-196 0,0 2-84 15,0 1-99-15,0-1-57 0,5-6-112 16,-5-3-8 0,0-9-92-16,3-7 4 0,1-10-37 15,0-5-231-15,0-8-88 0,-4-4-180 0,8-5-92 0,-8-6-308 0,5 0-592 16,-2-10-916-16,1-5-1765 0,-4 1-1835 15,0-11 3048-15</inkml:trace>
  <inkml:trace contextRef="#ctx0" brushRef="#br0" timeOffset="64368.871">10303 9062 3452 0,'0'0'9389'0,"0"0"-7849"0,0 0-832 16,0 0 488-16,0 0 88 15,0 0-272-15,87-7-188 0,-67 9-128 16,1-2-156-16,7 0-152 0,-5 0-156 15,9 0-172 1,-4-8-60-16,4-3-128 0,-1 2-444 0,-3-3-224 16,0 2-88-16,0 4-212 0,-7-1-652 0,-6 5-1312 0,5 2-2905 15</inkml:trace>
  <inkml:trace contextRef="#ctx0" brushRef="#br0" timeOffset="65662.33">11151 8499 6260 0,'0'0'172'15,"0"0"4573"-15,0 0-3181 0,0 0-300 16,0 0-116-16,0 0 336 0,0 0-204 16,0 0-452-16,-80 26-276 0,65-13 0 0,3 2-84 15,0 1-92-15,0 6-48 0,5 4-24 16,-2 2-36-16,5 10 37 0,0 4 47 15,0 2-12-15,4 7-88 0,0 5-44 0,4 2-64 16,0 0 0-16,4-1-8 16,4-3-76-16,0-10-60 0,0-6-48 15,0-10-64-15,3-9-32 0,2-2-24 16,3-11-136-16,-1-6-144 0,5-4-209 16,1-11-255-16,-1-11-112 0,-1-5-664 0,-7 5-2856 15,0-15-3857-15</inkml:trace>
  <inkml:trace contextRef="#ctx0" brushRef="#br0" timeOffset="66018.986">11475 8538 10064 0,'0'0'6097'0,"0"0"-5297"0,0 0-476 16,0 79 112-16,0-41 516 0,0 6 496 15,0 1-436-15,0-1-308 0,4 4-231 16,-4-8-157-16,0 5-160 0,0 0-152 0,-4-4-4 15,-5-3-4-15,-3 0-8 16,1-3-48-16,-9-3 0 0,-1-3-184 0,2-7-8 16,-1-3-16-16,0-10 47 0,0-2-7 15,4-7-28-15,0-7 172 16,4-2-64-16,0-10 40 0,0-7-88 0,8-5 24 16,-4-7-48-16,4-4-120 15,4 2 68-15,0 4 52 16,4 8 72-16,8 9 40 0,0 3 108 15,4 9 220-15,4 7 72 0,0 0 140 0,3 7 104 0,2 2-124 0,-1 4-120 16,0 0-36-16,0 2 13 0,-5-2-113 16,1-4-80-16,-4 4-76 0,0-3-100 0,-4-1-56 15,4-2-405-15,-4-5-231 16,0-2-136-16,-4-2-328 0,4-8-1248 16,-5 1-2356-16,2-20-2321 0</inkml:trace>
  <inkml:trace contextRef="#ctx0" brushRef="#br0" timeOffset="66276.02">11722 8594 4912 0,'0'0'6625'0,"0"0"-5613"0,0 0-424 16,0 0 164-16,0 0 476 0,0 0 256 16,75 77-116-16,-63-58-396 0,4-3-356 0,-4 3-212 15,0 0-24-15,0 3-112 16,0 3-136-16,0 4-44 0,-5 8-76 15,1 5-8-15,-3 3-4 0,-5 3-52 0,0-2-92 16,-13-1-28-16,6-3-36 0,-5-4-24 16,0-7-84-16,0-1-40 0,0-9-88 15,0-4 0-15,0-11-36 0,0-6-92 16,0 0-536-16,0-13-528 0,4-10-1492 0,0 4-3221 16,1-19 1329-16</inkml:trace>
  <inkml:trace contextRef="#ctx0" brushRef="#br0" timeOffset="66467.967">12390 8708 10124 0,'0'0'7017'0,"0"0"-5469"0,0 0-764 0,0 0-208 16,0 0 120-16,0 0 144 0,0 0-427 0,0 0-349 15,0 0-64-15,77 67-329 0,-66-67-291 0,-3 4-456 16,1-4-348-16,-2 0-1188 0,-7 6-3989 0</inkml:trace>
  <inkml:trace contextRef="#ctx0" brushRef="#br0" timeOffset="66662.414">12347 9036 8596 0,'0'0'7565'16,"0"0"-6353"-16,0 0-804 0,0 0 148 15,0 0 456-15,0 0 308 0,0 0-480 16,36 73-524-16,-20-70-207 0,-4 1-109 16,8-4-141-16,-1 0-335 0,1 0-252 15,1-4-8-15,-6-2-268 16,5-1-368 0,-4-2-1276-16,0-5-2337 0,-4 6-2591 0</inkml:trace>
  <inkml:trace contextRef="#ctx0" brushRef="#br0" timeOffset="66860.257">12829 8538 4636 0,'0'0'13269'0,"0"0"-11469"0,0 0-1412 16,0 0 52-16,0 0 364 0,87 53 205 15,-59-47-173-15,8-6-280 0,1 0-264 16,2 0-112-16,1-9-180 0,-5 0-72 15,2-4-232-15,-5-3-92 0,-4 0-148 0,-5 4-112 16,-3-4-209-16,-4 7-339 0,-4-1-652 16,-4 6-1216-16,-4 1-2325 0,-8 3-3499 15</inkml:trace>
  <inkml:trace contextRef="#ctx0" brushRef="#br0" timeOffset="67060.236">13020 8712 12873 0,'0'0'1996'0,"0"67"-988"0,0-20 156 16,0 10 248-16,0 1 196 0,8 2-264 16,0-4-423-16,1 3-313 0,2-9-212 15,-3-3-188-15,0-5-160 16,4-10-48-16,-8-4-168 0,4-9 20 0,-1-9 4 0,-2-4-124 16,-5-3-252-16,0-3-305 0,4-6-271 15,-4-3-424-15,0-8-760 16,0-5-2412-16,0 6-3021 0,-9-16 3769 0</inkml:trace>
  <inkml:trace contextRef="#ctx0" brushRef="#br0" timeOffset="67221.634">13108 8972 2540 0,'0'0'11161'16,"0"0"-8569"-16,0 0-1372 0,0 0-428 16,0 0-140-16,0 0 320 0,0 0 576 15,0 0-419-15,76 7-477 0,-45-7-276 0,5 0-112 16,8-4-132-16,0-5-132 0,8-1-160 15,-1 1 16-15,5-4-484 0,-4 4-424 16,-4-4-313-16,-16 7-831 0,8-4-4256 16</inkml:trace>
  <inkml:trace contextRef="#ctx0" brushRef="#br0" timeOffset="68155.919">19064 8417 12481 0,'0'0'2036'15,"0"0"-860"-15,0 0-620 0,0 0-32 16,0 0 256-16,0 0 188 0,0 0-12 16,0 0 12-16,36 51-480 15,-23-36-256-15,-2 1-232 0,-3-7-48 0,0 1-52 0,-4-3-120 16,0-4-304-16,0 0-256 0,0 0-220 16,0 1-272-16,-4 1-1040 15,0-1-1709-15,0 2-1867 0</inkml:trace>
  <inkml:trace contextRef="#ctx0" brushRef="#br0" timeOffset="68325.283">18984 8810 7928 0,'0'0'4849'15,"0"0"-3829"-15,0 0-412 16,0 0-176-16,17 83 912 0,-10-67 80 0,1-7-276 16,5 1-324-16,-6-4-336 0,6-6-216 15,2 0-272-15,2-3-100 0,2-7-376 16,1-5-112-16,0-4-164 15,4-6-324-15,-4-1-1108 0,-8 3-2813 0,4-8-3863 0</inkml:trace>
  <inkml:trace contextRef="#ctx0" brushRef="#br0" timeOffset="68561.646">19499 8268 12345 0,'0'0'3964'0,"0"0"-3040"16,0 0-340-16,0 0 904 0,91-4 128 16,-55 4-327-16,0 0-297 0,8 0-156 15,3-9-224-15,5-1-356 0,4-3-160 16,-4-2-88-16,3-1-8 0,-2-3-48 0,-5 0-268 16,-1-1-188-16,-7 2-136 15,-4 4-100-15,-8 2-193 0,-8 6-383 0,-4 6-804 16,-8 0-1764-16,-8 0-929 15,-8 13-1451-15</inkml:trace>
  <inkml:trace contextRef="#ctx0" brushRef="#br0" timeOffset="68775.008">19813 8375 1644 0,'0'0'11569'0,"0"0"-9453"0,0 0-1032 0,-11 99-88 16,11-58 600-16,3 4-300 0,1 5-148 15,4 2-275-15,-3-2-313 16,3 1-200-16,-1 3-288 0,-3-7-72 0,0 1-12 0,-4-4-48 16,0-6-24-16,0 0-292 15,0-6-132-15,0-9-77 0,0-4-19 16,-4-9-140-16,4-8-372 0,0-2-836 0,0-9-1868 16,0-1-2001-16,-8-18-755 0</inkml:trace>
  <inkml:trace contextRef="#ctx0" brushRef="#br0" timeOffset="68952.616">19774 8715 4772 0,'0'0'5184'0,"0"0"-2355"0,0 0-1353 15,0 0-376-15,0 0 556 0,0 0-292 16,99-3-196-16,-71 3-80 0,4 0-176 0,0 0-183 16,-1 0-329-16,1-6-256 15,5-1-132-15,-5-5-12 0,4 1-204 16,-5-3-232-16,5-3-341 0,0 1-295 0,-1-3-144 15,1 0-748-15,-8 7-2532 0,4-1-3053 16</inkml:trace>
  <inkml:trace contextRef="#ctx0" brushRef="#br0" timeOffset="69511.129">20814 8125 12913 0,'0'0'4184'0,"0"0"-3256"16,0 0-728-16,0 0 44 0,0 0 188 0,0 0-124 15,0 0-52-15,79-42 100 0,-59 33 232 16,-3-1-320-16,2 3-268 0,1 1 0 15,0 4 0-15,0-2 8 0,-4 4 76 0,-1 0 40 16,2 6 20-16,-2 0 28 16,-2 5 48-16,-5 1-52 0,3 4-120 0,-2-4 40 15,-1 8-76-15,-1 5 60 0,5 4-23 16,-3 6-1-16,-6-3-36 0,5-1 0 16,0 1-12-16,-4-1 0 0,1 1-40 15,-2 3 40-15,5 4 12 0,-4 2 0 16,0-3-4-16,0 3 52 0,-1 3-52 0,2-2 56 15,-1 2-52-15,-4-2 0 0,0-4 36 16,0-4-40-16,4-2 52 16,-4-3 48-16,0 0 0 0,0-4 4 0,0-6-52 15,0 0 12-15,0-3 24 16,0-4 0-16,0-2-20 0,0-7-4 16,0 0-60-16,0-3 36 0,0 0-40 0,0 0 4 15,0 0-12-15,0 0-52 0,-4 3-168 16,-5-3 28-16,-2 4 48 0,-1-1-40 0,-8 1 64 15,-4-2 24-15,-8 1-64 0,-4 0-157 16,-3 1-119-16,-9 3 120 16,-3-5-88-16,-5 4-72 0,0-2-76 0,-8 3-196 15,4 2-552 1,-4 3-1220-16,16-2-2609 0,-27 15-3659 0</inkml:trace>
  <inkml:trace contextRef="#ctx0" brushRef="#br0" timeOffset="72783.715">17244 9740 2412 0,'0'0'1252'15,"0"0"3860"-15,0 0-3868 0,0 0-560 16,0 0-283-16,0 0 255 15,0 0 864-15,0 0-476 0,0 0-236 16,84 64-16-16,-61-39-236 0,1 1-232 0,0 0-112 16,0-4-44-16,-5 0-160 0,6-3 0 15,-5-4 88-15,-1-2-28 0,1-3-68 16,1-4 0-16,-6-2-4 0,5-2 4 0,4-2 0 16,4-2 60-16,4-5-44 15,4-9-16-15,7 0-236 0,6-3-152 16,7-3-24-16,2 0 120 0,7 0 68 15,7 3 136-15,3 2 84 0,1 2 4 0,3 2 0 16,5 3 0-16,0 1 0 0,0 3-8 0,-1 6 8 16,-7 0 0-16,-1 3 0 15,-7 7 4-15,-8 9 0 0,-8-1-4 0,-9 10-100 16,-6 8-128-16,-14 2 224 16,-6 6 0-16,-10 1 4 0,-3-1 0 0,-4-2 0 15,-4-4 0-15,-7-6 52 0,3-14 196 16,-5-1 192-16,6-8-84 0,-1-9-108 15,3 0-172-15,1-2-76 0,4-12-324 16,4-5-96-16,9-7 220 0,7-5 112 16,7-4 40-16,10-7-28 15,2 2 64-15,13-2 0 0,-1 1 24 0,5 6 264 0,4 4 104 16,-4 5-180-16,0 10-16 0,-1 3-8 16,-3 5-52-16,0 3-24 0,-4 5 112 15,0 5 24-15,-1 0-12 0,-2 4-40 16,-2 2 28-16,-7 1-40 0,0 1 60 0,0-5-8 15,-4 6-40-15,-4-9 112 16,-4 6-16-16,-5-5-60 0,2-3-96 16,-6-3-4-16,5 0 16 0,1-3-40 0,-2-7-96 0,1-2-12 15,-5-4-316-15,2 4-200 16,-6-2-148-16,-7 5-164 0,-4 6-140 16,0-1-500-16,-4 2-1416 0,-24 2-4245 0</inkml:trace>
  <inkml:trace contextRef="#ctx0" brushRef="#br0" timeOffset="73308.822">18782 10651 768 0,'0'0'10241'0,"0"0"-7513"0,0 0-1980 15,11 67-332-15,-7-26 516 16,5 7 272-16,-5 10-160 0,0 2 12 0,-4 0-136 16,3 1-260-16,1-1-196 0,0-2-172 15,5-2-156-15,-5-2-136 0,0-6-8 16,-1-4-88-16,1-2-100 0,0-7-340 0,0-7 136 16,0 1-40-16,-4-4-200 15,0-3-132-15,0-2-268 0,0-11-612 0,0 0-864 0,0-9-1749 16,-4 0-1531-16</inkml:trace>
  <inkml:trace contextRef="#ctx0" brushRef="#br0" timeOffset="73558.857">18758 10801 364 0,'0'0'12553'0,"0"0"-10889"0,0 0-1232 16,0 0 408-16,0 0 600 0,84-48-472 0,-60 42-252 15,-5 0-20-15,1-1-60 0,-1 4-316 0,2 0-260 16,-9 3-60-16,0 0-108 16,-8 0-40-16,0 9 144 0,-4 4-92 15,-4 6 32-15,-4 6-20 0,-8 5-260 0,-4 1-84 16,-4-3 12-16,4 1-16 16,1-4-36-16,-2-9-92 0,5-3-84 0,1-3-412 15,-2-4-772-15,2-6-832 0,2 0-2025 16,5-6-1227-16,5-11 5161 0</inkml:trace>
  <inkml:trace contextRef="#ctx0" brushRef="#br0" timeOffset="73809.682">19089 10737 4000 0,'0'0'7445'0,"0"0"-6097"16,0 0-620-16,91 4 172 0,-67 2 676 0,-1 0-236 15,-2 7-732-15,-6-3-4 0,2 3-76 16,-6 2 12-16,-2-1-232 0,2 0-164 15,-7 5-136-15,4-2 80 0,-8-2-80 16,5 2-4-16,-5-8 4 0,0 0 64 0,0-2 4 16,0-7 8-16,0 0 88 0,0 0 72 15,0 0 36-15,-5-7 24 0,5-5-304 16,0-4-152-16,-4-6-28 0,4-3-104 0,0-4-104 16,4 4-40-16,5-5-112 0,-2 8-184 15,5 0-388-15,4 3-1152 16,-4 6-2173-16,4-5-2395 0</inkml:trace>
  <inkml:trace contextRef="#ctx0" brushRef="#br0" timeOffset="73986.248">19670 10718 3132 0,'0'0'10181'0,"0"0"-8317"16,0 0-1260-16,0 0-64 0,4 71 1092 15,-4-53 52-15,0-5-448 0,0-1-312 16,0-1-219-16,0-5-389 0,0 0-316 0,0 1-132 15,0-4-96-15,0 3-284 0,0-3-157 16,0-3-231-16,0 0-80 16,0 0-216-16,-4 0-860 0,0 0-1936 0,0-3-2397 0,-4-6 626 15</inkml:trace>
  <inkml:trace contextRef="#ctx0" brushRef="#br0" timeOffset="74701.554">19690 10592 9288 0,'0'0'3841'0,"0"0"-3445"0,0 0-4 0,0 0 624 16,0 0-112-16,0 0-692 0,0 0-60 16,0 0-84-16,80 9-68 0,-73-3-132 15,1 0-404-15,1 5-72 0,-1-6 68 16,-1 9 108-16,6-2 140 0,-5 1 168 16,-1 2 124-16,1 5 204 0,1-1 532 15,-5 0-16-15,-1-1-16 0,-3 5-40 0,0-4 160 16,0 4 64-16,0-4-308 0,-3-4-76 15,3-2-136-15,0-1-76 0,0-8-192 16,0-1-100-16,0-3-8 0,0-3-116 16,3-3-48-16,5-4 40 0,5-3 84 15,2-2 36-15,1-8-100 0,4 4-72 0,4 0 24 16,-4 1 24-16,3 4 52 0,-2 5 32 16,-5 2 4-16,-1 7 48 15,2 0 64-15,-6 0 192 0,-3 3 100 0,5 4-48 16,-6 2-52-16,1 4-60 0,-4-1-52 15,5-1 4-15,-5-1-28 16,-1-2-44-16,1-4-20 0,0-1-56 0,0-3-8 16,-4 0 8-16,4 0 0 0,5 0 96 15,-2 0-96-15,5 0-44 0,0-3-28 16,4 3-28-16,4-4 4 0,-1 1-12 16,5 3-28-16,-3 0 88 0,7 0 0 15,-4 7 48-15,-1 2 112 0,1 1 316 0,-4-4-364 16,0 1-64-16,-4-4-4 0,-1 0 0 15,6-3-204-15,-1 0-168 0,4-3-176 16,-5-4 284-16,6 0 264 0,-5 1-380 0,-1-2-8 16,1-6 280-16,1 2-36 15,-2-4 0-15,5 4 88 0,-9-2 60 16,2-2 172-16,-6 0 40 0,2 1 8 0,-9-5 36 16,0 2-132-16,-4-1 0 0,-4-3-68 0,-4-3-56 15,-4 2-48-15,0 4-12 0,-1 3 60 16,6 9 132-16,-5 7 152 15,4 7-28-15,-4 9-252 0,-3 9-4 0,2 11 292 16,-2-3 208-16,2 6-24 16,5-4 389-16,1-3-393 0,7-4-204 15,0-2-160-15,0-7 0 0,15-6-60 0,1-1-8 16,9-2-40-16,6-1-108 0,9-2 108 16,3-5 76-16,-2 2-76 15,-2-4-376-15,-7 0-156 0,0-4-101 0,-4 2-243 0,0-3-320 16,-4 3-776-16,-5-1-2040 15,-2 3-1533-15,-6 0-1127 0</inkml:trace>
  <inkml:trace contextRef="#ctx0" brushRef="#br0" timeOffset="75541.569">4642 12941 4956 0,'0'0'8401'16,"0"0"-6737"-16,0 0-736 0,79 42 424 0,-39-34 368 15,4 3-372-15,-1-9-288 16,5-2-379-16,0 0-233 0,4-9-72 16,0-3-172-16,0-5-84 0,-5-2-120 0,1-3 0 15,0 0-348-15,-8 0-40 0,0 3-48 16,-8 3-65-16,-1 0-203 16,-6 2-188-16,-6 6-260 0,-3 4-704 0,-8 2-1916 15,-8 4-1597-15</inkml:trace>
  <inkml:trace contextRef="#ctx0" brushRef="#br0" timeOffset="75761.379">4745 13281 11853 0,'0'0'2108'0,"0"0"-1232"15,0 0 80-15,0 0 260 0,0 0-596 16,0 0-52-16,0 0 420 0,112 22-228 0,-65-19-112 15,5 0-212-15,4-3-240 0,0 0-136 16,-5-3-60-16,-3-6-292 0,0-1-24 16,-4-2-232-16,-1-1-88 0,-3 0-68 15,-3-6-184-15,-5 3-528 0,-9 4-1236 16,-3-7-2933-16</inkml:trace>
  <inkml:trace contextRef="#ctx0" brushRef="#br0" timeOffset="76093.455">5160 12678 9548 0,'0'0'4601'0,"0"0"-3629"0,0 0-596 0,0 0-324 16,0 0 500-16,0 0 552 0,0 0-152 15,83 41-420-15,-43-28-312 0,0 2-60 0,-1 2-112 16,6-2-48-16,-6 1 48 15,1 5-48-15,-5-1-88 0,-3 2-36 0,-4 4-8 0,-4 2-92 16,-3 1-36-16,-10 2 140 16,1 5 32-16,-3-1 76 0,-9 0-60 15,0 6 72-15,-4-2 88 0,-13 1-88 0,6 5 48 16,-6-4 28-16,-3 0 8 0,-3 0 40 16,-1-2 0-16,0-1-36 15,-4-4-4-15,3-2 4 0,-2-7-40 0,3 1-48 16,4-10 0-16,5-1-160 15,2-8-136-15,5-3-396 0,5-4-476 16,-1 0-760-16,4-7-2145 0,-4-9-2855 0</inkml:trace>
  <inkml:trace contextRef="#ctx0" brushRef="#br0" timeOffset="76738.987">7147 12728 4668 0,'0'0'940'0,"0"0"4433"16,0 0-4129-16,0 0 8 0,77 6 408 16,-34 1-64-16,13-1-476 0,0-2-304 15,-1-2-68-15,1 5-88 0,-4-3 12 0,-5-2-208 16,-2-2-160-16,-2 0-136 0,-7-2-44 15,0-5-120-15,0 1-4 16,-8-4-124-16,-9 1-128 0,2 2-284 0,-6 1-308 16,-6-1-196-16,-5 7-220 0,-4 0-964 15,0 0-1772-15,-8 3-1373 0</inkml:trace>
  <inkml:trace contextRef="#ctx0" brushRef="#br0" timeOffset="76981.035">7525 12789 1148 0,'0'0'6008'0,"0"0"-1915"16,0 0-2337-16,0 0-180 0,0 0-152 0,-28 92-248 15,28-51-196-15,0 3-152 0,9 4-32 16,-1 3-76-16,-4 3-108 0,3 3-140 16,2 0-131-16,-1 0-181 0,-4-3-160 15,3-3-4-15,-3-6-108 0,1-10-105 0,-1-10-123 16,0-9-112-16,0-7-144 0,3-9-152 15,-3 0-356-15,0-3-608 0,1-13-1048 16,-1 0-2397-16,-4 1-2575 0,0-17 6896 16</inkml:trace>
  <inkml:trace contextRef="#ctx0" brushRef="#br0" timeOffset="77136.848">7566 13119 208 0,'0'0'10893'0,"0"0"-9213"16,0 0-992-16,0 0 468 0,0 0 796 15,0 0-572-15,0 0-100 0,92 9-396 16,-60-5-324-16,-1-4-96 16,5 0-196-16,0 0-268 0,-1-7-24 15,1 1-268-15,-4-1-440 0,0-2-188 0,0 6 0 16,-4 0-420-16,0 3-1348 0,-8 0-2849 16,0 3-3395-16</inkml:trace>
  <inkml:trace contextRef="#ctx0" brushRef="#br0" timeOffset="77750.495">8550 12656 9168 0,'0'0'5021'0,"0"0"-4209"0,0 0-812 0,0 0 376 0,0 0 480 16,0 0 540-16,0 0-420 0,0 0-580 16,0 0-236-16,0 0-88 0,12 44-60 0,-8-38 64 15,-1 0-4-15,-3 1-12 16,0-4 40-16,0 0 20 0,0 0 16 16,0-3 0-16,0 0 20 0,0 0-8 15,0 0 0-15,0 4-52 0,0-4-8 0,0 2 56 16,0 3-44-16,0-3 8 0,0 1 12 15,0 0 28-15,0 1 8 0,0-2 88 16,-3 5 97-16,-1 2-133 0,0 1-88 16,0 2-72-16,0 5 0 0,-1 2 12 15,1 6-60-15,4 1 100 0,-3 5-92 16,3 4 52-16,0 4-52 0,0-1 4 16,0 3 72-16,3 0 24 0,6-3 16 15,-1-3-28-15,3-3 12 0,2-4-100 0,-1-6-8 16,-1 1 0-16,2-4-48 0,-2-7 36 15,2-2-72-15,-2-4-136 16,1-2-68-16,1-4-136 0,2 0-53 0,-2-4 5 16,2-5-92-16,1-7-228 0,-4-3-448 15,0 0-1252-15,0-10-3277 0</inkml:trace>
  <inkml:trace contextRef="#ctx0" brushRef="#br0" timeOffset="78163.727">9060 12630 9276 0,'0'0'6385'0,"0"0"-5141"15,0 0-784-15,0 0-176 16,35 70 424-16,-26-42 924 0,-1 4-120 0,-4-1-479 16,3 5-513-16,-3 2-268 0,1 3-44 15,-5 4-124-15,0 6-72 0,0-1-8 16,-5 1-4-16,-3-3-108 0,-3-8 100 0,-6-4 0 15,6-5 4-15,-9-5-156 0,8-4-80 16,-4-3-28-16,0-10 28 16,4-2-40-16,4-4-36 0,-4-3-1 0,4-5 41 15,0-9 68-15,4-2-12 0,-4-9-84 0,1-7 96 16,2-4-84-16,1-1-88 16,4 2-72-16,0 3 280 0,4 10 108 0,8 3-8 15,0 6 72-15,1 4 196 0,6 6 60 16,-3 3-20-16,4 0-4 0,0 6-60 15,4 4 96-15,0 6 96 0,-5-4-48 16,2 1-84-16,-1 3-96 0,-1-3-76 0,-2-1-56 16,-2 2-4-16,1-6-108 0,-4 5-332 15,1-3-244-15,-6-4-136 16,1 3-288-16,0-5-268 0,-4 2-708 0,0-4-832 16,0 5-2761-16</inkml:trace>
  <inkml:trace contextRef="#ctx0" brushRef="#br0" timeOffset="78492.584">9554 12887 3524 0,'0'0'13353'0,"0"0"-11141"16,0 0-1732-16,0 0-224 0,0 0 0 15,0 0 344-15,0 0 825 0,0 0-677 16,0 0-540-16,0 0-208 0,0 0 0 0,67 35-60 15,-58-29-88-15,-1-2-200 0,-5-2-272 16,1 3-181-16,0-3-127 0,-4 4-372 0,0 0-1156 16,0 1-2492-16,-8 2-3037 0</inkml:trace>
  <inkml:trace contextRef="#ctx0" brushRef="#br0" timeOffset="78643.055">9617 13071 7584 0,'0'0'5297'0,"0"0"-3101"16,0 0-1176-16,0 0-592 16,0 0 172-16,0 0 304 0,0 0-76 0,0 0-360 15,0 0-468-15,0 0-52 0,68 51-452 16,-56-48-508-16,-4 4-836 0,0 0-2980 16</inkml:trace>
  <inkml:trace contextRef="#ctx0" brushRef="#br0" timeOffset="79485.823">9351 12687 2172 0,'0'0'496'16,"0"0"-496"-16,0 0 5636 0,0 0-3784 15,0 0-175-15,0 0-345 16,0 0 0-16,0 0-132 0,0 0-84 0,0 0-196 16,0 0-204-16,28 77-112 0,-13-52-76 15,-3 7-88-15,4 3-36 16,-4 2-160-16,1 2-24 0,-6 5-124 0,1-4-12 16,1 6-20-16,-9-5-64 0,0 3 0 0,0-5-64 15,0-9-32-15,0 0-196 16,-5-5-208-16,1-9-100 0,4-3-100 0,-4-4-16 15,0-2-200-15,0-4-336 0,1-3-564 16,-1 0-432-16,4 0-445 0,-5-7-1371 16,5-2-348-16,-4-1 4164 0,4-12-260 15</inkml:trace>
  <inkml:trace contextRef="#ctx0" brushRef="#br0" timeOffset="79669.48">10104 12760 5564 0,'0'0'560'0,"0"0"4745"15,0 0-3217-15,84 0-140 0,-60-3-180 16,3-1-344-16,-3-2-540 0,4 0-528 16,0-7-356-16,0 0-164 0,0-2-572 15,0-7-436-15,4 2-436 0,-13 1-1328 0,1 1-3293 16</inkml:trace>
  <inkml:trace contextRef="#ctx0" brushRef="#br0" timeOffset="79983.409">10287 12751 5056 0,'0'0'232'0,"0"0"5016"0,-4 76-3295 15,8-38 123-15,4 6 52 0,-4 0-404 16,4 1-288-1,-4 3-372-15,-4-4-456 0,0 0-440 16,0-2-168-16,0-4-84 0,-4-3-120 0,-4-9-236 16,4-8 40-16,4-5-28 0,-4-3-148 0,0-7-236 0,4 0-312 15,-4-3-452-15,4-3-340 16,0-4-432-16,-4-5 323 0,4-1 1237 0,0-3 620 16,0 0 168-16,0-3 712 0,0-1 232 15,4 2 61-15,4-1 223 0,8 0 48 16,0 3 64-16,8 4-132 0,0-4-312 0,4 0-336 15,4 3-352-15,0-3-204 16,3 3-4-16,-3-2-88 0,0-1-544 0,0 0-868 16,-4-6-520-16,-8 9-2189 0,3-10-3943 15</inkml:trace>
  <inkml:trace contextRef="#ctx0" brushRef="#br0" timeOffset="80541.456">6262 12649 4708 0,'0'0'872'0,"0"0"3860"15,0 0-3287-15,0 0 483 0,0 0-56 0,109 0-468 16,-70 3-348-16,1-3-376 16,0 0-176-16,0 0-208 0,-5-3-28 15,-3-3-160-15,-4-1-108 0,0 1 0 0,0-3-60 16,-7-1-124-16,-6 3-480 16,1 0-248-16,-4 1-416 0,-4 1-684 0,0 2-1973 15,-4-1-2179-15,-4 4 1601 0</inkml:trace>
  <inkml:trace contextRef="#ctx0" brushRef="#br0" timeOffset="80850.504">6689 12706 860 0,'0'0'6252'0,"0"0"-4240"16,0 0-864-16,0 0 361 0,-12 73 191 16,9-50-104-16,3-2-320 0,-4 2-368 0,-1 6-312 15,1-1-224-15,-4 10-28 0,4 4 160 16,1-2-12-16,-1 8-344 15,0 3-140-15,-1-1 100 0,1 8 16 16,4-4-112-16,0 3-4 0,0 0 52 16,4-6-12-16,5 0 76 0,-2-10-76 0,1-3 0 0,5-6 88 15,-2-7 12-15,1-6 44 0,0-3-116 16,4-3-68-16,0-3-8 0,8-5 8 16,-4 2 64-16,11-1-60 0,1 1 96 15,4-1-108-15,5-3 0 0,6 1-8 16,-3-1-100-16,7 1-52 0,1-2-300 15,4-2-20-15,0 0-180 0,4 0-288 16,8 0-368-16,-5-2-1100 0,-10-2-2609 16,22-9-3051-16</inkml:trace>
  <inkml:trace contextRef="#ctx0" brushRef="#br0" timeOffset="81592.45">11127 12189 2872 0,'0'0'8365'15,"0"0"-7133"-15,0 0-824 0,0 0 232 16,0 0 728-16,0 0 144 0,0 0-244 16,0 0-340-16,0 0-388 0,0 0 28 15,0 0 128-15,92 57-268 0,-72-54-212 16,4-3-56-16,-4 0-160 0,4 0-80 16,0-6 4-16,-4 0-128 0,0-1 32 0,0 0 12 15,-5 0 4-15,5 5 56 0,-3 2 4 16,-2 0 8-16,-3 0-56 0,4 2-16 15,-4 9-12-15,0 1-12 0,0 5 36 16,1 1 88-16,-2 8 12 0,1-1 48 16,4 7 8-16,-8 0 4 0,3 6-12 15,2 0 0-15,-5 6 0 0,3 4 8 16,-2 6-4-16,-1 0-4 0,3 3 12 16,-2 4-4-16,-1-1 88 0,-1-3 92 15,1 1 20-15,1-2 36 0,-2-5 0 0,1-4-48 16,0-1 12-16,-3-9 20 0,2-2-8 15,1-7 0-15,-4-2-36 0,0-1-16 16,5-6-56-16,-6-3-16 0,1-2 13 16,0-6-1-16,-4-2-32 0,0 5 56 0,0-8-24 15,0 2 40-15,0-5 360 0,0 4-256 16,-4-1-144-16,-3-3-72 16,-10 4-36-16,2-4-144 0,-9 0-96 0,-1 0-4 15,-3-7 16-15,1-5-112 0,-5-2-185 16,4-2-167-16,0-3 60 0,5 1-104 15,2-1-184-15,1-3-428 0,8-1-896 16,1 4-1836-16,2-10-2761 0</inkml:trace>
  <inkml:trace contextRef="#ctx0" brushRef="#br0" timeOffset="81791.928">11948 12741 6536 0,'0'0'9257'0,"0"0"-7557"16,0 0-256-16,84-2 148 16,-56-3-336-16,4-1-491 0,0 0-293 0,0-4-232 15,0-2-228-15,0-1-12 0,3-3-240 16,-3 1-328-16,-4-2-225 0,-4 5-119 16,-1-1-200-16,-6 3-624 0,-9 8-2040 15,-8 2-2133-15</inkml:trace>
  <inkml:trace contextRef="#ctx0" brushRef="#br0" timeOffset="81941.643">12036 12941 7112 0,'0'0'4397'0,"0"0"-2353"15,0 0-1384 1,0 0-608-16,0 0 240 0,0 0 388 0,0 0 276 16,0 0-28-16,0 0-172 0,0 0-300 0,72 0-444 0,-44-16-12 15,3 0-616-15,1-3-352 16,-4 7-544-16,-4-1-1244 0,12 4-4733 15</inkml:trace>
  <inkml:trace contextRef="#ctx0" brushRef="#br0" timeOffset="82319.394">12916 12547 3132 0,'0'0'7833'16,"0"0"-6417"-16,0 0-472 15,0 0-220-15,0 0 288 0,0 0 488 0,0 0 88 0,116 17-284 16,-64-15-240-16,0 4-404 0,3-6-260 16,-3 0-168-16,-3-6-232 15,-6-3 0-15,-3-7-220 0,0 0-460 0,-8-6-248 16,0 3-248-16,-9 0-448 0,-3 3-1508 15,-8 3-2677-15,-7 4-2430 0</inkml:trace>
  <inkml:trace contextRef="#ctx0" brushRef="#br0" timeOffset="82582.932">13247 12621 3800 0,'0'0'8097'0,"0"0"-7033"0,0 0-900 15,-24 85 156-15,24-52 504 16,0 0 764-16,0 11-108 0,9 2-440 0,-2 1-280 15,-3 8-84-15,4-5-188 0,1 4-168 0,-5-3-28 16,3-4 12-16,-3-5 144 16,0-7 53-16,4-7-225 0,4-2-68 15,0-4-40-15,4-2-32 0,4-1-132 0,0-8-4 16,4 3-64-16,0-6-60 16,-1-1-32-16,1 0-40 0,0-7-32 0,4 0 108 15,4-7-149-15,-4-5-95 0,4-5-64 0,0-5-72 16,-4-3-268-16,4-4-460 15,-4 1-1464-15,-9 3-2889 0,9-11-3847 16</inkml:trace>
  <inkml:trace contextRef="#ctx0" brushRef="#br0" timeOffset="82784.945">14068 12697 15705 0,'0'0'2804'0,"0"0"-1504"16,0 0-748-16,0 0 92 0,79 9 465 16,-54-6-117-16,3-3-364 0,-1 0-252 0,5-3-220 15,0-10-100-15,0 1-56 0,0-4-364 16,4-3-176-16,-8 0-176 0,-4-4-217 16,-4 5-455-16,-5 4-1096 0,-11 6-2988 0,-4 4-2677 15</inkml:trace>
  <inkml:trace contextRef="#ctx0" brushRef="#br0" timeOffset="82962.252">14231 12741 1200 0,'0'0'10577'0,"0"0"-8025"15,0 0-1644-15,-7 73-516 0,10-44 352 16,1 6 848-16,4 6 216 0,1 0-320 16,-2 1-599-16,1 2-333 0,0-3-156 15,1-3-316-15,-6-3-84 0,1-6-228 16,-4-4-220-16,4-3-305 0,-4-3-211 0,4-3-144 15,-4-6-976-15,0-4-2848 0,0-3-3517 16</inkml:trace>
  <inkml:trace contextRef="#ctx0" brushRef="#br0" timeOffset="83125.189">14291 13100 4364 0,'0'0'9369'0,"0"0"-7637"15,0 0-992-15,0 0 152 0,0 0 284 16,0 0-192-16,92-35-164 15,-72 32-464-15,-1-1-356 0,2-2-12 0,-6 3-404 16,5-3-492-16,-12 6-28 0,5 0-80 16,-10 0-788-16,-3 6-1324 0,0 3-1697 15,-3 4-1059-15,-18 13 5516 0</inkml:trace>
  <inkml:trace contextRef="#ctx0" brushRef="#br0" timeOffset="83261.047">14319 13300 860 0,'0'0'8944'15,"0"0"-6011"-15,0 0-1177 16,0 0-620-16,0 0-132 0,0 0 28 0,0 0-92 15,0 0-264-15,0 0-256 0,0 0-164 16,0 0-124-16,52 51-132 0,-29-63-120 16,5-8-284-16,0 1-136 0,0-3 304 15,4-1-516-15,0-2-376 0,-4 3-1428 16,-8 5-3577-16</inkml:trace>
  <inkml:trace contextRef="#ctx0" brushRef="#br0" timeOffset="83446.096">14920 12839 16513 0,'0'0'2908'16,"0"0"-1636"-16,0 0-652 16,0 0-144-16,0 0-15 0,0 0 519 15,88 64-568-15,-75-55-412 0,-2-2-136 0,-3-4-300 16,4 3-232-16,-4 0-241 0,-4 1-455 15,0-1-1472-15,-4 0-3196 0,-4 10-3261 0</inkml:trace>
  <inkml:trace contextRef="#ctx0" brushRef="#br0" timeOffset="83592.9">14920 13265 10648 0,'0'0'4793'0,"0"0"-4529"0,0 0-128 15,0 0-72-15,0 0 528 0,0 0 404 16,0 0-68-16,88 19-668 15,-68-32-260-15,1 0-336 0,2-5-604 0,-3-1-436 16,-4 0-832-16,4-7-2953 0</inkml:trace>
  <inkml:trace contextRef="#ctx0" brushRef="#br0" timeOffset="83807.531">15578 12579 12377 0,'0'0'6296'0,"0"0"-5596"16,0 0-692-16,0 0-8 0,0 0 428 15,84 44 464-15,-61-37 361 0,-2-4-669 0,7 0-296 16,0-3-92-16,3-3-196 16,1-7-216-16,0-2-208 0,-4-4-193 15,0-3-347-15,-5 0-316 0,-2 3-632 0,-9 3-2304 16,-4 4-1893-16</inkml:trace>
  <inkml:trace contextRef="#ctx0" brushRef="#br0" timeOffset="83992.127">15766 12690 8008 0,'0'0'5409'0,"0"0"-3569"0,-8 86-1200 0,8-48-136 16,0 10 232-16,8-1 700 0,-5 4 196 15,1-3-388-15,4-4-491 0,1-3-245 16,-6-6-240-16,5-3-228 0,-4-1-40 0,0-8-148 15,0-1-128-15,1-6-76 0,-5-6-181 16,0-4-331-16,0-3-284 0,0-3-452 16,0 0-1060-16,-9 0-2525 0,1-6-3919 15</inkml:trace>
  <inkml:trace contextRef="#ctx0" brushRef="#br0" timeOffset="84143.696">15809 13040 4576 0,'0'0'11017'0,"0"0"-9317"15,0 0-980-15,0 0-88 16,0 0-128-16,80-10 340 16,-60 7 84-16,0-1-588 0,8-3-156 0,0-1-184 0,3-5-12 15,1-3-112-15,0 1-632 0,4-8-208 16,-1 1-168-16,2 0-680 0,-9 3-2248 16,8-10-3509-16</inkml:trace>
  <inkml:trace contextRef="#ctx0" brushRef="#br0" timeOffset="84540.984">16566 12497 10544 0,'0'0'6973'0,"0"0"-5489"16,0 0-1424-16,0 0-60 0,0 0 0 0,0 0 112 15,0 0 416-15,92-26-320 16,-68 20-208-16,4-1-52 0,-5 1-20 15,5 6-12-15,-4 0 84 0,0 0 4 0,-4 0 44 16,-4 10 148-16,1-1 48 0,-6 4 36 0,1 6 356 16,-4 0-104-16,0 6-239 0,-4 0-169 15,4 7-116-15,-4 0 0 16,4 6 4-16,-4 0 36 0,4 3-40 0,0 1-4 16,-1 6 68-16,2-1-68 0,-1 4 92 15,-4-1 100-15,3 2-4 0,-3-5 4 16,1-5 80-16,3-2 208 0,-4-4-244 0,3-4-180 15,-3-4-60-15,1-6-8 16,-1-6-40-16,-4-3 0 0,0-7 36 0,0 1-192 16,-4-7-148-16,-5 2 124 0,-2-2 8 15,-10 0-56-15,-3 0-136 0,-3 0-137 16,-13-2 29-16,-8-5-176 0,-4 4-368 0,-11-3-428 16,-5 2-2600-16,12-2 1416 15,-39 3-6509-15</inkml:trace>
  <inkml:trace contextRef="#ctx0" brushRef="#br0" timeOffset="86358.962">20017 1944 6108 0,'0'0'4316'16,"0"0"-1595"-16,0 0-753 0,0 0-360 16,0 0 116-16,0 0-152 0,0 0-340 15,0 0-331-15,24 72-29 0,-5-50-136 0,9 3-180 16,4 1 48-16,0-4-28 0,3 0-200 16,2-3-148-16,-1-2-96 0,0-2-60 15,-1-3-68-15,-3-1-4 0,0-5 4 16,0-6 0-16,0 0-4 0,-4-10-72 15,3-5-12-15,-3-8-48 16,4-3-52-16,0-5-68 0,-4-1-48 16,4 0 60-16,-4 1 36 0,4 9 8 15,0 0 28-15,-1 5 36 0,1 4-36 0,-4 7-40 0,0 6 52 16,0 0 84-16,-4 11 68 16,-4 1 4-16,0 3 4 0,0 2 68 0,-4-3-64 15,4 0 148-15,-5-4 112 0,2-1-220 16,-2-3-36-16,2-3-12 15,7-3 48 1,4 0 48-16,-1-3 24 0,4-3-48 0,6-3-72 0,-1-1 0 16,7 1 84-16,2-2-84 0,-2 6-12 0,2-5 4 15,-2 3-112-15,0 4 48 0,-2 1 24 0,-2-2 0 16,-3 4 36-16,-4 0-60 0,0 0 64 16,0 6 0-16,-4-3-40 0,0 4 48 15,0 0 8-15,0-1-4 0,3 0 4 16,-3-4 76-16,4 5-76 0,0 0 52 0,4-2 0 15,-4 2 36-15,-1 3 24 0,1-4-32 16,0 4 20-16,4-4 24 16,-4 1 0-16,4-1-12 0,4-3-112 0,-4-3-4 0,7 0 8 15,5 0 48-15,-4-6-56 16,8-1 0-16,4 1-4 0,-4 0-4 16,3-1-44-16,1 4-36 0,-4 0-84 0,0 0 24 15,-5 0-100-15,-7 3-44 16,0 0 72-16,-4 6 24 0,0-3 68 0,-4 4-20 15,-1-4 12-15,1-3-60 0,4 0-4 16,-4 0-80-16,4-10-332 0,4-3-849 16,-4 1-1043-16,-4-2-2052 0,7-4-1397 15</inkml:trace>
  <inkml:trace contextRef="#ctx0" brushRef="#br0" timeOffset="86496.872">23905 1867 7128 0,'0'0'10937'0,"0"0"-9337"0,0 0-1048 15,92 0 120-15,-68-4 785 0,-12 4-293 0,0 0-284 16,-12 0-204-16,0 0-196 0,0-3-432 16,0 0-48-16,-4-6-672 0,-12-1-416 0,-4-2-508 15,4-1-2601-15,-27-6-5784 0</inkml:trace>
  <inkml:trace contextRef="#ctx0" brushRef="#br0" timeOffset="100583.3">18969 13236 7080 0,'0'0'960'0,"0"0"3049"0,0 0-2741 15,0 0 12-15,0 0 8 0,0 0 124 0,-8-6-224 16,8 6-228-16,4 0-284 0,4 0-224 16,12 0-112-16,-1 3 328 0,13 0 13 15,5-3-341-15,-1 0-172 0,-1 0-56 0,9 0 8 16,-4-3-36-16,4-3-72 16,-1 0-12-16,1-4 0 0,0 1-48 15,-4-4-60-15,-8 0-280 0,-4 3-184 0,-9 4-193 16,-2-1-51-16,-9 1-236 15,-8 6-776-15,0 0-2252 0,-21 4-1969 16</inkml:trace>
  <inkml:trace contextRef="#ctx0" brushRef="#br0" timeOffset="100775.411">18980 13430 9852 0,'0'0'1469'0,"0"0"71"0,0 0-392 15,0 0 356-15,96 16-88 0,-64-13-248 0,8-3-440 16,0 0-348-16,-1-6-112 0,2-1-132 16,2-2-136-16,-3-4 0 0,4 1-12 15,-4-4-136-15,-1-1-328 0,-2-1-424 16,-5-1-192-16,0 3-392 0,-9-3-1036 16,-3 6-2233-16,-12-3-2359 0</inkml:trace>
  <inkml:trace contextRef="#ctx0" brushRef="#br0" timeOffset="101063.634">19502 12947 9684 0,'0'0'1136'0,"0"0"-299"0,0 0-245 16,0 0 428-16,0 0 504 0,0 0-180 16,0 0-240-16,0 0-300 0,88-19-212 0,-56 32-184 15,4-3-4-15,4 3-12 16,0 2-48-16,3-3-76 0,-2 5-72 0,2-2-88 15,-3 2-100-15,0 1-8 0,-4 2-48 16,-8 2-24-16,0 0 12 0,-9 7 52 0,-6 6 0 16,-5 0 8-16,-8 2-100 0,-4 8 40 15,-13-1-24-15,-2 0-40 16,-9 1-12-16,0-4-20 0,0 1 148 0,-4-3-68 16,4-8-240-16,0 1-164 0,0-7-76 15,4-3-84-15,5-6-204 0,-5-3-460 0,3-4-912 16,10-3-2333-16,-6-6-3003 15</inkml:trace>
  <inkml:trace contextRef="#ctx0" brushRef="#br0" timeOffset="101707.289">21646 12830 5520 0,'0'0'7065'0,"0"0"-6033"16,0 0-180-16,0 0-272 16,0 0 500-16,0 0 568 0,76 32-252 0,-32-23-232 15,-1 1-396-15,10-1-272 0,-1-6-107 16,-1-3-49-16,1 0 36 0,0 0 0 16,-5-9-112-16,-2 0-160 15,-2-1-104-15,-3-6-100 0,-12 6-140 0,-4-2-196 0,-4 1-192 16,-12 6-249-16,-1-2-271 15,-7 5-496-15,0 2-1024 0,-3 0-2421 0,-22 0-2323 16</inkml:trace>
  <inkml:trace contextRef="#ctx0" brushRef="#br0" timeOffset="101907.578">21989 12903 5640 0,'0'0'2356'0,"0"0"2149"0,0 63-3169 16,0-27 44-16,0 5 40 0,0 3-28 0,0 8-308 15,0-2-272 1,0 7-164-16,-4-3-28 0,0 4-256 0,0-8-232 16,0-3-132-16,0-5-4 0,4-7-116 15,0-7 0-15,0-2-16 0,0-7-288 0,0-8-176 16,4-4-292-16,0-3-180 16,0-4-728-16,0-4-1280 0,0-5-2273 0,-4-10-2734 15</inkml:trace>
  <inkml:trace contextRef="#ctx0" brushRef="#br0" timeOffset="102068.693">21993 13255 5652 0,'0'0'7229'0,"0"0"-6017"0,0 0-300 0,0 0 460 16,0 0 96-16,84 10-444 0,-60-10-240 16,8 0-244-16,3-3-224 0,5-7-236 15,4-6-80-15,4-6-308 0,0-1-216 16,3 1-396-16,-3-3-352 0,-4 0-1060 15,-13 9-2453-15,5-6-3723 0</inkml:trace>
  <inkml:trace contextRef="#ctx0" brushRef="#br0" timeOffset="102312.115">22850 12709 5532 0,'0'0'5056'0,"0"0"-1891"15,0 0-1821-15,0 0-504 0,-32 95 612 16,24-56 180-16,-1 5-260 0,2 3-336 0,-1 5-199 16,4-2-233-16,4-2-228 0,0 0-168 15,0-4-148-15,0-6-60 0,8-3-100 16,3-9-48-16,6-8-300 0,3-2-156 16,7-9-5-16,1-4-47 0,9-6-88 15,-2-13-296-15,1-6-852 0,-4 2-2196 0,4-22-1741 16</inkml:trace>
  <inkml:trace contextRef="#ctx0" brushRef="#br0" timeOffset="102642.261">23479 12611 4560 0,'0'0'8413'0,"0"0"-7105"16,0 0-496-16,28 89 748 0,-24-50 136 15,-4 1-160-15,0 2-400 0,0 5-283 0,-4 1-185 16,-4 0-88-16,-4-1-276 0,-4 0-124 15,1 1-108-15,-10-3-72 16,1-5 0-16,-8-1-84 0,1-4-12 0,-1-7-52 0,0-2 4 16,0-6-60-16,0-8 144 15,4-3-100-15,0-9-128 0,4 0-64 16,5-2-49-16,2-12 73 0,6-5-16 0,2 0 116 16,5-9-40-16,4-1-28 15,0-6 140-15,4 7-104 0,9 0-32 0,6 4 32 16,1 12 52-16,1 6 160 0,3 2 48 15,3 4 332-15,5 10 96 0,0 7-24 0,0-3-88 16,0 2 4 0,4 1-104-16,-4-8-20 0,3 0-124 0,-3-5-72 15,0-4-152-15,0 0-432 0,0-6-236 16,-4-7-164-16,0-4-1132 16,-4 5-1708-16,-1-14-2009 0</inkml:trace>
  <inkml:trace contextRef="#ctx0" brushRef="#br0" timeOffset="102872.862">23849 12797 7524 0,'0'0'1152'0,"0"0"3089"0,0 0-3209 0,37 78 296 16,-29-50 268-16,3 3 12 0,-3 4-220 16,1-2-312-16,-6 1-396 0,1 1-227 15,0 0-189-15,-4-2-104 0,0-3-112 16,0 3 24-16,0-5-64 0,-11-3-8 15,2 1-72-15,-3-1-256 0,-3-6-121 16,2-3-87-16,2 1-72 0,3-9-100 16,-5-2-52-16,6-2-28 0,-1-4-264 15,-1-7-956-15,5-4-1824 0,1-3-1597 16,3-14-579-16</inkml:trace>
  <inkml:trace contextRef="#ctx0" brushRef="#br0" timeOffset="103042.847">24220 13008 7552 0,'0'0'7541'0,"0"0"-6369"16,0 0-560-16,84 0 304 16,-60 3 736-16,0-3-308 0,-5 0-235 0,1 0-249 15,1 0-316-15,7 0-320 16,-5-9-224-16,1 2-72 0,-4 1-244 0,0 0-264 0,-4-1-297 16,-1 0-363-16,-6 7-660 0,-9 0-2112 15,0 0-1681-15,-12 10-2811 16</inkml:trace>
  <inkml:trace contextRef="#ctx0" brushRef="#br0" timeOffset="103191.013">24256 13227 6308 0,'0'0'8401'0,"0"0"-6877"0,0 0-1160 0,0 0-228 16,0 0 796-16,0 0 340 16,0 0-424-16,0 0-212 0,0 0-148 0,79 19-196 15,-54-25-292-15,3-7-172 0,-4 0-276 16,4 3-212-16,-5-3-336 0,1 5-424 15,-8 1-1300-15,4 0-3025 0</inkml:trace>
  <inkml:trace contextRef="#ctx0" brushRef="#br0" timeOffset="103716.146">24910 12865 3816 0,'0'0'6292'0,"0"0"-2383"0,0 0-2709 0,0 0-584 15,0 0 188-15,0 0 776 16,0 0-180-16,0 0-128 0,99 25-460 0,-59-25-323 16,8-3-149-16,4-6-88 0,-1-4-44 15,5-3-112-15,-4 0-96 0,-1-1-64 16,1-4-108-16,0 2-348 0,-8 0-221 15,-4 1-111-15,-8 1-136 0,-9 4-132 0,-6 7-688 16,-10 3-1076-16,-7 0-2337 0,-7 3-2007 16</inkml:trace>
  <inkml:trace contextRef="#ctx0" brushRef="#br0" timeOffset="103936.316">25276 12871 10244 0,'0'0'1621'0,"0"0"-929"0,0 0-168 0,-8 70 976 0,8-35 152 15,0 3-132-15,4 10-248 0,0-1-96 0,-4 8-272 16,4-5-348-16,-4 4-139 16,0-6-81-16,0-4-44 0,0-2-124 0,0-8-160 15,0-5-8-15,0-7-12 0,4-3-36 16,-4-6-12-16,4-4-60 0,0-3-316 16,0-1-185-16,-1-3-59 15,-3-2-52-15,5 0-140 0,-1-7-272 0,0-2-432 0,4-4-1048 16,-4-6-1929-16,-4 7-2051 15</inkml:trace>
  <inkml:trace contextRef="#ctx0" brushRef="#br0" timeOffset="104124.353">25272 13169 8492 0,'0'0'5933'0,"0"0"-4809"16,0 0-960-16,0 0 224 0,0 0 924 15,0 0 72-15,0 0-108 0,0 0-312 16,0 0-220-16,107 14-223 0,-62-25-97 0,2-1-304 15,9-4-120-15,-4-3 0 16,3 3-132-16,-3-3-120 0,0 7-332 16,-4-4-1-16,-4 6-171 0,3 1-208 0,-6-1-636 15,-14 7-2876-15,10-6-4333 0</inkml:trace>
  <inkml:trace contextRef="#ctx0" brushRef="#br0" timeOffset="104667.05">25355 13566 9080 0,'0'0'5093'0,"0"0"-3693"0,0 0-644 0,0 0-704 16,0 0 420-16,0 0 424 0,0 0 240 15,0 0-92-15,0 0-156 0,0 0-180 16,56-2-111-16,-32-4-161 0,4-5-196 16,0 5-32-16,4-7-52 0,4 4-48 0,-4-4-96 15,7 0-12-15,-3 4-12 0,5-4-108 16,-6 4-24-16,5-1-244 0,-4 1-244 16,-5-1-265-16,1 4-215 0,-4 0-484 15,-8-1-1424-15,-4 7-3361 0</inkml:trace>
  <inkml:trace contextRef="#ctx0" brushRef="#br0" timeOffset="105557.767">8661 13939 10256 0,'0'0'6169'0,"0"0"-4689"15,0 0-1084 1,0 0 0-16,17 82 244 0,-14-35 728 16,1 7-332-16,-4 7-431 0,0 2-337 0,0-2-100 0,-7-2-44 15,3-4-116-15,-5-8-8 0,5-6-124 16,0-9-152-16,0-9-308 0,4-10-121 0,0-13-147 16,4 0-240-16,4-17-400 0,8-8-780 15,0-13-1544-15,4-10-729 0,-3 7-2283 0,2-20 6501 16</inkml:trace>
  <inkml:trace contextRef="#ctx0" brushRef="#br0" timeOffset="105684.193">8880 13989 3636 0,'0'0'8201'0,"0"0"-6525"15,0 0-420-15,0 0-400 0,0 0 112 0,9 85 140 16,-9-47-12-16,0 1-88 0,0 1-372 16,0 5-232-16,-9-4-212 0,5 4-192 15,-3-1-164-15,3-2-412 0,-4-1-388 0,3-6-308 16,-3-1-848-16,5-8-2628 0,-13 9-3705 15</inkml:trace>
  <inkml:trace contextRef="#ctx0" brushRef="#br0" timeOffset="106274.345">7490 15497 7524 0,'0'0'3184'0,"0"0"-2984"15,0 0-196-15,-79 29 109 0,58-20 507 16,5 0 404-16,4 5 36 0,5-6-172 15,3 5-232-15,4 6-180 0,0 4-136 0,4 2-12 16,3 8 208-16,5 0 372 0,4 3-92 0,-4-1-104 16,4-3-248-16,-4-10-96 15,1-3-40-15,2-3-72 0,-2-7-120 16,-2-6-48-16,1 0-80 0,4-3-8 16,-1 0 184-16,6-8-76 0,-1-9-108 15,-5-5-120-15,2-10-40 0,-2-6-228 0,-2-6-76 16,-2-3-196-16,1-2-4 0,-3-4 48 15,-2-1-64-15,-3-4-80 0,0 1-156 16,0-3-320-16,-4-4-84 16,0 1 224-16,-8 0-180 0,4 2 323 0,-3 4 809 15,-2 6 144-15,-3 6 220 0,5 8 104 16,-2 9 48-16,1 8 185 0,4 10 367 16,1 4 124-16,3 6 84 0,0 0-112 15,0 3-264-15,0 6-328 0,3 10-180 16,5 7 136-16,1 6 40 0,2 13 144 15,6 2-36-15,-6 3-264 0,1 5-32 0,1 2-236 16,-6 0 0-16,5 0-100 0,-8 1-48 16,4-5-60-16,-4 1-124 0,4-7-372 15,-4-1-92-15,0-8-244 0,1-7-512 0,-5-12-804 16,3-6-1581-16,1-10-951 0,-4-9 2100 16</inkml:trace>
  <inkml:trace contextRef="#ctx0" brushRef="#br0" timeOffset="106444.008">7968 15383 5684 0,'0'0'5281'0,"0"0"-4045"0,0 0-584 16,36 79 88-16,-28-44 476 0,-4 1 104 0,4 1-92 15,0-2-224-15,-4 3-304 0,4-9-368 16,-5-1-332-16,-3-9-92 16,4-9-104-16,-4-4-136 0,0-6-396 0,5 0-236 15,-5 0-556-15,0-9-936 0,0-5-1901 16,-5 2-1611-16,-2-14 3672 0</inkml:trace>
  <inkml:trace contextRef="#ctx0" brushRef="#br0" timeOffset="106910.726">7960 15358 6096 0,'0'0'2000'0,"0"0"2189"16,0 0-3013-16,0 0-832 0,0 0-168 0,0 0-176 16,0 0-100-16,0 0-4 0,0 0 28 0,0 0-316 15,76 28-440-15,-68-6-400 16,-1 7-461-16,2 2 373 0,-1 1 72 15,-1 1 884-15,1-8 364 0,1 0 1484 0,-5-10 496 16,3 2-59-16,-3-8-413 0,5-3-280 16,-1 1-280-16,-1-4-192 15,5 0-60-15,1 0-12 0,-2 0-152 0,2 4-164 16,2-4-108-16,-2 3-176 16,2 1-72-16,-3 0 52 0,0 1-64 0,0-2-8 15,-4 1-76-15,0-3 36 0,0-2-4 16,0-2 40-16,-5 0 4 0,6-2 8 15,3-9-4-15,-5-1 0 0,1 3-80 16,5-4-88-16,-6 3 12 0,-3 4-4 16,5 3-68-16,-1 0 84 0,-1 3 36 15,-3 0 112-15,4 0 12 0,-3 3 64 16,-1 3 20-16,3-6-96 0,-3 3-4 0,0-3-44 0,0 0 24 16,0-3 24-16,5-6 148 15,-2-4-100-15,1-6-48 0,1 0-184 0,2-4-52 16,-3 4 48-16,5 8 16 15,-6-3 0-15,5 7-28 0,-4 4 36 16,4 3 164-16,-4 3 276 0,-1 8 96 0,6 1-76 16,-9 4 40-16,4-1-116 0,-5 2-20 15,6-2-108-15,-1-2-92 0,-4-3-120 16,3 2-44-16,1-2-32 0,1-1-536 16,-1-2-412-16,-1-1-712 0,-3 1-1376 15,0 0-3657-15</inkml:trace>
  <inkml:trace contextRef="#ctx0" brushRef="#br0" timeOffset="107903.343">9076 14972 756 0,'0'0'11989'0,"0"0"-9965"16,0 0-1432-16,0 0-192 15,0 0 680-15,0 0 212 0,92 17 172 0,-49-15-244 16,9-2-428-16,4 0-315 0,-1-5-201 16,1-4-152-16,0-2-64 0,-8-1-60 15,0-1 0-15,-4-3-48 0,-8 4-244 16,-1-4-257-16,-7 3-215 0,-8 1-240 16,-4-1-344-16,-8 3-964 0,-4 4-2360 15,-8 3-2517-15</inkml:trace>
  <inkml:trace contextRef="#ctx0" brushRef="#br0" timeOffset="108100.931">9430 15030 3024 0,'0'0'9381'0,"0"0"-7609"0,-11 77-900 16,11-40-68-16,0 5 552 0,0 2-192 15,3 0-144-15,1 5-420 0,0-6-320 0,0 2-156 16,5-7-124-16,-5-3-88 0,-1-7-288 15,1-5-104-15,-4-7-96 16,4-6 32-16,-4-8-48 0,0-2-352 0,0 0-792 16,0-9-944-16,-4 3-2525 0</inkml:trace>
  <inkml:trace contextRef="#ctx0" brushRef="#br0" timeOffset="108257.674">9419 15297 3392 0,'0'0'8833'0,"0"0"-7289"0,0 0-580 0,0 0 184 15,79-7 216-15,-55 10-412 0,4 4-100 0,0 0-104 16,-4-5-272-16,4 1-208 0,0-3-268 16,-1 0-24-16,1-5-428 15,-4-5-320-15,4-3-188 0,-4-3-388 0,-5 0-1372 16,-2 4-3569-16</inkml:trace>
  <inkml:trace contextRef="#ctx0" brushRef="#br0" timeOffset="108450.326">10012 14935 6656 0,'0'0'7177'0,"0"0"-5921"15,0 0-616-15,-24 70 204 0,16-38 512 0,8-1-176 16,0 5 36-16,0 1-376 0,0-6-280 16,12 5-159-16,-4-7-209 15,4-4-192-15,0-6-248 0,0 0-229 0,0-7-191 0,0-8-148 16,4-4-116-16,0-7-56 15,-1-12-860-15,-2 3-2388 0,2-18-3233 16</inkml:trace>
  <inkml:trace contextRef="#ctx0" brushRef="#br0" timeOffset="108781.325">10454 14846 7096 0,'0'0'8437'0,"0"0"-6933"0,0 0-808 16,12 89 352-16,-8-52 376 0,-4-1-84 0,0 2-259 15,0-3-489-15,0 3-372 16,0-3-160-16,0-3-60 0,0 0-40 16,-4-1-108-16,-3-6-164 0,-6 1 8 15,2-3-84-15,-6-9-60 0,2 0-25 16,-6-2 9-16,1-9-24 0,1 1 96 0,-1-4 76 16,4-7 8-16,-4-2 112 0,5-8-12 15,2 3-40-15,5-5-8 0,1 2 120 0,7 2 32 16,0 5 104-16,11 3 208 0,1 1 212 15,4 6 36-15,0 0 20 0,0 0-48 16,8 6-60-16,-9 1-40 0,6-4-24 16,-1 0-36-16,-1-3-152 0,-2 0-116 0,-2 0-240 15,-2-6-308-15,-2-7-356 16,6 1-200-16,-2-11-952 0,2 0-2496 0,2-5-1653 16,-3 6 481-16,4-12 5417 0</inkml:trace>
  <inkml:trace contextRef="#ctx0" brushRef="#br0" timeOffset="108959.09">10805 14802 92 0,'0'0'12777'0,"0"0"-10657"0,0 0-1264 15,0 0-64-15,24 82 576 0,-16-50-64 16,-4-4 32-16,4 5-544 16,-5-2-476-16,2 4-219 0,-5 1-97 0,0-3-4 0,-5 6-93 15,-6 1-267-15,-6-1-284 0,-2-1-208 16,-1 1-172-16,-8-5-368 15,-4 2-1088-15,-8-5-1625 0,9-6-2131 0</inkml:trace>
  <inkml:trace contextRef="#ctx0" brushRef="#br0" timeOffset="109219.955">9084 15906 3524 0,'0'0'9805'16,"0"0"-8257"-16,0 0-904 16,0 0 160-16,84 0 468 0,-69 3-444 0,2 0-312 15,-2-3-208-15,-2 0-196 0,2 0-40 16,-2 0-72-16,2 0-72 0,-7-6-336 0,4-2-404 15,-4-3-228-15,0 3-252 16,-5-3-628-16,-3 2-868 0,0-1-2053 16,0 7-899-16</inkml:trace>
  <inkml:trace contextRef="#ctx0" brushRef="#br0" timeOffset="109425.049">9123 15996 6472 0,'0'0'5097'16,"0"0"-3205"-16,0 0-712 0,21 83-248 15,-10-56 324-15,2 9-28 0,-2-5-20 0,1 7-128 16,-3 0-376-16,-2 4-336 16,-3 2-176-16,0 1-92 0,0-1-100 15,-4-3 0-15,0-2-124 0,0-8-108 0,0-5-132 16,-4-11-112-16,-4-5-96 0,1-7-152 16,-2-3-200-16,5-9-340 15,-8-10-808-15,5-4-908 0,3 1-2533 0,-1-15-143 16</inkml:trace>
  <inkml:trace contextRef="#ctx0" brushRef="#br0" timeOffset="109573.929">9271 16154 1788 0,'0'0'11685'15,"0"0"-9533"-15,0 0-1284 0,0 0-32 0,0 0 400 16,80 16-300-16,-61-9 16 0,2-1-344 16,-1-3-352-16,3-3-200 0,1 0-56 0,0 0-448 15,0-9-236-15,4-1-124 0,-4-3-100 16,0-3-380-16,0 1-884 15,-4 1-2689-15,-1 3-5155 0</inkml:trace>
  <inkml:trace contextRef="#ctx0" brushRef="#br0" timeOffset="110285.059">15240 13983 10616 0,'0'0'3117'0,"0"0"-1725"16,0 0-1064-16,0 0 36 0,0 0 716 15,35 66 308-15,-27-25-280 0,1 13-276 16,-5 4-260-16,-4 5-216 0,0-3-88 0,0-2-112 16,0-8-156-16,0-9-24 0,0-8-172 15,0-15-352-15,3-8-172 0,5-10-64 16,4 0 12-16,8-17-108 0,4-8-476 0,4-6-1056 16,0-10-2053-16,-9 6-1723 15,6-19 3440-15</inkml:trace>
  <inkml:trace contextRef="#ctx0" brushRef="#br0" timeOffset="110417.263">15578 14049 3892 0,'0'0'388'0,"0"0"4756"16,0 0-2783-16,0 0-801 16,0 0-556-16,0 0-108 0,0 0 188 15,0 0-396-15,8 79-364 0,-8-43-236 16,0 2-88-16,0 3-48 0,4 0-40 16,-4 3-72-16,0 0-512 0,0 5-488 0,-8-2-472 15,0-8-1289-15,-12 20-3703 0</inkml:trace>
  <inkml:trace contextRef="#ctx0" brushRef="#br0" timeOffset="110911.047">14729 15418 1460 0,'0'0'10261'0,"0"0"-8877"0,0 0-876 0,-83 0 40 16,55 0 412-16,4 0 388 0,4 3-340 16,1 6-280-16,2-2-220 0,9 2-104 15,1 7-48-15,7 9 36 0,0 7 36 16,4 7 36-16,7 1 196 0,6 2-175 16,-2-1-145-16,1-10-96 0,0-5-112 15,-4-3-60-15,4-14-24 0,0-6 72 16,0-3-108-16,8-10 64 0,0-15-4 15,4-7-72-15,4-15-44 0,0-10-272 0,-4-4-204 16,-1-1-41-16,1-3 61 16,-4 2 100-16,-4-1 32 0,-1 4-84 15,-6-4-60-15,-5 1 20 0,-8 0 12 0,0 3 20 16,-8 2 16-16,-9 4 132 0,2 10 104 16,-5 9 208-16,8 9 300 0,0 13 208 0,4 10 160 15,8 3-164-15,-4 14-172 0,4 5-172 16,0 12 0-16,0 10 36 0,4 14 96 0,4 4 88 15,0 8 12-15,0 7-64 0,4 1-60 16,-9 1-4-16,1 1-67 16,5-11-77-16,-5-9-120 0,0-3-152 0,3-12-141 15,-3-10-155-15,5-7-112 16,-1-9-128-16,-1-3-204 0,1-13-392 16,5 0-816-16,-6-16-616 0,5-7-1753 0,0 4-831 15,0-16 2456-15</inkml:trace>
  <inkml:trace contextRef="#ctx0" brushRef="#br0" timeOffset="111257.644">15191 15459 1016 0,'0'0'9740'0,"0"0"-7403"0,0 0-941 16,49 64-500-16,-38-46 12 0,2-1 152 0,-2-5-232 15,-3-5-284-15,1-7-124 0,2 0-104 16,1-4-120-16,4-11-48 0,-4-6-148 16,4 0-36-16,-4-4-184 0,-1-7-124 0,-2 3 12 15,-1 4-88-15,-4 3-12 16,-4 5 100-16,0 2 120 0,-8 1 136 15,0 9 0-15,-8-1 76 0,4 6 220 0,-4 0 128 16,0 9-40-16,0 7 16 0,4 6-28 16,5 3-28-16,-6 4-48 15,9 3 52-15,0 0-4 0,1-4 4 0,3 1-16 16,0-4-60-16,0-2-100 0,0-8-40 16,0-2-56-16,3-7-96 15,1 1-136-15,-4-7 0 0,8 0-76 0,-4 0-8 16,5-4-52-16,-2 1-52 0,1-6-48 15,0 3-152-15,0-1-124 0,0 1-260 0,4 0-356 16,-4 1-216-16,0 3-244 0,0 2-313 16,0-3-347-16,-5 0-1472 0,-3 3 1644 15,5-4 2292-15,-5 4 16 16</inkml:trace>
  <inkml:trace contextRef="#ctx0" brushRef="#br0" timeOffset="111891.578">15195 15512 1788 0,'0'0'1760'0,"0"0"4244"0,0 0-4748 0,0 0-343 15,0 0-41-15,0 0 160 0,9 77 148 16,-5-68-148-16,4 4-240 16,-5-3-156-16,1-1-64 0,0-2-28 0,1-4 20 15,-5 0-20-15,4-3-8 0,-4 0-60 0,0 0-72 16,0 0-172-16,0-3-28 16,4 0-8-16,0-4-12 0,3-2 57 15,1-4 147-15,4-6 96 0,0 0-240 0,4-7-124 16,0 1-108-16,0-3-12 0,4-4-4 15,-4 3-56-15,4 4-36 0,-4 3-24 16,-4 5 72-16,0 5-52 0,-4 2-8 0,-1 3 0 16,-7 7 0-16,5 0 44 0,-5 0 64 15,0 11 24-15,0 7 160 16,0 7-16-16,0 8-84 0,0 5-20 0,0 7 8 16,-5-4-72-16,5 2 8 15,-4-1-4-15,4-1-4 0,-3-6 0 16,3-9 4-16,0-5-4 0,0-7 4 0,0-5-4 15,0-9-8-15,0 0 4 0,3 0-168 16,-3-6-176-16,4-11-116 0,1-1 3 16,-1-8 25-16,0-5-140 0,0-1-304 0,-4 1-656 15,0-4-1212-15,-4 0-1656 16,-4 10-1769-16</inkml:trace>
  <inkml:trace contextRef="#ctx0" brushRef="#br0" timeOffset="112042.87">15279 15183 11121 0,'0'0'3956'0,"0"0"-2756"0,0 0-376 0,0 0 512 16,0 0 112-16,0 0 4 0,84 72-503 15,-65-62-501-15,6-7-276 0,-1-3-172 16,-4 0-124-16,3-3-384 0,-3-3-341 0,1-4-407 16,-2 4-624-16,-7 0-2584 15,0-1-3729-15</inkml:trace>
  <inkml:trace contextRef="#ctx0" brushRef="#br0" timeOffset="112449.855">15754 15462 8816 0,'0'0'5677'0,"0"0"-4441"0,-20 89-320 16,12-51 488-16,3-6 0 0,1-7-32 0,0-6-680 0,4-12-692 15,0-5-108-15,0-2-332 0,8-9-48 16,5-4 304-16,-2-9 52 15,6-3-176-15,-2-3-204 0,1-1-44 0,0 0 128 16,4 7 216-16,-3 6 152 0,-6 3 56 16,1 7 4-16,-4 3 44 0,4 3 176 0,-8 3 80 15,4 9 116-15,-5 1 40 16,2 4-116-16,-5 2-80 0,4-5-152 0,-4 3 88 16,0-8 36-16,0 1-60 0,0-6-64 15,0-2-60-15,4-2-44 16,-4-2 48-16,4-9-48 0,4-1-4 15,-5-5 8-15,6-4-8 0,3 2-132 0,-1 1-208 16,2-2 56-16,-2 7 116 0,-3 4 44 16,5 2 52-16,-2 4 60 0,-3 3 12 0,4 3 168 15,-4 4 164-15,0 5 20 16,1 4-32-16,-6 3-152 0,1 1-96 0,0-5-64 16,0 3-8-16,-4-1-4 15,4-5-188-15,0 1-332 0,-4-3-52 16,0-3-244-16,5-5-312 0,-2 2-788 0,1-1-1012 0,4-3-1817 15,0 0-1875-15</inkml:trace>
  <inkml:trace contextRef="#ctx0" brushRef="#br0" timeOffset="112899.155">16618 14879 340 0,'0'0'11849'0,"0"0"-9533"0,0 0-600 15,0 0-432-15,92 40 200 0,-52-24 32 0,-1 0-260 16,1-6-479-16,4-5-341 0,-4-5-184 16,4 0-120-16,0-12-132 0,-5-7-176 15,2-7-308-15,-6-2-196 0,1-4-169 16,-8-3-211-16,-9 7-352 0,-2 0-972 16,-10 9-2088-16,-7-2-1621 0</inkml:trace>
  <inkml:trace contextRef="#ctx0" brushRef="#br0" timeOffset="113058.036">16905 14897 4484 0,'0'0'9141'0,"-24"69"-7241"16,16-27-1056-16,4 9-296 0,0 9 160 15,4 7 748-15,0-4-84 0,-3 0-372 16,3-9-431-16,0-2-325 0,0-15-244 16,3-8-204-16,1-9-201 0,0-12-31 15,0-4-124-15,0-4-52 0,0-7-440 16,4-5-916-16,-4-6-2156 0,0 1-1801 0</inkml:trace>
  <inkml:trace contextRef="#ctx0" brushRef="#br0" timeOffset="113371.39">16937 15284 6868 0,'0'0'8177'0,"0"0"-6505"0,0 0-664 0,0 0-244 0,99 0 64 16,-67-3 112-16,4-4 108 15,-4-2-463-15,-4-4-317 0,3 1-116 16,-3-1-152-16,-3 4-156 0,-5-1-441 15,-9 4-119-15,-3 2-140 0,-8 4-136 0,0 4-356 16,-11 8-788-16,-6 11-696 0,-6 5-1577 16,-9 4 65-16,0 3 1556 0,0-1 2420 15,-4 2 368-15,0-1 248 0,4-4 1032 16,4-2-812-16,4-3 5804 0,9-5-3651 0,7-2-181 16,4-5-560-16,4-5-628 0,8-4-384 15,7 2 44-15,9-7-188 16,4-2-360-16,8-8-116 0,5-6-68 0,2 0-180 15,-3-3-60-15,-5 0-528 0,-3 3-356 16,-4 3-152-16,-8 5-184 0,-8-3-560 16,-3 8-1052-16,-9 3-2821 0,-4 3-398 15</inkml:trace>
  <inkml:trace contextRef="#ctx0" brushRef="#br0" timeOffset="113641.869">16267 16018 5428 0,'0'0'7781'0,"0"0"-6017"0,0 0-908 16,0 0-436-16,0 0-36 0,0 0 824 0,0 0 284 15,100-3-344-15,-64-4-476 16,0 4-260-16,4-4-240 0,-1 1-108 16,-2-3-64-16,-2-1-4 0,-3-7-108 0,-4 3-396 15,0-2-224-15,-8-4-172 16,0 1-192-16,-9 4-340 0,2-1-916 0,-5 6-1673 16,-8 1-1291-16</inkml:trace>
  <inkml:trace contextRef="#ctx0" brushRef="#br0" timeOffset="113811.79">16495 15973 1188 0,'0'0'848'0,"0"0"-300"16,-41 76 6220-16,26-34-4807 0,7 2-497 0,0 4-304 15,4-1-8-15,4 2-112 0,0-2 40 16,0-6-252-16,7-6-296 0,-2-7-372 16,3-9-160-16,0-6-252 0,-4-3-192 15,-1-10-40-15,6 0-136 0,-5 0-308 16,0-13-544-16,0-3-1184 0,-4 3-3617 15,0-12 1769-15</inkml:trace>
  <inkml:trace contextRef="#ctx0" brushRef="#br0" timeOffset="113957.847">16566 16196 1748 0,'0'0'9729'0,"0"0"-5809"16,0 0-3024-16,0 0-508 0,84 19 108 15,-56-16 224-15,-1-3 232 0,1 0-868 16,4-7-84-16,0-6-960 0,0-2-384 15,-4 5-1380-15,4-12-4769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32767" units="deg"/>
          <inkml:channel name="T" type="integer" max="2.14748E9" units="dev"/>
        </inkml:traceFormat>
        <inkml:channelProperties>
          <inkml:channelProperty channel="X" name="resolution" value="3854.94116" units="1/cm"/>
          <inkml:channelProperty channel="Y" name="resolution" value="5461.1665" units="1/cm"/>
          <inkml:channelProperty channel="F" name="resolution" value="91.01945" units="1/deg"/>
          <inkml:channelProperty channel="T" name="resolution" value="1" units="1/dev"/>
        </inkml:channelProperties>
      </inkml:inkSource>
      <inkml:timestamp xml:id="ts0" timeString="2023-06-27T08:16:54.523"/>
    </inkml:context>
    <inkml:brush xml:id="br0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1764 4591 7292 0,'0'0'2876'16,"0"0"-1815"-16,0 0-777 0,0 0-68 15,0 0 104-15,0 0 208 16,0 0 172-16,0 0 152 0,0 0-64 0,-28-63-224 0,28 59-124 15,0 4-72-15,0 0 8 16,0 0-16-16,0 0 0 0,0 0 0 16,0 0-52-16,0 0-48 0,0 0 0 0,0 0-64 15,0 0 0-15,0 0-60 16,0 0 0-16,0 0-24 0,0 0-64 0,0 0 12 16,0 0 4-16,0 0-16 0,0 0-44 15,0 4 56-15,0-4-12 0,0 0 40 16,0 0-4-16,0 0-20 0,0 0 32 15,0 0-36-15,0 0-48 0,0 0 0 16,0 0-8-16,0 0 12 0,0 0-4 16,0 0 36-16,0 0-48 0,0 0-8 0,0 0-40 15,0 0 40-15,0 0-44 16,0 0 4-16,0 0 36 0,0 0-48 0,0 0 56 16,0 0 4-16,0 0-8 0,0 0 8 15,0 0 8-15,0 0-8 0,0 0 48 16,0 0-36-16,0 0 36 0,0 0 16 15,0 0-60-15,0 0 8 0,0 0 0 16,0 0-8-16,0 0 40 0,0 3-44 0,0-3 0 16,0 0 0-16,0 0 4 0,0 0-4 15,0 0 4-15,0 0-4 0,0 0-4 16,0 0-8-16,0 3-48 0,0-3-88 16,0 2-24-16,0 2 24 0,0 5 16 0,0 3 132 15,0 5 60-15,9 8-56 0,-5 7 48 16,4 6-44-16,-5 13-16 15,5 9 72-15,1 10-52 16,-1 12-8-16,-1 8 44 0,1 5-48 0,1-3 4 16,-2-2 48-16,-3-5 12 0,0-6-56 0,0-6 0 15,1-6-4-15,-5-4 56 0,0-5-56 16,0-1 56-16,0-7-60 0,0-1-4 16,0-5 0-16,0-6 4 15,0-4-8-15,0-8 8 0,0-4-72 0,0-13-28 16,4-2-72-16,-4-7-36 0,3 0-112 15,-3 0-132-15,0-7 8 0,0-5-100 16,0-7-240-16,0-10-256 0,0-5-260 0,0-14-1044 16,-3 10-1905-16,-10-29-2251 0</inkml:trace>
  <inkml:trace contextRef="#ctx0" brushRef="#br0" timeOffset="342.904">1736 4851 6976 0,'0'0'4229'0,"0"0"-3289"0,0 0-608 15,0 0 52-15,28-83 736 0,-11 64 144 16,-2 4-240-16,5-5-252 0,4 4-300 16,4 2-76-16,0-3-148 0,4 4-48 0,-5 4-4 15,6 6-36-15,-6 3-152 16,-3 0-8-16,0 9 0 0,-7 7-72 0,2 6-116 15,-6 10 188-15,-2 6 52 0,-3 10-52 16,-4-1-24-16,-4 8 20 0,0-8-4 16,-8-2-4-16,0-4 0 0,-4-6 12 15,-4-9-12-15,5-5-60 0,-2-2-188 16,-2-6 24-16,6-3 52 0,-2-4-40 0,-1-3-64 16,3 0-36-16,2-3 52 0,-5 0-120 15,3 0-136-15,2 0-428 16,-1-10-504-16,0-2-901 0,-1-4-1587 0,6 4-1156 0,-1-13 3273 15</inkml:trace>
  <inkml:trace contextRef="#ctx0" brushRef="#br0" timeOffset="603.231">2370 4820 6472 0,'0'0'4657'0,"0"0"-3925"0,0 0-256 0,0 0 228 16,0 0 632-16,0 0-152 0,0 0-340 0,56 78-220 15,-56-52-188-15,0 3-212 0,0 3-16 16,-4 3-144-16,-1-1 48 0,2-2-104 0,-5-7-8 16,4-2 0-16,0-10 60 0,4-7 40 15,0-3 8-15,0-3 92 0,0 0-28 0,0 0 100 16,0-3 144-16,0-3-24 16,8-5-124-16,0-1-132 0,4-7-136 15,4 0-36-15,-4-6-136 0,7 2-132 0,-6-2-212 16,6 3-112-16,-2 3-360 0,3-4-652 15,-5 5-912-15,6-2-1529 16,-6 5-671-16,-2 5 796 0</inkml:trace>
  <inkml:trace contextRef="#ctx0" brushRef="#br0" timeOffset="902.763">2709 5032 5412 0,'0'0'3908'0,"0"0"-2059"0,4 79-1093 0,3-50-240 15,-3-1 556-15,5-2 156 0,-5-10-120 16,4-10-240-16,-1 1-308 0,2-7 196 0,3 0-176 15,-5-7-160-15,10-2-88 16,-2-7 0-16,2-7-332 0,-2 2-100 0,5-9-120 16,-3 2-52-16,-6-4 52 15,1 4 36-15,-4 2 12 16,-4 4 48-16,0 7 124 0,-4 2 48 0,0 3 260 0,-4 3-96 16,-8 5-104-16,-4-1 64 0,4 3 136 15,-4 0 60-15,0 0-124 0,4 3-124 0,-4 3-108 16,8 3-12-16,-3 1-60 15,3-1-100-15,-1 1-84 16,5 0-72-16,4-1-52 0,-3 1-64 0,3-1-320 16,0 4-380-16,3 0-952 0,5-4-976 0,5-6-2077 15,-2-3-535-15,2 0 5356 0,6-12-255 16</inkml:trace>
  <inkml:trace contextRef="#ctx0" brushRef="#br0" timeOffset="1181.078">3051 5016 3068 0,'0'0'4496'16,"0"0"-1684"-16,0 0-1367 0,0 0-293 15,49 82 168-15,-46-59 144 0,1-8-172 0,0-1-460 16,0-5-364-16,0-7-244 0,5-2-148 16,-2 0 20-16,1 0 236 0,4-5 72 15,4-8-36-15,4 1-236 0,3-5-132 16,-2-1-112-16,-1-5 16 0,-1 1-124 16,-2 0-76-16,-2 0 16 0,-2 3 32 0,-2-1 12 15,-7 8 16-15,0-1 48 0,-4 4 172 16,0 3 36-16,-8 2 160 15,-3 1-36-15,-10 3-108 0,1 0 32 0,-3 0 92 16,-1 3-128-16,0 7-36 0,0 3-12 16,4 6-4-16,0 0-44 0,5-1-52 15,2 2-84-15,1-1 12 0,9-4-76 0,-1-2-136 16,4 1-324-16,0-12-432 16,0-2-856-16,7 0-832 0,5-9-1181 15,1 2-1247-15,6-15 4980 0</inkml:trace>
  <inkml:trace contextRef="#ctx0" brushRef="#br0" timeOffset="1324.377">3530 4909 6004 0,'0'0'3956'16,"0"0"-2011"-16,0 0-1113 0,0 0 188 0,95 0 196 15,-79-4-372-15,0-3-400 16,0-2-44 0,-4-3 108-16,4-1-160 0,-4-3-348 0,4-3-136 15,-5 0-724-15,6 0-284 0,-10-4-260 0,6 4-792 0,-9 6-1085 16,0-2-2355-16</inkml:trace>
  <inkml:trace contextRef="#ctx0" brushRef="#br0" timeOffset="1547.261">3633 4559 2552 0,'0'0'104'16,"0"0"7236"-16,0 0-5751 0,0 0-693 16,0 0 0-16,0 0 360 0,-8 92 104 0,8-54-84 15,0 7-100-15,0 2-364 0,0 7 144 16,0 3-384-16,0 4-400 0,0 2-112 15,0 5-48-15,0 1-4 0,-3 1-8 0,3 3-108 16,0-3-16-16,0-4 76 16,0-2 44-16,0-7-384 0,0-7-200 0,-9-5-76 15,1-1-160-15,-3-8-128 0,-2-1-388 16,-2-4-948-16,-9-5-901 0,3-7-2931 16,-18-4 1721-16</inkml:trace>
  <inkml:trace contextRef="#ctx0" brushRef="#br0" timeOffset="1943.531">1350 5775 6168 0,'0'0'6029'0,"0"0"-5481"16,0 0-264-16,0 0 528 15,0 0 176-15,0 0-320 0,0 0 24 16,0 0 124-16,0 0-72 0,84-53-212 0,-48 46-148 16,7 1-64-16,9 2 72 0,4 2-12 15,4-5-12-15,8 3 32 0,7-2-56 16,5-3-112-16,8-1-136 0,4 0 24 0,3-2 52 16,5-1-88-16,3-3 24 15,1 0 4-15,-1 4-112 0,5-4-36 0,-1 3-52 16,9 4 16-16,0 2 72 0,3 4 0 15,4 3 12-15,-7 0-12 0,0 0 60 16,-4 7 88-16,-9-4-27 0,-4 3-97 16,-7-1-12-16,-8 0-12 0,-5 1 60 15,-3-3 16-15,-8 0-64 0,-8-3-12 16,-4 3-44-16,-9-3-201 0,-7 0 37 0,-4-6-156 16,-8-1-232-16,-4-2-236 15,-5-3-148-15,2-4-740 0,-14 2-2688 16,-3-14-5045-16</inkml:trace>
  <inkml:trace contextRef="#ctx0" brushRef="#br0" timeOffset="2121.765">4816 4997 16585 0,'0'0'2748'0,"0"0"-1992"15,0 0-412-15,0 0 72 0,0 0-236 0,0 0-56 16,0 0-124-16,80 67-156 0,-72-54-684 16,-4-1-376-16,1 2-352 0,-5 11-3504 15</inkml:trace>
  <inkml:trace contextRef="#ctx0" brushRef="#br0" timeOffset="2268.682">4892 5426 14397 0,'0'0'5204'0,"0"0"-4848"0,0 0-236 0,0 0-108 16,0 0 356-16,0 0-368 0,0 0-24 15,0 0-1236-15,0 0-856 0,0 0-4285 16</inkml:trace>
  <inkml:trace contextRef="#ctx0" brushRef="#br0" timeOffset="12825.554">6697 4784 1472 0,'0'0'6736'16,"0"0"-5172"-16,0 0-504 0,0-82-43 16,5 59-5-16,-5 1 172 15,3 3-208-15,1 4-84 0,-4 2 24 16,4 4-268-16,0 2-128 0,0 4-124 0,0 3-152 16,4 0-168-16,4 12 24 0,4 4 280 15,0 10 208-15,4 8-284 0,-1 15-32 0,2 11-140 16,-5 9-20-16,-1 10-40 15,2 11-68-15,-2 1 52 0,-3-1-52 16,4-8-4-16,0-12 0 0,-4-9-8 0,4-14 0 16,-4-9 8-16,4-12-12 0,0-10-36 15,-1-4 44-15,6-10-44 0,-1-2 12 16,-1-8 20-16,2-9 16 0,-1-8-96 16,3-7-124-16,-7-9 12 0,5-3 48 0,-10-3 4 15,5-2 80-15,-8-4-32 16,0-4-16-16,0-3-48 0,-8-1-12 0,0 4-76 15,0 3 140-15,0 7 8 0,0 11 64 16,4 11 48-16,-4 9-4 0,3 10-52 0,2 6-20 16,3 3 76-16,0 10 368 15,3 9 76-15,2 10-28 0,-5 3-196 16,-1 9-108-16,2 1-40 16,-5 2-12-16,0-3 4 0,0-5-60 0,3-4-4 15,2-7 60-15,-5-6 76 0,4-6 32 16,-1-6-32-16,1-7-52 0,1 0 40 0,-2-3 68 15,1-3 188-15,5-7-128 0,2-6-55 16,2-6-41-16,2-6-44 16,1-4-112-16,0-7-44 0,-4 6-80 0,4-6-93 0,-5 4-63 15,2-3-136-15,-2 0-56 0,6 0-80 16,-1-4-132-16,-5 1-68 0,6 0-360 16,-2 3-728-16,1 0-692 0,-3 9-1373 15,-2 0-703-15,-7 14 13 16</inkml:trace>
  <inkml:trace contextRef="#ctx0" brushRef="#br0" timeOffset="13027.175">7968 4766 10184 0,'0'0'5769'0,"0"0"-4865"16,0 0-564-16,0 0 252 0,76 22 816 15,-48-16-308-15,3 1-196 0,1-5-272 16,8-2-387-16,0 0-161 0,4 0-84 0,-5-6-84 16,2-7-333-16,-2 4-359 0,1-5-20 15,-8 2-160-15,0-1-412 0,-4 1-984 16,-8 2-2257-16,-9 1-2939 0</inkml:trace>
  <inkml:trace contextRef="#ctx0" brushRef="#br0" timeOffset="13197.578">8330 4823 7348 0,'0'0'5273'0,"0"0"-4557"0,-36 80-360 16,21-40 484-16,3 5 732 0,0-1-84 0,0 1-252 15,4-5-316-15,4-1-396 0,0-4-400 16,4-6-124-16,0-4-100 16,0-13-364-16,8 1-504 15,4-13-144-15,8 0-220 0,7-13-736 0,-6 1-1921 16,22-23-2759-16</inkml:trace>
  <inkml:trace contextRef="#ctx0" brushRef="#br0" timeOffset="13474.97">8889 4756 104 0,'0'0'9384'0,"0"0"-4891"0,0 0-3405 16,0 0-484-16,0 0 452 0,-41 70 460 16,22-42-52-16,-1 4-244 0,0-4-404 0,0 5-331 15,8-5-169-15,4 0-112 16,4-2-192-16,4-4-12 0,0 0-12 15,8-6 0-15,4 0-64 0,4-4 76 0,-5 2 12 16,10-2 28-16,-1 1-40 0,-5-1-60 16,6 1 56-16,3 3 0 0,-5 0 4 0,-3-3 84 15,0-1-84-15,-7 1 0 16,-6-3-60-16,-3 2 48 0,0 1 0 16,-7-1-84-16,-6 1 24 0,-6-3-76 15,-1 3-92-15,-8-7-41 0,-4 1-59 0,-4-7-184 16,-4 0-112-16,-8 0-72 15,-4 0-200-15,-8-11-852 0,17 6-2664 0,-25-15-3117 16</inkml:trace>
  <inkml:trace contextRef="#ctx0" brushRef="#br0" timeOffset="13961.333">10295 4692 9308 0,'0'0'2889'0,"0"0"-1957"0,0 0-472 0,0 0 100 16,95 76 1016-16,-63-34-384 16,0 9-24-16,-4 5-160 0,0 8-272 15,0 0-160-15,-4 0-188 0,0-7 100 0,-1-3-280 16,-3-10-208-16,5-10-124 0,-1-11-92 16,-5-8-260-16,5-4-36 0,-4-11-52 15,5-4-148-15,-6-8-236 0,9-10-672 16,-4-3-968-16,-9-2-1869 0,2-10-927 15</inkml:trace>
  <inkml:trace contextRef="#ctx0" brushRef="#br0" timeOffset="14122.314">10849 4794 300 0,'0'0'10620'0,"0"0"-8799"0,0 0-1117 0,0 0-160 16,-68 67 432-16,40-32 244 0,-4 3-220 15,0 3-240-15,0 4-180 0,-3-1-28 0,3 1-148 16,0-4-148-16,0-3-256 0,8-6-100 15,4-7-352-15,8-6-40 16,1-10-152-16,2-5-160 0,9-4-424 0,-4-13-1464 16,0-6-3193-16,4 3-1243 0</inkml:trace>
  <inkml:trace contextRef="#ctx0" brushRef="#br0" timeOffset="14424.259">11020 4340 10496 0,'0'0'2365'16,"0"0"-1293"-16,0 0-224 0,0 0 740 0,79-31-380 15,-70 27-516-15,-5 4-360 16,4 0-208-16,-5 4-124 0,1 1 0 16,0 9-8-16,-4 0 8 0,0 12 40 15,-4 2-40-15,-3 5-48 0,-1-2 36 0,-5-2 12 0,6-7 0 16,3-2 48-16,0-9 16 0,0 0-16 15,4-5 12-15,0 1 112 16,0-5-48-16,4 5-28 0,4-4 4 16,-1 1-28-16,6 2-8 0,2-6-28 0,9 3-36 15,1-3-72-15,6 0-88 0,1 0-224 0,4 0-304 16,0 0-452-16,-1-3-1008 16,-7-1-2973-16,13 2-4319 0</inkml:trace>
  <inkml:trace contextRef="#ctx0" brushRef="#br0" timeOffset="14641.439">11590 4968 7748 0,'0'0'10745'15,"0"0"-9969"-15,0 0-592 0,0 0-184 16,0 0 624-16,83 13 12 0,-58-13-76 15,3 0-72-15,0-6-259 0,7-3-193 16,1-1-36-16,4-6-289 0,-5 4-723 16,2-5-172-16,-5-2-492 0,-4 6-2664 0,4-9-4409 15</inkml:trace>
  <inkml:trace contextRef="#ctx0" brushRef="#br0" timeOffset="14994.779">12327 4591 13685 0,'0'0'2928'0,"0"0"-2020"0,0 0-472 0,0 0 132 15,80-3 168-15,-65-1-148 16,2 4-208-16,-2 0-236 0,-2 0-144 16,-6 4-48-16,1 2-124 0,1 3-24 0,-9 7 12 15,0 3 136-15,-5 3 48 0,-7 4 8 16,-3 5 64-16,-2-1 40 0,-3 1-64 0,5-2-12 15,-2-4-36-15,10-3-8 0,3-3-88 16,4-3-16-16,0 4 64 0,11-5-28 16,2 1 76-16,2 3 0 0,9-3-48 15,1 3-24-15,-1 3 72 0,-1-3 220 16,1 0 108-16,-8-3-328 16,0 0 0-16,-4 1-4 0,-4-6 4 0,0 9-8 0,-4-4 8 15,-4-5 100-15,0 6-40 16,0-4-48-1,-12-1 0-15,0-2-12 0,-4 0-112 0,-4-4-184 16,-4 0-168-16,-3-3-188 0,-5 1-212 0,-1-1-540 16,-6-3-1464-16,7-3-3437 0</inkml:trace>
  <inkml:trace contextRef="#ctx0" brushRef="#br0" timeOffset="15611.926">14012 4168 2844 0,'0'0'5028'0,"0"0"-627"0,0 0-2869 15,0 0-444-15,0 0 184 16,0 0 16-16,88 10-104 0,-72 19-16 0,0 12-228 16,-1 9-160-16,-2 8-283 0,-9 12-45 0,0 0-92 15,0 2-8-15,-4 2 0 16,0-2-184-16,0-2-60 0,0-3-108 0,0-7 0 16,0-10-72-16,7-10-12 0,-2-15 72 15,3-6-216-15,3-10 116 0,2-6-56 16,-2-3 12-16,1 0-76 0,4-12 184 15,-4-7-72-15,4-4 24 0,-4-5 84 16,1 0-112-16,-6 2 64 0,-3 3-48 0,4 4 36 16,0 7-28-16,0 6-32 15,-4 6-101-15,8 0 233 0,-5 9 0 0,10 5 221 16,-6 5 59-16,6 6-40 0,-2 0-8 16,-2 0-52-16,2 0-32 0,-2 1-64 15,-2-7-84-15,-3 0-60 0,5-7-12 16,-2 1-88-16,6-7-312 0,-6 1-113 15,6-3-155-15,2-4-372 16,5 0-844-16,-8-4-2000 0,16-5-1717 0</inkml:trace>
  <inkml:trace contextRef="#ctx0" brushRef="#br0" timeOffset="15924.461">14901 4807 7656 0,'0'0'5953'0,"0"0"-4281"0,0 0-996 16,0 0-68-16,-96 35 484 0,72-7 304 15,-4 11 72-15,4 1-176 0,0 2-199 16,9-1-273-16,3-6-264 0,3-10-232 0,6-3-312 16,3-8-12-16,0-8-168 0,3-6-48 15,6 0 24-15,7-3 92 0,8-7 4 16,4-8-168-16,3-12-136 0,-3 2-132 16,4-7-24-16,0 3 31 0,-8 3 113 15,3 8 96-15,-6 2 20 0,-1 8-32 16,-5 5 72-16,-2 6 196 0,-6 0 60 0,1 11 488 15,0 0 156-15,-3 9-48 16,-1-1-195-16,-4 3-49 0,0 0-60 0,3-3-72 16,-3 0-220-16,4-6-52 0,0 0-80 15,4-7-60-15,4-3-489 0,0-3-159 16,4-3-24-16,0-10-548 0,4-3-1712 16,-4 1-3565-16</inkml:trace>
  <inkml:trace contextRef="#ctx0" brushRef="#br0" timeOffset="16176.165">15442 4717 4256 0,'0'0'10169'0,"0"0"-8149"16,0 0-1176-16,0 0-160 0,0 0 684 15,-39 67-108-15,23-44-168 0,4-4-335 16,4 0-421-16,0-7-252 0,8 1-84 0,0-4-4 16,4 1-56-16,8 4 52 0,0-6-4 15,0 2-48-15,-1 0 52 16,6-1 8-16,-6-2-4 0,-2 2-4 0,3-4 8 15,-5 6-4-15,-3-2 4 16,5-2-8-16,-9 2-52 0,0 1 56 16,0-1 4-16,0 1-120 0,-5 2-88 0,-6 1-72 15,-5 3-33-15,0 1-31 0,-8-3-80 16,-1 2-136-16,-2 1-88 16,-1-5-248-16,-3 1-888 0,6-3-2012 0,-19-4-1529 0</inkml:trace>
  <inkml:trace contextRef="#ctx0" brushRef="#br0" timeOffset="16824.119">16610 4728 8776 0,'0'0'3265'15,"0"0"-1589"-15,0 0-968 0,0 0 340 16,0 0 444-16,0 0-88 0,56 82-348 15,-56-41-260-15,0 4-260 0,-8-1-156 16,-5 4-188-16,6-7-32 0,-1-9-80 0,4-7-80 16,0-8-144-16,4-9-40 0,0-5-36 15,0-3-36-15,12-3 44 0,-1-10 204 16,6-6-44-16,3-6-156 0,-4-6 40 16,4 2 128-16,-5-4 40 0,2 3 52 0,-2 2-52 15,2 2 4-15,-2 3-8 16,1 11 8-16,-4 2 60 0,-3 7 8 15,-2 3 16-15,1 6 132 0,0 4 156 0,-3 2-60 16,-2 4-60-16,1 3-100 0,0 0-20 16,0 4-3-16,-4-4 3 15,4-4-40-15,0 2-72 0,-4-5-24 0,0 1-120 16,4-3-309-16,-4-4-371 0,4 0-140 16,0 0 8-16,4-6-600 0,0 0-1332 15,8-3-1917-15,0-9 37 0,0-8-204 0,-1 5 4948 16,6-14-64-16</inkml:trace>
  <inkml:trace contextRef="#ctx0" brushRef="#br0" timeOffset="17076.031">17136 4884 4072 0,'0'0'484'0,"0"0"6357"0,0 0-4821 16,0 0-660-16,0 0 24 0,76 84-124 15,-65-55-304-15,-2-6-36 0,-1-1-60 16,-4-7-164-16,3-5-332 0,1-7-132 16,9-3-52-16,-2 0 89 0,1-9-25 15,8-7-40-15,-4-6-68 0,0-4-136 0,0-3-172 16,0 1 64-16,-8 2 60 15,0 1 40-15,-5 6 4 0,2 0-56 16,-9 3 56-16,0-3-4 0,-5 4-36 0,-6-2-28 16,-5 5-61-16,0-1-111 0,-4 3 36 15,4 8-8-15,5-3-76 0,-6 5 0 16,6 7-76-16,-2 5 36 0,5 2 4 16,1 5 132-16,-2-3-112 0,1 3-456 0,4 0-328 15,4-3-560-15,0-1-512 16,0 2-881-16,0-4-2195 0</inkml:trace>
  <inkml:trace contextRef="#ctx0" brushRef="#br0" timeOffset="17548.044">17822 4879 4592 0,'0'0'10081'0,"0"0"-7853"15,0 0-1632-15,0 0-160 16,0 0 280-16,0 0 412 0,0 0-260 0,0 0-212 16,0 0-47-16,0 0-305 0,99 13-184 15,-71-13-120-15,0 0-256 0,-5-6-173 16,5-3-239-16,-4-1-308 0,0-3-264 0,0 4-1104 16,-8-1-3405-16,-4-2-4779 15</inkml:trace>
  <inkml:trace contextRef="#ctx0" brushRef="#br0" timeOffset="17874.772">18312 4660 8884 0,'0'0'4653'0,"0"0"-3409"16,0 0-956-16,0 0 216 0,0 0 480 0,0 0 24 15,83-3-304-15,-67 6-200 0,0 1-60 16,4 2-200-16,-5 1-204 0,2 0-40 15,-6 1-52-15,-2 5-32 0,-1 3-28 16,-8 5-84-16,0 5-12 0,-4 7 24 0,-9-2 84 16,2 4 0-16,-6 1 100 0,2-3 76 15,3-1 144-15,0-6 272 0,8-4 12 16,0-3-100-16,4-3 252 0,0-3-44 16,4-4-187-16,4 2-109 0,8-6-24 0,-1 2-52 15,10-5-72-15,-1-2-168 0,8 0-60 16,-1-12-144-16,1-4-184 15,4-3-209-15,-4 0-279 0,3-3-236 0,-7 0-352 16,4 2-1080-16,-8-1-2173 0,-7 5-2431 16</inkml:trace>
  <inkml:trace contextRef="#ctx0" brushRef="#br0" timeOffset="18168.955">18857 4914 80 0,'0'0'12061'0,"0"0"-10377"16,0 0-1112-16,0 0 172 0,0 0 368 15,0 0-92-15,0 0-164 0,0 0-128 0,92 17-336 16,-64-34-208-16,-4-5-184 0,4-3-164 16,0-4-252-16,0 4 8 0,-5-4-12 15,-3 6 12-15,-4 2 172 0,-8 5 112 0,0 1 124 16,-8 4 112-16,0 2-24 0,-12 4 308 16,0-2 112-16,-4 0-152 15,0 7-184-15,-3 0 100 0,2 7 44 0,-2 8 16 16,-1 4 24-16,-1 10 192 0,6-1 172 0,-5 5-211 15,-1 1-49-15,6 1 12 16,-1-2 36-16,4-5-252 0,0-3-220 16,8-9-36-16,0-3-84 0,4-10-72 0,0 0-220 15,4-3-48-15,0 0-184 0,8-3-265 16,0 0 81-16,4-7-632 0,4 1-940 16,-8-1-2480-16,12-12-1901 0</inkml:trace>
  <inkml:trace contextRef="#ctx0" brushRef="#br0" timeOffset="18607.885">19220 4797 2752 0,'0'0'4072'0,"0"0"2521"0,0 0-5577 16,0 0-344-16,0 0 788 0,0 0 4 15,28 70 16-15,-28-45-296 0,-4-3-260 0,0 0-171 16,0 1-353-16,-1-7-168 16,5-3-220-16,0-4-12 0,0-3-68 0,0-6-44 0,0 0-176 15,9 0-64-15,3-6-61 16,-1-3 253-16,9-4-180 0,1-6-256 15,-2-3-184-15,9 2-8 0,-4-2-148 0,4 0-328 16,0 3 548-16,-4 0-768 0,-1 0-1512 16,1 3-2201-16,-3 3 669 15,3 7 2533-15,-1 3 1995 0,-7 3 0 0,1 9 1771 16,-9 8-35-16,-1 2 532 16,-3-1 408-16,0 5-348 0,0-5-311 0,1-1 343 15,-1-4-700-15,-1-8-828 0,1 2-288 16,0-7 100-16,4 0 32 0,0 0-272 15,4-10-88-15,3 2-132 0,6-11-160 16,-1-1-24-16,4-2-244 0,-5-4-100 0,6 4 76 16,-10 0 84-16,-2 6 0 0,-6 0 72 15,-3 7 112-15,-4-1 52 0,0 0-4 0,-8 4 100 16,-3 3 208-16,-6 3-200 16,2 0 4-16,-9 3-36 0,0 9-4 15,0 2 4-15,-4 4-64 0,4 1-60 0,-3 1-44 16,2 2-68-16,1-3-68 0,0 3-556 15,1 0-300-15,3 3-252 16,-4-2-768-16,8-4-1876 0,-8 9-2821 0</inkml:trace>
  <inkml:trace contextRef="#ctx0" brushRef="#br0" timeOffset="19050.573">20758 4673 8008 0,'0'0'2704'15,"0"0"-879"-15,0 0-601 0,0 0-236 16,0 0 384-16,80 55 80 0,-65-22-168 16,-2 7-204-16,-5-3-240 0,-5 4-132 15,5-3-283-15,-8-6-257 0,8-3-168 0,-3-10-76 16,-1-3-213-16,-1-9-331 0,-3-4-64 16,4-3-172-16,0 0-324 0,-4 0-1200 15,4-16-3121-15</inkml:trace>
  <inkml:trace contextRef="#ctx0" brushRef="#br0" timeOffset="19425.964">20981 4584 3940 0,'0'0'10297'0,"0"0"-8533"0,0 0-1408 0,0 0-120 16,0 0 412-16,0 0 280 0,0 0-520 15,0 0-408-15,0 0-12 0,87-12-172 16,-70 12-248-16,-6 3-352 0,6 4-100 15,-9 5 52-15,3 4-620 0,-3 6-348 16,-3 3-221-16,-5 4 961 0,0-4 1060 0,0 4 1024 16,0-1 345-16,0-2-217 0,-5 0-16 15,1-4 168-15,4-7 44 0,0-2-340 16,0-4-268-16,0-2-160 0,4-7-24 16,5 0-56-16,2 0-108 0,6-2-12 15,2-5-136-15,5-6-88 0,4 0-20 16,0-3-136-16,0 1-4 0,0-2-108 0,-5 8-20 15,1-1 20-15,-4 7-56 0,-4 3 32 16,0 3-8-16,-4 7 144 16,0 3 144-16,0 3 148 0,-4-1-72 0,0 1-84 15,-4 3-112-15,4-3-24 0,0 4-60 16,4-8-100-16,0 1-424 16,3-4-212-16,2 1-188 0,3-4-316 0,-9-4-1136 15,17-2-2961-15</inkml:trace>
  <inkml:trace contextRef="#ctx0" brushRef="#br0" timeOffset="20008.403">23145 4298 4000 0,'0'0'10485'16,"0"0"-8505"-16,0 0-1520 0,0 0-336 15,0 0 276-15,0 0 84 0,0 0-104 16,0 0-108-16,-56 80 96 0,39-26 176 15,-2 10 312-15,-1 8-124 0,-8 11-116 0,4 2 77 16,-4 8 35-16,0-8-328 0,9 2-136 16,6-18-84-16,5-5-80 0,8-13-92 15,12-13 0-15,8-10 64 0,12-9-60 0,4-10 108 16,8-9-12-16,3-2-84 0,9-18-24 16,0-5-96-16,4-10-12 15,0-6-84-15,0-6-52 0,-4-8-8 0,4 2-52 16,-9-8 28-16,1 0-64 0,-5-2-144 15,-10 0-17-15,-2-4 5 16,-7-3-40-16,-8-4 72 0,0 2-4 16,-12 5 164-16,-5 4 44 0,-3 9 200 0,-3 13 60 0,-9 12 368 15,-8 7 108-15,4 12-8 0,-8 8-276 16,0 2 164-16,0 6 20 16,-8 13-36-16,0 6-59 0,-7 10-109 0,-1 3-64 15,-4 6-48-15,0 1 60 0,5-1 16 16,-6 2-136-16,6-6-52 0,3 2-284 15,4-11-273-15,1 1-231 0,3-7-152 0,11-6-680 16,2-6-1244-16,6-7-1421 0,9-6-611 16,0 0-835-16,0-15 5783 0</inkml:trace>
  <inkml:trace contextRef="#ctx0" brushRef="#br0" timeOffset="20292.86">23264 4423 5928 0,'0'0'1572'15,"0"0"4177"-15,0 0-3885 0,0 0-1224 0,0 0 304 16,0 0 384-16,8 75-404 15,-8-39-224-15,-12 2-52 0,4 6 120 0,-4-3 13 16,0 4-225-16,0-5-68 0,0 6-140 16,-4-5-276-16,5 0-72 15,-6-2-120-15,6-5-180 0,-2-2-188 0,2-4-105 16,3-2-187-16,-1-10-280 0,9-7-364 16,0-2-188-16,0-7 296 15,4-7-88-15,5-5-572 0,2-4 19 0,2-3 1301 16,6 3 656-16,-2 0 476 0,2 9 312 15,1 0 369-15,0 7 59 0,4 0 208 16,0 5 164-16,4 4-356 0,3 4-328 0,5-4-104 16,-4 4-112-16,4 0-188 0,0-4-256 15,-4 4-196-15,0-4-48 0,0 1-116 16,0-4-608-16,0 3-652 0,-4-2-572 16,-9-1-2476-16,5 5-4065 0</inkml:trace>
  <inkml:trace contextRef="#ctx0" brushRef="#br0" timeOffset="20993.307">24567 4394 4860 0,'0'0'976'0,"0"0"3396"0,0 0-3287 15,0 0-521-15,0 0 424 0,0 0 640 16,0 0 20-16,0-66-596 0,0 62 4 15,-4 4-208-15,-1 0-160 0,5 0 8 16,-3 0-148-16,-1 0-36 0,-4 7 37 16,-4 2-297-16,-4 7-104 0,-4 6-16 0,4 13 60 15,-8 9 112-15,4 4-4 16,4 13 148-16,0-1-120 0,4 6-136 0,5 1-132 16,-2 0-48-16,1 3-12 0,4-5-8 15,4-3-52-15,0-15-156 16,8-6-64-16,9-12-104 0,7-8 44 0,8-10 36 15,3-8 88-15,5-3-172 0,4-7-257 16,-4-5-499-16,-5-8-868 0,-3 5-1928 16,-11-1-1313-16,-2-3-2523 0</inkml:trace>
  <inkml:trace contextRef="#ctx0" brushRef="#br0" timeOffset="21474.633">24893 4721 9168 0,'0'0'5849'0,"0"0"-5009"16,0 0-472-16,0 0 656 0,24 89 756 16,-16-57-264-16,5-4-384 0,-2 5-291 15,6-5-297-15,-2-3-208 0,9-6-56 16,-4 0-64-16,4-6-20 0,3-7-88 16,1-3-64-16,-3-3-44 0,-1 0-12 15,-1 0-36-15,-7-6-12 0,1-3-72 16,-6-1-28-16,1 0-8 0,-3 1 12 15,-2-4 8-15,-3 1-44 0,0-4-12 0,-4-4 8 16,4-2-56-16,-4-3-4 0,0-4-36 16,0-3 111-16,0-3-15 15,-4 1-8-15,0-2-40 0,0 5 24 0,-3-1 24 0,2 4 24 16,-3 3-8-16,4-1-16 16,0 6 36-16,0 1-12 0,1 7 164 15,3-1-36-15,0 0 44 0,0 4 0 0,0-4 48 16,7 4-48-16,5-1 148 0,4-2-40 15,0 2 4-15,8-3-16 0,0 1 4 0,8-1-28 16,0-4 40-16,3 5 8 16,5-1 40-16,0 1-64 0,8 2 28 0,0-2-28 15,-1 2-48-15,5 4-48 0,-8-3 12 16,0 5-4-16,-8-2-8 16,-4 3-48-16,-8 3-48 15,-4 0-28-15,-5 0-60 0,-7 0-168 0,1 0-124 16,-9 0 36-16,0 0-100 0,0 0-584 15,0 3-520-15,-9 0-832 0,5 0-328 0,-15 8-2249 16</inkml:trace>
  <inkml:trace contextRef="#ctx0" brushRef="#br0" timeOffset="21919.064">24774 4124 2296 0,'0'0'10065'0,"0"0"-8177"15,0 0-1156-15,0 0 300 0,0 0 592 16,96-7-512-16,-73 7-484 0,1 4-324 16,-7 3-208-16,-2-5-96 0,-7 5-84 0,1 2-28 15,-6 1 64-15,-3 2-64 0,0 2-156 16,-3 0 108-16,-10 6 36 0,-6 2-36 16,2 0 0-16,2-3 0 0,-2-3 148 15,6-2 4-15,7-2-80 0,4 1-48 0,0-5 36 16,4 6 40-16,7-2 60 0,6 2 4 15,2-5-4-15,1 1-48 16,-4-1 48-16,4-3 12 0,-8 4-12 0,-4-1 0 16,-4 1-148-16,-4 2 136 0,-4 4-96 15,-4 0-4-15,-4 0-76 0,-3 0 28 16,2-3-104-16,2-5-44 0,2 3-560 16,1-5-1080-16,4 1-1901 0,0-5-2503 15</inkml:trace>
  <inkml:trace contextRef="#ctx0" brushRef="#br0" timeOffset="22244.606">25602 4679 13937 0,'0'0'3208'15,"0"0"-2536"-15,0 0-452 0,0 0 436 16,88-6 56-16,-71 6-444 0,-2 0-192 0,-2 0 56 15,-2 4-132-15,-3 3-136 0,-8 5-72 0,0 1 120 16,0 6 88 0,-12 2 112-16,-4 8-108 0,-3-4 44 0,-2 4 0 15,6 0 52-15,-2-1 144 0,6-6-60 16,6 1 36-16,1-8 48 16,4-3 0-16,9 2 72 0,6-8 36 0,9 1-119 15,4-7-197-15,4 0-52 0,8-3-8 0,-1-10-48 16,6-3-157-16,-2-4-283 15,5-2-232-15,-8 0-256 0,4 0-316 16,-4-3-1016-16,-8 6-2829 0,3-16-5027 16</inkml:trace>
  <inkml:trace contextRef="#ctx0" brushRef="#br0" timeOffset="22509.94">26543 4264 8160 0,'0'0'4217'0,"0"0"-2005"0,0 0-712 16,0 0 208-16,64 70 140 0,-44-48-248 0,-1 0-615 15,5 3-381-15,1 4-108 16,-6 3 36-16,5 2-156 0,-4 2-208 16,-4 2-72-16,0 0-88 0,-8 3-8 15,-4 4 0-15,-4 1-72 0,-8 3 24 0,-12 2-72 16,-3-1 112-16,-14 1-308 0,-3 0 28 15,-3-3-16-15,-5-1-68 0,-4 0-200 16,0-5-57-16,-4-4-103 0,1 0-364 0,-5-6-896 16,16-7-2452-1,-32 7-3533-15</inkml:trace>
  <inkml:trace contextRef="#ctx0" brushRef="#br0" timeOffset="30807.53">2299 6572 12449 0,'0'0'4472'0,"0"0"-4112"16,0 0-360-16,0 0 0 0,0 0 260 15,-45 92 336-15,42-45 96 0,-1 17-44 16,0 13-168-16,0 7-76 0,4 9-88 15,0 6-12-15,0 2-60 0,4-2-100 0,0 2-44 16,3-8-100-16,-3-5-24 16,5-12-36-16,-5-12-52 0,4-13-132 0,-5-16-72 15,1-10-148-15,0-8-36 0,1-12-76 16,-5-5-176-16,0-3-200 0,0-16-700 16,0-10-520-16,-5-12-869 0,-3 6-2591 15</inkml:trace>
  <inkml:trace contextRef="#ctx0" brushRef="#br0" timeOffset="31040.802">2127 6829 8716 0,'0'0'4717'0,"0"0"-3817"15,0 0-356-15,0 0 36 0,88-47 576 0,-60 40-372 0,4 4-188 16,0 0-116-16,3 3-72 16,-3 0-64-16,4 0-72 0,-4 0-140 15,-8 3-108-15,-4 0-24 0,-5 4-48 16,-2-1-48-16,-9 6-4 0,-4 5 100 15,0 11 124-15,-13 7-124 0,-10 9-260 0,-1 4-96 16,-8-1 36-16,0-2 60 0,0-10 88 16,4-3-24-16,4-13-64 0,4-6-76 15,9-10-112-15,-1-3-240 0,-1-7-384 0,10-11-1044 16,-1-12-1941-16,0 8-2791 16,4-32 5320-16</inkml:trace>
  <inkml:trace contextRef="#ctx0" brushRef="#br0" timeOffset="31277.567">2673 6769 4440 0,'0'0'8129'0,"0"0"-6857"0,0 0-636 16,0 0 236-16,79 60 224 0,-66-44-140 15,-5 3-76-15,-1 1-104 0,-3 2-260 16,1 3-136-16,-5 3-136 0,0 1-60 16,0 2-100-16,-5-1-36 0,-3-2-40 0,1-6 44 15,-1-6-44-15,4-7 172 16,-1-5 16-16,5-4 156 0,0 0 36 0,0 0 5 15,0-6-141-15,0-7-252 0,0-7-84 16,5-2-256-16,7-10-1 0,3 1 25 16,5-4-60-16,5 2-76 0,-1 3-464 15,7-6-440-15,1 4-764 0,4 4-648 0,-8 6-1645 16,8-3-2347-16</inkml:trace>
  <inkml:trace contextRef="#ctx0" brushRef="#br0" timeOffset="31542.231">3191 6899 6624 0,'0'0'6437'0,"-8"64"-4333"0,4-33-1484 0,0 1-360 16,0 1 396-16,0-8 376 0,4-10-316 0,0-8-272 16,0-4-272-16,8-3-160 0,3-6 220 15,6-11 188-15,7-2 180 16,-5-10-248-16,5-5-352 0,1-4-160 0,-5 3-168 16,-5 3 60-16,-2 10 48 0,-9 4 60 15,0 7 48-15,-4 1 104 16,-8 7-52-16,-9 0 48 0,-3 3-12 0,-3 0 20 15,-1 3 8-15,-4 10 64 0,4 6 56 16,0 3-40-16,4 0-76 0,4 8 52 0,0-8-8 16,8 0-52-16,0-3-184 0,4-6-172 15,4-4-372-15,0-3-160 0,0 0-408 16,8-6-840-16,4 0-2309 0,4-6-3099 0</inkml:trace>
  <inkml:trace contextRef="#ctx0" brushRef="#br0" timeOffset="31775.541">3613 6804 7312 0,'0'0'5229'0,"0"0"-3281"0,0 0-1328 0,0 82-232 15,0-51 684-15,-4-1 616 0,4-2-336 16,0-6-348-16,0-6-420 0,0-5-400 16,4-3-184-16,5-2 0 0,2-2 132 0,-3-1-48 15,4-3-36-15,4 0 40 16,-4-7 20-16,4-2-108 0,0-3 9 0,0-1-9 15,0-6 12-15,-4 0 24 0,-1-4-36 16,2 4-169-16,-2-2-199 16,-7-2-68-16,5 2-100 0,-9 0-296 0,0 0-348 15,0 4-484-15,0 2-1020 0,0 5-1837 16,0 4-2815-16</inkml:trace>
  <inkml:trace contextRef="#ctx0" brushRef="#br0" timeOffset="32192.089">4043 6934 9004 0,'0'0'5805'0,"0"0"-5237"16,0 0-516-16,0 0 324 0,0 0 516 0,0 0 188 15,0 0-472-15,0 0-376 16,0 0-96-16,0 0 24 0,0 0 24 0,96 7-176 15,-76-20-8-15,4-4-84 0,-5 5 84 16,-2-3 0-16,-2 1-100 0,2 3 28 16,-10 0 68-16,2-2-96 0,-5 4 16 15,0 0 84-15,-4 2 40 0,0-6 32 16,-4 4-20-16,-9-1-40 0,2-2 48 0,-6 2-60 16,2 4-84-16,-1 3 4 0,0 3 80 15,4 3 88-15,-4 6-88 0,5 4-96 16,-2 6-4-16,-2 3 100 0,2 7 28 15,2-4 104-15,3 4 40 16,-1-1-24-16,1-2-72 0,5-4-16 16,3-3 16-16,0-3-76 0,0-4-8 0,3-2-4 15,5-1-72-15,5-2 8 0,2 0 64 0,5-5 4 16,4 3-284-16,0-5-16 16,7 0-124-16,-3-7-212 0,4 0-204 0,5-3-20 15,-1 1-116-15,-8 2-2012 16,11-2-2957-16</inkml:trace>
  <inkml:trace contextRef="#ctx0" brushRef="#br0" timeOffset="33023.836">5458 6286 4760 0,'0'0'10109'0,"0"0"-8585"0,0 0-1336 0,-12 77-100 16,12-40 372-16,0 11 136 16,0 3 232-16,0 3-252 0,-8 0-256 15,0 0-88-15,-4-4 40 0,5 2-64 0,-6-11-172 16,5 0-36-16,1-9-124 0,3-6-204 0,0-12 72 15,4-7 180-15,0-3 28 16,0-4-100-16,4 0-184 0,7-6 92 16,6-1 240-16,2 1 0 0,1 0-8 15,8-1-40-15,0 3-76 0,0 4 112 16,-1 0 12-16,1 7 36 0,0 3 140 16,-4 5-44-16,-3 2 216 0,-10-2 8 0,1 4-28 15,-7-3-132-15,-2 0 0 16,-3 1 108-16,-3-3-72 0,-6 7-12 15,-7-9-48-15,4 3-40 0,-4-2-120 16,0-6-12-16,1-2-364 0,7-5-16 0,-1 0-72 16,9 0-208-16,0-12-288 0,0-7-312 15,17-7-44-15,3-4 272 0,3-6 72 0,9 1-48 16,8 4 176-16,8 1 628 16,0 8 204-16,3 6 460 0,-3 14 320 0,0 2 376 15,-4 12-332-15,-8 10-132 16,-8 7-64-16,-4 6 284 0,-5 0-220 0,-3 6-184 15,0 0-64-15,-4-2-28 0,-8 2 88 16,4 0-4-16,-8 0-48 0,0 1-16 16,0-5 16-16,-4 5 213 0,-4-1-141 15,-4 0-224-15,-4 5-192 0,0-6-60 16,-3 2-40-16,-2-5-8 0,1-2 0 0,1-6-4 16,-1-10 4-16,0-3 16 15,4-6 36-15,-4-10-52 0,4 0-64 0,-4-7 4 16,5-9-24-16,-2-13-48 0,6-8-184 15,7-8 4-15,4-3 80 0,4 2 64 16,15 0 56-16,1 2-20 16,4 9-1-16,8-3-39 0,4 3 28 0,3 0-64 0,6 0-24 15,2 0-340-15,5 1-480 0,0 2-1048 16,-12 9-2796-16,20-9-3633 0</inkml:trace>
  <inkml:trace contextRef="#ctx0" brushRef="#br0" timeOffset="39201.414">8075 6785 952 0,'0'0'11497'0,"0"0"-9309"0,0 0-868 0,0 0 36 15,0 0-96-15,0 0 92 0,-79-16-192 16,76 22-263-16,-2 4-325 0,5 5-100 16,0 8-148-16,8 6-92 0,4 8-88 15,4 8-12-15,0-1-92 0,4-3-40 0,-5 1-60 16,6-7-60-16,-6-3-168 16,2-7-232-16,-2-3-100 0,-2-9 111 0,2-7-223 15,1-6-256-15,0-3-816 0,0-6-1208 16,-4-1-2313-16,-3-6-2551 0</inkml:trace>
  <inkml:trace contextRef="#ctx0" brushRef="#br0" timeOffset="39474.552">8319 7071 1580 0,'0'0'9128'0,"0"0"-7187"16,0 0-945-16,0 0 244 16,28 72 324-16,-21-59-124 0,6-3-352 0,-5-7-416 15,7-3-84-15,-2-6-88 16,2-10-84-16,5-3-200 0,1-6-152 0,2-7-64 15,-3-4-88-15,0 5-56 0,-4-1-160 16,-4 1-124-16,0 5 172 0,-8 3 84 16,-4 8-60-16,0 5 196 0,0 7 28 15,-4 0 8-15,-8 3-188 16,-4 0 188-16,-4 6 0 0,0 4-132 16,4 5 72-16,-3 4 60 0,2 4-48 15,6 2-76-15,-2-2 36 0,5 2 4 0,4-6-28 0,-3 0-48 16,7-5-96-16,0-2-600 0,0-3-756 15,0-5-1332-15,4-4-2353 0,-1 0-1591 16</inkml:trace>
  <inkml:trace contextRef="#ctx0" brushRef="#br0" timeOffset="39751.929">8601 6873 3968 0,'0'0'1836'0,"0"0"2436"0,0 0-2495 16,0 0-113-16,0 0 296 0,0 0-776 15,69 83-376-15,-65-61 68 16,0 4 452-16,-1-6-580 0,1-6-284 0,0-3-244 15,0-6-220-15,0 0-124 0,1-5-8 16,-1 0-4-16,3-10-204 16,1-4 120-16,5-2 72 15,-6-3-72-15,1 1 84 0,0-1 88 0,0 3 0 16,-4 5 36-16,0 6-76 0,-4 2 16 0,4 3-88 16,-4 0-136-16,4 13 296 0,0 2 284 0,0 4-76 15,4 6-84-15,0 1-64 16,3 0-56-16,2-1 108 0,-1-3-52 15,4-4-60-15,-4-1-8 0,-1-8-128 0,-2-2-168 16,-1-7-412-16,3 0 88 16,2-9-440-16,-2-10-692 0,1-11-1048 0,-3 9-3517 15</inkml:trace>
  <inkml:trace contextRef="#ctx0" brushRef="#br0" timeOffset="39975.523">9104 6442 7280 0,'0'0'2720'16,"0"0"-323"-16,0 0-1361 0,0 82 204 0,4-40 812 16,0 2-216-16,0 5-252 0,7-3-328 15,-2 2-383-15,2-1-281 0,6-2-132 0,-2-6-388 16,2-6-72-16,-2-3-300 0,2-11-268 16,-10-7 108-16,1-5-5 0,-4-1 41 15,-4-3-248-15,0 0-428 0,-8 0-788 16,-8 1-1312-16,0-1-1953 0,-8-3-947 15,9 0 3452-15,-17 0 2229 0</inkml:trace>
  <inkml:trace contextRef="#ctx0" brushRef="#br0" timeOffset="40107.813">8953 6917 1540 0,'0'0'4012'15,"0"0"652"-15,0 0-2551 0,0 0-533 16,0 0-564-16,0 0-60 0,0 0 284 16,0 0 60-16,0 0-352 0,83-40-384 15,-52 36-200-15,1-5-168 0,5-1-156 0,-1-6-40 16,-1 1-216-16,1-1-544 0,0-3-432 15,-5 0-360-15,-3 6-1272 16,0 0-3029-16</inkml:trace>
  <inkml:trace contextRef="#ctx0" brushRef="#br0" timeOffset="40291.465">9458 6785 5824 0,'0'0'4600'0,"0"0"-2479"0,0 0-1265 16,0 0-144-16,32 74 516 0,-24-56-20 0,0 8-204 0,0-5-112 15,0 2-164 1,0 2-20-16,-4-6 148 0,0 0-320 0,-4-5-316 15,4-3-180-15,-4-4-40 0,4-4-60 16,-4 1 56-16,0-4 4 0,4 0 60 0,-4 0-60 16,4-7-280-16,3-3-12 15,2-5 108-15,6-2-216 0,6-5-176 0,-1-3-172 16,3-4-264-16,5-3-792 0,4 4-2056 16,-8 6-2953-16,8-7 1801 0</inkml:trace>
  <inkml:trace contextRef="#ctx0" brushRef="#br0" timeOffset="40585.274">10016 6823 1696 0,'0'0'11045'0,"0"0"-9289"15,0 0-720-15,-47 69 556 0,34-50 28 0,-2 1-368 16,7-8-324-16,3-2-260 0,5-4-399 0,0-6-137 16,0 0-92-16,0 0-40 15,5-6-72-15,6 0-197 0,1-7 173 0,4-6-232 0,4 0-172 16,-4 0-96-16,4 1-28 15,-4 4 108-15,0 4 160 0,0 4 84 16,-4 6 36-16,-4 0 88 0,3 3 12 0,-3 7 136 16,1 0 380-16,-5 2-24 0,0 4 16 15,3-4-104-15,-3 2 124 0,0-3 12 16,1 3-72-16,-1-9-112 0,0 2-112 16,-1-3-108-16,1-1-52 0,4 0-44 15,-3-3-16-15,3 0-464 0,3 0-144 16,2-10-244-16,6 1-1012 0,5-3-2604 0,0 1-2733 15</inkml:trace>
  <inkml:trace contextRef="#ctx0" brushRef="#br0" timeOffset="40945.634">10629 6823 5260 0,'0'0'7413'16,"0"0"-5441"-16,0 0-1040 0,-67 66 0 0,43-44 584 15,5 1-184-15,2-7-220 0,6-3-28 16,2-7-403-16,9-6-341 0,0 0-40 0,0-6-300 15,12-10-84-15,0-7-84 0,4-2-16 16,4-7-116-16,0-3-261 16,4 3-35-16,-5-2 168 0,5-1 76 0,1-4 48 15,-5 1-16 1,3-6 36-16,-3 0 152 0,-3-5-4 16,-6 5-36-16,-3 0 172 0,0 3 12 0,-8 3 48 0,5 10 76 0,-5 4 12 15,0 12 196-15,0 6 48 16,3 3-88-16,-3 3-48 0,0 3-180 0,0 6 8 0,0 7 196 15,0 10 24-15,0 6 48 16,0 5 1-16,0 5 59 0,-3 2-12 0,-2 6-48 16,-3 2 12-16,0-1 32 15,-3-4-284-15,2-2-112 0,5-7-160 16,0-3-336-16,4-7-216 0,0-1-52 16,4-9 227-16,9-6-47 0,2-5-624 15,2-7-1464-15,-2-7-2204 0,9-18-3261 0</inkml:trace>
  <inkml:trace contextRef="#ctx0" brushRef="#br0" timeOffset="41085.503">11108 6794 6612 0,'0'0'6793'0,"0"0"-5221"15,0 0-664-15,0 0 220 0,-4 76 480 16,-1-62-172-16,-2-6-312 0,3 3-395 0,0-8-413 0,0 0-220 16,4-3-96-16,-4 0-292 15,-1-6-629-15,2-5-411 0,-5 3-292 16,4-6-1512-16,-4-2-3209 0,4 7-2099 15</inkml:trace>
  <inkml:trace contextRef="#ctx0" brushRef="#br0" timeOffset="41192.977">11096 6645 4068 0,'0'0'888'0,"0"0"3128"0,0 0-3796 0,0 0-220 16,0 0-64-16,91-10-56 0,-67 10-928 0,8-6 540 15,0-1-1284-15,-8 2-2756 0,20-5 3437 16</inkml:trace>
  <inkml:trace contextRef="#ctx0" brushRef="#br0" timeOffset="41368.836">11546 6588 1200 0,'0'0'11205'0,"0"0"-8977"0,0 0-996 15,-71 89-52-15,50-51 220 0,1 0-292 16,5 0-92-16,-2-3 140 0,10-2-319 16,3-3-197-16,4-4-72 0,4-5-192 15,3-4-288-15,6-7-88 0,2-7-64 0,6-3 64 16,3 0 0-16,-1-13-420 15,9-9-196-15,4-3 60 0,0-8-172 0,4-2-489 16,-5 1-967-16,5-4-1772 0,-12 8-785 16,4-17-2439-16</inkml:trace>
  <inkml:trace contextRef="#ctx0" brushRef="#br0" timeOffset="41674.056">11973 6305 10316 0,'0'0'4729'16,"0"0"-4137"-16,0 80-416 0,0-39 392 0,-9 10 912 15,5 0 132-15,-4-4 40 0,4 4-607 0,1-4-369 16,3-3-276-16,-4-2-316 0,0-1-84 16,-1-6-264-16,-3 0-488 15,1-2-233-15,-10-8-259 0,2-3-264 0,-5-3-576 0,-5-10-552 16,-2-2-1469-16,-9-4-1643 16,4-3 2736-16,-4 0 2476 0,0-6 432 15,5-4 104-15,3-3 732 0,7-3 676 0,2 1-876 16,7-7 7789-16,0 0-6109 0,12-1-1068 15,0 0-476-15,8 2-240 0,8 1-216 16,8 5-112-16,3 2-76 0,10 0-24 16,-1 4-124-16,3 3 24 0,-3-1-112 15,4-3-80-15,-4 3-388 0,0 1-80 16,-4-2 8-16,-1 4-768 0,-6-3-2817 16,-6 7-2183-16,-3 0 5685 0</inkml:trace>
  <inkml:trace contextRef="#ctx0" brushRef="#br0" timeOffset="41940.118">12167 6848 1488 0,'0'0'10497'0,"0"0"-8669"16,21 67-968-16,-17-46-88 0,3 2 644 0,1-7 60 16,-3 0-576-16,-1-7-604 0,0-5-296 15,-1-1 0-15,5-3-52 0,0 0-376 0,4-3-40 16,0-7-172-16,4-2-68 16,4 2-76-16,-4 4-148 0,4-1 388 0,0 1 508 15,4 6 36-15,-4-3 404 0,-5 3-356 16,-3-3 116-16,1 3 504 0,-6 0-92 15,-3 0-140-15,0 0-348 0,-4 0-88 0,0 0-276 16,5 0-84-16,-5 3 248 16,0 3 108-16,0 1-84 0,0 2 12 15,0-3-24-15,8 4 16 0,-1-1 84 16,10 4 328-16,-2-6 504 0,9 0-572 0,0-2-260 16,4-5-172-16,-1 0-276 0,1 0-820 15,-3-3-1684-15,2-10-6617 0</inkml:trace>
  <inkml:trace contextRef="#ctx0" brushRef="#br0" timeOffset="42994.044">13442 6753 13433 0,'0'0'2880'0,"0"0"-1596"15,0 0-816-15,0 0 164 16,0 0 752-16,0 0-368 15,0 0-580-15,0 0-436 0,0 0-160 0,0 0-532 0,0 0-164 16,41 41-236-16,-38-31-928 16,1-4-2820-16,-4 7-3285 0</inkml:trace>
  <inkml:trace contextRef="#ctx0" brushRef="#br0" timeOffset="43141.936">13451 7117 11581 0,'0'0'2428'0,"0"0"-1772"0,0 0-36 0,0 0 964 15,0 0-272-15,0 0-400 0,79 39-308 16,-63-39-324-16,8 0-280 0,0-3-176 16,7 0-560-16,6-6-560 15,6 2-688-15,-15 1-2560 0,16-7-6393 0</inkml:trace>
  <inkml:trace contextRef="#ctx0" brushRef="#br0" timeOffset="43619.276">15184 6645 4548 0,'0'0'4336'0,"0"0"-2059"15,0 0-561-15,0 0-468 0,0 0 368 16,0 0-76-16,0 0-228 0,28 77-216 0,-21-56-232 16,6 5-288-16,-5-1-224 15,-1 4-184-15,1 0-80 0,-4-4-40 16,1-3-48-16,-1 1-4 0,-4-9-44 0,0-3-88 15,0-5-8-15,0-3-260 0,0-3-340 0,0 0-160 16,0 0-228-16,-9-6-820 16,1-8-3601-16,1 6-5039 0</inkml:trace>
  <inkml:trace contextRef="#ctx0" brushRef="#br0" timeOffset="43782.828">15191 6480 10620 0,'0'0'2837'0,"0"0"-1517"0,0 0-200 16,0 0 640-16,0 0-436 0,0 0-540 0,77-28-368 16,-58 24-380-16,5-2-36 0,4-1-500 15,0 4-596-15,4 3-40 0,0 0-376 0,0 0-1464 16,-8 7-2049-16,4 8-2946 0</inkml:trace>
  <inkml:trace contextRef="#ctx0" brushRef="#br0" timeOffset="43903.39">15678 6838 6836 0,'0'0'7621'15,"0"0"-6073"-15,0 0-696 16,0 0 316-16,0 0 224 0,84 61-96 0,-65-61-420 16,1-7-147-16,0-12-293 0,8-2-216 0,-4-12-220 15,4-4-532-15,0-4-621 16,0-4-383-16,-8 1-944 0,-5 11-3492 16,-2-5-4641-16</inkml:trace>
  <inkml:trace contextRef="#ctx0" brushRef="#br0" timeOffset="44159.235">15873 6340 9816 0,'0'0'1909'0,"0"0"-425"0,0 0 396 0,0 95-84 15,4-57-372-15,4 6-168 0,4 5-96 16,-5 4-100-16,6 5-331 16,-1-1-317-16,-5 3-184 0,2 5-132 0,-5-2-32 15,0-3-56-15,0 0-4 0,-4-3 8 16,0 0-4-16,0-9-8 0,-8-3 0 0,4-8-48 15,-5-6 0-15,2-1-96 0,-5-8-208 16,-1-3-120-16,-2-3-125 16,-5-7-11-16,0 2-24 0,0-6 44 15,-4 2 0-15,9-7-224 0,-2 0-588 0,-2-7-988 16,6-3-2045-16,-7-15-3091 0</inkml:trace>
  <inkml:trace contextRef="#ctx0" brushRef="#br0" timeOffset="44627.711">17530 6309 1460 0,'0'0'9012'15,"0"0"-6699"-15,49 72-317 0,-22-31-48 0,1 14-236 16,-1 2-348-16,6 3-180 16,-6-2-344-16,-3-1-307 0,4-7-205 15,-3-2-196-15,-5-10-132 0,-5-6-8 0,5-3-124 16,-8-11 12-16,4-6-124 0,-8-5-216 15,4-3-89-15,-5-4-315 0,6-4-104 16,-1-11-496-16,-4 2-2396 0,4-22-3081 0</inkml:trace>
  <inkml:trace contextRef="#ctx0" brushRef="#br0" timeOffset="44790.939">17850 6315 1448 0,'0'0'10049'0,"0"0"-8945"15,-84 85-732-15,44-40 632 0,3 9 476 0,-6 6-460 16,7-2-312-16,1-5-12 0,3-6-200 16,8-5-496-16,3-7-388 15,6-10-184-15,11-9-260 0,-1-6-604 0,5-3-1000 16,0-7-2141-16,5-14-2155 0</inkml:trace>
  <inkml:trace contextRef="#ctx0" brushRef="#br0" timeOffset="45041.581">18092 6057 4924 0,'0'0'6925'15,"0"0"-5377"-15,80-41-24 0,-60 35 160 0,-1 0-292 16,-2 6-540-16,-9 0-336 0,-1 3-100 16,2 6-60-16,-5 4-160 0,0 3-76 15,-4 6 148-15,0 0-60 0,-4 6-76 16,-9 5-80-16,2-2 8 0,-6 1-52 15,6 0 48-15,3-7-56 0,0-3-60 16,3-5 12-16,5-4-88 0,0-1-60 0,9-3-8 16,7-2 8-16,0-1-368 0,12 1-84 15,4-7 280-15,4 3-140 0,-1-3-208 16,9 0-708-16,-8 0-1012 0,-9 0-2061 16,10 0-3095-16</inkml:trace>
  <inkml:trace contextRef="#ctx0" brushRef="#br0" timeOffset="45251.048">18591 6722 15133 0,'0'0'3980'0,"0"0"-3584"15,0 0-336-15,0 0 356 0,0 0 268 16,79-7 60-16,-44-3-235 0,6 1-85 15,2-1-96-15,2-6-328 0,-6 5 0 0,1-3-156 16,-1 1-440-16,-7 0-229 0,0 1-239 16,1 2-136-16,-14-2-656 0,2 5-2172 15,-6-2-2165-15</inkml:trace>
  <inkml:trace contextRef="#ctx0" brushRef="#br0" timeOffset="45895.821">19415 6331 2764 0,'0'0'9893'0,"0"0"-7493"15,0 0-1392-15,0 0-872 16,0 0 532-16,0 0 684 0,76-22-416 16,-56 18-204-16,-1 4-8 0,-2 0-128 0,-2 0-376 15,-2 4-220-15,-5-2-44 0,-5 9-12 16,-3 1 56-16,0 1 172 15,-7 9-168-15,-10 3 4 0,-2 0 40 0,-1 4-48 16,-1-4 0-16,6 1-4 0,2-3-4 16,6-4-40-16,3-4 36 0,4 1-96 0,4 0 20 15,7 3 76-15,6-4 8 0,7 5-116 16,0-3-136-16,3 1 72 0,1 1 112 16,0-4 72-16,-8 5-100 0,0-4 92 15,-4 3 4-15,-8-3 0 0,0-1 4 0,-8 5 0 16,0-5 124-16,-8 5 60 0,-4-5-40 15,-8 2-100-15,4-2-44 0,-4-5-120 16,-4-2-100-16,5-1-208 16,-2-3-96-16,1-1-176 0,1 0-236 0,-1-3-468 15,-1 0-1268-15,10-3-2321 0,-13-6-3715 16</inkml:trace>
  <inkml:trace contextRef="#ctx0" brushRef="#br0" timeOffset="46475.023">20925 6057 1292 0,'0'0'8608'0,"0"0"-7820"16,0 0-339-16,0 0 579 15,12-66 760-15,-4 63-132 0,0 3-404 0,8 9-144 16,-1 14 48-16,2 11 48 0,3 17-120 16,-4 10-199-16,0 8-133 0,-8 11-136 15,-4-1-108-15,-4 4-148 0,0-4-192 16,-4-6-72-16,4-10-96 0,0-12-52 16,0-6-56-16,0-16 0 0,4-11-132 0,7-8 60 15,-2-7-28-15,2-3-44 0,1 0 60 16,4-10-28-16,5-9-104 0,-6 0 92 15,2-6 64-15,-2-3 92 0,1 3-68 16,-4-1-36-16,-1 0-16 0,2 4 27 16,-5 3 81-16,3 3-8 0,-2 10-36 15,3 6 132-15,-1 3 180 0,2 9 309 16,-2 8-137-16,6 5-124 0,-2 0-132 0,-2 5-36 16,2-5-52-16,-2 0 40 0,2-6-48 15,2-3-64-15,6-4-32 16,1-5-472-16,4-4-297 0,0-3-171 0,7-10-716 15,-3-5-1252-15,-8-1-2377 0,16-13-3683 16</inkml:trace>
  <inkml:trace contextRef="#ctx0" brushRef="#br0" timeOffset="46763.158">21893 6515 3940 0,'0'0'7925'0,"0"0"-3661"0,0 0-3508 0,0 0-348 0,-67 92 536 15,39-57 556-15,0 0-268 0,4-7-99 0,0 1-57 16,12-10-240-16,1-6-392 0,6-7-420 15,5-3-24-15,0-3-108 16,5 0-72-16,6-6-12 0,1-4-76 0,4-6 256 16,3-3-132-16,5-6-196 15,1 3-120-15,-5-1 12 0,-1 4 48 0,-2 6-25 0,-6 1-51 16,6 6 0-16,-6 2 184 16,-3 4 232-16,1 0 60 0,-2 13 340 15,1 3 224-15,-4 7-32 0,5-2-191 16,-9 2-85-16,7 3-24 0,-3-7-76 15,-4-1-48-15,8 1-12 0,-4-3-60 16,4-6-36-16,0-1-144 0,4-5-304 0,0-4-149 16,0 0-227-16,-1-4-364 0,6-5-1364 15,-6-4-2948-15,6-9-4105 0</inkml:trace>
  <inkml:trace contextRef="#ctx0" brushRef="#br0" timeOffset="47061.128">22503 6388 8352 0,'0'0'7497'0,"0"0"-5797"0,0 0-1300 0,0 0-44 16,0 0 1048-16,0 0 96 0,-91 82-635 15,74-60-345-15,-2-3 48 0,6 1 48 16,2-4-436-16,3 0-180 16,3-1 0-16,5 1 12 0,0-3-12 0,0 2 0 15,9-2-84-15,-1 4 76 0,3-2-56 16,2-2 64-16,-2 3 8 0,6-3 52 15,-6 2-56-15,1 2-4 0,0-2 0 16,-4 1-8-16,0 0 8 0,1 3-4 0,-9-3-4 16,0-1-112-16,0-1 12 0,-9 1-108 15,-3-2-100-15,-4-1-24 0,-3 2-12 16,2-9-108-16,-7 6-97 0,1-9-103 16,-1 5-196-16,-4-4-480 0,-4-1-988 15,12-2-2016-15,-16 0-1857 0</inkml:trace>
  <inkml:trace contextRef="#ctx0" brushRef="#br0" timeOffset="47540.955">23149 6553 1880 0,'0'0'8944'0,"0"0"-7171"0,0 0-689 16,0 0 360-16,0 0 376 0,107-42-468 0,-72 40-144 15,10 2-196-15,-2 0-132 0,2 0-287 16,2-4-181-16,1 4-180 16,-4 0-52-16,-5 0-80 0,-7 0-100 0,-8 4-48 15,-7 4-84-15,-10 3-20 0,-7 4 152 16,0 5 228-16,-7 5-80 0,-10 6-140 16,-7 4-8-16,-3 3 48 0,-6 1-44 15,6 2-4-15,-1-3 4 0,4-6 4 16,4-1 148-16,8-5 88 15,8-3 32-15,4-2-48 0,0-1-32 0,4-8-40 0,8 1 72 16,8-4-72-16,8-6-108 16,8-3-48-16,3-6-168 0,6-6-156 15,-2-11-196-15,5-5-96 0,-8 0-184 0,-1-2-389 16,-3 2-1175-16,-8 6-2128 0,0-4-2477 16</inkml:trace>
  <inkml:trace contextRef="#ctx0" brushRef="#br0" timeOffset="47991.03">24033 6664 3344 0,'0'0'5692'0,"0"0"-363"0,0 0-4217 15,0 0-316-15,0 0 648 0,0 0-76 16,0 0-388-16,0 0-284 0,0 0-256 16,83 13-172-16,-62-29-136 0,3-3-132 15,-1-4-168-15,1 1-76 0,-4 0-84 16,0 3-16-16,-8-1-32 0,0 8 80 15,-1 3 152-15,-6-1-16 0,-5 8 60 16,0-2 100-16,0 4 60 0,0 0 148 16,-8 0 0-16,0 0-128 0,0-3-80 0,-4 3 0 15,0-4 8-15,4 4 52 0,-4 0-8 0,0 0-40 16,1 7-8-16,-2-3 56 0,1-2 24 16,5 4 112-16,-2-2 0 15,1-2 12-15,1 3-16 0,3-3-8 0,0 2-88 16,-5-1-84-16,5 0-4 0,-3-1-8 15,-1 5-44-15,-1 3-40 16,1 0 36-16,1-1 36 0,-1 7 12 0,-1 0 56 16,2 2-48-16,-1 8 52 0,0-1 0 15,3 5 40-15,2-2 32 0,-1 4 28 0,0-4-63 16,4 0 35-16,0 1 4 16,0-4-16-16,8-2 36 0,0-2 76 15,4-4-64-15,-1-4-100 0,2-1-68 0,2-5-108 16,2-4-72-16,7-3-76 0,-5 0-144 15,9-10-149-15,-4 1-83 16,4-7-160-16,0 4-264 0,-5-4-924 0,-6 2-1880 16,7-1-1545-16</inkml:trace>
  <inkml:trace contextRef="#ctx0" brushRef="#br0" timeOffset="48674.895">24535 6461 928 0,'0'0'1692'16,"0"0"-816"-16,0 0-564 0,0 0-104 0,0 0-12 15,0 0-64-15,0 0-80 16,0 0 64-16,0 0 40 0,0 0 80 16,-12 3 1480-16,12-3 776 0,4 0-1068 0,-4-3-547 15,4 3-109-15,-4 0 80 16,0 0-136-16,0 0-64 0,4 0 20 0,-4 0-88 16,0 0-216-16,0 0-148 0,0 0-40 15,0 0 0-15,0 0 36 0,0 0 12 16,0 0-12-16,0 0-28 0,0 0 28 15,4 0 12-15,0 0 72 0,0 0 160 0,7 0 184 16,-2 0-200-16,-1 0-192 0,3 3-128 16,2 0-32-16,-2 3 68 0,-3 7-20 15,5 0 60-15,2 5 60 0,-6 8 156 16,2 0-60-16,-3 5-144 0,-4-2-63 0,5 1-9 16,-9-3-52-16,4-2-36 15,-4 0 0-15,0-5-48 0,0-7 4 16,0 0 0-16,0-7 36 0,3 0-40 0,-3-6 0 15,0 0 0-15,0 0 0 0,0 0-136 16,4-3-60-16,0-6-21 16,0-4 9-16,4-3-36 0,4-6 88 0,0 0-4 15,4-3-84-15,0 0-168 0,0-5-92 16,0-2-8-16,4 1-200 16,0-4-452-16,-5 7-1420 0,10-8-3397 15</inkml:trace>
  <inkml:trace contextRef="#ctx0" brushRef="#br0" timeOffset="48941.137">25104 6594 10256 0,'0'0'5965'0,"0"0"-5077"0,0 0-652 0,0 0 112 16,-31 76 1204-16,31-69 100 0,0-4-716 16,7-3-207-16,6 0-125 0,11-7-284 0,3-5-320 15,10-7-184-15,2-1-92 0,1-5-112 16,-1 0-84-16,-6 3-41 0,-6 3-7 15,-7 3 116-15,-8 6 136 0,-7 1 36 16,-5 5 124-16,-17 4 108 0,-3-3 244 16,-7 3-232-16,-9 3 132 0,-8 4-132 15,1 5 124-15,-13 5 60 0,4-2-192 0,-8 5-4 16,4-2-160-16,0-2 28 16,5 0-348-16,2 0-376 15,-2 0-1120-15,11-7-2888 0,-24 10-4425 0</inkml:trace>
  <inkml:trace contextRef="#ctx0" brushRef="#br0" timeOffset="49573.963">21873 6550 1616 0,'0'0'1528'0,"0"0"3240"16,0 0-2192-16,0 0-1031 0,0 0-649 15,0 0 264-15,0 0-112 0,0 0-244 0,0 0-160 16,0 0-84-16,0 0 24 16,-28-22 20-16,20 35-308 15,-3 2-72-15,-2 7 56 0,2 4-44 0,-6-1-4 0,6 0-36 16,3-2-24-16,-5-8-64 15,10-2-108-15,-1-9-68 0,4-2-16 16,0-2-16-16,0 0 52 0,4 0-76 0,-1 0 4 16,10-6-104-16,-5 4 212 0,8-5-148 15,0 3 40-15,0 1-28 0,-1 3-24 16,6 0 24-16,-2 7 48 0,5 2 40 16,0 1-4-16,0 6-156 0,4 0-64 15,4-4-128-15,0 4-148 0,8-6-128 16,3-1-836-16,-6-3-1600 0,23-2-3169 0</inkml:trace>
  <inkml:trace contextRef="#ctx0" brushRef="#br0" timeOffset="50249.827">26854 6163 3160 0,'0'0'4088'0,"0"0"-872"16,0 0-1223-16,0 0-465 0,0 0 152 0,0 0-388 16,0 0-308-16,-84 76-244 15,44-42-260-15,-8 8-148 0,5 2-40 16,3-3 40-16,0 1 324 0,8-7-204 0,9-7-196 0,6-2-112 16,9-7-144-16,5-3-4 15,3-4-68-15,3 1-84 0,9-4-4 16,8 4 112-16,0-4 40 0,4 1-40 0,0 0-52 15,0 0 88-15,0-1-32 16,-5 0 44-16,2 5 4 0,-6-6 0 0,1 5 0 16,-4 4 240-16,-8-3 120 0,5 3-132 15,-9 2 1-15,0 0-149 0,0-3-80 16,-9 0-4-16,-3-1 0 0,1-1-60 16,-2-2-64-16,-2-6-57 0,-2 1-123 15,-2 0-24-15,3-7-40 0,4 0-20 16,-4 0 8-16,4-4 88 0,0-6-112 0,4-1-76 15,0-6-200-15,4-2-648 16,4-10-468-16,0 10-1156 0,12-20-2329 16</inkml:trace>
  <inkml:trace contextRef="#ctx0" brushRef="#br0" timeOffset="50669.794">27252 6489 8080 0,'0'0'6537'0,"0"0"-5641"0,0 0-484 15,-24 64 964-15,9-39 516 0,-6-3-536 0,-3 0-428 16,9-5-295-16,-1-4-101 0,8-4-168 16,4-6-304-16,4 0-60 15,0-3-84-15,0 0-28 0,0 0-104 0,4-3-16 16,4 0-80-16,-1-4 31 16,2-2 185-16,-1-1-16 0,-1 1-80 0,6 0 20 0,-5-1 16 15,-5-3 32-15,5 7-8 16,-4-4-4-16,0 4 40 0,1 3-88 15,-1 0 48-15,-1 3-60 0,1 0-12 0,0 0 76 16,0 0 84-16,0 3 48 0,1 3 44 16,-1 0 104-16,-1 1 44 15,1 2 16-15,0-2 36 0,0-1-12 0,-4 1-12 16,4-2-84-16,-4-1-128 0,4-1 0 16,-4 0-8-16,5-3-48 0,-5 3-4 15,3-3-44-15,-3 0-40 0,0 0-80 0,4 0 8 16,-4 0-36-16,0 0-16 15,0 0 4-15,0 0 24 0,0 0 12 0,0 0 72 16,0 0-24-16,0-3-12 0,0 3-52 16,0-3 0-16,0 3-120 0,0-3-316 15,0-4-780-15,0 1-88 0,0 0-232 16,0 3-233 0,0-4-195-16,0 4-296 0,0 0-244 0,0 0 56 15,0 50 2396-15</inkml:trace>
  <inkml:trace contextRef="#ctx0" brushRef="#br0" timeOffset="51158.384">27220 6486 952 0,'0'0'4076'15,"0"0"-2540"-15,0 0-340 16,0 0-40-16,0 0 48 0,0 0-95 0,0 0-261 0,0 0-16 15,0 0 72-15,-7-67-144 0,-2 61 248 16,5 0 88-16,-4 3-312 0,1-1-276 0,-6 1-4 16,5 3-24-16,-7 0-184 15,3 3-76-15,-9 7-108 0,6 9 12 16,-2 4 96-16,2 9-24 0,-1 6 60 0,0-4 340 16,8 4 0-16,0 0-231 0,0-6-121 15,8-7-76-15,0-3 40 0,0-5-28 16,4-9-180-16,5-1-96 0,2-7-48 15,1 0 92-15,4 0-80 0,3-7-172 16,6-7-145-16,-5-3-123 0,4-2-160 16,-5-3 0-16,5 0 44 0,0-1-4 0,1 1-40 15,-2 0 0-15,-3 3 64 0,-4-1 152 16,0 8 516-16,-5 3 16 16,-6 5 536-16,-1 4 64 15,0 0 104-15,0 13 160 0,0 4-104 0,0 1-188 16,-1 4-36-16,2 4 120 0,-5-4-40 0,4 1-35 15,0-2-113-15,0-5-344 0,0-2-140 16,0-8-108-16,-1 0-112 0,6-4-192 0,-1-2-73 16,3 0-63-16,6-6-112 15,-2-6-148-15,9-1-456 0,-3-6-844 16,2 0-1056-16,-7 6-1485 0,8-9-195 0</inkml:trace>
  <inkml:trace contextRef="#ctx0" brushRef="#br0" timeOffset="51508.366">27647 6553 6608 0,'0'0'3308'0,"0"0"-1171"0,0 0-653 15,-16 69-40-15,8-46-32 16,0 2-104-16,4-3-36 0,4-3-244 0,0-2-248 16,4-4-232-16,4-1-244 0,7-6-192 15,2-2-52-15,-2-1 61 0,9-3 75 16,0 0-88-16,4-3-36 0,0-4-72 0,0 7-68 16,0 0-100-16,-5 3-65 15,2 7 13-15,-1 9 88 0,-4 3 60 16,8 6 20-16,-5 7 52 0,1 3 104 15,0 4 164-15,-3-1-135 0,-6 0-121 0,1 4-8 16,-4-3 8-16,-4 2 84 0,-8 0 40 16,0-2-16-16,-8-8 60 0,-8 2-80 15,-8-5-96-15,0-6 8 0,0-3 72 16,-4-5 0-16,0-5 0 0,4-5 16 16,1-7-28-16,3 0 72 0,4 0 376 15,4-7-144-15,0-5-184 0,4-5 0 16,4-8-192-16,4-9-148 0,0-8-240 0,0-8-20 15,12-5-28-15,0 2-268 16,4-4-37-16,0 2-3 0,0 8 136 0,7 1-164 16,1 6-248-16,0 5-492 0,0 6-904 15,1 7-1885-15,10-6-1975 0</inkml:trace>
  <inkml:trace contextRef="#ctx0" brushRef="#br0" timeOffset="52194.296">29148 6303 1420 0,'0'0'7220'0,"0"0"-4403"0,0 0-429 16,0 0-504-16,0 0-404 0,92 91-32 15,-68-50-148-15,-4 4-252 0,4 3-195 16,0-4-137-16,4 1-124 0,0-8-204 16,7-2-172-16,-3-9-156 0,9-5-56 0,-6-7-4 15,5-5-4-15,-1-5-56 0,-6-4-12 16,3-7 12-16,-4-6-108 0,-4-6-160 16,0 0-120-16,-5-2-144 0,-7-4-41 15,-4 1-11-15,-4-1 116 0,-4 0 28 16,-4-4 36-16,0 1 8 0,-4-8-76 15,-8-2-220-15,0-3-20 16,0-3-8-16,-4-1 168 0,0-2 220 0,1-1 204 16,-2 0 176-16,2 3 12 0,2 5 72 0,2 8 156 15,3 7 276-15,4 6-52 0,4 9 64 16,0 0-92-16,0 7 84 16,0 0-12-16,4-3-172 0,4-1-104 0,-1 1-108 0,10-1 60 15,-2 2 12-15,9-2 12 16,0 4-12-16,8-3 12 0,4 2 24 0,7 1-24 15,2-1-36-15,7-1-76 0,3 5 64 16,1-3-12-16,4-1 8 16,3 2-32-16,1-3 20 0,-4-1-60 15,0 4-72-15,-4-4-104 0,-13-1-32 0,-2 0 40 16,-6 4 88-16,-7-3-176 0,-8 3-204 16,-4-1-200-16,-8 1-64 0,-4 3 12 15,-4 0-116-15,0 0-416 0,-8 0-1112 16,-4 3-1805-16,-8 4-1699 0</inkml:trace>
  <inkml:trace contextRef="#ctx0" brushRef="#br0" timeOffset="52727.932">30093 6324 5308 0,'0'0'8749'15,"0"0"-6929"-15,0 0-1092 0,0 0-240 0,0 0 1008 16,76-15 64-16,-49 11-536 0,1 4-295 15,0-2-169-15,0 2-152 16,-4 0-188-16,-4 0-100 0,-8 0-48 0,0 0-24 16,-8 0-48-16,-4 2 8 0,0 2-8 15,-4 4 76-15,-4 6-28 0,-11 5 84 16,-2 3-128-16,-3 0-4 0,0 1-12 0,5-5 4 16,6-1 4-16,6-5-56 0,3-3-52 15,4 2 16-15,0 1 24 0,7-3-96 16,10 3 0-16,-2 2 56 0,9-2 100 15,4 4 12-15,0 0 4 0,4 0-4 0,-4 0-40 16,-5-1 40-16,1 5 60 16,1-8 12-16,-5 4 16 0,-1 0-4 15,-3-3-12-15,-4-1-64 0,-3 1 124 16,-5-3 12-16,-4-1-8 0,0-2-52 16,-17 6 0-16,2-4 108 0,-13 4 4 15,-4-1-28-15,-5 1-60 0,-2-4-68 0,-1-2-40 16,-4-1-276-16,-3-3-280 0,-2-3-208 15,-2 0-365-15,-1 0-503 0,16 0-1264 16,-20-9-4677-16</inkml:trace>
  <inkml:trace contextRef="#ctx0" brushRef="#br0" timeOffset="56540.891">29838 7683 3708 0,'0'0'9665'15,"0"0"-8145"-15,0 0-840 0,0 0-76 16,0 0 732-16,0 0 72 16,0 0-424-16,0 0-424 0,-95 0-244 0,74 20-132 15,-3 2 36-15,5 6-24 16,-5 4-28-16,4 7 28 0,0-2-15 16,0 8 51-16,4 2-16 0,0 1 232 0,5 2 60 15,-2 5-144-15,5-1-148 0,8-1-116 16,0-2-92-16,4 0 76 0,8-6-84 15,0-11-8-15,8-4 0 0,0-11-4 0,0-11-100 16,8-4-80-16,0-4-108 16,4-4 8-16,0-9-156 0,-4-1-48 0,-5-6-185 15,-3 4-75-15,-8-3-404 0,0-3-872 16,-4 3-1768-16,-4-1-837 0,-4 2-2619 16</inkml:trace>
  <inkml:trace contextRef="#ctx0" brushRef="#br0" timeOffset="56700.796">29687 8125 6048 0,'0'0'6281'0,"0"0"-4269"16,0 0-788-16,0 0-380 0,0 0 400 16,0 0-56-16,0 0-132 15,0 0-240-15,0 0-316 0,0 0-172 16,39 57 85 0,-15-57-277-16,8 3-124 0,0-3-12 0,4-3-240 0,-4-7-273 15,3-2-263-15,6-5-168 0,-6 2-308 0,1-5-1392 16,0 2-2701-16,-8 2-4015 0</inkml:trace>
  <inkml:trace contextRef="#ctx0" brushRef="#br0" timeOffset="57460.828">30547 7788 6644 0,'0'0'7813'15,"0"0"-5937"-15,0 0-1300 0,0 0-164 0,-80 19 600 16,52 3 344-16,0 3-368 0,5 10-184 15,-1 7-243-15,4 2 7 0,0 7 216 16,0 3-252-16,4 2-168 0,0 2-100 16,0 3-72-16,4-1-32 0,9-3-100 15,-1-3 12-15,4-4-64 0,7-1-8 0,5-11-8 16,8-7-136-16,0-5 136 16,8-8-64-16,4-7 8 0,4-9-104 15,4-4-72-15,8-15 12 0,-1-5-100 0,1-6 16 16,3-7-40-16,2-4 96 15,-5-5-44-15,-5 0-112 0,-3-7 11 16,0-3-195-16,-8-4-64 0,0-5-60 0,-4-3 80 16,-5-5 112-16,-3 2 160 0,-3-1 316 15,-6 4 52-15,-7 8 8 0,-4 7 156 16,0 11 328-16,-4 11 132 0,-3 9 0 0,-6 9-84 16,2 6-40-16,-10 5-100 0,6 5-168 15,-5 6-111-15,-5 9 27 0,2 2 44 16,-1 7-48-16,-4 2 40 0,0 1-76 15,-4 4-12-15,1-3-96 0,-1-1-60 0,0 1-180 16,0-5-332-16,0-3-169 16,4 1-115-16,4-8-96 0,9-5-316 15,-2 0-524-15,9-9-292 0,8-2-648 0,0-2-541 16,0-8 701-16,0-3 1308 0,12-2-328 16,-3 1 1592-16,2-1 1408 0,1 4 548 15,-3 2 4-15,-2 4-28 0,1 0-103 16,-4 3-117-16,4 3-276 0,0 7-28 15,-4 9-152-15,0 3-328 0,-4 6-288 16,0 8 36-16,-4 2 20 0,-4 3-196 0,-4 0-100 16,-4 4 197-16,-4-3-65 15,5-1-168-15,-2-7-172 0,1-2-192 0,1-10-140 16,7-3-212-16,-1-7-96 0,5-1-1 16,0-8-75-16,4-3-72 0,0 0 24 15,0-3-116-15,4-8-148 0,5-1-216 0,3-1-92 16,3-6 248-16,1 3 304 15,5-2 124-15,-6 2 284 0,1 0 184 0,4 3 416 16,0 7 380-16,0 6 188 0,0 0-64 16,0 3-164-16,0 9-52 0,-1 1-92 15,2 0-120-15,-6 3-100 16,5 0-64-16,-3 0-108 0,-2-1-148 0,2-2-68 16,-2-7-4-16,1 5-196 15,4-9-280-15,4 2-220 0,0-1-176 0,4 2 80 16,0-5 336-16,-9 0-1824 0,9 4-4029 0</inkml:trace>
  <inkml:trace contextRef="#ctx0" brushRef="#br0" timeOffset="57907.017">31436 7810 3456 0,'0'0'1044'0,"0"0"1952"0,0 0-236 0,0 0-651 15,0 0-613-15,0 0-4 0,0 0-260 16,0 0-164-16,0 0-312 16,0 0-300-16,0 0-28 0,-41 61 112 0,26-24 156 0,-1 11-12 15,0 9 9-15,0 4 291 16,4 6-284-16,1-1-228 0,-2-2-88 16,5-4 88-16,4-6-184 0,4-7-156 0,0-8-84 15,0-4-48-15,8-3-16 16,0-10-32-16,4 0-12 0,0-7 12 0,4-2-120 15,0-3-172-15,0-4-68 0,0-6-52 16,0 0-96-16,3-9-12 0,-2-4-60 0,-2-6-249 16,6 0-515-16,-5-6-936 15,-8-1-1992-15,3-2-1205 0,-3 5-1947 0,-3-21 7301 16</inkml:trace>
  <inkml:trace contextRef="#ctx0" brushRef="#br0" timeOffset="58342.971">31619 8013 3332 0,'0'0'9641'0,"0"0"-8065"16,0 0-1032-16,4 73-80 0,-4-44 1104 0,4 6 52 15,0 3-320-15,0-2-468 0,3 1-372 16,6-1-180-16,-5-8 1 0,8 0-13 16,0-6-88-16,0-3-56 0,3-3-4 15,2-9-48-15,3 0-72 0,-5-7-44 16,5 0-164-16,-4-11-32 0,0-1-28 15,0-1-49-15,0-6-59 0,-4 0 24 0,0 0 8 16,-1-4 52-16,-2-2 24 0,-5-1 36 16,-1 1 12-16,-3-6-64 0,5-4 24 15,-5-3 100-15,0 0 40 0,0-7-116 16,-4 1 88-16,3-1-48 0,1 0 36 16,0 5 160-16,-4 5 24 15,0 6 260-15,4 7 0 0,1 6 12 0,-1 0-76 16,0 4 36-16,7-1 28 0,-2 0-4 15,-1 4 16-15,7-4-200 0,1 0 88 16,4 4 36-16,4-1-12 0,0 3-28 16,0 2-44-16,0-1-76 0,3-1-52 15,1 3-8-15,0 1-4 0,4 0-56 0,0 1-24 16,0 2-4-16,-4-5-8 0,0 3 36 16,-4 2-52-16,0-4-204 0,-9 1-100 0,2 3-108 15,-10-3-92-15,1 0-212 0,-8 3-624 16,0-3-716-16,-4-1-844 15,-3 1-2461-15,-5-3 1177 0,-8 3 2704 0</inkml:trace>
  <inkml:trace contextRef="#ctx0" brushRef="#br0" timeOffset="58808.035">31611 7518 3664 0,'0'0'8517'0,"0"0"-6933"0,0 0-1124 0,0 0 272 16,0 0 940-16,87-12-476 0,-62 12-492 15,-1 0-336-15,-5 0-232 16,1 2-128-16,-7 1-8 0,-6 1-76 0,-3 3-44 16,-4-1 32-16,0 2 88 0,-7 6 4 15,-6-1 8-15,-2-1-12 0,-6 4-80 16,-3 0-44-16,9-4 120 0,-5 5-144 0,8-4 136 16,-1-5-88-16,10 6 28 15,3-5-76-15,0 4-16 0,0-3 164 16,12-2 76-16,0 3-68 0,4-2 68 15,0 1-72-15,0-1-4 0,-1 4 96 0,-3-4 80 16,1 4-108-16,-6-4-68 0,-3 4-36 16,-4-1 28-16,0-2 8 0,-4 4-52 15,-3-5-192-15,-6 3-128 0,1-2-212 16,1-4-164-16,-2 0-96 0,2 1-332 0,3-4-1052 16,4 0-2873-16,-1 1-1503 0,5-1 6472 15</inkml:trace>
  <inkml:trace contextRef="#ctx0" brushRef="#br0" timeOffset="59486.304">32336 8051 6156 0,'0'0'2132'16,"0"0"3233"-16,0 0-3885 0,0 0-576 0,0 0 0 16,0 0 128-16,0 0-96 0,0 0-64 15,88-8-272-15,-69 8-284 16,5 0-108-16,-3 0 12 0,-1 0-40 0,-8 2 40 15,3 2 12-15,-6 1-27 0,-9 2-69 0,0 3-136 16,0-1-112-16,-17 7 100 0,2 3 12 16,-9 2 88-16,0 3-84 0,-1-2 56 15,6 0-48-15,-1 0 48 0,4 1-48 0,8-8 84 16,4 1 52-16,4-3 8 16,0-5-12-16,4 3-48 0,8-5 28 0,4 1 140 15,0-4-132-15,7-3-120 16,1-3-12-16,4-7-220 0,4-4-168 0,0 0-168 15,0-5-161-15,-4-4-171 16,4-3-520-16,-4 1-1568 0,-8 3-3501 0,8-14-1931 16</inkml:trace>
  <inkml:trace contextRef="#ctx0" brushRef="#br0" timeOffset="59780.864">33006 7511 1520 0,'0'0'1200'0,"0"0"5060"0,0 0-4243 16,0 0-169-16,0 0-32 0,0 0-24 15,75 61-488-15,-59-36-192 0,0 7-132 0,0 3-272 16,0 0-36-16,-4 2-51 16,0 2-149-16,-4 3-192 0,0-5-112 15,-8 5 4-15,0-2-100 0,-12-1 0 0,-4 3-72 16,-8-5-8-16,-4 5-160 0,-7-4 20 15,-1-3 28-15,-9 3-136 16,2 0-80-16,-1-3-93 0,4 0-31 0,-3 0-52 16,2-3 24-16,2-4-172 0,-1-2-312 15,-1-5-576-15,2-4-652 0,-1-4-1677 16,-4-1-1891-16,12-5 1140 0,-23-1 4340 0</inkml:trace>
  <inkml:trace contextRef="#ctx0" brushRef="#br0" timeOffset="75978.677">6765 9676 7704 0,'0'0'1596'0,"0"0"-536"0,0 0-323 16,-20-75-301-16,12 53-24 0,-1 3 2188 15,-2 3-1316-15,-1 0-516 0,4 3-268 16,-4 1 8-16,1 2-112 0,-2 0-36 15,-2 8-104-15,2-3 64 0,1 5 248 0,-4 0-140 16,1 11-232-16,-6 5-16 0,-2 6-44 16,-1 6-12-16,0 7 8 15,0 6-120-15,5 6-4 0,-2 8 0 0,5 2-8 16,4 10-60-16,8-4 52 0,1 7 16 16,3-1-8-16,0-1 12 0,7-5 84 15,5 0-20-15,0-2-16 0,4-7 24 16,4-2-12-16,0-5 28 0,3-3-40 15,5-6-52-15,0-7-4 0,4-5 92 16,-4-6-88-16,4-8-8 0,0-5 0 16,0-7 80-16,0-11-36 0,3-3-40 0,-3-12-4 15,1-7 4-15,-1-8 20 0,-5-9-24 16,-3-5-108-16,4-1-76 0,-8-5-144 16,-1-3 96-16,2 1 96 0,-10-3-180 15,2-1-136-15,-5 0 96 0,-8-3-24 16,0 3 48-16,-8 1-28 0,-9 3 16 0,-2 3 44 15,-1 2-44-15,-8 10 32 16,4 7 48-16,1 9 180 0,2 7 84 16,5 12 96-16,1 7 40 0,3 6 212 0,-4 0-236 15,-5 12 24-15,2 5 188 16,-1 5-80-16,-1 3 4 0,2 7-60 0,-1 3-40 16,-4 3-52-16,1 4-96 0,-1 5-4 15,-1-3-108-15,-3 4-48 0,4-4-124 16,5-2-444-16,-1-4-268 0,8-7-820 0,-4-5-616 15,8-7-665-15,0 0-1467 0</inkml:trace>
  <inkml:trace contextRef="#ctx0" brushRef="#br0" timeOffset="76324.218">6610 9857 7612 0,'0'0'1660'0,"0"0"-600"15,0 0 25-15,19 71 515 0,-19-42-84 16,0 8-268-16,0 1-284 0,-4 6-264 0,0 8-132 15,1 5 48-15,-10 4-160 16,5 5-208-16,-3 1-164 0,-2-3-4 16,2-4-80-16,3-10-160 0,0-9-64 0,3-11-204 15,5-11-68-15,-4-7-36 16,4-9-76-16,0-3-152 0,0-3-200 0,4-9-300 0,1-7-604 16,7-4-261-16,-1-9 193 15,2 0 532-15,-2 1 620 0,6 1 376 16,-6 5 404-16,6 6 1064 0,-2 7 420 0,-3 3 32 15,4 5 97-15,0 4-149 16,0 0 76-16,-1 11-368 0,6 0-148 0,3 6-92 16,0 2-128-16,4 6 120 0,4 0-16 15,0 1-420-15,0-1-292 0,-4 1-156 16,3-5-40-16,1-5-72 0,0-6-52 16,0-3-44-16,7-4-164 0,-3-3-256 0,5 0-184 15,-6-10-256-15,1 0-796 0,-12 1-2136 16,12-7-1989-16</inkml:trace>
  <inkml:trace contextRef="#ctx0" brushRef="#br0" timeOffset="76675.005">7522 9547 12477 0,'0'0'2100'0,"0"0"-1568"16,0 0-368-16,0 0 488 0,0 0 316 16,0 0 260-16,-44 73-352 15,37-42-288-15,2 8-48 16,5 11-64-16,0 9-148 0,0 4-24 0,0 9-24 15,0 5 12-15,5 2-87 0,-2-3 3 0,1 1-124 16,4-5-24-16,0-5 76 0,8-10-136 16,-1-9-8-16,10-7-128 0,3-10-80 0,3-5 92 15,1-10-129-15,0-10-3 0,0-6-220 16,0-8-268-16,0-15-184 16,-4-9-120-16,0-3-876 0,-4 7-944 0,-5-17-2541 15</inkml:trace>
  <inkml:trace contextRef="#ctx0" brushRef="#br0" timeOffset="77106.536">7781 9963 12985 0,'0'0'1868'0,"0"0"-812"0,0 0-1008 16,0 0 396-16,0 0 516 0,0 0 448 16,0 0-292-16,92 88-236 0,-69-56-284 0,1 0-120 15,4 0-135-15,-4 0-77 16,0-4-116-16,-4 1-76 0,4-7-12 0,-8-4-60 15,0-4-72-15,4-8 12 0,-9-2 12 16,6-4 36-16,-2 0-60 0,2-13-220 16,-2-3-61-16,2-9-71 15,-2-3-16-15,1-5 76 0,-4-5 32 0,-4 3 4 16,-3-3-88-16,-5 0-4 0,0-4 16 16,-9 1 108-16,-7-3 36 15,0-3-12-15,1 2 124 0,-6 3 148 0,10 7 12 16,2 7 124-16,5 6 184 0,4 6-36 15,0 6-36-15,4 3-4 0,5 1 16 16,6 4 108-16,2-1-12 0,7 0 24 0,-1-1-124 16,9 1-148-16,3-4 0 0,6-2 52 15,-2-1 144-15,10-1-184 0,-2-3-120 16,1-2 52-16,-1 0-4 0,2 3-48 0,-2-2-68 16,-6 2-44-16,2 0 40 0,-7 4-60 15,-8 2-52-15,-4 0-428 0,-9 2-168 16,-2 5 40-16,-9 0 24 0,-4 0-276 15,0 0-876-15,-4 3-684 0,0-1-1405 0,-16 15-719 16</inkml:trace>
  <inkml:trace contextRef="#ctx0" brushRef="#br0" timeOffset="77756.182">8650 9855 13877 0,'0'0'1780'0,"0"0"-1292"0,0 0-420 16,0 0-68-16,95-54 240 0,-79 41 368 16,4 7 140-16,-9-4-180 0,6 7-284 15,-10 0-100-15,6 3-48 0,-9 0-128 0,0 0-8 16,0 3 0-16,-4 7 128 15,0-1 388-15,-8 7-244 16,-5 4-164-16,2 2-8 0,-6 0-88 0,-2 3 0 0,3-3 72 16,-4 3 0-16,4 1-84 15,1-4 0-15,-2 1-4 0,2-5-8 0,6-1 4 16,5-1 8-16,0-4 4 0,4-3 84 16,0-2 68-16,4-1-44 0,9-3-100 15,-2-3-8-15,6 0-4 0,-2 0 96 0,5 0-88 16,4 0-8-16,-4-3-48 0,0 3 40 15,-5 0-112-15,6 0 44 0,-1 7-20 16,7 2 24-16,1 4 72 0,9 2 248 16,-5-2 128-16,-9 0-340 0,-3 0-36 15,-8-4-48-15,0 4 48 16,-4-1 12-16,-1 1 0 0,2 4 48 0,-9-5-60 16,0 1 172-16,-9 0 84 0,-6 2-124 15,-5-2-20-15,-8 0-64 0,-4-4 0 16,-8 1 13-16,1-4-57 0,-6-6-4 0,-2 0-121 15,-1 0-99-15,1-6-84 16,2-7-256-16,6 0-88 0,3-2-260 16,4-4-460-16,8-4-52 0,8 1-736 0,4 4-1016 15,4-21-3173-15</inkml:trace>
  <inkml:trace contextRef="#ctx0" brushRef="#br0" timeOffset="78056.958">9383 9512 10664 0,'0'0'1353'15,"0"0"-1045"-15,0 0-168 16,99 63 704-16,-67-34 768 0,4-1 532 0,-1 4-828 16,-7-3-616-16,0 3-344 0,0 0 24 15,-3 3-84-15,-6-1 8 16,1 4 96-16,-3 1-180 0,-10-5-216 0,-3 4 0 15,-4 0 4-15,-4 0 4 0,-3 1 88 16,-10-4-40-16,-3 3 24 16,-8 0-84-16,1-3 4 0,-1 3-4 0,-8-6 0 0,0-1 0 15,0-2-156-15,-4-3-236 16,1-5-132-16,2-2-148 0,-3-2-164 16,5-1-312-16,-5-7-1156 0,12-7-2269 0,-12-2-2883 15</inkml:trace>
  <inkml:trace contextRef="#ctx0" brushRef="#br0" timeOffset="79373.977">10135 9903 9020 0,'0'0'4977'15,"0"0"-4129"-15,0 0-344 0,0 0-304 16,0 0 240-16,0 0 200 0,0 0 72 15,0 0-328-15,0 0-384 0,49 31 0 16,-49-31-312-16,4 0-420 0,-4 3-412 0,0-3-756 16,0 0-2705-16,0 3-3187 0</inkml:trace>
  <inkml:trace contextRef="#ctx0" brushRef="#br0" timeOffset="79542.132">10128 10258 12941 0,'0'0'1348'15,"0"0"-1056"-15,0 0-228 0,0 0-24 16,28 76 980-16,-24-69 148 0,3-1-212 16,1-6-648-16,1 0-284 0,2-3-24 0,6-10-208 15,2-3-152-15,1-6-424 0,8-3-484 16,0-4-796-16,-8 3-1017 0,15-11-3087 0</inkml:trace>
  <inkml:trace contextRef="#ctx0" brushRef="#br0" timeOffset="80513.876">10637 9594 12237 0,'0'0'2168'0,"0"0"-1904"0,0 0-252 0,0 0 464 15,0 0 368-15,0 0 456 16,0 0-468-16,0 0-436 0,92-19-188 0,-68 13 12 15,0 3-8-15,-4-3-116 0,4 3-96 16,0-1-40-16,-4 1 28 0,4 3 12 16,-9 0-8-16,-3 0 8 0,1-3-100 15,-6 3 40-15,-3 0 52 0,0 0-4 16,-4 0 0-16,0 0 12 0,0 0 12 16,0 0 56-16,0 0-64 0,-4 0 44 0,0 0 72 15,-3 3-44-15,-1 4-4 0,-5-1-64 16,-2 3-8-16,-2 4-44 0,2-4 44 0,-1 1 12 15,4-1 0-15,-4-2 36 16,4-1 16-16,0 0-4 0,0 1-48 16,4-3 36-16,1-1 16 0,2 0-52 15,1-3 96-15,4 0-20 0,0 2-80 0,0-2 40 16,0 0-40-16,0 0-4 0,0 0-4 16,0 0-208-16,0 0-48 0,0 0-28 15,0-2 40-15,4 2-52 0,-4-3-64 16,0 0-60-16,0 3-112 0,5 0-16 15,-5-4 12-15,0 4 32 16,0 0 88-16,0-3 52 0,0 3 8 0,0-4 40 16,3 1 76-16,-3-2 148 0,4 1 92 0,-4-3 76 15,0 1-76-15,0 0 88 0,0-1-40 16,0 1 44-16,0 0 136 16,0 3 48-16,0-1 180 0,0 1-80 0,-4 0-36 15,1 3-12-15,3 0-64 0,0 0-28 16,-5 0-24-16,5 0 112 15,0 0-16-15,0 0-72 0,-4 0-36 0,4 0-28 16,-4 0-48-16,0 3-28 0,-4 4 28 16,1 2 0-16,-6 2 24 0,5 3 24 15,1 5 24-15,-6 6-24 0,5 1 24 0,1 6 12 16,-2 3-24-16,1 7 12 0,1-2-100 16,-1 9 40-16,4-2 72 15,-1 4 12-15,1-1 168 0,0-3 124 0,4 2-271 16,4-5-9-16,5-2-76 0,3-2-8 15,-1-8-88-15,6 0 24 0,-2-6-80 0,5-1 44 16,1-6-48-16,7-3 72 16,3-6-68-16,1-3 48 0,4-5-44 0,3-2 36 15,6-9-44-15,-2-14-48 0,5-2-48 16,4-10 24-16,-4 0-60 0,-1-7-40 16,-2 2 4-16,-6-2-52 0,-3 1-57 15,0-4-15-15,-8 5 0 0,-1-2-24 16,-2-2-16-16,-5-1 64 0,-5 1 84 0,-3 0 0 15,-3-5-24-15,-9 2 24 16,0 0-24-16,0-5 60 0,-4 5 52 0,-9-1-16 16,2 1-96-16,-6 5 36 15,-2 4 96-15,-1 6 76 0,3 10 168 16,-2 7 192-16,3 2-188 0,-4 6 72 0,0 4-84 16,0 3-64-16,-3 0 16 0,2 0 60 15,-7 6-16-15,4 4-144 0,0 3-4 0,-3 3-8 16,-1 3-88-16,0 3 4 15,0 3-4-15,0 0-20 0,0 5-64 16,4-2-148-16,-4-3-256 0,9 1-216 0,2-4-536 16,2-3-552-16,6-3-460 0,5-7-833 15,4-3-2335-15</inkml:trace>
  <inkml:trace contextRef="#ctx0" brushRef="#br0" timeOffset="80874.327">11016 9515 6824 0,'0'0'2740'0,"0"0"-1023"0,0 0-985 0,0 0 328 16,4 77 504-16,-4-49 112 0,-4 7-356 16,-4 3-416-16,0 3-328 0,-4 7 16 15,0-1 372-15,0 5-332 0,-3 1-192 0,-2-2-187 16,-3 0-105-16,5 0-148 0,-6-1 12 16,6-2-12-16,-1-7-48 15,4-5-40-15,0-11-177 16,8-6-247-16,0-7-60 0,4-8-52 0,0-4 12 0,0 0 60 15,11-7-52-15,2-5-88 16,-1-8-416-16,8-1-164 0,-5-5 172 0,5 1 324 0,-3-1 280 16,-2 4 368-16,2 3 128 15,-2 6 292-15,2 4 332 0,-2 2 140 0,5 7 68 16,0 0-40-16,8 10 188 16,0 2-148-16,3 8-168 0,5 2-120 15,1 3-52-15,-5 0-52 0,-1 1-84 0,1 0-88 0,-4-1-136 16,4-3-60-16,-4-3-72 15,-5-3-72-15,5-3-280 0,0-7-248 16,-4-3-52-16,4-3 0 0,-7 0-584 16,-6-3-1428-16,-3-10-3437 0</inkml:trace>
  <inkml:trace contextRef="#ctx0" brushRef="#br0" timeOffset="81503.459">5291 9439 9864 0,'0'0'1293'16,"0"0"-473"-16,0 0-332 0,0 0 216 16,0 0 248-16,0 0-80 0,0 0 24 15,0 0 68-15,123 18-44 0,-63-11-364 16,4 0-308-16,-4-4-128 0,0-1-120 15,-9 3-64-15,-3-5-84 0,-9 0-256 0,2 0-228 16,-9 0-280-16,-5-5-444 16,-7 3-752-16,-7 2-1933 15,-9 0-2091-15</inkml:trace>
  <inkml:trace contextRef="#ctx0" brushRef="#br0" timeOffset="81773.133">5622 9655 10104 0,'0'0'1097'0,"0"0"-593"0,-41 73-300 15,30-35 604-15,-6 9 416 0,6 4 92 0,-6 10-260 16,6-1-332-16,3 6-140 0,0 5-88 16,3 1 84-16,5 8-176 15,0-1-96-15,0-3-40 0,5 1 28 0,7-7-64 16,-1-10-24-16,6 0 12 16,-2-9-148-16,6-4-68 0,3-2-4 15,0-8 0-15,-1 2-60 0,1-4 52 0,4-3 4 16,4-7-52-16,0 0 52 0,3-6-352 15,10-2 196-15,-2-7-60 16,6-5-108-16,2-1 8 0,1-4 12 0,8-6-112 16,-1-4-24-16,1-3-236 0,8-2-548 15,-1-2-1156-15,-15 5-2325 0,24-10-2447 16</inkml:trace>
  <inkml:trace contextRef="#ctx0" brushRef="#br0" timeOffset="82540.028">12143 9257 10981 0,'0'0'1680'0,"0"0"-1132"15,0 0-532-15,0 0 416 0,0 0-64 16,0 0-12-16,0 0-4 16,0 0 4-16,88-12-132 0,-68 5-108 0,0 1-108 15,0 3 52-15,-4 0-60 0,4 1-64 16,-4 2-112-16,3 2 60 0,-2 8 112 0,3-1 4 16,-1 8 4-16,2 1-4 15,-1 8-12-15,-5 6 12 0,2 2 4 16,-6 11 8-16,-3 2-8 0,0 7 60 0,-3 3-12 15,2 4-4-15,-3 6 4 0,0-4 148 16,4 0 0-16,0 4-24 0,0-4 24 0,-4-2 8 16,4-5 16-16,0-1 36 15,0-4 64-15,0-9-12 0,-4-4-4 16,3-7-72-16,-2-6-24 0,3-2-40 0,-4-5 0 16,-4-5-12-16,4-3-24 15,-4-4-24-15,0-6-100 0,0 4 48 0,0-4 12 16,0 0 16-16,-4 0 8 0,-4 0-84 15,-8 0-12-15,-4 0-28 0,-8 0 16 16,-8 0-96-16,0-4-116 16,0-2 128-16,-3-4-152 0,-6-3-72 0,6 1-88 15,-1-4 0-15,5-3-176 0,-1-3-144 16,8-4-128-16,0-2-384 0,8-4-724 16,8 7-2001-16,8-20-2279 0</inkml:trace>
  <inkml:trace contextRef="#ctx0" brushRef="#br0" timeOffset="82706.477">12717 9649 8748 0,'0'0'7013'0,"0"0"-6169"15,96-6-780-15,-60 2 84 0,3 1 288 16,-2-4 284-16,-9 4-80 0,-1-3-84 16,1-1-472-16,0-2-84 15,-4-1-136-15,4 1-416 0,-8-1-364 16,0 1-316-16,-4 3-644 0,-8-1-1945 0,-8 7-2251 0</inkml:trace>
  <inkml:trace contextRef="#ctx0" brushRef="#br0" timeOffset="82882.048">12884 9862 12345 0,'0'0'1876'0,"0"0"-528"15,0 0-1060-15,0 0 296 0,0 0 76 0,0 0 84 16,88 60 60-16,-68-60-276 0,8 0-224 15,4-4-56-15,-4-8 8 0,8-4-256 0,-4-3-368 16,4-6-296-16,-1-4-248 0,1 0-228 16,4-2-468-16,-12 11-700 15,4-8-3373-15</inkml:trace>
  <inkml:trace contextRef="#ctx0" brushRef="#br0" timeOffset="83344.346">13960 9439 14085 0,'0'0'1616'0,"0"0"-1292"0,0 0-312 16,0 0-12-16,0 0 268 0,104-13 44 15,-68 13-12-15,-4 6 112 0,8 5-80 16,-5 3-144-16,1 5-40 0,1 1 0 16,-6 2 160-16,-7 4 64 0,-8-1-140 15,-4 5-144-15,-4 0-40 0,-8 5 36 0,-8 4 28 16,-8 2-64-16,-4 0-36 15,1 0 52-15,-9 1-16 0,0 2 24 16,3-3 52-16,1-2-28 0,5-2 28 0,-1-9 84 16,8-2 60-16,4-6 340 15,4-11-288-15,4 1-260 0,0-4-60 0,0-3-136 0,12 3 88 16,0-3 0-16,12 1 44 16,4-4 4-16,8 0 12 0,3 0-12 15,9-7-84-15,0-2-16 0,4 3-132 0,0 2-48 16,-5-2-256-16,1 3-456 0,-4 0-652 15,-12 3-1436-15,7 0-3677 0</inkml:trace>
  <inkml:trace contextRef="#ctx0" brushRef="#br0" timeOffset="86156.602">6741 13052 10020 0,'0'0'1701'0,"0"0"-1085"0,0 0 76 16,0 0 44-16,0 0 104 0,-52-73 192 16,37 66-12-16,-2 7-288 0,-2 0-124 0,-1 4-164 15,-8 11-196-15,0 10-76 16,-4 8 72-16,-4 11 28 0,4 7-52 0,-3 9 24 15,7 7-48-15,0 3-96 0,0 5 84 16,7 6-52-16,6 1 16 0,2 4-52 16,9 0-12-16,4-1-32 15,0-5-4-15,9-10 16 0,10-7-64 0,2-15 0 16,7-6-48-16,4-15 40 0,3-7-52 16,5-11-76-16,4-9-96 0,3-4 112 0,2-10 32 15,2-16-120-15,-3-5-60 16,4-6-88-16,-5-9-112 0,2-5-60 15,-2-5-16-15,1-3 0 0,-1-3 20 0,-2-5-36 16,-9 1 4-16,-1 0-24 0,-7 1-152 16,-7-1 96-16,-6 3 204 0,-6-3 76 15,-5 3 8-15,-4 2 348 0,-9 4 0 16,-7 4 320-16,0 8 228 0,-7 9-40 16,-1 5 64-16,0 12 148 0,-4 8-44 15,0 5-56-15,3 7-148 0,-1 3-36 0,-2 6-200 16,0 7 12-16,0 9-28 0,0 4-8 15,0 8 8-15,0 4-72 0,0 4-60 16,0-1-88-16,3 0-8 0,-1 0-80 16,1-2-36-16,5-1-268 0,1-6-352 15,2-4-312-15,1-2-520 0,4 0-968 0,5-12-2705 16,-1 0-1826-16</inkml:trace>
  <inkml:trace contextRef="#ctx0" brushRef="#br0" timeOffset="86473.434">6665 13334 9836 0,'0'0'2485'16,"0"0"-1313"-16,0 0-904 0,0 0 204 0,-4 96 476 16,-4-55 284-16,-7 7-148 0,-2 9-380 15,1 3-232-15,-3 3-20 0,-5 2 212 16,-1-2 32-16,6-3-316 0,-5-3-200 0,4-6-180 16,1-3-40-16,-2-7-56 0,10-6-100 15,2-10-328-15,1-9-28 0,8-6 0 16,0-10-200-16,4-4 24 0,9-9-56 15,2-8-172-15,2-5-164 0,2-6 236 0,5-2-24 16,-4 2 28-16,3 7 276 0,-2 0 604 16,3 8 216-16,0 8 632 15,-1 5 108-15,1 4-4 0,0 0-40 0,0 13-148 16,-1-1-120-16,2 7-148 0,3 4-112 16,-4 0-148-16,0 2-64 0,-5 3-84 15,5-2-80-15,-3 2-8 0,-2-2-64 16,1-5 64-16,-3 2-496 0,2-4-352 15,1-3-308-15,0-3-612 0,0-1-532 0,4-2-261 16</inkml:trace>
  <inkml:trace contextRef="#ctx0" brushRef="#br0" timeOffset="87010.549">7749 13230 11537 0,'0'0'1192'0,"0"0"-988"16,0 0-204-16,0 0 0 0,0 0 248 0,0 0 592 16,0 0 96-16,0 0-368 0,0 0-156 15,0 0-32-15,-59 22-40 16,55 7-16-16,-1 9 72 0,1 9 148 0,0 8-48 16,4 1-116-16,0 11-132 0,0 0-40 15,0 3-12-15,8 0-36 16,1-5-72-16,-2 0-40 0,9-11-48 0,0-6-136 15,1-8 0-15,2-8-244 0,5-3-12 16,4-7-116-16,-4-9-196 16,8-4-128-16,-4-5-124 0,4-4-496 0,3-7-680 0,-10-6-1721 15,6-12-1755-15</inkml:trace>
  <inkml:trace contextRef="#ctx0" brushRef="#br0" timeOffset="87463.516">8219 13539 9772 0,'0'0'5169'16,"0"0"-4653"-16,0 0-516 0,0 0 0 0,48 72 112 16,-24-47 452-16,-4 7 152 15,4-1-252-15,-1 2-292 0,1-5-84 16,4 1-4-16,4-2 28 0,0 0-100 0,-4-8 288 0,0-4 44 15,0-2-48-15,-8-6-296 16,-1-7 0-16,2 0-60 0,-6 0-4 16,-2-7-84-16,-2-2-112 0,-3-1-60 0,1-3 36 15,-5-2-16-15,-4-7 104 0,0-4-16 16,0-5-64-16,0-5 116 0,-4-8-16 16,-5-4-4-16,5-5-108 0,-7-2-116 15,3-2-112-15,3 0 112 16,1 7 136-16,4 5 16 15,0 7 252-15,13 9 96 0,2 7 120 0,-2 3 24 0,2 6 128 16,5 4-4-16,0 3-48 0,0-5 48 0,4 8 52 0,-5 0-88 16,9 1-44-16,0 2 4 15,0-4-64-15,4 4 0 0,-4 0-200 16,0 0-24-16,0 0-8 0,0 0 4 16,-8 4-60-16,0-2-24 0,-4 1-132 15,-4 0-256-15,-9-3-136 0,5 4-92 16,-8-4-192-16,0 0-436 0,0 3-1157 0,-4-3-1835 15,-11 4-2163-15</inkml:trace>
  <inkml:trace contextRef="#ctx0" brushRef="#br0" timeOffset="87949.626">8036 13021 10392 0,'0'0'1689'0,"0"0"-1077"0,0 0-392 16,0 0 492-16,0 0 268 15,0 0 40-15,0 0-376 0,0 0-208 0,0 0-24 16,84-38-16-16,-61 31-136 0,5 3-208 16,-4 1 32-16,0 3-24 0,-8 0-60 15,0 0-52-15,-8 0 4 0,0 0 40 0,-4 3-80 16,0 4 32-16,0 3 56 16,-4-1 4-16,-4 7 68 0,-4 0-68 0,-4 3-4 15,0 0-72-15,-4 3 64 0,1-3 8 16,2 4 4-16,1-8 4 15,0 4-4-15,4-2-4 0,4-2-8 0,4-2-4 16,0-1 12-16,0 1 0 0,0-3 60 16,12-1 52-16,-3-2 48 0,2-1-60 15,6 1-40-15,-2-4-8 0,1 0 20 16,4-3-60-16,4 0 52 0,0 0 8 0,4 0-72 16,0-6-4-16,0-4-280 0,4 3-296 15,0-5-340-15,-4 2-500 16,-1 4-840-16,-7-1-2085 0,0 0-1867 0</inkml:trace>
  <inkml:trace contextRef="#ctx0" brushRef="#br0" timeOffset="88509.983">8371 13223 3132 0,'0'0'2852'16,"0"0"-1552"-16,0 0-832 0,0 0 364 15,0 0 720-15,0 0-287 0,0 0-137 0,0 0-184 16,0 0-156-16,0 0-68 0,0 0-76 15,71 17-180-15,-67-8-148 16,0 7-64-16,-4-3 20 0,0-1-24 0,0 4 40 16,0 0 20-16,-4 1-48 15,0-3-24-15,-4-1-64 0,1 4-24 16,-6-2-60-16,2-2 20 0,-6 3 4 0,2-3 36 16,-6 2 48-16,-7-2 24 0,0 3 184 15,-3-3-108-15,-5-4-176 0,0 4-44 16,1-4-16-16,-5-3-60 0,3 1-72 0,2-7-100 15,7 3-136-15,5-3 4 0,6 0 32 16,6-3-156-16,2-4-76 16,5 1-192-16,4-3-196 0,0-4-720 0,8 0-876 15,0 4-2317-15,4-7-2823 0</inkml:trace>
  <inkml:trace contextRef="#ctx0" brushRef="#br0" timeOffset="88912.778">9028 13643 12973 0,'0'0'1600'0,"0"0"-1600"16,0 0 0-16,0 0-8 0,0 0 8 16,80-3 152-16,-76 3 228 0,0 6-104 15,-4 3-24-15,0 1 124 0,0 6-8 0,-8 2-180 16,-5 5-104-16,2-1-68 16,-6 0 44-16,2 3-8 0,-1-2 20 0,4-4-20 15,4-3 96-15,1 0-12 0,2-4 40 16,5 1-64-16,0-4-64 0,8 1 76 15,4 0 136-15,4-1 12 0,4-2 0 0,4-1-112 16,4-6-72-16,0 0-32 16,-4 0-56-16,3-6-208 0,1-4-64 15,-4-6-236-15,0-3-288 0,0 0-532 0,-1-6-1104 16,-6 6-2649-16,7-10-995 16</inkml:trace>
  <inkml:trace contextRef="#ctx0" brushRef="#br0" timeOffset="89206.338">9757 13122 15105 0,'0'0'1432'16,"0"0"-1432"-16,0 0-364 0,0 0 364 15,0 0 752-15,75 29 144 0,-54-14-316 16,3 8-444-16,4 2-52 0,0 7 432 15,-1 0 232-15,1 2-232 0,-4 1-444 0,-4 1-68 16,-4 4-4-16,0 2-4 0,-4-1 0 16,0 6 0-16,-8-5-68 0,-4 6-196 15,-4-4 48-15,-8 4 72 0,-8-4 0 16,0-2-72-16,-4-1-148 0,-4-6-112 16,0 0-40-16,-4-7-112 0,-7-2-300 15,-1-4-696-15,-4-3-1044 0,8-6-2049 16,-7-4-1847-16</inkml:trace>
  <inkml:trace contextRef="#ctx0" brushRef="#br0" timeOffset="90125.073">10725 13366 8412 0,'0'0'1632'0,"0"0"-455"0,0 0-497 0,0 0-40 16,0 0 88-16,0 0 188 0,0 0-80 16,0 0-284-16,80-34-160 0,-48 27-88 15,0 4-156-15,11 0-24 0,2 3 88 16,2-3 40-16,9 3-80 0,-4 0 4 0,8 0 48 15,-4 0-52-15,-5 3-148 16,1 0-24-16,-9 0-100 0,-2 4 4 16,-9 0 92-16,-4 1-84 0,-9-2 40 15,-3 1-116-15,-4 2 40 0,-8 1 84 0,-4 0 40 16,0 3 112-16,-12 1 24 0,-8 6-24 16,-8 2-52-16,-4 1-48 0,-7-1 64 15,-5 0 36-15,0 0-52 0,-3-3-56 0,2 1-4 16,-2-1-4-16,2-3-156 0,6-4-124 15,7-2 24-15,4-1-64 0,8-6-128 16,4 0-252-16,13-3-408 16,-1 0-476-16,4 0-1101 0,7-3-2871 0</inkml:trace>
  <inkml:trace contextRef="#ctx0" brushRef="#br0" timeOffset="90356.874">11670 13681 7372 0,'0'0'4421'0,"0"0"-3997"0,0 0-336 16,-77 44 196-16,42-28 928 0,-1 1 544 0,-7-5-312 15,-2 1-564-15,2-5-360 0,-2 3-52 16,-2-5 24-16,-1-3-100 0,1 2-272 16,-6 0-120-16,1-3-220 0,1 2-148 15,3-1-36-15,5 3-4 0,-2 1-72 16,9 2-200-16,5 1-280 0,3-1-492 15,8 1-568-15,8-4-2097 0,4 4-2383 0</inkml:trace>
  <inkml:trace contextRef="#ctx0" brushRef="#br0" timeOffset="91278.377">12805 13071 8280 0,'0'0'1216'15,"0"0"-544"-15,0 0-232 0,0 0 193 16,0 0 11-16,-80-3 392 15,61 13-168-15,2 5-388 0,-3 8-240 0,5 5 28 16,-2 4 324-16,2 13 172 0,-1 5-120 16,4 4-184-16,0 12-76 15,4 5-36-15,0 6-16 0,4-2 28 0,4 5 56 0,0-8-60 16,8-2-148-16,8-12-108 16,7-8-100-16,2-11-48 0,6-14-76 15,10-6 116-15,2-10 0 0,6-9 4 0,2-9-132 16,1-13-36-16,0-11 48 15,3-4-132-15,-7-8-76 0,4-2-152 0,-8-1 40 16,-1-3-76-16,-6-3 8 0,-2 4 44 16,-7-4 156-16,-4 0 20 0,-8-1-84 15,-4-1-140-15,-12 1 8 0,0 1 128 16,-4 0 224-16,-12 4 92 0,-4 6 64 16,-4-1 92-16,-4 7-16 0,1 6 152 15,-1 6-36-15,0 11 84 0,-4 5 132 16,0 10-4-16,0 0-168 0,1 16 44 15,-1 3 8-15,-1 6 16 0,6 7-28 16,-5 3-28-16,4 4-88 0,0-5-160 0,4 4-4 16,0-9-108-16,5-1-200 0,2-9-380 15,6-3-364-15,2-5-352 0,1-6-1028 16,8-5-189-16,0 0-263 0,0-12-1296 0</inkml:trace>
  <inkml:trace contextRef="#ctx0" brushRef="#br0" timeOffset="91469.72">12837 13176 3464 0,'0'0'2188'0,"0"0"-572"0,0 0-164 15,0 0 88-15,0 0-223 0,0 0-125 16,0 0-160-16,0 0-108 0,51 102-244 16,-51-58-240-16,0 3-88 0,5 5-48 15,-5-2 32-15,0 1 88 0,-5 3 160 16,1-3-128-16,1 3-160 0,-5-7-172 0,4 2-124 16,-4-10-72-16,0 0-252 0,0-7-96 15,0-3-112-15,4-6-128 16,0-9-96-16,-4-3-108 0,4-9-276 0,4-2-200 15,-4 0-421-15,0-6-1031 0,4-3-1216 16,0-10 1112-16</inkml:trace>
  <inkml:trace contextRef="#ctx0" brushRef="#br0" timeOffset="91609.656">12849 13823 1200 0,'0'0'2544'0,"0"0"-56"0,0 0-320 0,0 0-124 16,87-18-203-16,-55 21-333 16,0 5-432-16,4 3-384 0,0 2-228 0,4-1-96 15,4 4-68-15,-5 0-112 0,2-3-104 16,2-1-84-16,-7 1-4 15,4 0-68-15,-8-4-316 0,-4-2-544 0,-1-5-456 16,-7 5-844-16,-3-7-2993 0</inkml:trace>
  <inkml:trace contextRef="#ctx0" brushRef="#br0" timeOffset="92085.221">13941 13046 8748 0,'0'0'2325'16,"0"0"-1617"-16,0 0-424 0,0 0-80 15,0 0 116-15,0 0 140 0,-52 73 340 16,44-34 304-16,4 5-112 0,-1 9-236 0,5 8-20 16,0 6-8-16,9 5-100 0,3 1-60 15,-1 4-224-15,2-5-136 0,2-8-152 16,2-3-56-16,3-14-72 0,-1-6-200 16,5-9-108-16,4-10-124 0,0-6-24 0,4-4 68 15,-4-7-12-15,0-5-112 0,-5 0-96 16,5-11-288-16,-8-2-768 0,1-1-893 15,-6 0-1791-15,-2-5-1832 0</inkml:trace>
  <inkml:trace contextRef="#ctx0" brushRef="#br0" timeOffset="92575.352">14315 13319 7776 0,'0'0'2204'0,"0"0"-939"0,0 0-121 16,0 0-48-16,0 0 364 0,56 89-240 16,-44-51-132-1,4 0-256-15,0 0-400 0,-5 0-200 0,2-3 40 0,-2-7-124 16,2-5-76-16,-1-7-12 0,-1-7 4 0,2-6 8 15,-2 0-20-15,6-3 32 0,-2-9-48 16,1-7-36-16,4-6-220 0,-4-3-172 16,4-8-88-16,-4 2-4 0,0-1 64 15,-4 4 36-15,-4-4 24 0,-1 6 32 0,-2-2 28 16,-5-1-4-16,0 2 80 16,0-6-64-16,-9 2 72 0,2-4 116 0,-5-1 12 15,3 1 36-15,6 5-60 16,-1 0 36-16,0 8 76 0,4 6-8 15,4 3-4-15,3 7 12 0,6 3 48 0,2 0 180 0,2 3 76 16,7 0-68-16,4 0-60 16,-1 0-76-16,5 0 88 0,4 0-24 15,-4-3-84-15,4 0-4 0,-4-4-28 0,0 1-48 16,-4-5-280-16,-4 3-156 0,-1-2-20 16,-3 1-48-16,-3-1-168 0,-6 3-640 15,-3 1-537-15,-4 6-359 0,-4 0-628 16</inkml:trace>
  <inkml:trace contextRef="#ctx0" brushRef="#br0" timeOffset="92934.562">14861 13306 11745 0,'0'0'1728'0,"0"0"-1016"0,0 0-432 16,0 0-16-16,0 0 152 0,83-6 112 15,-70-1-12-15,-1 1-212 0,-9 3-192 16,5 0-60-16,-8 3-52 0,5 0-164 0,-5 0 64 16,-5 6 100-16,-3 7 60 0,-3 3-60 15,-9 7-12-15,4 2-28 0,-4 0 40 16,8-6 100-16,0 0 164 0,8-3-176 0,0-4-88 16,4-2-124-16,8 0-64 15,4-1-152-15,4-3 40 0,4 1-76 0,4-4-28 16,-1 0-12-16,-3 0 88 0,5 3 148 15,-1 4 128-15,-5 0 52 16,1 5 556-16,0 4 440 0,-8-2-520 0,-8-2-148 16,-4 1 48-16,0 0-152 0,-4 0-88 15,-4 0-12-15,-8-4-24 16,1 1-48-16,-6-6-52 0,1-4-224 0,1-3-324 0,2-7-280 16,2-6-292-16,2-9-404 15,6 0-744-15,3-20-2345 0</inkml:trace>
  <inkml:trace contextRef="#ctx0" brushRef="#br0" timeOffset="93248.854">15594 12939 12657 0,'0'0'1872'0,"0"0"-952"0,0 0-268 15,0 0 128-15,0 0-24 0,0 0-88 16,0 0-212-16,0 0-308 0,0 0-72 15,0 0 68-15,84 69 68 0,-68-56-128 16,7-1-72-16,1 4-8 0,1 0 0 16,2 6-4-1,1 0 0-15,4 3 300 0,-8 5-140 0,0-3-148 0,-4 5-8 16,-5 0-4-16,2 6-4 0,-6 1 4 16,-2 5 0-16,-5-4-12 0,-4 6-64 15,0 1-32-15,-13 2-76 0,2-5-12 16,-10 3-16-16,2-2 16 0,-1-4-12 0,0-4-76 15,-4-1-220-15,4-4-280 0,0-7-192 16,1-6-484-16,-5-4-1124 0,7-5-2213 16,-15-7-2471-16</inkml:trace>
  <inkml:trace contextRef="#ctx0" brushRef="#br0" timeOffset="95191.384">16463 13211 1696 0,'0'0'4256'0,"0"0"1997"15,0 0-5065-15,0 0-96 0,0 0 208 16,0 0 40-16,0 0-116 15,0 0-52-15,0 0-196 0,0 0-548 0,23-42-232 16,-2 37-16-16,7-1 16 16,7-5-28-16,9 3-56 0,8-3-104 0,0 2-4 15,0-1 0-15,3 4 4 0,-3 0-8 16,0-1-40-16,-1 4 40 0,-2 0 0 0,-6 3 0 16,1 0-76-16,-8 0 76 15,-8 6-84-15,-4 1 24 0,-8-1-12 0,-9 7-76 16,-7-1 148-16,0 4 0 0,-11 4 172 15,-13 2-76-15,-4 3 88 0,-4 0-136 16,-12-3 97-16,0 4-85 0,1-1 16 0,-10-6-68 16,6 4-8-16,-5-8-4 15,0 2-72-15,5-2-56 0,2-5-173 0,10-4-47 16,10 1 0-16,10-5 8 0,7-2-156 16,8 0-296-16,0 0-436 15,8 0-1276-15,4 0-2373 0,16-9-1755 16</inkml:trace>
  <inkml:trace contextRef="#ctx0" brushRef="#br0" timeOffset="95405.84">17419 13414 8824 0,'0'0'5501'0,"0"0"-4681"16,0 0-316-16,-63 73 328 0,26-48 376 0,-6 2 112 15,-6 0-244-15,2-2-280 16,-5-2-296-16,5-4 9 0,-2-3 35 15,10-3-80-15,-6-7-260 0,2 0-192 0,0-3-12 16,-2 1-120-16,6-4-100 0,-2 0-276 16,5 0-61-16,5-4-151 0,3 1-144 15,8 0-192-15,12 0-276 0,4 0-476 16,4 0-1192-16,4-1-3065 0</inkml:trace>
  <inkml:trace contextRef="#ctx0" brushRef="#br0" timeOffset="95890.956">18391 12983 888 0,'0'0'11597'0,"0"0"-8513"0,0 0-2212 15,0 0-364-15,0 0 28 0,0 0 32 0,-79 40 396 16,62-14-180-16,-3 3-256 15,5 2-272-15,-2 7 0 0,6 6 24 16,-6 5 12-16,6 4-148 0,3 5-144 0,0 2 88 16,8 4-80-16,0-5-8 0,4-4 8 15,12-8-8-15,0-12-84 0,3-9 76 16,5-7-36-16,4-13 44 0,4-6 0 16,8 0-120-16,0-13-40 0,4-9-108 15,0-3-84-15,3-7-40 0,-2-7 88 16,-2-1-76-16,-3-8 132 0,0-3 4 15,-4 1 12-15,-4-8-28 0,0-2-124 16,-4-3 64-16,-5-5-100 0,-7-1 60 0,0-1 84 16,-8 3 212-16,-4 4 64 0,-4 9 276 15,0 10 48-15,-12 9 60 0,0 9 36 16,-3 10 36-16,-6 10-48 0,-3 6-116 16,0 9-104-16,-8 11-20 0,-3 8-56 0,-1 3 24 15,-4 11 44-15,5 3 28 0,-6 2-36 16,2 4-88-16,3 0 4 0,4-3-88 15,4-4-100-15,4-3-20 16,0-3-224-16,4-6-132 0,8 0-176 16,-3-10-60-16,6-3-56 0,5-6-316 0,4-4-1024 15,0-9-972-15,0 0-1725 0,4-3 105 16</inkml:trace>
  <inkml:trace contextRef="#ctx0" brushRef="#br0" timeOffset="96099.57">18427 13271 3360 0,'0'0'196'0,"0"0"3724"0,0 0-2532 15,0 0 176-15,0 73-315 0,0-57 123 0,0 7-88 16,-4-4-8 0,-4 2-232-16,0 2-152 0,-4 2-208 0,0-3-304 0,1 1-108 15,-6 2-172-15,6 0-100 0,-2-2-28 16,2-1-104-16,-2-3-252 16,5-3-160-16,4-7-100 0,1-2 60 0,3-4 40 15,0-3 56-15,0 0-280 0,3-10-336 0,9 4-480 16,-3-7-513-16,2-2-887 15,-3 2-140-15,8-4-847 0</inkml:trace>
  <inkml:trace contextRef="#ctx0" brushRef="#br0" timeOffset="96206.324">18443 13534 3452 0,'0'0'3152'0,"0"0"-804"0,0 0-460 15,0 0-319-15,96 0-129 0,-61 13-260 16,5 0-136-16,0 6-228 0,8 0 128 0,-4 4-8 0,3-1-580 16,-2 0-280-16,2-3-76 15,1 3-172-15,-4-6-396 0,-5 1-208 16,-2-9-568-16,-9-2-1336 0,-1 1-4273 0</inkml:trace>
  <inkml:trace contextRef="#ctx0" brushRef="#br0" timeOffset="98322.992">3904 15992 7584 0,'0'0'7165'0,"0"0"-6305"0,0 0-636 15,0 0 88-15,92-3 144 0,-49 3 352 0,10 0 172 16,2 0-268-16,5-3-208 16,8 0-88-16,-1-7-120 0,1 0-92 0,-4 1-200 15,-8-3-4-15,0 1-96 0,-9 3-160 16,-3-3-112-16,-8 3-196 0,-4 2-148 16,-12 1-364-16,-5 5-652 0,-15 0-2128 0,0 5-2157 15,-11 1 158-15</inkml:trace>
  <inkml:trace contextRef="#ctx0" brushRef="#br0" timeOffset="98489.703">4131 16148 6168 0,'0'0'1252'0,"0"0"1520"0,0 0-1587 0,0 0-605 16,0 0 508-16,0 0 448 0,92 48 52 16,-48-36-288-16,3-2-448 0,2-4-308 15,6 0-164-15,-3-6-12 0,4 0-136 16,-4-6 12-16,3-3-108 0,-7-4-136 0,-5-6-256 15,-2 3-344-15,-1-3-152 0,-12 0-296 16,-4-4-928-16,-9 8-2741 0,-15-8-3791 16</inkml:trace>
  <inkml:trace contextRef="#ctx0" brushRef="#br0" timeOffset="98757.387">4474 15621 196 0,'0'0'8688'0,"0"0"-5807"0,0 0-2241 16,91 3-232-16,-50 10 652 0,2-1 392 0,4 4-416 16,-2 3-252-16,2 3-288 0,1 1-216 15,1 2-272-15,-6 0 36 16,-3 4-44-16,-5 0-84 0,-2 2 80 0,-10 1-108 16,-2 6 108-16,-10 1-144 15,-7 5 0-15,-4 0-24 16,0 3 168-16,-12 4-52 0,-3 4-20 0,-5-5 8 0,-4-2 68 15,-4-1 40-15,3-5-40 0,-2-7-224 16,-1-7-236-16,1-5-284 16,-1-4-140-16,3-10-448 0,5 1-764 0,-3-10-2729 0</inkml:trace>
  <inkml:trace contextRef="#ctx0" brushRef="#br0" timeOffset="99283.664">6781 15789 3588 0,'0'0'4584'0,"0"0"-1711"0,0 0-861 15,0 0-424-15,87 2-52 16,-38-4-188-16,6-8-100 0,4 1-264 0,1-5-276 15,4 2-232-15,0-3-112 0,-5-2-132 16,-3 3-76-16,-3-3-156 16,-6 1-48-16,-3 0-120 0,-8 4-540 0,-4-1-220 15,-8 7-40-15,-5-1-144 0,-2 7-888 16,-14 0-1900-16,1 0-1625 0,-8 13-787 16</inkml:trace>
  <inkml:trace contextRef="#ctx0" brushRef="#br0" timeOffset="99542.271">7091 15852 980 0,'0'0'1956'0,"0"0"3588"0,0 0-3824 15,0 0-211-15,0 0 115 0,0 0-316 16,-11 77-72-16,15-50-296 0,3 13-220 16,2-3-136-16,-1 9-116 0,-1 4-172 0,1 1-136 15,-4 6 36-15,5 4 52 16,-2-3 44-16,-3 1 76 0,8-2-76 15,0-6-24-15,0-7-108 0,4-3-124 0,0-6-36 16,4-6-124-16,4-8 4 0,-1-2-28 0,10-8-72 16,-1-3-168-16,0-8-16 15,4 0 8-15,-1-5-108 0,5-9-88 16,-1 0-240-16,2-5-256 0,-2-1-348 0,-11 4-856 16,8-3-2861-16</inkml:trace>
  <inkml:trace contextRef="#ctx0" brushRef="#br0" timeOffset="100196.49">8406 15944 1160 0,'0'0'600'0,"0"0"-52"0,0-65-312 15,0 42 1160-15,0 4 2688 0,-3 0-2116 16,-1 3-367-16,4 5-245 0,-4 3-120 15,-1 2-72-15,1 2-32 0,0 1-36 16,-3 3-232-16,-1 0-248 16,-5 0-236-16,2 9-148 0,-6 3-60 0,6 12-60 15,-6 1 20-15,2 9 16 0,3 8 36 16,0 5-12-16,4 8-4 0,0 1 4 16,8 8 0-16,-3 6-16 0,3 1-148 0,0-2 88 15,0-2-88-15,3-8 80 0,9-10-88 16,-4-11-100-16,8-13 28 15,3-9-72-15,5-10 68 0,1-6 28 0,3 0 48 16,3-12 0-16,5-11-24 0,-4-8-84 16,0-5-4-16,-4-5-56 0,-4 0-4 15,0-3 24-15,-1-5-20 0,1 5-16 16,-3 0 24-16,-1-3 48 0,-5 2-32 16,-3-2-152-16,0-1 124 15,-4-6 0-15,0-4 48 0,-4 1-160 16,-4 0 124-16,0 4-60 0,0 7 44 15,-8 13 176-15,0 7 52 0,1 6 220 0,-6 14 184 0,5 3-172 0,-3 3-76 16,-6 6-36-16,2 10-36 16,-5 3-16-16,-1 9 16 15,2 4 48-15,-5 3-16 0,4 7-8 16,-4-4-60-16,0 3-100 16,0 1-100-16,4-4-32 0,-4-3-336 0,8-4-304 15,0-5-104-15,4-7-304 0,5-6-276 0,3-11-648 0,4-2-565 16,-4-13-2779-16</inkml:trace>
  <inkml:trace contextRef="#ctx0" brushRef="#br0" timeOffset="100492.57">8434 15942 2532 0,'0'0'220'0,"0"0"6328"0,0 0-4523 0,0 0-613 0,0 0-352 16,21 66-60-16,-17-41-180 0,-4-2-4 16,0 5-80-16,0 4-200 0,-4 0-204 15,-5 0-72-15,5-1-100 0,-4 1-160 16,5-7-12-16,-1 0-196 0,4-2-376 15,0-8-224-15,0 2 16 0,0-11 152 16,0-4 112-16,4-2-40 0,-1-2-92 0,5-4 660 16,0-7 84-16,4 4 16 15,0-5-48-15,4 6 88 0,0 2 36 0,0 6 52 16,0 0 28-16,8 0 208 16,0 12 68-16,8 1-32 0,0-1 152 15,3 7-300-15,1-3-292 0,-4 3 4 16,4-3-128-16,0 0 40 0,0 0-152 15,-4-1-296-15,0 1-332 0,3-5-344 0,-3 1-300 16,0-10-1041-16,-12 3-1611 16,8-5-632-16</inkml:trace>
  <inkml:trace contextRef="#ctx0" brushRef="#br0" timeOffset="100874.362">9295 15808 3828 0,'0'0'5328'16,"0"0"-3143"-16,0 0-737 0,0 0-392 15,0 0 172-15,0 0 208 0,0 0-104 16,0 0-456-16,0 0-336 0,0 0-148 0,0 0 0 15,-72-35 120-15,64 48-204 16,-7 6-188-16,2 3 4 0,1 7 32 0,5 6 52 16,-2 9-52-16,5 4 16 0,-4 6 85 15,8 2-29-15,-3 7-32 0,3 2-124 16,0 1-24-16,0-2-40 0,0-4-8 0,3-6-8 16,9-7-112-16,1-8 56 15,2-4-140-15,1-13-112 0,4 0-121 16,4-9-87-16,4-7-12 0,0-3-148 0,4-3-92 15,-4-3-84-15,0-6-332 0,0-7-568 16,-4 0-844-16,-5 4-1661 0,-3-11-1931 16</inkml:trace>
  <inkml:trace contextRef="#ctx0" brushRef="#br0" timeOffset="101355.758">9506 16224 5380 0,'0'0'1368'0,"0"0"1884"0,0 0-1447 0,0 0-841 16,0 0 28-16,0 0 300 0,0 0 108 15,0 0-244-15,0 0-352 0,0 0-300 16,92 95-72-16,-73-63 32 0,5 3 12 16,1-6-144-16,-6-4-152 0,5-6-180 0,0-4-64 15,0-8 64-15,0-4 0 16,-4-3-60-16,4-12-36 0,-8-4-212 16,0-10 16-16,-5 1 60 0,2-7-64 0,-9 4-72 15,3-5 0-15,-7 8 132 0,0 0 236 16,0 3 48-16,0 0-48 0,-7 0-248 0,-1 3 88 15,4-4 60-15,-9 0 28 16,6 1-104-16,-1-3-8 0,-1 0-52 16,2-1 88-16,3 1 104 15,4 3 36-15,0 3 16 0,11 6 48 0,10 1 4 0,-1 1 28 16,3 6 112-16,5-5-16 16,4 3 16-16,0 4-76 0,0-5-116 0,0 3-8 15,0-1-76-15,-5-2-96 0,1 1-252 16,-4 0-160-16,-3 1-68 0,-6-1-356 0,-2 1-496 15,-6 6-1072-15,-7 0-2565 16</inkml:trace>
  <inkml:trace contextRef="#ctx0" brushRef="#br0" timeOffset="101849.157">10024 16109 5804 0,'0'0'1496'0,"0"0"1768"15,0 0-1731-15,0 0-573 0,0 0 300 0,100 14 76 16,-77-14-456-16,-3 0-216 16,1 3-256-16,-2-3-184 0,-3 3-4 15,-4-1-44-15,-3 5-68 0,-2 3 28 0,-7 3-12 16,0 3-28-16,0 3-92 0,-12 6-4 16,0 3 4-16,-8 2 4 0,1-5 40 15,-6 2 16-15,5-2 32 0,5-1 52 16,-2-6-24-16,6-5 24 0,7-3 60 0,-4-1-76 15,8-6-68-15,0-3-64 16,0 0-44-16,4 0-20 0,4 0 64 0,3 0 440 16,6 0-24-16,2-3-172 0,1 0-72 15,1-3-112-15,3 3 44 0,-5-4-104 16,1 1-60-16,1-1 60 0,-6-2 0 16,5 3 12-16,-8-1 64 0,4 1-28 15,-8-1 0-15,0 5-36 0,-5-3-12 16,-3 5-60-16,0 0-4 0,0 0 56 15,0 0 8-15,0 7 4 0,-7 0 168 16,-1 6 120-16,-4 2-84 0,0 2-87 0,-4 1-37 16,0 1-36-16,0 1 40 0,0-5-16 15,0 4-68-15,4-2-4 0,1-5 0 16,-2-2-72-16,5-1 24 0,1-2 40 16,-2-1-136-16,5-3-89 0,-4 0-71 15,5-3 0-15,3 0 12 0,-4 0-144 0,0 0-228 16,-1-10-232-16,1 1-316 0,-4-3-448 15,1-1-756-15,3 0-1681 16,-13-10-1591-16</inkml:trace>
  <inkml:trace contextRef="#ctx0" brushRef="#br0" timeOffset="103020.73">10674 15748 4364 0,'0'0'3200'16,"0"0"713"-16,0 0-2209 0,92 15-356 15,-53 1 88-15,1 3-224 0,-1 4-220 16,-2 2-312-16,-5 1-140 0,-4 2-248 16,-5 1-44-16,-7 3-116 0,0-1 4 15,-8-2-124-15,-4 6 48 0,-4-4-60 0,0 8 0 16,-8-2-8-16,-4 2-136 0,0 2-92 15,-4 0-8-15,-3-2 0 0,2-1-76 16,-3-3-36-16,1-1 0 0,2-8-76 16,2-3-52-16,2-4 72 0,2-11-72 15,3-4-272-15,4-4-404 0,-4-4-992 0,4-4-1761 16,0-16-579-16</inkml:trace>
  <inkml:trace contextRef="#ctx0" brushRef="#br0" timeOffset="103423.82">11550 15919 4460 0,'0'0'312'0,"0"0"5616"0,0 0-4231 0,0 0-357 16,0 0-236-16,88 51-248 0,-73-41-492 15,-6-4-364-15,2 0-120 0,-3 0-596 16,1-2-384-16,-5 2-340 0,0-3-1029 16,-4 4-2527-16</inkml:trace>
  <inkml:trace contextRef="#ctx0" brushRef="#br0" timeOffset="103558.527">11570 16180 2112 0,'0'0'824'0,"0"0"5776"0,0 0-4471 16,0 0-833-16,0 0-128 0,20 79 20 15,-8-70-268-15,4-3-320 0,4-1-152 16,0-5-136-16,-1 0-312 0,9-11-76 16,-4-1-432-16,1-7-344 0,3-3-456 15,-9 5-1136-15,13-18-3409 0</inkml:trace>
  <inkml:trace contextRef="#ctx0" brushRef="#br0" timeOffset="103977.297">12347 15589 1880 0,'0'0'10821'16,"0"0"-9081"-16,0 0-956 15,-16 63 240-15,4-24 432 0,4 1-184 16,-4 15-268-16,4 2-368 0,4 4-200 15,4-2-92-15,0 2-44 0,0-6-31 0,8-8-257 16,4-10-12-16,8-11-169 16,4-10 33-16,4-10-56 0,7-6 108 0,-3-3 32 15,4-9-68-15,-4-4-76 0,0-8-60 16,0 3-24-16,-8-5-48 0,0-2-52 0,-4-4-24 16,-1-2-88-16,2-1-12 0,-10-3-28 15,6-4 0-15,-10-2 32 16,1-7 188-16,1 0-4 0,-5-5 52 0,-4-2-100 15,0 1-40-15,0-3 216 0,-4 5-64 16,-5 1 240-16,-3 10 12 16,1 9 188-16,-6 9 216 0,2 10 148 0,-1 10 216 15,-1 6-108-15,-2 10-152 0,3 9 24 16,-4 6 124-16,0 7-156 0,0 9-144 16,0 4-148-16,0 3-12 0,-4 6-48 0,5-4-28 15,-5 4-120-15,-1-3-36 0,1-1-256 16,5-1-296-16,3-12-420 15,0 2-340-15,8-11-724 0,0-12-2513 0,4-3-1947 16</inkml:trace>
  <inkml:trace contextRef="#ctx0" brushRef="#br0" timeOffset="104273.806">12439 15748 2568 0,'0'0'2972'16,"0"0"2144"-16,0 0-3391 15,0 0-337-15,0 0-96 0,24 70-92 0,-24-39-328 16,0 7-252-16,-4 1-124 0,-5-2-88 15,1 5 20-15,-3-4 4 0,-2-2-176 16,2-3-256-16,3-3-52 0,-4-9-380 16,4-4-368-16,8-5-64 0,0-8-120 0,0-4-44 15,0-4-260-15,4-5-216 0,3-7-421 16,2-3 157-16,3 0 848 0,3-1 920 16,-2 2 24-16,-2 1 468 0,2 2 272 15,2 5 324-15,2 1 161 16,-2 6 95-16,5 3 0 0,-4 0-284 0,8 0-376 15,0 6-248-15,4 3-176 0,0 1-96 16,0 0-16-16,0 2 28 0,-1-3-176 16,6-2-16-16,-6-1-592 0,1-3-320 15,4 0-244-15,-1-3-416 0,1 0-1317 0,-8 0-1543 16,12-8 1568-16</inkml:trace>
  <inkml:trace contextRef="#ctx0" brushRef="#br0" timeOffset="104760.05">13236 15583 952 0,'0'0'12657'0,"0"0"-10309"16,0 0-1692-16,0 0-520 16,0 0 176-16,0 0 76 0,0 0 256 0,0 0-28 15,0 0-616-15,79-48-24 0,-55 32 12 0,0 4 8 0,-4 2-120 16,3 4-12-16,-2-1 36 16,-1 7-24-16,-1 3 124 0,-2 7 60 15,-2 9 76-15,-2 2-12 0,-2 5 120 0,1 2-132 16,-4 2-64-16,0 5-36 15,-4-4-12-15,0 8-12 0,5-2-48 0,-6 2 48 16,5 2 8-16,-4 3 4 0,0 4 0 16,0-3 12-16,0 2 48 0,0 0 52 15,0-5 36-15,-4 3-40 0,4-8-20 16,-4-2-88-16,0-3-56 0,4-6 8 16,-4-1-12-16,0-6 12 0,0-6-40 15,0 0 80-15,0-7-4 0,0-3-100 0,-4 0-120 16,0 0-52-16,-8-3 48 15,-4 4-24-15,-8-4-112 0,-8 0-148 16,-7-7-104-16,-6 1-56 0,-6-5-124 0,-1 3-452 16,-8-2-520-16,17 3-2133 0,-22-5-2215 15</inkml:trace>
  <inkml:trace contextRef="#ctx0" brushRef="#br0" timeOffset="105308.92">14463 14977 3180 0,'0'0'1328'0,"0"0"4640"15,0 0-4039-15,0 0-449 0,15 69-164 16,-7-34 4-16,5 6-176 0,2 9-128 16,1 11-132-16,0 3-272 0,0 9-172 15,4 6-112-15,-8 7-12 0,4 6-84 0,-4 7-76 16,0-1-32-16,0 1-112 15,-4-1 0-15,4-7-12 0,-5 2-44 16,2-7-68-16,-1-1 16 0,-1-2-76 0,1-7-8 16,5-3-40-16,-6-6-72 0,6-4 60 15,-2-8-12-15,5-8-12 16,-4-6-52-16,0-10-256 0,4-5-100 0,-8-10-176 0,9-6-408 16,-6-4-452-16,-3-6-912 15,4 0-2429-15,0-16-1211 0</inkml:trace>
  <inkml:trace contextRef="#ctx0" brushRef="#br0" timeOffset="106125.075">15479 15656 1788 0,'0'0'7016'15,"0"0"-4151"-15,0 0-741 0,0 0-556 16,0 0-176-16,92 0-136 0,-65 0-120 16,4 0-292-16,6-4-160 0,3-5-184 15,-1-1-148-15,2-5-168 0,-6 2-184 16,1-3-16-16,0-3-140 0,-8 3-280 0,-4 3-188 15,-5 1-144-15,-6 6-228 0,-5-1-328 16,-8 7-680-16,0 0-940 0,-21 0-3201 16</inkml:trace>
  <inkml:trace contextRef="#ctx0" brushRef="#br0" timeOffset="106357.215">15657 15681 5056 0,'0'0'128'16,"0"0"3764"-16,0 0-2304 0,-11 80-71 15,7-52 3-15,4 4-112 0,0 6-160 16,0-4-304-16,4 8-248 0,0 0-252 16,0 2-160-16,-1 0-112 0,2 3-48 0,-1 2-52 15,0-8-8-15,4 0 44 0,-1-3 52 16,2-7 124-16,-1-1 192 0,0-9-136 16,3-1-192-16,2-1-144 0,2-6 0 15,5-4-4-15,1 0 8 0,2-2-8 0,5-7-4 16,8 0-228-16,4 0 36 0,3-10 24 15,2-2-132-15,2-4-236 16,5 0-320-16,-5-3-504 0,-6 6-972 0,6-10-3049 0</inkml:trace>
  <inkml:trace contextRef="#ctx0" brushRef="#br0" timeOffset="106956.406">16782 15516 432 0,'0'0'2256'0,"0"0"4828"16,0 0-5571-16,0 0-821 0,-36-64-280 16,27 61 800-16,1 3 360 0,1 6-668 15,3 11-476-15,-4 11 60 0,-1 9 56 0,2 17 100 16,3 7 108-16,0 10-16 16,0 4-208-16,0 6-136 0,4-6-40 0,-5 4-108 15,5-8-64-15,0-8-180 0,0-9-84 16,5-16 36-16,7-13-12 0,-1-9-76 15,10-12-20-15,-1-4 8 0,8-6 136 16,-1-13 12-16,5-8-48 0,-4-7-60 16,4-7-64-16,-4-5-12 0,3-1-12 15,-3-4 12-15,0-2 88 0,-3-1-188 0,-1-7-60 16,-9 4-72-16,-2-3-68 0,-6-1 128 16,-3 4-16-16,-4-3-24 0,0 6 168 15,-4 6 68-15,-8 7 96 0,0 5 64 16,1 11 324-16,-2 10 24 0,2 5 164 15,-1 6 4-15,-4 4-108 0,-1 4-28 0,2 13-120 16,-6 4-16-16,-2 8-12 16,3 9 0-16,0 7 28 0,-3 5-40 0,-2 7-112 15,-3 4-36-15,1 6-60 16,-5-2-12-16,4 0-168 0,-4-5-248 0,4-3-76 16,4-12-84-16,4-7-160 0,8-13-8 15,4-8 84-15,4-11 12 0,0-6-232 16,4 0-484-16,4-17-1012 0,0 9-2385 0,12-22-619 15</inkml:trace>
  <inkml:trace contextRef="#ctx0" brushRef="#br0" timeOffset="107223.48">16726 15884 432 0,'0'0'2540'0,"0"0"1368"0,0 0-924 15,0 0-907-15,0 0-533 0,0 0-96 16,0 0-36-16,0 0-268 0,44 72-376 0,-49-45-300 16,-3-2-296-16,-3 0-24 15,-2 4 24-15,2-4-60 0,-6 0-112 16,6-2-80-16,-1-2-252 0,3-4-332 0,2-1-252 15,-1-3-144-15,4-4 0 0,4-5 200 16,0-4 136-16,0-4-128 0,8-2 212 16,0-3 612-16,4-4 28 0,4 3 540 15,0 0 36-15,3 3-172 0,5 7 56 16,1 0 184-16,6 0 128 0,1 0 72 16,4 7 176-16,3 0-388 0,-2 3-176 0,3-1-220 15,-1-2-236-15,6 2-76 16,-6 1-132-16,1-1-272 0,-5 0-204 15,2 1-432-15,-1 3-508 0,-13-7-1504 0,5 4-3789 16</inkml:trace>
  <inkml:trace contextRef="#ctx0" brushRef="#br0" timeOffset="107639.771">17702 15500 4728 0,'0'0'68'0,"0"0"2976"16,0 0-1452-16,0 0-144 0,0 0-151 16,0 0 19-16,0 0-148 0,0 0-296 15,0 0-344-15,0 0-76 0,-60 61 148 0,44-20 120 16,4 9-28-16,1 10-80 0,-2 5-156 16,2 1-64-16,-2 3 0 15,5-1 60-15,1-2-52 0,3 0-156 0,4-5-208 16,0-1-36-16,4-2-120 0,11-11-112 15,5-5 0-15,4-7 72 0,4-10-8 16,8-3-100-16,4-10-176 0,4-2-132 16,-1-10-196-16,1 0-416 0,0-12-756 0,-8 2-1256 15,7-12-4177-15</inkml:trace>
  <inkml:trace contextRef="#ctx0" brushRef="#br0" timeOffset="108652.196">18136 15923 6612 0,'0'0'1780'0,"0"0"1193"16,0 0-1701-16,0 0-532 0,0 0 160 15,0 0-64-15,0 0-332 0,0 0 48 16,0 0 324-16,0 0-116 16,0 0-404-16,60 79-156 0,-52-57-40 0,-1 3 0 15,-3-6 0-15,1 0-64 0,3-6-92 16,-4-1 60-16,0-1-4 0,3-5 88 0,-2-4-12 16,-1 2-16-16,0-4 40 15,-4 0-12-15,0 3-24 0,4-3-64 16,-4 0 24-16,0 0-72 0,0 0-4 0,0 0-4 15,0 0-4-15,0 0 0 0,4 0 12 16,-4 0 76-16,0 0-16 0,0 0 40 16,0 0-40-16,0 0-12 0,0 0-12 15,0 0 4-15,0-3-44 0,0 3 40 16,0 0-36-16,0 0-4 0,0 0-8 0,0 0-12 16,0 0 12-16,0 0 0 0,0 0 12 15,0 0 36-15,0 0-36 0,0 0 0 16,0 0 36-16,0 0-36 0,0 0 64 0,0 0-4 15,0 0-12-15,0 0-60 16,0-6-8-16,0 3 0 0,0-7-124 16,0 0 80-16,0-5 48 0,0 3-44 0,-4-5 36 15,4 1 12-15,-4 0-4 0,4-3 4 16,0-3-48-16,0-4-12 16,0 1-64-16,0-7-8 0,0 0 56 0,4 1-80 15,3-1 68-15,-3 0-84 16,0 1 88-16,5 6 12 0,-1 0 8 15,-5 6 16-15,5-1-48 0,-4 4 92 0,5 3 4 16,-5 4 0-16,-1-1-4 0,5 4-60 0,0-1 64 16,1-2 0-16,2-1-8 0,2 1-52 15,2 2 60-15,5-2 4 16,0 3 8-16,8-5 48 0,0 9-60 0,3 0 0 16,1-2 0-16,4 4 12 0,4 0 112 15,-4 6-64-15,0 0-60 0,0 1-12 16,-1-1 4-16,1 1-124 0,-3-2-56 0,-6-1-8 15,-3-4 12-15,-4 3 24 16,-1-3 0-16,-6 0-100 0,-5 0-208 16,-4 0-200-16,-4 0-192 0,0-3-48 0,-4-1-256 15,-12-1-912-15,4 2-1781 16,-16-7-2235-16</inkml:trace>
  <inkml:trace contextRef="#ctx0" brushRef="#br0" timeOffset="109072.584">17893 15214 9732 0,'0'0'3021'0,"0"0"-1073"0,0 0-804 15,0 0-64-15,99-31-148 0,-74 31-252 16,-5-4-424-16,-1 4-252 0,-6 0 8 16,-2 4-4-16,-3 2-8 0,1 1-160 15,-9 2 48-15,3 0 112 0,-3 10-76 16,-3 0-8-16,-6 8-128 0,-3-6 16 16,5 5 96-16,-2-4 28 0,1-7 20 15,8 1-72-15,0-4-12 0,0 2 24 0,4-5 100 16,5 4 8-16,-1-3 4 15,3-4-64-15,2 3 52 0,-2-2-76 0,-3-1 88 16,1 1 12-16,-2 0 60 0,-3-2 28 16,-4 2-36-16,4 2-4 15,-4 3-24-15,0 2-36 0,-8 1-184 0,1 2-28 0,-6-5-24 16,5 1 24-16,-4 0-76 16,4-4-152-16,0-3-276 0,1-2-448 15,3-1-752-15,-1 0-2061 0,1 0-1595 0</inkml:trace>
  <inkml:trace contextRef="#ctx0" brushRef="#br0" timeOffset="109406.017">18730 15893 12705 0,'0'0'2952'15,"0"0"-2108"-15,0 0-220 0,0 0 44 0,0 0-72 16,0 0-44-16,0 0-156 0,84-12-116 16,-73 12-232-16,2 0-48 0,-2 0-80 15,-3 6 80-15,-4 5 8 0,1 0 32 16,-5 9-40-16,-5-1-144 0,-3 6 8 16,-3 4 48-16,-10-4 88 0,6 4 4 0,2-1 84 15,-2 0-40-15,6-2-40 0,1-1 40 16,8 1-40-16,0-10 0 0,4 0 8 15,13-7 164-15,2-6-128 0,1 1-48 0,8-4-4 16,4-13 0-16,4-6-136 0,-1-3-108 16,2-7-140-16,-1 1-232 15,0-7-248-15,-8 3-332 0,0 0-520 16,-9 7-2133-16,5-10-3623 0</inkml:trace>
  <inkml:trace contextRef="#ctx0" brushRef="#br0" timeOffset="109751.337">19355 15418 6232 0,'0'0'88'0,"0"0"3776"0,0 0-2215 0,0 0-65 16,0 0-328-16,0 0 68 0,91 44-96 15,-74-25-188-15,-2 7-288 0,-2 2-336 0,-2 0-208 16,2 5-144-16,-5-2-16 16,-4 4 24-16,-1 1 40 0,-3-3-112 15,0 2 0-15,-3-3-48 0,-9 3-36 16,-1-3-160-16,-2 3-52 0,-1-4 28 0,0 5 20 15,-4-7 40-15,0-1 24 16,0-3-64-16,-4 0-200 0,4-1-248 0,-8-6-204 16,1-3-260-16,7-4-1100 0,-12-2-3333 15</inkml:trace>
  <inkml:trace contextRef="#ctx0" brushRef="#br0" timeOffset="111232.971">20184 15544 5028 0,'0'0'260'16,"0"0"5188"-16,0 0-3431 16,0 0-285-16,0 0-360 0,0 0 20 15,0 0-180-15,0 0-536 0,0 0-416 16,0 0-260-16,0 0-68 0,0 0-264 15,76 54-272-15,-68-41-188 0,-8-3-240 16,3 2-364-16,-3 1-864 0,0-3-2281 0,0 6-1371 16</inkml:trace>
  <inkml:trace contextRef="#ctx0" brushRef="#br0" timeOffset="111393.69">20120 15783 4092 0,'0'0'248'0,"0"0"3684"0,0 0-1760 15,0 0-703-15,0 0-189 0,0 0 4 16,0 66-224-16,9-47-140 0,6-3-184 15,-3 0-68-15,8-4-124 0,-4-1-136 16,7-3-312-16,-2-4-96 0,3-4-380 16,4-4-188-16,4-4-376 0,0-9-360 0,3-8-756 15,-7 6-2549-15,16-16-3651 16</inkml:trace>
  <inkml:trace contextRef="#ctx0" brushRef="#br0" timeOffset="111811.012">20965 15335 8672 0,'0'0'6097'0,"0"0"-5005"0,0 0-648 0,-56 67 480 15,36-32 376-15,5 7-316 0,-2 5-240 16,2 4-72-16,2 5 20 0,5 4-203 0,-3 3-297 16,7 2-44-16,-5-7-28 0,9-8-12 15,0-9-48-15,0-9-60 16,13-13-76-16,2-3-68 0,6-10 8 0,-1-3 64 15,7-3-12-15,1-6 72 0,4-13-36 16,-1-4-36-16,1-5-4 0,0-4-69 16,-4-6 9-16,4 0-20 0,0-6 72 15,0-4-64-15,-4-3 64 0,3-3-40 16,-3 0-56-16,0 1-52 0,-3-1-100 16,-5-4-36-16,-9 3-48 0,1 1 120 0,-3 4 164 15,-9 6-56-15,0 6 140 16,-4 5 60-16,-9 8 160 0,2 13 244 15,-10 6 184-15,6 6-144 0,-5 6-188 0,-4 13 0 16,4 6-40-16,-4 4-68 0,0 9-28 16,0 0 4-16,0 7-40 15,1-1-36-15,-1-3-36 0,3 0-12 0,-3 1-120 16,1-2-380-16,3 0-232 0,-4-2-200 0,4-4-408 16,0-4-908-16,4-5-988 0,8-10-2221 15,0-8 89-15</inkml:trace>
  <inkml:trace contextRef="#ctx0" brushRef="#br0" timeOffset="111967.853">20956 15630 2584 0,'0'0'3232'0,"0"0"-804"0,0 0-380 16,0 0-235-16,0 0-369 0,0 0-328 0,0 0-220 15,0 0-112-15,0 0-64 0,0 0-36 0,0 0-288 16,65 93-24-16,-77-53-64 0,-4 2-16 16,4-4-20-16,-4 0-76 0,0-3-184 15,4-3-12-15,0-7-96 16,0 0-336-16,1-2-344 0,7-7-364 0,-1-7-400 15,5-6-956-15,0-3-2513 0,5-6-763 0</inkml:trace>
  <inkml:trace contextRef="#ctx0" brushRef="#br0" timeOffset="112090.396">21136 15893 10556 0,'0'0'3065'0,"0"0"-2189"16,0 0-800-16,0 0-76 15,108 49 52-15,-72-35 88 0,-1 7 452 0,5-6-240 16,-3-2-352-16,2-3-1020 0,-3-4-696 15,-8-3-1385-15,8 0-3419 0</inkml:trace>
  <inkml:trace contextRef="#ctx0" brushRef="#br0" timeOffset="112940.019">21757 15202 808 0,'0'0'4808'0,"0"0"412"16,0 0-3523-16,0 0-333 0,0 0-224 16,0 0 44-16,0 0-260 0,0 0-376 15,0 0-312-15,0 0-152 0,33-25-84 16,-14 9-4-16,2-4-132 0,3 1-12 0,-5 1-40 16,1 1 92-16,-4 4 20 15,0 4 64-15,-4 6 12 0,-3 3 40 0,-6 0 96 16,5 3 64-16,-4 4-16 0,4 5 40 15,0 1 24-15,0 2-28 0,0 5-36 16,3 2-60-16,2 3-48 0,-5 4-68 16,8 3 0-16,-4 0 40 0,4 5 76 15,-4 2 48-15,3 2-64 0,-2-3 4 16,-2 3-52-16,2-2-12 0,-6 2 4 0,1-3 56 16,-4 0 16-16,0 0-16 0,1-2 4 15,-5-3-28-15,4-3-40 0,-1-5-36 16,-3 0-4-16,4-3-4 0,0-3-16 15,-4 1 4-15,0-5-60 0,0-2-24 16,0-4-52-16,0 1 12 0,-4 0 16 16,-3-4 112-16,-2 1 0 0,-7 2-80 0,0-4-220 15,-7 6-132-15,-5-5-52 16,0 1-28-16,-4-4-88 0,-4-3-64 0,0 0-84 16,4 0-264-16,-4-6-732 0,8-1-1321 15,-11-7-3067-15</inkml:trace>
  <inkml:trace contextRef="#ctx0" brushRef="#br0" timeOffset="113666.069">23177 15433 3464 0,'0'0'80'0,"0"0"1912"15,0 0 1220-15,0 0-1376 0,0 0-343 0,0 0-77 16,0 0-120-16,0 0-364 0,0 0-352 15,0 0-104-15,0 0-92 0,15 4 360 0,25-11 108 16,4 4-384-16,-1-3-172 16,2-1-200-16,-2 1 4 0,-7 0-100 15,0 0-48-15,0-4-48 0,-4 1-236 0,-5-2-272 16,-7 6-272-16,-3-2-316 16,-9 1-596-16,-1 6-2329 0,-7 0-2671 0</inkml:trace>
  <inkml:trace contextRef="#ctx0" brushRef="#br0" timeOffset="113856.116">23164 15633 3616 0,'0'0'392'0,"0"0"5852"0,0 0-4211 16,0 0-413-16,0 0-240 0,0 0-108 16,0 0-280-16,88 71-200 0,-56-66-112 15,3-2-200-15,10-3-92 16,-2 0-128-16,1-8-260 0,8-9-36 0,0 2-296 15,0-5-344-15,-5-2-632 0,2 0-816 0,-18 5-2376 16,13-4-3165-16</inkml:trace>
  <inkml:trace contextRef="#ctx0" brushRef="#br0" timeOffset="117822.331">25718 1774 140 0,'0'0'444'0,"0"0"-28"0,0 0 16 15,0 0 140-15,0 0 132 0,0 0-428 16,0 0-56-16,0 0-216 16,0 0 140-16,-15 10 40 0,15-6-96 0,0-4 32 15,0 3-16-15,0-3 468 16,0 0 300-16,0 0-244 0,0 0-148 0,0 0-156 0,4 0-12 15,-4 0-116-15,0 0-196 0,3 0-40 16,-3-3-180-16,4 3 220 16,0-4 0-16,0 1 184 0,4-1-16 0,0 1-40 15,-4-2 56-15,4-2 88 16,-4 1 92-16,8-1 24 0,-4-3-12 0,0 1-28 16,4-1-216-16,0 1-132 0,0-4-336 15,0 4-820-15,0-1-688 0,-5 4-788 0</inkml:trace>
  <inkml:trace contextRef="#ctx0" brushRef="#br0" timeOffset="118732.453">25742 1714 900 0,'0'0'1800'0,"0"0"-1280"0,0 0-388 15,0 0 64-15,0 0-28 16,0 0 56-16,0 0 1520 0,0 0-520 0,0 0-564 16,0 0-400-16,0 0 144 15,8-12 152-15,-8 8 16 0,0 1-92 0,0 3-144 0,4-3-104 16,-4 0 116-16,0 3 13 0,0 0-25 16,0 0-56-16,0 0-24 15,0 0-112-15,0 0-80 0,0 0-64 0,0 0-84 16,0 0-364-16,0-4-208 0,0 4-169 31,0-2-495-31,0-2-876 0,0-2-1032 0,0 22-212 16</inkml:trace>
  <inkml:trace contextRef="#ctx0" brushRef="#br0" timeOffset="119576.784">25985 1467 1632 0,'0'0'1420'0,"0"0"-848"15,0 0-168-15,0 0 5076 0,0 0-3171 16,0 0-597-16,0 0-344 0,0 0-60 16,0 0-144-16,0 0-384 0,0 0 84 0,0 0-228 15,25-29-340-15,-18 12-152 16,1-4-32-16,0-5 48 0,4 1-88 0,0-4 12 15,4 1 28-15,-4 3-44 0,3-1-68 16,-2 1-4-16,2-1-68 16,2 5-64-16,-2-2 124 0,1 1-72 0,-4 3 36 15,1 3-64-15,-2 3 4 0,2 3-4 16,-6 1-24-16,1 3 16 0,0 3-28 16,1 3-96-16,-2 0 60 0,1 0 36 0,8 9 144 15,-4 4 0-15,3 6 0 16,2 6 4-16,-1 0 148 0,0 5-48 0,0 1-92 15,-4 1-8-15,-1-1 88 16,2 4-4-16,-2-3 64 0,-3-4-48 16,-3 2-16-16,3-5 20 0,-5-6-100 0,1-3 8 15,-4-3-4-15,4-4-8 0,0 0-48 16,-4-5-12-16,4-1-100 0,-4 0-156 16,5-3-44-16,-1 0-156 0,-1 0-200 0,1-3-116 15,4-7-348-15,-4 1-856 16,5-1-1817-16,-2-15-2027 0</inkml:trace>
  <inkml:trace contextRef="#ctx0" brushRef="#br0" timeOffset="119826.218">26639 892 6880 0,'0'0'248'0,"0"0"4533"0,0 0-3793 0,0 0-176 16,0 0 180-16,0 0 264 0,0 0-300 0,-88 22-348 15,64-3-112-15,-4 6-52 0,1 5-96 16,-5 1-92-16,-1 7-12 0,1 7-8 16,-7 2-88-16,3 6-88 0,-7 2-60 15,2 2-108-15,-2 0-24 0,-2-2 32 16,6-5-132-16,3 1 36 0,0-9-212 0,12-4-24 16,0-10-76-16,12-6-36 15,5-9-8-15,2-7-52 0,5-6-452 0,9-3-556 16,-6-3-1405-16,22-17-2863 0</inkml:trace>
  <inkml:trace contextRef="#ctx0" brushRef="#br0" timeOffset="121558.169">26695 536 260 0,'0'0'2688'16,"0"0"-1308"-16,0 0-1080 0,0 0-12 16,0 0-68-16,0 0 40 0,0 0 2484 0,0 0-1460 15,0 0-664-15,0 0-64 16,0 0 101-16,0 0 51 16,3 0-144-16,-3 0-180 0,0 0-80 15,0 0-8-15,0 0-44 0,0 0 56 0,0 0-4 0,0 0-16 16,0 0-20-16,0 0-4 0,0 0-24 15,4 0-4-15,-4 0 28 0,0 0-24 0,0 0 12 16,0 0-64-16,0 0-24 16,0 0-52-16,0 0 0 0,0 0 12 0,0 0-12 15,0 0-12-15,0 0 0 0,0 0 8 16,0 0 4-16,0 0-24 0,0 0 12 16,4 0-28-16,-4 0-20 0,4 0-40 15,0 0 36-15,1-3 76 0,2 3 12 16,1 0-24-16,4-3 48 0,0 0-48 15,4 3 36-15,0-3-40 16,0-1-20-16,0 4-28 0,-1 0-36 0,-2 0-20 16,2 0-8-16,-2 0 0 0,-2 0-104 0,-3 0 32 15,1 4 16-15,-5-1-40 0,0 0 92 16,-1 0-48-16,-3 3 52 0,0 4 4 16,0-1-4-16,0 4 4 0,-7 4-52 0,-1-3-120 15,-1 3 36-15,-2 2-24 0,-2-3 88 16,-2 0 72-16,3 0 4 0,0-4 44 15,0-2-36-15,4-1 36 0,4-2 4 16,0-4-52-16,0 0 0 0,4 0-8 16,0-3 0-16,0 0 8 0,0 0 0 15,8 0 0-15,4 6 124 0,0-6 84 16,8 7 100-16,-1-7-52 0,5 3-56 16,0-3-80-16,1 3 88 0,-6-3-132 0,-3 0 20 15,0 3 4-15,-4 0-4 0,-4-3 4 16,0 4 32-16,-3 3-68 0,2-5-16 15,-3 4 36-15,0 0-72 16,-4 1-12-16,4-1-72 0,-4-2 24 0,0 3-52 16,0 2-72-16,-8 0 52 0,4-2-28 0,-8 3-36 15,4-1-120-15,-4 0-116 0,-4 1-172 16,4-4-124-16,0 1-68 16,0-1-144-16,1 0-420 0,2-3-1204 0,1 4-2789 15</inkml:trace>
  <inkml:trace contextRef="#ctx0" brushRef="#br0" timeOffset="121906.998">27200 1114 9852 0,'0'0'2241'0,"0"0"-1053"0,0 0-196 0,0 0 648 15,0 0-4-15,0 0-388 0,0 0-460 16,0 0-300-16,0 0-144 0,0 0-4 15,64-6 124-15,-40 6 96 0,0-6-255 16,0-1-185-16,-1 1-80 0,2 0-40 0,-5-1-84 16,-1-3-136-1,5 1-205-15,-4 0-183 16,1-1-224-16,-2 0-344 0,1 1-728 0,-8 3-1068 16,8-5-2625-16</inkml:trace>
  <inkml:trace contextRef="#ctx0" brushRef="#br0" timeOffset="122323.126">27902 774 11101 0,'0'0'2572'0,"0"0"-1392"0,0 0-336 15,0 0 920-15,0 0-160 16,0 0-560-16,75-19-496 0,-55 19-232 0,0 0-72 15,0 0-112-15,0 0-124 16,-4 3 68-16,0 4-76 0,0 2-64 0,-8 5-68 16,4 0 60-16,-9 3 12 0,-3 6-4 15,0 2 16-15,-3 0 36 0,-9 7 8 0,-1-1 0 16,-2 2-40-16,-5-5-40 16,4 4 24-16,-4-1 60 0,8-2 12 15,-4-4 76-15,4-3-16 16,5 0-12-16,2-5-12 0,1-4 64 0,4-1-40 0,0-5-12 15,0 2-56-15,9-3 44 16,-2 1 124-16,5-1 36 0,4 1-27 0,9-1 63 16,-2-3 8-16,5 0 16 0,4-3 0 15,-1 0-52-15,1-6-48 0,4-4-168 16,1 4-8-16,-9-7-220 16,3 1-316-16,1-5-185 15,-5 4-231-15,1 1-348 0,0 2-1112 0,-8 1-2688 0,1-1-3821 16</inkml:trace>
  <inkml:trace contextRef="#ctx0" brushRef="#br0" timeOffset="134673.003">25001 15202 6688 0,'0'0'7085'0,"0"0"-6033"15,0 0-356-15,0 0-396 16,0 0 356-16,20-77 536 0,-4 59-376 0,4 1-224 16,3-1-64-16,9 1 12 0,5 2-16 15,-1 5-124-15,-1 1-80 0,1 2-116 16,-4 4-20-16,0 3-176 0,-8 0-8 0,0 7-48 16,-9-1-136-16,-7 7 64 15,1 5 108-15,-9 6-100 0,-4 4 64 16,-13 6 44-16,-3 8-56 0,-7-1-64 0,-6 0 40 15,2 1 84-15,4-8 124 0,-1-2-28 16,3-7-88-16,9-5-8 16,8-5 0-16,4-5-12 0,4-4-124 0,0 4-44 15,16-4 172-15,4 1-4 0,12 0 12 16,4-5 0-16,4 1 36 16,0 0-36-16,3 1-56 0,-6 2 56 0,-1 1 0 15,-5-2-12-15,-6 5 12 0,-6 4 0 16,-3-6 24-16,-4 9 96 0,-4-2 40 0,-8 1-100 15,0 0 60-15,-4 3-44 0,-8 0 20 16,-4 0 24-16,-7 3-48 0,-2-2-60 16,-3 2-12-16,-7-4-36 0,3 4-400 15,-5-2-148-15,-2-1-100 0,-1 3-4 16,-8-3-236-16,4 3-400 0,-8 1-420 16,-4-2-488-16,13-4-1853 0,-32 2-1503 0</inkml:trace>
  <inkml:trace contextRef="#ctx0" brushRef="#br0" timeOffset="135695.634">9518 16910 6400 0,'0'0'7037'0,"0"0"-5417"16,0 0-1064-16,0 0-280 15,0 0 228-15,0 0 580 0,0 0-96 16,0 0-308-16,-4 85-300 0,4-50-124 0,0 0 124 16,0 4 60-16,0 2 8 0,0 0-232 15,-4-3-216-15,0 3-48 0,1-6-24 16,-2-6-148-16,1-7-36 0,0-9-148 0,4-10-96 16,0-3-128-16,0-3-268 0,4-10-444 15,5-7-292-15,-2-5-868 16,1 3-2077-16,4-10-1743 0</inkml:trace>
  <inkml:trace contextRef="#ctx0" brushRef="#br0" timeOffset="135873.293">9733 17015 260 0,'0'0'9204'16,"0"0"-7603"-16,0 0-905 0,0 0 84 0,0 0 204 16,0 0 296-16,0 0-324 0,0 0-212 15,17 85-244-15,-22-56-216 0,-3 3-96 0,-4 2-148 0,0 1-40 16,0 3-124-16,1 0-236 15,-6-2-388-15,6-5-72 0,-6 1-292 16,2-7-288-16,-2 1-1205 0,2-3-2927 16,-1-4 756-16,-12 2 4737 0</inkml:trace>
  <inkml:trace contextRef="#ctx0" brushRef="#br0" timeOffset="136288.758">8956 18002 7856 0,'0'0'4757'0,"0"0"-3685"15,0 0-512-15,96-35 412 0,-60 19 736 16,8 1-320-16,-4-2-672 0,-1 2-348 15,-3 2-124-15,0 1-24 0,-5 1-48 0,-3 5-168 16,-4 3 0-16,-3 0-4 16,-2 3-60-16,-6 3-52 0,-6 6-56 15,1 2 56-15,-4 8 112 0,-4 0 148 0,0 6-140 16,-4 3 64-16,-8 4 16 16,1 0 8-16,-2 0 0 0,-2 3-8 0,-2 0-16 15,2-1 0-15,-1-2-68 0,0-1-4 16,4-2 48-16,4-4-44 0,0-6 4 0,8 1-8 15,0-8-48-15,4 1-76 16,11-3 28-16,6-4 96 0,7 0 92 16,4-2 20-16,7-4-52 0,9 0 96 0,0-4-156 15,4-5 0-15,-4 0-132 0,3-4-456 16,-6 2-332-16,-2 3-276 16,-3 2-404-16,-9-1-1296 0,6 7-4369 0</inkml:trace>
  <inkml:trace contextRef="#ctx0" brushRef="#br0" timeOffset="141125.729">25535 17240 6504 0,'0'0'3872'0,"0"0"-2095"16,0 0-613-16,0 0-568 0,0 0 140 0,0 0 512 15,0 0-168-15,-75-35-288 0,62 32-196 16,5 3-116-16,4 0-100 0,-3 0 12 0,-2 6 12 16,1 3-72-16,1 4-100 0,-1 9-136 15,3 7-36-15,-3 7-52 16,8 5-8-16,0 0-8 0,4 3-4 0,5-6-132 16,-1-2-40-16,3-8 124 15,-2-6 8-15,2-12-20 0,1-7-36 0,4-3 20 16,0-13-132-16,4-9 84 0,0-6 64 15,4-5-124-15,-4-4-64 0,-4 2-68 16,-4-1 20-16,-1 5 84 0,-2 9-24 16,-5 3-24-16,0 6 136 0,-4 3 136 15,0 8 36-15,0 2 140 0,0 0-52 0,0 0 0 16,4 2 36-16,-1 4-148 0,1 5-4 16,4 3 252-16,5 5 8 0,-2 8-96 15,6-2 40-15,-6 0-4 0,6 4-148 0,-6-7-60 16,-3 0-44-16,4-5-92 0,-4-5-48 15,4-3-320-15,-4-2-88 16,4-2-140-16,0 0-344 0,0-5-624 0,0 0-940 16,0 0-2281-16,-4 0-1483 0,0-7 6116 15</inkml:trace>
  <inkml:trace contextRef="#ctx0" brushRef="#br0" timeOffset="141672.045">27140 17098 3088 0,'0'0'1588'0,"0"0"5521"0,0 0-5817 16,0 0-692-16,0 0 160 0,0 0 552 0,0 0-144 15,0 0-312-15,-75 6-324 0,67 16-100 16,0 3-64-16,0 7-12 15,0 6-48-15,1 3-28 0,-2 3-72 0,9-5-132 16,-4-1-76-16,4-4-84 0,0-4-124 16,0-9-392-16,0-5-172 0,4-6-244 0,5-6-468 15,2-4-992-15,1-11-1961 16,0-8-951-16,0 0 2532 0,4-13 1904 16</inkml:trace>
  <inkml:trace contextRef="#ctx0" brushRef="#br0" timeOffset="141926.351">27273 17279 6596 0,'0'0'4112'0,"0"0"-2415"0,0 0-981 0,43 88-308 0,-31-56 824 16,0-4 568-16,0-6-484 0,0-6-564 0,-4-2-392 15,7-12-216-15,2-2 4 16,-2-6 0-16,5-7-60 0,-4-2-88 16,4-8-64-16,0-6-156 0,-4-2-208 0,0-2 92 15,0 0 40-15,-4 0 52 0,0 5-68 16,-4-1-24-16,-8 7 112 0,0 0-36 15,0 3 136-15,-8 5-116 0,-4 2 240 0,0 5 272 16,-4 7 200-16,4 0-84 16,-4 14-116-16,9 2-24 0,-6 6 60 15,5 3-12-15,1 1-136 0,-2 2-160 16,5-3-8-16,0-2-240 0,0-4-404 0,4-3-568 16,0-4-1032-16,0-2-2717 0,0-4-2695 0,0-6 6932 15</inkml:trace>
  <inkml:trace contextRef="#ctx0" brushRef="#br0" timeOffset="142205.358">27615 17211 1292 0,'0'0'9753'15,"0"0"-8033"-15,0 0-904 0,16 68-260 0,-13-41 848 16,1-2 264-16,1 2-580 0,-5-9-496 16,4-2-396-16,0-6-196 0,4-4-172 15,-1-2-12-15,2-4 12 0,-1-7-12 16,3-9 132-16,-2 0-56 0,2-9-140 0,1 3 72 15,1-4 80-15,-6 5 88 0,5 1 4 16,0 8-48-16,-4 5 52 0,4 4 52 16,-4 3 108-16,-4 0 212 0,4 10-76 15,-4 2 24-15,4 4 12 0,0 2-88 16,0 6 24-16,0-3-204 0,4-1-64 16,-4-5 0-16,4-2-112 0,0-4-280 15,-4-2-496-15,0-7-88 0,-1 0-120 0,2-13-192 16,2-3-192-16,-7 1-1060 15,4-20-2165-15</inkml:trace>
  <inkml:trace contextRef="#ctx0" brushRef="#br0" timeOffset="142422.176">28021 16712 5976 0,'0'0'6997'0,"0"0"-5205"0,0 0-1024 15,0 0-228-15,32 81 684 0,-20-44 212 0,4 5-296 16,-4 9-296-16,0 2-40 0,4 1 45 15,-9 0-425-15,2 0-240 16,-5 0-184-16,0-9-184 0,0-1-420 0,0-8-213 0,-4-8-47 16,0-6 48-16,0-6 88 15,0-4 88-15,0-5-164 0,-8-7-520 16,-5 0-868-16,-2 0-520 0,-5-10-2721 0,-8 1 417 16,8-1 4336-16,-12-9 680 0</inkml:trace>
  <inkml:trace contextRef="#ctx0" brushRef="#br0" timeOffset="142564.831">27790 17158 4364 0,'0'0'92'16,"0"0"7753"-16,0 0-5793 0,0 0-952 16,0 0 444-16,0 0-32 0,0 0-332 0,84-20-436 15,-56 13-196-15,3 2 12 0,1-9 25 0,0 2-501 16,0-4-84-16,0 4-168 0,0-4-441 16,-8 0-207-16,0 0-324 15,0 3-656-15,-9 4-2152 0,2 2-1537 0,-9 7-2159 0</inkml:trace>
  <inkml:trace contextRef="#ctx0" brushRef="#br0" timeOffset="142823.042">28192 17065 5244 0,'0'0'6669'0,"0"0"-3977"0,0 0-1924 15,0 0-656-15,0 0 292 0,76 58 760 16,-55-46-368-16,-2 4-476 0,1 0-120 16,-4 3 68-16,-4 0-56 0,0 0-200 15,-8 4 124-15,-1 2-88 0,-3 3 36 16,0-2-84-16,0-1 0 0,-3 0 0 15,-5-2 236-15,4-7-4 0,-4-4 124 16,3-5 180-16,5-7-180 0,-3 0-4 16,3-7-280-16,0-5-72 0,0-8-132 15,3-2-88-15,2-3-48 0,3 0-148 16,4 0-96-16,4 6-16 0,-1-4-200 0,2 7-408 16,7-3-960-16,-1 3-2204 0,5 3-1269 15,-4 1 669-15,8-1 4437 16</inkml:trace>
  <inkml:trace contextRef="#ctx0" brushRef="#br0" timeOffset="143123.151">28878 17154 1852 0,'0'0'9353'0,"0"0"-6933"0,0 0-1216 16,0 0-184-16,-88 61 720 0,64-39-212 16,4-3-472-16,1 4-448 0,2-2-108 15,6 2 48-15,-2-4-207 0,9 0-293 16,4-7-48-16,0-2-72 0,4-4-40 15,9-3-56-15,-2-3 71 0,6 0-27 16,-2-6 124-16,5-4-108 0,1-5 0 16,-6-4 32-16,5 0 28 0,-4 0-60 0,0 2 104 15,-4 5 4-15,0 2 12 0,0 7-4 16,-4 3 88-16,-1 3 184 0,2 11 85 16,3-2-25-16,-5 9-84 0,2-2-28 0,-1 4-68 15,-1-4-92-15,1 0-68 16,1-6-96-16,-2-3-100 0,1-4-276 15,5-3-305-15,-2-3-187 0,1 0-36 0,0-9-540 16,4-4-1428-16,-4-3-2573 0,-4 3-2127 16</inkml:trace>
  <inkml:trace contextRef="#ctx0" brushRef="#br0" timeOffset="143505.057">29260 17135 5320 0,'0'0'4500'15,"0"0"389"-15,0 0-3681 0,0 0-440 0,0 0 784 16,0 0 204-16,0 0-572 15,0 0-371-15,0 0-49 0,-67 102-60 0,50-60-236 16,6-9-128-16,3 0-112 16,4-11-228-16,4-6-168 0,0-7-108 15,4-6-4-15,4-3 28 0,3 0 156 0,2-12-76 16,2-4-56-16,5-13-148 0,-4-3-108 16,4-2-113-16,-3-4-23 0,-2-4 60 15,1-5 44-15,4 0-156 0,-8-14-204 16,4-6-124-16,-4-10-152 0,0-5 160 0,-4 2 92 15,-1 5 76-15,-2 8 824 16,3 16 392-16,-8 19 408 0,4 10 132 0,-4 17 88 16,0 5-36-16,0 0-132 0,0 5-176 15,0 11-172-15,0 7-40 0,-4 5 244 0,4 10 48 16,-4 7-123-16,0 5 19 16,-1 8 4-16,5-1-260 0,-4 6-164 15,1 1-148-15,-1-1-84 0,0-3-108 0,-4-3-52 16,4 1-212-16,-1-11-184 0,5-2-172 15,0-10 83-15,0-14 137 16,0-4-16-16,9-11-356 0,-1-6-620 0,0-4-672 16,-5-1-1612-16,10-21-1421 0</inkml:trace>
  <inkml:trace contextRef="#ctx0" brushRef="#br0" timeOffset="143657.447">29635 17091 15077 0,'0'0'2148'0,"0"0"-1528"0,0 67 84 16,-4-39 988-16,0 1-280 0,-4-7-695 0,4-7-505 0,-1-2-212 16,5-6-160-16,0-7-384 0,-3 0-149 15,3 0-75-15,-4 0-28 0,0-7-360 0,0-2-980 16,0-4-1828-16,-4 0-3485 0,-4-2 5845 16</inkml:trace>
  <inkml:trace contextRef="#ctx0" brushRef="#br0" timeOffset="143797.423">29496 16958 2468 0,'0'0'1056'0,"0"0"7445"0,0 0-6065 0,0 0-700 16,0 0-212-16,0 0 128 0,87-41-320 16,-71 36-552-16,4 3-367 15,4-4-229-15,-4 0-184 0,4-1-68 0,0-3-429 16,-1 1-563-16,-3-1-288 0,4 0-256 16,-3 7-1040-16,6-3-5357 0</inkml:trace>
  <inkml:trace contextRef="#ctx0" brushRef="#br0" timeOffset="144023.606">29866 16942 6868 0,'0'0'8589'0,"0"0"-6597"0,0 0-1300 0,0 0-12 16,-67 69 840-16,54-37-120 0,1 4-587 15,9 2-365-15,-1-1 24 0,4-5 120 16,7-3-568-16,9-4-24 0,8-6-136 0,8 1 64 15,0-12-396-15,0-4 92 16,-1-8 48-16,1-11-180 0,4-14-113 16,1-6-231-16,-2-6-700 0,-3-7-1048 15,0 1-1196-15,-8 9-2357 0,3-23 165 0</inkml:trace>
  <inkml:trace contextRef="#ctx0" brushRef="#br0" timeOffset="144340.689">30336 16342 8536 0,'0'0'6021'0,"0"0"-4145"15,0 0-1200-15,0 0-340 0,0 101 984 16,-8-46 348-16,4 1-512 0,-4 5-319 16,4 3-109-16,-4-1-124 0,4-3-288 15,0 0-316-15,1-5-24 0,3-8-268 16,-5-6-120-16,5-6-168 0,0-13-256 0,0-3 155 16,-4-9 121-16,0-3-40 0,0-7-316 15,0 0-704-15,-7-5-632 16,-6-4-2213-16,2 0 2953 0,-9-7-316 0,0-3-408 15,0-3-32-15,-4-1 2268 0,4-5 900 16,0-1 2420-16,0 3-1024 16,13 5-595-16,-2 5 95 0,9 9 336 0,4 4-412 15,4 3-416-15,4 0-356 0,8 0-160 16,4 0-68-16,8-3-404 0,-1 0-304 16,5 0-4-16,5-7-8 0,-5 1-160 0,0-1-472 15,-4-2-252-15,0 2-188 0,-5 1-540 16,-3-1-1608-16,-5 4-3833 0,2-1 1777 15</inkml:trace>
  <inkml:trace contextRef="#ctx0" brushRef="#br0" timeOffset="144504.984">30547 16951 7932 0,'0'0'7453'0,"0"0"-6281"0,0 0-648 0,-7 86 948 0,7-61 308 0,0-6-856 15,-4-7-776-15,4-5-148 0,0-3-268 16,0-4-320-16,4 0-120 0,-1 0 48 0,5-6 8 15,0-5-400-15,1 3-800 16,-2-9-1976-16,-3 2-697 0,0-2-611 16,-4-2 3908-16,0 7 1224 0,0-11-740 0</inkml:trace>
  <inkml:trace contextRef="#ctx0" brushRef="#br0" timeOffset="144665.407">30571 16735 2480 0,'0'0'5860'16,"0"0"-2771"-16,0 0-1997 0,0 0-824 0,0 0 508 15,0 0 948-15,0 0-428 16,0 0-724-16,0 0-360 0,0 0-212 16,0 0 0-16,0 0-424 15,0 0-404-15,32 19-364 0,-28-25-728 16,0 0-2393-16,0 2-2275 16,-4 1 5336-16</inkml:trace>
  <inkml:trace contextRef="#ctx0" brushRef="#br0" timeOffset="145260.876">30727 16898 10780 0,'0'0'1837'16,"0"0"-1017"-16,0 0-136 16,0 0 604-16,0 0 232 0,0 0-376 15,15 75-356-15,-7-46-88 0,-3-1 8 0,3-2-72 16,-1-7-332-16,1-3-172 15,1-9 4-15,2-1-40 0,6-6-96 0,-2-6-132 16,1-8-28-16,4-5-32 0,0-3-212 16,0-6-108-16,-4 2 20 0,0 1 88 0,-4-1 148 15,-5 7 84-15,-3 0 160 16,0 3 12-16,-4 0 12 0,-4 7 48 16,-3-1 212-16,-5 1 36 0,-4 6 92 0,0 0-80 15,0 3-100-15,0 0-24 16,0 6-184-16,-4 3 48 0,4 1-60 15,0 6-12-15,4-4-96 0,1 1-40 0,2-3-352 16,-3-1-164-16,9-2-124 0,-1-2-448 16,4-1-1452-16,0-4-1873 0,4 0-667 15,3-9 2752-15,1 0 1744 0</inkml:trace>
  <inkml:trace contextRef="#ctx0" brushRef="#br0" timeOffset="145511.51">31030 16815 5548 0,'0'0'7201'0,"0"0"-4473"0,0 0-1672 15,0 0-520-15,0 0 680 0,19 78 396 16,-15-65-576-16,-4-2-536 0,4-5-248 0,1-3-116 16,2-3-136-16,1 0-168 15,8 0 72-15,0-7 48 0,0-2-88 16,4-8-116-16,4 3-116 0,0-3 40 16,4 1 84-16,4 0 196 15,7 7 48-15,-3-1 280 0,0 4-280 16,-5 3 8-16,-3 3 112 0,4 3 136 0,-4 7 76 15,-4 2-40-15,1 4-52 0,-6 0-104 0,-7 4-136 16,0-6-136-16,-3 3-240 0,-6-1-720 16,-3-4-264-16,0 1-760 0,-3 3-3468 15,-6-3-4353-15,-10 6 9065 0</inkml:trace>
  <inkml:trace contextRef="#ctx0" brushRef="#br0" timeOffset="-14980.436">2550 2089 820 0,'0'0'9892'0,"0"0"-8527"15,0 0-881-15,0 0-432 0,0 0 384 16,0 0 176-16,0 0-68 0,0 0 16 15,-88 50 1028-15,76-33-1004 0,0-2-172 16,-4 5-140-16,0-2-48 0,0 5 84 0,0 2-12 16,1 0-24-16,-2 4-64 0,2-1-72 15,2 4 0-15,2 0-12 0,3 6-64 16,-1 0-48-16,5 10 60 0,4 0-8 16,0 3-64-16,4 2 0 0,9 5-64 0,6 1 60 15,1-1-4-15,8-1-4 16,4-3 0-16,4-3-60 0,3-3 64 0,6-7 8 0,2-2-160 15,5-6-24-15,4 0 184 16,4-5 0-16,4-6 0 16,3-3 92-16,8-3-88 0,6-6-8 0,-1-4-60 15,3-3-36-15,4-3 96 0,1-3 4 16,0-6-160-16,4-7 100 0,-5-6 0 16,5-4-28-16,-4-5 76 0,-5-5-260 0,-3-2-212 15,-5-3-12-15,-2 0-164 16,-10-3-56-16,-3 0-64 0,-5-8-16 0,-3-2-68 15,-3 0-144-15,-6-3 136 16,-4 0 47-16,-2 3 169 0,-10 0 100 0,-3 3 348 16,-7 0 116-16,-6 7 92 0,2 3 336 0,-13-4 144 15,0 0 48-15,0-2-51 16,0-1-37-16,-13-3 100 0,6-2-348 0,-10-1 524 16,6-3-348-16,-10 2 80 15,2-1-272-15,-5-1-172 0,-4 0 100 0,-8 2-28 16,-3 1-16-16,-6 3-44 0,-7 0-16 15,-8 4-128-15,-7 6-252 0,-8-1-40 0,-17 10-156 16,-4 5-104-16,-8 7-156 0,-7 8-105 16,-1 8-611-16,-7 4-84 15,-5 6-288-15,1 10 100 0,27-2-304 0</inkml:trace>
  <inkml:trace contextRef="#ctx0" brushRef="#br0" timeOffset="-14881.396">2282 1702 1188 0,'-107'69'2788'0,"39"-21"-624"0,-7 13-356 0,-13 8-940 16,-8 10-248-16,8 1-216 0,4 3-224 15,9-1-180-15,4 3-208 0,7 2-892 0,8-2-380 16,20-19-1216-16,-4 24-1839 16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32767" units="deg"/>
          <inkml:channel name="T" type="integer" max="2.14748E9" units="dev"/>
        </inkml:traceFormat>
        <inkml:channelProperties>
          <inkml:channelProperty channel="X" name="resolution" value="3854.94116" units="1/cm"/>
          <inkml:channelProperty channel="Y" name="resolution" value="5461.1665" units="1/cm"/>
          <inkml:channelProperty channel="F" name="resolution" value="91.01945" units="1/deg"/>
          <inkml:channelProperty channel="T" name="resolution" value="1" units="1/dev"/>
        </inkml:channelProperties>
      </inkml:inkSource>
      <inkml:timestamp xml:id="ts0" timeString="2023-06-27T08:19:50.718"/>
    </inkml:context>
    <inkml:brush xml:id="br0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1824 4267 4104 0,'0'0'168'16,"0"0"1476"-16,0 0 888 0,0 0-1484 0,0 0 296 16,0 0-55-16,0 0 27 0,0 0-124 15,-12-32-272-15,12 32-164 16,0 0-256-16,0 3-128 0,0 4-24 0,4 5-88 0,4 8 284 16,8 5 72-16,-4 13-232 15,1 10-44-15,2 12-8 0,-7 13-52 16,4 9 52-16,-4 13-100 0,0 10-104 0,-4 6-124 15,4 7 52-15,-8 0-44 16,4-7-8-16,-4-6-4 0,4-10-52 0,-4-16 44 16,4-6-236-16,4-16 76 0,-5-5-16 15,1-18-84-15,1-5-64 0,-1-14-48 16,4-5-76-16,-4-10-244 0,-1 0-380 16,6-16-384-16,-1-3-508 0,0-13-756 15,-5-8-3141-15,-3 4 1317 0,-7-28 4368 16</inkml:trace>
  <inkml:trace contextRef="#ctx0" brushRef="#br0" timeOffset="284.512">1785 4540 12537 0,'0'0'1732'0,"0"0"-1112"0,0 0-456 15,63-70 528-15,-35 48 440 0,4 3-92 16,-4 3-296-16,8-1-316 0,-4 5-232 15,-1 3-36-15,1 2-84 0,-4 7-76 16,-4 0-124-16,0 3-160 0,-4 14-84 16,-4 2 148-16,-4 9 44 0,-5 4 168 0,-2 10-164 15,-5 2 12-15,0 0 148 16,-12 4-36-16,0-4 36 0,-4 1-4 16,-4-4 16-16,0-9-8 0,0-1-56 0,1-12-48 15,-2 1-136-15,1-8-224 16,5-5-252-16,-2-7-236 15,-2 0-416-15,3-4-640 0,0-9-2073 0,-4-2-1183 16,8 2 4108-16,4-12 264 0</inkml:trace>
  <inkml:trace contextRef="#ctx0" brushRef="#br0" timeOffset="523.994">2378 4597 404 0,'0'0'10348'0,"0"0"-9279"16,0 0-633-16,84 19 292 0,-64-6 304 0,-4 0 44 0,-5-1-436 15,-2 4-120-15,-5 3 4 16,0 1-188-16,-4 2-176 0,0 3-12 16,0-3-96-16,0-3 36 0,-4 0 48 0,0-6 72 15,4-7 4-15,-4-3 84 0,4 1 232 16,0-4 136-16,0-4-124 16,-5-2-200-16,5-3-340 0,-4-4-108 0,0-6-160 15,4-4 32-15,0-3-68 0,0-2-140 16,0 3-268-16,0 0-80 0,8-1-352 15,-3 4-736-15,3 3-1076 0,-4 4-2517 0,3-1 37 16</inkml:trace>
  <inkml:trace contextRef="#ctx0" brushRef="#br0" timeOffset="830.308">2717 4673 2192 0,'0'0'1944'16,"0"0"3684"-16,28 74-4644 0,-21-46-315 0,6 4 1227 15,-5-1-476-15,-1-8-124 0,2-5-416 16,3-5-332-16,-5-9-352 0,6-4-32 15,-2 0 56-15,5-7 188 0,0-9-136 0,8-3-52 16,-4-6-220-16,0-7-172 16,0-4-60-16,-1-1 8 0,-2 2 76 0,-6 0-148 15,2 4 172-15,-5 5-48 0,-4 4 32 16,-4 6 140-16,0-1 76 0,-12 6 136 16,-4 1-140-16,-5 3 152 0,-2 2-148 15,3 1 120-15,0 4 112 0,0 0-96 16,0 6 92-16,0 4-20 0,1 5-136 15,-2 8 36-15,6 2-64 0,2 1-120 16,6 6-72-16,-5-4-52 0,12 0-60 16,-4 2-492-16,4-5-160 0,0-6-260 15,8-3-484-15,3-7-972 0,2-5-2297 0,-5-4-1611 16,7-10 5952-16</inkml:trace>
  <inkml:trace contextRef="#ctx0" brushRef="#br0" timeOffset="1109.543">3278 4657 5896 0,'0'0'3016'16,"0"0"-291"-16,0 0-1677 0,41 67 76 0,-34-49 556 16,-7-1-424-16,4-10-360 0,0-1-340 15,-4-6-220-15,4 0-92 16,1-4-72-16,-5-5 12 0,4-3-60 0,3-1 72 16,-3-7-196-16,4-2-72 0,-4 3-100 15,1-3-12-15,-5 6 60 0,0 4 40 0,-5-1 80 16,-3 4-132-16,0-1 136 0,-8 1 0 15,1 2 84-15,-6 0-76 16,2 5 80-16,3 2 96 0,0 0-128 0,4 6-52 16,-4 4 44-16,4 5-36 0,0 1-4 15,-1 0-8-15,6 0-76 16,-1-1-144-16,0 2-248 0,4-2-348 0,4-2-392 0,-4-1-1088 16,4 2-2485-16,0-5-2871 15,0-2 6740-15</inkml:trace>
  <inkml:trace contextRef="#ctx0" brushRef="#br0" timeOffset="1264.39">3474 4689 236 0,'0'0'10877'16,"0"0"-9837"-16,99-5-592 0,-63 0 1020 15,0-4-28-15,0-4-828 0,-4-2-220 0,0-1-156 16,-5-7-236-16,1-2-72 16,0 0-560-16,0-4-320 0,-4-3-632 0,-4 0-272 15,-4 4-1337-15,-8-3-4071 0,0 12 7056 16</inkml:trace>
  <inkml:trace contextRef="#ctx0" brushRef="#br0" timeOffset="1460.941">3725 4251 1084 0,'0'0'8848'0,"0"0"-6747"0,0 83-1117 0,0-39-280 16,0 10 612-16,0 6 68 0,0 7-200 15,4 3-320-15,0 6-284 0,-1 3-100 16,6 7 132-16,-1-7-136 0,-4 1-476 15,-4-13-48-15,0-7-296 0,-8-6 112 16,4-10-208-16,-8-2-100 0,0-4-224 16,-1-4-40-16,-6 1-356 0,-5-3-568 0,-4 0-540 15,-8-3-1693-15,-7-1-839 0,6-5 2624 16,-30 5 988-16</inkml:trace>
  <inkml:trace contextRef="#ctx0" brushRef="#br0" timeOffset="1859.925">1051 5968 1384 0,'0'0'9312'0,"0"0"-8591"16,0 0-297-16,0 0 384 0,0 0 1100 15,0 0-584-15,0 0-644 0,0 0-284 16,0 0 116-16,0 0 144 0,0 0-76 0,112-65-112 15,-61 58-176-15,9 0 16 0,0 2 36 16,8-2 108-16,8-3-52 16,8 0-120-16,11 1-144 0,8-7 116 0,13 4-92 0,4-8-15 15,11 5-133-15,0-2 88 16,1-1-4-16,4 2-96 0,-5-1-20 16,5 3 16-16,-5-3 8 0,0-2 4 15,0 3 64-15,-2 0-68 0,-2 1 116 0,-11-2-60 16,-5 8-60-16,-8-4-4 15,-6 7-164-15,-11-1 60 0,-5 5-40 0,-10 2 40 16,-3 0-13-16,-13 0 9 16,-6 0-80-16,-10 0-40 0,-7 0-108 15,-4 2-4-15,-4 2 76 16,-8-1 24-16,0-3-256 0,-8 0-116 16,-4-9-248-16,-1-4-500 0,2-6-956 0,-5 0-3101 0,0-19-2587 0</inkml:trace>
  <inkml:trace contextRef="#ctx0" brushRef="#br0" timeOffset="2080.817">4696 4619 16877 0,'0'0'2692'15,"0"0"-1872"-15,0 0-808 16,0 0 120-16,0 0 28 0,0 0 24 16,81 23 144-16,-74-20-232 0,-3 0-96 0,1 0-632 15,-1 3-456-15,-4 4-376 0,0 2-2368 0,0 1-4853 16,-17 6 3086-16</inkml:trace>
  <inkml:trace contextRef="#ctx0" brushRef="#br0" timeOffset="2225.581">4773 5023 11445 0,'0'0'7112'16,"0"0"-6276"-16,0 0-492 0,0 0 108 15,0 0 12-15,0 0-184 0,0 0-96 16,0 0-184-16,0 0-496 0,0 0-484 0,0 0-200 16,52 31-940-16,-52-12-5457 0</inkml:trace>
  <inkml:trace contextRef="#ctx0" brushRef="#br0" timeOffset="4436.892">7896 4677 9972 0,'0'0'2229'0,"0"0"-1413"15,0 0-188-15,0 0-212 16,0 0 132-16,0 0 420 0,0 0-96 0,0 0-40 16,0 0-160-16,0 0-252 0,0 0-28 15,24 12 456-15,24-9 32 16,16-3-280-16,0 4-200 0,-1-4-108 0,5 0-63 0,-4-4-33 16,-5-2-16-16,-3-1 40 15,-3-2-76-15,-2-1-44 0,-7 1-100 16,-4 3-12-16,-5-1-84 0,-3-2 36 0,-8 3-168 15,-3-1-172-15,-2 4-41 16,-7 0-107-16,-4 0-108 0,-4-1-104 0,-4 4-160 16,0 0-352-16,0 0-456 0,-8 0-612 15,1 0-2333-15,-14 0-1915 0</inkml:trace>
  <inkml:trace contextRef="#ctx0" brushRef="#br0" timeOffset="4776.225">8180 4768 3648 0,'0'0'3032'15,"0"0"1128"-15,0 0-3527 0,0 0-301 16,0 0 284-16,0 0 612 16,0 0-112-16,-56 80-96 0,48-64-192 0,3 6-240 15,1 3-120-15,4 7-84 0,0 6-48 0,0 10 20 16,9 2-36-16,-1 11-12 0,3 6-100 15,2 3-36-15,-5 3-52 0,3 6-108 16,-3 1 112-16,4-1-24 0,0-3-28 16,-3-6-72-16,2-7 8 0,1-6 48 15,0-6-56-15,0-6-8 0,-4-7 8 16,0-4-72-16,4-8 24 0,-8-7-88 16,0-6-120-16,-1-9-188 0,1-4-72 15,1 0-24-15,-1-7-56 0,0-6-124 0,0-6-196 16,0-4-392-16,-4-8-920 15,0-1-2017-15,-12-3-1739 0,3 9 4300 0</inkml:trace>
  <inkml:trace contextRef="#ctx0" brushRef="#br0" timeOffset="4997.126">8231 5540 2844 0,'0'0'8829'0,"0"0"-7533"0,0 0-760 0,0 0-360 31,0 0 600-31,0 0 560 0,0 0-196 0,88-16-172 0,-60 13-164 16,3-3-188-16,-3-4-16 0,8 3-64 0,-4 1-132 16,0 0-200-16,0-1-140 0,-1 1-56 0,1 0-8 15,-4 0-100-15,0 2 4 0,-7 1-88 16,3 3-292-16,-5-3-208 0,5 3-100 16,-8 0-216-16,4 0-532 0,0 0-1352 15,-8 0-2937-15,0 0-1415 16</inkml:trace>
  <inkml:trace contextRef="#ctx0" brushRef="#br0" timeOffset="5375.338">9370 4838 7080 0,'0'0'4817'15,"0"0"-3513"-15,0 0-756 0,0 0-292 16,0 0 248-16,0 0 532 0,0 0-80 16,0 0-108-16,0 0-192 0,-83 90-188 15,75-52-108-15,4 3 20 0,-4 6 36 0,4 4-12 16,0 5-148-16,4 3 0 0,0 0-24 15,0 2-24-15,0-4-124 16,0-6 64-16,12-3 36 0,-4-10 8 16,4-4-8-16,4-8-99 0,0 0-73 15,-1-4-8-15,2-7-4 0,-2 1-73 0,2-3-23 16,2-7-308-16,-3 0-204 0,5-6-64 16,-2 0-160-16,1-9-104 0,1-3-552 15,-6-11-1172-15,1 8-4101 0</inkml:trace>
  <inkml:trace contextRef="#ctx0" brushRef="#br0" timeOffset="5837.128">9976 4684 10920 0,'0'0'2357'0,"0"0"-1413"0,0 0-324 16,44 77 224-16,-28-41 672 0,-4 2-280 15,-4 11-140-15,4 1-328 16,-8 4-292-16,0 6-244 0,-4 3-72 0,0 7 32 16,-12-3-116-16,0-4-68 0,-4-2 4 15,0-7 36-15,-4-7 0 16,0-5-40-16,-4-7 88 0,5-7-88 0,-5-6-8 0,3-2 8 16,2-11 36-16,-1-3-44 0,-1-6-52 15,6-3-164-15,-5-6 8 16,4-7 12-16,-4-6-60 0,4-7 24 0,4 1-84 15,-3-8-40-15,2 1 164 0,5-2-104 0,5 5 76 16,-1 3 36-16,4 6-16 16,4 4 68-16,-1 7 124 0,5 3 8 15,5 2 4-15,-2 4 80 0,5 3 200 0,4 0-40 16,4 3 40-16,8 6 20 16,-4 4-156-16,4 4 96 0,0-2 0 0,3 1 0 15,1 3 36-15,-4 0-48 0,0 0-148 16,0 0-32-16,-5 0-40 15,1 0-4-15,-7-6-8 16,-2 4-4-16,-3-5-108 0,0-3-144 16,-4 1-120-16,-4-4-16 0,0 1-36 0,-4-4-100 0,1-3-120 15,-2 0-156-15,-3 0-352 0,0 0-680 16,0-10-736-16,0-2-1493 0,0 1-703 0,0-20 1816 16</inkml:trace>
  <inkml:trace contextRef="#ctx0" brushRef="#br0" timeOffset="6098.875">10558 4892 4396 0,'0'0'7769'15,"0"0"-6693"-15,0 0-592 0,0 0 60 16,0 0 568-16,0 0 184 0,0 0-140 16,68 76-60-16,-57-53-320 0,2 2-372 15,-2 1-148-15,2 2-12 0,-2 0-88 16,1 8-92-16,4-2 56 0,5 5-72 0,-2 2 256 15,-3 0 533-15,-4-6-837 16,-8 0-60-16,-4-3-16 0,-4 0 28 16,-4-1-169-16,-4 4-87 0,0 4-12 15,-8-6-16-15,1 6-8 0,-6 0-148 16,1-5-308-16,-4-2-884 0,-4-1-2284 16,8-11-2657-16,-15 5 537 0</inkml:trace>
  <inkml:trace contextRef="#ctx0" brushRef="#br0" timeOffset="7042.455">9482 6632 640 0,'0'0'468'0,"0"0"172"0,0 0-392 0,0 0 1044 16,0 0 3764-16,0 0-3552 0,0 0-343 15,0 0-69-15,0 0 8 0,0 0-56 0,0-10 28 16,0 14-112-16,0-4-248 0,0 3-116 16,0 0-100-16,0 0-64 15,0 4-136-15,0 5-16 0,0 4 28 0,0 3-88 16,0 3 12-16,0 8-60 0,0 1 12 16,4 4-24-16,0 3-16 0,0 1-44 15,0 5-28-15,1 6-60 0,-2 4-4 16,-3 3-8-16,4 7-4 0,-4 0 4 15,0-4 0-15,0 4 0 0,0-8-48 0,4-1 0 16,-4-4-28-16,0-7 64 0,4 0-72 16,-4-6 84-16,4-6 8 15,-4-4 48-15,4 1-56 0,0-11-48 16,-4 2 40-16,4-4-64 16,0-6-40-16,0-1-32 0,0 1 56 0,-4-7-72 0,4 0 40 15,-4 0-16-15,0-3-36 0,0 0-60 16,0 0-16-16,0 0-56 0,0 0-116 15,0-3-16-15,0 0-84 16,-4-4-264-16,0 1-588 0,0-3-1260 0,-4-1-3645 0,-8-6 409 16</inkml:trace>
  <inkml:trace contextRef="#ctx0" brushRef="#br0" timeOffset="7600.868">8685 8528 2500 0,'0'0'2228'0,"0"0"1272"16,0 0-1764-16,0 0-367 16,0 0-125-16,0 0 28 0,0 0-92 0,0 0-200 15,0 0-224-15,0 0 188 0,0 0-116 16,107-6-212-16,-51 6-52 15,-4 0-52-15,4 0-60 0,-3 0-100 0,-2 0-132 16,-3-4 24-16,-1-2-124 0,-6-3-40 0,-2-1-80 16,-3-7-84-16,-8 5-172 15,0-1-144-15,-4-2-100 0,-5 3-308 16,-2 1-88-16,-10-1-340 0,-3 5-1056 0,-4 1-2325 16,0 3-1955-16</inkml:trace>
  <inkml:trace contextRef="#ctx0" brushRef="#br0" timeOffset="7857.991">8785 8543 6108 0,'0'0'6009'0,"0"0"-4829"0,0 0-228 0,4 83-520 16,12-47 148-16,-1 1 376 0,6 8 44 15,-1 2-120-15,3 11-216 0,-3 2-308 16,1 6-232-16,-6 4 48 0,-2 3-160 0,-2-3 52 15,1-1 8-15,-4-1-72 16,0-8 0-16,-4-6-72 0,4-6 72 16,-8-13-88-16,5-4-36 0,-2-12-120 0,1-6-212 15,0-4-224-15,0-9-388 16,0-2-312-16,-4-11-556 0,0-9-1185 0,0-7-2663 16,-8 7 1177-16,-8-20 4607 0</inkml:trace>
  <inkml:trace contextRef="#ctx0" brushRef="#br0" timeOffset="8021.128">8884 9068 4424 0,'0'0'7981'0,"0"0"-6769"15,0 0-540-15,0 0 52 0,80-13 648 0,-52 13-92 16,0 0-352-16,4 0-176 0,4-4-300 16,-1 2-208-16,6-9-148 0,-5 5-96 0,-1-2-172 15,1-6-256-15,0 1-372 16,-1 1-200-16,2 2-420 0,-1-2-1028 15,-4 2-2821-15,7 4-2483 0</inkml:trace>
  <inkml:trace contextRef="#ctx0" brushRef="#br0" timeOffset="8292.797">9733 8610 12973 0,'0'0'2444'0,"0"0"-2028"16,0 0-352-16,0 0 428 0,-64 80 320 16,57-49 448-16,3 11-128 15,4 2-312-15,4 6-308 0,3 5-196 16,5-1 24-16,4 4-108 0,0 1-111 0,0-1-113 16,5-2 44-16,-2-4-52 0,9-8-157 15,-4-6-63-15,0-16-24 0,-5-6-60 0,-2-13-168 16,-2-3-80-16,2-9-268 15,-2-10-352-15,1-7-784 0,-4-9-708 16,1-3-2537-16,-6 6-2063 0,9-21 6456 0</inkml:trace>
  <inkml:trace contextRef="#ctx0" brushRef="#br0" timeOffset="8669.614">10251 8468 2584 0,'0'0'11617'0,"0"0"-10189"0,36 85-952 15,-24-44 16-15,4 10 464 0,-4 3 332 16,-4 3 36-16,0 0-336 0,0 1-564 16,-5-1-252-16,5 0-75 0,-3 3 11 0,-5 1-48 15,0-7-60-15,0-7 0 0,-9-9 72 16,2-7 48-16,-5-4-36 0,0-12-48 16,0 1-36-16,-8-10-120 0,4-2-36 15,-4-4-40-15,0-6-13 0,0-11-95 16,0-5-60-16,1-6 12 0,2-5-16 15,-3-1 52-15,9-1-52 0,-1 7 96 16,7-1-32-16,1 7 80 0,4 3 104 16,0 5 68-16,4 6 52 0,9 2 4 15,2 1 380-15,5 5-40 0,1 0 36 16,2 5-52-16,5 7 4 0,0-3-76 0,0 7-60 16,0 0-16-16,-4 0-56 0,0 0-120 15,-9 3 4-15,6-3-8 0,-10 0-48 16,2-1-76-16,-2-5-8 0,-3 3-320 0,5-6-76 15,2-5-36-15,2 1 48 16,2-3 396-16,-3 0-216 0,-4-12-1652 0,-4-4-2632 16,-8-13-3465-16</inkml:trace>
  <inkml:trace contextRef="#ctx0" brushRef="#br0" timeOffset="9009.08">10494 8413 8080 0,'0'0'6741'16,"0"0"-5757"-16,0 0-492 15,0 0 84-15,0 0 700 0,0 0-340 16,0 0-308-16,76 4-224 0,-60 3-296 0,-4-2-108 16,-1 4-8-16,2 4-76 0,-6 4 8 15,1 5-44-15,-3 3-224 0,-5 3 208 16,-5 4-36-16,-6 3 88 0,3 0 84 0,-5-4 96 15,2 1 4-15,7-6 60 16,0-7 256-16,4-3-72 0,0-3 20 0,4-4-36 16,4-3 440-16,8 1-367 0,-4-4-97 15,12-3-16-15,0 0-32 0,-1 0-16 16,5-10-132-16,0 1-36 0,0-10-72 16,-4 3-172-16,0-3-372 0,-4 0-340 15,-4 0-89-15,-5 3-347 0,-3 4-1500 16,-3-5-4437-16</inkml:trace>
  <inkml:trace contextRef="#ctx0" brushRef="#br0" timeOffset="9247.009">11084 8556 6960 0,'0'0'7201'15,"0"0"-5069"-15,0 0-1484 0,0 0-300 0,0 0 544 16,0 0-64-16,71 80 80 0,-54-61 212 15,-2 0-364-15,2 6-403 0,-6-3-125 16,2 7 4-16,-6 0-64 0,-3 2-156 16,-4 8-12-16,0-1 0 0,-4 0-72 0,-3 0-168 15,-6 0-136-15,2-1-13 0,-6 1-63 16,-7 2-84-16,1-3-112 16,-1 2 12-16,-8-2-88 0,-4 2-240 0,-4-1-708 15,-4 0-1008-15,-4-3-2037 0,12-7-1903 16,-27 8 6504-16</inkml:trace>
  <inkml:trace contextRef="#ctx0" brushRef="#br0" timeOffset="9893.598">9741 10303 2096 0,'0'0'364'0,"0"0"-364"0,0 0 6212 16,0 0-4400-16,0 0-179 0,0 0-213 16,0 0 12-16,0 0-8 15,0 0-240-15,0 0-392 0,9 6-104 0,-6 7 12 16,-3 2-200-16,0 5-180 0,4 2 8 16,-4 0-120-16,4 3-28 0,-4 4-56 15,4 3-52-15,-4 3-60 0,4 2 36 0,0 5-40 16,4 6-8-16,-4 3 0 15,4 2-96-15,-4 8-28 0,4-1 28 16,-5 0-24-16,2 1 56 0,-1-5-44 0,0-4 12 16,0-8 32-16,-4-6 52 15,0-3 12-15,4-4 0 0,-1 1-12 0,6-3-144 16,-1 0-124-16,0-10 108 0,-5-3 72 16,1-3-156-16,0-10-160 0,-4 0-160 15,0-3-116-15,0 0-16 0,0 0-212 0,0 0-564 16,0-6-804-16,0 2-1729 0,0 1-1619 15,-4-3 4436-15</inkml:trace>
  <inkml:trace contextRef="#ctx0" brushRef="#br0" timeOffset="10641.563">9104 12049 4012 0,'0'0'6396'0,"0"0"-4531"0,0 0-41 15,79 22-524-15,-43-15 172 0,4-4-332 16,0-3-164-16,3 0-180 0,-2 0-208 0,-2-7-212 16,1-2-84-16,-4 0-132 0,-4-1-84 15,-1 1-76-15,-7-5-48 0,1 2-148 16,-5 2-548-16,-1-2-24 0,-6 1-32 16,-6 2-288-16,-7 4-736 0,0-2-1128 15,0 3-2153-15,-11 4-1859 0</inkml:trace>
  <inkml:trace contextRef="#ctx0" brushRef="#br0" timeOffset="10830.148">9283 12074 2792 0,'0'0'156'0,"0"0"-156"0,0 0 6328 16,-20 73-4259-16,20-37-225 0,8 4-448 16,4 11-196-16,8 7 40 0,0 5-24 0,3 7-172 15,-3-1-260-15,1 5-220 16,-6 2-188-16,-2-3-216 0,-2-3-100 15,1-7-60-15,-3-6-160 0,-2-13 16 16,-3-8-124-16,0-11-148 0,0-9 12 16,1-6-196-16,-5-4-260 0,0-3-356 0,0-3-980 15,0-3-2065-15,0-3-2879 0,-13-7 6476 16</inkml:trace>
  <inkml:trace contextRef="#ctx0" brushRef="#br0" timeOffset="11004.033">9283 12681 4180 0,'0'0'3036'0,"0"0"112"16,0 0-935-16,0 0-633 0,80-25 220 15,-52 18-444-15,3 1-280 0,5-4-252 16,0-2-212-16,0-1-368 0,4-4-156 0,0-2-88 16,3 0-100-16,1-2-56 15,0 1-460-15,0 1-468 0,-4 4-564 0,-1-1-1040 16,-3 6-2021-16,-8 4-1115 0</inkml:trace>
  <inkml:trace contextRef="#ctx0" brushRef="#br0" timeOffset="28541.533">14196 3460 5336 0,'0'0'5929'16,"0"0"-4821"-16,0 0-576 0,0 0-528 15,0 0 40-15,0 0 456 0,0 0 336 0,0 0 12 16,0 0-320-16,0 0-212 0,15 19 88 16,-6-3 20-16,-5 3-212 15,-1 7 100-15,1 2-40 0,-4 4-12 0,0 3-48 16,-4 0-40-16,-3 4-60 0,-6-2 20 16,-2 5-132-16,2-4-8 0,-6 3 4 15,3-6-4-15,0 0-28 0,0-7 36 16,0 1 4-16,0-10-4 0,4-3-4 15,0-3 4-15,0-1 12 0,1-6-12 0,-2-2-60 16,1-1-88-16,0 0 0 16,0-3 12-16,5 0 0 0,-6-3-112 15,5-4-76-15,1-2 24 0,-1 0-124 0,-1-7-16 16,2 0 176-16,-1 0 128 0,4 0-104 16,4 3 100-16,-4 1 92 0,4-1 48 15,0 3 0-15,0 1 0 0,0 0-52 0,4 2-48 16,0 0 36-16,0 1-20 15,3 0 84-15,6-1 152 0,2 5-40 0,2-2 0 16,6 4 80-16,1 0-28 0,0 0 72 16,4 0-48-16,-4 6 104 0,4 1-80 15,-5 2-12-15,-2 1-76 0,-1-3 0 16,-5 2-116-16,2 0 4 0,-2 1-8 16,-2-4-4-16,-2 4-48 15,-3-1-12 1,1 1-4-16,-5-1-272 0,3 1 48 15,-3-1-68-15,0-2 44 0,4-4-408 0,-3 0-408 0,2 0-608 16,1-3-417-16,4 0-1919 0,-4 0-652 0,8-9 4124 16</inkml:trace>
  <inkml:trace contextRef="#ctx0" brushRef="#br0" timeOffset="28840.527">15223 3717 3708 0,'0'0'8441'0,"0"0"-7277"0,0 0-604 15,0 0-256-15,0 0 404 16,48 79 424-16,-44-59-116 0,-4 2-48 0,0-3-252 15,0 3-300-15,0 1-232 0,-7-4-184 16,3 0-52-16,-5 0 4 16,5-7-40-16,0-5-304 0,1-3-100 0,-1-4-204 15,4 0-248-15,-4-7-564 0,0-3-2408 16,-1 1-2533-16,-3-13 3425 0</inkml:trace>
  <inkml:trace contextRef="#ctx0" brushRef="#br0" timeOffset="29000.643">15200 3435 8884 0,'0'0'4505'0,"0"0"-3273"0,0 0-1220 16,0 0-12-16,0 0-328 0,0 0-92 16,0 0 12-16,0 0 140 15,0 0-280-15,36 0-1289 0,-21 0-4431 0</inkml:trace>
  <inkml:trace contextRef="#ctx0" brushRef="#br0" timeOffset="29279.178">15710 3542 5944 0,'0'0'7549'16,"0"0"-6125"-16,0 0-760 0,0 0 8 0,-81 71 372 15,66-55-212-15,3 0-328 0,4-4-256 16,4 1-248-16,4-1-60 0,0-2-52 15,8 3 52-15,0-1-4 0,8 1 56 16,-4-1-40-16,4 2-76 0,4-2-24 0,-5-3 12 16,-2 2 0-16,-1-3-12 0,-1 3 36 15,-6-2 36-15,-1 1 28 0,-4-1 44 16,0 1-96-16,-4 2-112 0,-9 1-96 16,2 1 8-16,-6-3 48 0,-2 3-88 0,-5-6-88 15,0 3-200-15,-4-2-244 16,-4-4-748-16,0-1-1173 0,4-1-3291 0,-11-3 3176 15</inkml:trace>
  <inkml:trace contextRef="#ctx0" brushRef="#br0" timeOffset="29908.641">16690 3623 5792 0,'0'0'104'0,"0"0"4140"15,0 0-3251-15,0 0-17 0,0 0 164 0,0 0 296 16,0 0-556-16,0 0-148 0,0 0-32 16,-80 12-128-16,64 7-116 0,-4 4-96 0,5 5-28 15,-2 4 12-15,6-1 0 16,-2 2-36-16,5-5-76 0,5-6-112 0,-1-3-120 16,4-5-12-16,0-9 12 0,4-2 60 15,7-3-60-15,2-3 0 16,6-7-112-16,1-2 0 0,8-7-96 0,-4-3-96 15,-1-8-64-15,2 9-28 0,-5-5 52 16,-5 4-52-16,2 4 88 16,-2 1-116-16,-2 4 188 0,-2 4 24 0,2 6 24 15,-5 3 0-15,3 0 188 0,2 6 512 16,-2 7 84-16,1 3-196 0,0 3-92 0,0 2 36 16,0 2-36-16,-4 0-12 0,0-1 12 15,0-3-112-15,-4 0-132 0,4-3-64 16,0-3-84-16,0-6-4 0,0-2-352 15,4-5-140-15,-1 0-88 0,2 0-300 0,-1-10-424 16,-5 4-1480-16,10-10-3765 0</inkml:trace>
  <inkml:trace contextRef="#ctx0" brushRef="#br0" timeOffset="30252.715">17240 3492 9744 0,'0'0'5597'0,"0"0"-4465"0,0 0-932 16,0 0 284-16,0 0 372 15,0 0 92-15,84-3-332 0,-65 3-236 16,-3 0-236-16,0 6-144 0,0 1-132 0,0 0 8 16,-4 5-8-16,-8 4-28 0,0 3-100 15,-4 2-44-15,-4 9 92 0,-8 1 80 0,-4 1 32 16,0-4 36-16,0 1 64 0,4-4 120 15,0-2-8-15,4-4 332 16,5-3-76-16,-1-3-16 0,4-4-80 0,0-3-16 16,7 1 36-16,1-4 244 0,9-3 72 15,-2 0-219-15,9 0-133 0,4-6-136 16,0-7-120-16,0 0-44 0,-1-2-164 0,1-4-204 16,0 0-221-16,-4-4-255 15,0 4-228-15,0-4-732 0,-4 4-2208 16,-4 7-2233-16,-4-7-315 0</inkml:trace>
  <inkml:trace contextRef="#ctx0" brushRef="#br0" timeOffset="30577.322">17786 3712 5652 0,'0'0'6437'0,"0"0"-5313"0,0 0-676 15,0 0 8-15,0 0 708 0,0 0-44 0,0 0-348 0,95-14-288 0,-68-7-484 16,1-5-112-16,0 1-556 0,0-5-148 15,-3 5 24-15,3 0 8 0,-8 2-16 0,-5 2-4 16,-3 1 216-16,-4 5 228 0,-8 2 84 16,0 4 276-16,-12-1 88 0,-3 4 528 15,-2 0 88-15,-2 6-156 0,-1 0 152 16,-1 9-68 0,-2 7-16-16,3 3 64 0,0 9-16 15,0 4 56-15,0 4-76 0,0 1-4 0,0 1-12 0,0 1-68 0,5-2-92 16,2-5-164-16,6-7-112 0,3-5-136 15,0-8-56-15,4-5-64 0,8-4 16 16,-1 0-132-16,10-3-116 0,6-6-252 16,1-8-140-16,8 0-344 0,0-12-780 15,3-3-2168-15,-7 7-2345 0,4-10 245 16</inkml:trace>
  <inkml:trace contextRef="#ctx0" brushRef="#br0" timeOffset="30807.624">18351 3419 768 0,'0'0'11033'0,"0"0"-9369"0,0 0-952 16,0 0-28-16,8 90 916 0,-16-62-196 0,5-2-148 16,-6 2-324-16,1-3-356 0,4-3-260 15,0-3-156-15,1 1-52 0,-1-5-60 16,0-2-48-16,4-4 0 0,0-6-12 16,0 1-36-16,0-4 48 0,4 0-148 15,3-9-68-15,5-5 80 0,4-2-108 16,8-2-72-16,0-8-212 0,-4-5-160 0,4 1-200 15,-5-1-364-15,5-1-648 16,-3 0-964-16,-1 4-1629 0,-1 3-723 16,-2 9 3784-16,2 3 553 0</inkml:trace>
  <inkml:trace contextRef="#ctx0" brushRef="#br0" timeOffset="31058.385">18670 3521 1472 0,'0'0'7852'0,"0"0"-5515"0,0 0-965 15,0 0-544-15,-4 75 148 0,4-68 256 16,0 0-344-16,8-4-304 0,0-3 0 15,8 0-116-15,0-10-160 0,7 1-308 16,1-10-36-16,4 0-384 0,0-3-60 16,-3 0 32-16,-6-1-12 0,-3 4 12 0,0 3 124 15,-12 0-8-15,0 4 272 0,-4-4 60 16,-4 6 124-16,-8-2 192 0,-3 6 48 16,-2-1 48-16,-2 3-40 0,2 4-48 0,-7 11-28 15,5 1-24-15,-1 7 12 16,-4 3 8-16,4 0 80 0,0 3-104 15,4-5-148-15,0 1-120 0,0-2-112 0,4-2-184 16,4-5-464-16,0-1-204 16,4-2-332-16,4 0-684 0,0-2-1985 15,0-4-1971-15,0 0 2804 0</inkml:trace>
  <inkml:trace contextRef="#ctx0" brushRef="#br0" timeOffset="31640.812">19423 3438 3132 0,'0'0'8537'0,"0"0"-6961"16,0 0-876-16,0 0-4 0,-12 89 740 15,12-60 12-15,-4-3-308 0,4 2-332 16,0-6-328-16,0-3-284 0,4-3-124 0,0-4-24 16,4-2-48-16,0-4-60 0,4-6 48 15,4 0-148-15,3-6 12 0,5-10-132 16,1 0-88-16,-1-6-60 0,0 0-44 15,-5 0 16-15,-2 2-28 0,-6 1 48 16,-3 7 152-16,-8-1 160 0,0 3 120 16,-4-2 4-16,-8 5 224 0,-8 1 20 15,1 0-240-15,-5-1 80 0,0 7-80 0,-1 0-4 16,1 0 0-16,1 10-52 16,3-1-20-16,4 2 20 0,4 1-48 15,4 1-148-15,0-5-608 0,5 6-1460 0,-2-7-2549 16,5-2-2687-16,0-2 7540 0</inkml:trace>
  <inkml:trace contextRef="#ctx0" brushRef="#br0" timeOffset="31748.659">19682 3568 1580 0,'0'0'11333'0,"0"0"-9089"15,103 9-1056-15,-62-9-292 0,2 0 132 0,-7-2-512 16,4-5-280-16,-4-5-88 0,-4-4-148 16,4-3-240-16,-8-4-488 0,0 1-624 15,0-3-608-15,-9 3-2501 0,-7 3-2679 16</inkml:trace>
  <inkml:trace contextRef="#ctx0" brushRef="#br0" timeOffset="32023.991">19973 3248 3236 0,'0'0'612'15,"0"0"6140"-15,0 0-5311 0,0 0-633 16,0 0 20-16,0 0 440 0,0 0 144 0,-48 73-96 16,52-45-176-16,4 5-196 0,4 4-272 15,0 4-160-15,-5 4-148 0,6-1-144 16,-5 7-24-16,-1-3-76 0,2 2 13 0,-5-2-45 15,4 2-76-15,-4 2 72 0,3-8 24 16,-3-2-16-16,5-5-92 16,-5-1-8-16,0-8 0 0,3 1-52 0,-7-4-12 15,4-2-72-15,-4-5-161 0,0-2-111 16,0-3-32-16,-4-4-40 0,-7-2-64 0,-2 0 112 16,-2-1 24-16,-2-6-52 15,-2 0-40-15,-9 0-48 0,4-6-328 16,-8-5-588-16,0-1-800 0,-3-5-1837 0,7 9-2055 15,-21-12 5488-15</inkml:trace>
  <inkml:trace contextRef="#ctx0" brushRef="#br0" timeOffset="33113.911">21108 3534 3892 0,'0'0'0'15,"0"0"4904"-15,0 0-3392 16,0 0-275-16,0 0-97 0,0 0 352 16,0 0-204-16,0 0-156 0,0 0-76 15,0 0-240-15,0 0-200 0,-4 0-136 16,13 3-76-16,-1 0-148 0,3-1 60 15,9 2-48-15,0-1 0 0,0 0-48 0,4 1-48 16,0-4-52-16,-1 0-12 16,1 0-32-16,4 0 21 0,-3-10-25 0,3 4-12 15,-4-7-60-15,4 0-120 0,-5-3-393 16,1 0-191-16,-4 1-80 0,-4-1-108 16,0 0-292-16,-4 0-868 0,-5 0-2040 15,-3 7-1741-15,-4-10 253 0</inkml:trace>
  <inkml:trace contextRef="#ctx0" brushRef="#br0" timeOffset="33728.01">21403 3127 7856 0,'0'0'1504'0,"0"0"-756"15,0 0-216-15,0 0 265 16,0 0 155-16,0 0-200 0,0 0-240 0,0 0-220 15,0 0-152-15,0 0-64 0,-11-13 64 16,11 13 60-16,0 0 16 0,0 0 60 16,-5 0 92-16,5 0 260 0,0 0 24 15,-4 0-40-15,4 0-240 0,0 3-36 16,-4-3-52-16,4 0-188 0,-4 4-92 16,4-4-4-16,-4 0-60 0,4 0-12 0,-3 2 56 15,-1 2 4-15,0 2 12 0,-1 1 0 16,1-1 64-16,-4 4 8 0,5 3 16 15,-1 6 24-15,-4-4 12 0,3 8-4 16,1-1 28-16,0 3 0 0,1 0-24 0,-1 0-64 16,0 1 16-16,4 2-72 0,-4-2 44 15,4 3 0-15,0-4-36 16,0 0 0-16,0 2 0 0,0-2 64 0,0 0-4 16,4 0 28-16,0 1-28 0,3-4 24 15,6 6-32-15,-5-2-56 0,3 5 124 16,2-2-20-16,-2 2-64 0,1 2 12 15,-3-5-8-15,6 1-4 0,-2 2 36 16,-2-5-36-16,1-1-40 0,0 1 4 16,0-7 64-16,-4 0-76 0,0-6 4 15,0 3 0-15,-4-4 8 0,0-2 48 16,-4-1-60-16,4 4 8 0,-4-4 0 16,0 5-4-16,-4-6 8 0,0 3-4 0,-4-5-8 15,-1 0-72-15,-2 0-24 0,-1-3 84 16,-4 1-100-16,1-1-20 0,-6-3-16 0,1 0-48 15,1-7-72-15,-5-2-40 0,-1-3-48 16,1-2-52-16,1-2-120 0,3 4 32 16,0-1-112-16,4-3-52 0,4 4-224 15,4-4 12-15,4 0-676 0,4-6-661 16,0 2-1055-16,0-5-1824 0,4 7 3780 16,0-12 137-16</inkml:trace>
  <inkml:trace contextRef="#ctx0" brushRef="#br0" timeOffset="34024.486">21834 3396 680 0,'0'0'4152'16,"0"0"444"-16,0 0-2631 0,0 0-621 15,0 0 72-15,0 0 60 0,0 0-344 0,0 0-364 16,0 0-136-16,0 0-16 0,-21 77-100 16,14-52-72-16,3 7 8 15,0 1 96-15,4 0-84 0,0 0-136 0,0 2-48 0,4-1 229 16,7-5 99-16,2-4-428 16,-2-2-176-16,1-10-4 0,4-5-72 0,1-1-124 15,2-7-228-15,1 0-293 16,5-9-143-16,-2-3-132 0,-3-5-668 15,-5 1-2540-15,2-6-2893 0</inkml:trace>
  <inkml:trace contextRef="#ctx0" brushRef="#br0" timeOffset="34228.344">22092 3441 1056 0,'0'0'11941'0,"0"0"-9557"0,0 0-1464 0,0 0-36 16,0 0 564-16,0 0-220 0,0 0-140 0,88 57-348 15,-68-41-299-15,4 0-213 16,-1 0-116-16,-2-3-112 0,-1-1-40 16,-1-1-104-16,-2 1-329 0,-2-3-171 0,-2-2-160 15,-2-1-92-15,-3 1-112 16,1-4-268-16,-5 0-716 0,-1-3-960 0,1-6-2253 16,0-4-599-16</inkml:trace>
  <inkml:trace contextRef="#ctx0" brushRef="#br0" timeOffset="34384.525">22391 3400 4296 0,'0'0'780'0,"0"0"5361"16,0 0-4525-16,0 0-724 0,-95 64-68 0,67-33 448 15,0 4-80-15,0 3-272 0,0 1-156 0,0-1-88 16,5-4-112-16,2 1-308 16,1-7-220-16,5-2-36 0,2-3-404 0,2-7-320 15,3-4-148-15,4-5-196 0,0-4-776 16,4-3-1012-16,0-10-2209 0,0 1-1823 0,4-19 6536 15</inkml:trace>
  <inkml:trace contextRef="#ctx0" brushRef="#br0" timeOffset="34626.729">22638 3314 6824 0,'0'0'5209'15,"0"0"-4273"-15,0 0-504 0,0 0 152 0,0 0 784 16,64 77-12-16,-56-52-276 0,-3 0-224 15,2 1-368-15,-3 2-264 16,-4 4-64-16,0-3-64 0,0-1 4 16,-4 1-96-16,-8 3-4 0,0-4-88 15,-8 1-280-15,4-4 12 0,0-3-100 0,-3-3-24 16,-2-3 84-16,6-4-64 0,-1-5-152 16,4-7-380-16,3 0-744 0,9-7-2141 15,-4 2-2735-15,4-18 5020 0</inkml:trace>
  <inkml:trace contextRef="#ctx0" brushRef="#br0" timeOffset="34833.169">23013 3492 8884 0,'0'0'7293'15,"0"0"-5413"-15,0 0-1472 0,0 0-136 16,0 0 196-16,95-13 180 0,-67 10-12 0,-4-3-380 16,4 0-256-16,0-1-148 0,-4 1-476 0,0 0-272 15,0 2-164-15,-8 1-556 16,-4 3-1480-16,-9 0-2973 0</inkml:trace>
  <inkml:trace contextRef="#ctx0" brushRef="#br0" timeOffset="34994.614">23048 3616 4364 0,'0'0'8625'0,"0"0"-6593"0,0 0-1064 0,0 0-400 15,0 0 700-15,0 0-136 0,0 0-136 16,0 0-116-16,0 0-396 0,0 0-248 16,101 0-236-16,-73-6-364 0,-1-4-404 0,-3 1-284 15,0 0-388-15,-8 2-1528 0,4-3-4165 16</inkml:trace>
  <inkml:trace contextRef="#ctx0" brushRef="#br0" timeOffset="35670.322">23602 3279 11769 0,'0'0'2336'0,"0"0"-1248"0,0 0-172 16,0 0 472-16,0 0-236 0,0 0-392 16,0 0-332-16,0 0-172 0,0 0-84 15,76-31-84-15,-60 28-28 0,4-1-52 16,0 1 4-16,0 3 0 0,8 0 84 15,-4 3 52-15,4 7 96 0,0-1-48 0,0 7-28 16,-5 3 148-16,-3 7 269 0,0-1-173 16,0 6-72-16,-4 2-52 15,-4 2 40-15,0-1 56 0,0 4-128 0,-1-6-112 16,-2 3-96-16,-1-6-44 16,-1-1-4-16,2-2-60 0,-1-4 0 0,0-2-36 15,-1-6 12-15,-3 0-76 0,5-9-164 16,-5-1-88-16,3-4-144 0,-3 0-36 0,4-6-141 15,1-4-155-15,2-8-372 0,-3-8-1380 16,1 7-2832-16,2-19-2757 0</inkml:trace>
  <inkml:trace contextRef="#ctx0" brushRef="#br0" timeOffset="35885.4">24248 3156 168 0,'0'0'12601'0,"0"0"-10897"15,0 0-1312-15,0 0 160 0,-87 47 968 0,63-31-204 16,0 6-368-16,-1 1-288 0,6 5-244 16,-5 3-208-16,-4 5-24 0,4 5-12 15,-4 0-4-15,-4 7-44 0,0 0-80 16,0-1-40-16,1 1-8 0,-1-1-52 16,0-3-20-16,4-4-92 0,4-7-28 15,8-3-244-15,-4-5-220 0,9-6-260 0,-2-5-208 16,9-6-532-16,0-2-1292 0,0-9-3609 15</inkml:trace>
  <inkml:trace contextRef="#ctx0" brushRef="#br0" timeOffset="36600.696">24762 3489 5380 0,'0'0'5797'0,"0"0"-3837"16,0 0-776-16,0 0-464 0,0 0 324 0,0 0 120 15,0 0-360-15,0 0 48 0,0 0 32 16,0 0-272-16,99 6-224 16,-71-6-108-16,0 0-120 0,4-3-28 0,0-7-32 15,-4 1-96-15,4 0-4 0,0-4-304 16,-4 0-256-16,3-2-272 16,-6 2-260-16,3-6-704 0,-13 5-2244 0,9-4-3161 0</inkml:trace>
  <inkml:trace contextRef="#ctx0" brushRef="#br0" timeOffset="37175.98">26010 2857 6672 0,'0'0'8685'16,"0"0"-7601"-16,0 0-872 0,0 0-100 0,11 70 396 16,-11-39 596-16,0 7 76 15,0 4-484-15,-4 2-304 0,0 7-224 0,-4 0-80 16,0 0 20-16,-4 0 76 0,0-3-52 15,0-5-120-15,-4-1 0 0,0-7 52 16,5-3 56-16,-6-4-24 0,2-5-36 0,-1-4-60 16,-5-7 0-16,6 2-44 15,-1-5 40-15,0-4-80 0,4-5-148 0,-4 0-132 16,5 0-40-16,-2-8 100 0,1-5-76 16,0-3-48-16,4-6 148 15,0-3 8-15,1-1-12 0,2-6-124 0,5 4 112 16,0 2 76-16,5 1-92 15,2 2 52-15,5 1 48 0,1 6 76 0,2 4 120 16,1 2 16-16,4 7 252 0,0 3 120 16,4 0 0-16,-1 6 0 0,1 8 36 15,0-2-40-15,1 4-84 0,-6 3-16 16,1-4-36-16,0 2-48 0,-4 2 24 0,4-3-108 16,-4-4-28-16,0 1 4 0,-1-1-76 15,2 1-52-15,-2-4 4 0,-2 1-36 16,-2-4-28-16,2-2-192 0,-5-1-176 15,-1-3-160-15,6 0-112 0,-2 0-256 0,-3 0-560 16,5 0 380-16,-6-3-2025 0,-3-4-5295 16,-4-6 6149-16</inkml:trace>
  <inkml:trace contextRef="#ctx0" brushRef="#br0" timeOffset="37575.375">26407 2803 4440 0,'0'0'8621'0,"0"0"-7401"0,0 0-1116 0,0 0 400 16,0 0 1020-16,0 0-464 15,0 0-416-15,80-19-164 0,-72 26-72 0,1-2-212 16,-2 9-196-16,-3-3 0 0,0 6 76 16,-4-1 0-16,0 6-64 0,-8 0 112 15,1 3 8-15,-6 1 4 0,1 0-88 16,0-5 12-16,4 2 40 0,-3-4 32 16,7-6-8-16,0 0-12 0,-1-4-104 15,5-6 4-15,0 0 36 0,0 4 96 16,9-7 212-16,2 3 264 15,1 0-279-15,4-3-145 0,5 0-172 0,-2 0-24 16,5 0-172-16,0-6-85 0,-5 2-155 0,6-2-124 16,-9 0-112-16,3 0-160 15,-2 2-436-15,-2-2-1444 0,-2 3-3301 16,-10-3-3067-16</inkml:trace>
  <inkml:trace contextRef="#ctx0" brushRef="#br0" timeOffset="38595.909">27683 3079 1032 0,'0'0'9180'15,"0"0"-7619"-15,0 0-985 0,0 0-168 0,0 0 296 16,0 0 424-16,0 0-44 16,0 0-528-16,0 0-244 0,0 0-160 0,0 0-64 15,-84-3 12-15,68 13 60 0,-4 2 64 0,4 4-24 16,-4 3 48-16,-4 4 96 16,4 3 76-16,-3 8-160 0,-1 7-100 0,3 4-60 15,2-1 48-15,7 4 24 0,4-4-40 16,4-6-24-16,4-2-104 0,12-6 4 15,8-7-8-15,4-4 0 0,3-7-8 16,10-1 4-16,-6-8 4 0,5-3-84 16,4 0 80-16,-8-10-224 15,-1 1-188-15,-3-5-52 0,0 0-152 0,-7 0-312 0,-2 2-300 16,-7-2-816-16,-4 3-2381 0,-4 1-2583 16,-8 0 5460-16</inkml:trace>
  <inkml:trace contextRef="#ctx0" brushRef="#br0" timeOffset="38791.257">27436 3369 5716 0,'0'0'12'16,"0"0"5521"-16,0 0-4365 0,0 0-604 0,0 0 492 16,0 0 700-16,95 0-504 0,-55 0-444 15,4-6-276-15,3-1-188 0,2 0-84 16,-6 4-260-16,1-3-136 0,-4-4-344 15,0 3-264-15,-1-2-200 0,-2 4-476 0,-2-2-1068 16,-7 0-2893-16</inkml:trace>
  <inkml:trace contextRef="#ctx0" brushRef="#br0" timeOffset="40639.412">24435 2771 3728 0,'0'0'1316'0,"0"0"208"0,0 0 648 16,0 0-572-16,0 0-51 0,0 0 139 15,0 0-220-15,0 0-168 16,0 0-316-16,0 0-228 0,68-44-116 0,-56 44-48 0,-4 0-20 16,4 3-68-16,-4 0-236 0,0 1-60 15,-1-2-76-15,2 5-44 16,-5-1-40-16,0 5 36 0,-4 1 24 0,0 1-8 16,0 6-52-16,-8 2-48 0,-8 5 0 15,0 6-48-15,0-1-64 16,-3 1-68-16,-2 1 104 0,5-5 4 0,0-3 64 15,4-3-4-15,4-6 8 0,4-7-56 0,0-2 56 16,4-4-8 0,0-3 4-16,8 0 8 0,0 3 276 0,8-3-8 15,8 0-4-15,1 0-19 0,2-3 47 0,4-3 84 16,1-1-232-16,1 1-144 0,-1 0-144 16,0-1-220-16,0-2-73 15,-1 3-267-15,1-1-248 0,0-5-324 0,0 2-1140 16,-8 4-2640-1,3-8-3457-15</inkml:trace>
  <inkml:trace contextRef="#ctx0" brushRef="#br0" timeOffset="41384.689">28145 3026 6036 0,'0'0'2520'16,"0"0"325"-16,0 0-1153 0,0 0-436 16,0 0 284-16,0 0 72 0,0 0-300 0,95-7-320 15,-63 11-232-15,0 1-152 16,4-1-160-16,-1-4-95 0,2 3-109 0,-1-3-64 16,-4 0-64-16,-1-7-116 15,-3 2-184-15,0-8-373 0,-4 3-259 0,-4-2-260 16,-9-1-408-16,2-4-1360 0,-5 8-3181 0,-8-3-3502 15</inkml:trace>
  <inkml:trace contextRef="#ctx0" brushRef="#br0" timeOffset="41624.084">28463 2996 11453 0,'0'0'2084'0,"0"0"-804"0,0 83 232 0,0-35 292 16,0 7-268-16,-4 1-412 0,0 1-404 15,1 0-271-15,-1 1-157 0,0-8-96 0,-1-5-124 16,1-8-72-16,4-4-48 16,0-12-76-16,0-4 64 0,0-7-244 15,4-4-85-15,-4-6-107 0,9 0-176 16,-5 0-220-16,3-6-20 0,1-7-188 16,1-1-888-16,-2-5-776 0,-3-2-1601 0,4-1-327 15,-4-7 1548-15,-4 10 2636 0,0-16 445 16</inkml:trace>
  <inkml:trace contextRef="#ctx0" brushRef="#br0" timeOffset="41756.721">28504 3309 2812 0,'0'0'772'0,"0"0"5924"0,0 0-4851 0,0 0-669 16,0 0 256-16,0 0 320 15,0 0-324-15,0 0-304 0,90 35-240 0,-65-27-288 16,-1-1-240-16,0-3-152 0,4-4-116 16,0 0-88-16,0 0-192 0,-1-7-392 0,1-3-248 15,0 1-224-15,0-5-708 16,-8 5-2772-16,4-10-3325 0</inkml:trace>
  <inkml:trace contextRef="#ctx0" brushRef="#br0" timeOffset="41975.639">29113 2969 5956 0,'0'0'7669'0,"0"0"-5469"0,0 0-1696 15,0 0-228-15,0 0 656 0,-52 91 760 0,44-53-372 16,-4 1-404-16,4 6-247 15,5-4-137-15,-2 3-144 0,1 3-76 0,0-5-92 16,4-2-140-16,0-1-80 0,0-7-72 16,8-4-36-1,0-6-316-15,8-5 60 0,0-5-36 0,0-6-48 0,8-6-113 16,4-3-243-16,0-16-224 0,4-6-1168 16,-1-7-3584-16,-3 4-5137 0,4-17 10354 15</inkml:trace>
  <inkml:trace contextRef="#ctx0" brushRef="#br0" timeOffset="42341.169">29571 3010 13241 0,'0'0'4608'0,"0"0"-3952"16,0 0-264-16,-12 82 896 0,5-47 537 0,2-4-517 0,1 5-628 16,0 2-320-16,4-3-168 15,-4 0-144-15,0 0-48 0,-3-1-84 0,-2-2-60 16,-3 0-72-16,-4-3 44 0,-3-1 16 15,-2-3-120-15,2-2-52 0,-5-4 100 16,0-7 20-16,4-1 64 0,0-9-24 0,4 2-40 16,-3-4 40-16,2-4 80 15,6-5-44-15,-2-7 23 0,1-3-159 16,9-7-36-16,-1-2-24 0,4 2-76 0,4-2-24 16,7 6 60-16,1 3 40 15,4 5 80-15,4 8 248 0,0 4 88 16,4 2 328-16,-4 6 60 0,3 7 0 0,-2-1 112 15,3 4-80-15,-4 3-143 0,3-6-61 16,-3-4-108-16,1 1-136 16,-2-4-60-16,-3-6-8 0,4 0-260 0,0 0-277 15,-4-6-139-15,4-7-228 0,-4-3-748 16,-4 1-2916-16,0-12-3005 0</inkml:trace>
  <inkml:trace contextRef="#ctx0" brushRef="#br0" timeOffset="42588.714">29830 2914 9712 0,'0'0'6949'15,"0"0"-6017"-15,0 0-596 0,0 0 440 16,0 0 476-16,0 0-556 0,0 0-344 0,0 0-208 16,80 38-144-16,-77-27-60 15,1 1 8-15,-4 4 48 0,0 6-68 16,-4 0 60-16,-3 0-36 0,-1 3 48 0,0-5-48 15,0-1 48-15,4-7 0 16,4-5 120-16,0-1 52 0,4-3-64 16,4-3 40-16,0 0 32 0,7 0-180 0,2-5-256 15,2-6-228-15,5-1-248 16,0-4-128-16,0 0-420 0,-4 3-1396 0,0-12-3465 16</inkml:trace>
  <inkml:trace contextRef="#ctx0" brushRef="#br0" timeOffset="42894.456">30157 2921 628 0,'0'0'8824'0,"0"0"-3179"15,0 0-4817-15,0 0-360 0,0 0 440 16,0 0 552-16,0 0-392 0,0 0-308 16,0 0-288-16,0 0-168 0,87 56-60 15,-70-45-24-15,-6 1 13 0,-3 1-5 16,5 2-56-16,-6 2-16 0,1 2-24 15,0-1 4-15,-3 2-64 0,-5 5-60 16,3-3-12-16,-3 6-4 0,0 2-8 16,-3 1-136-16,-6 1 40 0,1 0 0 0,0 3 12 15,-4-3-28-15,0-7-44 0,1 4-40 16,-6-7 3-16,2 0-183 0,-1-3-28 16,4-3 28-16,-1-4-4 0,2-3-120 15,-2 2-240-15,2-5-432 0,-1 0-1052 16,3-6-1804-16,-2 0-2341 0</inkml:trace>
  <inkml:trace contextRef="#ctx0" brushRef="#br0" timeOffset="43434.145">30452 2930 6368 0,'0'0'8017'16,"0"0"-6505"-16,0 0-844 0,0 0-256 15,95-9 704-15,-63 5 164 0,4-2-180 16,0 3-248-16,-1-1-291 0,-3 2-353 15,0-2-208-15,-4-2-24 0,0 6-269 0,-4-6-291 16,-4 2-356-16,-4 4-212 16,-4-3-748-16,-8 3-2152 0,0 0-1333 0,-4 0-2123 15,-8 7 7508-15</inkml:trace>
  <inkml:trace contextRef="#ctx0" brushRef="#br0" timeOffset="43662.869">30750 2946 2508 0,'0'0'6164'0,"0"0"-3283"16,0 0-1725-16,0 0-748 15,0 0 444-15,-32 80 780 0,24-55-216 16,5 6-424-16,-5 4-164 0,4 4 44 0,0-1 32 16,-1 3-152-16,1 0 17 0,4-3-105 15,-3 4-252-15,3-4-156 0,0-3-88 16,3 0-108-16,1-7 96 0,9-3-24 0,-2-2-56 16,2-4-4-16,2-10-72 0,2 0-220 15,2-4-68-15,5-5-64 0,4-5-204 0,4-4-268 16,-4-10-209-16,4-3-203 0,4-3-848 15,-12 2-2700-15,8-15-3205 0</inkml:trace>
  <inkml:trace contextRef="#ctx0" brushRef="#br0" timeOffset="43840.956">31208 3038 10664 0,'0'0'5189'0,"0"0"-4357"16,0 0-448-16,13 89 660 0,-9-58 752 0,3-5-336 15,6 0-643-15,-1-4-441 0,3-3-264 16,1-3-112-16,5-7-168 0,-6-3-220 16,5-2-305-16,4-4-135 0,-4 0-164 15,4-10-348-15,0-2-1404 16,-9 2-2669-16,2-12-3223 0</inkml:trace>
  <inkml:trace contextRef="#ctx0" brushRef="#br0" timeOffset="43993.211">31448 3032 5076 0,'0'0'1236'0,"0"0"5473"16,0 0-5461-16,-104 85-540 0,69-46 436 16,-2-1 752-16,1 0-160 0,1 0-564 15,7-6-504-15,0-4-411 0,3-2-257 0,10-7-129 16,3-6-479-16,4-10-320 16,8 0-236-16,4-6-232 0,4-6-1272 0,8-10-2409 15,-4 2-3903-15,16-18 8652 0</inkml:trace>
  <inkml:trace contextRef="#ctx0" brushRef="#br0" timeOffset="44391.688">31635 2835 6156 0,'0'0'8729'0,"0"0"-7973"16,0 0-468-16,0 0-288 0,0 0 956 0,0 0 0 15,72-72-304-15,-60 61-368 0,8 5-284 16,-5-3-72-16,2 5 72 0,2 1 132 15,-6 3 52-15,2 0 24 0,-2 7 64 0,-2 2-28 16,1 3 12-16,-4 5 64 16,-4 2-16-16,4 3-36 0,-4 0 0 0,0 3 0 15,-4 4 60-15,0 0 49 0,0 2-61 16,0 1-100-16,-4 0-108 0,0 0-24 16,4-1 76-16,-4 4-52 0,0-3-48 15,0-3 36-15,0 6 24 0,0-4 28 16,4 4 80-16,-8 0 292 0,8 0-208 0,-8 1-168 15,4-8-44-15,1 0-16 16,-2-2-80-16,5-4 0 0,0 1-4 16,0-5 0-16,0 1 0 0,-4 0-4 15,4-7-8-15,-4 2-172 0,-4-2-80 16,4 1 24-16,-3-3-12 0,-6 2-28 0,2-5-36 16,-2 2-20-16,-2-3-52 0,-6 1-60 15,-7-1-149-15,0 0-219 0,-7-3-356 16,-9 1-648-16,-12-1-1340 0,17 0-3329 0,-41 3-647 15</inkml:trace>
  <inkml:trace contextRef="#ctx0" brushRef="#br0" timeOffset="49887.852">13685 5232 12569 0,'0'0'4468'0,"0"0"-4268"0,0 0 48 16,0 0-12-16,0 0 704 15,0 0 176-15,92-19-224 0,-72 16-320 16,8 0-172-16,0-1-191 0,4 2-13 0,4-2-88 16,-4 4-108-16,-1-3-64 0,1 0-60 15,0 0-33-15,-4 0-283 0,0-1-300 16,-8 4-176-16,0-3-240 0,-12 3-828 15,0 0-2500-15,-8 3-2621 0</inkml:trace>
  <inkml:trace contextRef="#ctx0" brushRef="#br0" timeOffset="50077.829">13793 5381 11189 0,'0'0'1884'0,"0"0"-752"16,0 0-244-16,0 0 532 0,88 22-164 0,-60-18-440 15,4-4-200-15,0-4-284 16,3-2-236-16,-3-6-96 0,4-1-8 16,0-3-224-16,-4 0-372 0,3-3-420 0,-3 3-508 15,-12 0-1008-15,1-3-3033 0</inkml:trace>
  <inkml:trace contextRef="#ctx0" brushRef="#br0" timeOffset="50349.594">14088 4956 9500 0,'0'0'2197'0,"0"0"-1149"0,0 0-420 15,0 0 376-15,76 3-84 16,-52 6-252-16,8 1-64 0,-4 6-68 16,4 0-264-16,-1 0-196 0,1 3-4 0,-4 3-72 15,0 0 0-15,-8 6-84 0,-4 2-4 0,-1 1-60 16,-11 4-40-1,-4 3-136-15,0 0 60 0,-7 1 140 0,-14-1 20 16,2-1 104-16,-5-2 64 0,0 0-60 16,0-5 4-16,0-2 40 0,0-3 20 15,0-3-68-15,0-2-216 0,5-8-148 16,6-2-128-16,2-4-504 0,3-3-812 0,-1-3-2621 16</inkml:trace>
  <inkml:trace contextRef="#ctx0" brushRef="#br0" timeOffset="50876.833">15184 5381 12437 0,'0'0'1820'0,"0"0"-984"15,0 0-160-15,0 0 320 0,32 96 208 0,-25-64-180 16,2 2-68-16,-5-2-384 0,4 3-264 16,-5-6-128-16,5-1-80 0,-4-6-32 15,5-2-68-15,-2-7-148 0,-3-4 16 0,4-6-124 16,-3-1-112-16,-1-2-168 16,-1-2-116-16,5-8 0 0,-4-3-324 15,-4-6-776-15,4 4-1444 0,-4-11-3889 0</inkml:trace>
  <inkml:trace contextRef="#ctx0" brushRef="#br0" timeOffset="51041.415">15232 5067 6776 0,'0'0'7069'0,"0"0"-5853"0,0 0-964 15,0 0 604-15,0 0 568 0,0 0-496 0,0 0-436 16,92 22-328-16,-77-15-164 0,5 0-456 15,0-1-248-15,0 2-176 16,-4 6-600-16,-4-5-2736 0,-4 10-6109 0</inkml:trace>
  <inkml:trace contextRef="#ctx0" brushRef="#br0" timeOffset="51330.266">15574 5385 12077 0,'0'0'2192'0,"0"0"-980"0,0 0-140 16,0 0 416-16,0 0-416 0,0 0-272 16,83 60-104-16,-62-44-260 0,-5 0-240 15,0 3-36-15,-5 2 56 0,2 2-156 16,-6-2-60-16,-3 6-4 0,0-5-68 0,1 0 0 16,-5-6-12-16,0 0 72 0,0-7 0 15,0 2 0-15,0-9 4 16,0-2 4-16,4 0 4 0,-4 0 0 0,4-6 12 15,-4-4 36-15,4-3 12 0,-4-9-60 16,3-6-8-16,1-7 8 16,0-6-256-16,0-1-144 0,5 4-76 0,-6 0 0 15,1 3-152-15,0 7-244 0,0 2-568 16,-4 0-1212-16,4 12-2741 0,-4 0-2963 0</inkml:trace>
  <inkml:trace contextRef="#ctx0" brushRef="#br0" timeOffset="51624.852">15969 5264 10576 0,'0'0'1813'0,"0"0"-753"15,0 0-184-15,0 0 1028 16,0 0-668-16,71 76-456 0,-63-57-264 0,4 7-96 16,0-4-88-16,-4 6-40 0,0 1-84 15,-3-1-200-15,-2 4 0 0,-3-3-4 0,0-1 36 16,0 1-40-16,0-7-4 15,0-3 4-15,0-6 8 0,-3-7 44 0,3-3 8 16,0-3 60-16,0 0 88 0,0 0-36 16,0-9-44-16,3-4-128 15,1-6-192-15,8-6 8 0,4-4 64 16,4-6 32-16,4-3-120 0,4 0-96 0,0 3-164 16,0 0-84-16,0 4-104 0,0 1-72 15,-5 5-424-15,1 6-816 0,-4 6-660 0,-1-2-2193 16</inkml:trace>
  <inkml:trace contextRef="#ctx0" brushRef="#br0" timeOffset="52554.424">16785 5175 4700 0,'0'0'2848'0,"0"0"-1564"0,0 0-364 16,0 0 140-16,0 0 265 0,0 0-61 16,0 0-224-16,0 0-216 0,0 0-172 15,0 0-148-15,0 0-52 0,-56 6-80 16,49 14-24-16,7 2 24 0,-4 6 60 16,4 7-100-16,0 0 0 0,8 3-148 15,-5 4-72-15,10 2 8 0,-5-3-116 16,3 1-4-16,-2-4-60 0,3-4 0 0,-1-5-64 15,5-1-48-15,0-5-332 0,4-7-124 16,0-3-144-16,0-5-256 0,4-1-508 16,-4-3-1036-16,-4-4-2557 0,12 0-1763 15</inkml:trace>
  <inkml:trace contextRef="#ctx0" brushRef="#br0" timeOffset="53940.475">17590 4968 10392 0,'0'0'1661'15,"0"0"-957"-15,0 0-356 16,0 0 376-16,0 0 368 0,0 0-300 15,0 0 188-15,0 0-284 0,20 96-348 0,-16-57-148 16,-4 1-4-16,-4 2 88 0,-8 2-64 16,0 0-72-16,-8 0-24 0,1 5-60 15,-5-5-4-15,-4 3 0 0,0-6-8 16,3-5 20-16,2-4 0 0,-1-7 16 0,4-6-80 16,4-6 52-16,0-7 4 15,4-6-4-15,0 0-60 0,0-3-308 0,1-10-24 16,2-6 88-16,1-3-52 0,5-3-52 15,3-7-36-15,0 1-12 0,0-2 160 16,3 2 48-16,5-1 64 0,5 5-24 16,-2 9 92-16,6 3 56 15,-6 4 152-15,1 3 96 0,4 4 40 16,0 2-28-16,0 2 0 0,-1 0-24 0,6 2-28 16,-1 7-24-16,-1 5 40 0,5-2-28 15,-3 1-36-15,3 2-96 0,-1 2 32 0,-3-1-48 16,4-1-48-16,-4-2-8 0,0 3-124 15,-4-4-80-15,0-2-144 0,0 0-152 16,-4-1-172-16,4-3-156 0,-4 0-600 0,-5 1-1480 16,6-1-3261-16</inkml:trace>
  <inkml:trace contextRef="#ctx0" brushRef="#br0" timeOffset="54123.908">18080 5420 11685 0,'0'0'1780'0,"0"0"-968"16,0 0-392-16,0 0 524 0,4 78 200 16,-8-55-324-16,-3 3-152 15,-1-1-348-15,3 1-320 0,-3-4-24 0,4 0-148 16,1 0-88-16,-5-2-408 0,8-6-240 16,-4-1-60-16,-1-7-424 15,5 1-1160-15,-4-3-3845 0</inkml:trace>
  <inkml:trace contextRef="#ctx0" brushRef="#br0" timeOffset="54561.315">18375 5084 9232 0,'0'0'2693'0,"0"0"-825"0,0 0-832 16,80 19 312-16,-49-13-60 0,1-1-436 0,4-5-172 15,1 0-204-15,-2 0-328 0,1-5-148 16,0-8-84-16,-1 1-408 0,-3-5-308 16,0 1-156-16,-8-3-620 0,-3 7-1480 15,-10-5-3873-15</inkml:trace>
  <inkml:trace contextRef="#ctx0" brushRef="#br0" timeOffset="54790.989">18630 5054 5440 0,'0'0'5557'0,"0"0"-4117"16,0 0-712-16,-4 67 732 15,8-38 36-15,0 2-180 0,4 4-104 0,0 3-292 16,0 4-272-16,-4-2 120 0,4 5-244 0,-4 0-268 0,-1-4-147 16,6-3-73-16,-1-3-36 0,-4-3-133 15,3-6 45-15,2-8-324 0,-1-8-220 0,0-10-112 16,4 0-104-1,-4-6-248-15,0-4-716 0,-1-6-1144 0,-3 3-2357 16,-4-7-1099-16</inkml:trace>
  <inkml:trace contextRef="#ctx0" brushRef="#br0" timeOffset="55041.897">18714 5124 8688 0,'0'0'2080'0,"0"0"-535"16,0 0-881-16,0 0 304 0,0 0 660 15,0 0-448-15,8 79-296 0,0-44-164 16,-1-3-120-16,2 3-132 0,-1 3-64 0,-1-3-108 16,-3 0-188-16,5-3 20 0,-1 2-128 15,-4-2-8-15,-1-3-116 0,1-8-24 16,4-1-132-16,-3-1 60 16,-1-3 0-16,0 0 24 0,3-3 24 0,-3-7 24 15,-4 0-148-15,4-6-64 0,-4 0 4 16,5 0-92-16,-5 0 24 0,0 0-72 15,0-3-72-15,0 0-24 0,4 0-100 16,-4 0-516-16,0-3-752 0,0 2-1297 16,4-2-1723-16</inkml:trace>
  <inkml:trace contextRef="#ctx0" brushRef="#br0" timeOffset="56642.421">18737 5311 588 0,'0'0'508'0,"0"0"-504"0,0 0-4 16,0 0 496-16,0 0 456 0,0 0 40 15,0 0-160-15,0 0-76 16,0 0-80-16,0 0 196 0,0 0 104 0,-27-47 12 15,22 44 8-15,2-1-16 0,-1-2-51 16,0 3-121-16,0 0-92 0,0 0 60 0,4-1-12 16,-4 1-60-16,-1 3-100 15,5-3-88-15,0 3 24 0,-3-3 28 0,-1 3-32 16,4-3-44-16,-4 3 48 16,0 0-72-16,0-3-76 0,0 3-52 0,0 0-120 15,4 0-36-15,-4 0-24 0,0 0-40 16,0 0 40-16,4 0 20 0,0 0-44 0,-4 3 20 15,4 0-84-15,0 6 40 16,0 4-39-16,0 6 339 0,4 7-168 0,4 2-28 16,-4 4-44-16,4 3 8 0,0 0-108 15,-4 3 24-15,0-4 12 16,-1 2-56-16,2-2 32 0,-1-2-72 16,0-3 48-16,0-1-48 0,0-5-20 0,3-5 8 15,2-1-60 1,-1-8 60-16,-4 1-8 0,0-8-52 0,-1 2-28 15,-3-4-32-15,0 0 48 0,4 0 12 0,-4 0-12 16,0-6-136-16,5-6-32 0,-1-1 44 0,-4-7 16 16,4 1 24-16,0-3-52 15,-4-3-49-15,0-4 41 0,4 1-40 16,-4-4 12-16,0 1-24 0,0-2 12 0,-4-2 48 16,-4 3 60-16,4 1-24 0,-1 2 160 15,1 3 0-15,-3 1 12 0,3 3 0 16,0 3 4-16,0-3 0 0,0 3 4 0,-1 6 164 15,2-3-60-15,3 3 8 0,-4 4 4 0,4 3 32 16,-4-4 28-16,4 7-36 16,0-1-4-16,0 2 16 0,-4 2 8 15,4 0-20-15,0 0-4 0,0 0-20 16,0 2-52-16,0 9-68 0,0 1 4 16,0 7 149-16,4 6 27 0,4 7-40 15,-5 0 16-15,6 4-112 0,-1-3-44 0,-4 3 40 16,3-1-44-16,-3 0 0 15,5 0 0-15,-5-3 8 0,-4-5-8 16,4 3 0-16,-4-8 4 0,0-3 0 0,0-3 56 16,0-4-56-16,0-2-4 0,0-7 0 15,0 0-12-15,0-3-36 0,0 0 0 16,4 0-36-16,-4 0-28 0,0-3-32 16,0-3 0-16,0-7-40 0,0 0-1 15,0 0 17-15,0-5 20 0,-4-6-20 0,0-1 8 16,0 0 28-16,0-7-88 0,-1 4 36 15,1-3 28-15,1 2 8 0,-1 4 88 16,4-1 48-16,0 10 12 0,0 1 0 31,0 4 60-31,0 2 12 0,0 4 52 0,0 0 72 16,0 5 8-16,0 0-20 0,0 0 24 0,0 0-64 0,0 7-56 16,4 3 44-16,-1 3 40 15,6 6-3-15,-5 3-37 0,4 3-68 0,-1 3 68 16,1 1-36-16,1 0-48 0,-5-1-40 15,0 0 92-15,-1-2-88 0,1-1 84 0,-4 1-84 16,0-7 24-16,0 0-36 0,0-3 0 16,0-3-8-16,4-1-52 15,-4-1 52-15,0-6-4 0,0 2-48 0,0-5-16 16,0 3-80-16,0-5-12 0,0 0-28 0,0 0-1 16,0 0-55-16,0-5-116 15,0-1-56-15,0-2-128 0,0-6-132 0,0-5-512 16,-4-3-616-16,0 0-944 0,4 3-2061 0,-3-10-1711 15</inkml:trace>
  <inkml:trace contextRef="#ctx0" brushRef="#br0" timeOffset="56907.304">18686 5361 7372 0,'0'0'4181'0,"0"0"-2733"0,0 0-592 16,0 0 296-16,0 0 380 0,0 0-176 16,0 0-280-16,0 0-244 0,0 0-172 15,88 5-112-15,-52-5 60 0,-4-5-47 0,-1 3-245 16,1-1-136-16,-4-3-168 16,0 3-12-16,-9-4-12 0,6 1-108 0,-9 3 36 0,-1-4-256 15,-2 0-161-15,-1 4-59 16,-1-2-132-16,-2-1-200 0,-1 1-500 15,-5-4-968-15,1 6-1732 0,0-6-1469 0</inkml:trace>
  <inkml:trace contextRef="#ctx0" brushRef="#br0" timeOffset="57267.896">19244 5111 6216 0,'0'0'5997'15,"0"0"-4477"-15,0 0-1040 0,0 0 256 16,-28 74 664-16,24-46-120 0,0 4-280 0,4 2-176 0,0 1-248 16,0 7-160-16,8-1-24 15,-4 0 312-15,3-2-279 0,2-5-265 16,-1-5-160-16,3-3-132 0,2-7 0 0,2-6-173 16,6-4 37-16,-2-6-24 15,5-3-72-15,0-10-236 0,4-9-208 0,-4-9-608 16,-1 9-1452-16,5-19-3841 0</inkml:trace>
  <inkml:trace contextRef="#ctx0" brushRef="#br0" timeOffset="57619.327">19762 4994 1384 0,'0'0'11993'0,"0"0"-9753"15,0 0-1296-15,0 0 188 0,4 76 468 16,-4-43-252-16,0 4-304 0,-4-2-239 0,0 3-261 15,-1 0-168-15,-2-3-100 0,-1 3-96 0,-5-1-128 16,-2-1-52-16,-2-1-60 16,-2 0-84-16,-1-4 36 0,1-1-100 15,-2-5-92-15,1-6 68 0,1-6 52 0,2 0 0 32,2-11-40-32,-1 1 16 0,4-3-28 15,-1-3-85-15,6-9 13 0,3-1 24 0,0-9-48 0,4 0 24 0,0-6 96 16,4-2-28-16,4 2 4 0,4 3 0 15,0 2 108-15,3 7 28 16,2 3 96-16,3 6 108 16,-5 5 212-16,2 2 108 0,2 0 36 0,1 7-72 15,-4-1-52-15,4 3-84 0,-4 1-64 0,0-4 29 16,0 0-185-16,0-2-36 0,0-4-157 0,-4 0-259 16,4 0-168-16,-4-6-112 15,-1-7-136-15,2 0-772 0,-2-3-1200 0,-3 4-2277 16,1-7-2747-16</inkml:trace>
  <inkml:trace contextRef="#ctx0" brushRef="#br0" timeOffset="57882.465">20069 4953 11985 0,'0'0'2476'0,"0"0"-1480"15,0 0-140-15,0 0 700 0,0 0-260 16,0 0-392-16,0 0-316 0,36 67-136 0,-36-55-224 15,0 4-56-15,0-3 20 16,0-4-92-16,0 5-92 0,3-6-4 16,-3-4 69-16,4-2-73 0,0 3 4 0,0-5 140 15,0 0 124-15,5 0-144 0,-6 0-124 16,9-5-120-16,-4-1-84 16,4-2-77-16,0-3-171 0,-5 2-156 0,6-4-244 15,-5 4-488-15,-1-4-1160 0,-2 4-2564 16,3-8-2953-16</inkml:trace>
  <inkml:trace contextRef="#ctx0" brushRef="#br0" timeOffset="58107.331">20415 4934 2980 0,'0'0'9217'0,"0"0"-7241"0,0 0-1016 16,0 0 812-16,0 0 48 0,0 0-396 0,72 76-268 15,-60-60-399-15,0 0-201 0,-5 3-144 16,6 4-52-16,-9-4-116 15,4-1-64-15,-8 4-108 0,0-4-72 0,0 6-72 16,0-2-24-16,-8-3 12 0,-5 3-108 16,-2 0 44-16,-2 0-80 15,-2 0-112-15,3 0-36 0,-4 3-48 0,0-1-109 16,4-2-79-16,0-6-32 0,4-4-116 16,0-2-756-16,5-7-936 0,-1-3-1816 0,-1 0-1633 15</inkml:trace>
  <inkml:trace contextRef="#ctx0" brushRef="#br0" timeOffset="58656.998">21025 4734 11597 0,'0'0'1984'0,"0"0"-1464"15,0 0-256-15,0 0-112 0,0 0 1136 0,0 0-36 16,32 76-36-16,-24-44-280 0,3-1-276 15,2 5-156-15,2-2-16 0,-2 4 36 0,2-3 105 16,-2 3-289-16,-2 0-120 16,1 1 8-16,-3-2-56 0,-6 2-88 15,-3-4-84-15,0 0 0 0,0-3-84 0,-3 2-28 16,-10-2-44-16,-2 0-24 0,-2-4-4 16,-7-2-80-16,1-3-77 15,3-4-51-15,-5-5 52 0,6 3-196 0,-1-11-184 16,0-3-360-16,4-3-556 0,0-3-1044 15,8-3-2817-15,-8-11-3163 0</inkml:trace>
  <inkml:trace contextRef="#ctx0" brushRef="#br0" timeOffset="60069.105">20021 4867 132 0,'0'0'6644'0,"0"0"-4292"16,0 0-852-16,0 0-99 0,0 0-57 15,0 0-140-15,0 0-44 0,0 0-268 0,0 0-156 16,0 0 44-16,0 0-164 0,11-3-172 16,-6 3-76-16,-1 3-36 0,4 0-52 0,-1 4-12 15,6-5-72-15,-5 5-52 0,3-1-68 16,-2 0-64-16,-1 1 0 15,-1-1-12-15,1-3-44 0,1 4 36 0,-5 0-44 16,-1 1-20-16,1 3-24 0,0-2-88 16,-4 3 24-16,0 1 28 0,0 3-40 15,-4 0-12-15,-3 0-84 0,-2 3-4 16,1-3-48-16,0-1 40 0,1-2 20 16,3 0 0-16,-5-4 88 0,5-2-28 15,0-4 112-15,1 1 84 0,3-1 4 0,0-3 0 16,0 0-8-16,0 0 0 15,0 0 8-15,0 0 0 0,0 0 52 0,0 0-44 16,0 0-4-16,0 0 4 0,0 0 4 16,0 0 200-16,0 0-28 15,0 0-12-15,3 0 0 0,1-3 40 0,0 3-40 0,0 0-76 16,1-4 128-16,3 1-52 16,3-4-12-16,2 4-64 15,-6-3-84-15,5 4-8 16,1-3-4-16,-2 3-72 0,-3-2-40 0,-1 4 4 15,2-3 20-15,-1 3-60 0,-4-3-60 0,0 3-172 16,-4 0-116-16,3 0-60 0,-3 0-56 0,0 0-228 16,0 0-392-16,0 0-588 0,0 3-905 15,-3-3-2043-15,-1 3-687 0</inkml:trace>
  <inkml:trace contextRef="#ctx0" brushRef="#br0" timeOffset="61175.839">21929 4607 1004 0,'0'0'6704'0,"0"0"-4992"16,0 0-832-16,0 0-107 15,0 0 283-15,0 0 4 0,0 0 72 0,0 0-48 16,20 63-236-16,-12-35-176 0,0 8-88 16,0 5 24-16,0 0-76 0,0 7-140 15,-4 2-124-15,0 2-68 0,-4 2-92 0,0 3-8 16,0 0-28-16,0-3-60 16,0 3 88-16,0 1-76 0,0-5-24 15,0-6-100-15,0 1-68 0,0-10 164 16,0-6-88-16,0-6-128 0,0-7-100 0,7-7-184 15,-2-2-104-15,3-7-208 0,0 0-176 0,-1-3-404 16,6-3-460-16,-9-3-2113 16,7-11-2255-16</inkml:trace>
  <inkml:trace contextRef="#ctx0" brushRef="#br0" timeOffset="61389.945">22435 5051 9036 0,'0'0'2621'0,"0"0"-1353"16,0 0-464-16,0 0 676 16,91 6-84-16,-59-6-388 0,1-3-500 0,3-3-356 0,3-4-152 15,-3-5-160-15,4 2-484 16,-4-6-316-16,0 0-488 0,-4 0-876 15,-8 2-2629-15,-1-5-2223 0</inkml:trace>
  <inkml:trace contextRef="#ctx0" brushRef="#br0" timeOffset="61780.847">22687 4638 9248 0,'0'0'2221'0,"0"0"-1245"0,0 0-184 15,0 0 412-15,0 0-80 0,0 0-204 16,0 0-196-16,0 0-104 0,-17 76 32 16,17-50-48-16,4 6-224 0,0-1-108 15,5 8-4-15,2 3-24 0,-3 2-84 16,1 3-28-16,2 7 112 0,-3 1-120 0,0-5-16 16,4 4-100-16,0-4 0 0,4 1-8 15,-4-4-108-15,0-2 24 0,0-3-16 16,-1-4 52-16,2-7-12 0,-5 1 48 0,3-6 4 15,-2-4 4-15,-1-3 4 16,-1 0 0-16,-3-6 48 0,-4 3 36 0,0-4-80 0,0-2 56 16,0-1-12-16,-4-2-48 15,-3 0-112-15,-6 1-120 0,-2-2-96 16,-2 1 20-16,-2-3 88 16,-5 2 12-16,0-6 12 0,-4 0 0 15,-4 0-24-15,4-4-100 0,-8-4-52 0,4-6-148 0,0 2-112 16,1-4-224-16,3 0-336 0,3 0-192 15,6-3-612-15,7 7-2305 0,-4-11-1903 16</inkml:trace>
  <inkml:trace contextRef="#ctx0" brushRef="#br0" timeOffset="63082.918">14179 6852 10768 0,'0'0'1621'16,"0"0"-1353"-16,0 0-128 15,0 0-64-15,0 0 792 0,88 25-248 0,-64-22-76 16,0-3-12-16,0 0-192 0,3-3-140 16,-2-4-200-16,3-2 0 15,-8 2-240-15,-1-2-592 0,-2 2-192 0,-6-2-252 16,-2 3-1245-16,-5 0-3359 0</inkml:trace>
  <inkml:trace contextRef="#ctx0" brushRef="#br0" timeOffset="63273.568">14231 6969 652 0,'0'0'6980'15,"0"0"-4624"-15,0 0-987 0,0 0 219 0,0 0 192 0,0 0-548 16,92 19-412-16,-68-19-260 16,4 0-364-16,0 0-108 0,0-3-88 15,-1-7 0-15,-3 1-272 0,0-1-252 0,-3-3-280 16,-2 1-352-16,-3-2-864 0,-8 3-2541 15,0-6-3371-15</inkml:trace>
  <inkml:trace contextRef="#ctx0" brushRef="#br0" timeOffset="63506.961">14467 6569 6536 0,'0'0'2648'0,"0"0"-1100"15,0 0 49-15,0 0-141 0,88 25-480 0,-61-6-172 16,-3 0-120-16,4 3-160 0,-4 4-288 16,4 3-100-16,-9 5 0 0,-2 1 28 15,-6 4-164-15,-2 3-8 0,-5 5-168 16,-4-3-24-16,0 0-36 0,-8-3-36 0,3-5-44 16,-3-8-76-16,5-3-124 0,-1-6-228 15,-4-3-348-15,8-6-352 16,0-4-705-16,0-3-2111 0</inkml:trace>
  <inkml:trace contextRef="#ctx0" brushRef="#br0" timeOffset="64007.09">15881 6969 6064 0,'0'0'7845'0,"0"0"-6857"0,0 0-884 16,0 0 396-16,0 0-48 0,-88-38 28 0,76 38 468 15,4 0-156-15,-3 0-484 0,3 10-220 16,-5 5 132-16,6 4 176 0,-6 6-28 16,5 1-88-16,1 2-96 0,-5-5 12 0,7-4-112 15,1-6-32-15,4-7-4 0,0-4 12 0,0-2-60 16,4-6-156-16,5-2 12 15,6-9 56-15,2-8-44 0,2-7-164 16,1-3-132-16,4 0-112 0,1-2 108 0,-6-1 60 16,5-4-100-16,-4 0-148 0,-4-5-184 15,0-1-28-15,-4 4 136 32,-5-4 88-32,-3 4 112 0,1 3 484 0,-5 2 12 15,0 9 104-15,0 0 48 0,0 11 356 0,0 6 176 16,0 4-28-16,0 9 8 0,0 0-172 0,0 0-92 0,0 6-4 15,0 7 40-15,0 9 68 0,0 3-84 16,4 10-160-16,-4 4 8 16,0 8 16-16,0 0-52 15,0 8-60-15,0-1-40 0,0-3-32 0,0-4-100 16,0 1-112-16,0-8-20 0,0-4-28 0,0-11-36 16,0-3-124-16,8-5-96 0,-1-10-336 0,6-5-140 15,2-2-364-15,2-9-964 0,-2 2-1977 16,13-15-2647-16</inkml:trace>
  <inkml:trace contextRef="#ctx0" brushRef="#br0" timeOffset="64356.738">16256 6848 12377 0,'0'0'1896'0,"0"0"-1460"0,0 0-428 16,0 0 552-16,-24 80 496 0,20-67 16 0,0-7-228 15,4 0-376-15,0-6-432 0,4 0-32 16,0-3-4-16,7-4 260 0,2-2-260 15,-2-3-184-15,9-4-176 0,-4-6-156 0,0 2-156 16,0-2 64-16,-4 3 40 0,-4 0 180 16,4 0-16-16,-8 0-60 15,0 0 32-15,-4 3 40 0,0-4 152 0,0 5 240 16,-4-1 128-16,-4 6 40 0,0 1 236 16,0 7 76-16,4 2 100 15,1 0-64-15,-2 0 12 0,-3 8-40 0,0 9-192 16,1 2 0-16,-6 6 76 0,5 3 112 15,-3 4-16-15,2-1-200 0,1 2-108 0,5-5-160 16,-1 1 0-16,0-4-96 0,4-6-64 16,0 0-148-16,4-9-160 0,7-1-164 15,2-6-76-15,2 0-28 0,5-3 108 16,5-3-80-16,2-9-368 0,1-4-916 16,-4 3-1945-16,15-12-1195 0</inkml:trace>
  <inkml:trace contextRef="#ctx0" brushRef="#br0" timeOffset="64857.06">16690 6766 4180 0,'0'0'6092'0,"0"0"-4059"0,0 0-845 0,0 0 396 16,0 0-36-16,0 0-292 0,0 0-172 16,0 0-200-16,0 0-236 0,-40 86-232 15,28-65-16-15,0-5-72 0,8-2-192 0,4-8-136 16,0-4-48-16,0-2-52 16,0 0-20-16,0 0-100 0,4 0 0 15,0-5 4-15,8-2 216 0,-4-3-52 0,4-2-176 16,-1 2-188-16,6 2 0 0,-6-3 12 15,6 1 72-15,-6 7 84 16,6 0 40-16,-2 3 24 0,2 0 48 0,-6 6 0 16,2 4-100-16,-2 3 236 0,1 3 136 15,0 3 88 1,-4 0 20-16,4 7-84 0,0 2-72 16,4 0 84-16,-4 10 232 0,-4 1 76 0,4 2-152 0,-9 3-32 0,-3-3-128 15,0 8-56-15,0-6 8 0,-7 1-32 16,3-2-4-16,-4-7-36 0,4-3-36 15,-4-10 136-15,0-7 32 0,4-5-8 16,0-3 8-16,0-3-19 0,-3-4 35 16,2 0-16-16,-7 0-72 0,4-7-40 15,-4-3-68-15,-4-2-8 0,0-5-124 0,1-4-36 16,-2-2-88-16,2-2 23 0,2 0-35 16,2 3 88-16,7-4-40 0,-4 3 0 15,8 2-36-15,0 2 84 0,4-1 64 16,8 1 48-16,-1 3-40 15,2 1 52-15,7-1 48 0,-1 0 36 0,1-3 124 16,0-1-148-16,4 1-12 0,-4 4-8 16,0-3-52-16,0 1-100 0,0 1-48 15,-5 3-248-15,-2 4-108 0,-1-1-116 0,-5 1-184 16,6 6-340-16,-9-1-348 0,0 1-460 16,-1 3-1181-16,-3 0-3323 0</inkml:trace>
  <inkml:trace contextRef="#ctx0" brushRef="#br0" timeOffset="65390.532">17877 6505 2904 0,'0'0'4576'0,"0"0"-2672"15,0 0-572-15,0 0 5 0,0 0-33 16,0 0-284-16,0 0-136 0,0 0-108 15,0 0-84-15,0 0-8 16,0 0-40-16,-51 80-36 0,47-48-104 0,0 3-40 16,4 5 52-16,0 9-40 0,0 1-12 0,0 4-52 15,0-3-132-15,4-4-75 0,0-2-117 16,3-9-88-16,5-8 0 0,-4-9-100 16,12-4-69-16,-4-9-15 0,3 1-108 15,9-7-48-15,-3-7-60 0,6-8-248 16,-3-8-100-16,0-2-324 0,4-7-872 0,-12 10-2200 15,8-12-2705-15</inkml:trace>
  <inkml:trace contextRef="#ctx0" brushRef="#br0" timeOffset="65751.766">18375 6385 11865 0,'0'0'2056'0,"0"0"-1192"16,0 0 92-16,0 0 448 15,52 69-376-15,-40-37-116 0,0 4-4 0,-5-2-92 16,2 4-304-16,-5 3-148 0,-4 1 17 16,0 3-69-16,-9-4-188 15,-2 3-112-15,-1-6-12 0,-4 1-8 0,-4-8-164 16,4-5 124-16,1-4 44 0,-6-7-104 0,5-2-112 16,1-7-109-16,2 1-59 0,1-7 60 15,5 0 48-15,-6-7-76 0,5-2 4 16,5-4 120-16,-5-3 20 0,8-2-116 0,-4-6 264 15,4 3 40-15,0 2 24 0,0 3 48 16,0 3 212-16,4 3-16 16,4 7 0-16,3-3-60 0,6 6 24 0,3 0-24 15,3 0 0-15,5 0-64 0,0 3-20 16,0 3 44-16,4-2-140 0,-4 2-4 16,4-2-56-16,-4-4-56 0,0 2-204 0,0-2-464 15,-4 0-340-15,-1 0-1124 16,-7 0-1932-16,0 0-2213 0</inkml:trace>
  <inkml:trace contextRef="#ctx0" brushRef="#br0" timeOffset="65918.365">18814 6832 10032 0,'0'0'2201'0,"0"0"-1177"0,0 0-272 16,0 0 348-16,0 0-184 16,20 71-124-16,-20-50 16 0,0 2-152 0,0 2-236 15,0-3-88-15,0 1-100 0,0-2-232 16,-5-5-24-16,1-3-432 0,4-3-148 15,0-7-164-15,0-3-200 0,4 0-444 0,1-6-928 16,3-14-3569-16</inkml:trace>
  <inkml:trace contextRef="#ctx0" brushRef="#br0" timeOffset="71515.902">19315 6385 2692 0,'0'0'7208'0,"0"0"-5043"0,0 0-545 16,0 0-580-16,0 0 368 0,0 0-8 15,0 0-248-15,-35 25-244 0,35-25-184 0,3 0-92 16,14 0-144-16,6 0 9 16,9 0-85-16,4 0 84 0,4 0-120 15,-4 0-168-15,-1-3-112 0,1-4-88 0,-4-2-8 16,-4-1-8-16,0-5-52 0,0 2-136 16,-4-4-152-16,-4 5-112 0,-4-1-173 15,0 0-107-15,-8 1-372 0,-4 6-880 16,-4-4-1124-16,0 7-2205 0,-8 0-2539 15,-8 3 6868-15</inkml:trace>
  <inkml:trace contextRef="#ctx0" brushRef="#br0" timeOffset="71725.369">19547 6347 1016 0,'0'0'8232'0,"0"0"-5587"0,0 0-869 0,0 0-852 15,-4 79 248-15,4-46 60 0,8 4-192 16,-1 8-176-16,1 2-116 0,5 0-196 0,-6 7-236 15,5 0-60-15,-3 0-60 0,2 1-196 16,-3-8-56-16,-4-10-16 16,5-1-40-16,-6-11 28 0,5-5-4 15,-4-8-300-15,0-6-224 0,-4-3-212 16,4-3-300-16,0 0-640 0,0-6-396 0,-4-2-877 16,0-3-2583-16</inkml:trace>
  <inkml:trace contextRef="#ctx0" brushRef="#br0" timeOffset="72498.953">19551 6689 1032 0,'0'0'976'0,"0"0"5432"15,0 0-4788-15,0 0-459 0,0 0-301 16,0 0 448-16,0 0-232 0,0 0-356 15,0 0-100-15,0 0 60 0,0 0 68 16,71-22 80-16,-47 22-196 0,0-3-152 16,4 3-164-16,-5 0-132 0,2 0-48 15,-5-3-52-15,4 3-80 0,-5-2-4 16,2-5-4-16,-1 3-116 0,-1-2-188 0,1-1-232 16,-4 1-248-16,4-1-144 0,-8 2-232 15,4-2-664-15,-8 1-2361 0,-4-1-2527 16</inkml:trace>
  <inkml:trace contextRef="#ctx0" brushRef="#br0" timeOffset="72889.625">20240 6340 80 0,'0'0'8960'0,"0"0"-6315"16,0 0-993-16,-20 70-928 0,20-38-52 0,0 6 288 0,0 4 80 0,0 2-168 15,4-3-180-15,4 4-224 0,0-8-232 16,4 2-128 0,4-11-32-16,-5-2-76 0,6-8-8 0,-1-8-140 0,-1-3-208 15,2-5-372-15,2-2-180 0,-2-9-196 16,2-7-572-16,-7 4-2529 0,8-23-3987 0</inkml:trace>
  <inkml:trace contextRef="#ctx0" brushRef="#br0" timeOffset="73234.894">20714 6264 5496 0,'0'0'524'16,"0"0"5213"-16,0 0-3833 0,20 89-424 15,-13-54 292-15,2 3-100 0,-1 3-480 16,-1 3-288-16,2-2-320 0,-5 2-280 0,-4-6-208 0,0 0-88 16,0-8-4-16,-4-2-4 0,-5-6-44 15,2-3-124-15,-1-6-284 16,-5-1-132-16,2-2-28 0,-1 0 0 0,0-8-52 16,-4-2 44-16,8 0 0 0,-4-2-24 0,4-5 152 15,1-3 152-15,-2-2 100 16,1-4-172-16,1-3 404 0,-2-3 8 0,5 0 288 15,0-1 12-15,4 7 88 0,0 0-132 0,0 7 68 16,8 3 0-16,4 2-24 0,4 1 48 16,0 3-4-16,4 0-60 15,4 3-72-15,-4 4-4 0,4-1 28 0,-5-2-4 16,2 3-232-16,-5-5-104 0,3 1-364 16,-2-3-208-16,-2 0-256 0,5 0-248 15,-8-5-1032-15,1-6-3649 0</inkml:trace>
  <inkml:trace contextRef="#ctx0" brushRef="#br0" timeOffset="73592.298">20898 6092 3800 0,'0'0'1092'16,"0"0"4800"-16,0 0-3811 0,0 0-793 15,0 0-292-15,0 0 60 0,0 0-316 16,0 0-316-16,0 0-188 0,83 44-228 16,-75-33-4-16,-4-2-4 0,0 4-48 15,-4-4-52-15,4 4-48 0,-4-4-76 16,0 4 24-16,0 0 112 0,-4 0-36 0,0-4 36 15,0-3 76-15,4 1 4 16,0-1-80-16,0-3-88 0,0 0-28 16,0 1-8-16,4-1 124 0,4 3-52 15,0-3 92-15,4 0-332 0,0-3-364 16,3 0-272-16,2 0-16 0,-6-3-1197 16,2 0-3103-16,2-6 1344 0</inkml:trace>
  <inkml:trace contextRef="#ctx0" brushRef="#br0" timeOffset="73863.92">21368 6216 456 0,'0'0'772'0,"0"0"4688"0,0 0-403 0,0 0-2961 16,0 0-616-16,91 73-160 0,-75-57-112 15,4 3-296-15,-9 0-160 16,6 1-128-16,-6 2-260 0,-3-3-192 0,-3-1-88 15,-5 5 16-15,0-4-16 0,0 3-80 16,0 3 8-16,-13 5-12 0,6-2-48 16,-5 3-136-16,-4-2-36 0,0 1-196 15,0-3-36-15,-4-4-76 0,4-1-220 16,-4-3-320-16,-4-3-156 16,5 0-556-16,2-7-1000 15,-6-3-3209-15</inkml:trace>
  <inkml:trace contextRef="#ctx0" brushRef="#br0" timeOffset="74536.056">21778 6077 1864 0,'0'0'5504'16,"0"0"-1111"-16,0 0-2681 15,0 0-784-15,0 0-120 0,0 0 400 0,84 82-284 16,-69-56-96-16,5 5-112 0,-3 5-188 16,2 1-160-16,-6 2-36 15,2 2-28-15,-3 0-72 0,0-3 0 0,-8 0-12 0,0 4-52 16,-4-7-32-16,0-1-52 16,-8 1-76-16,0 0-8 0,0 1-156 15,0-3-340-15,-4 0-80 0,0-5 296 0,-4-2 276 16,-4-4-204-16,1-3-272 0,-1-6-108 15,-1-1-104-15,6-2-264 16,-2-6-496-16,6-4-1096 0,3 0-2597 0,-4-7-1711 0</inkml:trace>
  <inkml:trace contextRef="#ctx0" brushRef="#br0" timeOffset="74801.747">22515 6391 3940 0,'0'0'10869'0,"0"0"-8569"0,0 0-1396 0,0 0-76 16,84 16 164-16,-60-16-332 0,-5 0-268 15,5 0-392-15,0 0-12 0,1-7-500 16,-6-2-224-16,1-1-332 0,-5 4-632 0,-2 0-2564 16,-5-4-4521-16</inkml:trace>
  <inkml:trace contextRef="#ctx0" brushRef="#br0" timeOffset="74977.496">22634 6600 3464 0,'0'0'9133'0,"0"0"-6465"16,0 0-764-16,0 0-740 0,0 0 20 0,0 0-512 0,0 0-100 15,0 0-120-15,0 0-440 0,92-12-12 16,-60-1-512-16,-4-3-280 0,4-2-572 16,-4-1-944-16,-9 6-3117 0,1-10-4603 15</inkml:trace>
  <inkml:trace contextRef="#ctx0" brushRef="#br0" timeOffset="88372.871">23897 6103 10556 0,'0'0'1957'0,"0"0"-1141"15,0 0-624-15,0 0 100 0,0 0 1288 16,0 0-320-16,0 0-120 0,-43 69-408 16,38-60-352-16,5 4-208 0,0 0 24 15,0 2 52-15,0 5-40 0,0 2-76 16,5 0 140-16,-1-3-88 0,0 4-4 15,0-1-120-15,-1 0-8 0,1 3 68 0,0 0-36 16,0 5 4-16,-4-2-88 0,5-3-112 16,-5 4 108-16,4 0-92 0,-4-4 0 15,4 4-148-15,-1-4-296 0,-3 0-160 16,4-3-36-16,0-6-120 0,0 1-128 16,5-8-336-16,-5-4-836 0,-1 2-2233 15,5-7-2615-15</inkml:trace>
  <inkml:trace contextRef="#ctx0" brushRef="#br0" timeOffset="89584.661">24981 6315 10664 0,'0'0'2237'0,"0"0"-1461"16,0 0-456-16,0 0 272 0,0 0 456 15,-15 73-192-15,18-44-268 0,1 2-280 16,4-2-120-16,-4-1-92 0,8-2 56 0,-4-7 44 15,0-3-188-15,4-7 92 0,4-3-12 16,0-6-80-16,3 0-8 16,2-6-4-16,-1-6-60 0,-1-1-60 0,2-6-220 15,-6-3-116-15,1-1-112 0,0 1-8 16,0 0-48-16,-8-1 224 0,5 1 176 0,-10 3 76 16,1 0 152-16,-4 3 80 0,0 4 72 15,-4-2 164-15,-8 6 136 0,0-3 52 0,-4 5-76 16,0 0-204-16,0 6 40 15,-3 0-28-15,2 3-16 0,2 6-32 16,-2 4-28-16,2 4-24 16,2-2-48-16,2 1-88 0,3-3-172 0,0 0-200 15,0-4-452-15,4-3-180 0,0 1-204 16,4-4-920-16,0-3-2529 0,4 0-1407 0</inkml:trace>
  <inkml:trace contextRef="#ctx0" brushRef="#br0" timeOffset="89858.475">25368 6280 7656 0,'0'0'1556'0,"0"0"-636"15,0 0-276-15,0 0 553 16,0 0 263-16,43 79-204 0,-39-60-300 0,0 0-248 16,-4 1-172-16,0-2-88 15,0-1-40-15,0-2-88 0,0 2-96 0,-4-5-52 16,0-5-60-16,4-1-100 0,0-4-4 0,0-2 0 15,0 0 80-15,0 0-4 16,4-6 76-16,0 0 260 0,5-4-116 16,2-6-216-16,-3 2-88 0,5-6-120 0,2 0 48 15,-2-2-64-15,2 0-84 16,1 0-148-16,0 0-76 0,0 2-76 16,4 1-112-16,-4 4-228 0,-1 2-528 0,-2 3-1308 15,10 4-2601-15</inkml:trace>
  <inkml:trace contextRef="#ctx0" brushRef="#br0" timeOffset="90310.543">26559 6124 10376 0,'0'0'2533'0,"0"0"-1705"15,0 0-764-15,0 0 124 0,83 0 952 0,-58 4 132 16,-1-1-360-16,-1 2-332 16,1-1-296-16,0 3-208 0,-4-1 60 0,4 4 96 15,-8-1-220-15,-4 0-12 0,0 4-52 16,-8 3 52-16,-4 3 112 0,0 0 0 15,-13 3-28-15,2 4-36 0,-5-5-36 0,0 2 112 16,1 3-36-16,-2-7 44 0,6 0 104 16,-2-1 32-16,1-1 208 15,9-4-208-15,-1-1-132 0,-1-3-64 0,5 2 4 0,0-6 8 16,5 2 12-16,6 0-48 16,1-1 16-16,8-4 104 0,0 2 28 15,4-2-40-15,0-2-68 0,4 0-88 0,0 0 4 16,0-2-8-16,3-2 0 15,-3-2-48-15,8 0 4 0,-4-1-12 16,0 1-196-16,0 0-144 0,-4-4-308 0,0 1-480 16,0 2-604-16,-9 1-1340 0,18-3-5057 15</inkml:trace>
  <inkml:trace contextRef="#ctx0" brushRef="#br0" timeOffset="101557.619">14710 9547 8688 0,'0'0'4105'15,"0"0"-3173"-15,0 0-388 0,0 0-368 16,0 0 544-16,99-3 480 0,-63-1 20 0,4-2-144 16,0 0-388-16,4 0-112 0,-5-1-200 15,5-2-120-15,-8 2-48 0,0 1-108 16,0 0-96-16,-8-5-4 0,-4 9-100 15,-9-4-20-15,2 2-52 0,-6 2-304 0,-2-3-236 16,-5 5-236-16,-4 0-200 16,0 0-584-16,-9 5-1368 0,1-3-3409 15</inkml:trace>
  <inkml:trace contextRef="#ctx0" brushRef="#br0" timeOffset="101922.873">14909 9617 3332 0,'0'0'7560'16,"0"0"-6043"-16,0 0-609 0,0 0-488 0,0 0 288 15,0 0 368-15,0 0 4 0,0 66-220 16,0-40-268-16,0 2-268 0,4 7-80 0,-4 0 16 16,0 7-88-16,0 2 60 15,0 0 40-15,0-2 20 0,0-4-48 16,3 2-60-16,1-4-36 0,-4 2 0 0,5 0-64 15,-1-3-72-15,4 0-4 0,-4 0 76 16,3-6-76-16,-2-1 68 0,3-6-68 16,0-3 64-16,-1-3-64 0,6 0 64 15,-6-7-64-15,1 2-4 0,5-3 8 16,2 3 100-16,2-5 92 16,-2 0 52-16,5-3-108 0,0 1-64 0,-4-4-80 15,8 0-4-15,-5-4-12 0,6 1-136 0,-1-3-168 16,-4 0-60-16,-1-1-220 15,1 0-116-15,1-2-60 0,2 0-288 0,1-8-664 16,-4 8-1028-16,16-10-3997 0</inkml:trace>
  <inkml:trace contextRef="#ctx0" brushRef="#br0" timeOffset="102708.937">15786 9693 8324 0,'0'0'3077'16,"0"0"-1501"-16,0 0-608 0,0 0-552 15,0 0 16-15,0 0 552 0,0 0 244 16,79 0-28-16,-43 0-324 0,4 0-324 15,0 0-232-15,-5-6-200 0,1 2-44 16,-4-3 36-16,0 2-104 0,-8-2 40 0,0 0-48 16,-5 1-124-16,2 4-268 0,-14-4-220 0,6-1-200 15,-5 3-128-15,-5 1-260 16,-3 0-728-16,0 3-2109 0,-3 0-2039 0</inkml:trace>
  <inkml:trace contextRef="#ctx0" brushRef="#br0" timeOffset="102944.557">15992 9731 4548 0,'0'0'5452'15,"0"0"-4147"-15,0 0-457 0,-4 68 188 0,4-41 412 0,4 4 12 16,5 8-136-16,3-1-196 16,-5 7-392-16,1 0-268 0,1 2-88 15,-6 4-148-15,1-1 12 0,-4-4-112 16,0-6-132-16,4-8-84 0,0-7-16 0,0-6-32 15,0-6-148-15,4-3-16 0,-4-8-132 16,0 2-224-16,4-4-212 0,-4 0-216 16,4-4-252-16,-4-5-780 0,0-7-2169 15,0 7-2019-15,-4-16 4320 0</inkml:trace>
  <inkml:trace contextRef="#ctx0" brushRef="#br0" timeOffset="103125.272">16084 10024 5308 0,'0'0'1988'0,"0"0"2677"0,0 0-3617 16,0 0-80-16,0 0 132 0,0 0 164 16,80-23-256-16,-61 21-192 0,2-5-236 15,-1 0-236-15,4 1-272 0,-1-4-72 0,5 0-64 16,-4-2-192-16,0 2-436 16,-4 1-288-16,4 3-160 0,0-4-320 0,0 4-780 15,-9 3-2357-15,6-4-2079 0</inkml:trace>
  <inkml:trace contextRef="#ctx0" brushRef="#br0" timeOffset="103524.659">16722 9696 1120 0,'0'0'2572'0,"0"0"-1376"15,0 0-584-15,0 0-116 0,0 0 2776 16,0 0-1708-16,0 0-523 0,0 0-77 16,0 0-48-16,0 0-156 0,-56 10 0 15,48-7 4-15,4 0-184 0,0 0-156 16,-1 0-76-16,5 4 12 0,-7-4-24 0,7 3-52 15,-8 7 12-15,4 0 36 16,0 2 24-16,0 9 12 0,0 1-4 16,4 6-8-16,0 4-40 0,0 3-108 0,0 6-48 15,0 1-28-15,0 0-72 0,0-1 64 16,4 0-16-16,4-6-108 0,4-2-44 16,0-9-64-16,4-7 8 0,4-4 40 0,-1-7-196 15,5-5-132-15,-3-4-260 0,7-7-88 16,-4-5-88-16,3-7-428 15,1-7-580-15,-12 8-1360 0,12-15-3109 0</inkml:trace>
  <inkml:trace contextRef="#ctx0" brushRef="#br0" timeOffset="104032.969">17164 9557 5684 0,'0'0'1680'0,"0"0"-1200"15,0 0 1916-15,0 0-927 0,0 0-229 0,0 0-180 0,48 69-12 16,-37-46-168-16,2-1-48 16,-1 6 184-16,-5 1-188 0,6 3-296 0,-9 2-152 15,-4 4-40-15,0 1 76 0,0 2-84 16,-4 0-140-16,-9 5-80 0,-2-6-52 15,-2-3 0-15,2-1-48 0,-1-4 100 16,4-10 8-16,-4 0-36 0,8-9-44 16,0-3-40-16,0-3-8 0,4-5 8 0,0-2 44 15,0 0-44-15,0-2-112 0,0-5-144 16,-4-5-120-16,5-2 96 16,-6-5 60-16,1 0 0 0,4-3 12 15,-8 0-184-15,4-5 184 0,0 6 108 0,5-2-48 16,-1 8 64-16,4-1 20 15,0 9 60-15,0 1 4 0,4 3 76 0,3 3 32 16,5 0 64-16,0 0 28 0,0 7-92 16,4 0-32-16,0 1 80 0,4 5 64 0,0-1-12 15,0 2 88-15,0-3-140 16,0 3-20-16,3-2-28 0,1-2-8 0,-3 3-96 16,3-4-4-16,-5-2-44 0,-3 2-68 15,4-3-84-15,-8 1-132 0,4-1-172 16,-4 1-104-16,0-1-132 0,-1 0-144 15,-2 1-304-15,-5 2-620 0,0-6-884 16,-4 8-2325-16</inkml:trace>
  <inkml:trace contextRef="#ctx0" brushRef="#br0" timeOffset="106143.912">17841 9683 4956 0,'0'0'1860'16,"0"0"452"-16,0 0-451 0,0 0-653 16,0 0-288-16,0 0 8 0,0 0 36 15,0 0-160-15,0 0-136 0,0 0-144 0,0 0-64 16,92-12-16-16,-68 22-96 0,0 2-52 15,-5 7-64-15,1 0 40 0,1 3-52 16,-10 4-48-16,2 2-48 0,-5 4-112 16,-1 0 0-16,-7 3 112 0,0-1-116 15,-4 1-8-15,-3 1-52 0,-2 2-56 16,-3-4 60-16,1-2-176 0,-2 0-32 16,6-3-16-16,-1-11 64 15,-1 1-124-15,1-8 60 0,8-9-100 0,-3-2-176 16,3 0-188-16,-4-6-284 0,4-1-780 15,-4-2-1009-15,4-10-2535 0</inkml:trace>
  <inkml:trace contextRef="#ctx0" brushRef="#br0" timeOffset="106333.707">18355 9807 5260 0,'0'0'6709'0,"0"0"-5901"0,0 0-260 15,0 0 228-15,0 0 688 0,0 0-420 16,0 0-496-16,0 0-524 16,0 0-24-16,0 0-396 0,48 48-624 0,-48-46-276 15,0 5-588-15,0 0-2137 0,-4 3-2447 16</inkml:trace>
  <inkml:trace contextRef="#ctx0" brushRef="#br0" timeOffset="106479.981">18348 10017 520 0,'0'0'8704'0,"0"0"-7216"16,0 0-947-16,0 0 551 0,0 0 844 16,0 0-736-16,0 0-560 0,0 0-236 0,91 59-216 15,-75-59-188-15,4-5-68 16,0-4-280-16,3-4-520 0,-2-4-500 0,3 2-724 16,-5-1-2101-16,5-6-3543 0</inkml:trace>
  <inkml:trace contextRef="#ctx0" brushRef="#br0" timeOffset="106725.661">18750 9503 4012 0,'0'0'5340'0,"0"0"-651"0,0 0-3865 15,0 0-208-15,0 0 468 0,99 9 296 16,-67-6-384-16,4 0-148 0,-1-3-360 16,6 0-356-16,-1-3-132 0,-1-3-48 0,2-4-88 15,-6 1 28-15,-3-5-516 0,0 6-224 16,-4-5-56-16,-9 1-228 0,2 5-896 16,-10 0-2137-16,-2 2-1547 0</inkml:trace>
  <inkml:trace contextRef="#ctx0" brushRef="#br0" timeOffset="106974.074">19021 9579 9200 0,'0'0'1913'16,"0"0"-961"-16,0 0-148 0,0 0 736 0,-5 95-28 15,10-60-208-15,-1 0-228 0,0 6-224 16,0 3-300-16,-4 3-164 0,0 2-68 15,0-5-76-15,0 4-112 16,0-3-44-16,-4-4-88 0,0-7-12 0,4-5-76 0,0-7-8 16,0-3-64-16,0-8 16 0,4-5-176 15,0-4-228-15,-1-2-204 0,5-2-260 16,1-9-308-16,2-8-1024 0,-3 7-2177 16,5-20-2675-16</inkml:trace>
  <inkml:trace contextRef="#ctx0" brushRef="#br0" timeOffset="107158.776">19076 9925 5044 0,'0'0'3264'0,"0"0"-187"15,0 0-2073-15,0 0-48 0,0 0 780 0,0 0-100 16,0 0-468-16,96-10-316 0,-72 1-236 16,4-1-212-16,0 1-136 15,0-4-24-15,0 3-220 0,0-3-24 0,-4-2-120 0,4 3-148 16,-5 1-396-16,1-1-284 0,0 5-252 15,-5-2-684-15,-2 3-2280 16,3-4-2397-16</inkml:trace>
  <inkml:trace contextRef="#ctx0" brushRef="#br0" timeOffset="107706.781">19957 9426 9080 0,'0'0'7049'15,"0"0"-6505"-15,0 0-544 0,0 0 0 0,0 0 260 16,0 0 252-16,0 0-56 0,75-76-96 15,-55 64-164-15,1-1-196 0,3 0-8 16,-1 4 8-16,1 2 4 0,-4 4-4 16,3 3 8-16,-2 0 92 15,3 6 120-15,-9 1-156 0,6 5-64 0,-10 1 4 16,2 3 44-16,-2 0 64 0,2 3 8 0,-5 0-56 16,3 6-52-16,-2 4 0 0,-5-1 36 15,3 4-40-15,1 3 44 0,-4 3 32 16,5 3 52-16,-2 1 60 0,1 2 0 15,-4 1 244-15,0-1-16 0,5 1-140 16,-6-4-80-16,1-3-68 0,4-3-16 0,-4 1-72 16,0-6 24-16,0-2 4 15,0-2-4-15,0-3-64 0,0-4-4 16,-4-4 4-16,0 2 37 0,0-8-45 0,0 4-49 16,0-7 45-16,0 1 4 0,0 0 4 15,-4-5-4-15,0 1-4 0,-4 4-104 16,-4-5-28-16,-3 3 52 0,-2-3 0 15,-3 2-4-15,-8-4-80 0,5 0 32 16,-5 0-72-16,0-6-60 0,-4-5-108 0,4-4-28 16,0-5-172-16,4 1-152 0,5-6-160 15,6 0-624-15,5-4-648 16,5 10-2713-16,3-12-3207 0</inkml:trace>
  <inkml:trace contextRef="#ctx0" brushRef="#br0" timeOffset="107905.205">20554 9696 3876 0,'0'0'10417'0,"0"0"-9065"16,0 0-632-16,97-22 400 0,-70 19 632 0,1-4-332 16,-4 0-300-16,0 5-439 0,0-4-417 15,-1 0-216-15,-6 2-48 0,3 1-300 16,-9-4-357-16,6 2-291 0,-9-2-276 0,3 3-696 15,-7 1-3288-15,-4 0-6137 0</inkml:trace>
  <inkml:trace contextRef="#ctx0" brushRef="#br0" timeOffset="108064.485">20709 9899 14781 0,'0'0'2880'16,"0"0"-1608"-16,0 0-1076 15,0 0 224-15,0 0-16 0,0 0-148 0,84-53-48 16,-59 33-208-16,3 1-216 0,-4 0-716 16,-1 3-212-16,1 1-208 0,-8 5-1268 15,0-3-3837-15</inkml:trace>
  <inkml:trace contextRef="#ctx0" brushRef="#br0" timeOffset="108767.905">21575 9245 5716 0,'0'0'7165'0,"0"0"-5689"0,0 0-148 15,87 6 36-15,-43-6 196 16,0 0-344-16,0-6-212 0,3-1-252 0,-6-2-327 16,2 0-205-16,-7-1-148 0,0-3-72 15,-5 1-72-15,-3-1-365 0,-3 1-255 16,-5 2-140-16,-5 1-308 0,-7 6-724 15,-8-1-2032-15,0 4-1473 0</inkml:trace>
  <inkml:trace contextRef="#ctx0" brushRef="#br0" timeOffset="109032.507">21813 9340 9308 0,'0'0'2297'0,"0"0"-1053"0,0 0-288 0,-4 80 764 0,8-45-192 15,0 3-264-15,5 0-388 16,-1 3-216-16,-1 7-328 0,1 0-88 0,-3-1 60 16,-1 4 24-16,-4 0-36 0,4-6-240 15,-4-4-52-15,0-7 0 0,0-5-52 16,3-7-8-16,1-3 0 0,0-2-24 0,5-9-76 16,-5 3-60-16,3-5-388 15,1-4-104-15,0-2 24 0,1 0 12 16,-2-8-80-16,1-6-408 0,5-2-892 0,-10 2-1080 15,5-6-2021-15</inkml:trace>
  <inkml:trace contextRef="#ctx0" brushRef="#br0" timeOffset="109293.032">21890 9674 9224 0,'0'0'1953'0,"0"0"-1133"15,0 0-356-15,0 0 748 0,0 0 420 0,0 0-224 16,103-42-364-16,-68 36-300 0,6-3-168 16,-1-1-120-16,-1 4-88 0,1-3-64 15,-4 2-232-15,0-3-72 0,0 1-44 16,-8 0-52-16,0 2-164 0,-4 1-340 15,-9-1-308-15,-3 4-456 16,-3 3-1204-16,-6 0-3141 0</inkml:trace>
  <inkml:trace contextRef="#ctx0" brushRef="#br0" timeOffset="110231.801">21220 9179 5496 0,'0'0'1784'0,"0"0"-784"16,0 0-260-16,0 0 76 0,0 0 188 15,0 0 205-15,0 0-221 0,0 0-96 0,0 0-196 16,84 0-64-16,-65 0-104 0,-2 0-140 15,-2-4-96-15,-2 1-20 0,-2 0-32 16,-3 3-68-16,-3-3-72 0,2 3-36 0,-7-3-60 16,4 3-4-16,-4 0-64 0,0 0-36 15,0 0-24-15,0 0-12 0,0 0-140 16,0 0-112-16,0 0-180 0,0 0-148 16,0 0-208-16,0 0-352 0,0 0-921 0,0 0-923 15,-4 3-2276-15</inkml:trace>
  <inkml:trace contextRef="#ctx0" brushRef="#br0" timeOffset="110672.653">21268 9238 5640 0,'0'0'1420'16,"0"0"-588"-16,0 0 76 0,0 0 500 15,0 0-39-15,0 0-269 0,0 0-408 16,0 77-236-16,0-54-48 0,0-1-28 0,0 6 36 16,4 4 76-16,0-1-80 15,4 8 56-15,-5 2-216 0,1 0-92 16,-4 0-72-16,0 1-40 0,0 2-44 0,0-3-4 16,0 1 0-16,0 0-12 0,0-9 12 15,0 3 48-15,4-4 12 0,1-4 40 16,3-2 12-1,-1-4 0-15,1 1-48 0,1-4 44 0,-1 2 56 0,-1-2-40 16,6 1 172-16,-5-1 236 0,3-1-384 0,-3-1-136 16,4-2-4-16,-4 1-8 15,5-3 0-15,-2 4 0 0,-3-9 0 16,5-2 0-16,-6 1 12 0,5 0 108 0,0-2-8 16,0-1-24-16,-1-1 8 0,6 3 4 15,-6-2 8-15,10-1-32 0,-1 0-16 16,3-3 76-16,-3 2-124 0,1-2-12 15,2 0-308-15,1-5-84 0,0-2-28 0,4-2-96 16,4-3-364-16,0-5-336 0,0-2-1132 16,-4 6-2213-16,11-12-3303 0</inkml:trace>
  <inkml:trace contextRef="#ctx0" brushRef="#br0" timeOffset="111055.456">22782 9236 7656 0,'0'0'2088'16,"0"0"-1080"-16,0 0 33 0,0 0 623 0,0 0-4 15,0 0-300-15,0 0-364 16,-84 82-204-16,76-50-176 0,5 3-100 0,-1 4-88 16,-1 1 48-16,5 5 0 0,0-1-48 15,0-3-112-15,0 1-160 0,9-7-144 16,-2-3-12-16,1-7-96 0,0-6-24 15,4-9-4-15,4-4-384 0,4-6-128 16,4-3-260-16,0-10-348 0,3-3-1036 0,-3 0-2536 16,4-16-2469-16</inkml:trace>
  <inkml:trace contextRef="#ctx0" brushRef="#br0" timeOffset="111455.765">23149 9138 8400 0,'0'0'5153'0,"0"0"-3781"16,0 0-1224-16,0 0 484 16,0 0 636-16,0 0-28 0,32 82-60 0,-29-47-128 15,5 6-420-15,0 3-216 0,-4 4-100 0,1 0-47 0,-5-1-89 16,0 1-120-16,0-7-8 0,0 0-52 16,0-5-72-16,-5-9 24 0,-3 3 40 15,4-8 4-15,-4 0 4 0,-4-3-4 16,4 0-4-16,-7-6-64 0,2-1 68 15,-6-1-144-15,2-6-69 0,-3-5-27 0,5 0 12 16,-6 0-60-16,6-5 0 16,-5-8 36-16,0-4-12 0,4-5-36 15,0 0-152-15,4-6-132 0,1-1-40 16,2 4-140-16,9 3 56 0,0 2-192 16,9 7 76-16,2 7 448 0,9 0 380 0,0 6 604 15,4 0 64-15,0 3-24 0,4 3-12 16,-4 4 16-16,3-4-20 0,-3 4-108 0,0-3-140 15,0-1-148-15,1-4-148 16,-6 4-84-16,5-6 0 0,-4 5-4 16,-1-5-92-16,-2 0-408 0,2 0-308 15,-6 0-216-15,2 0-564 0,-6 0-1300 0,6-7-2773 16</inkml:trace>
  <inkml:trace contextRef="#ctx0" brushRef="#br0" timeOffset="112249.606">23738 9229 9128 0,'0'0'1780'15,"0"0"-851"-15,0 0-97 0,44 64 432 16,-24-39 124-16,-5 1-192 0,6-1-448 15,-5 0-476-15,-1 1-136 0,-3-1-48 16,4 1-36-16,-8-1 20 0,0 1-68 0,-3-4 4 16,-1 0 56-16,-4 4-64 0,0-5-4 15,0 5-60-15,-9-3-8 16,-3-2-176-16,1 2-164 0,-2-4-12 0,-2-4-116 16,2-2-164-16,2-6-140 0,-1-1-172 15,-1-3-836-15,2-3-1093 0,-2-3-2047 16</inkml:trace>
  <inkml:trace contextRef="#ctx0" brushRef="#br0" timeOffset="112913.636">24220 9321 12257 0,'0'0'2380'0,"0"0"-1472"16,0 0-496-16,0 0 456 0,0 0 412 0,0 0-356 15,0 0-312-15,0 0-340 0,0 0-212 16,0 0-52-16,76 23-8 0,-65-23-84 0,2 0-520 15,-5 0-304-15,-1 0-268 0,1 0-708 16,-8 3-2384-16,0 0-2789 0</inkml:trace>
  <inkml:trace contextRef="#ctx0" brushRef="#br0" timeOffset="113097.739">24220 9575 11897 0,'0'0'2172'0,"0"0"-1628"0,0 0-280 0,0 0 656 16,0 0 108-16,0 0-380 0,0 0-364 15,0 0-284-15,0 0-160 0,0 0-400 0,96 61-224 16,-73-61-428-16,5-7 8 16,-7 4-2977-16,7-10-2919 0</inkml:trace>
  <inkml:trace contextRef="#ctx0" brushRef="#br0" timeOffset="113365.938">24642 9099 16293 0,'0'0'2468'16,"0"0"-1704"-16,0 0-760 0,0 0 376 15,0 0 252-15,0 0 588 0,80 0-251 16,-40-3-365-16,3-6-288 0,6-2-160 16,-1-1-12-16,-5-1 28 0,-3 0-124 15,-4 4-48-15,0 0-108 0,-8-1-76 0,-5 4-372 16,1-1-240-16,-12 4-153 0,1 1-183 16,-6-2-572-16,-7 4-1032 0,0 0-2088 15,-7 4-1305-15</inkml:trace>
  <inkml:trace contextRef="#ctx0" brushRef="#br0" timeOffset="113553.768">24842 9134 9516 0,'0'0'1753'0,"0"0"-1225"0,0 0 164 15,-16 70 1056-15,16-36 168 16,0 4-256-16,7 11-344 0,2 1-212 0,3 1-288 0,-5 4-96 16,6-5-115-16,-9-6-205 15,3-6-272-15,-3-2-128 0,0-14-64 16,0-3-68-16,1-6 36 0,-1-4-148 0,3-3-449 15,1-2-303-15,0-4-228 0,-3 0-712 0,2 0-1880 16,-3-16-1301-16</inkml:trace>
  <inkml:trace contextRef="#ctx0" brushRef="#br0" timeOffset="113690.793">24889 9451 11457 0,'0'0'2236'0,"0"0"-1828"16,0 0 328-16,0 0 1088 0,0 0-384 15,80 4-272-15,-52-4-336 0,4 0-364 16,0-4-288-16,0-4-136 0,0-3-44 0,0-4-256 16,-1-1-476-16,1-3-236 15,0 0-304-15,-8 6-1488 0,8-9-3937 0</inkml:trace>
  <inkml:trace contextRef="#ctx0" brushRef="#br0" timeOffset="113948.577">25643 8975 7312 0,'0'0'8817'0,"0"0"-7365"16,0 0-1316-16,-45 74 48 0,34-40 732 16,3 4 664-16,3 4-264 0,2-1-287 15,-1 6-413-15,4-2-240 0,0-3-96 0,4-1-4 16,4-3-156-16,4-4-120 0,3-4-36 15,2-5 36-15,-2-3 0 0,5-3-108 16,1-9-304-16,-2-1-108 0,5-6-72 0,-4-3-196 16,1 0-101-16,-2-16-463 0,1-3-868 15,-8 0-2040-15,8-22-1597 0</inkml:trace>
  <inkml:trace contextRef="#ctx0" brushRef="#br0" timeOffset="114316.362">26113 8896 13565 0,'0'0'1900'16,"0"0"-1348"-16,0 0-336 0,0 0 560 16,35 79 980-16,-27-47-64 0,-4 4-219 0,1 4-613 15,-5-2-412-15,4 4-156 0,-4-1-88 16,0 0-48-16,0-3-156 0,0 4-8 16,0-7-64-16,-4-1 0 0,4-2 60 15,-5-3-48-15,1-10-12 0,0-3 64 16,-3-7-64-16,-1 1-256 0,-1-7-72 0,-6 0 88 15,-2 0-28-15,2-3-13 0,-9-3 13 16,4-6 48-16,-4-4-24 16,0-6-88-16,4-6-24 0,5-4-48 0,2 1-140 0,5-1 76 15,4 6 216-15,4 8 200 16,4 2 124-16,8 10 76 0,0 3 12 16,4 0 292-16,4 6 200 0,4 4-16 0,0 3-88 15,-4-4-12-15,4 4-48 0,0-4-88 16,0-3-108-16,-1 1-76 15,1-1-132-15,0-6 32 0,1 4-44 0,-6-4-160 16,5 0-96-16,-4 0-12 0,0 0-376 0,0 0-264 16,-4 0 36-16,4 0 8 15,-4 0-1916-15,-5-4-3049 0,1 4-2907 16</inkml:trace>
  <inkml:trace contextRef="#ctx0" brushRef="#br0" timeOffset="114722.808">26423 8810 13181 0,'0'0'2228'0,"0"0"-1180"16,0 0-864-16,0 0 368 16,0 0 328-16,0 0 56 0,0 0-372 15,0 0-296-15,0 0-268 0,0 0-108 16,0 0 20-16,36-6 80 0,-32 12 8 16,-4 4 76-16,4 2 44 0,-4 1 52 0,5 4-36 15,-5-3 8-15,0 3-44 0,0-1-28 16,4-4-60-16,-4 1 72 0,7 0 100 15,1-4-24-15,0-2-40 0,4 2 28 16,4-6-64-16,0 4 0 0,3-7-20 0,6 0-64 16,3 0-12-16,3-7-296 0,-3-2-300 15,4-4-148-15,0 1-216 0,-8-1-300 16,0 0-1172-16,-8 4-2541 0,0-4-2387 16</inkml:trace>
  <inkml:trace contextRef="#ctx0" brushRef="#br0" timeOffset="115090.039">27073 8734 9428 0,'0'0'2517'0,"0"0"-1417"16,0 0-656-16,0 0 840 0,0 0 392 0,0 0-384 16,0 0-228-16,80 63-328 15,-69-43-236-15,1-1-120 0,4 2 108 0,-8 2 180 16,5 6-203-16,-2-4-213 0,1 4-120 16,-3 2-44-16,-2-1-40 0,1 3-36 0,-4 0-8 15,0 5 4-15,1 0-8 0,-2 6 0 16,1 1 40-16,0 3 44 0,0-4 124 15,-4 1-156-15,0-5-52 0,-8 2-184 16,1-4-32-16,-10-3-184 0,6-3-25 16,-10-1-195-16,5-2-76 15,-3-4-76-15,-6-6-136 0,5-3-440 0,1-3-820 16,3-7-1844-16,-12-2-2345 0</inkml:trace>
  <inkml:trace contextRef="#ctx0" brushRef="#br0" timeOffset="115959.636">27520 8728 5612 0,'0'0'2872'0,"0"0"2705"16,0 0-4173-16,0 0-900 0,0 0-268 0,0 0 120 16,0 0 292-16,0 0 204 0,83-60-380 15,-59 37-352-15,-4 4-120 0,3 0-76 16,-3 3 76-16,-3 4-4 0,-2 2-84 0,-2 1-72 15,-6 5 12-15,5 4 12 16,-4 0 12-16,0 0-12 0,0 4 72 16,4 5 64-16,-4 4 8 0,0 2-8 0,4 5 48 15,-4-1 4-15,0 7-44 0,0 2 4 0,3 3 36 16,-2 4 88-16,3 3-12 16,-5 4-36-16,6-2 36 0,-5 2-64 15,-1 3 16-15,1-1-68 0,1 0 128 16,-2 4-76-16,5 0 40 0,-3-3 132 15,2 1-96-15,-3-1 12 0,5 3 8 0,-6-7 80 16,5 4 44-16,-3-7 220 0,2 0-24 16,-3 0-112-16,1-3-120 15,-6-7-84-15,5 2-100 0,-4-5 25 16,0-3 47-16,0-3-44 0,0 0-4 16,-4-6-36-16,0-1-36 0,0 1-4 0,0-7 64 15,0 4-60-15,-4-4-12 0,-4 0-48 16,0 1-48-16,-8-1-12 0,-3 0 20 0,-2 1-20 15,-7-4-1-15,4-3-27 0,-8 0-80 16,4-3-100-16,0-10-88 0,1-3-120 16,3-6-4-16,4-6-96 15,0-1-104-15,8-9-472 0,4 0-760 16,5 9-2084-16,3-19-997 0</inkml:trace>
  <inkml:trace contextRef="#ctx0" brushRef="#br0" timeOffset="116169.69">28400 8801 13997 0,'0'0'2460'0,"0"0"-1180"0,0 0-824 15,95-13 396-15,-59 7 580 0,8-1-324 0,-4-2-499 16,-1-1-417-16,2 1-192 0,-6-4-104 15,1 0-345-15,-4 0-427 0,-4 4-308 0,-4-3-476 16,-8 5-1252-16,-4 3-2777 16,-12 2-3483-16</inkml:trace>
  <inkml:trace contextRef="#ctx0" brushRef="#br0" timeOffset="116390.085">28563 8864 9772 0,'0'0'2001'0,"0"0"-965"0,0 0-424 0,-40 83 888 15,36-55 196-15,-4 7-280 0,5-2-368 0,3 4-240 16,0 1-160-16,0 4-112 16,0-1-60-16,0 1-51 0,0-5-121 15,0-2-148-15,7-3-20 0,1-7-4 16,0 2-60-16,0-6-72 0,4-5-60 16,0-1 48-16,-4-2-204 0,4-6-208 15,-1-2-285-15,10 0-167 0,-1-5-112 0,8 0-172 16,8-5-1032-16,-8 0-2880 0,23-2-937 15</inkml:trace>
  <inkml:trace contextRef="#ctx0" brushRef="#br0" timeOffset="116715.658">28977 8756 12317 0,'0'0'2656'0,"0"0"-1636"16,0 0-820-16,0 0 580 0,0 0 444 15,0 0 156-15,0 0-292 0,92 80-408 16,-52-67-328-16,-1-7-240 0,6-4-104 0,-6-2-8 16,-3 0-268-16,1-6-144 0,-10-2-40 15,1-3-172-15,-8 3-172 16,-5-3-336-16,-2 5-760 0,-9-4-1232 0,0 7-2141 0,-4 0-2487 16</inkml:trace>
  <inkml:trace contextRef="#ctx0" brushRef="#br0" timeOffset="116906.315">29217 8912 9732 0,'0'0'1985'0,"0"0"-1141"16,-9 70-64-16,9-35 908 0,0 3-28 15,0 6-220-15,0 4-320 16,0-1-152-16,5 2 164 0,-5-2-399 0,0-6-333 16,4-6-184-16,-4-9-216 0,0-8-48 15,4-2-108-15,-1-10-308 0,1-2-141 0,0-4-175 16,-4 0-112-16,4-7-312 0,0-2-1108 15,1-1-2580-15,-5-8-2345 0</inkml:trace>
  <inkml:trace contextRef="#ctx0" brushRef="#br0" timeOffset="117050.691">29240 9147 11489 0,'0'0'2556'0,"0"0"-1052"15,0 0-812-15,0 0 604 0,88 22 200 16,-60-19-356-16,4-3-396 15,3-3-440-15,6-9-244 0,-2-4-60 16,1-4-264-16,-4-5-416 0,4 3-388 0,-4-7-360 16,-8 10-1164-16,8-13-2957 0</inkml:trace>
  <inkml:trace contextRef="#ctx0" brushRef="#br0" timeOffset="117276.832">29890 8797 10724 0,'0'0'3077'16,"0"0"-1685"-16,0 0-1092 0,-36 86 660 0,24-51 1036 15,4 3-288-15,4 0-588 0,4 0-523 16,0-2-293-16,0-1-88 0,8-7-20 16,0 1-28-16,3-7-168 0,6-7 0 15,-1 1-144-15,4-5-52 0,0-3-116 16,-1-8-177-16,5 0-179 15,4-6-112-15,0-10-188 0,0-6-536 0,-4 3-1480 16,4-12-3005-16</inkml:trace>
  <inkml:trace contextRef="#ctx0" brushRef="#br0" timeOffset="117665.047">30372 8693 11789 0,'0'0'2476'0,"0"0"-1428"0,0 0-644 0,0 0 676 15,0 95 456-15,-4-63-220 16,0 5-288-16,-4 5-348 0,4-3-216 16,-4-2-27-16,4-2 95 0,-4 0-84 0,0-4-252 0,5 2-136 15,-6-4-60-15,-3-1 4 0,0-2-8 16,0-8-40-16,-3 1-80 0,2-5-56 16,2-6-60-16,-2-4-88 0,2-4 72 0,3 0 64 15,-5-6 20-15,6-5-33 0,-1-7-39 16,8-5 196-16,-4-5-88 15,4-3-156-15,0-4 36 0,12 0-36 0,-1 3 24 16,6 3 144-16,-1 10 52 16,-1 6-36-16,2 7 108 0,2 6 120 15,1 0 88-15,1 6 96 0,-2 4-20 0,1-1 32 16,-1 4-36-16,-2 0-16 0,-2-4-152 0,-2-2-112 16,-2 0 0-16,2-5-48 15,-5 2-64-15,-1-4-204 0,6 0-84 16,-5 0-76-16,3 0-88 0,2-4 160 15,-2-3-96-15,-3-2-1308 0,-4 4-1260 0,1-6-1801 16,-1-5-1263-16</inkml:trace>
  <inkml:trace contextRef="#ctx0" brushRef="#br0" timeOffset="117933.573">30623 8487 13461 0,'0'0'2664'0,"0"0"-1696"16,0 0-732-16,0 0 308 0,0 0 712 0,0 0-16 16,0 0-484-16,0 0-392 0,0 0-232 15,59 73-60-15,-55-58 52 16,1 1-27-16,-5 6-85 0,0 1-8 0,0 3 8 16,-9-1-12-16,6 0 148 0,-1 1-100 15,0-4-40-15,0-7 52 0,4 4 0 0,0-6-56 16,0-3 4-16,4-1-4 0,4-3-4 15,-1-2-48-15,6-4-144 16,2 0-113-16,2-7-111 0,2-2-240 0,1-4-296 16,4-3-292-16,-3 0-764 0,-2 4-2180 15,1-4-2233-15</inkml:trace>
  <inkml:trace contextRef="#ctx0" brushRef="#br0" timeOffset="118190.315">30974 8728 2764 0,'0'0'11009'0,"0"0"-9337"15,0 0-1508-15,0 0 200 0,0 0 1036 0,51 66 208 16,-42-47-480-16,2 4-396 16,6 5-272-16,-2 1-84 0,-7 3 41 15,4-1 67-15,-8 5-196 0,4-2-212 0,-8 2-76 16,4 1 0-16,-4 2-8 0,0-5 8 15,-8-2-304-15,-4 0-36 0,-4-4 48 16,-8 4-205-16,1-3-111 0,-5-1 20 16,0-6-84-16,-4-3-148 0,4-3-492 15,4-6-1408-15,-12-4-3193 0</inkml:trace>
  <inkml:trace contextRef="#ctx0" brushRef="#br0" timeOffset="118771.659">31451 8876 12105 0,'0'0'2284'0,"0"0"-1012"0,0 0-652 0,0 0 316 15,0 0 376-15,0 0-512 16,0 0-484-16,0 0-316 0,0 0-304 16,81 55-288-16,-81-52-136 0,3 4-288 0,-3-4-1260 15,0 0-2533-15,0 0-2319 0</inkml:trace>
  <inkml:trace contextRef="#ctx0" brushRef="#br0" timeOffset="118890.947">31500 9093 11609 0,'0'0'2592'0,"0"0"-1744"0,0 0-380 0,0 0 972 16,0 0 84-16,0 0-380 0,24 73-460 0,-16-67-352 16,-1-3-188-1,5-3-144-15,0 0-24 0,4-3-376 0,0-6-272 16,4-4-288-16,4-3-448 0,-8 3-1584 0,12-9-3613 15</inkml:trace>
  <inkml:trace contextRef="#ctx0" brushRef="#br0" timeOffset="119122.41">31862 8651 8808 0,'0'0'6777'15,"0"0"-4949"-15,0 0-1220 0,0 0-88 16,96 42 828-16,-64-36-112 0,7-2-155 16,5-4-489-16,-4-4-384 0,4-2-136 15,0-7-32-15,-4-3-40 0,-1 1-376 16,-3-5-324-16,-4 1-129 0,-4 0-59 0,-4 3-168 16,-13 4-532-16,-2 2-1056 0,-9 4-1272 15,0 2-741-15,-28 4-1515 0</inkml:trace>
  <inkml:trace contextRef="#ctx0" brushRef="#br0" timeOffset="119323.061">32121 8638 8460 0,'0'0'2276'0,"0"0"-691"0,0 0-641 15,-8 87 556-15,8-49 212 0,0 3-172 0,0 4-248 16,0 2-248-16,0 4-180 0,4-4-123 16,0 4-85-16,-4 0-136 0,0-3-48 0,4 0-184 15,-4-11-140-15,4-2-92 0,0-6-56 16,-1-7-60-16,6-6-76 15,-1-3-212-15,0-7-64 0,4-3-120 0,0 1-184 16,-1-4-85-16,2-4-215 0,-5-2-468 16,3-3-624-16,-2-1-1732 15,-9 0-921-15,0-5-2379 0</inkml:trace>
  <inkml:trace contextRef="#ctx0" brushRef="#br0" timeOffset="119471.689">32205 9087 5004 0,'0'0'6729'0,"0"0"-4453"0,0 0-1140 16,0 0-468-16,0 0 212 0,79 3 324 0,-55-3-424 16,0-7-376-16,4-2-232 15,8-3-172-15,-4-5-344 0,7-2-296 0,2 0-176 0,-1-3-268 16,-1-3-644-16,-11 9-2105 16,8-7-2347-16</inkml:trace>
  <inkml:trace contextRef="#ctx0" brushRef="#br0" timeOffset="119960.15">32958 8394 6108 0,'0'0'9861'16,"0"0"-7877"-16,0 0-1596 0,0 0-384 15,0 0 648-15,0 0 536 0,0 0-92 0,0 0-608 16,0 0-379-16,80-41-109 0,-65 35-12 16,5 0 8-16,-4 3 0 0,4-1-45 15,-4 4 37-15,0 0 0 0,0 0 4 16,0 0-52-16,-4 4 56 0,0 1 4 0,-1 2 4 16,-2 6 80-16,3-1 25 15,-5 7-13-15,6 0-44 0,-9 4 32 16,4 3-72-16,-5 2 72 0,1 4-12 0,0 2 24 15,-4 4-32-15,0 0-60 0,0 6-4 16,0-2 0-16,0 3 12 0,0-1-8 0,-4 4 104 16,0-4-36-16,1 1-24 15,-5-1-40-15,-1-3 4 0,5 1 36 16,-3-4-44-16,3 0-4 0,0-3-8 16,0 0 4-16,0-1 4 0,-1-5-4 15,1-3-8-15,1-4 12 0,3-3 12 0,-8-6-12 16,4-1-8-16,0-2-88 0,-8-4 0 15,0 5-76-15,-4-3 40 0,0-2 60 16,-4 5 0-16,-4-6-136 0,1 2-217 0,-5-4-27 16,-8 1 28-16,-5-4-140 0,-6 0-120 15,-9 0-216-15,-7 0-660 16,-5-4-1248-16,12 1-2289 0,-40-4-2511 0</inkml:trace>
  <inkml:trace contextRef="#ctx0" brushRef="#br0" timeOffset="122792.352">15543 11195 5532 0,'0'0'2496'0,"0"0"-864"15,0 0-804-15,0 0-299 0,0 0-53 16,0 0 2208-16,0 0-1284 0,0 0-292 16,0 0-240-16,59 79-236 0,-32-47 0 15,1-1 4-15,0 1-12 16,0 0-148-16,-3-3-120 0,-1-4-88 0,-5 1 12 15,1-4-76-15,0-6-44 0,-4-1-75 0,0-5-13 16,4-4-72-16,4-6 0 0,4-3-4 16,0-10-116-16,7-12-101 0,1 0-95 15,5-11-220-15,-2 2-24 0,1-2 72 16,-1 2 168-16,6 5 112 0,-2 4 72 16,-2 3 64-16,2 5-4 0,0 5-32 15,2 5 108-15,-2 5 12 0,6-2 172 16,-2 4 72-16,1 0-84 0,4 6-96 0,-1-1-28 15,-2 1-48-15,-2-1 0 16,-3-2 0-16,0 4 8 0,-9 0-4 0,-3-1 80 16,-4 1 64-16,-4 2-24 0,-3 4-16 0,-6-4-100 15,-3 4 92-15,-4-1 8 0,-4 1 28 16,-4 0-88-16,0 3-48 0,0-7-132 16,-8 1-12-16,4-4 8 15,-4 1-60-15,0-7 0 0,4 0 12 0,-3 0 36 16,-1-4 144-16,-5-3-4 0,9-5-176 15,-3-1 0-15,3-6-12 0,0 0 24 0,4 0 48 16,0 0 12-16,4-3-12 16,7-4 16-16,6 4-16 0,-2-7 112 15,9 4 8-15,4 0-48 0,4-3-20 16,4 2 60-16,7 4 12 0,6 2 88 16,3 8 372-16,3-1 460 0,1 7-320 15,-4 4-512-15,0 2 108 0,-5 0 96 0,1 2-72 16,-4 8-60-16,0-1-28 0,0 3-84 15,-9 2-36-15,1 2 112 0,-8-1 32 0,4 1 16 16,-8 0-28-16,4 0-8 0,-4 0-3 16,4-7 39-16,0 0 32 15,4-2-60-15,0-3-8 0,3-4-52 0,5-7 0 0,-1-6-12 16,2-3-24-16,-1-9-48 16,3-3-48-16,-3-4-132 0,-4 1-64 15,4-7-132-15,-8 3-85 0,-4 2-75 0,-8 2-48 16,-5 5-64-16,-2 3-76 15,-9 8 48-15,0 3-240 0,-4 6-388 16,-4-1-608-16,-5 0-568 0,-3 4-1773 0,-8 3-1631 16</inkml:trace>
  <inkml:trace contextRef="#ctx0" brushRef="#br0" timeOffset="123441.204">16834 12332 6444 0,'0'0'2208'0,"0"0"-760"0,0 0-299 15,0 0 147-15,0 0-8 0,0 0-32 16,0 0-84-16,0 0-388 0,0 0-276 16,0 0-72-16,0 0 96 0,-41 51 192 0,41-20-12 15,0 7-88-15,4 0-64 16,5 4-148-16,-2-5-83 0,1-4-145 16,0-12-76-16,4-1-24 0,-4-7-12 0,5-7-64 15,-2-3 0-15,5-3-4 0,0-7 4 0,4-8 16 16,0-7-24-16,0-8-144 15,-5-1-112-15,6-4-73 0,-5 0 77 16,-4 3 32-16,-1 1 96 0,-2 1-32 0,-5 9-100 16,0-2-24-16,-4 4 96 15,0 0 12-15,-8 4 100 0,-5 2 68 16,2 0 4-16,-6 4 60 0,6 2 0 0,-6 1-52 16,2 3 116-16,-2 3 12 0,6 0-136 15,-6 9-112-15,2 7 72 0,-1 0 40 16,4 9 72-16,0-1-16 0,4 1-56 15,4-3-108-15,-4 0-40 0,8 0-132 16,0-6-308-16,0 0-164 16,0-4-288-16,8-2-840 0,1-4-1048 0,6-6-2985 15</inkml:trace>
  <inkml:trace contextRef="#ctx0" brushRef="#br0" timeOffset="123873.625">17439 12281 12449 0,'0'0'2100'0,"0"0"-1596"16,0 0 276-16,0 0 636 16,0 0-288-16,-80 38-108 0,64-18 8 0,1-2-236 15,2 11-332-15,2-1-167 0,7 4-1 16,-5 0-48-16,9-1-64 0,0-1-84 16,0-9-44-16,0-9-52 0,9-1-144 15,-5-8-24-15,7-3 56 0,2 0 108 16,-2-10 0-16,6-6-80 0,-2-5-48 15,1-6-12-15,0-4-4 0,4-1-61 16,-4-6-55-16,8-4-64 0,-4 1-52 0,3-6 88 16,-3-4-100-16,1-3 12 15,-2-3 52-15,-3-4-4 0,0-2-88 0,-8 2 76 16,0 1 8-16,-4 2 76 0,-4 9 260 16,0 7 80-16,0 10-8 0,0 10 212 0,-4 9 88 15,0 4 96-15,0 6-12 0,4 3 44 16,-3 0-156-16,-2 9-160 15,1 7-172-15,-4 6 72 0,4 7 76 0,1 9 60 16,-1 6 12-16,0 7-4 16,-1 3-32-16,1 3-40 0,4-3-56 15,-4 0-44-15,0-3-56 0,4 0-72 0,0-11-64 16,0 0-300-16,4-9-160 16,0-3-224-16,9-2-212 0,-2-7-388 15,9-3-1292-15,-8-9-2117 0,16-11-2547 0</inkml:trace>
  <inkml:trace contextRef="#ctx0" brushRef="#br0" timeOffset="124289.087">18017 12115 5016 0,'0'0'7193'0,"0"0"-5597"0,0 0-1064 16,0 0 404-16,0 0 584 0,-56 80-316 16,36-45 76-16,0 3-56 0,4-3-384 15,0 3-376-15,8-7-159 0,0-1-101 0,4-9-156 16,4-5-48-16,0-6-108 0,0-7-12 15,4 1 20-15,4-4-80 0,8-7 83 16,0-3-15-16,4-8-8 0,0-6-112 16,4-4-60-16,-5 0-60 0,5-4 8 15,-3 4-44-15,-2-4-16 0,1-1-100 16,0 2-148-16,0-4-180 0,-8 4 76 16,0-4-276-16,0 0-88 0,-8 0 372 0,0-3 364 15,0 3 284-15,0-3 56 16,-4 3 44-16,0 6 104 0,0 6 416 15,0 4 264-15,0 11 76 0,4 4-256 0,-4 4-80 16,0 0-48-16,0 0-116 0,0 10-112 16,0 3 48-16,4 5 100 0,-4 5 32 15,3 6 52-15,2-1 12 0,-5 7-40 16,4 0-112-16,-4-3-60 16,4 6-48-16,-4-3-48 0,0-4-176 0,0 1-8 15,4-4-76-15,-4-5-32 0,4-2-172 0,0 0-268 16,3-6-124-16,6-2-92 0,-2-4-60 15,2 1 492-15,2-7-152 0,-2-3-884 16,2 0-1452-16,-3 0-2293 0,12-6-2139 0</inkml:trace>
  <inkml:trace contextRef="#ctx0" brushRef="#br0" timeOffset="125707.869">21909 10449 7552 0,'0'0'1584'0,"0"0"-744"0,0 0-400 16,0 0 937-16,0 0 387 15,0 0-64-15,20 76-232 0,-3-51-212 16,2 7-232-16,1 4-228 0,8-3 36 0,-4 3-16 15,3-5-319-15,1-2-169 0,0-7-96 16,-4-2-40-16,0-8-48 0,1 1 16 16,-2-7-4-16,-3-2 0 0,4-4-72 15,0 0-20-15,3-13-64 0,1 1-36 0,9-11-52 16,-1-6-68-16,3-6-36 16,4-3-136-16,6 0 0 0,-1 1 24 0,-1-5-9 15,2 3 105-15,-2 2 60 0,1-1 40 16,3-1 0-16,-3 4 32 0,1 3 64 15,-2 4-48-15,1 6 52 0,-4 3 8 16,-1 6 136-16,-6 7 32 0,2 3 28 16,-3 3-4-16,0 3-7 0,-5 6-29 0,1 4-68 15,-8-1-40-15,1 8-36 16,-5-1 48-16,-9 3 72 0,1 3 40 16,-8 7-160-16,1-4-12 0,-5 5-40 0,0-2-108 15,0-2-20-15,0-4 48 0,0-3-4 16,0-6 15-16,0-7 97 0,4-4-60 15,3-5-392-15,1 0 100 0,5-11 356 0,2-8-104 16,5-3 104-16,0-7-148 16,4-2-16-16,0-7 28 0,0-4-28 0,4-2 72 15,4 6-8-15,0 0 60 0,-1 6 36 16,1 6 8-16,0 1-52 0,0 6 44 16,0 0 12-16,0 3 104 0,-4 3 164 15,0 4 84-15,0 3-156 0,-5 2-196 0,-3 4 8 16,0 0 164-16,0 4 24 0,4 8-16 15,0 4 16-15,0 3 60 16,-1 4 169-16,5 3-149 0,0-5-208 16,0-2-60-16,4-1 44 0,4 2-48 15,4-7 4-15,-4 0-4 0,3-1 0 16,-3-5 0-16,8-4-4 0,-4-3 0 0,3 0-84 16,2-3 8-16,2-4 76 0,1-2-4 15,1-4 12-15,2 1-4 0,-3-1 12 16,3-6 44-16,5-3-48 0,-4-6-12 15,4-5 0-15,-5-2-244 0,5-3-108 0,-4-3-73 16,0-4-87-16,-8 4-132 0,-1 0-32 16,-6 3-180-16,-14 6-256 0,-3 7-612 15,-8 5-704-15,-7 11-1785 0,-5 2-1279 16</inkml:trace>
  <inkml:trace contextRef="#ctx0" brushRef="#br0" timeOffset="126732.027">22846 11239 7672 0,'0'0'2284'0,"0"0"-855"16,0 0-453-16,0 0 136 0,0 0 448 0,0 0-124 15,0 0-292-15,79 61-388 0,-59-30-288 16,0 7-40-16,-4 7-12 0,-8-1 64 16,4 1-16-16,-8-4-148 0,4-2-156 15,-8-11-96-15,3-2-64 0,1-12-88 16,1 0 28-16,-5-11-12 0,4 0-48 15,-4-3-28-15,4 0-280 0,4-9 60 0,-1-4 112 16,6-6-64-16,2-7 4 16,-2-2-16-16,2-7 20 0,2 3 80 0,-6 1 132 15,2-1 92-15,2 6-4 0,-7 3-48 0,5 8 44 16,-6 9 16-16,1 2 68 16,-4 4 32-16,5 6 232 0,-6 8 88 0,5 2-152 15,-4 2-56-15,-4 4 20 16,0 1-60-16,0-4-40 0,0 0-68 15,0-3-16-15,0-7-48 0,-4-2-48 0,4-4 48 16,0-3 44-16,0 0-44 0,0 0-24 0,0-10-148 16,4 1 24-16,0-4 88 15,4-3 52-15,0 4-4 0,4-4-52 16,0 3 0-16,-4 4 64 16,4 2 72-16,0 5 40 0,4 2 24 0,-5 0-16 15,-2 2 40-15,2 7 36 0,-3 1 84 16,1 3-48-16,-1 0-72 0,-1-1-4 0,-3 1 4 15,0-3-28-15,-4-4-56 0,5 0-76 16,-5-3-12-16,0-3-64 0,4 0 68 16,-4 0-88-16,0 0-160 0,0 0-108 15,0 0-100-15,0-3-100 0,0 3-52 16,0-6-96-16,0 3-256 0,0-4-372 16,0 4-768-16,0-3-760 0,0 3-1229 0,4 3-1347 15,-8 31 4036-15</inkml:trace>
  <inkml:trace contextRef="#ctx0" brushRef="#br0" timeOffset="127390.873">23566 11325 10316 0,'0'0'2953'16,"0"0"-1417"-16,0 0-1120 0,0 0 176 15,0 0 488-15,0 0 112 0,0 0-120 0,-7 83-340 16,7-52-240-16,0 4-92 0,0-6-20 16,4-4-16-16,-1-6-84 15,5-6-219-15,-3-4-21 0,3-6-40 0,3-3-73 16,6 0-63-16,-2-8 4 0,5-9-124 16,1-2-12-16,-2-6-108 0,-3 0-64 15,0-2-12-15,0 6 36 0,-4-1-28 0,0 3 12 16,-4-1 40-16,0 8 168 0,-4 2 88 15,-1 4 136-15,-3 6 64 0,0 0 172 16,0 0 72-16,0 9 16 0,0 5 104 16,0 4 4-16,0 11 68 0,0 3-72 15,0-1-64-15,0 1-32 16,0-1-88-16,0-4-88 0,0-8-156 0,4-7-4 16,5-6-168-16,-1-3-92 0,-1-3-104 15,6-7-72-15,2-5-60 0,2-4-224 16,-2-6-360-16,-2 0-952 0,2-3-1768 15,-7 6-1101-15,8-7-2338 0</inkml:trace>
  <inkml:trace contextRef="#ctx0" brushRef="#br0" timeOffset="127790.586">24128 10858 10184 0,'0'0'2877'0,"0"0"-1465"0,0 0-1300 0,0 0 156 16,0 0 348-16,0 0 304 16,5 89 100-16,-5-44-140 0,4 6-264 0,-4 2-148 15,4 4-28-15,-1 1 36 0,1 2 24 16,0-3-168-16,5-3-64 0,-5-10-220 0,3-2-48 16,-3-14-8-16,4-5 8 0,1-8 92 15,-2-2-92-15,1-7-88 0,0-2-168 16,1-4-124-16,-2 0-132 15,-3 0-124-15,0-10-208 0,0 0-308 0,-4 1-760 16,0-7-860-16,0 7-1589 0,-8-10-695 16</inkml:trace>
  <inkml:trace contextRef="#ctx0" brushRef="#br0" timeOffset="127968.91">24033 11300 8612 0,'0'0'3049'15,"0"0"-1613"-15,0 0-1092 16,0 0 124-16,0 0 332 0,0 0 168 0,0 0-72 15,0 0-164-15,0 0-332 0,0 0-192 16,0 0-72-16,91-22-84 0,-59 6-52 16,-4-3-160-16,4-1-64 0,-4-2-76 0,-4 3-296 15,0 3-460-15,-5 0-404 16,-2 3-388-16,-2 4-713 0,-6 3-539 16,2 3-2648-16</inkml:trace>
  <inkml:trace contextRef="#ctx0" brushRef="#br0" timeOffset="128664.891">23933 11243 1252 0,'0'0'5232'15,"0"0"-4856"-15,0 0-376 16,0 0 0-16,0 0 428 0,0 0 272 15,0 0 92-15,0 0-80 0,0 0-192 0,0 0-120 16,0 0 141-16,8-23 323 0,-8 23 172 16,0 0-28-16,5 0-60 0,-5 0-104 15,0 0-136-15,0 0-112 0,0 0-124 0,0 0-96 16,0 6-104-16,-5 5-28 16,1 0-84-16,0 3-84 0,0 2-76 15,0-1 0-15,4-2-8 0,0 0-4 0,0-1 0 16,0-2-52-16,0 2 56 0,8-1 8 0,0 1 148 15,4-3 0-15,-4 3-36 0,9 2-100 16,-6-2 36-16,5-2-36 16,0 0 136-16,-4 2-72 0,4-2-76 15,-5-1-12-15,2 1-52 16,-5-4-8-16,-1 4-40 0,1-4 0 0,-8 0-48 16,5 4-60-16,-5-1-40 0,0 1-24 15,0-1-64-15,-9 1-60 0,-2 2-116 0,-6-1-44 16,2-2-48-16,-5-4-76 15,0 2-120-15,0-3-348 0,0-4-729 0,8 0-995 16,-8-4-2908-16</inkml:trace>
  <inkml:trace contextRef="#ctx0" brushRef="#br0" timeOffset="129638.456">24802 10843 5412 0,'0'0'2196'0,"0"0"-728"0,0 0-384 16,0 0 245-16,0 0 107 0,0 0 244 15,0 0-160-15,0 0-516 0,72 94-172 16,-57-53-128-16,2 7-92 0,-10 4-60 15,-3 1-112-15,0 1-96 0,-4-2-164 16,0-2-56-16,-4-3-116 0,0-3-8 0,1-8-12 16,3-11-48-16,-4-9-4 0,4-6 16 15,0-7-36-15,0-3-88 0,0 0-72 16,4-3 48-16,-1-4 12 0,9-5-36 16,1-4 48-16,2 4 12 0,1-5 16 0,4 5-92 15,0 1 52-15,0 5 48 0,0 3 40 16,0 3 24-16,0 0 72 15,-1 3 88-15,-2 1 72 0,-2 2-12 0,-6 4 48 16,2-5 0-16,-7 6-36 0,0-1 60 16,-4-2 36-16,0 5-48 15,-8-1 0-15,-3 8-60 0,-6-4-52 0,-3 0-32 16,1 0-64-16,-1-1-76 0,4-5-216 16,0-4-64-16,4-3-168 0,4-3-140 15,0 0-176-15,4-12-328 0,4-7-860 16,0 3-1212-16,4-16-2281 0</inkml:trace>
  <inkml:trace contextRef="#ctx0" brushRef="#br0" timeOffset="129922.854">25299 11347 11297 0,'0'0'2304'0,"0"0"-1528"0,0 0-196 16,0 0 856-16,0 0-128 16,0 0-260-16,80 45-324 0,-63-48-256 0,-2-4-188 0,6-9-48 15,-2 0-36-15,1-6-144 16,-3 3-52-16,-2-3-280 0,-2 6 0 15,-2-4-28-15,-3 6-48 16,-4 3-24-16,-4 3 100 0,0 1 132 16,0 3 84-16,-8 1 64 0,-4 0 100 0,0 3 36 15,-4 3-40-15,0 7 116 16,-3 6-28-16,2 0-64 0,6 9 28 0,-6 0 12 16,6 4-24-16,2 3-52 0,1 0-84 0,8-1-4 15,0-3-68-15,0-5-28 0,13-4-256 16,2-3-48-16,6-7 36 0,-2 1 48 15,5-10 96-15,4 0-124 0,0 0-208 0,4-13-356 16,0-3-764-16,-8 4-1284 16,15-14-2173-16</inkml:trace>
  <inkml:trace contextRef="#ctx0" brushRef="#br0" timeOffset="130397.58">26105 10969 14705 0,'0'0'2684'0,"0"0"-1520"0,0 0-660 16,0 0 96-16,0 0 588 15,0 0-143-15,0 0-849 0,0 0-196 0,51-82-196 16,-23 50-13-16,-4-3-67 0,4 4 56 15,-4 1-72-15,-4 2 36 0,-4 3-24 0,0 2 8 16,-4 5-20-16,-4-1 0 0,0 2 156 16,-5 8 136-16,2 0 8 0,-1-1 64 15,-4 10 16-15,0-2 8 0,0 2 40 16,0 0 0-16,0 0-52 0,0 2-72 0,0 4-4 16,4 5 128-16,0 7 96 15,4 4 60-15,-5 7-48 0,6 2 48 0,-5 4-36 16,4 6-16-16,-1 4 29 0,1-1 11 15,-3 4-24-15,3-1-64 16,-1-1-12-16,1-2-44 0,1-6-64 0,2 0-24 16,-3-6-36-16,5-4-4 0,-2-2 0 15,1-8 4-15,-4 2-12 16,0-7-8-16,0-1-88 0,0-5-172 0,-8-4 4 16,4 0-16-16,-4-3-96 0,0 3-173 0,0 0-167 15,-4 0-92-15,-4 4-12 16,0-1-228-16,-3 3-520 0,2 1-744 0,-3-4-1697 15,1 5-1659-15</inkml:trace>
  <inkml:trace contextRef="#ctx0" brushRef="#br0" timeOffset="130619.278">26388 11395 6108 0,'0'0'4889'16,"0"0"-3285"-16,0 0-1028 0,0 0-16 0,0 0 680 15,0 0 236-15,0 0-136 0,0 0-264 0,0 0-376 16,0 0-236-16,7-3-108 15,-3 0-16-15,4-1-72 0,5-3-72 16,2 1 24-16,5-2-4 0,1-3-80 16,2-1-136-16,1 2-4 0,0 1-60 15,4-1 60-15,0 1-8 0,0-1-96 16,0 0-12-16,0 1-184 0,-1-3-172 0,-3 1-232 16,0-1-128-16,0 3-184 15,-4-3-584-15,-4 5-1376 0,4-3-2449 16</inkml:trace>
  <inkml:trace contextRef="#ctx0" brushRef="#br0" timeOffset="130789.749">27527 11223 15221 0,'0'0'3824'15,"0"0"-2880"-15,0 0-760 0,0 0 12 16,0 0-52-16,0 0-144 0,0 0-88 0,0 0-500 15,0 0-588-15,0 0-796 16,-76-51-3288-16,53 45-5505 0</inkml:trace>
  <inkml:trace contextRef="#ctx0" brushRef="#br0" timeOffset="147911.708">14443 14627 6916 0,'0'0'6233'0,"0"0"-5149"0,0 0-100 16,0 0-244-16,0 0-72 16,0 0-56-16,0 0-56 0,0 0 532 0,84 9 16 15,-37-9-384-15,13 0-100 0,3 4-108 16,5-4-123-16,0 3-73 0,0-3 24 0,-4 0-220 16,-5 0-60-16,-3-7-60 15,-4 1-72-15,-8-3-36 0,-4-4-112 16,-5 0-192-16,-3 1-121 0,-8-1-223 0,-4 3-208 15,-12 3-436-15,-8 5-1124 0,0 2-2284 16,-11 0-3369-16</inkml:trace>
  <inkml:trace contextRef="#ctx0" brushRef="#br0" timeOffset="148083.025">14673 14833 7704 0,'0'0'3132'0,"0"0"-2267"0,0 0-33 0,0 0-460 16,0 0 416-16,0 0 444 15,0 0 76-15,0 0-124 0,108 71-68 0,-56-66-292 16,0-1-312-16,4-4-264 0,-4 0-248 0,-9-13-40 16,5 0-364-16,-8-6-148 15,-4-3-136-15,-1-6-128 0,-3-1-316 16,-4-2-860-16,-12 8-2417 0,0-19-3359 0</inkml:trace>
  <inkml:trace contextRef="#ctx0" brushRef="#br0" timeOffset="148339.02">15251 14077 3436 0,'0'0'7889'15,"0"0"-7001"-15,88 7-300 16,-48 3 888-16,4 2-324 0,-1 4-388 16,-7 1-48-16,5 4 28 0,-10 2-296 0,-3 2-312 15,-4 7-76-15,0 5 64 16,-8 4-124-16,-8 7 48 0,-4 4-44 15,-4 4-4-15,-8 5 0 0,-5-1-92 0,-2 0 92 16,-5 3 44-16,-4-9 16 0,0 1-52 16,0-8-8-16,0-8-96 0,0-8-200 15,5-5-112-15,-1-7-152 0,4-10-240 0,4-2-296 16,4-7-956-16,0-14-3565 16</inkml:trace>
  <inkml:trace contextRef="#ctx0" brushRef="#br0" timeOffset="148721.896">16806 14100 4304 0,'0'0'4552'0,"0"0"-3868"0,0 0-12 16,0 0 373-16,0 0 623 0,91-23 136 15,-43 23-344-15,4 0-320 0,4 7-164 16,0-4-372-16,-1 0-260 0,-3-3-172 0,-4 0-96 16,-5-3-72-16,-3-7-4 0,0 1-8 15,-8-4-312-15,-5 1-408 0,-6-1-272 16,-5 4-316-16,-8-1-1016 0,-4 4-2545 16,-4-1-2367-16</inkml:trace>
  <inkml:trace contextRef="#ctx0" brushRef="#br0" timeOffset="148923.593">17092 14116 7172 0,'0'0'5353'0,"0"0"-4433"0,-4 105-528 0,12-55 116 16,0 11 528-16,0 9 208 0,-4-1-124 0,0 7-144 16,0-2-448-16,0-5-208 0,0 1-312 15,0-9-8-15,-4-10-68 0,8-10-44 16,-4-13-72-16,4-3-76 0,3-12-232 15,-2-6-236-15,3-4-404 0,-5-3-492 0,2-12-536 16,-1-4-681-16,-4-7-1583 0,-4 4-196 16,0-13 3772-16</inkml:trace>
  <inkml:trace contextRef="#ctx0" brushRef="#br0" timeOffset="149060.348">17136 14605 5064 0,'0'0'2628'0,"0"0"2133"0,0 0-3397 0,0 0-388 15,0 0 232-15,87-45 108 16,-51 45-364-16,5 0-164 0,-2 4-112 0,1-2-224 15,4 2-244-15,-4-4-120 0,3-6-88 16,2-5-132-16,-2-7-516 16,1-1-140-16,0-4-148 0,0-5-368 0,-12 6-2552 15,11-13-3433-15</inkml:trace>
  <inkml:trace contextRef="#ctx0" brushRef="#br0" timeOffset="149294.841">18144 13840 5612 0,'0'0'7853'0,"0"0"-6585"0,-28 72-548 0,20-31 448 15,-3 11 28-15,-2 5-236 16,5 6 132-16,1 7-356 0,7 3-264 0,0 3-240 16,4 4-84-16,3-4-40 0,10-4-108 15,-2-4-60-15,5-18-124 0,4-11 136 16,3-14-196-16,1-15-304 0,0-10-36 0,4-6 8 15,0-20-100-15,0-13-416 16,-8 5-1500-16,8-30-3481 0</inkml:trace>
  <inkml:trace contextRef="#ctx0" brushRef="#br0" timeOffset="149622.46">18842 13932 8308 0,'0'0'7677'16,"0"0"-6873"-16,19 95-616 0,-14-51 356 0,-1 10 496 15,-4 7-20-15,0 5-44 16,0 0 208-16,-4 2-455 0,-5-2-441 16,-3 0-228-16,-4-5-60 0,-3-4-40 0,-5-9-176 15,3-14 216-15,2-8-12 0,-5-10 12 16,4-10-340-16,0-6-49 0,0-8 37 16,0-11 120-16,0-11 48 0,4-5-84 15,1-9-60-15,-2 0-40 0,6-3-8 0,7-2-4 16,-1 8-52-16,5 10 148 15,13 4 136-15,7 8 148 0,3 11 336 0,5 4 140 16,4 4 52-16,3 6-52 16,6 7 0-16,-1-1-72 0,3 5-16 15,-2-4-59-15,-6-1-121 0,5-2-28 0,-8 2-180 16,3-2 0-16,-7-4-72 16,0-3-84-16,0-3-369 0,-4 0-167 15,-4-9-116-15,0-7-124 0,-4-3-1044 0,-4 3-2284 16,-4-15-2241-16</inkml:trace>
  <inkml:trace contextRef="#ctx0" brushRef="#br0" timeOffset="149835.699">19339 13951 5548 0,'0'0'6497'0,"0"0"-4541"0,0 0-1440 16,88 85-440-16,-60-50 420 0,4 6 420 0,-4 7 572 15,0 0 412-15,-5-1-568 0,-3 7-832 16,1-3-340-16,-10 3-16 15,-7 3-12-15,0-3-132 0,-4-2-96 0,-12-5-124 16,1-6-108-16,-6-6-60 0,-3-6-76 16,1-7-28-16,2-13-72 0,2-9-260 15,-1-6-616-15,4-16-1404 0,3-13-1729 16,5 6-2163-16,4-31 5340 0</inkml:trace>
  <inkml:trace contextRef="#ctx0" brushRef="#br0" timeOffset="149988.393">20056 14132 15293 0,'0'0'2772'0,"0"0"-2104"0,100 0-276 16,-69 0 456-16,10 0 20 0,-9 0-128 0,-4 0-131 15,-4 0-573-15,-9 0-36 16,6 0-449-16,-10 0-39 0,1 0-280 16,0 0-356-16,-8 0-1412 0,0 0-2656 0,-12 15-2253 15</inkml:trace>
  <inkml:trace contextRef="#ctx0" brushRef="#br0" timeOffset="150142.927">20017 14452 13729 0,'0'0'4852'0,"0"0"-4188"15,0 0-576-15,0 0 512 0,0 0-4 16,88 51-228-16,-53-51 20 16,1-6-48-16,8-10-340 0,0 0-156 15,-1-6-308-15,5 0-72 0,5-1-88 0,-2 2-160 16,-3-3-920-16,4-1-2428 0,-12 9-2153 15,12-6-119-15</inkml:trace>
  <inkml:trace contextRef="#ctx0" brushRef="#br0" timeOffset="150414.698">20973 13821 14781 0,'0'0'2832'0,"0"0"-1240"0,0 0-1028 16,99 47-196-16,-58-34-76 0,2-7 60 16,-3-3 88-16,-5-3-76 15,6-3-364-15,-5-7-72 0,-1-2-352 0,-7-4 20 0,0-3-132 16,0 0-100-16,-8 3-116 15,-4-2-444-15,-1 5-984 0,-6 2-1696 16,-5 9-1553-16</inkml:trace>
  <inkml:trace contextRef="#ctx0" brushRef="#br0" timeOffset="150588.277">21061 14023 7688 0,'0'0'7797'0,"-8"80"-6501"15,16-39-1084-15,3 10-212 16,6 9 408-16,2 1 508 0,1 2 436 0,-3-2-152 0,2-1-412 15,-3-2-471-15,0-5-313 16,0-9-4-16,-8-2-12 0,3-7-305 0,-2-9-191 16,3-12-16-16,-5 0-52 0,2-11-196 15,-1-3-568-15,-4-3-1212 16,0-13-1896-16,-4-3-1565 0,0 0 1098 0</inkml:trace>
  <inkml:trace contextRef="#ctx0" brushRef="#br0" timeOffset="150734.065">21160 14332 1136 0,'0'0'13521'16,"0"0"-11333"-16,0 0-1268 0,0 0-140 16,108-4 192-16,-68 4-448 0,3 0-48 0,-2 0-108 15,2 0-200-15,0-6-168 0,6 0-56 0,-6-3-100 16,-2-8-444-16,-2 4-208 16,1 1-140-16,-5-4-424 0,2 3-1372 0,-14 7-2917 15,14-3-979-15</inkml:trace>
  <inkml:trace contextRef="#ctx0" brushRef="#br0" timeOffset="151006.996">21965 13783 3848 0,'0'0'10565'0,"0"0"-9001"16,0 0-1312-16,0 0-124 0,0 0 296 0,0 0 644 15,-16 85 276-15,13-37-304 0,-6 6-184 16,9 6-212-16,0 7-75 0,0 2 351 16,9 1-220-16,2-3-312 0,5 0-208 0,0-10-84 15,8-7-96-15,4-9-84 0,8-6-180 16,3-5-16-16,1-15 4 16,4-8-52-16,0-7-68 0,0-16-200 0,-4-9-121 15,3-11-231-15,-6-5-1136 0,-14 9-2796 16,9-15-3469-16</inkml:trace>
  <inkml:trace contextRef="#ctx0" brushRef="#br0" timeOffset="151355.591">22794 13789 10796 0,'0'0'6401'0,"0"0"-5573"0,44 73-680 0,-32-36-12 15,-1 8 604-15,-7 2 704 0,-4 5-164 16,0-1-191-16,-4-4-653 0,-4 3-300 15,-3 2-76-15,-2-1 0 0,-6-1-56 16,-5 1-4-16,-4-3-108 0,0-7-136 16,0-7-108-16,4-5 100 0,-4-10 120 15,5-6-28-15,-5-9-80 0,7-4-53 0,-3-11 145 16,9-8-20-16,-2-9-16 16,2-7-72-16,7-6-48 0,3 0-24 0,5-1-112 0,13 1 196 15,6 10 20-15,9 8 224 16,4 7 76-16,5 10 204 0,-1 6 76 15,7 6-4-15,-3 7 16 0,0 6-40 0,0 1 96 16,-1 1-19-16,-3-2-57 0,-3 0-236 16,-6-6-112-16,1-1-4 15,0-5-180-15,-8-3-216 0,4-4-145 0,-9-4-103 16,2-5-144-16,-2-10-536 16,-7-4-1436-16,-3 8-2545 0,-5-17-2967 15</inkml:trace>
  <inkml:trace contextRef="#ctx0" brushRef="#br0" timeOffset="151605.866">23224 13532 13765 0,'0'0'2680'0,"0"0"-1984"0,0 0-448 16,0 0 0-16,88 66 248 0,-84-48 392 15,-1 6 8-15,-3 1-372 0,0 4-340 0,-7 2-64 16,-5 4 136-16,0 0 12 0,0 0-36 15,4 0-64-15,0-6 53 0,8-1 35 16,0-6 144-16,8-2 108 0,4-5-280 16,8 1 4-16,7-3-16 0,10-3 52 15,2-7-148-15,1-3-120 0,4-7-400 0,-4-5-72 16,3-11-156-16,-2 2-173 0,-5-9-211 16,3-1-920-16,-11 8-2720 15,8-11-3217-15</inkml:trace>
  <inkml:trace contextRef="#ctx0" brushRef="#br0" timeOffset="151822.602">24216 13732 10124 0,'0'0'6565'16,"0"0"-5869"-16,0 0-696 0,48 73 0 0,-36-45 608 16,-5 1 488-16,-2 3 276 0,-1-1-460 0,0 4-556 15,-4-4-260-15,0 5-35 0,0 2 11 16,-4 0-60-16,-8 0-12 0,-4 0-8 15,-8 4-40-15,0-4-133 0,-8 3-199 0,-4 0-204 16,-7-3-72-16,-5 4-80 16,-4-1-284-16,-7 0-544 0,-10 3-688 15,-6-2-772-15,-9 2-2133 0,20-12-375 0,-43 19 4720 16</inkml:trace>
  <inkml:trace contextRef="#ctx0" brushRef="#br0" timeOffset="154849.34">2494 16304 7264 0,'0'0'3300'0,"0"0"-2203"0,0 0-1097 16,0 0 156-16,0 0 240 0,103-4 256 15,-63 2 164-15,-4-5 188 0,8 0-400 16,4 2-228-16,-1-2-60 0,1-3-244 0,0 4-72 16,-4-1 8-16,-4 1 44 0,-1 0-52 15,-7-4-48-15,1 4-28 0,-10 0-300 16,1-1-344-16,-8 1-240 0,-4 2-484 16,-4 2-1285-16,-4 2-1835 0,-8-4-631 0</inkml:trace>
  <inkml:trace contextRef="#ctx0" brushRef="#br0" timeOffset="155221.404">2757 16298 4012 0,'0'0'432'0,"0"0"-200"0,0 0 2828 16,0 0-1792-16,-20 88-232 0,28-53 25 0,4 9 3 0,7 7-208 16,-2 9-152-16,2 4-84 15,1 8-200-15,1-1-196 0,-2-2-148 0,-3-4-72 16,4-15-4-16,-4-15-80 0,-4-16-20 15,4-10-76-15,-4-5 36 0,4-4 64 0,-4-10-200 16,0-3-196-16,0-3-140 16,-5 1-232-16,-7-1-52 0,0 0 31 15,0-1 437-15,-3 3 160 16,-9 1 76-16,-1-4 192 0,2 2 116 0,-6-1 80 0,2 0 240 16,-1 0 313-16,4 0-273 15,4 4 88-15,4-4-128 0,4-1-88 0,8 2 96 16,4-4-100-16,8 2 112 0,8 3-60 15,0-3-56-15,4 4-24 0,0 4-116 0,-1-1-76 16,1 4-80 0,-4 3-44-16,4-3 0 0,-8 2 0 0,-1 1 0 15,2 3-216-15,-9 0-680 0,-1 3-308 0,-7 10-116 16,1 0-561-16,-5 10-359 0,-4-9-960 16</inkml:trace>
  <inkml:trace contextRef="#ctx0" brushRef="#br0" timeOffset="155388.705">3076 17008 3012 0,'0'0'1136'0,"0"0"-668"0,0 0 1640 16,0 0-456-16,-77 16-628 0,70-16 136 0,3 0-51 16,4 0-353-16,0 0-296 15,4-3-88-15,8 0 48 0,4 0 152 16,4-1 200-16,3-2-156 0,1 0-164 16,8-4-280-16,0 1-172 0,3-1-80 15,6-6-60-15,2-3-436 0,2 1-448 16,2-6-604-16,-7 10-1317 0,8-13-2695 0</inkml:trace>
  <inkml:trace contextRef="#ctx0" brushRef="#br0" timeOffset="155972.131">3740 16573 4296 0,'0'0'964'0,"0"0"712"0,0 0-908 15,0 0-716-15,0 0 312 0,0 0 180 16,0 0 80-16,0 0-132 0,0 0-196 0,-75 54-116 15,71-51-24-15,4-3 48 0,0 0 209 16,0 0 243-16,0 0 24 0,0-3-192 16,0-3-324-16,0 3-112 0,4 0 64 15,-4-1 24-15,0 1-12 0,0 0-40 16,4 0 0-16,-4-1-72 0,0 4 32 16,0 0-44-16,0 0 8 0,0 0 68 15,0 0-4-15,0 0 0 0,0 0 24 16,0 0 28-16,-4 0-64 0,4-2 24 15,-4 2-76-15,0-3 40 0,4 3-52 0,0 0-4 16,-4 0-112-16,4 0 116 16,0 0 4-16,-3 0-4 0,-2 0-64 0,5 0-12 15,-4 0 28-15,0 0-28 16,4 0-16-16,-4 0-8 0,4 0-4 16,-4 3-8-16,4-1-28 0,-4-2 12 0,4 4 12 15,0-4 40-15,0 0 12 0,0 0-12 16,0 0 64-16,0 0 0 0,0 0 12 15,0 0 112-15,0 0 32 0,0 0 20 0,0 3-36 16,-3-3-84-16,-2 3-44 0,1 0-12 16,0-3-36-16,0 4 48 15,4-1 4-15,0-3 56 0,0 3 80 0,0-3 104 16,0 0 36-16,0 0 36 0,-4 0-40 16,4 0-8-16,0 0 20 0,0 0 28 15,0 0-68-15,0 0-60 0,0 0-188 16,4 0-12-16,8 13 12 0,8 2 132 15,4 11 292-15,8 5 496 0,0 8-300 0,4-1-412 16,-5 3-84-16,1-3-124 0,-4-7-48 16,0-1 36-16,-4-8 8 0,0-9-168 0,-4-4-360 15,0-6-148-15,-1-3-184 16,-2 0-132-16,-1-3-688 0,-4-3-1237 16,-8-10-2607-16</inkml:trace>
  <inkml:trace contextRef="#ctx0" brushRef="#br0" timeOffset="156134.826">3936 16679 2888 0,'0'0'872'0,"0"0"5360"0,0 0-5560 15,0 0-115-15,0 0 71 0,-67 88-76 16,46-53 48 0,1 6 12-16,-3-3-368 0,-5 4-140 15,4-4-104-15,-4 0-4 0,-4-3-72 0,0-1-152 0,-4-2-168 16,-4-1-512-16,0 5-685 0,5-11-803 0,-25 10-2660 15</inkml:trace>
  <inkml:trace contextRef="#ctx0" brushRef="#br0" timeOffset="156455.438">2490 17583 5136 0,'0'0'4864'0,"0"0"-4308"16,0 0 221-16,0 0 43 0,0 0 64 15,0 0-120-15,0 0-28 0,0 0-284 0,0 0-212 16,0 0 0-16,36-45 136 0,-5 30 32 16,13-2-24-16,4 2-108 15,12 3-64-15,4 1-76 0,7 5-60 0,9 0-68 16,8-1 116-16,15 5 0 0,5-8-64 16,7 0-60-16,8-2 88 15,1-1-88-15,-4 0 100 0,-5 4-100 0,-3-1-24 16,-8 4 24-16,-9 0 68 0,-7-1-64 15,0 1 52-15,-9-1-52 0,1 0 28 0,-5 5-32 16,-6-1-112-16,-10 3-336 0,-4 0-72 16,-6 0-4-16,-6-3-108 15,-2-1-136-15,-6 2-448 0,-3-5-852 0,-8 1-1977 0,-4-14-1731 16</inkml:trace>
  <inkml:trace contextRef="#ctx0" brushRef="#br0" timeOffset="157993.49">6610 16161 2460 0,'0'0'5336'0,"0"0"-4752"0,0 0-324 15,0 0-144-15,0 0 516 0,0 0 80 0,-92-13 12 16,76 26 113-16,0 6-41 0,-4 6-260 16,0 7-216-16,4 10 36 0,-4 5 52 15,1 10-4-15,2 9 88 0,6 11-88 0,-2 8-216 16,9 10 8-16,4 4-192 16,4 6 92-16,13-7-8 0,-2-6 12 15,13-12 4-15,8-11 12 0,-4-14-116 0,8-17-52 16,0-10 8-16,-5-15 44 0,5-13 84 15,-3-7-76-15,2-18 144 0,1-9 48 16,-5-11-196-16,6-6 120 0,-5-9-60 16,-1-8-64-16,-3-1-300 0,0-7-240 15,-8 0 188-15,0 3 100 16,-4 0-76-16,-8-1 216 0,-4 5-204 0,-4-2-80 16,-4 2 156-16,-8 2-408 0,-5 1 508 0,-6 2-140 15,-1 7 192-15,0 6 88 16,-3 11 144-16,2 10-144 0,1 8 584 15,1 9-76-15,2 10 164 0,2 3-304 0,-5 3-80 16,-1 13 128-16,-2 7-104 0,3 5-56 16,-4 7-56-16,3 7 0 0,-2 5-28 15,-1 8-96-15,4-3-76 0,1 6-12 16,-2 2 12-16,5 1-152 0,1 2-472 16,3-2-436-16,-1-2 116 0,6 2-228 0,-5-7-160 15,7-10-705-15,-2-12-427 0,3-4-728 16</inkml:trace>
  <inkml:trace contextRef="#ctx0" brushRef="#br0" timeOffset="158182.38">6674 16567 7052 0,'0'0'3148'0,"0"0"-1407"0,0 0-1369 0,0 0-308 16,11 82 356-16,-11-33-48 15,-11 1 136-15,2 10 140 0,-3 0-244 16,-3 3-176-16,2 1 88 0,2 3-204 0,-2-6-112 15,2-4 52-15,-1-3-140 0,3-13 24 16,2-6-300-16,3-14-332 0,4-4-208 0,0-11-388 16,0-6-641-16,0-3-955 0,0-19-1792 15</inkml:trace>
  <inkml:trace contextRef="#ctx0" brushRef="#br0" timeOffset="158324.259">6765 17024 1772 0,'0'0'6624'0,"0"0"-3871"16,0 0-1761-16,111 55-48 0,-66-34-256 15,-2 5 124-15,1-1-232 16,4-3-12-16,-4 0-344 0,-1 0-208 0,-3-5 96 16,4-2-112-16,4-2-328 0,-4 0-832 15,3-1-592-15,-7-1-1273 0,8 3-3119 16</inkml:trace>
  <inkml:trace contextRef="#ctx0" brushRef="#br0" timeOffset="158787.422">7662 16259 1084 0,'0'0'7924'0,"0"0"-6976"0,0 0-512 16,0 0 173-16,0 0-57 0,-88 60 232 0,67-28 32 16,6 3-12-16,-1 9-156 0,8 7-172 15,0 6 256-15,8 7-200 0,0 6 116 0,0 6-92 16,12 6 28-16,-1-2-212 16,10-1-188-16,-1-6-184 0,-1-9-64 0,9-10 52 15,0-13-208-15,4-6-116 0,0-10-356 16,5-2-344-16,2-10-48 0,-3-7-256 15,3-3-780-15,-15-3-1921 0,12-7-2767 0</inkml:trace>
  <inkml:trace contextRef="#ctx0" brushRef="#br0" timeOffset="159488.186">8243 16729 312 0,'0'0'7556'16,"0"0"-6324"-16,0 0-324 0,0 0-432 15,0 0 557-15,0 0 223 0,92 41-72 16,-56-9-260-16,-1 6-308 0,1 9-100 15,4 8 240-15,-4-2-260 0,0 1-160 16,-4-5-248-16,0-12-4 0,0-8-96 16,-4-10 24-16,-4-10-12 0,-1-6 212 0,-3-3-200 15,-4-9 124-15,4-10 48 0,-4-10-96 16,0-5-88-16,-4-5-140 0,-4-2-132 16,0 3-36-16,-5 0-28 0,-3 2 200 15,0 5-16-15,-3-1-48 0,-1 1-108 0,-8 2-200 16,-4 1 20-16,-4-2-192 15,0 3 200-15,-4-5 24 0,-4 0 60 16,0 0 64-16,-4 0 104 0,4 1 228 0,4 2 0 16,1 0 88-16,7 7 28 15,0 3-28-15,7 3 16 0,2 1 84 16,7 5 184-16,0-2-68 0,0 2-64 0,11 0-24 16,6-2-64-16,3 2 24 0,8-3 188 15,4 4-160-15,4-1 32 0,7 1 4 16,1-3-128-16,4 5 44 0,0-3-156 15,-1 3 0-15,5 5 24 0,-3-2 76 16,-2 1-100-16,1 0 0 0,-5 3 60 0,1-3 0 16,-4 3-56-16,-4 0-8 0,-4 0-8 15,-4 0-100-15,-4 3 48 16,-9 0-12-16,2 0-304 0,-9 1-260 0,-5-2-168 16,-3 3-80-16,0 0-492 0,-3-5-1053 15,-18 9-2447-15</inkml:trace>
  <inkml:trace contextRef="#ctx0" brushRef="#br0" timeOffset="160109.95">8028 16183 548 0,'0'0'7192'0,"0"0"-5924"16,0 0-168-16,0 0-259 0,0 0 151 15,0 0 32-15,0 0-312 0,0 0-152 16,88-57-296-16,-73 54-148 0,-3-1-16 0,1 1-12 16,-2 3-76-16,-3 0-12 0,1 3-152 15,-6 1 152-15,5 4 0 0,-4 3 164 16,-4 3-36-16,0 3-28 0,-4 2-36 15,-4 0-64-15,1 7 4 0,-2-4 96 16,-3 3-92-16,5-3 4 0,-2 1-12 16,5-7 64-16,0-5-64 0,0 3-48 0,4-4-80 15,0-1 124-15,8 0-172 0,1-2 176 16,2 3 12-16,5-4 140 0,0-3-28 16,-4 3-116-16,0-3 92 0,0 4-96 15,-4-4 92-15,0 3 92 0,-4 1-88 16,0-1-48-16,-4 0 84 0,0 5 128 0,0-3-108 15,-4 3 4-15,-3-3 40 16,-2-2-64-16,-3 5-44 0,1-5-84 16,-6 0-4-16,6-3 52 0,-6 4-48 15,2-7-16-15,-2 3-232 0,2 0-200 0,-1-3-128 16,4 3-60-16,-1-3-80 0,6 2-40 16,3 3-464-16,4-5-433 0,0 0-1359 15,0 0-1980-15</inkml:trace>
  <inkml:trace contextRef="#ctx0" brushRef="#br0" timeOffset="160621.97">9256 16668 3828 0,'0'0'8021'0,"0"0"-6997"0,0 0-1020 0,0 0 252 16,0 0 140-16,0 0 76 0,0 0 324 16,0 0-344-16,0 0-436 0,79-19 132 15,-72 29-96-15,-3-1 12 0,1 7-52 16,-5 4 88-16,0 2 112 0,-5 6-24 16,-6 4-124-16,-1 3-60 0,-4 3 72 15,-4 1-76-15,4-2 68 0,-4-5-20 0,8 0-44 16,-4-7 20-16,8-6-24 0,4-3-88 15,4-7 36-15,0-2-24 16,4-3 76-16,9-2 128 0,2-2 124 0,5 0-40 16,8-2 36-16,0-5-148 0,4-6-36 15,0 3-16-15,0-5 28 0,0 2 20 0,-1 0-96 16,1 0-136-16,-4 1 24 16,0-1-464-16,0 4-380 0,-1-4-180 15,-3 3-440-15,-7 1-1565 0,2-3-4295 0</inkml:trace>
  <inkml:trace contextRef="#ctx0" brushRef="#br0" timeOffset="160954.228">10032 16202 7584 0,'0'0'6653'0,"0"0"-5605"0,0 0-1040 0,0 0 56 16,0 0 112-16,0 0 200 16,0 0 380-16,88 70 76 0,-73-44-360 15,6-5-336-15,-2 8 96 0,5-1 28 0,0 7 0 16,4 3-64-16,0 4 196 0,0 2 136 16,-5 1-284-16,1 2-160 0,-3 5-76 15,-1-2 56-15,-12 4-52 0,-1 0-12 16,1 0-4-16,-8 0-4 0,0-4-4 15,-4-2-100-15,-7-7 28 0,-2 1-184 16,-2-7-152-16,-9-4 4 0,0-6-40 16,0-2-88-16,-7-4-124 0,-2-3-204 15,-3-7-548-15,-4-2-676 0,12 0-937 0,-24-7-2635 0</inkml:trace>
  <inkml:trace contextRef="#ctx0" brushRef="#br0" timeOffset="161387.938">11000 16780 7748 0,'0'0'1376'16,"0"0"-20"-16,0 0-275 0,0 0 331 15,0 0 176-15,0 0-216 16,108-26-356-16,-72 26-380 16,3-6-56-16,1 0-308 0,4-5-196 0,-8 3-72 0,4-9-4 0,0 4-40 15,-8-1-340-15,0 0-252 0,-4 1-128 16,-9 4-332-16,5 3-488 0,-12-1-1132 0,-4 4-2213 15,-8 6-1470-15</inkml:trace>
  <inkml:trace contextRef="#ctx0" brushRef="#br0" timeOffset="161562.345">11232 16973 3040 0,'0'0'9397'16,"0"0"-7653"-16,0 0-1008 0,0 0-488 0,0 0 144 15,0 0 276-15,0 0 220 0,0 0-416 16,95 48-288-16,-59-51-172 0,-1-10-12 15,5 1-36-15,4-1-188 0,0-3-408 16,0 3-272-16,0-3-344 0,-9 4-1208 0,10-7-2369 16</inkml:trace>
  <inkml:trace contextRef="#ctx0" brushRef="#br0" timeOffset="162258.741">12574 16265 8804 0,'0'0'1072'16,"0"0"-412"-16,0 0-15 16,0 0 115-16,0 0-20 0,0 0 192 0,0 0 8 15,0 0-160-15,0 0-288 0,0 0-180 0,-76-25-92 16,69 53-36-16,-2 16 68 15,5 7 20-15,-4 7-96 0,1 8 36 16,-2 8-16-16,1 2-72 0,1 6 88 0,-1 7-88 16,3 7 124-16,5-5-40 0,0-5 88 15,9-6 12-15,6-11-144 0,2-8-164 16,7-10-128-16,-1-13 128 0,9-10 0 16,0-9 0-16,4-12-36 0,0-7 36 0,7-17 132 15,-3-11-132-15,0-10-36 0,0-7 32 16,0-9-156-16,-5-3 152 15,2-3-100-15,-5-3-92 0,-4-7-96 0,0-1 40 16,-5 2 20-16,-3-7 160 0,-8 0-132 16,0-4-116-16,-4 1 28 15,-8 0 56-15,0 3 80 0,-8 3-56 0,-4 12 216 16,-4 10 136-16,-4 13 88 0,1 10 28 16,-2 9-44-16,-3 5-56 0,-4 8 132 15,4 4-124-15,-4 2 100 0,5 8-88 16,-5 11-48-16,0 6 0 0,4 8-36 15,-4 11 32-15,4 7 28 0,-3 7-140 0,3 5 116 16,0 4-68-16,0 3-56 0,4-1-72 16,-4-1-52-16,8-2 112 0,-4-6-148 15,4-3 48-15,4-7-292 0,0-8-128 16,4-13-16 0,4-7-76-16,0-9-368 0,1-7-436 0,3-6-432 0,0-9-797 15,3-7-1587-15,9-10 1052 0,1-2 1037 0</inkml:trace>
  <inkml:trace contextRef="#ctx0" brushRef="#br0" timeOffset="162523.242">12606 16815 208 0,'0'0'2100'0,"0"0"-1108"16,0 0 4080-16,68-70-3156 0,-60 63-499 0,-4 7-149 16,-1 0-124-16,-3 0-372 0,0 7-140 0,0 2 60 15,0 13 32-15,0 7-116 16,-3 12-260-16,-5 4-248 0,-1 2 48 16,-6 4 0-16,2-3-52 0,-2-1-92 0,3-5-8 15,0-1-60-15,0-3-84 16,4-6 0-16,0-7-72 0,4-6-304 15,4-9-96-15,0-3-224 0,0-7-364 0,0-5-356 16,12-4 372-16,0-7-69 0,3 0 381 16,2-2 804-16,7-1 76 0,0 6 296 15,-1 0 428-15,5 7 217 0,4 3 99 16,0 3-32-16,4 0 56 0,0 6-180 0,0 3-180 16,3 4-428-16,-3-4-76 0,5 4-152 15,-2-3-48-15,5 2-100 0,-4-5-348 16,0 2-512-1,3-5-88-15,-2 3-580 0,-14-5-909 0,13 1-2723 0</inkml:trace>
  <inkml:trace contextRef="#ctx0" brushRef="#br0" timeOffset="163160.213">13745 16316 1228 0,'0'0'7560'0,"0"0"-6624"0,0 0-292 15,0 0-156-15,0 0 273 0,0 0 255 16,0 0-620-16,0 0-28 0,-83 0 0 16,74 22-60-16,-2 10-32 0,3 3-20 15,-1 12-4-15,6 7 12 0,-1 13 12 16,4 6 252-16,0 12-48 0,0 8-144 16,4 6-336-16,8-1 164 0,4-2-164 15,4-11-48-15,4-15-100 0,8-11-12 0,0-17-272 16,3-13-272-16,5-10 24 15,-1-10-68-15,6-9-92 0,-2 0-684 0,-7-6-1097 16,8-16-1915-16</inkml:trace>
  <inkml:trace contextRef="#ctx0" brushRef="#br0" timeOffset="165393.892">14475 16542 4668 0,'0'0'2760'0,"0"0"-712"0,0 0-1504 15,0 0-248-15,0 0 413 0,24 63 255 16,-17-34 200-16,5-1-144 0,4 8-236 16,5 1-80-16,-2 1-108 0,1 0-212 15,4 0-120-15,-1-3 24 0,5-2-288 0,-3-5-16 16,-1-6-40-16,4-3 56 16,-9-6 0-16,5-4-72 0,-4-2 72 15,1-4 4-15,-6-3 48 0,1 0 48 0,-8-3-96 16,4-7 4-16,-5-2 4 0,-2-5 76 15,-1-1-52-15,0-2-36 0,-4-6-12 16,0 1-52-16,-4 0 4 0,0-3-4 16,-1-4-172-16,-2 0 72 0,-5-3-120 0,4 0 56 15,-4-3-48-15,4 0-64 0,-3 0-240 16,-2 0 176-16,5 2-28 0,1 5 232 16,-2 2-56-16,5 4 116 0,0 6 140 15,4 0 0-15,-4 6 44 0,4 4-44 16,0-2-64-16,4 6 64 0,0-1 40 15,9-1 64-15,-2 0 124 0,9 5 100 0,0-1-100 16,4 0-48-16,4-1-40 16,4 4-52-16,0-3 188 0,3 3-12 15,-3-4-88-15,4 2-100 0,-4-2 0 16,-1 2 96-16,1-4-172 0,-4-5-116 16,-4 5 112-16,1-3 0 0,-10 2-220 0,1-2-380 15,1 2-68-15,-10 4-164 0,1 0-316 16,-4 0-753-16,-4 3-839 0,0 0-2224 15</inkml:trace>
  <inkml:trace contextRef="#ctx0" brushRef="#br0" timeOffset="165687.526">15176 16593 6948 0,'0'0'3276'0,"0"0"-1331"0,0 0-1713 16,0 0 368-16,0 0 240 15,0 0-64-15,0 0-60 0,0 0-112 0,0 0-324 16,79 3-176-16,-66-3-104 0,-6 0-128 16,1 2-24-16,-4 5 16 15,-4 3 36-15,5 2 100 0,-5 7 4 16,-5 7 132-16,-3 0-128 0,0 5 4 0,-4-6 176 16,4 1-48-16,1-4-128 0,7-6 112 15,0-7 64-15,0-2-176 16,0-4 0-16,7 0 64 0,6-3-24 0,-2 0 20 15,10-10-72-15,-6-2-12 0,1-4-560 16,4-3-312-16,-4-3-252 0,0-4-292 0,-4 3-613 16,-4 4-987-16,0-9-2460 0</inkml:trace>
  <inkml:trace contextRef="#ctx0" brushRef="#br0" timeOffset="166107.768">14263 16131 9896 0,'0'0'3085'16,"0"0"-2461"-16,76-27-496 0,-49 21 100 0,1-1-76 15,-3 0-152-15,-5 7 100 0,-9 0-84 16,2 0 32-16,-1 7-48 16,-9 0 0-16,1 4 88 0,-4 9-48 0,0-1 48 0,-7 6 64 15,-10 4-88-15,-2-1 12 0,2 1-64 16,-2-4 64 0,-1-3 36-16,8-2-36 0,4-1-24 0,0-8 124 0,4 0-12 15,4-8-164-15,0 3-164 0,8-2 164 16,-1-4 4-16,6 0 4 0,-1 0 120 15,0 0 36-15,-4 0-164 0,-4 0-64 16,-4 0-124-16,0 3-28 0,0 3 216 0,-4 3 88 16,-8 4-36-16,-4 6-52 0,-4 0-252 15,-4 4 0-15,-4-4-116 16,0 2-116-16,-3-2-304 0,-1 1-596 16,0-1-1117-16,4-3-1987 15</inkml:trace>
  <inkml:trace contextRef="#ctx0" brushRef="#br0" timeOffset="166412.185">13973 16138 4100 0,'0'0'520'0,"0"0"184"16,0 0 1156-16,0 0-1004 0,-64 86-76 0,48-54 280 16,0 10 41-16,8-2-153 0,-4 8-152 15,8 3-184-15,4 3-164 16,0 3-220-16,8 3-12 0,3 4-32 0,10-1-184 16,3 4-4-16,8-4-112 0,3 1 116 15,10-4 0-15,-2-2-56 0,9-7-224 16,-1-11 12-16,9-2-432 0,-4-9-4 15,4-10 24-15,0-9-117 0,-4-7-355 16,4-6-764-16,-21-4-388 0,21-12-1604 0</inkml:trace>
  <inkml:trace contextRef="#ctx0" brushRef="#br0" timeOffset="166687.417">15877 16230 5396 0,'0'0'6217'15,"0"0"-5473"-15,0 0-540 0,48 93 52 16,-37-53 332-16,-2 12 632 0,3-2 100 16,-9 4-728-16,1 0-380 0,1 7-100 15,-1-4 0-15,-4 6-108 0,-4 4-8 16,-5-4 4-16,-6 4-128 0,2-3-96 15,-6-7-136-15,-1-6-172 0,0-7 16 0,-4-12-64 16,4-7-104-16,0-12-232 0,4-10-404 16,0-6-757-16,1-13-2255 0,2-3-660 0,-2-25 4732 15</inkml:trace>
  <inkml:trace contextRef="#ctx0" brushRef="#br0" timeOffset="167003.521">16048 15961 5792 0,'0'0'2288'15,"0"0"-1120"1,0 0-456-16,0 0 345 0,0 0-181 0,0 0-516 16,0 0-92-16,84 25 88 0,-76-9-24 0,3 0-140 15,-6 6 76-15,3 3-16 0,-8 3 104 16,0 8-88-16,-4-2-68 15,-5 5-84-15,-2-4-52 0,-1 0 24 0,4-9 188 16,-4-8 228-16,8-3 100 16,4-4-192-16,0-5-152 0,0 0-96 0,8-4 32 15,4 3 28-15,0-5 36 0,8 0-12 0,0 0-64 16,4 0-184-16,0-5 144 0,0 3-144 16,-1-4-84-16,1 0-436 0,0-1-272 15,0 3-288-15,-4-1-316 0,-4 2-860 16,3-4-2645-16</inkml:trace>
  <inkml:trace contextRef="#ctx0" brushRef="#br0" timeOffset="167705.903">16654 16180 7008 0,'0'0'3136'0,"0"0"-2015"16,0 0-593-16,0 0 152 15,0 0 316-15,83 0-120 16,-66 0-104-16,3 0-32 0,-5 0-108 0,9-3-220 0,0-1-52 15,1-6-136-15,2 1-124 16,-3-3-100-16,4-1-8 0,0-4-116 16,0 3-88-16,-4 0-112 0,-5 4 12 0,1 4 36 15,-4 3-4-15,0 3 108 0,-4 3 32 16,-4 8 140-16,4 1 8 0,-4 9 68 0,-4 2-12 16,0 5 96-16,0 5-60 15,0 1 80-15,-4 1-40 0,0 0-52 0,4 3-28 16,-4 0-48-16,0 1 76 0,0-2-88 15,0 4 0-15,0-3 88 0,0 4-36 16,4-7-44-16,0 3-8 16,-4-3 12-16,4 1 0 15,-4-5 112-15,0-3-24 0,3 1 24 16,-3-4 24-16,0 1 12 0,0-3-20 0,0-2-56 0,0 2-76 16,0-4 0-16,0 0 4 0,0 0-8 15,-3-4 60-15,3 5-20 0,-8-1-40 16,4-1-4-16,-4 2 4 0,0-1-4 15,-4 2 0-15,0-2-12 0,0 4-112 0,-7-4-196 16,-2 3-68-16,1-2-20 0,-3-1 8 16,-1-4 80-16,-4 1 32 0,4-2 0 15,-4-2-304-15,4-3-476 0,0-3-860 16,4-2-1133-16,-8-4-2859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32767" units="deg"/>
          <inkml:channel name="T" type="integer" max="2.14748E9" units="dev"/>
        </inkml:traceFormat>
        <inkml:channelProperties>
          <inkml:channelProperty channel="X" name="resolution" value="3854.94116" units="1/cm"/>
          <inkml:channelProperty channel="Y" name="resolution" value="5461.1665" units="1/cm"/>
          <inkml:channelProperty channel="F" name="resolution" value="91.01945" units="1/deg"/>
          <inkml:channelProperty channel="T" name="resolution" value="1" units="1/dev"/>
        </inkml:channelProperties>
      </inkml:inkSource>
      <inkml:timestamp xml:id="ts0" timeString="2023-06-27T08:23:57.841"/>
    </inkml:context>
    <inkml:brush xml:id="br0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2331 4438 4548 0,'0'0'4940'0,"0"0"-3572"0,-36-79-915 0,27 56-1 15,-2-4 480-15,3 7 372 0,3 1 72 16,-3 3-156-16,5 7-40 0,-1 2-180 16,0 4-300-16,4 3-112 0,0 0-48 15,-4 0-80-15,4 3-252 0,0 7-148 16,4 9 52-16,4 9 192 0,3 17 217 0,2 18-169 15,2 18-172-15,-2 17-168 0,-2 18 36 16,2 12-40-16,-6 5-8 0,5 0-8 16,-4-2-4-16,4-18-96 0,0-11-180 15,0-16 44-15,0-19-12 0,0-16-61 16,-4-16 113-16,0-9-188 0,4-12-168 0,-4-7-492 16,0-7-512-16,4-2-560 15,0-15-332-15,-4-11-393 0,3-14-2163 0,-7 5 100 16</inkml:trace>
  <inkml:trace contextRef="#ctx0" brushRef="#br0" timeOffset="524.245">2438 4445 1252 0,'0'0'10025'16,"0"0"-9001"-16,0 0-548 0,0 0 264 15,0 0 428-15,0 0-88 0,0 0-284 16,95-63 24-16,-71 63-16 0,1 0-468 0,2 9-104 15,1 3-132-15,0 11-100 0,-4 8-4 16,-8 4-220-16,-1 9 224 0,-2 2-136 0,-9 1 64 16,4 1 72-16,-8-8-224 15,0-1-32-15,-8-11-328 0,-5-2 372 16,2-10 76-16,-1 0-28 0,-4-10-8 0,0 0-68 16,0-6-24-16,0 0-188 15,0-9-580-15,4-7-404 0,-4-3 464 16,5-7-68-16,-2 1 239 0,9-3-299 0,4-1-456 15,0 0-808-15,9 1 316 16,2-1 156-16,5 7 1452 0,4 0 192 16,0 6 156-16,4 2 84 0,0 3-8 0,0 4 16 15,4 0 0-15,-4 1 576 0,4 4 508 16,-5-2-460-16,-3 4-284 0,0 0 1208 16,-4 0-1052-16,0 0-208 0,-4 9 416 0,-4-2-340 15,4 3-120-15,-8-5 328 0,4 6 288 16,-4-2-72-16,-1-4 0 15,2 6 168-15,-5-5-183 0,4 0-273 0,-4 1-36 16,4-1-4-16,-4 0-132 0,0-2-96 16,0-1 20-16,0-3 52 0,4 0 104 0,-4 0 96 15,4 0-128-15,0-3-200 16,-1-1 0-16,6 2 88 0,-1-5-72 16,0 1 108-16,4 0-224 0,-4-4-64 0,3 4-12 15,-3-1-88-15,1 1-340 16,-1 0-376-16,3-1-420 0,2 1-564 0,-6 0-1497 15,5-1-2835-15,-3 0 3172 0</inkml:trace>
  <inkml:trace contextRef="#ctx0" brushRef="#br0" timeOffset="1163.366">3306 4601 6384 0,'0'0'4324'0,"0"0"-3127"16,0 0-545-16,0 0-100 0,20 78 60 0,-16-68 212 15,0-3-256-15,0-5-228 0,-4-2-152 16,9 0-48-16,-5 0 96 16,3-2 432-16,5-8-96 0,0-3-288 0,-4 0-284 15,4-5-136-15,0-5-124 0,-4 5 36 16,0-1-24-16,-5-2 24 16,2 7-4-16,-5 1 136 0,0 3-84 0,-8 3 116 15,-4 1 56-15,0 0-84 0,0 6 88 16,0 0 124-16,-4 0 280 0,4 4-264 0,1 4-28 15,-2 3 60-15,6 1 4 16,-1 4-52-16,-1 0-60 0,5 0-56 16,4-1-8-16,-4 5-176 0,4-5-24 0,0-2-296 15,4-4-488-15,4-2-244 0,1-7 260 16,-2 0-284-16,10-3-633 0,-6-7-643 16,10-2-436-16,-2-4-544 0,-3 0 2880 15,4 3 628-15,0-2-307 0,4 5 307 16,0 4 151-16,3-1 1765 0,1 7-1184 15,-4 0-80-15,-3 2 4024 0,-10 5-3316 0,2 0-404 16,-2 2-63-16,-3-2 31 0,-4-1-184 16,4-2 36-16,0-2-420 0,0-2-128 15,-4 0 128-15,4 0 48 0,-4-6 124 16,8-7-192-16,-1 1-336 0,2-4-164 16,6-4-36-16,-2-2-116 0,-2 0-24 15,5 0-40-15,-7 3-48 0,-1 3-132 16,-5 4 88-16,-3 5-76 0,0 1-132 15,-4 6 280-15,-4 0 400 0,-4 6 52 0,1 1 256 16,-10 5-256-16,6 4 204 0,-6 3 64 16,10 0 64-16,-5 3 52 0,3 1-56 15,5-4-316-15,1 0-64 0,3-7-316 16,0 1 96-16,7-7-52 0,6-2 272 16,2-4 104-16,2 0 112 0,3-4-52 0,3-2-164 15,5-7-60-15,0-3 48 16,4 1-496-16,-4-7-288 0,0 0 116 15,-4-3-737-15,-5-8-1579 0,2 1-2556 16,-5 7 4328-16</inkml:trace>
  <inkml:trace contextRef="#ctx0" brushRef="#br0" timeOffset="1413.09">3972 4084 64 0,'0'0'9764'0,"0"0"-8511"0,0 0-557 16,-40 65 264-16,28-39 416 0,4 9-12 15,4-3-280-15,4 10-340 16,0 2-208-16,4 6-80 0,8 7-60 0,-4 6-76 16,0 11-172-16,0 5-16 0,-4 4-128 0,-4 3-4 15,0-1-12-15,0-2-36 16,0-4 36-16,-8-10-28 0,4-4 40 0,0-15 4 16,0-9 60-16,0-5-64 0,-4-11-72 15,0-3-100-15,0-9-88 0,1 0-84 16,-6-4-140-16,-7 1-344 0,-3-7-476 15,-13 0-988-15,-8-3-2117 0,8 0-1843 0,-44-10 3888 16</inkml:trace>
  <inkml:trace contextRef="#ctx0" brushRef="#br0" timeOffset="1683.96">2015 5517 2644 0,'0'0'6224'0,"0"0"-5732"15,0 0 684-15,0 0 689 0,0 0 59 16,0 0-800-16,0 0-536 0,0 0-208 0,0 0 20 16,0 0 308-16,0 0-52 0,128-6-212 15,-48 0-24-15,11-1-52 16,12 1-84-16,6 0-4 0,10-7-72 0,5 4 60 16,7-4-84-16,0-6-88 0,9 0-36 15,-5 0-60-15,1 0-4 0,-8 0-56 0,-5-1 0 16,-7 8-100-16,-13-1-20 15,-7 5-28-15,-9-3-344 0,-7 3-12 16,-4 1-104-16,-9-3-232 0,6 0-440 0,-2 1-1008 16,-19-1-1805-16,20-12-2539 0</inkml:trace>
  <inkml:trace contextRef="#ctx0" brushRef="#br0" timeOffset="1916.961">5502 4547 2888 0,'0'0'13241'0,"0"0"-11729"0,0 0-1424 16,0 0 36-16,-9 98 296 0,14-57 148 16,-1 4 204-16,-4 5 256 15,4 1-528-15,0-4-320 0,4-5-180 0,-5-2-36 16,6-10-60-16,-1-8-320 0,3-6 52 0,-3-7-176 15,1-5-208-15,-5-4-284 0,0-4-900 16,-1-2-1884-16,-3-23-3525 0</inkml:trace>
  <inkml:trace contextRef="#ctx0" brushRef="#br0" timeOffset="2079.464">5379 4257 6048 0,'0'0'10525'0,"0"0"-9245"0,0 0-1096 0,0 0 384 0,0 0-24 16,0 0-152-16,0 0 12 16,0 0-64-16,86-9-340 0,-65 6-120 0,3 0-420 15,0 3-604-15,-5 0-876 0,5 0-4273 0</inkml:trace>
  <inkml:trace contextRef="#ctx0" brushRef="#br0" timeOffset="2242.838">6251 4711 7232 0,'0'0'8413'0,"0"0"-7421"16,0 0-668-16,84 10 360 15,-65-20 72-15,5-9-276 0,0-3 0 16,1-10 32-16,3-5-400 0,-5-8-112 0,5-2-588 16,-4-2-336-16,-4 2-388 15,-5 0-932-15,-2 2-2129 0,-5 13-1899 0</inkml:trace>
  <inkml:trace contextRef="#ctx0" brushRef="#br0" timeOffset="2497.1">6287 4092 5928 0,'0'0'5789'0,"0"0"-4533"15,-21 74-812-15,17-37-164 0,4 8 304 16,0 5 452-16,4 5 36 0,9 2 124 16,-2 3-196-16,10 4-372 0,-6 3-284 15,5 2-136-15,1 3-48 0,-6 2-112 16,2-1-36-16,-2-3 0 0,-2-3 0 15,-2-7 0-15,1-3 148 0,-4-3 96 0,4-6-164 16,-8-4-92-16,-4-2-48 16,0-5 0-16,-4-2-24 0,-8-3-76 15,-4-6-196-15,-8-8-8 0,-3-5 68 0,-6-13-72 16,-7 0-136-16,-7-13-288 0,-9-12-40 16,-4-6-588-16,-3-7-1332 15,-10-7-1685-15,14 8-3103 0,-28-21 7228 0</inkml:trace>
  <inkml:trace contextRef="#ctx0" brushRef="#br0" timeOffset="2929.106">7980 4182 7372 0,'0'0'5449'0,"0"0"-4657"0,0 0 148 15,0 0-132-15,84 104 112 0,-60-48-148 0,-1 18-100 0,-3 8 268 16,1 17-304-16,-10 6-168 0,1 9-76 16,-3 1-52-16,-2-4-132 0,1-10-76 15,-4-12-132-15,5-16-148 0,-6-17-340 0,5-16 72 16,0-15 72-16,-4-13 52 0,-4-5-200 15,5-7-264-15,-5-13-460 0,0-9-860 16,0-10-1040-16,-5-12-1961 0,1 8-479 16,-15-36 4693-16</inkml:trace>
  <inkml:trace contextRef="#ctx0" brushRef="#br0" timeOffset="3144.299">8044 4223 7840 0,'0'0'4505'16,"0"0"-3737"-16,0 0-360 0,112-61 392 15,-73 52 412-15,1 5-420 0,0 1-116 0,-4 3 20 16,-4 10-128-16,0 2-212 0,-4 4-48 16,-9 10-160-16,1 2 0 0,-7 7-64 15,-9 6 164-15,-4 6-124 0,-4 8-124 0,-9-1-12 16,-7 0-84-16,1-3 24 0,-2-7-52 16,-3-3-136-16,5-12-168 0,2-4-116 15,2-8-112-15,2-8-128 16,2-7-208-16,7-2-548 0,4-6-1016 0,0-6-2609 15,4-1 285-15</inkml:trace>
  <inkml:trace contextRef="#ctx0" brushRef="#br0" timeOffset="3364.96">8801 4284 352 0,'0'0'11657'0,"0"0"-9921"0,0 0-988 15,15 65 100-15,-11-32 608 0,-4-5-252 16,5 7-256-16,-5-3-52 0,8-4-260 15,-4 1-356-15,3-4-208 0,6 0-72 16,2-2-88-16,6-1-56 0,3-3-284 16,3-3 120-16,5-1-108 0,4-2 24 0,-8-7 48 15,4-2-448-15,0-4-376 16,-4 0-160-16,4-6 520 0,-5-4 504 0,-3-6-1928 16,-4 0-3401-16,1-12-203 0</inkml:trace>
  <inkml:trace contextRef="#ctx0" brushRef="#br0" timeOffset="3550.67">9243 4213 4960 0,'0'0'652'0,"0"0"3772"0,0 0-3403 16,36 76-225-16,-20-51 164 0,-1 7 188 0,6-3 4 16,-6-3-172-16,5-1-312 15,1-3-408-15,7-3-160 16,-5-2 0-16,1-3-100 0,0-1-388 0,0-3-852 0,4-7 0 15,-5 1 124-15,5-4 308 16,-4-4-656-16,-3-6-4609 0,-6-6 1182 16,-6 4 4891-16</inkml:trace>
  <inkml:trace contextRef="#ctx0" brushRef="#br0" timeOffset="3691.531">9621 4242 1684 0,'0'0'1120'16,"0"0"5376"-16,0 0-4815 0,-91-13-461 15,59 22-760-15,-4 13 116 0,0 10 188 0,-3 12 96 16,-2 8-4-16,2 5-164 0,-1 3-216 15,1 1-140-15,7-8-208 0,0-2-128 16,8-10-52-16,7-5-320 0,6-8-596 16,7-12-404-16,4-10-920 0,8-9-2185 15,-1-7-1327-15,14-27 5220 0</inkml:trace>
  <inkml:trace contextRef="#ctx0" brushRef="#br0" timeOffset="3907.553">10076 3965 10244 0,'0'0'3221'0,"0"0"-2521"0,44 89-500 0,-32-48 180 15,-1 6 692-15,-2 5 504 0,-5-1-140 16,-4 2-824-16,0-2-340 0,-4 3-88 0,-5-3-28 16,-2 0-108-16,-1-3-36 0,-8-4-12 15,0-6-100-15,0-6-192 0,-8-7-152 16,0-6-144-16,-7-2-216 15,-6-3-340-15,-2-3-968 0,-6-8-1765 0,14 0-1619 0,-16-13 241 16</inkml:trace>
  <inkml:trace contextRef="#ctx0" brushRef="#br0" timeOffset="4423.407">10925 3651 11789 0,'0'0'2172'0,"0"0"-1272"15,0 0-888-15,0 0 352 0,0 0 352 0,0 0 316 16,83 51 96-16,-63-7-340 0,0 17-260 16,0 11-88-16,0 8 196 0,-4 6 120 15,0 3-232-15,-5-4-219 0,2-6-269 16,-2-6-36-16,2-9-160 0,-2-13 27 15,6-13 49-15,-6-9-4 0,1-14-128 0,1-8-28 16,-2-4-60-16,1-3 0 16,0-10-4-16,-4-5 164 0,5-10-100 15,-2-1 96-15,-3 1-24 0,0-1 24 0,0 7 136 16,-4 3-48-16,0 10 8 0,0 6-20 16,-4 0 72-16,8 3 72 0,0 7 284 15,0 5-36-15,0 4-52 0,3-3-108 16,-2 3-100-16,-1-2-60 0,3-9-160 0,2-1-460 15,2-7-204-15,5 0-460 16,5-13-668-16,3-6-452 0,0-9-1801 0,-9 2-1807 16</inkml:trace>
  <inkml:trace contextRef="#ctx0" brushRef="#br0" timeOffset="4730.06">11885 4196 12313 0,'0'0'2416'0,"0"0"-1196"0,0 0-400 0,0 0 124 16,0 0 80-16,0 0-16 15,-96 88 176-15,72-58-235 0,4 9-209 16,8-4-196-16,1-4-180 0,2-2-160 0,9-10-204 16,0-7-48-16,0-5-204 0,4-7-64 15,8 0-24-15,4-7 136 16,8-8 44-16,0-7-68 0,0-7-64 0,-1-6-121 0,-2-1-27 16,-1 5-20-16,-1-1 68 15,-6 7 136-15,-2 6 108 0,-3 7 0 0,1 5 28 16,-5 7 56-16,-1 0 64 0,1 7 504 15,0 8 132-15,0 4-136 0,5 8-136 0,-5-6-184 16,-1 5-32-16,1-8-136 0,0-6-12 16,4 2-136-16,4-7-228 15,0-7-524-15,8 0-140 0,0-7-8 16,4-7 232-16,4-7-2968 0,4-8-2741 0,-1 2 93 16,-3 0 5740-16,8-7 680 0</inkml:trace>
  <inkml:trace contextRef="#ctx0" brushRef="#br0" timeOffset="4974.073">12442 4048 3332 0,'0'0'8581'16,"0"0"-5713"-16,0 0-1192 0,0 0-1028 16,0 0-52-16,-24 86 380 0,5-58-68 0,3-2-136 15,4-4-104 1,-4-3-376-16,8-3-180 0,4-1-68 0,4-5-44 0,0 4-12 16,8-6 12-16,3 2 48 0,6-1-36 15,-2 4 36-15,5-1-48 0,1-2 0 0,-2 3 4 16,1-1 4-16,-3 5 0 15,2-4 64-15,-6 2 52 0,-2-2-124 0,-7 3 4 16,-4-4 8-16,0 4-12 0,-4 3-160 0,-12-2 16 16,0-2 36-16,-4 1-112 0,-3-3-108 15,-1 0-124-15,-4-7-136 0,-8 0-160 16,0-2-240-16,0-4-652 16,4 0-2140-16,-19 0-2525 0</inkml:trace>
  <inkml:trace contextRef="#ctx0" brushRef="#br0" timeOffset="5580.367">14144 4137 5076 0,'0'0'7013'16,"0"0"-5593"-16,0 0-660 0,87 0-52 0,-51 0 436 0,5 0-352 15,-2 0-84-15,5 0 48 0,-9 0-240 16,6 0-208-16,-6 0-112 15,-7 0-124-15,0 0-20 0,-8 0-8 0,-4 3-44 16,-4 3-72-16,-4 4 68 0,-8 5 4 16,0 5 0-16,-4 5 0 0,-8 7-8 15,-4 4 8-15,-8 4 0 0,0 2 0 16,0 2 64-16,5-3 68 0,3 0 140 0,-1-2 96 16,9-4 204-1,5-10-208-15,3 0-120 0,0-9-40 0,7-3-19 0,10-4-1 16,-2-3 20-16,13 1-48 15,4-7-20-15,4 0-80 0,0-7-56 0,4-5-132 16,-1-7-76-16,2 0-108 16,-2-7-241-16,-3-2-271 0,-4 0-200 0,-4-4-228 15,0 0-808-15,-4 0-1768 0,-8 10-1657 16</inkml:trace>
  <inkml:trace contextRef="#ctx0" brushRef="#br0" timeOffset="5871.447">15004 4375 1696 0,'0'0'12057'0,"0"0"-10413"0,0 0-1192 16,0 0-164-16,0 0 380 16,48 70 16-16,-36-70-116 0,1-3 52 0,2-10-104 15,5-9-248-15,3-7-268 0,2-7-84 0,-1-4-320 16,-4 2-52-16,-1-3 96 0,-2 6 140 16,-10 6 32-16,-3 4 4 0,-4 5 44 15,0 4 132-15,-11 7 8 0,-6-1 64 16,-2 4 232-16,-5 6 88 0,0 0-212 15,3 11 40-15,-2 3 84 16,3 9-64-16,5 5-12 0,-2 5-20 0,6 1-68 16,-2 4-44-16,5-3-4 0,1 0 0 0,-2-3-84 15,5-6 0-15,4-7-96 16,0-4-408-16,0-8-416 0,0-4-272 0,9-3-48 16,2-3-4-16,-3-13-52 0,8-7-920 15,-4-2-2197-15,4-6-2247 0</inkml:trace>
  <inkml:trace contextRef="#ctx0" brushRef="#br0" timeOffset="6080.666">15351 4121 2752 0,'0'0'184'0,"0"0"8325"16,0 0-6841-16,100 19-1084 0,-72-3-88 15,0 3 920-15,-5 2-76 16,-3 6-692-16,-4-2 20 0,-4 0 96 0,0 0-188 0,-4-2-112 16,4-8-96-16,-8-2-208 0,4-1-160 15,-4-7-76-15,-1-3 68 0,6-2-100 16,-5 0-52-16,4-7-36 0,-1-5-12 15,2-1 12-15,3-6-148 16,-1-3-244-16,6 0-128 0,-6-3 184 0,2 0-732 0,-2-2-1300 16,6 6-1813-16,-2 2-903 15,2 3 1604-15,-10 4 3560 0,14 5 116 0</inkml:trace>
  <inkml:trace contextRef="#ctx0" brushRef="#br0" timeOffset="6346.458">15909 4156 2492 0,'0'0'1252'0,"0"0"6245"15,0 0-4977-15,16 76-1052 0,-12-54-776 0,-1 1-24 16,1-5 288-16,1-4-312 15,-1-9-184-15,0-5-92 0,4 0 0 0,4-3-220 16,4-10-148-16,4-6-12 0,-1-6-212 16,1 0-92-16,1-3 8 0,-6-2-28 15,1 5 52 1,-8 0 52-16,-4 6 120 0,0 3 112 16,-4 3 12-16,-4 0-8 0,-8 4 180 0,-4 3 40 0,-4 3 84 15,0 3-96-15,0 3 8 0,1 9 76 16,-5 4-16-16,4 6-60 0,-1 4-60 15,2-1-36-15,3 4-52 0,-4-3-72 16,4-4 0-16,0 0-148 0,0-3-216 16,8 1-388-16,1-2-136 0,2-6-132 0,5 2-220 15,5-2-912-15,6-6-2941 0,-3-3-1795 16,12-3 6664-16</inkml:trace>
  <inkml:trace contextRef="#ctx0" brushRef="#br0" timeOffset="6718.905">15351 4324 1108 0,'0'0'612'0,"0"0"-72"0,0 0-532 15,0 0 76-15,0 0-80 0,0 0 152 16,-80 0-104-16,73 0 668 0,2 0-280 0,1 0-440 16,-4 0-776-16,5 0-308 15,-5 0 288-15,-1 0 576 0,5 0 116 16,-3 4-104-16,3-4-40 0</inkml:trace>
  <inkml:trace contextRef="#ctx0" brushRef="#br0" timeOffset="7597.327">14933 4270 116 0,'0'0'1216'16,"0"0"-632"-16,0 0-400 0,0 0 36 15,0 0-76-15,0 0 40 0,0 0 0 0,0 0 1380 16,0 0 624-16,0 0-748 0,8-3-648 15,-8 3-184-15,0 0-92 0,0 0-48 0,0 0-20 16,0 0 45-16,0 3-33 16,0 4-8-16,0 0-20 0,0 1 28 15,-4 5 76-15,4-1-16 0,0 5 176 16,0 2-76-16,0-1-96 0,0 5-44 0,0 2-80 16,0 1 0-16,0 2-28 0,0 1-52 15,0 3-60-15,4-7 0 16,-4 0-28-16,7-2-32 0,-2-4-4 15,3 0-24-15,3-7-52 0,2-2 16 0,2 0-88 16,2-1-48-16,2-3-4 16,1-2-4-16,4-2-176 0,4 2-220 0,-1-4-40 15,1 0-100-15,0 0-124 0,4-4-352 0,0 2-632 16,0-5-868-16,0-3-1929 0,-8 1-2379 16,15-10 6112-16</inkml:trace>
  <inkml:trace contextRef="#ctx0" brushRef="#br0" timeOffset="8033.55">16642 4201 3252 0,'0'0'9045'0,"0"0"-7565"16,0 0-412-16,0 0-400 0,87 47 224 15,-66-25 216-15,-6 6-240 16,-2 2 4-16,-6-2-260 0,-3 4-340 0,-4-7-188 16,4 0-84-16,-4-9-124 0,0-6-84 15,0-4-340-15,0-3-180 0,0-3-272 16,0-3-800-16,-4-3-2760 0,-3-20-4533 0</inkml:trace>
  <inkml:trace contextRef="#ctx0" brushRef="#br0" timeOffset="8163.168">16742 3934 7292 0,'0'0'6217'15,"0"0"-5545"-15,0 0-664 0,0 0 132 0,0 0-76 16,92-6-64-16,-77 2-204 15,1 4-636-15,0 0-732 0,0 0-1281 0,-4 4-1515 16,4 5 332-16</inkml:trace>
  <inkml:trace contextRef="#ctx0" brushRef="#br0" timeOffset="8412.917">17017 4188 520 0,'0'0'4504'0,"0"0"3317"0,-9 91-6333 16,2-59-892-16,-1-1 84 0,-1-2 588 0,5-4-188 15,0-11-268-15,4-1-208 16,0-10-432-16,4-3-124 0,5-3 88 0,3-7 108 15,8-7-72-15,3-4-172 16,1-5-96-16,4 1-12 0,-4-1-52 0,0 7 12 16,-4 4 64-16,0 8-28 0,-5 1 112 15,2 6 104-15,-6 3 68 0,2 3 72 16,-2 7 136-16,2 3 68 0,-5 0-32 16,-1 0-124-16,1 3-124 15,1-3-168-15,-1-4 0 0,-5-2-120 0,5-6-64 0,1-2-192 16,-2-2-416-16,1-2-288 0,9-9 8 15,-2-7-680-15,1 1-2840 0,4-14-4789 0</inkml:trace>
  <inkml:trace contextRef="#ctx0" brushRef="#br0" timeOffset="8588.647">17837 3930 3572 0,'0'0'12253'0,"0"0"-10405"0,0 0-1180 15,108 16 428-15,-72-13 300 0,3-3-436 0,-7 0-291 16,4-3-393-16,-4-6-228 0,0-4-48 16,-1 1-36-16,1-8-448 0,1 5-429 0,-6-5-367 15,-3 5-352-15,-3 2-972 0,-14 3-2192 16,-7 1-4685-16</inkml:trace>
  <inkml:trace contextRef="#ctx0" brushRef="#br0" timeOffset="8723.127">18041 3984 3252 0,'0'0'10877'0,"-28"70"-9133"0,20-32-1192 0,-1 4-164 16,2 6 692-16,3-1 376 0,4 1-172 16,-4-11-128-16,4-2-463 0,0-6-457 15,0-4-236-15,4-5-364 0,0-8-377 16,-4-2-243-16,3-4-104 0,1-6-440 16,-4 0-1560-16,0-6-3621 0</inkml:trace>
  <inkml:trace contextRef="#ctx0" brushRef="#br0" timeOffset="8981.018">18020 4267 380 0,'0'0'13749'16,"0"0"-10917"-16,0 0-1972 0,0 0-576 15,100-29 96-15,-72 23-108 0,0-3-196 0,-4 2-4 16,-4 1-72-16,-1-1-220 0,-2 5-656 16,-6 2-44-16,-3 0 64 0,-8 6-388 15,0 6-240-15,-11 7 756 0,-10 7-492 16,-11 2 123-16,1 8 1097 0,-5-3 324 15,0 2 705-15,8 1-1 0,0-4 92 16,9 0 284-16,6-4 8 0,10-5-368 0,3-4-536 16,3-7-248-16,10-2 48 0,10-4-100 15,5-3-60-15,8-3-148 0,8-9-196 16,0-1-100-16,0-7 12 0,-4 5-720 16,-9-3-988-16,-6 5-1964 0,-6-3-2717 15</inkml:trace>
  <inkml:trace contextRef="#ctx0" brushRef="#br0" timeOffset="10485.322">20494 4057 6188 0,'0'0'6561'16,"0"0"-5769"-16,0 0-548 0,-90-31-184 15,62 31 172-15,4 0 512 0,-1 9 216 16,5 4-120-16,-3 3-280 0,-1 6-296 15,4 4 32-15,0 2 40 0,4 0 56 16,-1 0 40-16,10-1-148 0,3-2 8 16,4-9-32-16,0-1-88 0,8-2-172 15,4 0-4-15,4 3 0 0,4-3-72 0,0-5-180 16,3 6 120-16,5-2-36 0,-4-2 76 16,4 0 44-16,-7 3-8 0,-2-4 12 15,-3 0 40-15,-4 1 4 0,-4 3 4 16,-4-1 84-16,-4 4 16 0,0 0 32 15,-8 0 68-15,0 3-16 0,-7-4-28 0,-2 2-44 16,-3-4-40-16,5-1-24 16,-2-6-40-16,2 1-8 0,2-4-132 15,-2-3-152-15,7 0-56 0,-1-6-140 0,2 0-160 16,7-4-404-16,0-3-172 0,7-4-636 16,14-8-2353-16,-10 6-1527 15</inkml:trace>
  <inkml:trace contextRef="#ctx0" brushRef="#br0" timeOffset="10846.412">20981 4134 1528 0,'0'0'9749'15,"0"0"-8149"1,0 0-1088-16,0 0 72 0,-44 79 732 0,16-47 368 0,-4 0-148 16,1 2-224-16,-1-3-272 0,4-2-288 0,11-9-263 15,6-4-225-15,3-7-264 0,8-6-12 0,0 1-108 16,0-4 36-16,4 0-88 15,7-7-181-15,10 1 161 0,3-3 8 0,4-4-12 16,4-4-192-16,-4 2-88 0,-1-5 84 16,-3 5 0-16,-4 3 108 0,-5 5 76 0,-2 3 72 15,-5 1 76-15,-1 3 60 16,-3 7 356-16,5 5 24 0,-5 5 0 16,0 5-12-16,0 0-76 15,-4-1-12-15,3 6-12 0,1-5-36 0,0-3-48 16,-4-4-64-16,9-2-120 0,-5-7-72 15,3 1 0-15,1-1 8 0,5-6-140 16,2 0-88-16,-2-6-100 0,6-3-120 16,-3-3-200-16,0-2-52 0,0-2-312 0,-4 0-560 15,4 1-516-15,-4-1-152 0,-5 0-501 32,2 0-1231-32</inkml:trace>
  <inkml:trace contextRef="#ctx0" brushRef="#br0" timeOffset="11533.252">21424 4235 4500 0,'0'0'9573'0,"0"0"-7377"15,0 0-1460-15,0 0-412 16,0 0 196-16,0 0 344 0,0 0 144 0,-56 86-56 16,48-61-16-16,3-3-351 0,1-2-233 15,4-12-136-15,0-1-216 0,4-3-72 16,9-4-168-16,2 0 56 0,5-11 76 15,4-3-112-15,4-7-73 0,0-4-95 16,-1 3 48-16,1-3-52 0,-4 6 112 16,1 6 72-16,-5 4 76 0,-5 9 20 15,2 0 112-15,-2 12 204 0,2 7 100 16,2 11-48-16,-3 3-12 0,0 9 0 0,0 0-72 16,-4 2-52-16,0 3-8 0,0 2 20 15,-5-5-12-15,6 0-104 16,-9 0 44-16,4 0-60 15,-8-5 8-15,0 3 4 0,0-4 97 0,0-3 87 0,-8 0 20 0,0 0-20 16,-8-4-4-16,-1 1 4 16,-2-7-52-16,-5-2-12 15,4-8 12-15,-3-2-20 0,2-7-16 16,-3-3-36-16,0-3 12 0,1-11-84 0,-1-6 0 0,0-12-60 16,-1-5-36-16,10-8-88 0,-1-3-56 15,8-2-52-15,8 0-44 0,0-1-40 16,8 1-137-16,8-2-167 0,3 5-152 15,5 0-172-15,8-5-588 0,0 5-1140 16,-4 6-1645-16,20-18-2123 0</inkml:trace>
  <inkml:trace contextRef="#ctx0" brushRef="#br0" timeOffset="11895.977">23104 3692 12 0,'0'0'12621'0,"0"0"-10829"16,28 104-984-16,-24-52 364 0,0 9 876 0,1 1-168 16,-5-1-520-16,-5 2-555 15,-7-2-273-15,1-4-144 0,-2-3-160 16,-2 0-36 0,-2-9-96-16,6-8-84 0,-6-2 48 0,2-9-56 0,-1-6 4 15,-4-6-4-15,-4 2-4 0,0-9-108 0,-8-4-48 16,4-3-120-16,-7 0-16 0,3-10 16 15,4-6 20-15,-4-3-84 0,8-3 36 16,0 0 27-16,8 0 33 0,5 0 36 16,2 2 0-16,5 8 208 15,4 6 28-15,4 2-16 0,12 4-8 0,4 7 224 0,8 5 64 16,7 4-35-16,6 3-97 16,6 1 32-16,5 2 88 0,0-3 108 0,3-4-292 15,-6-2-96-15,3-3-388 0,-9-3-340 16,-3-5-305-16,-8 4-803 15,-8-6-2756-15,0 4-3509 0</inkml:trace>
  <inkml:trace contextRef="#ctx0" brushRef="#br0" timeOffset="12812.484">4550 7807 8896 0,'0'0'4057'0,"0"0"-3089"16,0 0-732-16,0 0-228 15,0 0 248-15,0 0 640 0,0 0 648 16,115 12-376-16,-67-5-168 0,8-1-312 16,4 0-188-16,0 1-96 0,3-3-88 0,1-4-108 15,0 0-196-15,-5-6-8 16,1-5 4-16,-4-2-8 0,-1-2-4 0,-3-1-192 15,-7-3-192-15,-10 0-188 16,-3 0-124-16,-4 3-148 0,-9 0-252 0,-10 6-1056 16,-1 1-2297-16,-16 7-3111 0</inkml:trace>
  <inkml:trace contextRef="#ctx0" brushRef="#br0" timeOffset="13035.5">4793 7934 4700 0,'0'0'1444'16,"0"0"3817"-16,0 0-4209 0,-16 70-224 16,19-36 432-16,5 4 264 0,9 11 12 0,-1-2-264 15,-1 5-240-15,2 4-204 0,-2 2-316 16,2 1-220-16,-6 1-148 0,1 1-144 16,-7-4-132-16,-2-3-76 0,1-7 52 15,0-8-172-15,0-7-64 0,-4-10-132 16,4-9-164-16,-4-4-260 0,4-6-304 15,-4-3-996-15,4 0-876 0,-4-6-1481 16,0-10-1159-16</inkml:trace>
  <inkml:trace contextRef="#ctx0" brushRef="#br0" timeOffset="13195.49">4971 8404 860 0,'0'0'11137'0,"0"0"-9205"0,0 0-1340 15,97-10-300-15,-61 7 540 16,-4 3-24-16,-4 0-324 0,-1 0-60 15,-3 0-140-15,0 0-184 0,0 0-100 0,-4 3-4 16,-1-3-132-16,-2 3-596 16,-9 1-360-16,-1 5-448 0,-7 1-884 0,0-1-2833 0</inkml:trace>
  <inkml:trace contextRef="#ctx0" brushRef="#br0" timeOffset="13365.616">5003 8826 4744 0,'0'0'7345'0,"0"0"-6221"0,0 0-524 0,0 0 352 16,0 0 104-16,0 0 100 0,0 0 44 0,101-9-276 15,-66 2-408-15,1-2-260 0,4-1-60 16,-9-2-196-16,6 2-108 0,-5 1-100 16,0-1-332-16,0 4-248 0,0 3-264 15,-5 3-512-15,-7 0-1592 0,0 6-3453 0</inkml:trace>
  <inkml:trace contextRef="#ctx0" brushRef="#br0" timeOffset="13847.33">5407 9426 1408 0,'0'0'8500'15,"0"0"-7199"-15,0 0-437 16,0 0-84-16,0 0 328 0,0 0 80 0,0 0 96 0,0 0-248 16,0 0-428-16,0 0-312 0,0 0-124 15,19 67 60-15,-11-35-8 0,4 3 56 16,0 4-20-16,0-2-40 0,0 3-36 15,-1 6-40-15,6-2-100 0,-6 1-44 16,-2-5-88-16,3 2-56 16,-5-4-312-16,1-3 28 0,1-7 32 0,-1 2-108 15,-5-3-128-15,1-2-240 0,0 2-612 0,0-2-736 16,-4-6-1629-16,0 6-1427 0</inkml:trace>
  <inkml:trace contextRef="#ctx0" brushRef="#br0" timeOffset="14557.395">4908 10792 3008 0,'0'0'2176'15,"0"0"2232"-15,0 0-3256 16,0 0-251-16,0 0 163 0,0 0 120 16,0 0 196-16,0 0-84 0,0 0-164 0,112 32-232 15,-69-30-212-15,2-2-160 16,-2 0-160-16,-3-2-184 0,0-2-124 0,-8-2-48 15,0-4-12-15,-4 0-12 0,-4 1-48 16,-5-4-184-16,5 0-332 16,-7 4-396-16,-6-4-80 0,1 4-812 0,-8 3-1088 0,-4-1-2673 15</inkml:trace>
  <inkml:trace contextRef="#ctx0" brushRef="#br0" timeOffset="14781.619">5104 10846 3848 0,'0'0'5116'0,"0"0"-3244"16,-4 79-623-16,8-38-173 0,3 7 128 16,9 6 212-16,-4 6 48 0,4 1-228 0,0 5-336 15,-4-2-348-15,-4-5-200 0,0 0-216 16,0-12-76-16,-4-12-60 16,0-7-84-16,-4-11-76 0,3-12-232 0,-3-2-108 15,0-3-188-15,0 0-128 16,0-3-228-16,0-2-680 0,0-6-712 15,-3-1-1977-15,3 2-615 0,-12-12 1964 0</inkml:trace>
  <inkml:trace contextRef="#ctx0" brushRef="#br0" timeOffset="14941.787">5100 11255 4620 0,'0'0'92'0,"0"0"4968"0,0 0-3988 16,0 0 137-16,0 0 59 0,79-32 64 15,-51 32-160-15,4 0-16 0,-4 3-216 0,4 1-160 16,-1-4-180-16,-3 0-192 15,0 0-240-15,0 0-92 0,0-7-76 0,-5-2-8 16,2-1-128-16,-1-5-464 0,0-2-312 16,-5 2-176-16,5-5-592 15,-3 5-2480-15,-1-7-4141 0</inkml:trace>
  <inkml:trace contextRef="#ctx0" brushRef="#br0" timeOffset="15166.432">5712 10900 10032 0,'0'0'4985'0,"0"0"-3789"0,-19 82-472 0,19-44 256 16,0 7-4-16,0-4 16 0,4 0 84 16,8-3-444-16,0-5-460 0,7-3-172 15,-2-4-36-15,-2-7-64 0,6 0-420 0,-1-9-152 16,-1-7-112-16,5-3-36 0,0-10-180 15,1-9-1036-15,-10 1-2016 0,5-21-2497 16</inkml:trace>
  <inkml:trace contextRef="#ctx0" brushRef="#br0" timeOffset="15500.67">6176 10703 7928 0,'0'0'4177'0,"0"0"-3101"16,0 0-528-16,0 0 148 0,0 0 252 15,79 82 148-15,-63-49 320 0,-4-2-120 0,-1 3-404 16,2 5-364-16,-5 3-188 16,-5 1-72-16,-3 1-172 0,0 5-96 15,-3-8 0-15,-9 0 0 16,-1-5 4-16,-2-6 44 0,-5 0-48 0,-1-8-164 0,2-3-300 0,-1-10-12 16,1-3 0-16,-2-3 36 0,1-3-28 15,5-3 48-15,-2-3 24 0,6-7 100 16,-6-6-76-16,2 1-76 0,-2-9 100 15,10 6 124-15,3-2 136 0,4 8 24 16,0 5 64-16,8 0 324 0,12 7 240 16,-1 3 68-16,5 0-28 0,4 7-280 0,0-1-32 15,4 1 64-15,-4-1-60 16,0 0-100-16,-4-6-144 0,4 0-52 0,-9-4-108 16,6-4-520-16,-5-9-268 15,-5-2-196-15,6-6-928 0,-10 6-2469 16,-3-12-3239-16</inkml:trace>
  <inkml:trace contextRef="#ctx0" brushRef="#br0" timeOffset="15696.059">6522 10818 4072 0,'0'0'5628'0,"0"0"-3743"0,0 0-1141 16,0 0-120-16,0 0 360 0,56 85 316 15,-48-63 124-15,3 3-184 0,6 1-376 0,-6 2-260 16,6 5 68-16,-10-5-84 0,1 0-552 15,-8 4-36-15,0 0-280 16,0 6-172-16,-11-1-112 0,-2 5-136 0,-6-1-276 16,-5 1-512-16,-8 2-732 0,8-8-772 15,-20 11-2517-15</inkml:trace>
  <inkml:trace contextRef="#ctx0" brushRef="#br0" timeOffset="16004.059">5824 11985 6108 0,'0'0'5217'16,"0"0"-4137"-16,0 0-108 0,0 0-20 0,0 0 296 15,0 0-376-15,88 64 136 0,-67-32-180 16,-6 2-348-16,1 4-172 0,4 4-36 16,-4 0-100-16,-1 5-88 0,2-3-84 15,-6 4-48-15,6-3-52 0,-9-1-32 16,-1 0-176-16,-3-3-76 0,1-2-20 16,-1-5-104-16,-4-1-112 0,0-8-408 0,-4-3-776 15,4-10-2641-15,-9 5-3719 16</inkml:trace>
  <inkml:trace contextRef="#ctx0" brushRef="#br0" timeOffset="16388.052">5553 13125 1096 0,'0'0'11477'15,"0"0"-9633"-15,0 0-832 0,0 0 380 16,88-3-100-16,-40 3-220 0,3 3 52 16,9 0-172-16,-4 3-63 0,4-1-381 0,-4-5-216 15,-4 0-160-15,-5 0-120 0,-7-11 48 16,-3 2-60-16,-5-4-64 16,-9 0-300-16,-3-2-96 0,-4-1-113 0,-8 3-191 15,0-3-312-15,-8 6-472 0,-4-2-944 16,0 3-1780-16,-16 5-1169 0</inkml:trace>
  <inkml:trace contextRef="#ctx0" brushRef="#br0" timeOffset="16563.095">5901 13122 6564 0,'0'0'1664'0,"0"0"3137"16,-13 92-3849-16,13-48-304 0,8 7 248 16,-3 6 236-16,2 0 220 0,5 7 4 15,-3-4-416-15,-2 1-316 0,1-1-200 16,-4-3-156-16,0-3-168 0,0-6-100 15,0-7-88-15,0-6-180 0,-4-6-204 0,0-3-52 16,4-12-148-16,-4 0-68 16,0-9-120-16,0-1-696 0,-4-8-976 15,-4-1-2281-15,-8-11-1335 0</inkml:trace>
  <inkml:trace contextRef="#ctx0" brushRef="#br0" timeOffset="16707.843">5869 13602 10784 0,'0'0'1953'15,"0"0"-857"-15,79-4-308 0,-43 4-68 16,4 4-196-16,0-1 44 0,-5 0 180 0,1-3-200 16,0 0-240-16,-4 0-232 0,-1-10-76 15,1-2-348-15,-4-8-584 0,-4 5-636 16,-3-2-1060-16,3-1-3029 0</inkml:trace>
  <inkml:trace contextRef="#ctx0" brushRef="#br0" timeOffset="18553.395">9781 9013 7704 0,'0'0'3981'0,"0"0"-3453"16,0 0-28-16,0 0 492 0,0 0 76 16,96 16-36-16,-64-9 36 15,7-5-176-15,5 3-248 0,0-5-140 0,0 0-268 16,0-7-172-16,-5-3-64 0,-3 4-100 0,-4-4-8 15,0 1-104-15,-8-4-416 16,0 4-224-16,-8-1-504 0,-4 4-892 0,-4-1-1813 16,-8 1-2003-16</inkml:trace>
  <inkml:trace contextRef="#ctx0" brushRef="#br0" timeOffset="18846.476">10060 9118 9472 0,'0'0'1264'0,"0"0"-579"0,0 0-17 16,-16 83 344-16,16-48 284 0,0 0-48 15,0 6-156-15,0-3-380 0,0 6-352 16,4 1-128-16,4 6 28 0,0-1-24 16,0 9-88-16,0-3 0 0,0-2-76 15,0 0-60-15,0-4 64 0,3-6-76 0,2-2 84 16,-2-4-72-16,2-6 60 15,2-2-72-15,2-9-64 0,-2-2 16 16,5-1-88-16,0-4 40 0,4-9 88 16,4 2-44-16,0-3-144 0,4-4-16 0,-1 0 4 15,5-6 12-15,0-4-64 0,4-4-176 16,-4-4-276-16,4-4-368 0,-1-1-628 0,-11 1-1096 16,9-13-2797-16</inkml:trace>
  <inkml:trace contextRef="#ctx0" brushRef="#br0" timeOffset="19091.472">10925 9074 10724 0,'0'0'4953'0,"0"0"-4309"0,0 0-456 0,0 0 0 0,83 22 348 15,-51-12 172-15,4-4 204 16,0 0 56-16,-4-3-392 16,7-3-308-16,-3 0-60 0,0-5-208 0,-3-2-4 15,-2-6-180-15,1 0-440 0,-9-2-72 16,1-2-180-16,-3 2-284 0,-6 3-1060 0,-6 5-1828 16,-9-3-1125-16</inkml:trace>
  <inkml:trace contextRef="#ctx0" brushRef="#br0" timeOffset="19285.051">11163 9238 9912 0,'0'0'1173'0,"-4"68"-617"15,8-30-120-15,5 6 572 0,-2 11 340 16,1-2 128-16,1 1-172 16,-5 3-400-16,-4-7-448 0,0 2-220 0,0-4-236 15,0-6-148-15,-4-9-40 0,-1-8-20 16,1-6-164-16,4-5-236 0,0-11-352 15,0-3-412-15,-4 0-496 0,4 0-725 16,0-17-2055-16</inkml:trace>
  <inkml:trace contextRef="#ctx0" brushRef="#br0" timeOffset="19456.393">11211 9601 8612 0,'0'0'2056'0,"0"0"-535"0,0 0-501 0,0 0 252 15,77-32-300-15,-54 26-232 16,-3 3-76-16,4 0-240 0,-5-1-276 15,-2-2-92-15,3 3-56 0,-8-1-8 0,3 1-140 0,-6 0-328 16,-2 3-288-16,-3 0-356 16,-4 0-324-1,0 10-720-15,-4 3-421 0,-3-1-531 0,-14 18-1588 16</inkml:trace>
  <inkml:trace contextRef="#ctx0" brushRef="#br0" timeOffset="19580.499">11263 9801 2916 0,'0'0'2776'0,"0"0"-512"0,0 0-320 0,-44 75-179 0,40-55-445 16,4-7-328-16,0 0-156 0,4-1-204 15,9-6-104-15,-2 4-36 0,6-7 180 0,2 1-76 16,1-4-248-16,4-4-216 0,-1-5-132 16,2-4-136-16,-1-6-212 15,0 3-200-15,-5-6-440 0,5-1-484 0,-11 4-832 16,6-12-3021-16</inkml:trace>
  <inkml:trace contextRef="#ctx0" brushRef="#br0" timeOffset="19780.724">11952 9451 10136 0,'0'0'6797'0,"0"0"-5965"16,0 0-708-16,0 0-120 0,0 0-4 0,0 0-8 15,0 0 0-15,0 0 4 0,84 42-516 16,-76-42-452-16,0 3-264 15,0 0-1008-15,-8 4-3681 0</inkml:trace>
  <inkml:trace contextRef="#ctx0" brushRef="#br0" timeOffset="19930.425">11945 9811 12821 0,'0'0'1340'0,"0"0"-1336"0,0 0 488 0,0 0 380 16,0 0-152-16,0 0 252 0,84 21-168 15,-61-27-804-15,5-9-60 0,0-2-388 16,-4-8-360-16,0 0-740 0,-5 6-2364 0,9-10-3433 16</inkml:trace>
  <inkml:trace contextRef="#ctx0" brushRef="#br0" timeOffset="20155.366">12805 9068 17821 0,'0'0'2604'0,"0"0"-2068"0,0 0-316 16,0 0 0-16,92 15-148 0,-73-15 24 0,-2 0 269 16,3 0-49-16,-1 0-184 0,5-9-120 15,4-3-12-15,4-5-396 0,-4 1-465 0,-4-3-371 16,4 3-220-16,-8-3-912 0,-8 7-2700 15,0 2-3529-15</inkml:trace>
  <inkml:trace contextRef="#ctx0" brushRef="#br0" timeOffset="20335.955">12909 9128 664 0,'0'0'11861'0,"0"64"-10193"16,0-27-1048-16,0 8 300 0,3 9 572 0,1 0-120 15,1 0 124-15,-1-3-288 0,0-4-527 16,0-6-497-16,-1-6-184 0,-3-2-40 16,4-5-60-16,-4-3-213 0,0-6-295 0,0-3-172 15,0-7-288-15,4-2-620 16,-4-7-1440-16,0 0-2125 0,0-7-1763 0</inkml:trace>
  <inkml:trace contextRef="#ctx0" brushRef="#br0" timeOffset="20485.635">13000 9512 3056 0,'0'0'11489'16,"0"0"-9801"-16,0 0-1036 0,0 0-32 16,88 13 0-16,-68-10-264 0,3-3 76 15,2 0 84-15,-1-6-272 0,0-7-200 16,0-3-44-16,3-1-392 0,1-4-372 16,0-5-264-16,-4 1 32 0,0 6-1564 0,4-9-4309 15</inkml:trace>
  <inkml:trace contextRef="#ctx0" brushRef="#br0" timeOffset="20912.187">13845 8909 4528 0,'0'0'10969'16,"0"0"-9637"-16,0 0-1272 15,0 0-56-15,0 0 176 0,0 0 8 0,0 0 208 16,0 0-24-16,0 0-360 0,0 0-12 15,0 0-8-15,87-64-52 0,-66 62 36 0,-1-3 24 16,-5 5 184-16,5 11 136 0,1 4 88 16,-6 4 132-16,2 4-136 0,-6 5-148 0,1-2-60 15,0 6-72-15,-4 0-28 16,4-1-24-16,-4 7 28 0,4 3 20 16,4 0 40-16,-4 8-16 0,-1-2 4 0,-2 0-28 15,-1 4-44-15,0 0 56 0,-1-3 28 16,2-4-40-16,-5 1-11 0,3-8-49 15,-3 1-52-15,0-6 92 0,0-3-4 16,0-4-24-16,1-6-68 0,-1 1 4 16,-4-5-8-16,0-5-44 0,0 0 36 15,0-8-64-15,0 5-64 0,0-7-8 16,-9 3 47 0,-3 0-3-16,1-3 100 0,-9 0-96 0,-5 0-148 15,-3 0-168-15,-3-8-76 0,3-3-208 0,-8-5 20 0,4 1-64 16,4-5-224-16,5-2-500 0,-1 3-812 0,11-3-2029 15,-2 3-1399-15,11 3 2224 16</inkml:trace>
  <inkml:trace contextRef="#ctx0" brushRef="#br0" timeOffset="21081.463">14718 9197 12389 0,'0'0'5904'15,"75"-5"-5004"-15,-38-2-692 0,2-3-24 0,5 4 60 0,-9-3 88 16,-7 2-28-16,-4 4-304 16,-12-3-12-16,0 3-344 0,-12 3-340 15,0 0-436-15,0 0-920 0,-12 3-4377 0</inkml:trace>
  <inkml:trace contextRef="#ctx0" brushRef="#br0" timeOffset="21231.04">14722 9537 10212 0,'0'0'6969'0,"0"0"-5717"0,0 0-1080 0,0 0 248 16,0 0-164-16,80 10-8 0,-57-10 180 15,5-10 536-15,0 1-516 0,0-7-448 16,0 0-276-16,0 1-628 0,-4-2-432 16,-9 2-968-16,5-5-3785 0</inkml:trace>
  <inkml:trace contextRef="#ctx0" brushRef="#br0" timeOffset="21745.583">15793 8794 10452 0,'0'0'4553'0,"0"0"-3245"0,80 16-584 0,-40-9 268 16,7-4 68-16,-2 1-372 0,-2-4-224 16,-7 0-132-16,0-11-188 0,-8 2-136 15,0-7-8-15,-4 3-376 0,-4-2-480 16,-5-4-276-16,-2 6-372 0,-9-3-1152 0,-4 7-2361 16,-4-1-2879-16</inkml:trace>
  <inkml:trace contextRef="#ctx0" brushRef="#br0" timeOffset="21971.502">15985 8880 5004 0,'0'0'7657'16,"0"0"-6597"-16,-8 89-692 0,8-54 12 15,0 10 400-15,0 2 332 0,0 4 80 16,4-1-100-16,0 2-284 0,-4 2-292 0,3-4-100 16,1 4-16-16,0-4 64 0,1-1 0 15,-1-5-99-15,4 0-53 0,-1-9-92 16,1 0 32-16,8-3 76 15,0-6-84-15,4-1-112 0,8-9-132 0,0-4-4 0,0-2-156 16,8-3-20-16,-8-7-36 16,4 0-64-16,-8-4-108 0,0-2-133 15,-5-4-123-15,5 1-284 0,-4-1-504 16,0-3-852-16,-4 7-1824 0,3-10-1865 16</inkml:trace>
  <inkml:trace contextRef="#ctx0" brushRef="#br0" timeOffset="22330.268">16729 8928 6764 0,'0'0'6641'15,"0"0"-5193"-15,0 0-316 16,88 22-440-16,-48-16 140 0,4 1 160 15,0-7-304-15,0 0-224 0,-1-10-232 0,1-5-136 16,0-5-96-16,-8 1-84 0,0-6-444 16,-8 2-308-16,0-2-352 15,-8 3-516-15,-9 6-1428 0,-7-6-3073 0</inkml:trace>
  <inkml:trace contextRef="#ctx0" brushRef="#br0" timeOffset="22529.395">17088 8941 8552 0,'0'0'6081'0,"0"0"-5021"16,-7 85-988-16,7-47 156 0,0 7 440 0,3-1 436 16,-3 4 92-16,0-4-56 0,0 1-432 15,0-7-424-15,0-6-284 0,0-4 0 16,0-6-100-16,0-6-288 0,0-6-188 16,0-1-24-16,0-5-148 0,-3-4-128 15,3 0-508-15,-5 0-732 0,5-6-784 16,-8-5-1389-16,4-1-591 0,-3-4 3508 15,3-3 772-15,0 6 337 0</inkml:trace>
  <inkml:trace contextRef="#ctx0" brushRef="#br0" timeOffset="22650.168">17064 9283 3068 0,'0'0'352'0,"0"0"6168"0,0 0-3779 0,0 0-529 15,76-32-864-15,-44 26 36 0,0-1-224 16,4 1-236-16,-4 0-84 0,-4 4-108 0,0-5-332 16,0 3-280-16,-9 1-120 0,-3-3-84 15,0 3-284-15,-9-1-312 0,-2 4-212 16,-5 0-164-16,0 4-540 0,0 5-1248 15,-12 5-1781-15,0 0-1471 0,-8 10 3084 0</inkml:trace>
  <inkml:trace contextRef="#ctx0" brushRef="#br0" timeOffset="22796.346">17204 9462 5244 0,'0'0'236'0,"0"0"7385"0,0 0-5985 16,0 0-916-16,0 0-4 0,0 0 312 15,0 0-100-15,0 0 68 0,0 0-208 0,96 21-372 16,-68-30-404-16,3-3-12 15,1-5-208-15,0-2-248 0,0-3-216 0,0 3-268 16,-4 0-436-16,-9 6-1604 0,9-9-4001 16</inkml:trace>
  <inkml:trace contextRef="#ctx0" brushRef="#br0" timeOffset="23000.88">17861 8988 13357 0,'0'0'6976'16,"0"0"-6208"-16,0 0-768 0,0 0-208 15,0 0 160-15,75 19-4 0,-62-13 48 16,-1-2 0-16,-5-1-456 0,6 1-520 16,-2-2-128-16,-3 4-808 0,-3-2-2316 15,-5 3-3753-15</inkml:trace>
  <inkml:trace contextRef="#ctx0" brushRef="#br0" timeOffset="23129.48">17941 9299 12865 0,'0'0'4476'0,"0"0"-3796"15,0 0-668-15,0 0 360 0,0 0-112 0,0 0-128 16,0 0 252-16,83 61-4 0,-62-61-380 16,-1 0-348-16,-5-7-192 0,5-2-376 15,-4 3-708-15,-4-1-2308 0,-4-3-3157 16</inkml:trace>
  <inkml:trace contextRef="#ctx0" brushRef="#br0" timeOffset="23639.836">18136 8741 2660 0,'0'0'9013'15,"0"0"-7233"-15,0 0-804 0,0 0-80 16,0 0 500-16,0 0-28 0,100 47-88 0,-61-38-132 16,9-5-332-16,4-1-195 15,3-3 23-15,1 0-208 0,0-10-208 16,-7-2-180-16,-2-1-48 0,-3-6 0 0,-4 3-228 16,-8-6-220-16,-4 3-196 0,-4 2-145 15,-9 5-211-15,-7 3-520 16,-3 3-1144-16,-5 2-1888 15,-5 4-1165-15</inkml:trace>
  <inkml:trace contextRef="#ctx0" brushRef="#br0" timeOffset="23838.618">18507 8785 9792 0,'0'0'1717'0,"0"0"-861"0,0 0-636 16,0 0 392-16,-17 91 556 0,17-52 196 0,0 2 40 15,5 10-312-15,-1-1-356 0,0 9-204 16,0-3-68-16,-4-2-112 0,4 0-204 15,-4-9-148-15,0-7-68 0,0-9-44 16,0-8-280-16,0-8-84 0,3-7-88 16,-3-2-92-16,0-4-148 0,0 0-328 15,0-4-612-15,0-2-328 0,0-7-1125 0,0-1-1855 16,0-6 924-16</inkml:trace>
  <inkml:trace contextRef="#ctx0" brushRef="#br0" timeOffset="23962.338">18539 9192 144 0,'0'0'4168'16,"0"0"-3244"-16,0 0 5817 0,0 0-4621 15,0 0-972-15,83-48-164 0,-55 42 324 0,-1 2-404 16,1 1-216-16,4 3-160 0,-4-3-220 16,4 0-148-16,0-4-160 0,0 1-68 15,-4 0-508-15,4-4-516 0,-4 1-236 16,0 2-656-16,-8 1-1944 0,4 0-2597 16</inkml:trace>
  <inkml:trace contextRef="#ctx0" brushRef="#br0" timeOffset="24622.994">19339 8597 5836 0,'0'0'1156'0,"0"0"3765"15,0 0-4013-15,0 0-308 0,0 0-12 16,0 0 184-16,0 0 196 0,0 0-136 15,0 0-184-15,0 0-92 0,-43 90 112 16,43-36 268-16,0 9-128 0,4 7-64 16,0 0 120-16,0-4-235 0,3-5-217 15,1-7-168-15,-3-7-204 0,3-6-40 16,-1-5-96-16,5-9-36 0,0-4-184 16,0-4-204-16,4-9-225 0,0-7-107 0,0-6-124 15,3-16-652-15,-2 0-1528 0,3-26-3557 16</inkml:trace>
  <inkml:trace contextRef="#ctx0" brushRef="#br0" timeOffset="24968.885">19817 8604 7948 0,'0'0'6329'0,"0"0"-5357"0,20 83-556 16,-12-42 0-16,-3 13 624 0,-1 0 332 15,0 0 68-15,-4 0-88 0,0-1-463 16,-4-1-417-16,-5-5-216 0,1-2-88 15,1-4-92-15,-6-10-76 0,1-6-72 16,1-1 60-16,-6-10-84 0,6 0-136 0,-9-5-120 16,4-5-72-16,-4-4-37 0,3 0-3 15,2-10 124-15,-5-7 96 16,8 3 60-16,1-10 64 0,2 3-64 0,1-4-12 0,8 2 84 16,0 1 100-16,8 3-72 15,5 3 84-15,2 7 84 0,9 5 64 16,0 4 184-16,4 0 32 0,4 4-96 0,0 2-156 15,0 3 32-15,-4 1 28 0,0-4-4 16,-1 1-32-16,-3-4-88 0,0-3-48 16,-4 0-40-16,-1-3-204 0,-2-7-244 15,-2-3-220-15,-2-2-236 0,2-5-1020 0,-6 8-2204 16,-1-14-2241-16</inkml:trace>
  <inkml:trace contextRef="#ctx0" brushRef="#br0" timeOffset="25248.321">20292 8613 8988 0,'0'0'6261'0,"0"0"-4961"0,0 0-976 0,0 0-276 16,0 0 672-16,24 74 600 0,-16-58-104 0,3-1-72 15,6 1-463-15,-2 3-293 0,5-3-120 16,4 3-12-16,-4 3-52 0,4 0-108 15,-4 8-24-15,-1-2-60 16,2 3 72-16,-5 1-80 0,-4 3-4 0,-5-6-8 16,-3 5-4-16,-4-2-84 0,0 3-60 0,-8 0-24 15,-7 0-52-15,-5 1-168 16,-1-9-73-16,-2 2-111 0,-5-6-48 16,4-8-236-16,0-2-400 0,-4-6-828 15,13-5-1068-15,-9-2-3037 0</inkml:trace>
  <inkml:trace contextRef="#ctx0" brushRef="#br0" timeOffset="25915.731">20582 8531 5896 0,'0'0'1484'16,"0"0"3429"-16,0 0-3545 0,0 0-608 16,0 0 212-16,0 0 76 0,0 0-276 15,0 0-176-15,0 0-176 0,0 0-164 16,96-25-92-16,-72 9-44 0,0-3 40 15,0-1-96-15,0 1-64 0,-5 0-64 16,6 7 16-16,-5 2-40 0,-1 7-44 16,-2 3-4-16,2 6 36 0,-7 10 56 15,8 10 44-15,-4 2 0 0,-4 7 48 0,4 7 40 16,-4 2-76-16,4 7 48 0,-4 0 4 16,0 0-64-16,4-1 0 0,-5 5-44 15,6-2 44-15,-2 1 12 0,-2-3 52 16,-2-1-56-16,-2 2 64 0,2-2 76 15,-3-2 72-15,0 0-20 0,-3-4 8 16,2-3 0-16,-7-6 120 0,4 0-32 16,0-7-4-16,-4-5-132 0,0-4-28 0,4-3-120 15,-4-7-12-15,0 1 0 0,0-4-4 16,-4 1-216-16,-4-1 0 0,1 0-60 16,-6-3-12-16,-2 0 36 0,-6 4 32 15,-3-7-8-15,0 3 24 0,-8-3-76 0,-3 0-84 16,-1 0-116-16,-4-3-60 0,-4-4-304 15,1-2-284-15,-10 0-524 16,18-1-816-16,-21-6-1865 0</inkml:trace>
  <inkml:trace contextRef="#ctx0" brushRef="#br0" timeOffset="26695.453">21643 8462 6128 0,'0'0'1248'0,"0"0"2917"16,0 0-3293-16,0 0-104 0,0 0 172 0,0 0 336 15,0 0-204-15,99 31-312 16,-67-27-192-16,7-4-144 0,-3 0-192 0,5-4-48 15,-2-9-108-15,-3 1-76 0,-1-5-100 16,2 2-320-16,-5-4-432 16,-5-1-312-16,-3 2-484 0,-7 2-1136 0,-2 0-2337 0</inkml:trace>
  <inkml:trace contextRef="#ctx0" brushRef="#br0" timeOffset="26931.744">21937 8474 10876 0,'0'0'1425'0,"0"0"-745"0,-23 86-488 0,18-49 340 0,1 9 624 16,0 4 176-16,0 4-132 15,4 0-308-15,0 2-300 0,4 2-136 0,0 2-76 16,5-3-40-16,-2 1-32 0,1-7-16 0,4-4-36 16,4-3-48-16,0-5-64 15,4-7-132-15,4-7-12 0,4-3-108 16,4-6-76-16,3-3-84 0,1-7-84 0,4-3-248 15,0-3-88-15,-4-6-124 16,3-7-204-16,-3-3-576 0,-12 3-1108 0,16-12-2521 16</inkml:trace>
  <inkml:trace contextRef="#ctx0" brushRef="#br0" timeOffset="27425.207">22623 8499 5092 0,'0'0'1096'0,"0"0"2160"0,0 0-1175 0,0 0-441 16,0 0-600-16,0 0-104 0,0 0 32 16,0 0 184-16,0 0-160 15,0 0-20-15,107 44-200 0,-71-37-308 0,8-4-196 0,-4-3-48 16,-5-6-112-16,1 0-32 15,-4-4-76-15,0-3-76 0,-4 1-92 16,-4-4-392-16,-4 2-236 0,-8 2-300 0,-1-1-364 16,-2 5-1360-16,-9-3-2869 0</inkml:trace>
  <inkml:trace contextRef="#ctx0" brushRef="#br0" timeOffset="27631.2">22842 8657 11701 0,'0'0'1880'0,"0"84"-1096"16,0-37-76-16,4 14 816 0,0 2 16 16,3 4-76-16,1-3-352 0,-3-4-428 15,3-6-368-15,-1-7-147 0,-3-6-169 0,4-10-4 16,-3-8-129-16,-1-7-171 0,-1-6-172 16,1-10-24-16,0 0-136 0,0 0-148 15,5-10-312-15,-5 1-788 0,-1-10-1204 16,-3 3-2381-16,0-6-2038 0</inkml:trace>
  <inkml:trace contextRef="#ctx0" brushRef="#br0" timeOffset="27781.782">22913 8960 11897 0,'0'0'1840'16,"0"0"-600"-16,0 0-736 0,80 6 468 0,-44-3 580 16,-4-3-540-16,4 0-364 15,-1-3-340-15,1-10-188 0,5-2-120 16,-2-11 0-16,1 1-268 0,-1-7-380 15,-2 1-328-15,-1-5-224 0,-1 1-724 0,-11 10-2333 16,8-13-3003-16</inkml:trace>
  <inkml:trace contextRef="#ctx0" brushRef="#br0" timeOffset="28001.017">23622 8410 4984 0,'0'0'7553'16,"0"0"-6417"-16,0 0-920 0,-35 70 444 15,27-38 1004-15,-1 9-20 16,2 0-140-16,7 8-404 0,0 1-332 0,0-2-196 0,7 2-63 16,2-5-37-16,-1-5-204 0,3-7-264 15,-2-4-4-15,-1-11-84 0,7-5-244 16,-2-7-156-16,6-6-65 0,1-3-11 0,8-16-156 16,0-9-424-1,0-10-1024-15,-5 8-3116 0,5-23-3561 16</inkml:trace>
  <inkml:trace contextRef="#ctx0" brushRef="#br0" timeOffset="28351.225">24096 8366 13165 0,'0'0'1976'0,"0"0"-1160"0,5 91-432 16,-5-51 488-16,4 6 612 0,0-1-172 15,0-1-236-15,-1-2-484 0,1-4-359 16,0 0-97-16,-4-6-56 0,0-1-80 0,0-1-12 15,0-5-88-15,-8-3-20 16,1-6-61-16,-1-1-135 0,-5-2-172 16,-2-6-12-16,-1 2 12 0,-5-6 32 0,-2-3 112 15,-1 0 28-15,4-6 44 0,4-3-24 16,0-8-124-16,1 2 48 0,-2-4 60 16,6-4 64-16,3-3 60 0,-1 5-24 15,9 1 60-15,0 5 144 0,0 5 8 16,13 7 116-16,-2 0 268 0,6 3 200 15,-2 3-12-15,5 7-80 0,5-1-72 16,-6 0-52-16,5 1-48 0,0-4-88 16,0-2-72-16,-5-1-100 0,2-3-60 15,-2-3-108-15,-3-7-348 0,1-3-476 0,2-2-356 16,1-8-1300-16,-8 5-2149 0,12-12-1783 16</inkml:trace>
  <inkml:trace contextRef="#ctx0" brushRef="#br0" timeOffset="28540.938">24467 8301 6552 0,'0'0'5629'0,"0"0"-4541"15,0 0-860-15,0 0 308 16,24 81 764-16,-15-53-240 0,-2 0-236 16,1 5-292-16,0 2-184 0,0-3-176 0,4 5-36 15,-4 1 36-15,-1 0 0 16,-7 1-172-16,0-1-12 0,0 0-480 15,-11-3-104-15,-5 0-172 0,-4 0-124 0,0-3-316 16,-4-4-380-16,8-6-1069 0,-16-6-2263 16</inkml:trace>
  <inkml:trace contextRef="#ctx0" brushRef="#br0" timeOffset="29097.296">24870 8445 5852 0,'0'0'6821'0,"0"0"-5545"15,0 0-404-15,0 0-64 0,0 0 124 16,0 0 60-16,0 0-384 0,0 0-336 16,0 0-272-16,79 42-60 0,-79-36-300 15,0 4-272-15,0-1-464 0,0 4-784 0,0-4-2213 16,-8 10-1255-16</inkml:trace>
  <inkml:trace contextRef="#ctx0" brushRef="#br0" timeOffset="29219.612">24917 8788 11189 0,'0'0'1896'0,"0"0"-1016"16,0 0-676-16,0 0 468 0,0 0 572 0,88 57-204 16,-72-53-396-16,4-4-332 0,-4 0-176 15,3-6-28-15,2-5-108 16,3-4-536-16,-5-8-568 0,1-2-608 0,-8 6-1252 16,8-16-3733-16</inkml:trace>
  <inkml:trace contextRef="#ctx0" brushRef="#br0" timeOffset="29409.846">25383 8350 116 0,'0'0'12897'16,"0"0"-10589"-16,0 0-1540 0,80 13 36 0,-44-13 644 0,0 0-340 16,0-7-312-16,-1-8-320 15,6-4-268-15,-2-4-164 0,-3-2-44 16,-4-4-256-16,4 1-500 0,-8-1-224 0,-8 7-108 15,0-3-280-15,-5 9-912 16,-7 2-1833-16,-8 4-1239 0</inkml:trace>
  <inkml:trace contextRef="#ctx0" brushRef="#br0" timeOffset="29721.973">25630 8325 10997 0,'0'0'2152'0,"0"0"-1452"15,0 104-356-15,0-57 428 0,4 5 448 0,0-1-20 16,5-1-136-1,-2 1-92-15,-3-3-152 0,4-7-160 0,-3-3-160 16,-1-7-172-16,-4-1-195 0,0-8-133 0,0-3-77 16,0-7-35-16,0-2-288 0,0-3-160 15,0-4-76-15,0 0-108 0,-4-3-204 16,-1 0-292-16,1-3-452 0,-4-4-552 0,1-2 156 16,-2-7 527-16,-3 0 121 0,5-3-80 15,-6-4 256-15,5-2 1264 0,1 0 28 16,3-1 1064-16,4 4 64 0,0 3 92 15,8 6 148-15,3 4 9 0,6 5-33 16,3 2-176-16,3 2-224 16,1-3-180-16,4-1-112 0,0-5-244 0,0-5-252 15,4 2-184-15,0-9-112 0,3-2-548 16,-3-6-496-16,0 4-540 0,-12 2-1109 16,12-2-2631-16</inkml:trace>
  <inkml:trace contextRef="#ctx0" brushRef="#br0" timeOffset="30261.99">26463 8017 196 0,'0'0'10829'0,"0"0"-8685"16,0 0-1848-16,0 0-288 0,0 0 416 16,0 0 160-16,0 0-80 0,80-61-76 15,-64 52-88-15,0-4-112 0,-1 1-80 16,2 1-84-16,-2 3-60 15,2 1-4-15,-10 0 0 0,6 4 68 0,-5 0-68 16,-1 0 4-16,6 3-4 0,-5 0 100 16,-1 6-24-16,5 4-68 0,4 5 128 15,-4 8 12-15,4 6 64 0,0 2-36 0,-4 11-40 16,0 2 40-16,-4 4-52 0,0-1-112 16,0 7-8-16,-4-3 8 0,0 0-4 15,0 0 80-15,-1-4 108 0,2-5-48 16,-1-5-24-16,0 2 0 0,0-7 12 0,0-1-64 15,-4 2 52-15,4-2-72 0,-4-6 8 16,3 4-48-16,-3-4 48 0,0-3 16 16,0 4-4-16,0-3-20 0,-3-4-40 15,-5 2 48-15,0-5-56 0,-4 3-4 16,0-6-12-16,-4 3-100 16,0-3-84-16,0-4-196 0,-4 1-292 15,-4-1-372-15,-4-3-252 0,-7 1-400 0,7-4-1049 16,-28 6-3479-16</inkml:trace>
  <inkml:trace contextRef="#ctx0" brushRef="#br0" timeOffset="31180.718">22734 10007 6900 0,'0'0'1312'0,"0"0"100"16,0 0 265-16,0 0-637 15,0 0-364-15,0 0 204 0,0 0 360 0,91 6-272 0,-63 13-128 16,8 4-156-16,0 3 72 16,1 5 32-16,6-3-260 0,-4 1-176 15,2 1-44-15,-5-9-4 0,3-2-24 16,-3-3-84-16,0-7-100 0,4-5-84 15,-4-4-12-15,3-4-4 0,-3-5-4 16,0-3-152-16,-8-2-56 0,-4 3-28 0,0-3-64 16,-8 2-8-16,0 2 36 15,-8 4 96-15,4-4-12 0,0 3-4 16,-1-5-20-16,2 2 0 0,2-5-40 0,6-8 88 16,-1 0-76-16,3-7-60 0,5-3-152 0,4-1-152 15,4 2-156-15,4 0 332 16,0 4 436-16,-1 3 64 0,6 6 176 15,-2 2 0-15,1 8-16 0,-4 3 44 0,-4 2-44 16,-5 1 36-16,-3 3 40 16,0 0 12-16,-7 0-16 0,-6 7-12 0,2-1-100 15,-6 3-24-15,1 4 28 0,-4 3 56 16,0 5-36-16,0 2-72 16,0 6-12-16,4 0-124 0,3-1 172 0,2-6 48 15,2-3-220-15,1-2-100 16,8-11-20-16,0-4 44 0,4-2-96 15,4-5 88-15,0-12 12 0,4-1-88 0,4-8 12 16,-1-2 0-16,1-1 100 16,4 0-4-16,0 6 48 0,4 2 4 15,-5 2 88-15,2 0 20 0,-2 6-20 0,-3 3-28 0,3 1 40 16,2-1 108-16,-6 4 12 0,5 0 52 16,0-4-100-16,0-6-52 0,-1 1 4 0,5-8-28 15,-3-5 4-15,-2 0-40 16,5-5-56-16,-9 2-4 0,2-4-68 0,-10 3-216 15,1 1-316-15,-8-1-124 0,0 3-52 16,-8 1-256-16,0-1-524 0,-4 4-868 16,-8 5-1589-16,-8-2-1863 0</inkml:trace>
  <inkml:trace contextRef="#ctx0" brushRef="#br0" timeOffset="31650.521">24324 10276 2752 0,'0'0'10489'0,"0"0"-9181"16,24 90-980-16,-16-52-88 0,3 7 528 15,2-4 360-15,-2-6-372 0,-3-3-408 16,5-11-336-16,-2-5-12 0,-3-3-248 0,5-9-48 16,-2-2-188-16,1-2-164 0,0-9-196 15,0-3-64-15,4-4-208 0,-8-7-472 16,4 1-573-16,-4-3-319 15,0 2 672-15,-4-2 1028 0,4-1 780 0,-5 1 780 16,2-3 28-16,-1 2-172 0,-4 1 184 16,0 6 336-16,0 3 240 0,0 10-83 0,0 2-273 15,4 4-312-15,0 7-56 16,0 6 88-16,3 9-92 0,2 6-168 0,-1 11-192 16,-1-2-48-16,6 5-60 0,-5 2 0 15,-1-6 60-15,1-3-112 0,1 1-148 16,-5-11-176-16,0 0-596 0,-1-6-600 15,-3 0-456-15,0-6-2089 0,0 6-4375 0</inkml:trace>
  <inkml:trace contextRef="#ctx0" brushRef="#br0" timeOffset="32181.749">24427 11283 11249 0,'0'0'2648'16,"0"0"-2152"-16,0 0-448 0,-88 29-48 0,60-19 396 0,5 2 68 0,-1 4 64 15,4 6 216-15,1 1 28 0,6 8-56 0,5 5 12 16,4 5-24-16,4 0-240 15,4 7-208-15,4-1-120 0,0-2-28 16,8-4-44-16,-4-9-64 0,0-6-168 0,4-12-16 16,-4-7 48-16,4-7-60 0,-4-7 100 0,4-12-64 15,0-6-72-15,-4-9 8 16,3-7-68-16,-6-4-4 0,2-3-40 16,-3 0 28-16,1 1-12 0,-5 0 72 15,-1-1 84-15,1 0 28 0,-4-3-28 0,0 1-32 16,-4 1 8-16,-3-1 188 15,-2 3 12-15,1-5-12 0,-3 8 136 16,2 4-72-16,1 1 36 0,1 10 0 0,-1 9-12 16,4 9-76-16,-1 4 24 0,5 7 152 15,0 0 160-15,5 13-116 0,3 6-44 16,3 9-4-16,6 7 0 0,-2 11 164 16,2 3 44-16,2 6 52 0,-3 2-40 0,0 3-148 15,0-2 12-15,-4-2-60 0,-4-1-100 16,4-7-108-16,-4-11-72 15,0-5-244-15,-4-13-248 0,4-3-60 0,-4-10-92 16,4-3 0-16,0-3-264 16,0-6-716-16,-4-7-1104 0,3 1-1933 0,1-4-2611 15</inkml:trace>
  <inkml:trace contextRef="#ctx0" brushRef="#br0" timeOffset="32481.218">24726 11525 9924 0,'0'0'2805'0,"0"0"-1837"15,0 0-536-15,0 0 392 0,48 72 244 0,-36-55-576 16,4-5-144-16,-4-5-148 0,3-7-124 16,2 0 24-16,2-7 24 0,-2-5-124 15,3-7-4-15,-5-7-196 0,-3-2 40 16,4-4 156-16,-8 1 0 0,1 1-44 16,-2 5 36-16,-3-1 12 0,-4 5-12 0,0 2 12 15,-4 6 60-15,-3 0 12 0,-2 7 64 16,-3 0-8-16,0 6-44 0,4 0 116 15,0 12 84-15,-3 7 0 0,2 7 224 16,1 2-164-16,1 7-100 0,3 4 28 0,0-2-100 16,4-2-64-16,0-2-8 15,0-5-100-15,0-2-4 0,0-8-352 0,0-2-172 16,0-6-224-16,0-4-64 0,4-3-368 16,4-3-748-16,-1 0-2133 0,6-9-1447 15</inkml:trace>
  <inkml:trace contextRef="#ctx0" brushRef="#br0" timeOffset="32899.581">25213 11455 6108 0,'0'0'4284'15,"0"0"-2223"-15,0 0-153 0,0 0-28 0,0 0-520 16,0 70-348-16,-9-42 96 0,1 4-72 0,0 1-412 16,1-8-296-16,2-3-111 0,1-3-217 15,4-10-76-15,0-2-181 0,0-4-83 16,0-3 24-16,0 0 108 0,0-7 76 0,4-2 120 15,5-4 4-15,-2 1-44 0,5-1-4 16,-3-3 52-16,2 1-4 0,1 5-176 16,0-1 40-16,0 6 136 0,0 5-4 15,4 0 4-15,0 5 8 0,0 9 76 16,0 1 20-16,-1 8-96 16,6-1-52-16,-6 3 40 0,-2 1-72 0,2 2-40 15,-2 0 28-15,-6 5 92 0,1-1-8 0,0 3 12 16,-3-1 8-16,-1-2 0 15,-4 2 40-15,0-1 12 0,0-1 12 16,0-1-8-16,-4-5-52 0,-5-1-12 16,1-3-84-16,-3-5 40 0,2-2 44 0,-3-3 12 15,-4-1 36-15,1-2-40 16,-2-4-8-16,-2 0-84 0,-5-3-88 0,0-2-84 0,-8 0 0 16,0 0-128-16,-4-2-20 15,-3-8-52-15,3 1-228 0,-5-4-288 16,6-4-284-16,-1-2-712 0,12 5-545 15,-4-16-2075-15</inkml:trace>
  <inkml:trace contextRef="#ctx0" brushRef="#br0" timeOffset="33432.665">25881 11071 6472 0,'0'0'1808'16,"0"0"-436"-16,0 0-248 0,0 0 329 0,0 0 155 15,0 0-116-15,0 0-256 0,64 70-304 16,-44-45-212-16,0 6-68 15,5 15 96-15,-2 4-76 0,1 14-304 0,4 5-136 16,-8 5 72-16,3 2 36 0,-3-1-60 16,-3-1-11-16,-2-2-173 0,2-4-88 15,-6-5-8-15,6-2 0 0,-6-4-4 0,1-6-80 16,0-7-28-16,-4-2-93 16,0-14 145-16,0-9 52 0,-8-6-80 0,0-13-264 0,0 0-256 15,0-4 32-15,-4-8-20 16,-4-7 80-16,0-10-28 0,1-6-60 15,-6-9-216-15,-2-10-396 0,-2-3-628 16,-3-10-84-16,-3 0 47 0,2 16 121 0,-7-25-2448 16</inkml:trace>
  <inkml:trace contextRef="#ctx0" brushRef="#br0" timeOffset="33665.645">25894 11137 8868 0,'0'0'1564'0,"0"0"-803"0,-4-72-221 16,4 39 152-16,11 0 52 0,1-2 4 15,8 2 16-15,1 8-84 0,-2 0-216 16,9 9-60-16,0 0 36 0,0 10 84 16,-4 2-168-16,4 4-168 0,-4 4-188 15,-5 4-64-15,-2 6-196 0,-2 4 40 0,-7 2 80 16,-3 2 92-16,-5 3 40 0,0 3-4 16,-5 1 4-16,-7 1-56 0,-3-2 60 15,-2 0-144-15,-3 1-28 0,1-4-24 0,-5-6-4 16,0 0-160-16,0-3-112 0,4-6-180 15,0-3-284-15,5-2-376 16,-6-5-365-16,14 3-1247 0,-10-3-3744 16</inkml:trace>
  <inkml:trace contextRef="#ctx0" brushRef="#br0" timeOffset="33839.425">26854 11141 17341 0,'0'0'2368'15,"0"0"-2368"-15,0 0-504 16,0 0-764-16,0 0-240 0,0 0-392 0,0 0-1164 0,0 0-5205 16</inkml:trace>
  <inkml:trace contextRef="#ctx0" brushRef="#br0" timeOffset="39757.953">11327 13452 7748 0,'0'0'5373'15,"0"0"-4405"-15,0 0 320 0,0 0-192 16,-95 32 184-16,70-13-156 0,1 6-92 15,0 7-56-15,1 3-296 0,7 6-119 0,0 4-65 16,4 6 0-16,8 6 12 0,0 6-280 16,4 4-44-16,0 3-100 15,4-7-84-15,4-3-120 0,8-6 20 0,-1-12-116 0,6-10-148 16,-1-13-96-16,3-13-108 16,5-6-149-16,0-10-195 0,4-9-188 15,4-9-352-15,0-8-856 0,0-1-796 0,-12 8-1745 16,8-15-1623-16</inkml:trace>
  <inkml:trace contextRef="#ctx0" brushRef="#br0" timeOffset="40018.791">11621 13951 7688 0,'0'0'6809'0,"0"0"-5221"0,32 82-784 0,-15-47-48 16,-2 0 112-16,-2 1 4 0,2-11 352 0,1-6-312 16,0-11-511-16,4-8-293 0,0-2-108 15,4-21-64-15,0-8-189 0,-4-7-127 16,4-10-56-16,-5-3-124 0,2 0-40 15,-10 3-4-15,6 4 88 0,-10 3 124 0,-3 4 96 16,-4 7 156-16,0 5 140 16,-11 6 76-16,-6 3 256 0,-6 10 152 0,-1-1 92 15,-4 7-12-15,0 0-88 0,4 13-12 16,5 3-24-16,2 6-196 0,2 4-52 16,2 6-92-16,5-4-100 0,1 4-44 15,-2-4-124-15,5-5-380 0,0-1-268 0,-3-6-264 16,7-1-328-16,-4-4-1624 15,4-5-3097-15</inkml:trace>
  <inkml:trace contextRef="#ctx0" brushRef="#br0" timeOffset="40300.097">12016 13830 536 0,'0'0'13169'0,"0"0"-11373"0,36 64-1168 15,-28-39 340-15,0 7 132 0,-4-4-76 16,0 1 420-16,0-7-436 0,-4-6-627 0,7-3-321 15,-2-10-60-15,-1-3-256 0,4-7-133 16,0-5 61-16,4-10 156 16,0-8-84-16,-1-1-148 0,6-4-132 0,-6 0 32 15,2 7 64-15,-2 2 132 0,2 6 120 16,-5 9 68-16,3 8 104 0,-3 3 16 16,1 3 228-16,2 13 252 0,-3 3 12 15,1 6-224-15,-2 4-84 0,5-1 12 16,-3 3-72-16,-2-1 48 0,1-5-168 15,0 0-4-15,-4-3-184 0,4-6-320 0,-4-3-208 16,4-7-64-16,-4-6-512 0,0 0-964 16,-1-6-720-16,6-13-2133 0</inkml:trace>
  <inkml:trace contextRef="#ctx0" brushRef="#br0" timeOffset="40544.519">12502 13227 10636 0,'0'0'5705'0,"0"0"-4997"0,12 85-544 16,-3-39 308-16,2 10 44 0,1 7 484 0,0 4 528 15,0 3-335-15,4-3-645 0,0-1-344 16,0-2-88-16,0-7-116 0,-4-9-336 16,0-6-212-16,-1-14 39 0,-2-6 153 15,2-7 76-15,-3-8-96 0,-4-1-152 16,1-6-180-16,-5 0-256 15,0 0-576-15,0-9-928 16,-9 0-1377-16,5 2 853 0,-15-9-2192 0</inkml:trace>
  <inkml:trace contextRef="#ctx0" brushRef="#br0" timeOffset="40712.49">12362 13811 11265 0,'0'0'2256'0,"0"0"-952"0,0 0-20 0,0 0-144 15,0 0-432-15,0 0 32 0,0 0 316 16,80-16-348-16,-44 7-368 0,0-7-8 0,8-1-64 15,0-1-196-15,4-1 36 0,-1 0-100 16,1 3-8-16,-4 3-232 0,-4 0-316 16,-4 4-208-16,0-1-112 15,-4 4-268-15,-4 6-652 0,-4-3-1200 0,4 3-2457 16</inkml:trace>
  <inkml:trace contextRef="#ctx0" brushRef="#br0" timeOffset="41181.487">13136 13522 6596 0,'0'0'5209'0,"0"0"-3929"0,0 0-616 15,0 0 60-15,0 0-4 0,79 92 248 0,-62-51 8 16,-2 3-20-16,-2 4-376 0,2 0-128 15,-3 0-132-15,-4-1-12 16,-4-5-112-16,4-8-148 0,-8-2 12 0,0-3-20 16,4-10-40-16,-4 0-72 0,4-10 0 15,-4-2-64-15,4-4 52 0,-4-3-4 16,4 0 28-16,-4-10-24 0,4 1-4 16,-4-10 88-16,4-4 112 0,0-5-112 0,0-7 24 15,0-3-24-15,0-7-4 0,4 1-84 16,-4 0-108-16,4-1-148 15,3 7 24-15,2 6 12 0,2 7 60 0,2 3-232 16,2 9-304-16,5 4-676 16,-7 2-1296-16,7 4-3717 0</inkml:trace>
  <inkml:trace contextRef="#ctx0" brushRef="#br0" timeOffset="47444.729">14088 13655 3116 0,'0'0'836'16,"0"0"-108"-16,0 0 2576 0,0 0-1836 0,-72-66-824 0,57 56 609 15,-2 3 283-15,2 1-668 16,-1 4-16 0,0 2 80-16,0 0-200 0,-5 0 4 0,2 0 44 0,-1 2-48 15,0 8-264-15,4 3-76 0,-4 6-184 0,8 6-60 16,0 7 8-16,4 9 16 0,0 4 24 16,8 6 60-16,0-1-60 0,0-3 0 15,0-2-92-15,8-6-104 0,-4-11-4 16,8-9 4-16,-4-6-72 0,4-10 64 15,4-3-64-15,4-10 8 0,0-12 52 16,0-6-48-16,4-7-124 0,-5-4-168 16,-2 1 32-16,-2 4 64 0,-2-1 96 0,-6 7-12 15,1-2 36-15,0 11 64 16,-3 7-12-16,2 5-4 0,1 4-84 0,0 3 172 16,4 10 160-16,4 2 184 0,0 7-72 15,0 4-104-15,0 2 80 0,3 1-104 16,-2-4-20-16,-1 0-52 0,4-6-72 15,-4-3-12-15,3-8-148 0,1-5-156 16,5 0-336-16,-1 0-124 0,-1-9-312 16,1-4-996-16,-8 7-2397 0,8-10-3403 15</inkml:trace>
  <inkml:trace contextRef="#ctx0" brushRef="#br0" timeOffset="47832.446">14809 13595 7052 0,'0'0'5457'0,"0"0"-3661"0,0 0-776 0,0 0 500 16,0 0-228-16,-95 3-368 15,75 10-128-15,-1 3 196 0,6 6-444 0,-2 6-308 16,2 7-19-16,3 6 131 0,4-3 228 16,4 1-180-16,4-4-220 0,0-10-172 0,0-9-8 15,8-3-100-15,4-10 4 0,4-3 0 16,0-3 36-16,-1-17 12 15,6-2-48-15,-1-12-268 0,-1-1-108 0,1-7 19 16,-4-2-71-16,4-1 52 0,-3-2-116 16,2-4-36-16,-3-3-176 0,4 0 108 15,-8-6-164-15,0 0 344 0,-5 2 184 16,-2 1 316-16,-5 10 12 0,0 9 192 16,0 9 132-16,0 13-100 0,0 7 288 15,0 5 20-15,0 4-176 0,0 10-48 0,0 9 88 16,0 6 84-16,0 7-64 0,0 10-12 15,0 5 56-15,0 4 16 16,0 2-52-16,0-2-155 0,-5 3-257 0,5 1-12 16,0-4-157-16,0-4-623 0,0-6-232 0,5-3-188 15,-1-8-1512-15,4-16-4021 16</inkml:trace>
  <inkml:trace contextRef="#ctx0" brushRef="#br0" timeOffset="47991.459">15191 13633 6884 0,'0'0'5997'0,"0"0"-4533"0,0 0-956 0,28 79 360 0,-28-50 412 0,0 0-388 16,0-1 108-16,0-3 104 0,0 1-480 15,0-7-380-15,-3-6-232 0,3-4-12 0,0-2-172 16,-4-7-660-16,0 0-36 0,0 0-180 16,-5-10-776-16,2-3-2768 15,3 1-2001-15,-8-14 1646 0</inkml:trace>
  <inkml:trace contextRef="#ctx0" brushRef="#br0" timeOffset="48111.419">15152 13509 2752 0,'0'0'6572'0,"0"0"-3403"0,0 0-2285 15,0 0-388-15,80-3 616 0,-53 3-684 0,1 0-428 16,0-6-12-16,8-4-920 0,0-3-940 16,-4-2-1389-16,-4 2-3263 0,4-9 4112 15</inkml:trace>
  <inkml:trace contextRef="#ctx0" brushRef="#br0" timeOffset="48294.517">15638 13341 9852 0,'0'0'5681'0,"0"0"-5001"0,0 0-56 16,-36 86 692-16,20-48-392 0,8 6-236 15,-4 7 436-15,8 0-324 0,0 0-359 16,4-4-77-16,0 2 252 0,8-9-144 16,4-8-412-16,0-4-60 0,0-9-72 15,4-9-72-15,0-7-88 0,4-3 136 0,0-13-48 16,0-9-124-16,3-6-180 15,-2-8-233-15,3-4-231 0,-5-5-632 16,5-3-920-16,4-2-2076 0,-4 12-741 16,0-29 1193-16</inkml:trace>
  <inkml:trace contextRef="#ctx0" brushRef="#br0" timeOffset="48467.835">16056 12939 6948 0,'0'0'5861'0,"0"0"-3877"0,4 69-1480 16,-8-28-12-16,0 10 376 0,4 7 164 0,0 5-44 15,0 0 288-15,4 4-360 16,5-4-456-16,2 4-132 0,6-7-119 0,-6-6-209 16,5-3-317-16,0-13-219 0,-4-3 72 15,-4-10-428-15,-4-5 132 0,0-5 56 16,-4-5-460-16,-8-1-1048 0,0-5-2021 0,-12-4-2787 16</inkml:trace>
  <inkml:trace contextRef="#ctx0" brushRef="#br0" timeOffset="48644.913">15853 13477 7292 0,'0'0'5157'0,"0"0"-3869"0,0 0-692 15,0 0 252-15,83-9 524 0,-55 6-404 16,4-7-76-16,0 1-68 0,5-1-464 16,-2-5-360-16,5 2-96 0,-1-4-336 15,6 2-468-15,-2-1 8 0,2 3-900 0,-6 5-2773 16,-7-3-3119-16,8 5 4776 15</inkml:trace>
  <inkml:trace contextRef="#ctx0" brushRef="#br0" timeOffset="49054.786">16862 13475 4700 0,'0'0'6717'0,"0"0"-5181"16,0 0-300-16,0 0 228 0,0 0 28 0,111 66-156 15,-67-56-400-15,3-8-188 0,5-2-332 16,4 0-224-16,-5-12-140 0,5-7-4 0,0-3-48 15,-8-7-76-15,0-2-448 16,0-1-184-16,-4-7-164 0,-9 4-280 16,-7 1-936-16,-4 9-2633 0,-8-7-2579 0</inkml:trace>
  <inkml:trace contextRef="#ctx0" brushRef="#br0" timeOffset="49244.959">17463 13090 3676 0,'0'0'7693'0,"0"0"-6281"0,0 0-496 15,-32 76 364-15,24-31-60 0,-1 9-268 0,6 3-36 16,3 4 96-16,-4-1-384 16,4-3-408-16,0-6-112 0,4-4-108 15,-1-9-452-15,10-6-224 0,-1-6-88 0,4-11-116 16,3-12-104-16,5-3-364 0,4-15-864 16,-3-8-1897-16,-1-5-1263 0,-5 3 2476 15</inkml:trace>
  <inkml:trace contextRef="#ctx0" brushRef="#br0" timeOffset="49452.916">17798 13487 4288 0,'0'0'2616'0,"0"0"4033"16,0 0-5013-16,0 0-352 0,75 83 48 16,-59-64-160-16,-4 0-316 0,4-11-24 15,0-3-64-15,4-5-343 0,-5-5-157 0,9-9-124 16,1-9 0-16,-5-3-68 0,3-5-72 16,-7-4 0-16,0 6-4 0,-4 1-60 15,-8 9-12-15,0 3 60 0,-4 10 12 0,0 0 36 16,-12 6-36-16,-4 0-96 15,-3 3-132-15,-5 2-5 0,-4 6 49 16,0 1 88-16,-4-3 24 0,0 4-24 0,0 0-64 16,-4-4-132-16,5 1-172 15,-1 3-256-15,4-4-424 0,0 4-828 0,4-4-2612 16,0 13-3157-16</inkml:trace>
  <inkml:trace contextRef="#ctx0" brushRef="#br0" timeOffset="50366.802">19882 13433 9148 0,'0'0'920'15,"0"0"-600"-15,-13-67-152 0,2 42 441 0,-2 0 223 16,-2 2-12-16,-6 5-28 0,2 1 500 15,-5 8-284-15,4 3-116 16,-1 3-24-16,6 3-100 0,-5 6-276 0,8 10-96 16,0 9 104-16,4 13 172 0,4 6-160 15,0 14-220-15,4 2-24 0,0 6-60 16,0-3-51-16,0-5 27 0,4-10-76 0,4-10-108 16,0-12-4-16,4-14-68 15,4-5 20-15,4-7 52 0,4-7 96 0,0-14 12 0,8-12-108 16,0-8-36-16,-4-10-340 15,0-3 47-15,-5 0 49 0,1 0 60 16,-4-3 16-16,4 3-104 0,-8-6-32 0,0-1-172 16,-4-2-104-16,-5 0 124 15,-7 2 12-15,0 6 168 0,0 8 312 16,-7 6 76-16,-1 13 124 0,0 6 216 0,-1 9 128 16,9 10-64-16,0 3-140 0,0 3-192 15,0 13-136-15,0 9 88 0,0 10 20 16,0 13 112-16,4 6 96 0,-4 9 52 15,5 3-52-15,-1 5-96 0,-4-2-124 16,4 2-108-16,-4-11-148 0,4-6-80 16,0-7-368-16,3-12 108 0,2-6 48 15,-1-14 108-15,3-8-172 0,2-7-284 0,-2-3-548 16,6-16-840-16,-2 0-484 0,2-10-73 16,-2 8-1287-16,-3-2 696 0,0 7 1328 15,0 9 1996-15,0 7 420 0,0 4 1524 16,-1 8 2068-16,2 4 973 0,-5 3-2681 15,3 3-596-15,2-2-228 0,-5-4-352 0,3 3-336 16,6-10-116-16,-6-3-40 16,2-2-248-16,6-4-92 0,-3-7-28 0,9-10 24 15,-6-4-112-15,1-8-32 16,0 4-140-16,0-7-8 0,-8 4-12 0,0-1-160 16,-1 4 100-16,-2 3 24 0,-5 3-40 15,-4 2 40-15,0 6 48 0,-4 0 4 16,-9 3-4-16,2 3 0 0,-6 5 8 15,2 0 164-15,-5 13-164 0,4 6 40 16,0 10-44-16,1 3 56 0,-2-1 12 16,2 4 28-1,6 0-52-15,-3-3-48 0,5-3-160 0,-1-7-32 16,3-3-404-16,5-3-236 0,0-7-100 0,5-2-276 16,7-7-588-16,3-13-540 0,9-9-2057 0,-7 3-903 0,14-19 1256 15</inkml:trace>
  <inkml:trace contextRef="#ctx0" brushRef="#br0" timeOffset="50711.816">20646 13379 3184 0,'0'0'8'0,"0"0"8341"16,0 0-5997-16,0 0-820 0,20 70-152 0,-24-35 36 16,-3 3-468-16,3-2-32 15,-5-3 124-15,5-1-324 0,0-9-315 16,0-4-245-16,4-10-96 0,0-6-60 0,0-3-64 16,8 0 16-16,5-9 48 15,2-10 0-15,1 0-12 0,0-3-156 16,-5-3-64-16,6 6-25 0,-6 2 41 15,2 9-4-15,-1 1-12 0,4 7 24 16,-1 2 52-16,-2 11 88 0,2 4 68 16,2 8 84-16,-6 7-12 0,1-1-60 0,1 4 0 0,-2 0-8 15,-3 3 8-15,4-3 52 16,0 6-16-16,1-3 48 0,-2 0 368 16,-7 1-284-16,-4-4-172 0,0 0 92 0,-12-4-52 15,0 1-40-15,-7-4 65 0,2-1 11 16,-7-6 28-16,1-4-40 0,3-8 0 15,-5-4 12-15,6-1-84 0,-5-4-72 16,4-4-48-16,-4-8-197 0,0-9-195 16,0-9-208-16,0-8-72 0,4-6-252 15,5-4-752-15,2-3-2152 0,1 13-2233 0,9-19-602 16</inkml:trace>
  <inkml:trace contextRef="#ctx0" brushRef="#br0" timeOffset="50962.426">21336 13275 4576 0,'0'0'8501'0,"0"72"-7381"0,0-24-576 0,0 12 1160 16,4 17 404-16,-1 2-636 0,1 7-408 16,4 0-191-16,1 5-361 0,2 5-260 15,-3-1-80-15,5 0-88 0,-2-3-84 0,2-3-236 16,2-9 164-16,2-8 12 15,2-14-48-15,1-11-52 0,-1-12-156 0,2-9 184 16,-5-8-317-16,-8-11-135 0,3-7-40 16,-2-7-196-16,-5-11-484 15,0-11-248-15,0-6-224 0,-4-9-692 0,0-7-1709 16,-8-9-699-16,-1 11 1892 0,-6-35 2864 16</inkml:trace>
  <inkml:trace contextRef="#ctx0" brushRef="#br0" timeOffset="51196.208">21396 13553 5988 0,'0'0'4808'0,"0"0"-1759"16,0 0-1629-16,0 0-668 0,0 0 388 0,0 0-24 16,0 0-452-16,79-44-36 0,-51 41-4 15,3 3-220-15,-3 0-260 16,0 0 28-16,-3 0-124 0,-6 6-48 0,-3 1-96 16,-4 2 20-16,-3 4 4 0,-6 4-148 15,-3 4 52-15,-7 2 20 0,-10 5 12 0,-3-3 16 16,-8 7-28-16,1-3 64 15,-10-6-28-15,5-2-144 0,4-2-188 16,-3-7-248-16,4-1-348 0,-1-5-704 0,4-3-1316 16,3-3-2581-16,6 0-811 0,-5-6 6205 15</inkml:trace>
  <inkml:trace contextRef="#ctx0" brushRef="#br0" timeOffset="51595.462">22618 12814 600 0,'0'0'10825'0,"0"0"-9081"16,0 0-944-16,0 0-40 0,0 0 636 0,0 0 80 15,-12 114-340-15,20-53-336 0,5 8-188 16,-2 14-88-16,1 6 108 0,4 9 113 0,1 7-249 16,-2 9-120-16,2 7-184 0,-2 0-120 15,1-1-72-15,0-2-96 16,4-6-124-16,-5-8-44 0,6-8 44 15,-1-11-216-15,-5-16-49 0,6-11-75 0,-6-20 220 16,2-16-40-16,-6-15-96 0,2-7-436 0,-6-10-520 16,-3-12-420-16,0-6 16 15,-4-8-456-15,0-5-509 0,-8 0-2015 16,-4 6 2940-16,-11-17 740 0</inkml:trace>
  <inkml:trace contextRef="#ctx0" brushRef="#br0" timeOffset="51799.92">22455 14005 7384 0,'0'0'6421'0,"0"0"-4941"0,0 0-864 15,0 0-72-15,0 0 948 0,0 0-336 16,0 0-592-16,24-80 24 0,8 32 180 16,11-8-352-16,2-12-248 0,2-1-168 15,5-1 0-15,0 0-72 0,-1 1-100 16,5-1-56-16,-4 4-372 0,1 2-304 15,-2 3-164-15,1 7-616 0,-17 13-2584 16,10-7-5793-16</inkml:trace>
  <inkml:trace contextRef="#ctx0" brushRef="#br0" timeOffset="52362.383">23802 13402 8248 0,'0'0'4693'0,"0"0"-3229"0,0 0-340 15,0 0-560-15,0 0 176 16,0 0 464-16,0 0-144 0,103 38-140 0,-62-38-344 16,6-4-260-16,-4-5-176 0,2-10-140 15,-6 2-96-15,-7-5-52 0,-4 4-436 16,-4-1-200-16,-3 6-176 0,-10 0-464 16,-3 0-1000-16,-4 10-2105 0,-4 0-1399 0,-8 3 2160 15</inkml:trace>
  <inkml:trace contextRef="#ctx0" brushRef="#br0" timeOffset="52583.398">24088 13430 5336 0,'0'0'2448'0,"0"0"2369"0,0 0-3605 16,-31 76-540-16,27-48 212 0,0 10 560 15,-4 4-240-15,8 6-216 0,-5 2-120 0,2 2-144 16,3 0-56-16,0 6-59 0,0-4-197 16,0 1-168-16,3-8-172 15,2-6 0-15,7-9-12 0,-1-10-12 0,6-3-36 16,-2-10-4-16,9 2-8 15,0-9-132-15,4 4 72 0,0-6 52 0,0 0-200 0,4 0 4 16,0-6-173-16,0 0-219 16,0-3-88-16,-4-3-120 0,4-2-400 15,-4-2-1056-15,-5-3-1736 0,-3 3-1849 0,4-12-163 16</inkml:trace>
  <inkml:trace contextRef="#ctx0" brushRef="#br0" timeOffset="52778.352">24586 13509 12297 0,'0'0'4188'0,"0"0"-3328"0,0 0-328 15,0 0 664-15,84 0 40 0,-56 3-356 16,4-3-103-16,4 0-145 0,3 0-292 16,-2-9-232-16,6-1-108 0,-7-2-72 15,-4-4-464-15,0 0-253 0,-4 0-51 0,-4 4-256 16,-9-1-1124-16,-2 7-3116 15,-13 2-2329-15</inkml:trace>
  <inkml:trace contextRef="#ctx0" brushRef="#br0" timeOffset="52929.741">24874 13630 6368 0,'0'0'6989'0,"0"0"-4921"0,-13 76-1392 0,13-47-320 16,0 6 340-16,0 0 468 0,4 0-192 15,1-1-136-15,-1-2-348 0,0-3-344 16,0-4-144-16,-1-2 0 0,-3-4-424 15,0 0-360-15,0 0-236 0,-7-4-232 16,3 1-892-16,-9-3-2957 0,9-3-3139 0,-11-10 7144 0</inkml:trace>
  <inkml:trace contextRef="#ctx0" brushRef="#br0" timeOffset="53072.038">24917 13890 3068 0,'0'0'11841'0,"0"0"-10165"0,0 0-1016 0,0 0 712 0,96-57-264 15,-68 40-644-15,0 3-292 16,0 1-172-16,0-4-224 0,-4 5-596 16,-5 3-156-16,-2 2-172 0,-6 7-772 0,-7 0-2020 15,-4 9-1733-15,-4 2 649 0,-11 14 4389 16</inkml:trace>
  <inkml:trace contextRef="#ctx0" brushRef="#br0" timeOffset="53216.047">24969 14090 1420 0,'0'0'160'0,"0"0"8936"16,0 0-7115-16,-24 68-949 15,24-60-92-15,8 3 408 0,5-9-296 0,2-2-268 16,5 0-8-16,4-9-100 0,8-8-344 16,-4-1-208-16,4-5-124 0,0-2-12 0,0 0 8 15,0-4-992-15,-1 1-564 16,-3 0-272-16,-1-2-1076 0,-2 11-6429 0,-5-6 8385 16</inkml:trace>
  <inkml:trace contextRef="#ctx0" brushRef="#br0" timeOffset="53412.089">25571 13633 8008 0,'0'0'10057'0,"0"0"-8429"16,0 0-1188-16,0 0 144 0,0 0 428 0,0 0-539 16,0 0-305-16,80 44-168 0,-65-44-192 15,1 0-185-15,-4-3-51 0,1-3-252 16,-6 3-260-16,1 0-548 0,-8 3-1156 15,0 0-2073-15,-4 0-2735 0,-11 9 4412 16</inkml:trace>
  <inkml:trace contextRef="#ctx0" brushRef="#br0" timeOffset="53653.741">25611 14077 7688 0,'0'0'5685'0,"0"0"-3761"0,0 0-1360 16,0 0-300-16,0 0 392 16,0 0 412-16,0 0-428 0,23 67-316 0,-14-64-324 0,-1 1-100 15,-1-4-344-15,6 0 84 16,-5-4-296-16,3-2-368 0,-3-3-600 15,4-1-1248-15,-4-3-2901 0,-4 4 101 0</inkml:trace>
  <inkml:trace contextRef="#ctx0" brushRef="#br0" timeOffset="53897.919">26029 13532 9020 0,'0'0'8453'0,"0"0"-6113"16,0 0-1728-16,0 0-504 0,0 0 416 0,0 0 256 15,84 21 201-15,-56-21-325 0,7 0-332 16,1-6-156-16,9-9-156 0,-6-5-12 16,-3-2-252-16,3-3-388 0,-11 3-196 15,0 0 143-15,-7 3-23 0,-10 3-396 0,-3 6-1232 16,-8 0-1948-16,0 8-1205 0,-4-2-819 15,-15 4 5256-15</inkml:trace>
  <inkml:trace contextRef="#ctx0" brushRef="#br0" timeOffset="54080.8">26173 13605 4956 0,'0'0'6161'0,"-28"76"-3461"0,16-35-1508 16,7 7-424-16,-3 5 608 0,5 5 196 15,-1-4-200-15,4-3-396 0,0-7-268 0,4-3-271 16,3-3-145-16,2-8-52 0,3-9-92 15,-1-4-140-15,-2-8-8 16,-1-4-400-16,-1-1-136 0,-3-4-325 0,0 0-275 16,0 0-176-16,1-6-1024 0,-1 0-2032 15,-4-5-1765-15,0 5 310 16</inkml:trace>
  <inkml:trace contextRef="#ctx0" brushRef="#br0" timeOffset="54229.918">26240 13899 8372 0,'0'0'7145'0,"0"0"-5393"0,0 0-1232 0,0 0-184 16,0 0 416-16,0 0 364 0,88 23-200 16,-64-23 81-16,4-6-513 15,4-11-484-15,7-1-24 0,-3-8-521 0,4-2-223 16,0-4-280-16,4 1-624 16,-16 8-2652-16,11-15-3489 0</inkml:trace>
  <inkml:trace contextRef="#ctx0" brushRef="#br0" timeOffset="54663.297">27001 13265 6868 0,'0'0'9261'0,"0"0"-7141"0,0 0-1788 0,0 0-332 16,0 0 0-16,0 0 152 15,0 0 20-15,0 0 124 0,88-29-296 0,-65 20-24 0,-2-2-284 16,3 6 100-16,-5 2 72 15,1 3 24-15,1 0 112 0,-6 6 24 16,-2 7 272-16,-6 6-64 0,1 0-60 0,0 6 28 16,-8 4-28-16,0-1-16 15,0 1-32-15,0 3-40 16,0 3 4-16,0-1 20 0,0 5-96 16,0 3 124-16,0-2 0 0,0 5-40 0,0-4-12 15,0 0-20-15,0 0-16 0,0 1-48 16,5-7 48-16,-2-1 72 0,1-2-104 0,0-6 56 15,0-1-72-15,0-2 0 0,0-1 0 16,0-4 0-16,0-1-8 0,-4-5-4 16,4 1-64-16,-4-4-20 0,0-2-64 15,0 2-20-15,-4-2-76 0,-4-1 8 0,0 0 64 16,-4-3 28-16,0 4-28 0,-4-1-28 16,-4 1 16-16,-8-4 24 0,0 3-112 15,-7-3-208-15,-9 4-176 0,-8-5-144 16,0 3-132-16,-8-3 0 0,0-2 68 0,-3 0-796 15,-5 0-933-15,0 0-2811 0,16 0 3720 16,-27-9 352-16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32767" units="deg"/>
          <inkml:channel name="T" type="integer" max="2.14748E9" units="dev"/>
        </inkml:traceFormat>
        <inkml:channelProperties>
          <inkml:channelProperty channel="X" name="resolution" value="3854.94116" units="1/cm"/>
          <inkml:channelProperty channel="Y" name="resolution" value="5461.1665" units="1/cm"/>
          <inkml:channelProperty channel="F" name="resolution" value="91.01945" units="1/deg"/>
          <inkml:channelProperty channel="T" name="resolution" value="1" units="1/dev"/>
        </inkml:channelProperties>
      </inkml:inkSource>
      <inkml:timestamp xml:id="ts0" timeString="2023-06-27T08:25:26.140"/>
    </inkml:context>
    <inkml:brush xml:id="br0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2346 14202 1932 0,'0'0'364'0,"0"0"-248"0,0 0 4036 16,0 0-2568-16,0 0 168 15,0 0-411-15,0 0-81 0,0 0-76 16,0 0-68-16,0 0-72 0,-39-4-140 0,39 4-68 16,0 0-144-16,7 0-188 0,1 0-220 15,8 0-76-15,8-3 344 16,12-1 328-16,0-1-452 0,7 2-200 0,2-3-56 16,-2-5-124-16,1 5 24 0,0-3-60 15,0-1 76-15,-4 1-84 0,-1-1 8 0,-7 0-12 16,0 1-12-16,-8 0-136 0,0-1-400 15,-8 3-60-15,-4 1-224 16,-4 0-260-16,0 3-768 0,-4 3-1296 0,-4-3-2573 16</inkml:trace>
  <inkml:trace contextRef="#ctx0" brushRef="#br0" timeOffset="261.908">2482 14243 168 0,'0'0'11121'0,"0"0"-9673"0,0 0-912 16,12 79-128-16,-1-48 340 0,2 7 364 15,2 1-80-15,2 5-336 0,-2 0-248 16,2 8-252-16,-2 2-32 0,1 6-56 0,0 0-108 16,0-6-4-16,-8-3-64 15,4-7 68-15,-8-12 0 0,0-6-52 16,0-11-180-16,-4-2-128 0,0-3-52 0,0-8-84 15,-4-2-84-15,0 0-176 0,0-5-356 16,-8-11-968-16,0-7-393 16,-4-5-343-16,4-7-180 0,-8 0-724 0,9 10 3693 15</inkml:trace>
  <inkml:trace contextRef="#ctx0" brushRef="#br0" timeOffset="428.432">2537 14643 3088 0,'0'0'260'0,"0"0"5132"0,0 0-4112 15,0 0 49-15,0 0-213 0,0 0-32 16,88-38-244-16,-60 35-84 0,-4-1 24 0,4 1 0 0,0 3-156 15,0-4-116-15,-9 2-64 16,5 2-148-16,-3-3-236 0,-2 0-48 0,-3-1-12 16,5-3-88-16,-10 5-184 0,5-4-496 15,0 0-188-15,-4-1-404 16,4 0-732-16,-4 2-2113 0,-5 1-2219 0,2 1 3941 16</inkml:trace>
  <inkml:trace contextRef="#ctx0" brushRef="#br0" timeOffset="1270.932">2359 13758 5168 0,'0'0'6773'0,"0"0"-5201"0,0 0-420 0,0 0-4 16,0 0-220-16,0 0-56 15,0 0-80-15,-21-74-164 0,14 45-224 0,-2-3-108 16,1-2-40-16,-3-2-84 0,3-1 12 16,-5-2-40-16,2-2-20 0,-6-4-4 0,6 1-60 15,-2 3-12-15,2 0-48 0,-1 3-76 16,3 2 64-16,-2 5-36 0,7 5-36 15,-4 1-16-15,3 6 4 0,2 7 48 0,-1 2-148 16,0 4-36-16,0-1-112 16,0 7-136-16,0-3-208 0,4 0-288 15,-4 3-588-15,0 0-1296 0,0 0-3137 0</inkml:trace>
  <inkml:trace contextRef="#ctx0" brushRef="#br0" timeOffset="1755.404">1581 12081 7312 0,'0'0'2216'0,"0"0"-435"0,0 0-509 16,0 0-544-16,0 0-180 0,0 0 84 0,0 0 376 16,0 0 0-16,0 0 136 0,95-3-340 15,-63-4-300-15,5 4-232 0,-5-3-112 16,0-4-68-16,-1 1-92 0,-3 3 0 0,-4-5 64 15,0 1-64-15,-4 2-156 16,-8 1-496-16,0 1-164 0,0 2-336 0,-8 2-624 16,-1 2-1072-16,-3 0-2025 0,-3 0-1027 15</inkml:trace>
  <inkml:trace contextRef="#ctx0" brushRef="#br0" timeOffset="1977.976">1721 12166 1108 0,'0'0'1148'0,"0"0"-520"15,0 0 5156-15,-4 92-3455 16,8-53-457-16,4-2-244 0,4 8-304 0,0 3-132 16,-1 3-52-16,2 3-252 0,2 5-212 15,2 2-212-15,-6 2-244 0,6-2-160 0,-6-4-52 16,1-9-8 0,-4-13-96-16,0-10-16 0,-4-13-48 0,0-1-192 15,0-9-200-15,-4-2-176 0,0 0-224 0,4 0-448 16,-4-2-744-16,0-9-1057 15,0-1-2111-15,0-1 708 0</inkml:trace>
  <inkml:trace contextRef="#ctx0" brushRef="#br0" timeOffset="2110.686">1848 12564 612 0,'0'0'7236'16,"0"0"-5836"-16,0 0-108 0,0 0-299 0,0 0-121 15,75-23-92-15,-54 21-44 0,-1 2-276 16,-1-5-196-16,2 3-264 0,3-5-64 15,0 1-824-15,-5-1-604 0,9-5-1049 16,-8-1-2779-16</inkml:trace>
  <inkml:trace contextRef="#ctx0" brushRef="#br0" timeOffset="2364.09">2331 12103 4364 0,'0'0'8089'0,"0"0"-6841"0,0 0-484 16,0 0 232-16,0 0 12 0,0 0-52 15,-52 82-12-15,44-56-316 0,4 2-260 16,4 4-124-16,0 0 0 0,0 6-36 0,0 4-84 16,8-2-28-16,3 2-96 0,2 2-8 15,-2-6-4-15,6-9-184 0,-2-10-36 16,2-6-24-16,-2-7-236 0,1-6-220 0,4 0-20 15,0-12-400-15,0-7-844 0,-4 2-2225 16,4-17-3243-16</inkml:trace>
  <inkml:trace contextRef="#ctx0" brushRef="#br0" timeOffset="2742.662">2752 12052 1552 0,'0'0'10021'0,"0"0"-8461"0,0 0-264 0,41 63 380 16,-30-37-128-16,-3 2-188 16,1 0-308-16,-1 2-500 0,-1 1-284 15,-3 1-124-15,0-3-136 0,-4 2 4 0,0-5 40 16,0-5-44-16,-8-2-8 0,1 1-256 16,-1-4-52-16,-5-3 52 0,6-4 48 15,-5 1-12-15,-1-4 12 0,2-3 12 16,-2 1 48-16,6-4 28 0,-5 0-88 0,-1 0-28 15,2-7 52-15,-1 1 72 0,0-4-72 16,4 1 96-16,0 0-24 0,4-1 64 16,4 0 40-16,4-3 0 0,4 6 0 15,7-1 8-15,2-3 72 0,3 5 40 16,3 4 100-16,5-1 20 0,-4 3 28 16,1 0-160-16,-6 5 72 0,1 1-40 15,0 1-60-15,-8 3-72 0,0-1-8 0,0-2-68 16,-4 2-268-16,-1 1-72 15,2-1-164-15,-5-2-252 0,0 2-672 16,-4-5-968-16,4 2-2097 0,-4-3-2707 16</inkml:trace>
  <inkml:trace contextRef="#ctx0" brushRef="#br0" timeOffset="2966.151">3191 12334 4096 0,'0'0'7041'0,"0"0"-5501"16,0 0-164-16,0 0 40 0,0 0-120 0,0 0 92 16,0 0-316-16,48 70-360 0,-45-53-296 15,1-5-136-15,-4 4-112 0,5 0-116 16,-5-3-52-16,0-1-112 0,4-2-56 0,-4-1-324 16,0-6-44-16,0 4-140 0,0-7-248 15,-4 0-496-15,-1 0-1228 16,1 0-2877-16,-3-7-1835 0</inkml:trace>
  <inkml:trace contextRef="#ctx0" brushRef="#br0" timeOffset="3902.371">3433 11862 5928 0,'0'0'1364'0,"0"0"1048"0,0 0-1212 0,0 0-411 16,0 0 195-16,92 22 572 15,-72-13-572-15,5 4-80 0,-1 3-176 16,-5 3-56-16,5 4-88 0,0-2-204 0,-4 2-44 16,0-1-92-1,0 4-24-15,-8 2-36 0,0 0 12 0,0 4-36 16,-5 0-84-16,-3 3-68 0,0 0-8 0,-4 0-52 0,-4 3-92 15,-7 3-92-15,-6-4-80 16,2 5-104-16,-5-3-196 16,-4-2-92-16,-4 1-224 15,-3-2-440-15,-6-2-824 0,5-5-1649 0,-15 12-1651 0</inkml:trace>
  <inkml:trace contextRef="#ctx0" brushRef="#br0" timeOffset="14839.881">2195 10858 8188 0,'0'0'3965'0,"0"0"-3109"0,0 0-76 15,0 0-184-15,0 0-64 0,0 0 32 16,-8 79 152-16,19-52 36 0,-2 4-180 16,-1 0-212-16,7 8-112 0,-2-1-100 0,2 3-60 15,2 4-28-15,-2 3-48 0,-2-2-12 16,2 2 0-16,-6-3-4 0,2-1-84 16,-3-6 28-16,-8-6-124 0,4-7-212 0,-4-3-40 15,0-6-160-15,0-5-272 16,0-8-480-16,-4-1-1076 0,-11-4-2737 15</inkml:trace>
  <inkml:trace contextRef="#ctx0" brushRef="#br0" timeOffset="15149.984">1270 10166 1044 0,'0'0'4228'0,"0"0"828"15,0 0-3931-15,0 0-485 0,0 0 116 16,88-38-108-16,-56 28-60 0,0-2-84 0,3-1-188 0,6 1-100 15,-1 2-208-15,-5-4-8 16,1 3-136-16,-8-3 76 0,4 2-332 16,-8 3-280-16,0-1-220 0,-5 3-480 0,-2 1-781 15,-10 3-2243-15,-7 3-659 0</inkml:trace>
  <inkml:trace contextRef="#ctx0" brushRef="#br0" timeOffset="15380.01">1406 10232 4712 0,'0'0'416'0,"0"0"4312"0,-16 71-3503 0,12-40-157 16,4 7 68-16,0 3 84 0,0 4-108 16,0 3-456-16,0-1-296 0,4 4-200 0,0 0-160 15,4-3-52-15,4-1-48 0,-4-8-48 16,-1-8 24-16,-2-5-68 0,-1-10-72 15,0-7-136-15,0-4-296 0,-4-5-228 16,4 0-300-16,-4-5-573 0,0-8-623 0,4 4-712 16,-4-16 96-16</inkml:trace>
  <inkml:trace contextRef="#ctx0" brushRef="#br0" timeOffset="15532.76">1493 10531 3436 0,'0'0'324'0,"0"0"2712"0,0 0-1232 16,0 0-692-16,0 0-40 0,0 0 61 15,92-48-57-15,-72 39-476 0,-4 0-144 0,4-1-228 16,4 1-228-16,0-5-152 0,4 2-532 16,0-4-544-16,0 0-909 15,-9 4-1919-15,5-14-1864 0</inkml:trace>
  <inkml:trace contextRef="#ctx0" brushRef="#br0" timeOffset="15744.905">1932 9953 2540 0,'0'0'6344'0,"0"0"-5800"0,0 0-128 16,-12 71 304-16,12-38 157 16,0 3 63-16,0 2 120 0,8 3-160 15,0 0-304-15,4 1-156 0,0 3-440 0,4-4-12 16,0-3-216-16,3-4 92 0,-2-8-460 15,-2-10 76-15,2-9-16 16,-2-7-484-16,1-7-589 0,-8-5-1563 0,8-18 376 16</inkml:trace>
  <inkml:trace contextRef="#ctx0" brushRef="#br0" timeOffset="16107.947">2417 9871 7764 0,'0'0'1776'0,"0"0"-600"16,0 0 61-16,33 86-21 0,-21-51-160 16,-4 2-108-16,-5 5-220 0,6-1-452 15,-5 4-268-15,-4-3-4 0,0-5 72 16,0-5 84-16,0 0-48 0,-9-10 52 0,2 0-40 16,-5-3-36-16,-1-3 0 15,-2-3-64-15,-1-4-24 0,-8-3-112 16,4-2 24-16,0-4-24 0,1 0 56 0,-2-4 52 15,6-2-56-15,-1-7-128 0,-1 1 24 16,9-1 36-16,1-3 52 16,3 3-48-16,4-3-88 0,0 7 60 0,8-4 148 15,3 4-4-15,9 3 8 0,1-1-140 16,-2 1 140-16,5 2 204 0,0 2 20 0,0 2 76 16,-1 0-132-16,-2 0-144 15,3 6-24-15,-9 0-116 0,6 3 40 0,-5-2-488 16,-4-1-204-16,-1-2-208 0,2 2-672 15,-6-6-1161-15,-3 0-1559 0,0-3-623 16</inkml:trace>
  <inkml:trace contextRef="#ctx0" brushRef="#br0" timeOffset="16270.349">2748 10201 5064 0,'0'0'1052'0,"0"0"68"15,0 0 216-15,0 0-92 0,0 0 37 0,0 0 131 16,64 80-216-16,-60-58-356 15,-4 3-372-15,0 0-232 0,0 1-144 16,0-4-92-16,0 1-12 0,0-8-88 16,0-3-152-16,0-5-532 0,0-3-324 15,0-4-464-15,0 0-1193 0,0-4-2263 0</inkml:trace>
  <inkml:trace contextRef="#ctx0" brushRef="#br0" timeOffset="16495.918">3207 10271 11281 0,'0'0'1728'0,"0"0"-1028"0,0 0-24 16,0 0 44-16,0 79 172 0,-4-53-12 16,-8-1-272-16,4 0-312 0,0 0-108 15,0-5-188-15,0 2 0 0,-4-6-136 0,0-3-100 16,5-1-212-16,-6-5-248 15,-2-4-176-15,2-3-428 0,-2 0-688 0,6-3-1221 16,-6-13-2315-16</inkml:trace>
  <inkml:trace contextRef="#ctx0" brushRef="#br0" timeOffset="16883.399">3270 9599 11941 0,'0'0'1356'0,"0"0"-964"16,0 0 460-16,0 0 268 0,0 0 124 0,0 0 156 15,84 69-36-15,-63-34-556 0,-2 6-308 0,1 7-160 16,4 3-108-16,-1 9-112 16,2-4 77-16,-9-2-113 0,-1-3-84 0,-7-6-4 15,-8-7-8-15,0-3-85 16,0-4-255-16,-4 2-136 0,-3-8-48 0,-9-3 48 15,4-3 24-15,-4-3 32 0,-4-7 4 16,8-9 104-16,-4 0 52 0,0-3-272 16,0-9 84-16,1-4 112 15,2 0 148-15,5-3 52 0,1-3 48 0,7 2-44 16,0 2-92-16,0-1 132 0,7 3 104 16,9 6 264-16,0 1 28 0,8 5-28 0,-1 1 36 15,2 3 48-15,3 0 100 0,0 3 84 16,-4 3-100-16,-4 1-152 0,-5 6-108 15,2-4-72-15,-6 2-100 16,-3 1-8-16,0-3-164 0,0-3-520 0,-8 4-296 16,4-7-628-16,-4 1-1620 0,0-1-3693 15</inkml:trace>
  <inkml:trace contextRef="#ctx0" brushRef="#br0" timeOffset="17100.799">3761 10024 1172 0,'0'0'10009'0,"0"0"-8621"15,0 0-968-15,0 0 116 0,0 0-80 0,80 0 280 16,-73 5 764-16,-3 5-316 16,-4 2-440-16,0 1-212 0,0 6-212 15,0 4-160-15,0-1-88 0,-4 0-64 0,1 0-8 16,-1-2-4-16,4-8-120 16,0-3-84-16,0-2-36 0,0-7-68 0,4 0-20 15,3-2 296-15,5-12-40 0,4 2-172 16,4-11-336-16,4-2-368 0,4-4-164 15,-8 7 468-15,0-16-2300 0</inkml:trace>
  <inkml:trace contextRef="#ctx0" brushRef="#br0" timeOffset="17312.983">4267 9674 10736 0,'0'0'1685'0,"0"0"-1289"0,0 0 448 16,0 0 168-16,75 73 236 15,-50-48 516-15,-6 2-76 0,5-2-968 16,-4 6-400-16,-1 4-100 0,2 0-92 16,-5 9-128-16,-4 4-60 0,-5-1-24 15,-3 7-296-15,-4 7-108 16,-4-4-88-16,-7 7 8 0,-9-5-160 0,0 6-228 16,-8 1-536-16,-3 1-1124 15,6-17-2277-15,-23 26-1699 0</inkml:trace>
  <inkml:trace contextRef="#ctx0" brushRef="#br0" timeOffset="32849.699">4454 13030 3920 0,'0'0'5552'16,"0"0"-4091"-16,0 0-729 0,0 0-204 15,0 0 1980-15,51-70-1188 0,-30 57-304 16,3-2-72-16,-5 5-228 15,5 0-312-15,-3 1-120 0,3 3-100 0,-5 2-76 0,-3 1-96 16,0 3 244-16,-4 0-184 0,-4 0-60 16,-4 0 0-16,0 3-8 0,0 4 44 15,-4 5 40-15,0 4-28 0,0 3-56 16,-4 10 0-16,0-3-4 0,-4 5-4 16,-4-2 0-16,4-1-4 0,-4-2 0 15,0-1-52-15,4 0-16 0,0-5-32 16,5-4-4-16,-1-2-20 0,4 0-28 0,0-1 76 15,7-4 68-15,5 1 4 0,0-1 4 16,8 1 8-16,4-7 80 16,4 3 52-16,4-3 152 0,3-3-16 0,1 0 256 15,0 0-316-15,-8 0-112 0,0 0-44 16,0-6-52-16,-4-3-68 16,0 2 68-16,4-2 0 0,-5-1-44 0,1 1-176 15,0 2-328-15,-8 1-88 0,4-3-360 16,-3 2-264-16,-6-3-644 15,1 4-2348-15,-4-6-4873 0</inkml:trace>
  <inkml:trace contextRef="#ctx0" brushRef="#br0" timeOffset="46623.604">8702 14090 3256 0,'0'0'940'0,"0"0"3360"16,0 0-3188-16,0 0 209 0,0 0-153 15,0 0 8-15,0 0-96 0,0 0 96 16,0 0-208-16,-60-9-108 0,60 9-264 0,4 0-264 16,3 0-184-16,10 0 24 15,10 0 136-15,5 0 12 0,4 0 108 16,4 0 52-16,-1 0-336 0,6 3 52 0,-9-3-84 16,3 0-52-16,-3 0-60 15,-4 0 12-15,-1-7-12 0,-3 1 0 16,0 0-12-16,-3 0-88 0,-5-1-180 0,-5-2-268 15,2 6-44-15,-10-4-168 0,1 4-232 16,-8 3-348-16,0 0-640 0,0 0-624 16,-4 3-1745-16,-12 10-1659 0</inkml:trace>
  <inkml:trace contextRef="#ctx0" brushRef="#br0" timeOffset="46827.346">8872 14233 132 0,'0'0'5172'0,"0"0"80"0,0 89-4207 0,8-45-325 16,1 14 124-16,-1-1 172 16,3 6 60-16,-7 1-148 0,1 2-164 15,-1-5-352-15,0 0-76 0,-1-5-212 0,1-1-124 16,0-15-4-16,-4-4-96 0,4-11 12 16,-4-9-84-16,0-10-312 0,0-6-204 15,0 0-256-15,0-16-396 0,0-2-604 0,0-12-633 16,0 5-2335-16</inkml:trace>
  <inkml:trace contextRef="#ctx0" brushRef="#br0" timeOffset="46982.925">8921 14487 2660 0,'0'0'9537'0,"0"0"-8185"16,0 0-868-16,91-16-140 0,-55 10 72 16,-4 3-12-16,0-4-88 0,-4 4-204 0,0-3-88 15,-5-4-24-15,1-2-64 16,-4-4-148-16,1-3-520 0,-6 0-232 15,1-4-440-15,-8 1-1097 0,-4 4-2515 0</inkml:trace>
  <inkml:trace contextRef="#ctx0" brushRef="#br0" timeOffset="47659.744">8781 13106 5092 0,'0'0'4940'0,"0"0"-4035"0,0 0 31 15,0 0-176-15,0 0 196 16,0 0-80-16,0 0-168 0,-16 77-168 0,16-46-128 15,0 7-168-15,8 3-184 0,0 0 104 16,0 8-152-16,0-5-12 0,4-3-116 0,-5-3-228 16,6-5-80-16,-5-12-16 0,3-2-104 15,2-9-228-15,-2-4-388 16,6-6-456-16,-6 0-1217 0,10-4-2711 0</inkml:trace>
  <inkml:trace contextRef="#ctx0" brushRef="#br0" timeOffset="48072.13">7873 12043 7232 0,'0'0'2800'15,"0"0"-1407"-15,0 0-201 0,83 3-220 0,-51 0-84 16,-1-3 84-16,6 0-296 16,-5 0-144-16,0 0-148 0,0 0 264 0,0-6-304 15,-1 0-144-15,-3-5-92 16,-4 1-92-16,-4-2-16 0,0-1-184 0,-8 0-336 16,-1 7-336-16,-6 0-200 0,-1 4-356 0,-4 2-588 15,-9 0-785-15,-6 2-2175 16</inkml:trace>
  <inkml:trace contextRef="#ctx0" brushRef="#br0" timeOffset="48268.222">7972 12100 3284 0,'0'0'1316'0,"0"0"2676"0,0 0-2788 16,0 0-224-16,-4 95 205 16,12-53 67-16,0 5-4 0,1 8-40 0,-2-5-364 15,1 7-144-15,-4-3-180 16,3-1-260-16,-2-2-96 0,3 1-164 15,-4-11-100-15,4-4 92 0,-5-11-264 0,1-3-236 16,5-11 12-16,-5-3-160 0,0-2-184 16,0-7-388-16,-1 0-812 15,-3-3-1225-15,4-1-1551 0</inkml:trace>
  <inkml:trace contextRef="#ctx0" brushRef="#br0" timeOffset="48427.318">8056 12519 520 0,'0'0'8660'0,"0"0"-7200"0,0 0-239 0,0 0-181 15,0 0 16 1,0 0-108-16,92-35-204 0,-73 32-48 0,1 0-236 16,5 3-136-16,-6-7-152 0,5 4-156 0,-4 0-16 15,-1-4-104-15,6 1-520 16,-5 0-356-16,-5 3-244 0,6-1-536 0,-10 1-2541 16,6-3-2051-16</inkml:trace>
  <inkml:trace contextRef="#ctx0" brushRef="#br0" timeOffset="48695.444">8665 11983 4060 0,'0'0'768'0,"0"0"4884"0,0 0-4439 16,0 0-369-16,0 0 88 0,0 0-4 15,0 0-32-15,0 0-156 0,0 0-184 0,-55 88-120 16,50-50-64-16,5 10 124 15,0 3 60-15,0 3 12 0,5-1-140 0,3 1-180 16,-1 0 56-16,1-3-120 0,5-3-184 16,-2-4 36-16,2-8-36 0,-2-5-8 0,5-8-76 15,-4-8-64-15,4-5 36 0,0-7-180 16,4-3-236-16,0 0-100 0,0-13-164 16,-5-2-304-16,6-8-752 0,-1-6-752 15,-5-3-2045-15,-3 4-887 0</inkml:trace>
  <inkml:trace contextRef="#ctx0" brushRef="#br0" timeOffset="49094.832">8984 12147 5488 0,'0'0'6037'0,"0"0"-5257"16,0 0-252-16,0 0 300 0,0 0 576 15,64 90-16-15,-45-62-280 0,2 7-356 0,3-3-208 16,0 0-16-16,-1-1-88 0,5-3-196 15,-4-2-192-15,0-7-52 16,0-6-100-16,0-4 4 0,-4-6 52 0,4-3 36 16,-5-3-68-16,-2-3-96 0,-1-7-72 15,-4 0-76-15,-1-6-12 0,-2 1-52 16,-5-6-8-16,0 3-56 0,-4-2 88 0,0-2 88 16,0 3-40-16,0-3 148 15,-8 0-64-15,-1-1 100 0,1-2 128 16,-3 2 0-16,2-3 0 0,1 1-48 0,5 6 48 15,3 3 124-15,0 3 56 16,0 3 84-16,11 3-4 0,6 4 64 0,-2-4 112 16,5 1-16-16,8-1-148 0,-4 1-76 15,4 3-8-15,4-5-56 16,-4 5-32-16,0-2-52 0,-5 1-48 0,1 0-48 16,1 1 0-16,-6 3-28 0,1-1-72 15,-7 1-284-15,-2 3-260 0,-3 0-204 16,0 0-376-16,-8 3-1212 0,5 1-2545 0,-10 12-2083 15</inkml:trace>
  <inkml:trace contextRef="#ctx0" brushRef="#br0" timeOffset="49428.238">9641 12172 5044 0,'0'0'288'0,"0"0"5220"0,0 0-4323 16,0 0-85-16,0 0 56 0,0 0-80 15,0 0-236-15,0 0 64 0,81 13-184 16,-70-9-300-16,1-2-200 0,-4 4-96 16,4-1-100-16,-8 4-24 0,4-4-72 15,-4 9 72-15,0-1 72 0,-4 2-72 16,0 5 4-16,0-1-4 0,-8 6 0 16,0-3-64-16,0 0 0 0,0 1 16 15,0-4 48-15,4-6 8 0,4-4 40 0,-4 0-40 16,4-2-4-16,0-1 76 0,4-2 32 15,5-2 12-15,2 2 8 0,5-4 16 16,0 0 12-16,-1-4 12 0,6-2-36 16,-1-3-88-16,-1-1-40 0,1-2-8 15,1-5-84-15,-2 2-360 0,1-8-292 16,1 1-256-16,-2 0-296 0,-7 3-1136 0,4-13-4577 16</inkml:trace>
  <inkml:trace contextRef="#ctx0" brushRef="#br0" timeOffset="49677.541">10219 11874 6624 0,'0'0'1936'0,"0"0"701"0,0 0-1353 0,0 0-172 0,0 0-60 16,0 0 108-16,80 63-44 0,-68-43-136 15,0 1-236-15,0 9-328 0,4-1-208 16,0 8 160-16,-1 1 232 0,-2 0-456 0,-9 1-144 15,-4 2-112-15,0 0 4 0,0 0-76 16,-9 4-48-16,1 0-184 16,-3-8-64-16,-6-2-12 0,-2-3-4 0,-1-6-12 15,-8-8-564-15,4-2-756 16,-4-10-816-16,0 1-2777 0,5-7-255 0,-18-10 5668 16</inkml:trace>
  <inkml:trace contextRef="#ctx0" brushRef="#br0" timeOffset="50362.596">8689 10964 2112 0,'0'0'1096'0,"0"0"3308"15,8-77-3392-15,-8 52 24 0,0-1 36 16,0 4 217-16,0 7-201 0,0 1 156 0,0 5-32 15,0 9-156-15,-4 0-160 0,4 0-216 0,0 6-88 16,-4 6-100-16,4 8-184 0,-4 9-136 16,0 4-124-16,1 13 52 15,3-2-28-15,0 1 28 0,0-1-96 16,0 1-8-16,0-4-4 0,0 0-100 0,0 0-28 16,0-2 40-16,0-5-248 15,0-2-136-15,0-7-36 0,0-2 132 0,0-7-200 16,0-7-460-16,0-2-772 0,0-7-656 15,0 0-2413-15,-4-7-1011 0,-9-12 5664 16</inkml:trace>
  <inkml:trace contextRef="#ctx0" brushRef="#br0" timeOffset="51419.557">7550 10083 2180 0,'0'0'860'0,"0"0"3888"0,0 0-3440 16,0 0-452-16,0 0-136 0,0 0 233 0,0 0 255 16,0 0-140-1,0 0-204-15,0 0-476 0,0 0-384 0,-32 0 12 16,48 20 360-16,0 2 76 0,4 6-60 0,4 4-116 16,-1 3 36-16,-3-4-200 15,5 5 12-15,-6-8-120 0,1 1 0 16,-3-7 0-16,-2-3 8 0,1-5-8 0,-4-2 56 15,-4-5 4-15,4-1-64 0,-4-4-48 16,-4-2 44-16,0 0-60 0,-1 0 16 16,1 0 36-16,1 0-52 0,-5 0-12 0,0 0-48 15,4-2-24-15,-4-2 24 16,0 2 48-16,0-5 0 0,0-3 28 0,0-3-116 16,0 1-28-16,-4-1 104 0,-1 0-36 15,-2-3-4-15,-1 4-32 0,0-4-92 16,-1 3-76-16,2-4 200 0,-1 3-60 15,0-2 60-15,0-1 16 0,0 1-28 16,0 2 0-16,4-3 40 0,1 4 88 16,-6 1 12-16,5 2 44 0,0 3 72 15,-4 1-4-15,5 3-104 0,3 0 96 16,-4 3-28-16,-1 0-16 0,5 0-60 16,-4 0-44-16,0 0-96 0,0 3-64 0,0-3-12 15,4 3 52-15,-3 0 36 0,3-3 52 16,0 3 32-16,0-3 44 0,-4 0 60 15,4 0-52-15,0 0 4 0,0 0 0 16,0 0 0-16,0 0 40 0,0 0 12 0,0 0 8 16,0 4-72-16,-4-1-152 15,4-3-52-15,0 3-216 0,-5 4-412 0,1-5-404 16,0 2-805-16,4 2-855 0,-4 1-1712 16,25-43 3128-16</inkml:trace>
  <inkml:trace contextRef="#ctx0" brushRef="#br0" timeOffset="51754.999">7434 9953 1460 0,'0'0'2256'0,"0"0"2376"0,0 0-3660 0,0 0-104 16,0 0 213-16,0 0 231 15,0 0-76-15,0 0-196 0,0 0-296 16,0 0-208-16,9-28 8 0,10 25 52 0,5 3 136 16,4 0-104-16,4-4-160 0,3 1 48 15,5 0 24-15,1-6 32 0,2-1-48 16,5-2-100-16,-4-5-143 0,4 4-73 16,-5-2-16-16,2-4-56 0,-6 6-72 15,-3-3-64-15,-4 3-12 0,-4-2-48 0,0 5 48 16,-4-3-64-16,-9 7-200 15,2 0-137-15,-10-1-195 0,1 4-88 16,-8 3-148-16,0 0-128 0,-4 0-340 0,-3 7-780 16,-6-1-2305-16,-14 13-3271 0</inkml:trace>
  <inkml:trace contextRef="#ctx0" brushRef="#br0" timeOffset="52197.189">7581 10001 4256 0,'0'0'2436'16,"0"0"1512"-16,0 0-2955 0,0 0-377 0,0 0 456 16,0 0 196-16,32 86-144 15,-19-61-108-15,-2 3-232 0,6 8-240 16,-9 6-136-16,3 2-172 0,2 3-64 16,-6 3-88-16,1 4-68 0,0 1 44 0,-4-8-60 15,1 1-12-15,-2-10-76 16,1-3 88-16,-4-13-60 0,4-6-100 0,-4-7-88 15,4-2-172-15,-4-7-112 0,0 0-28 16,0 0-88-16,0 0-160 16,0-7-160-16,0 0-264 0,0-7-368 0,-8-2-297 15,4-6-683-15,-4-3-104 0,0-2-104 16,-7-1 1196-16,2-4 1516 0,1 3 152 0,5 1 236 16,-2 2 784-16,1 4-324 15,8 3 1560-15,0 3 156 0,0 3-376 16,8 1-524-16,5 2-211 0,6 1-253 0,-3 3-56 15,8-1-56-15,4 1-92 0,0 3-136 16,-1-3-64-16,1-1-28 0,0 4-224 0,0-4-200 16,0 5-56-16,-4-5-144 0,1-3-68 15,3 4-12-15,-5-6-36 16,5-2-164-16,-4 2-328 0,0-1-300 0,0 0-288 0,-1 4-368 16,1 0-788-16,-7-1-2089 15,2 1-1643-15</inkml:trace>
  <inkml:trace contextRef="#ctx0" brushRef="#br0" timeOffset="52671.28">8566 9668 952 0,'0'0'5520'15,"0"0"-3000"-15,0 0-1484 0,0 0-340 16,0 0 233-16,0 0 59 0,0 0-44 16,0 0-8-16,0 0-100 0,-60 79-236 0,52-44-144 15,0 9-68-15,5 1 84 0,-6 6-112 16,9-1-48-16,-4 4-16 15,4 1-52-15,0-2-156 0,0-2-40 0,4-7-44 16,8-5-4-16,4-11-48 0,0-6 36 16,3-6 4-16,2-3 4 0,3-7-108 15,0 0-220-15,-5-6-264 0,9 0-112 16,-4-9-284-16,4 0-624 0,-8-4-1464 16,4-3-4037-16</inkml:trace>
  <inkml:trace contextRef="#ctx0" brushRef="#br0" timeOffset="60809.727">7589 10734 8648 0,'0'0'0'0,"0"0"-508"16,0 0-164-16,101-34-580 16,-58-17 748-16,-4 6-252 0,-7-12-1828 15</inkml:trace>
  <inkml:trace contextRef="#ctx0" brushRef="#br0" timeOffset="62131.581">9127 9811 7432 0,'0'0'2540'0,"0"0"-723"16,0 0-753-16,0 0-312 0,0 0-128 15,0 0 96-15,0 0 580 0,20 72-452 16,-12-37-252-16,1 4-128 0,2-2 76 0,1 5-28 16,4-2-12-16,0-1-200 0,0-4-144 15,5 0-88-15,-6-9-60 0,5-5 40 16,-4-4-80-16,0-8 28 0,-4-3-8 15,4-6 8-15,-4 0 8 0,-1-6 104 0,-2-6-64 16,2-5 24-16,-3-1-24 0,-4-8-48 16,1 0-112-16,-5-2-60 0,4 0-48 15,-4-4-12-15,0 4 36 0,0-8 12 16,0 1-24-16,-4-6-24 16,-1 0 8-16,1-6-8 0,0 3 48 0,0 2 24 15,-3 3 108-15,7 4 4 0,0 9 44 16,0 8-4-16,0 3-84 0,0 1 92 0,7 8 0 15,-3 1 64-15,4-2 32 16,5 3-20-16,-2 4-4 0,2 0 76 16,-2 0 12-16,6 0-48 0,2 0 0 15,1 0 72-15,0 4-172 0,4 3 136 16,0-2-136-16,0 4 112 0,0 2 8 16,-5-3-132-16,5 3 0 0,-3-3 0 0,-2 3 4 15,-3-2-4-15,0-4-12 0,0 0-48 16,-4-3 12-16,-4-2-4 0,4 0-44 15,-4 0-248-15,3-2-88 0,2-5-148 16,-5 4-252-16,4 0-360 16,-4 3-576-16,-4 0-1084 0,-4 0-2469 15</inkml:trace>
  <inkml:trace contextRef="#ctx0" brushRef="#br0" timeOffset="62535.172">9641 9994 2672 0,'0'0'652'16,"0"0"4500"-16,0 0-3948 0,0 0-456 15,0 0 77-15,0 0 139 0,0 0-160 16,0 0-216-16,0 0-80 0,0 0 152 0,0 0-144 15,36 30 12-15,-16-30-8 0,1 0-136 16,-2 0-220-16,-3 0-164 0,0 0 0 16,-4-4-124-16,0 4 112 0,-8 0 12 15,4 4 0-15,-8 8 0 0,3 3 8 0,-3 5 140 16,0 5-140-16,-3 7 92 0,-1-1-100 16,-4 2 84-16,4-1-84 15,0-5 0-15,4-2 48 0,-4-1 28 0,4-6-76 16,0-2-52-16,4-3-32 15,4-7 20-15,0 0 16 0,4-2 48 16,4-1 184-16,0-3-4 0,-1 0-180 0,6-7-100 16,-2-2 36-16,-3 0-260 0,5-4-288 15,-2 0-132-15,5-2-580 0,-7 5-1540 16,6-6-2809-16</inkml:trace>
  <inkml:trace contextRef="#ctx0" brushRef="#br0" timeOffset="62714.701">10371 10159 1540 0,'0'0'6440'0,"0"0"-3319"0,0 0-2273 16,0 0-144-16,0 0 368 15,8 77-148-15,-16-55 8 0,-5 3 76 0,2 4-496 16,3 0-300-16,-8-4-156 0,4 3-56 16,0-4-112-16,0-3 24 0,4-5-448 0,1-6-432 15,2-4-356-15,-3-3-764 16,4-1-2313-16,-4-2-1587 0</inkml:trace>
  <inkml:trace contextRef="#ctx0" brushRef="#br0" timeOffset="67884.966">10629 9734 8624 0,'0'0'5773'0,"0"0"-4689"0,0 0-340 0,0 0-144 16,0 0 260-16,45 83 16 16,-34-61 8-16,1 3 24 0,1 4-312 0,6-4-244 15,-3 4-120-15,5-1-36 16,-2 1-63-16,5-1-37 0,0-3 52 0,-5-1-16 16,2-6-48-16,-5-2-72 0,-1-6 136 15,-3-1-136-15,1-3 36 0,-6-2-48 16,1-4 0-16,-3 0-4 15,-5 0-4-15,4 0-80 0,-4-7 16 0,4 1 60 0,-4-3-36 16,3-4 40-16,-3-6-4 0,0 0-84 16,-7-6-12-16,-2-4 32 0,-3-3-32 15,1-6-85-15,-6-3-75 0,6-3 0 16,-6-1-48-16,6 3 60 0,3 1 72 0,0 3 0 16,4 6 88-16,4 0 44 15,-4 7 40-15,4-3-24 0,0 2 36 16,0 4 12-16,4 0 112 0,0 3 72 0,4 3-40 15,-4-1 4-15,4 9-12 0,-1-2-76 16,1 0 48-16,5 5-32 0,2-2 20 16,2 3-36-16,7 1 52 0,-1-3-52 15,9 6 36-15,4 0-48 0,0 0 4 16,4 0 32-16,8 0-23 0,-5 3-25 16,1-3-48-16,4 0 0 0,-5 0-8 0,2-6-76 15,-6-3 71-15,1-1-35 16,-8 0 40-16,-4 1-80 0,0 3 28 15,-8-4-12-15,-5 3-124 0,-2 1-44 0,-1 0-140 16,-5 3-132-16,-2-1-100 0,-1 1 24 0,-4 0-188 16,0 3-576-16,0-3-1432 15,-13 3-3217-15</inkml:trace>
  <inkml:trace contextRef="#ctx0" brushRef="#br0" timeOffset="68343.624">11466 9617 12913 0,'0'0'1372'0,"0"0"-1128"0,0 0-80 15,0 0 188-15,-92 51 264 0,73-32 292 16,-1 0-36-16,4 6-280 0,0 1-284 15,4-1-120-15,4 0-80 0,4-3-44 16,4 0 60-16,0-2 84 0,0-8-60 0,4 1-144 16,4 0 0-16,4-4 68 0,4 4 16 15,0-4-28-15,4-2 0 0,-1 3-48 16,2-4 40-16,-1 3-52 0,-5 1 12 16,-2 0 36-16,-5 2 64 0,-1 4-40 15,-7 3 0-15,0-1-72 0,0 1-216 16,-4 4-28-16,-3-4 84 0,3-6 160 15,-5-4 148-15,1-2-148 0,1-4 0 0,-1-3 56 16,-1 0 44-16,5-10-4 16,-3 1-96-16,3-4-196 0,0-6 24 0,-1-4 164 15,5-2-52-15,0-2-40 0,5-3-20 16,-1-1-92-16,4-1-156 16,3 0-52-16,2 4-16 0,-2-4-96 0,2 4-104 15,2-1-336-15,-3-3-428 0,4 4-928 16,-8 9-2097-16,8-10-1623 0</inkml:trace>
  <inkml:trace contextRef="#ctx0" brushRef="#br0" timeOffset="68702.337">12072 9334 1772 0,'0'0'8244'0,"0"0"-5455"16,0 0-2085-16,0 0-440 15,0 0 384-15,99 45 916 16,-71-23-164-16,-4 3-248 0,1 0-268 0,-2 7-296 15,5 0-208-15,-4 3-28 0,0 3-132 0,-4 0-36 0,-8 4-40 16,-4-1-8-16,-5 0-68 0,-3 3-68 16,-3 1-48-16,-9-3-40 0,-1-1-128 15,2 0-4-15,-9-5-72 0,0 1-136 16,-4-5-100-16,-4 3 28 0,-4-4-152 0,-3-2-116 16,-5 0-424-16,-4-3-1192 0,0-5-2981 15,9-5-2811-15,-30 3 7784 16</inkml:trace>
  <inkml:trace contextRef="#ctx0" brushRef="#br0" timeOffset="69518.728">10944 8585 496 0,'0'0'10785'0,"0"0"-8981"0,0 0-836 16,0 0-56-16,0 0 488 0,13 77-168 16,-6-46-108-16,1 7-204 0,-4 0-272 0,1 6-172 15,-1-2-184-15,-4 2-84 0,0-5-196 16,0-2-12-16,0-8-96 0,0-7-112 15,0-5-132-15,0-11-4 0,0-4-228 16,0-2-376-16,0-6-348 0,3-7-320 16,9-2-1076-16,1-10-1561 0,-2-1-1715 0,-3 7 3608 15,8-13 1777-15</inkml:trace>
  <inkml:trace contextRef="#ctx0" brushRef="#br0" timeOffset="69677.553">11123 8753 744 0,'0'0'1316'0,"0"0"6364"0,0 0-5643 0,0 0-769 16,0 0-84-16,0 0 128 15,0 0-180-15,0 0-140 0,0 0-188 0,21 90-384 16,-21-69-176-16,0 2-84 0,-4-1-100 0,-5 0-60 16,5-3-224-1,-3-3-488-15,-1 0-364 0,0-6-240 0,0-5-588 16,0 2-1088-16,4-7-3929 0,-16 0 3649 16</inkml:trace>
  <inkml:trace contextRef="#ctx0" brushRef="#br0" timeOffset="70038.056">10422 8115 2092 0,'0'0'1784'0,"0"0"5405"16,0 0-4793-16,0 0-748 15,0 0-4-15,0 0-176 0,80-54-584 0,-56 50-320 0,0 4-196 16,0 0-124-16,-4 7-96 16,-5 3-40-16,-2-1-56 0,-6 4-48 15,1 6 0-15,-3 0-4 0,-5 7-192 0,0 2-28 16,-9 3-60-16,2 1 44 16,-5-3 68-16,-1-8 160 0,2 3 8 0,3-8 72 15,0-4-12-15,0 1-12 0,4-7-48 16,4 1 0-16,0-4-8 0,0 0 8 15,0 0-108-15,8 3 108 0,4 1 20 0,4-1-20 16,4 0-48-16,-1-2 44 0,1-1-8 16,5 1-184-16,-1-4-236 15,-1 0 148-15,5-7-668 0,-4 0-28 0,0 1-844 16,0-4-1276-16,-4-2-4097 16</inkml:trace>
  <inkml:trace contextRef="#ctx0" brushRef="#br0" timeOffset="70376.972">11036 8185 4924 0,'0'0'5724'0,"0"0"-4231"15,0 0-497-15,0 0 276 0,35 91 380 16,-22-66 304-16,2 5-636 0,-2-8-576 0,2-3-328 16,2-3-72-16,-2-3-100 15,2-4-172-15,-6-6-24 16,2 1-40-16,-6-4-8 0,1 0 0 0,-4 0-316 15,0 0 60-15,1-10 24 0,-5 0 120 0,4-2 4 16,-4-4-64-16,0-3-84 0,3-3 48 16,-3 0 84-16,4-4 0 0,-4-3 28 15,4 2 36-15,-4-9 8 0,4 1-20 16,-4 0 8-16,4 3 64 0,0 0 12 16,1 7-12-16,2 6-56 0,1 6 56 15,0 4 108-15,0 3-12 0,0-1-96 0,4 7-12 16,-4 0-148-16,4 0-332 0,-4 0-200 15,4 0-352-15,-4 7-476 0,0-1-1288 16,-4 3-2125-16,-1-2-1967 0,-3 8 6640 16</inkml:trace>
  <inkml:trace contextRef="#ctx0" brushRef="#br0" timeOffset="70628.347">11374 8255 1172 0,'0'0'1280'0,"0"0"4872"16,0 0-4304-16,0 0-135 0,0 0-321 15,0 0-8-15,0 0-180 0,0 0-200 16,0 0-184-16,0 0-204 16,0 0-160-16,64 38-112 0,-59-32-100 0,-1 3-120 15,0 1-64-15,-1 0-16 0,1 0-44 0,-4-1-12 16,0 0-72-16,4 4-52 0,-4-7-12 16,4 4 76-16,0-1 0 15,1 1 64-15,2-4 8 0,1 4 0 0,4-6 0 16,4 1 60-16,4-5 0 0,0 0 40 15,4 0-52-15,0 0-48 0,4-5-48 16,-4-2-480-16,3-6-384 0,5 0-380 0,-8 1-756 16,0 2-2929-16,0-6-4455 0</inkml:trace>
  <inkml:trace contextRef="#ctx0" brushRef="#br0" timeOffset="73687.734">11092 10836 3620 0,'0'0'380'16,"0"0"5868"-16,0 0-4803 0,0 0-549 15,0 0-220-15,0 0 100 16,0 67 172-16,4-39-4 0,4 5-128 0,0 2-216 16,0 3-264-16,-1-4-140 0,-3-2-60 15,5-1-136-15,-5-1 0 16,-4-5-420-16,4-3-300 0,-1-1-236 0,-3-2-456 16,4 1-1264-16,-4-4-2901 0,0-3 61 15,0 6 4796-15</inkml:trace>
  <inkml:trace contextRef="#ctx0" brushRef="#br0" timeOffset="76056.816">11163 11014 220 0,'0'0'1540'0,"0"0"5220"0,0 0-5500 16,0 0-448-16,0 0-207 16,0 0 51-16,0 0 64 0,0 0 56 0,0 0-48 15,0 0-224-15,0 0-176 0,-43-55-100 16,35 49-24-16,0 0 84 0,0-4 64 0,0 4 40 15,0 3 20-15,-4-3-140 0,0 2-184 16,-4-2 48-16,4 6 64 16,-3-3-40-16,-2 3-160 0,2 0-64 0,2 0 64 15,-2 6 148-15,6 4-148 0,-3 2-8 16,1 4-104-16,2 7-36 16,1 0 104-16,5 4 44 0,-1 2 88 0,4 3-12 15,0 3-68-15,0-4 4 0,4-2 48 16,3 0 28-16,-3-10 12 0,5-3 0 15,-1-7-4-15,3-2-44 0,-2-4-48 0,2-3 204 16,5 0-48-16,-4-7-104 0,0-3-56 16,4-6-112-16,0-2-12 0,0-4-136 0,-4-4-148 15,4-3-88-15,-4 4-152 16,-4-4 56-16,0 1 24 0,0 3 0 16,-4-4-52-16,-4 4 12 0,4-1-20 0,-4 1 4 15,0 0 72-15,0-4 128 16,-4 7 35-16,0-3-11 0,-4 2-180 15,3 0-312-15,2 2-184 0,-1-2 268 0,0 1 160 16,0 3 360-16,0-3 184 0,0 6 104 16,-1 0-60-16,2 3 60 0,3 5 104 15,-4 3 220-15,4 3 328 0,0 2-80 16,-4 0-184-16,0 0-272 0,4 0-100 0,-4 2 60 16,4 3 144-16,-4-5-12 15,4 2-208-15,0 2-156 0,-4-2 28 16,4-2 128-16,0 3 340 0,0-3 128 0,0 0-28 15,0 0-116-15,0 0-40 0,0 0 76 16,0 0 93-16,0 0-5 0,0 0-36 16,0 0 0-16,0 0 8 0,0 0 0 15,0 0 28-15,0 0-92 0,0 3-52 16,0 1 0-16,4 3 36 16,-4 1 52-16,8 3 8 15,-4 3-84-15,0 6-12 0,3 2-44 0,2 4-84 0,3 6 12 0,0 3 84 16,-4 5-72-16,7 9-128 0,-6-2-28 15,3 1-44-15,-5 0-76 0,1-8 68 16,1-1-92-16,-2-8 40 0,-3-6 8 16,4-2 4-16,-3-6-28 0,-1-5-8 15,0-5 8-15,-1-1-384 0,1-6-248 16,0 0-284-16,0 0-304 0,5-6-376 16,-5-1-1129-16,-1-5-2083 0,1 1 1872 0,4-1 2032 15</inkml:trace>
  <inkml:trace contextRef="#ctx0" brushRef="#br0" timeOffset="76730.181">11395 11166 1996 0,'0'0'9561'16,"0"0"-8497"-16,0 0-512 0,0 0 148 16,0 0 312-16,0 0 72 0,0 0-144 0,0 0-356 15,0 0-384-15,0 0-200 0,0 0-88 16,71-54-160-16,-62 32-136 15,2-3-80-15,1 3-116 0,-3-1 52 0,-2 4-12 16,-3 3 136-16,-4 3 148 0,0 5 256 16,0 1 104-16,0 0 212 15,-8 7 12-15,0 0 64 0,0 0 108 0,0 0 20 16,-3 9-384-16,2 1 100 16,1 6-24-16,-3 3-72 0,7 3-44 15,-5 0 28-15,5 1-84 0,4-1-40 0,-4-3-148 16,4-6-64-16,0-4-264 0,0-2-216 15,8-4-36-15,1-3-108 0,2-7-400 16,5-5-300-16,0-7-101 0,5-6-723 0,-2-1-528 16,1 1 436-16,-4-1 1276 0,0 7 1176 15,-1 6 276-15,-2 7 676 0,-5 4-92 16,-1 4 3048-16,-7 10-1352 0,4 9-147 16,-4 4-745-16,0-1-384 0,-4 9-400 15,-7 1-112-15,7-2 4 0,-4-3 60 16,3-4-104-16,-2-6-152 0,7-2-108 0,-4-11-152 15,4-3-180-15,0-3-136 16,0 0-24-16,4-3-172 0,0-8-76 16,8 2 176-16,-4-3-16 0,3-2-20 0,6 2-52 15,-6-1-28-15,6 5 68 16,-6 4 20-16,6 1 48 0,-2 3 64 0,2 0 4 16,2 7-52-16,-3 1 60 0,0 9 48 15,0-2 0-15,0 4-32 0,-4 4 128 16,0 2 4-16,-5 0 48 0,2 1 28 0,-9 2 20 15,0 0-72-15,0 2-28 0,-4-1-56 16,-8-1-16-16,4 0 16 16,-4-6 32-16,4-3-24 0,-4-3-8 0,4-6-4 15,-4-3 0-15,4-5-84 0,0-2-60 16,1-2-48-16,-2-5 100 0,1-6-80 0,1-3-336 16,-6-6 200-16,9-3-68 0,-4-4 72 15,5-3-200-15,3-2-156 16,0-5-104-16,0 1-252 0,7-3-604 0,-3 0-2316 15,0 12-2833-15,5-12 2057 0</inkml:trace>
  <inkml:trace contextRef="#ctx0" brushRef="#br0" timeOffset="76918.13">12036 10969 4136 0,'0'0'9133'0,"0"0"-6765"0,0 0-1588 0,0 0-244 15,0 0 608-15,0 0-232 0,0 0-44 0,0 0-12 16,0 0-512-16,79 7-344 0,-66-17-252 0,-1 1-312 16,0-1-340-16,-4 0-132 0,-4 4-428 15,-1 0-1332-15,-3 6-2873 16,0 0-1679-16,-7 3 6460 0</inkml:trace>
  <inkml:trace contextRef="#ctx0" brushRef="#br0" timeOffset="77069.376">12072 11169 13197 0,'0'0'1728'0,"0"0"-1024"0,0 0 200 16,0 0 404-16,0 0-88 0,0 0 44 0,0 0-424 15,0 0-620-15,0 0-220 16,84-28-268-16,-73 12-280 0,6 0-308 0,-6-3-104 16,1 3-364-16,-3 0-1372 0,-5 4-3369 15,3-2-1599-15</inkml:trace>
  <inkml:trace contextRef="#ctx0" brushRef="#br0" timeOffset="77494.491">12442 10851 10000 0,'0'0'2729'16,"0"0"-1277"-16,0 0-568 0,0 0-28 15,0 0-40-15,0 0 44 16,0 0-32-16,0 0-460 0,49-73-368 16,-38 54-12-16,1 1-136 0,0-1-160 0,0 0 36 15,1-1 52-15,-6 8 44 0,1-4 28 16,0 7 48-16,-4 2 40 0,0 4 56 15,-4 3 4-15,4 0 192 0,-4 0 56 0,0 0-60 16,0 7-4-16,0 1-12 0,0 6 52 16,4 4-64-16,-4 5-48 15,4 2 8-15,0 1 64 0,0 6-24 0,3 3 0 16,2 3 36-16,-1 0 100 0,0 3 472 16,-1-4-256-16,2 3-196 0,-5-10-120 0,4 0-108 15,-5-8-88-15,6-3-48 0,-9-4-12 16,4-5-52-16,-4-1-412 15,0-5-352-15,0-1-152 0,0-3-132 0,0 4-960 16,-4-4-2360-16,-1 2-2437 0</inkml:trace>
  <inkml:trace contextRef="#ctx0" brushRef="#br0" timeOffset="77661.06">12542 11237 6644 0,'0'0'3976'0,"0"0"-1471"0,0 0-1905 16,0 0-396-16,0 0 252 0,0 0 212 15,0 0 568-15,0 0-64 0,0 0-380 16,0 0-312-16,80 0-220 0,-61-11-116 16,-2 3-144-16,-1-3 0 0,-1 1-392 0,-3 2-312 15,1-3-460 1,-2 5-724-16,6 0-2641 0,-6 0-4271 0,17 3 7588 0</inkml:trace>
  <inkml:trace contextRef="#ctx0" brushRef="#br0" timeOffset="83836.921">1916 8626 5620 0,'0'0'700'0,"0"0"4165"15,0 0-3173-15,0 0-216 0,0 0 36 16,0 0 92-16,20 82-284 0,-8-52-240 16,-5 4-396-16,2 1-244 0,-5 3-76 0,4 4-120 15,-1-1-108-15,2 0-15 16,-1 0-97-16,-4 0-24 0,-1 1-61 16,1-1-123-16,-4-6-108 0,4-7-72 0,-4-5 12 15,0-7-4-15,0-9-144 0,0-5-176 16,-4-2-284-16,-7-16-1008 0,3 7-1016 15,-24-26-2813-15</inkml:trace>
  <inkml:trace contextRef="#ctx0" brushRef="#br0" timeOffset="84105.459">796 7963 2540 0,'0'0'9445'0,"0"0"-7313"15,0 0-540-15,0 0-512 0,0 0 260 16,80-55-232-16,-49 43-188 16,6-1-312-16,-1 1-216 0,0-2-284 0,3 2-60 0,-7-1-48 15,0 0-156-15,0 4-320 16,-8-4-268-16,0 4-188 0,-4-1-228 15,-8 4-728-15,-1 3-2096 0,-2 3-2573 0</inkml:trace>
  <inkml:trace contextRef="#ctx0" brushRef="#br0" timeOffset="84304.157">1064 7969 2652 0,'0'0'1788'0,"0"0"4729"16,0 0-4145-16,-13 92-596 0,9-52-280 15,4 6-80-15,0 1-356 16,-4 4-28-16,4 1-412 0,0-6-292 0,0-1-264 16,0-4-64-16,0-6-208 0,0-6-184 15,0-10-144-15,0-6-64 16,0-4-176-16,0-5-324 0,0-4-536 0,0 0-1100 16,-3 0-2045-16,3-4-1859 0,0-12 6092 15</inkml:trace>
  <inkml:trace contextRef="#ctx0" brushRef="#br0" timeOffset="84450.477">1115 8315 3104 0,'0'0'392'0,"0"0"5728"0,0 0-4019 16,0 0-385-16,92-35 56 15,-68 29-140-15,0 0-316 16,-5-1-208-16,1 1-336 0,1 2-428 0,-6-2-212 0,1-3-132 0,0 2-48 16,0-3-124-16,0 1-364 0,0 0-424 15,-4 2-412-15,0 1-1184 0,4-4-3761 16</inkml:trace>
  <inkml:trace contextRef="#ctx0" brushRef="#br0" timeOffset="84681.939">1633 7753 11825 0,'0'0'1892'0,"0"0"-764"16,0 0 92-16,0 0 168 0,-24 83-252 0,24-48-16 15,0 5-304-15,4 2-240 0,8-1-80 16,0 1-43-16,4-4-165 0,0-4-192 16,0 1-96-16,0-6-72 0,0-7-156 15,-4-6-357-15,-5-7-83 0,6-4-140 16,-2-5-136-16,2-7-832 0,2-13-1124 16,-3 5-2853-16,-3-24-2511 0</inkml:trace>
  <inkml:trace contextRef="#ctx0" brushRef="#br0" timeOffset="85021.915">2063 7597 1368 0,'0'0'10873'0,"0"0"-8921"0,28 74-400 16,-16-37 224-16,0 8-208 0,0-1-84 0,0 4-268 16,-8 0-427-16,0 2-461 0,0 1-208 15,-4 0-60-15,0-3-48 16,-4-7-12-16,-4-3-4 0,0-9-128 0,-4-11-88 0,0-1-156 15,4-8-24-15,-4-3 23 16,0-2 1-16,0-4-52 0,1 0 88 0,2-4-52 16,-6-4 28-16,-2-3 56 0,-2-4 136 15,3-1 36-15,-5-3-24 0,6 0 160 0,3 3 236 16,4 3 8-16,8 7-12 0,0 0-48 16,3 2-12-16,6 1 60 15,3 3 0-15,8 0-108 0,-1 3 68 16,9 4 176-16,0-1 20 0,4-1 25 0,-4 2-133 15,0 3-148-15,-4-3-132 16,0-4-108-16,-1 3-172 0,-2-6-289 0,-5 0-235 16,0 0-176-16,0-3-408 0,-1-7-1384 15,-7 1-2957-15,1-10-3255 0</inkml:trace>
  <inkml:trace contextRef="#ctx0" brushRef="#br0" timeOffset="85187.742">2450 8010 3040 0,'0'0'8197'0,"0"0"-5157"0,0 0-1976 16,0 0-156-16,8 83 524 16,-8-58-308-1,0 0 136-15,0 1-208 0,0-7-496 16,0-3-388-16,0-1-168 0,4-5-120 0,-4-1-196 0,4-2-244 0,-4-3-212 16,4-2-172-16,-4-2-460 0,3 0-1124 0,-3-2-2513 15,0-9-2923-15</inkml:trace>
  <inkml:trace contextRef="#ctx0" brushRef="#br0" timeOffset="85415.331">2948 8083 1448 0,'0'0'13441'0,"0"0"-11705"16,0 0-1236-16,0 0 208 0,0 0-28 15,-12 83 156-15,4-61-76 0,0 3-296 16,0 0-392-16,-4-2-72 0,4-1-72 16,0-6-284-16,0 0-352 15,4-3-80-15,0-7 12 0,0 1-132 0,4-7-608 16,-4-3-1328-16,0-4-4753 0</inkml:trace>
  <inkml:trace contextRef="#ctx0" brushRef="#br0" timeOffset="85793.981">3274 7200 4652 0,'0'0'11053'0,"0"0"-9425"0,36 77-996 16,-27-37 84-16,-2 12 460 0,-3 3-148 0,0 3 285 15,-4 3-441-15,0 0-376 0,0-1-316 16,0 1-60-16,-4-4-32 0,-3-1-88 15,3-8-84-15,-5-3-84 0,-3-7 24 0,5-6 24 16,-6-9-124-16,2-4-144 0,-5-8 24 16,4-1-96-16,0-3-73 0,-4-7-127 15,4 0 52-15,-4-3-4 0,4-11-4 16,0 3 40-16,0-8 44 0,4-1-324 16,4 1 468-16,4 3 388 0,0 3 12 15,4 4 324-15,8 5 136 0,0 2 88 16,8 2 44-16,0 0-76 0,4 0-12 15,4 2 12-15,-5 2 20 0,1 2-36 16,0-6 12-16,1 3-87 0,-10 1-85 0,5-4-148 16,0 0-204-16,-8 3-60 0,0-3-132 15,0 3-260-15,-4 0-21 0,-4 3-499 16,0 1-500-16,-1-4-1364 16,-3 9-4349-16</inkml:trace>
  <inkml:trace contextRef="#ctx0" brushRef="#br0" timeOffset="86003.799">3757 7903 6188 0,'0'0'4372'16,"0"0"-2111"-16,0 0-1165 0,0 0 588 15,0 0 340-15,0 0-432 0,28 66-332 16,-36-41-224-16,3-2-403 16,-3 3-317-16,5-5-100 15,-1-2-108-15,4-1-108 0,0-1 0 0,0-4-108 16,0-8-48-16,0 2-28 0,4-3 52 0,3-4 12 0,-3 0 76 15,5 0 36-15,2 0-84 16,-3-6-237-16,5-4-303 0,-2-6-440 0,2 0-936 16,-5 3-2152-16,-1-12-3021 0</inkml:trace>
  <inkml:trace contextRef="#ctx0" brushRef="#br0" timeOffset="86188.907">4103 8001 7444 0,'0'0'4301'0,"0"0"-2329"16,-15 70-1312-16,2-45 172 0,5 7 488 0,1-4-484 16,-1 1-264-16,-1-4-204 15,2-6-368-15,3 1-60 0,-4-8-300 16,4-2-372-16,-5-5-420 0,6-1-640 0,-9-4-1196 16,8 0-4057-16,-8-12 3533 0</inkml:trace>
  <inkml:trace contextRef="#ctx0" brushRef="#br0" timeOffset="86585.326">4350 7296 6536 0,'0'0'4593'15,"0"0"-1765"-15,24 82-1412 0,-12-43 52 16,-3 1 72-16,2 9-128 0,1 1-116 15,-4 1-263-15,0 3-345 0,-4 0-384 16,-4 0-172-16,0 3-132 0,-4-3-24 0,-8 0-36 16,0-6-120-16,-3-6-148 15,-2-5-60-15,2-5 84 0,-2-7 123 16,2-7 69-16,-2-4 16 0,6-11-112 16,-6-3-20-16,10 0-52 0,-5-10 132 0,0-5-84 15,0-5-148-15,8-5 64 0,-5-4 108 16,9-1-36-16,0 3 8 0,9 5 140 15,7 7 96-15,-4 5 304 0,7 7 92 16,-2 3-8-16,2 0 28 0,1 6-84 16,1 7-28-16,-2-1-48 0,1 1-40 15,-4 0-68-15,4 0-51 0,0-1-41 16,-4-3-56-16,4 2-60 0,0-6-73 16,-4 2-379-16,0-7-524 0,3 0 56 15,2 0-724-15,-10 0-2348 16,9-10-2693-16</inkml:trace>
  <inkml:trace contextRef="#ctx0" brushRef="#br0" timeOffset="86841.615">4913 7756 8492 0,'0'0'5609'0,"0"0"-4057"0,0 0-1036 16,0 0 472-16,0 0 140 0,0 0-132 16,0 0 560-16,0 0-351 0,0 0-649 0,0 0-340 15,0 0-148-15,11 70-68 16,-22-53-100-16,2-3-92 0,1 0-16 0,4 1 4 15,4-5 20-15,0 2 40 16,0-2-5-16,0 0-19 0,4-2 72 16,0 6 96-16,9-4 44 0,-6 2 28 0,1 1 48 15,4-1 113-15,-8 1 11 16,0 1 20-16,0-6-56 0,0 5-64 16,0-4-72-16,-4 1-72 0,0-3-156 0,-4-2-340 15,0-1-281-15,-4-1-103 0,0-3-24 0,-4 0-300 16,1-9-1060-16,-6-4-2032 15,10 3-1277-15,-10-15-714 0</inkml:trace>
  <inkml:trace contextRef="#ctx0" brushRef="#br0" timeOffset="87096.269">5115 7252 12253 0,'0'0'1544'0,"0"0"-836"15,0 0 464-15,0 0-152 16,80 34-188-16,-60-14 108 0,0 2-40 16,4 3-336-16,0 4-148 0,-5-1-64 0,6 7-96 0,-14 0-108 15,2 3-148-15,-9 4-196 16,-4 2-48-16,-8 4-220 0,-12 3-332 16,-1-1-140-16,-7-2 60 0,0 0 28 15,-4-4-320-15,-3-3-512 0,-1-3-596 16,-3-3-1705-16,7-13-1599 0,-17 3 4408 0</inkml:trace>
  <inkml:trace contextRef="#ctx0" brushRef="#br0" timeOffset="87666.989">5164 8462 5320 0,'0'0'6845'0,"0"0"-5237"15,0 0-516-15,0 0-600 0,0 0 196 0,15 66 228 0,-3-34 16 16,-4 5 68-16,4 4-288 15,0 4-260-15,-4 0-108 0,4-4-40 16,0-3 24-16,-4-2-132 0,0-8-160 0,-1-6-36 16,-2-6-120-16,3-7-308 0,-4-2-244 15,0-7-12-15,-1 0-240 0,5 0-376 16,-3-10-1072-16,3 1-1913 0,-8-10-2931 0</inkml:trace>
  <inkml:trace contextRef="#ctx0" brushRef="#br0" timeOffset="88145.285">5630 8534 9912 0,'0'0'1601'0,"0"0"-705"0,0 0 188 15,0 0 312-15,0 0-32 16,0 0 16-16,47 67-280 0,-38-51-336 0,-2-7-180 15,5 1-216-15,-8-3-208 0,-1-5-76 16,6-2 88-16,-5 0-76 0,8-2-24 16,-4-9-72-16,4-1-60 0,-1-7-84 15,2-3-76-15,-1-1 48 0,-5-2-72 16,-3 6-76-16,1-3-44 16,-1 6 116-16,-4 4 64 0,0 1 112 0,-4 5 72 15,-5-1 48-15,2 5-44 0,-5 2 96 16,-1 0-4-16,-2 0 40 0,-1 0-24 0,0 2-16 15,4 9-84-15,-4-3-12 0,9 6-120 16,-6-2-4-16,5 2-24 0,1-3 0 0,3-1-36 16,-1 0-372-16,1-4-360 15,0 1-760-15,0-5-1392 0,4-2-3953 0</inkml:trace>
  <inkml:trace contextRef="#ctx0" brushRef="#br0" timeOffset="88470.031">5980 8274 11973 0,'0'0'1536'0,"0"0"-460"0,0 0 500 16,0 0-340-16,0 0-108 0,80 16 100 0,-65-5-300 15,-2 3-356-15,-2 5-232 16,-3 0-132-16,1 0-91 0,-1 3-117 16,-5-3-4-16,-3 4-44 0,4-4 36 0,-4-3-85 15,4 0-111-15,-4-10 88 0,0 0 112 16,0-2 8-16,0-4 12 0,0 0 40 15,0 0-52-15,4-6-148 0,0-1-44 16,1-7 32-16,-1 2 100 0,-1-7-36 0,5 0-224 16,0 0-120-16,-3 3 112 0,-1 0 44 15,3 1 88-15,-3 2 88 0,0 4-52 16,0-4 24-16,0 0 72 0,4 2 60 16,-4 0-4-16,0-3-4 0,4-1-72 15,-4-1-212-15,-1 0-28 0,6 0 4 0,-1 4-28 16,-4-1-200-16,0 0-480 15,-1 7-928-15,1 3-1005 0,-4 3-2351 0</inkml:trace>
  <inkml:trace contextRef="#ctx0" brushRef="#br0" timeOffset="89494.339">6693 8118 9760 0,'0'0'6021'16,"0"0"-4829"-16,0 0-684 0,0 0 236 0,0 0-32 16,84 0-280-16,-64 0 68 0,-1 0 52 15,2 4-52-15,-5 2-256 0,-1 0-112 16,-3 3-84-16,-3 1-44 0,-5 6 0 15,-1 3-4-15,-3 6-84 0,0 5-48 16,-3 1 32-16,-5 3 100 0,-1 1 0 0,-2 1 0 16,3 2-4-16,-1-10 4 0,5 1 88 15,0-10 92-15,4-6 16 0,0-7-100 16,0-6-36-16,8 0 16 0,1 0-64 0,2 0 60 16,6-6 25-16,2-1-97 15,1-5-12-15,0 1-209 0,0 3-107 16,-4-3-96-16,-4-1-356 0,-1 3-312 0,-2-1-252 15,-5 4-1008-15,-4-1-2985 0,0-2-4227 16</inkml:trace>
  <inkml:trace contextRef="#ctx0" brushRef="#br0" timeOffset="90094.108">2226 7245 3708 0,'0'0'9665'16,"0"0"-7453"-16,0 0-1056 16,0 0 24-16,0 0 68 0,0 0-380 0,0 0-232 15,0 0-588-15,0 0-48 0,0 0-388 16,-23-92-396-16,15 54-140 15,-8 0-596-15,7 6-1500 0,-6-6-3153 0</inkml:trace>
  <inkml:trace contextRef="#ctx0" brushRef="#br0" timeOffset="90245.825">2091 6877 8776 0,'0'0'4969'0,"0"0"-4765"0,0 0-204 0,0 0-204 16,0 0-24-16,0 0-64 0,0 0-28 0,0 0 24 15,-63-80-548-15,55 61-561 0,3-3-1199 16,-3 0-1528-16</inkml:trace>
  <inkml:trace contextRef="#ctx0" brushRef="#br0" timeOffset="90337.871">1979 6556 2824 0,'0'0'704'16,"0"0"5048"-16,0 0-4148 0,0 0-639 0,0 0-501 15,0 0-172-15,0 0-188 0,0 0-104 16,0 0-156-16,0 0-1048 0,0 0-1497 15,49-41-4255-15</inkml:trace>
  <inkml:trace contextRef="#ctx0" brushRef="#br0" timeOffset="90885.051">621 5245 3044 0,'0'0'1288'0,"0"0"3208"15,0 0-2131-15,0 0-569 0,0 0-484 0,0 0 124 16,0 0-268-16,0 0-300 0,0 0-324 16,0 0 24-16,0 0 316 15,88-13-164-15,-53 10-232 0,1 3-160 0,-4-3-72 16,0 0-160-16,0 0 16 0,-8-1-104 15,-4-2-8-15,0-1-100 0,-4 1-252 16,0-3-316-16,-4 2-372 0,3-6-188 0,-6 4-848 16,-5 0-2936-16,-4 2-3929 0</inkml:trace>
  <inkml:trace contextRef="#ctx0" brushRef="#br0" timeOffset="91093.879">793 5292 10748 0,'0'0'2233'0,"0"0"-773"0,0 0 4 0,3 89-48 0,1-54-108 15,4-3-212-15,-4-1-352 0,5 1-328 16,-6-3-280-16,1-1-136 0,0 2-96 0,0-2-16 16,0-3-116-16,-4-3-444 15,0-6-152-15,4-2-100 0,-4-8-252 16,0-4-988-16,0 2-2509 0,0-4-4035 0,0-4 7768 15</inkml:trace>
  <inkml:trace contextRef="#ctx0" brushRef="#br0" timeOffset="91248.39">944 5467 52 0,'0'0'7568'16,"0"0"-5012"-16,0 0-499 0,0 0-217 0,0 0-124 15,0 0-452-15,0 0-380 16,0 0-368-16,79-19-316 0,-59 13-148 0,1-1-52 15,2-2-420-15,1-1-544 0,8-3-528 16,-4 1-1112-16,-4 2-3449 16</inkml:trace>
  <inkml:trace contextRef="#ctx0" brushRef="#br0" timeOffset="91694.711">1521 4968 2980 0,'0'0'2736'0,"0"0"1564"15,0 0-2331-15,0 0-869 16,0 0-132-16,0 0 96 0,0 0-136 16,-64 64-84-16,57-45-248 0,-1 0-188 0,4 3-148 15,0-3-24-15,-1 6 36 16,5 0-52-16,0 5 76 0,0 2 24 0,0-1 96 15,9 4-136-15,-1-3-120 0,3 3-40 16,-2-6-72-16,3-1 28 0,-1-3-20 16,2-2-56-16,-2-5-60 0,6-5-16 15,-2 0-92-15,5-1-360 0,-4-5-144 0,4-3-192 16,0-4-64-16,4 0-44 0,-4-4-576 16,0-5-908-16,-1-1-2841 0,-6 1-1587 15,2-8 6685-15</inkml:trace>
  <inkml:trace contextRef="#ctx0" brushRef="#br0" timeOffset="92162.125">1964 4810 5428 0,'0'0'6905'0,"0"0"-5221"15,0 0-1292-15,0 0 52 0,0 0 524 0,40 74 224 16,-29-41 72-16,-2 6-44 0,-1 2-208 16,-5 0-256-16,1 5-208 0,0-6-219 15,-4 2-77-15,0-5-92 0,0 5-148 0,0-3-12 16,-8-6-48-16,5 0-12 15,-5-8-64-15,-1-3-228 0,1-6-85 16,1-3-23-16,-5-4 8 0,3-2 12 16,-2-4 84-16,3 0 40 0,-4-3 32 15,0 0-24-15,4-3-72 0,0-4-176 0,-4-5-176 16,4-4 148-16,4-3-48 0,-4 0-196 16,4 0 424-16,4 0 240 0,0 6 164 15,4 3 328-15,8 4 88 0,0 4 24 0,4-3-36 16,4 5 36-16,0 0-16 15,0 0 96-15,3 0 12 0,1 7 60 16,-3-1-40-16,-2 4-60 0,1-3-100 0,-3-1-148 16,-2 0-148-16,-3-3-96 15,0 4-60-15,0-1-332 0,-5-1-440 0,6 0-376 16,-5-3-788-16,-1 2-3169 0,2-4-4163 16</inkml:trace>
  <inkml:trace contextRef="#ctx0" brushRef="#br0" timeOffset="92346.454">2327 5284 1356 0,'0'0'12037'0,"0"0"-10477"16,0 0-1168-16,0 0 324 0,0 0 224 0,0 0 124 15,0 0 8-15,0 0-324 0,0 0-440 16,15 63-172-16,-11-49-64 0,-4 6-64 16,0 0-8-16,0 2-48 0,-4-3-28 15,0 0-8-15,-3 4-308 0,3-9-268 16,-5 3-180-16,5-4-212 0,-3-7-388 0,3-4-976 15,0 2-3025-15</inkml:trace>
  <inkml:trace contextRef="#ctx0" brushRef="#br0" timeOffset="92559.624">2582 5245 6960 0,'0'0'5981'0,"0"0"-4557"16,0 0-628-16,0 0 340 15,0 0 260-15,0 0-520 0,0 0-284 0,0 0-328 16,79-19-264 0,-67 9-724-16,0 1-536 0,-5-1-1024 0,10-9-3949 0</inkml:trace>
  <inkml:trace contextRef="#ctx0" brushRef="#br0" timeOffset="92711.613">3163 5098 5916 0,'0'0'7817'0,"0"0"-3785"0,0 0-3140 0,0 0-524 16,0 0-76-16,0 0-292 15,0 0-224-15,0 0-180 0,0 0-252 16,0 0-684-16,0 0-1460 0,23-28-4813 0</inkml:trace>
  <inkml:trace contextRef="#ctx0" brushRef="#br0" timeOffset="92877.03">3506 4991 1956 0,'0'0'11073'16,"0"0"-8881"-16,0 0-1476 0,0 0-248 0,0 0-236 15,0 0-232-15,0 0-100 0,0 0-224 16,0 0-444-16,0 0-532 0,0 0-680 0,15 0-3725 16</inkml:trace>
  <inkml:trace contextRef="#ctx0" brushRef="#br0" timeOffset="93326.241">4060 4801 8884 0,'0'0'6853'0,"0"0"-6021"0,7 72-632 16,-7-36 96-16,4 4 388 0,-4 2 736 15,0-1-124-15,0 0-380 0,0 0-383 16,-4 1-241-16,-3-1-136 0,-1-3-56 15,-1 4-100-15,2-8 0 0,-5-2-12 0,-1-7-4 16,6-5-92-16,-5-7-84 0,0-4-185 16,0-6-195-16,-1-3 72 15,2-3 36-15,-5-10 96 0,0-3-84 0,4-6 156 16,-4-1 16-16,5-4-228 0,-2-3 64 16,5 2 60-16,1-3 72 0,3 2 4 15,4 4 132-15,0 6 176 0,4 6 288 0,3 3 144 16,5 3-96-16,4 4-64 0,1 3-24 0,-2 0 0 15,5 3 84 1,-4 8 96-16,4 1 64 0,-1 1 20 0,2 2 24 16,-5 2 12-16,-1-1-96 0,2-1-147 15,-6 1-137-15,-3-3-128 0,5-1-40 0,-9 1-180 16,3 1-209-16,-3-2-159 16,5-3-96-16,-5 3-116 0,3-5-308 0,-3 3-900 15,0-8-1824-15,0 2-2445 0</inkml:trace>
  <inkml:trace contextRef="#ctx0" brushRef="#br0" timeOffset="94589.248">2637 5556 1864 0,'0'0'4'0,"0"0"544"15,0 0 1772-15,0 0 880 0,0 0-1308 16,0 0-511-16,0 0-69 0,0 0-188 16,0 0-160-16,0 0-348 0,8 57-188 0,-8-47-164 15,0-1-140-15,0 4-124 0,-4-1 0 16,0 1-60-16,1 1-68 0,-6-2-272 16,5 1-244-16,0-5-216 0,4-1-312 15,-4 0-460-15,0-2-1197 0,4-1-1607 16,0-1 1348-16,0-3 2696 15,0 0 64-15</inkml:trace>
  <inkml:trace contextRef="#ctx0" brushRef="#br0" timeOffset="94921.881">3562 5334 5580 0,'0'0'6737'16,"0"0"-5857"-16,0 0-676 0,0 0-12 15,11 69 596-15,-11-46 284 0,0-1-216 0,-3 0-292 16,-1-3-192-16,-4 1-228 0,3-1-144 16,-3 0-124-16,5-5-60 0,-1 3-280 15,-4-7-128-15,3 2-188 0,1-5-316 16,0-1-704-16,4-3-1397 0,-3 1-3223 16,-1-1 4932-16</inkml:trace>
  <inkml:trace contextRef="#ctx0" brushRef="#br0" timeOffset="95790.162">4474 5261 208 0,'0'0'10440'16,"0"0"-8091"-16,0 0-1101 0,0 0-328 16,0 0 340-16,0 0-16 0,0 0-132 0,0 0-104 15,0 0-312-15,0 0-232 0,8 42-244 16,-4-24 24-16,0 8-52 0,-4-1-8 16,4 0-39-16,-4-2-21 15,4-1-112-15,-4-7-12 0,0 1-8 0,0-5-80 16,0-6 16-16,0 2-85 0,0-5-183 15,0-2-28-15,4 0-32 0,-4 0-140 0,3-6-120 16,-3 0 144-16,9-7-12 0,-5 1 8 16,4-7-52-16,3-3 124 0,2-1-100 15,-2 1 68-15,2 3 52 0,-5-1 252 16,3 5 168-16,2 5 0 0,-5-3 8 0,-1 7 228 16,1 3 60-16,1-2 64 0,-2 5-36 15,-3 0-80-15,0 0-24 16,4 0 52-16,-4 0 32 0,4 2 76 0,-4 8 36 15,4-1-12-15,-4 7-76 16,0-1-172-16,-1 5-36 0,-3-1-100 0,0 0-12 16,0 0-296-16,0-3-208 0,0-7-216 15,5-2-124-15,-1-1-200 0,4-6-888 16,-4-6-2201-16,3-1-1283 16</inkml:trace>
  <inkml:trace contextRef="#ctx0" brushRef="#br0" timeOffset="96053.344">5059 4879 5396 0,'0'0'7425'0,"0"0"-6085"16,0 0-972-16,0 0-168 0,52 82 596 15,-40-55 572-15,1 1-188 0,-2 1-380 16,6-1-308-16,-6 2-272 0,1 1-36 15,-4 1-88-15,0 3-56 0,0-1-40 16,-4 1-4-16,-4 4-84 0,0-1-244 16,0-4-36-16,-8 1-124 0,0-3-124 0,0-1-188 15,-4 1-212-15,0-7-404 16,-4 0-832-16,1-5-1921 0,-2-7-2359 16,-7 0 4725-16</inkml:trace>
  <inkml:trace contextRef="#ctx0" brushRef="#br0" timeOffset="97035.655">6266 5261 132 0,'0'0'10304'0,"0"0"-8503"0,0 0-1161 0,0 0-344 16,0 0 176-16,0 0 124 15,0 0-456-15,0 0 212 0,0 0-48 16,0 0-116-16,-79 63-188 0,59-44-40 0,1-1-64 15,-5 6 104-15,-1 1 44 0,-6-6 32 16,-1 3-68-16,0 0-8 0,-4-3-12 0,1-2-88 16,3-5-420-16,0-2-328 15,4-10-188-15,0 0-464 0,8-7-1073 16,-1-6-2951-16,10 0 4128 0,-1-15-303 0</inkml:trace>
  <inkml:trace contextRef="#ctx0" brushRef="#br0" timeOffset="97261.061">5860 5194 352 0,'0'0'5916'16,"0"0"-3548"-16,0 0-1268 16,0 0-172-16,0 0 105 0,0 0 219 0,0 0-308 15,17 70-232-15,-25-48-248 0,-1 3-260 16,-2 4-160-16,-1 3-44 0,-1-1-8 0,6 4-40 16,-6-3 44-16,2 1-12 0,3-2-44 15,4-4 8-15,0 0-24 0,4-2-12 16,0-6-36-16,8-3-16 0,3-3 12 0,6-4 28 15,2 1-396-15,9-6-164 16,0-4-4-16,8-4-504 0,-4-6-549 16,8-6-1239-16,-4 1-1848 0,-4-1 3124 0,11-7 1353 15</inkml:trace>
  <inkml:trace contextRef="#ctx0" brushRef="#br0" timeOffset="97796.581">6924 5191 7856 0,'0'0'5293'0,"0"0"-4221"0,0 0-884 16,0 0-180-16,0 0 412 16,-80 12 120-16,69 1 164 0,-6 3 336 15,6 6-172-15,-1 3-188 0,3 5-68 0,2 4-156 16,-1 1-152-16,0 0-20 0,0-6-28 16,4-4 24-16,4-8-12 0,-4-12-100 15,4-2-8-15,0-3-124 0,4-3-36 16,8-9-160-16,4-4 88 0,0-10-220 15,3-6-60-15,6-5-176 0,-1-1-256 0,-5-4 24 16,1 1 4-16,4 3 24 0,-4-3-132 16,-4-1-432-16,1 2 436 15,-6-2 136-15,-3 3 20 0,-4 2 436 0,-4 2 268 16,0 7 332-16,0 4 296 0,-4 6 96 16,0 5 124-16,4 3-104 0,-4 7 0 15,0 3-36-15,4 0-12 0,-4 3-88 16,4 4-116-16,-3 5-184 0,-2 10-136 0,5 8 24 0,-4 8 72 15,0 6 100-15,4 3 352 16,0 4-308-16,0 0-192 0,4-3-220 16,-4-1-40-16,4-9-68 0,1-2-380 15,-2-9-208-15,5-2-236 0,4-8-152 16,-4-4-580-16,8-7-1240 0,-5-6-2429 16,2 0-2843-16</inkml:trace>
  <inkml:trace contextRef="#ctx0" brushRef="#br0" timeOffset="98060.085">7250 5378 9896 0,'0'0'5105'16,"0"0"-4617"-16,0 0-436 0,0 0 588 0,0 0 648 15,0 0-88-15,0 0-244 0,0 0-516 16,0 0-244-16,0 0-172 16,88-25-24-16,-71-4-364 0,2 1-300 0,-6 2 24 15,-2 1 136-15,-3 6 72 0,-3 3 20 16,-5 9 152-16,0 1 208 0,0 3 52 15,-9 3 16-15,-3 3 344 0,-4 10-52 0,1 3-72 16,-6 6 72-16,2 7-24 0,-1-1 76 16,3 3 20-16,6 1 0 15,-1-3-112-15,0-3-148 0,8-4-120 0,0-6-220 16,0-4-492-16,4-6-276 16,4-6-440-16,4 0-1320 0,4-2-2005 15,7-21-2567-15</inkml:trace>
  <inkml:trace contextRef="#ctx0" brushRef="#br0" timeOffset="98418.88">7594 5229 5136 0,'0'0'1848'0,"0"0"4045"0,-13 69-4897 15,6-31-236-15,-10 4 980 0,6 0 60 16,-1-5-152-16,3-5-392 0,6-10-439 16,-1-5-513-16,4-11-304 0,0-6-96 15,7 0-112-15,6-3-97 16,2-11 25-16,6 2 24 0,-1-7-132 0,-1 0-236 15,2-3-36-15,-1 6 56 0,-5 0 200 16,2 10 80-16,-2 2 104 0,-3 4 96 0,4 4-28 16,-4 9 64-16,4 5 88 0,-4 5 84 15,0 2-32-15,0 4-44 0,-5 3 68 16,2-1 60-16,-5 1 72 0,0 6 52 16,-4-2 0-16,0-3 144 0,0 3 76 15,-13-4-344-15,2-1-64 0,-5-5 40 16,0-1 60-16,-4-3-40 0,0-6-32 0,0 1-92 15,-4-8-8-15,5 0-136 16,-5-6-132-16,3-3-124 0,10-7-124 0,-6-5 36 16,10-7-52-16,-1-2-188 0,4-6-296 15,4-4-508-15,0-1-524 16,0-3-913-16,0 0-1451 0,0-3-276 0,0 13 4217 0</inkml:trace>
  <inkml:trace contextRef="#ctx0" brushRef="#br0" timeOffset="99326.968">8243 5375 12285 0,'0'0'2484'0,"0"0"-1352"0,0 0-896 15,0 0-80-15,0 0 456 0,0 0 444 0,0 0-72 16,0 0-196-16,87 28-264 16,-67-24-216-16,5-4-212 0,-1 0-88 15,-1-10-8-15,1 1-84 0,-4-4-368 0,1-3-308 16,-2 0-324-16,-3 4-328 16,-4 2-1260-16,-5 0-2509 0</inkml:trace>
  <inkml:trace contextRef="#ctx0" brushRef="#br0" timeOffset="99493.966">8378 5547 220 0,'0'0'10849'0,"0"0"-8493"0,0 0-1136 0,0 0-48 16,0 0 244-16,0 0-240 0,0 0-204 16,0 0-188-16,0 0 44 0,0 0-304 15,0 0-183-15,68 47-341 0,-36-47-37 0,0-9-315 16,3-1-160-16,2-6-268 15,3 4-176-15,3-1-40 0,-2 0-256 0,-10 7-1544 16,5 0-3085-16</inkml:trace>
  <inkml:trace contextRef="#ctx0" brushRef="#br0" timeOffset="101261.69">6004 5477 3756 0,'0'0'652'0,"0"0"4296"16,0 0-2895-16,0 0-425 16,0 0-384-16,0 0-4 0,0 0 140 0,0 0-412 15,0 0-216-15,0 0 12 0,0 0 204 16,84-57-336-16,-65 47-256 16,1 3-72-16,5 1-95 0,-1 3-53 0,-1 0-44 15,5 3-28-15,0 3-36 0,0 6 12 0,4 1 24 16,-1 6 52-16,1 3 20 15,4 3-36-15,-4-3-20 0,3 3-52 0,-3-2-44 16,1 2 80-16,3 0-72 0,0 1 72 16,-1 5-80-16,1 0 0 0,3 4-4 15,-2 4 4-15,-1-2-4 0,-4 4-96 16,0 0-24-16,-4 3 8 0,0 1-44 0,0-1 72 16,-5 0 0-16,1 4 36 0,0-3-40 15,0-2-8-15,4 2 48 0,-5-4-72 16,1-3 60-16,0-1-76 0,1 4 51 15,3-2 37-15,0 5 48 0,-2 0 0 16,2 0 73-16,4 0-61 0,-4-2-4 16,-4-1 4-16,4-4 48 0,0 5-56 0,-3-1 4 15,3-3-16-15,-5 0 4 16,5 0-92-16,-4-1 11 0,-4 1 81 16,-1 1-36-16,2 2 32 0,-1 0-36 15,-5 3 44-15,2 0 60 0,-2 3-56 16,2 1 4-16,-6 3 52 0,1 0-56 0,-4 6 8 15,4-4 0-15,-8 4 45 0,5 0-57 16,-6 4-73-16,5-2 61 0,-4 2-48 16,0-5-28-16,0 5-128 0,-1-8 20 0,2 5 88 15,-5-4 20-15,4 2-20 16,0-2 12-16,-4 3-16 0,4 0 16 0,0 3 48 16,-4 0-4-16,0 1 40 0,4-2 4 15,-4 2-64-15,0-2 68 0,0-1-4 16,0 2-64-16,0 0-4 0,0-3-44 15,0 0-100-15,0 3-12 0,0 1 24 16,0-1 24-16,0 0 84 0,-4 4-36 16,0-2 16-16,0 5 32 0,0-1 80 15,0 3 8-15,-4 2 8 0,4 1 4 16,-4 1 0-16,0 4 0 0,5-5-8 16,-6 4-4-16,-3 3-48 0,5-2 40 0,-2 2-40 15,-3 0-88-15,5-3-24 0,-6 3 24 16,-2 3 36-16,-2 1 12 0,2 3 44 15,-2-1 44-15,-2 1 4 0,-1-1 4 0,3 4-8 16,-2 0 0-16,-1 3-12 0,-1 0 4 16,2 0 4-16,-5 2 0 15,0 5 0-15,-4-1-8 0,0 0 0 0,-4 3-172 16,0-2-16-16,0 5 100 0,-3-2 0 16,-1-1-84-16,0 4 96 0,-3-4-48 0,2 4 84 15,-2-4 48-15,-5 4 4 16,4-1 8-16,4 1 68 0,-4-1-64 15,1-2 52-15,-2 2-64 0,2-5-4 0,-1 2 0 16,0-2 4-16,-4 0-4 16,1-5-4-16,-2 1 0 0,6-3-56 15,-6-3-124-15,2 0 28 0,4-4 60 0,-6-3 0 16,6 0-24-16,-1-2-28 0,-1 0 144 16,2-5 8-16,-1-3 0 15,1 2 8-15,-6-5 80 0,6 1-84 0,-1-3 48 0,-4-1-40 16,4 2 36-16,-4-7-36 0,4 0-8 15,1-1 0-15,-6-3-4 16,6-4 4-16,-1-1 48 0,5-2-4 0,-2-2-44 16,1-5 60-16,1 2 36 0,3-4 36 15,0-3-36-15,0 1 64 0,4-5-16 16,0-6-36-16,9 1 24 0,-5-4 24 16,7-6 16-16,6-4-80 0,-1-2 28 0,3-3 0 15,2-5 12-15,3-2 24 16,4 0-152-16,-4 0-8 0,4-6-68 0,0 0-180 15,0-4-60-15,0 1-4 0,4-7 88 16,0 0-8-16,3-4-556 16,2-1-712-16,-5 5-1300 0,4-15-2345 0</inkml:trace>
  <inkml:trace contextRef="#ctx0" brushRef="#br0" timeOffset="102182.165">9287 5448 5028 0,'0'0'624'0,"0"0"4705"0,0 0-3177 16,0 0-600-16,83-13-108 0,-51 16-216 15,-4 4-372-15,0-1-192 0,-4 7-148 16,0-4-76-16,-4 4-108 0,-4-1-148 15,-4 1 8-15,-5 0-44 0,2-1 0 0,-9 8-4 16,0-1-52-16,-4 6-92 0,-8 1-72 16,-4 2-48-16,-4 4-16 0,0-3-20 15,0-1 44-15,0-3 16 0,-4 1 48 16,5 0 48-16,-5-4-12 0,3 0-52 16,2-2 64-16,-1-6 12 0,8-1 52 15,0 0-16-15,4-6-44 0,8-4 4 16,-4-1-8-16,4-2-12 0,4 0 12 15,7 4 84-15,6-1 308 0,2 4-176 0,1-4-140 16,5-3-4-16,3 0 48 0,-4 0-8 16,4-3 8-16,-1 0-56 0,-3-8-64 15,4 3-108-15,0-3-524 0,-4-1-212 16,0-4-184-16,3 4-280 0,1-1-932 16,-8 3-2477-16,12 1-3303 0</inkml:trace>
  <inkml:trace contextRef="#ctx0" brushRef="#br0" timeOffset="102630.243">10135 4949 640 0,'0'0'10301'0,"0"0"-8197"15,0 0-884-15,0 0-184 0,0 0 124 0,0 0-164 16,0 0 4-16,0 0-100 16,25 102-300-16,-14-61-148 0,-2 7-12 15,-1 3 20-15,-5 3 89 0,1-7-221 0,-4 1-184 16,0-3-144-16,0-4 0 0,-4-6-120 15,1-7-196-15,3-6-145 0,-4-9-75 16,4-6-76-16,0-7-144 0,0 0-524 0,0-10-1104 16,0-6-2172-16,0 3-1785 0</inkml:trace>
  <inkml:trace contextRef="#ctx0" brushRef="#br0" timeOffset="102891.975">10244 5016 8968 0,'0'0'2029'0,"0"0"-913"16,0 0 12-16,0 0 204 16,0 0-120-16,0 0-320 0,0 0-284 15,83-13-112-15,-63 13-160 0,-5 0-64 0,-2 0 36 16,-6 4-52-16,1-1-20 0,-3 7 8 16,-1-1-36-16,-4 7-48 0,0 3-160 15,-4 3-108-15,-9 6-140 0,2 1 40 16,-6-4-64-16,2 1-84 0,-1-4-136 0,4-3-40 15,0-6-92-15,8-7-112 16,-4 1-132-16,4-4-344 0,4-3-496 0,0-3-609 16,0-10-2671-16,4-3 256 0,0 0 4333 0</inkml:trace>
  <inkml:trace contextRef="#ctx0" brushRef="#br0" timeOffset="103167.198">10530 5064 952 0,'0'0'4532'16,"0"0"-1320"-16,0 0-1620 0,0 0-319 0,32 70 279 15,-28-48 60-15,0 0-152 0,0-3-196 16,-1-6-128-16,2 0-252 16,-1-7-392-16,-4-3-308 0,4-3-184 0,0 0 0 15,3 0-4-15,1-3-84 0,1-6-96 16,2-8-120-16,6 2-112 16,-6-5-28-16,1 2 60 0,-3 2 76 0,-2-1 36 15,1 5 36-15,-4 3 52 0,0-1 184 0,-4 8 36 16,0-3 160-16,-4 3 4 0,0 2-100 15,-7 0 48-15,3 0 12 16,-5 0-36-16,-2 7 16 0,2-2-140 0,2 4-12 0,3 2 0 16,-5-3-64-16,6 3-20 15,3-5-40-15,0 0-88 0,0 1-260 16,-1-4-476-16,5-3-752 0,0 0-1004 0,5-3-2553 16</inkml:trace>
  <inkml:trace contextRef="#ctx0" brushRef="#br0" timeOffset="103538.263">10869 5045 1240 0,'0'0'9612'0,"0"0"-7775"0,0 0-725 15,15 76 40-15,-15-54 460 0,0 1-72 0,0-4-224 16,0-7-384-16,0-6-432 0,0-2-308 16,5-4-20-16,-1 0-132 15,0-4-40-15,7-5-4 0,2-4-56 0,6-7-36 16,-2-1-148-16,2-5-136 0,-3 8 0 15,0-5 88-15,0 7 72 0,0 4 12 16,-4-1 60-16,0 7 36 0,-5 3 16 0,2 3 44 16,-1 0 52-16,-4 6 224 0,3 3 20 15,-2 4-24-15,-1 3-12 0,0 3 52 16,4-2 56-16,-8 1 0 0,7-5-36 16,-3 0 12-16,-4-4-36 0,5-4-36 15,-1-5-75-15,0 0 27 0,0 0 104 16,3 0 136-16,1-2-96 0,1-7-124 0,2-5-128 15,-3 2-64-15,5-7-132 16,-6 3-48-16,1-3 60 0,1 3 60 16,-5 0-88-16,-1 1-228 0,1 2-132 15,-4 0-113-15,0-3-231 0,0 3-472 0,0 1-1252 16,0 3-2704-16,-4-2-2613 0</inkml:trace>
  <inkml:trace contextRef="#ctx0" brushRef="#br0" timeOffset="103860.602">11415 5098 11121 0,'0'0'1896'0,"0"0"-952"0,0 0-172 0,0 0 124 15,0 0-152-15,0 0 28 16,0 0-28-16,0 0-396 0,87-41-348 16,-67 16-176-16,0 0-108 0,-4-1 0 0,0 4 48 15,-4 3 36-15,-5 0 28 16,-2 9-4-16,-1 2 140 0,-4 1-16 15,-9 3 104-15,2 4 60 0,-5 0 124 0,-4 0-148 16,4 4 48-16,-4 9 12 0,4 6-48 16,-4 2 24-16,8 8 48 15,-4 3 76-15,0-4 100 0,0 4 44 0,1 1 52 16,2-5 232-16,1-3-188 0,4-6-244 16,1-3-244-16,3-6-36 15,0-4-88-15,0-3-84 0,0-3-280 0,3 0-88 16,5-9-248-16,1-1-8 0,6-3-424 0,2-6-1360 15,-2 3-3093-15,9-13-2250 0</inkml:trace>
  <inkml:trace contextRef="#ctx0" brushRef="#br0" timeOffset="104092.738">11773 4903 3464 0,'0'0'2632'0,"0"0"3857"16,0 0-5101-16,0 0-500 0,0 0 232 0,0 0 156 15,40 69-224-15,-36-50-152 0,0 0-8 16,0-3-256-16,0 0-368 0,0-4-168 15,-4 4-44-15,4-2-56 0,-1-2-48 16,-3 1 36-16,0-5 0 0,0-1-64 16,0-3 36-16,0-4 40 0,0 0 136 15,0 0-16-15,5-4 40 0,-1-3-64 16,4-5-92-16,0-4 8 0,4-3-12 16,3-3-96-16,2-3-88 0,2-1-268 15,1 1-24-15,5 0-292 0,6-1-428 0,1 1-752 16,-4 8-2240-16,8-8-5561 0</inkml:trace>
  <inkml:trace contextRef="#ctx0" brushRef="#br0" timeOffset="104234.188">12654 4892 4424 0,'0'0'11705'0,"0"0"-8613"0,0 0-1660 0,0 0-1020 16,0 0-412-16,0 0-572 0,0 0-444 15,0 0-436 1,0 0-2752-16</inkml:trace>
  <inkml:trace contextRef="#ctx0" brushRef="#br0" timeOffset="133777.152">3538 10613 8492 0,'0'0'1360'0,"0"0"-432"0,0 0-167 16,0 0 75-16,0 0 260 0,0 0-56 16,0 0-80-16,0 0-204 0,0 0-204 15,0 0-140-15,-17-6-40 0,17 6-28 16,0 0-20-16,0 0-28 0,0 0 24 15,0 0-184-15,0 0-136 0,4-3-60 0,9 0 60 16,2 1 0-16,5-5 8 0,5 0 124 16,-6-2-132-16,5 2-8 15,-4-3-104-15,4 1 112 0,-4 0 4 0,4-1-4 0,-4-3 84 16,-1 4-80-16,2-4-8 16,-1-2-8-16,-1 2-36 0,1-4-4 15,-4 2-44-15,4-1-64 0,-4 0 12 0,-4 4-112 16,0-4-24-16,0 3-28 0,0 0-32 15,0 4-20-15,-8 2-108 16,4 1-44-16,-4 0-52 0,0 2-212 0,-1 4-452 16,1-3-584-16,1 0-977 0,-1 3-1211 15,-4-3-560-15,0 3 4488 16</inkml:trace>
  <inkml:trace contextRef="#ctx0" brushRef="#br0" timeOffset="135109.831">1287 12490 92 0,'0'0'248'0,"0"0"-136"0,0 0-112 0,0 0-364 16</inkml:trace>
  <inkml:trace contextRef="#ctx0" brushRef="#br0" timeOffset="148808.15">18176 5922 6096 0,'0'0'4780'0,"0"0"-3431"16,0 0-937-16,0 0 124 0,52 88 708 0,-28-50 232 15,-1 0-260-15,9 4-460 0,0 2-288 16,1-3-156-16,-2-2-32 15,5-2-32-15,-4-2-88 0,0-3-160 0,-4-3-12 16,-5-7 0-16,-3-3-60 0,-3-3-40 0,-6-6-120 16,-3-3-236-16,1-7-176 15,-2 0-124-15,-3-7-200 0,8-6-188 16,-8-7-584-16,4-2-837 0,-4 3-1843 0,4-19-432 16</inkml:trace>
  <inkml:trace contextRef="#ctx0" brushRef="#br0" timeOffset="148996.066">18638 5978 9080 0,'0'0'2017'0,"0"0"-413"16,0 0-724-16,0 0 84 0,0 0-8 0,0 0-328 0,0 0 28 15,0 0-232-15,-88 83-164 16,60-48-48-16,1 5-16 0,-1 5-48 0,-9 3-72 16,6 0-32-16,-5 3-44 0,0-4-100 15,4 0-48-15,-3-2-88 0,7-7-108 16,0-2-80-16,4-8-188 0,4-9-132 15,8-7-24-15,0-5-248 0,8-7-540 16,4 0-1333-16,0-19-1767 0</inkml:trace>
  <inkml:trace contextRef="#ctx0" brushRef="#br0" timeOffset="149356.652">19033 5403 7536 0,'0'0'2436'0,"0"0"-747"16,0 0-357-16,0 0 28 16,0 0-160-16,0 0-220 0,0 0-280 15,0 0-268-15,0 0-108 0,0 0 20 0,-4 86 16 16,8-58-40-16,-1 5 24 0,1 2-88 16,-4 3-84-16,0 0-36 15,0-1-128-15,0 1-8 0,-7 1 0 0,-1-4-196 16,-1-3-196-16,1-4-164 0,5-6-184 15,-1-9-240-15,0-7-384 0,4-6-748 16,0 0-2089-16,8-19-1671 0</inkml:trace>
  <inkml:trace contextRef="#ctx0" brushRef="#br0" timeOffset="149725.26">19343 5340 380 0,'0'0'7976'0,"0"0"-6176"16,0 0-1088-16,0 0-147 0,0 0 527 16,0 0 336-16,0 0-228 0,0 0-332 15,0 0-412-15,0 0-208 0,4 73-48 16,-8-54-24-16,-3-3-124 0,3 6-48 15,0 0-4-15,-1 7 0 0,1-3 100 0,0 5-88 16,4-6 52-16,0 1 132 0,8-4 164 16,1-6 396-16,-2-3-228 0,9-1-172 15,-4-6-64-15,4 1-24 0,0-3-60 16,4-4-36-16,0 0 12 0,4-4-112 16,0-5-72-16,4-7-4 0,0 0-152 15,-5-3-140-15,1-3-216 0,0-1-152 16,-3-2-72-16,-6 3-96 0,1 3-388 0,-4 0-660 15,-4 7-1969-15,-4-7-1771 0</inkml:trace>
  <inkml:trace contextRef="#ctx0" brushRef="#br0" timeOffset="149919.053">19551 5334 6232 0,'0'0'2816'16,"0"0"-1536"-16,0 0-956 0,0 0 605 0,0 0 519 15,-21 86-76-15,21-58-200 0,0 3-464 16,0 1-272-16,4 4-148 0,-4 2-16 16,0 0-60-16,0 3-212 0,0 0-24 0,0 1-140 15,0-1-120-15,-4 0-164 16,1-6-232-16,-1-3-328 0,4-4-324 0,-4-5-1292 16,8-2-2705-16</inkml:trace>
  <inkml:trace contextRef="#ctx0" brushRef="#br0" timeOffset="150287.615">19785 6305 10000 0,'0'0'1601'0,"0"0"-781"0,0 0-296 16,0 0 900-16,0 0-24 0,0 0-132 15,0 0-348-15,0 0-268 0,0 0-124 16,108 54-144-16,-76-50-116 0,4-4-144 0,-4 0-124 16,3-4-152-16,-3-2-68 15,0-4-248-15,-4-2-284 0,4-4-424 0,-8-1-732 16,-4 3-2573-16,8-13-3827 0</inkml:trace>
  <inkml:trace contextRef="#ctx0" brushRef="#br0" timeOffset="150659.99">20531 5909 12733 0,'0'0'2288'0,"0"0"-1408"16,0 0-300-16,0 0 640 0,0 0-108 16,0 0-204-16,83 22-164 0,-74-19-352 0,-2 3-260 15,1 1-72-15,-4-1-60 0,0 4 76 16,-4 5-76-16,0 7-8 15,-4 4-104-15,-8 5-8 0,0 1 44 0,4-4 68 16,-3 2 8-16,3-8 0 16,3 0-8-16,5-3-40 0,0-3-12 0,0 3 12 15,9-3 0-15,2 3-88 0,6-1-72 16,2-1 48-16,5 2 40 0,-4-3 44 16,3 0 16-16,2-1 48 15,-5-2 8-15,0 0-40 0,-4-1 44 0,-5-2 4 16,-2 0 44-16,-1-1-44 0,-5 2 56 0,-3-3-60 15,-3 5-84-15,-5-4 0 0,-5 1-28 16,-6 0-96-16,-1-4-64 0,-4 1-72 16,-4-5-112-16,0-2-296 0,-4 0-232 0,0-7-652 15,4-1-908-15,-12-9-3429 16</inkml:trace>
  <inkml:trace contextRef="#ctx0" brushRef="#br0" timeOffset="151010.07">21188 6004 10676 0,'0'0'2017'0,"0"0"-753"15,60 73-124-15,-36-41 456 0,-1 9-440 16,1-3-316-16,-3 3-176 0,-1-3-296 15,-5-2-248-15,2-5-120 0,-6-6-44 16,1-6-312-16,-3-6-344 0,-2-4-336 0,-3-9-476 16,4 0-1064-16,-4-6-2649 15,1-13-3087-15</inkml:trace>
  <inkml:trace contextRef="#ctx0" brushRef="#br0" timeOffset="151193.28">21443 5889 13001 0,'0'0'2172'0,"0"0"-1256"0,0 0-576 0,-47 86 384 0,22-48 712 16,5 6-220-16,-8 4-432 0,0 3-444 15,-8-3-340-15,5-4-112 16,3-3-168-16,-4-2-256 0,9-11-188 0,2-6-196 16,5-6-260-16,4-13-336 0,9-3-480 15,-1-6-3125-15,4-22-1807 0</inkml:trace>
  <inkml:trace contextRef="#ctx0" brushRef="#br0" timeOffset="151459.154">21523 5717 10376 0,'0'0'2673'0,"0"0"-1577"0,79-31-464 0,-55 22 424 16,4-1 396-16,-11 4-400 0,-2 6-224 15,-2 0-228-15,-2 0-196 0,-3 6-100 0,-4 4-168 16,-1 5-128-16,2 2 40 0,-5 5 36 15,0 3-8-15,-5 4 8 16,-2 2-40-16,-1 4-44 0,-3-2-8 16,2-8 8-16,1 0 8 0,8-9 40 0,-4 0 76 15,4-4-4-15,0-2-36 0,4-4-84 0,0 0-8 16,4 1-4-16,4-4-96 0,4 3-28 16,0-6-144-16,3 0-208 15,2-3-196-15,3-3-272 0,0-1-580 0,-5 1-1648 16,5-3-5237-16</inkml:trace>
  <inkml:trace contextRef="#ctx0" brushRef="#br0" timeOffset="151800.485">22053 6284 12329 0,'0'0'2112'0,"0"0"-1036"15,0 0-296-15,0 0 464 0,95 19-156 16,-55-13 32-16,0-4-328 16,4 2-292-16,0-4-316 0,-1-4-144 0,1-9-40 15,-4-1-96-15,0-6-356 16,-4-2-232-16,-1-4-160 0,-7-2-364 0,-4 3-628 16,-7 5-1260-16,-6-6-2809 0</inkml:trace>
  <inkml:trace contextRef="#ctx0" brushRef="#br0" timeOffset="152003.189">22412 6022 11417 0,'0'0'1704'15,"0"0"-876"-15,0 0-232 0,0 0 828 16,-21 74 176-16,21-39-96 0,0 3-304 16,0 9-396-16,0 4-256 0,4 6-59 0,0 0 151 15,-4 1-228-15,0-1-308 16,0-6-104-16,-4-7-252 0,0-6-160 15,4-6-144-15,0-13-101 0,0-10-87 0,12-9-136 16,4-5-548-16,8-18-1212 0,-8 4-2721 16,12-23-2583-16</inkml:trace>
  <inkml:trace contextRef="#ctx0" brushRef="#br0" timeOffset="154958.386">24977 6004 8008 0,'0'0'972'0,"0"0"-468"0,0 0 1457 15,0 0-921-15,0 0-32 0,0 0 212 16,0 0-36-16,0 0-92 0,0 0 60 15,0 0-328-15,52 63-148 0,-40-32-148 0,-4 5-140 16,-5-1-80-16,2 0-64 0,-5 0-76 16,0-4-48-16,0-5-120 0,0-5-52 15,0-4-140-15,0-4-224 0,0-7-168 16,0-3-188-16,0-3-164 0,0-3-488 16,0-3-1216-16,0-13-4497 0</inkml:trace>
  <inkml:trace contextRef="#ctx0" brushRef="#br0" timeOffset="155094.59">25076 5715 13965 0,'0'0'1604'16,"0"0"-988"-16,0 0-548 0,0 0 4 0,0 0-8 15,0 0 12-15,0 0-76 0,0 0-204 0,84-4-968 16,-56 4-756-16,-7-2-2841 0,18 2-2311 0</inkml:trace>
  <inkml:trace contextRef="#ctx0" brushRef="#br0" timeOffset="155374.257">25626 5747 1084 0,'0'0'10249'0,"0"0"-8637"0,0 0-1140 16,0 0-164-16,-43 82 820 16,19-54 484-16,0-1-256 0,0 0-344 0,1-2-364 15,2 2-228-15,1-2-116 0,12-6-36 16,-3-4-36-16,7-5-72 0,4 0-88 15,0-1-72-15,4-3-12 0,3 4-36 16,5 0 0-16,4 2 44 0,4-3-60 16,-4 4 4-16,4-2 56 0,0 1-8 15,-4 1-48-15,3-1 48 0,-6 1 12 16,-2-4 60-16,-3 4 0 0,-3 3 112 16,-5-7-40-16,0 4-132 0,0 0-12 0,-5 3-120 15,-6-4-4-15,-1 1-72 0,-4-1-120 16,0-5-100-16,-4 3-36 0,5-3-40 15,-2-5-140-15,1-2-236 0,0 0-432 0,0 0-924 16,8-2-2673-16,0-15-2987 0</inkml:trace>
  <inkml:trace contextRef="#ctx0" brushRef="#br0" timeOffset="155792.684">26663 5864 104 0,'0'0'11361'0,"0"0"-9517"15,0 0-968-15,0 0 172 0,0 0 572 0,0 0-44 16,56 64-260-16,-52-39-280 15,-4 3-436-15,0 7-212 0,0 0-95 16,0-2-41-16,0 0-80 0,-9 0-100 0,5-8-72 0,0-6-60 16,4-3-100-16,-4-4-288 15,4-5-209-15,0-4-39 0,0-3 0 16,-4 0-372-16,4-6-1164 0,0-1-2312 0,-7-12-2773 16</inkml:trace>
  <inkml:trace contextRef="#ctx0" brushRef="#br0" timeOffset="155974.637">26635 5677 13657 0,'0'0'1620'0,"0"0"-928"0,0 0-340 16,0 0 396-16,0 0 124 0,0 0-380 15,0 0-492-15,0 0-196 0,79 3-808 0,-67-3-412 16,0 0-976-16,1 0-3853 15</inkml:trace>
  <inkml:trace contextRef="#ctx0" brushRef="#br0" timeOffset="156218.759">26942 5839 10965 0,'0'0'2016'0,"0"0"-312"0,0 0-360 16,0 0 368-16,43 76-320 0,-35-55-164 0,0 6-472 15,0 1-284-15,-8-3-95 0,4 7-121 16,-4 0-64-16,0-1-116 0,-8 1-76 16,1 0-4-16,-2-3-60 0,1-7-8 15,4-6 0-15,0-6 24 0,4-8 36 0,0-2-72 16,0 0-16-16,0 0 44 16,0-2 56-16,4-5 0 0,0-6-72 0,0-3 64 15,9-9-149-15,-6-10-211 0,1-4-252 16,0-5-332-16,0 0-436 0,-4-4-1104 0,0 14-3057 15,0-15-4103-15</inkml:trace>
  <inkml:trace contextRef="#ctx0" brushRef="#br0" timeOffset="156491.337">27220 5756 13281 0,'0'0'1612'0,"0"0"-856"15,0 0-280-15,0 0 740 0,16 70 560 16,-11-51-220-16,-1 3-680 0,-1 3-439 15,1-2-181-15,4 2-24 0,-4 1-28 16,0-1-60-16,-4 0-104 0,5-2-40 16,-5-1-48-16,0-3-60 0,0-1-12 0,-5-5-12 15,5-7 80-15,0 1 48 0,0-3 0 16,0-4-56-16,0 0 0 16,0 0-36-16,0 0 92 0,0-4-44 0,5-5-12 0,2-3-173 15,5-7 233-15,8-8-208 16,-1-1-96-16,6-4-232 0,-1 1-208 15,0 1-336-15,4 9-560 0,0 2-920 0,-9 7-2009 16,9-2-2131-16</inkml:trace>
  <inkml:trace contextRef="#ctx0" brushRef="#br0" timeOffset="157192.805">27686 5991 3816 0,'0'0'10005'0,"0"0"-8309"16,0 0-1308-16,0 0 228 0,0 0 792 15,0 0-376-15,0 0-320 0,0 0-184 0,0 0-212 16,0 0-172-16,104 31-144 16,-76-49-208-16,0-8-220 0,4 1-220 0,-4-4-16 15,-4 3 72-15,-4 1 36 0,-5 3 120 16,-3 6 88-16,-7 1 148 0,-5 5 200 16,0-3 124-16,-17 7 100 0,2 0 288 15,-5 2 32-15,-1 4-200 0,-3 4-156 0,-3 8-80 16,3 11 52-16,-4 2 100 0,0 10 36 15,4 0 32-15,0 6 16 16,1 0-12-16,2 1-40 0,1-4-84 0,9-4-100 16,3-9-108-16,4-2-44 0,4-10-40 15,12-7-100-15,-1 1-96 0,13-7-52 16,4 0-72-16,8-13-184 0,4-6-128 16,0-3-284-16,4-4-468 0,0 1-412 15,-1-4-252-15,-3 7 791 0,-3 3 1109 16,-6 3 156-16,-7 3 76 0,-4 7 216 15,-12-1 673-15,-5 7 291 0,-3 0 376 16,-3 10 200-16,-9 6-144 0,-8 3-460 0,0 7-204 16,-4 5 4-16,0 2 120 0,0 0-147 15,5-3-165-15,2-5-132 0,10-6-144 0,3-10-208 16,4-2-192-16,0-4-84 0,0-3-156 16,11 0-72-16,10-7 132 0,2-2 12 15,5-7-52-15,4-6-260 0,-1-6-52 16,6-4-24-16,-5-3-84 0,0-6-5 15,0-4-131-15,-1 1-92 0,1-8-196 0,-4-4-56 16,0-5-128-16,-5-3 132 16,2-2 416-16,-9-4 524 0,-1 4 92 15,-2 8 64-15,-2 8 152 0,-3 15 384 0,-4 10 144 16,-4 12 24-16,4 7-48 0,-4 6 44 16,0 0 8-16,-4 8-124 15,-4 6-244-15,1 8 20 0,-10 9-12 0,6 4 65 16,-10 11 151-16,6-2-48 0,-5 6-240 15,-1 1-124-15,2 6-44 0,-1 0-64 0,1 0-60 16,-2 0-48-16,5-5-12 0,0-5-84 16,9-9-88-16,2-10-56 15,1-5-72-15,4-7-52 0,4-7-180 0,5-2-173 16,2-4-135-16,6-3-88 0,-2-3-608 16,9-7-780-16,0-3-1996 0,-4 1-1477 15,11-8 341-15</inkml:trace>
  <inkml:trace contextRef="#ctx0" brushRef="#br0" timeOffset="157468.064">28547 5947 220 0,'0'0'10020'16,"0"0"-6087"-16,0 0-2369 0,0 0-348 0,16 73 136 16,-20-45 52-16,0 4-232 0,-4-3-127 15,4-4-257-15,0-6-268 16,4-3-216-16,0-7-184 0,0-6-120 0,4 1-48 16,4-4-84-16,4 0-88 15,4-7-68-15,4-5-112 0,0-1-160 0,4-9 3 16,4 2-103-16,-4-2-60 0,0-3-12 15,3 6 92-15,-3-4 144 0,0 5 448 16,0 2 40-16,-8 3 4 0,0 6-4 0,-8 5 8 16,0 2 380-16,-5 2 172 0,-3 11 0 15,0 0-60-15,0 6-4 0,-3 0-16 16,-5 0-104-16,0-3-40 16,4-3-135-16,-1-4-133 0,5-6-60 0,0-3-96 15,0 0-197-15,9 0-251 0,3-3-140 16,4-6 60-16,12-4-248 0,4-3-116 0,-9 4-2152 15,14-7-4877-15</inkml:trace>
  <inkml:trace contextRef="#ctx0" brushRef="#br0" timeOffset="157658.931">29193 6000 13093 0,'0'0'3096'0,"0"0"-2192"0,0 0-720 16,-52 77 732-16,32-56 964 15,4 3-392-15,4-12-639 0,4 1-473 16,4-7-352-16,4-6-24 0,0 3-72 0,0-3-60 15,8 0-172-15,-4 0-241 0,8-3 117 16,-4 0 88-16,4 0-100 16,0-4-220-16,-1 1-220 0,2 0-280 0,-2-5-512 15,-2 5-944-15,-1 0-2325 0,3-7-2031 0</inkml:trace>
  <inkml:trace contextRef="#ctx0" brushRef="#br0" timeOffset="158725.876">29524 5336 8624 0,'0'0'4169'0,"0"0"-3529"16,0 0-312-16,0 0 572 15,7 102 780-15,-7-54-140 0,-7 6-184 16,-6 4-340-16,-2 1-296 0,-2-1-256 0,2-1-160 16,-5-3-123-16,-1-7-169 0,-2-3-12 0,7-5-193 15,0-7-123-15,4-10-12 16,8-6 60-16,4-10-52 0,0-3-132 0,8-3-124 16,4 0 112-16,11-3-52 15,5-7-4-15,4 4-100 0,5 0-176 16,-5 0 104-16,-1 6 328 0,-3 0-16 15,-1 6 152-15,-6 4 228 0,-5 2 164 0,0 1 292 16,-9 3 184-16,-7 0-36 0,0-1-56 16,0 4-52-16,-7 1-28 0,-9-4-60 15,0 0-100-15,4-7-40 0,-4 0-60 16,4-2-48-16,8-7-160 0,0 0-96 16,4-7-520-16,0-8-48 0,8-4 56 0,8-11-112 15,8-1-208-15,4-7-596 0,7-6-1360 16,5-4-1361-16,-12 9 1005 0,20-14 84 15</inkml:trace>
  <inkml:trace contextRef="#ctx0" brushRef="#br0" timeOffset="158946.465">30014 5722 4020 0,'0'0'3072'16,"0"0"-320"-16,0 0-447 0,0 0-329 15,15 91-336-15,-23-50-420 0,-8 8-328 16,1 4-52-16,-6-2 364 0,6 3-180 0,2-6-208 16,6-4-331-16,7-6-293 0,0-10-92 15,11-5 8-15,10-8-40 0,3-5-68 16,4-7-132-16,3-3-112 0,5-3-96 15,4-10-169-15,-1-2-27 0,-2-5-24 16,-5 1 120-16,-4 4 120 0,-9-1 148 16,-3 0 172-16,-4 10 52 0,-8-1 192 0,0 7 172 15,-4 0 256-15,0 0-152 0,-4 3-192 16,0 4-204-16,0-4-124 0,4 7-424 16,0-4-296-16,4 3-172 0,12 1-324 15,8-4-792-15,-4-3-3933 0,16-3-3947 16</inkml:trace>
  <inkml:trace contextRef="#ctx0" brushRef="#br0" timeOffset="160402.155">15108 5553 9880 0,'0'0'4561'0,"0"0"-3889"0,-4 98-120 15,4-53 192 1,0 12 452-16,0 0-156 0,-4-3-220 0,4 4-316 0,0-8-432 15,0-2-72-15,8-7-208 0,0-4 0 16,4-7-172-16,0-11-76 16,4-3-60-16,0-10-164 0,0-3-352 0,0-3-492 15,-4-6-1120-15,-1-17-3393 0</inkml:trace>
  <inkml:trace contextRef="#ctx0" brushRef="#br0" timeOffset="160859.046">14777 5397 9308 0,'0'0'1536'0,"-87"29"-1007"0,47-7 23 16,-4 9 360-16,-7 11 488 0,-2 5-252 0,5 8 8 16,5 6-84-16,3 5-232 15,12 10-200-15,4 3-88 0,13 10-72 16,2 6-164-16,9 1-168 0,12-4 68 0,12-6-32 15,7-14-136-15,14-8 40 0,2-13-16 16,13-16 60-16,4-10-20 0,8-13-16 16,3-5-12-16,5-7-84 0,-1-16 0 0,2-3-60 15,-1-12-96-15,-5-4 44 16,5-7-132-16,-5-5-168 0,-3-4-4 0,-4-6-96 16,0-4-116-16,-12 1 0 0,-5-3-124 15,-3 0 104-15,-12-1 64 0,-4 0-36 16,-12 4-308-16,-5-4 244 0,-11-2 288 15,-4-2 208-15,-8-1 188 0,-7-1 152 0,-5 3 140 16,-8 4 276-16,-4 2-152 16,-4 10-72-16,-3 7 56 0,-10 6 168 15,1 10-120-15,1 6-12 16,-5 9-12-16,-4 13 96 0,1 3-116 16,-5 19-108-16,-4 7-112 0,1 12-172 0,-6 6-12 0,5 11-144 15,1-1-16-15,-1 3 24 0,8 1-76 16,9-1-72-16,2-3-272 0,6 4-288 15,3-4-264-15,8-3-340 0,8-9-1276 16,4 5-2733-16</inkml:trace>
  <inkml:trace contextRef="#ctx0" brushRef="#br0" timeOffset="169356.226">23260 5898 9564 0,'0'0'4401'0,"0"0"-3541"0,0 0-444 16,0 0 0-16,0 0 392 0,0 0 248 15,0 0-152-15,8 52-80 0,-4-24-356 16,-4 7-188-16,0 9-168 0,0 8-16 16,0 5 52-16,0 3-104 0,0 0-44 0,0-6-48 15,0-3-64-15,0-13-216 0,0-8 68 16,0-12-120-16,4-9-196 0,0 1-464 15,0-7-392-15,0-3-688 0,3 0-1817 16,-2-10-1807-16</inkml:trace>
  <inkml:trace contextRef="#ctx0" brushRef="#br0" timeOffset="169731.446">23647 5911 11865 0,'0'0'3172'0,"0"0"-1848"16,0 0-864-16,0 0 608 0,87-31 312 0,-63 21-312 0,3 4-312 16,5-1-296-16,0 1-228 0,0 3-87 15,-4 0-73-15,0 3-72 0,-4 0 0 0,-4 0-72 16,-4 3-12-16,-4 6-49 0,-8 4 9 16,0 6 124-16,-4 3-60 15,-8 10-84-15,-4 6-64 0,-7 7-36 0,-6 2 108 16,1 4-92-16,0 0 80 0,-4-4 12 15,9-5 136-15,-5-8 52 0,7-4 20 16,6-8 24-16,7-6-32 0,0-4-52 0,0-5-4 16,4-4 88-16,0-3 0 15,8 0-32-15,3 0 152 0,10 0 52 0,3 0-36 16,4-3 36-16,4-4-11 0,3 1-137 16,-3 0-48-16,4-1-64 0,3-2-8 15,2 2-72-15,2-2-136 0,-3-1-145 16,4 1-231-16,-4-1-156 0,-1 1-352 15,-3 2-820-15,1 2-840 0,-18 1-2529 16,5 1-2739-16</inkml:trace>
  <inkml:trace contextRef="#ctx0" brushRef="#br0" timeOffset="194098.973">17419 7960 3100 0,'0'0'7368'0,"0"0"-5335"0,0 0-1117 0,0 0-596 16,0 0 416-16,0 0 600 15,0 0-168-15,0 0-228 0,0 0-296 16,-52 72-252-16,52-47-60 0,0 4-72 0,0 3 44 31,8 6-8-31,4 3-40 0,4 5-112 16,-5-2 4-16,6 0-64 0,-2-6-32 0,2-6-52 0,-1-4-64 0,3-12 52 15,2-4-48-15,-6-12-100 0,5-2-32 16,5-17-164-16,-1-10-120 0,-1-9-128 0,1-6-184 16,0-10-180-16,0 0-348 0,-5-3 120 15,-2-2 524-15,-2 9 368 0,-2 3 164 16,-5 9-140-16,-8 3-64 0,3 10 316 15,-3 2 28-15,0 11 448 0,0 2 200 16,0 6 252-16,0 4-196 0,0 7-112 16,0 7 24-16,4 1-96 0,0 7 16 15,1 6-56-15,-1 4-60 0,4 3 36 0,-5 4-200 16,1-5-8-16,4 1-116 16,1 0-76-16,-2-6-56 0,1-1-108 15,0-6-296-15,4-5-396 0,-4-5-76 16,8-9-108-16,-4-3-652 0,3 0-2833 0,-2-9-3247 15,2-14 4829-15</inkml:trace>
  <inkml:trace contextRef="#ctx0" brushRef="#br0" timeOffset="194391.578">18228 7791 2752 0,'0'0'9281'0,"0"0"-7709"0,0 0-672 15,0 0 36-15,-32 70 656 0,19-48-204 16,2 1-356-16,3-1-420 15,0 0-352-15,0-3-164 0,4 0 0 0,4-3-12 16,0-3-84-16,0-4-112 16,0-3-72-16,8 0 132 0,4 1 52 15,4-1 72-15,0 0-72 0,-1 1-4 0,6 0-72 16,-5 5 76-16,0 1 56 0,-5 2 44 16,2 5 96-16,-6 5 20 0,-3 1 28 15,-4 2-96-15,0 0-52 0,0 2-48 0,-7-5-36 16,-1 4 52-16,-5-4-64 15,6-6-12-15,-1-3-368 16,0-4-96-16,3-9-168 0,5-3-56 0,0-3-100 0,0-12-276 16,5-8-804-16,3-5-1284 15,-4 1-2433-15,3-17-1059 0</inkml:trace>
  <inkml:trace contextRef="#ctx0" brushRef="#br0" timeOffset="194707.502">18578 8134 4244 0,'0'0'1248'0,"0"0"4893"15,0 0-4937-15,0 0-200 0,72 73 464 0,-56-63-172 16,0-3-424-16,0-7-440 0,4-7-96 16,-1-6-116-16,5-6-20 15,1-6-40-15,-1-4-160 0,0-3-88 0,-9 1-208 16,2-5 12-16,-6 8 148 0,-3-1-12 16,-4 10 100-16,-4 4 48 15,0 2 148-15,-12 7 48 0,1 2-184 0,-10 1 28 16,1 3 156-16,-4 10-60 0,1 6-12 15,3 6 48-15,-5 6 60 0,6 7-36 16,3 7-12-16,0 1 36 0,0 2 88 0,4 3 84 16,4-3-76-16,4-4-60 0,0-3-96 15,4-10-116-15,4-2-44 0,8-7-12 16,8-7-32-16,8 1 44 0,3-7 0 0,10-2-440 16,-1-4-60-16,-1-4 72 0,5-8-272 15,0-7-336-15,4 0-824 16,-12 3-2044-16,15-9-2469 0</inkml:trace>
  <inkml:trace contextRef="#ctx0" brushRef="#br0" timeOffset="195323.784">20133 7972 10969 0,'0'0'2080'0,"0"0"-1036"15,0 0-132-15,39 89 496 0,-27-42-224 16,-4 5-208-16,4 7-288 0,-4 9-272 15,-5 1-144-15,2 4 32 0,-5 4 64 16,0-4-40-16,0-3-244 0,0-7-80 0,0-6-4 16,4-9-120-16,0-10-4 0,0-10-204 15,0-8-24-15,0-11-92 0,-4-9-132 16,0 0-112-16,3-9-104 0,-3-7-684 16,0-9-884-16,0-8-1637 15,-3-2-1327-15,-1 4 869 0</inkml:trace>
  <inkml:trace contextRef="#ctx0" brushRef="#br0" timeOffset="195525.368">20176 8101 3696 0,'0'0'8605'0,"0"0"-7185"0,0 0-928 0,0 0 192 16,92-27 588-16,-72 21-220 0,-1 2-308 16,-6-3-228-16,2 4-144 0,-2 3-104 0,-6 0-268 15,-3 0-116-15,-4 10-44 0,0 2 160 16,0 13 0-16,-11 5-196 15,-10 8-212-15,1 6-164 0,-3 0-84 0,-1-2 120 16,0 0-172-16,0-11-20 0,4-6-208 16,0-2-120-16,4-11-44 0,4-6-653 15,1-1-915-15,2-5-3216 0,5-11 5780 0</inkml:trace>
  <inkml:trace contextRef="#ctx0" brushRef="#br0" timeOffset="195657.785">20535 8194 4092 0,'0'0'6484'0,"0"0"-5171"0,0 0-661 0,0 0-372 0,0 0-24 16,0 0-36-16,0 0-120 0,0 0-100 0,0 0-876 15,0 0-1273-15,36-12-3351 16,-40 12 1040-16,-9 6 4049 0</inkml:trace>
  <inkml:trace contextRef="#ctx0" brushRef="#br0" timeOffset="195827.679">20515 8375 5064 0,'0'0'7041'0,"0"0"-5813"0,0 0-540 16,0 0 248-16,0 0 960 0,0 0-592 16,76 22-552-16,-53-31-284 15,1 0-64-15,0-7-288 0,0-4-116 0,4 2-332 16,-5-8-552-16,2 3-380 0,-1-2-536 16,-4 0-2208-16,-5 6-4213 15,2-6 5417-15</inkml:trace>
  <inkml:trace contextRef="#ctx0" brushRef="#br0" timeOffset="196206.688">21037 7785 9188 0,'0'0'4869'0,"0"0"-4169"0,0 0-552 0,76-35 736 15,-53 28 556-15,-7 0-500 16,0 7-360-16,-4 0-272 0,0 5-296 0,-4 4-8 16,-5 4 44-16,2 6 16 15,-5 6 56-15,-5 4-60 0,-2-1-60 16,-5 1-48-16,5-4 36 0,-2-2-60 0,1-4 68 16,4-4-44-16,4-2 44 0,0 0-96 15,0 3 88-15,8-4-60 0,5 8 12 16,6-5 60-16,-3 1 0 0,3 0-56 15,6-1 52-15,-5-1-4 0,-5-5-40 16,2 4 48-16,-2-4 4 0,-2 4 0 0,-6-4-4 16,-3 1 0-16,-4-1 112 15,0 4 0-15,-4 3-112 0,-7 3 0 16,-6-3-172-16,2-1-60 0,-9 2 8 0,0-2-36 0,-4-1-172 16,0-2-252-16,-4-3-256 15,0 1-508-15,4-3-1036 0,-11-7-3281 16</inkml:trace>
  <inkml:trace contextRef="#ctx0" brushRef="#br0" timeOffset="196641.817">20599 8188 3100 0,'0'0'1004'16,"0"0"2336"-16,0 0-2160 0,0 0-348 15,0 0 72-15,0 0 553 0,0 0-89 16,0 0-248-16,0 0-276 0,0 0-228 16,0 0-84-16,0 0 16 0,-53 38 0 0,61-38-176 15,1-2-148-15,6-5 24 16,2-3 24-16,6 4 60 0,1-4-112 15,-4 1-128-15,0 2-92 0,4-2-64 0,-4-1 52 16,0 4-36-16,-1-3-40 0,-2-1-220 16,2 1-432-16,1 2-240 0,-3-2-376 15,-6 4-1344-15,6 0-4329 0</inkml:trace>
  <inkml:trace contextRef="#ctx0" brushRef="#br0" timeOffset="197139.99">22279 7972 7628 0,'0'0'4177'16,"0"0"-2793"-16,0 0-504 0,0 0-364 0,37 77 480 15,-29-52 260-15,-1 0-260 16,1 1-292-16,-3-4-336 0,-1-3-220 15,0-3-148-15,-4-4-88 0,4-5-20 16,-4-1-52-16,0-6-272 0,0 0-248 16,0 0-116-16,0-3-396 0,0-4-1100 0,-4 1-4365 15</inkml:trace>
  <inkml:trace contextRef="#ctx0" brushRef="#br0" timeOffset="197291.22">22256 7715 10820 0,'0'0'1093'0,"0"0"-1089"0,0 0 4 0,0 0-8 15,92-29-292-15,-77 26-1233 0,2 3-1415 0,-2 0-3264 16,-2 0 5944-16</inkml:trace>
  <inkml:trace contextRef="#ctx0" brushRef="#br0" timeOffset="197551.287">22515 8036 1068 0,'0'0'9604'0,"0"0"-8379"0,0 0-497 0,-4 79 816 16,4-63 244-16,0-4-472 0,0-5-732 15,0-4-488-15,8-3-92 0,-1-3 288 16,10-6-8-16,-2-7-284 0,5-8-172 0,1-1-200 16,3 0 48-16,-5 0 104 15,1 3 120-15,-4 6-76 0,4 3 16 16,-8 10 160-16,4 0 48 0,-4 3 152 15,4 3 84-15,-4 7 28 0,0 2 84 0,0 1 72 0,-1 4-148 16,2-3-52-16,-2 2-132 16,2 1-60-16,-1-2-72 0,-1 0-4 15,2 2-64-15,-2-1-8 0,1 0-52 0,4-3-552 16,-4-1-348-16,4-2-284 0,0-4-724 16,0-3-3093-16,4-3-3435 0</inkml:trace>
  <inkml:trace contextRef="#ctx0" brushRef="#br0" timeOffset="197815.532">23308 7585 10920 0,'0'0'6245'15,"0"0"-4981"-15,0 0-896 0,88 25 28 16,-49-22 448-16,5-3 232 0,4 0-420 0,4-12-291 16,3-4-245-16,1-6-60 0,0-5-60 15,4 2-68-15,-8 0-124 16,-1 0-297-16,-7 6-239 0,-12 1-80 0,-8-2-432 16,-8 10-1328-16,-8 4-3729 0,-12 6-3327 15</inkml:trace>
  <inkml:trace contextRef="#ctx0" brushRef="#br0" timeOffset="197974.055">23547 7734 8552 0,'0'0'4853'0,"-9"63"-4065"0,9-28-432 15,4 7 288-15,1 2 1388 0,3-2-412 16,0-5-248-16,3-2-520 0,-2-6-496 16,2-4-356-16,-3-5-64 0,5-4-20 15,-6-2-524-15,1-3-272 0,1-5-176 16,-5-3-652-16,3-3-1312 0,-3 0-2713 0,0-9-2279 15</inkml:trace>
  <inkml:trace contextRef="#ctx0" brushRef="#br0" timeOffset="198229.162">23654 7985 3484 0,'0'0'9833'0,"0"0"-8401"0,0 0-952 0,0 0 324 16,100-22 412-16,-76 15-560 0,0 1-248 15,0-1-232-15,-1 5-176 16,-6-5-416-16,-2 4-428 0,-6 3-116 0,-5 0-176 15,-4 10-448-15,-4 9-808 0,-9 3-585 16,-6 6-1183-16,-5 5 1920 16,-4-5 2240-16,0 7 116 0,4-5 1880 0,-4 3 256 15,8-5 48-15,0 1 80 0,9-4-223 16,2-2-529 0,9-7-384-16,0 0-288 0,0-7-136 15,12 1-164-15,4-7-224 0,8 0-136 0,4-3-76 0,4-3-72 0,0-13-148 16,3-3-120-16,-3-6-272 0,0-5-472 15,0-4-476-15,-12 8-1068 16,12-11-3953-16</inkml:trace>
  <inkml:trace contextRef="#ctx0" brushRef="#br0" timeOffset="198407.649">24264 8061 3116 0,'0'0'11457'0,"0"0"-10085"0,12 67-1040 16,-8-39 616-16,-1 4 1164 0,2-1-500 0,-5-7-567 15,0-6-621-15,4-5-424 16,0-7-112-16,-4-3-264 0,4-3-197 0,-4 0-203 16,4-7 4-16,-1-5-308 0,1-7-1240 0,-4 0-3881 15,0-13-2911-15</inkml:trace>
  <inkml:trace contextRef="#ctx0" brushRef="#br0" timeOffset="198524.835">24165 7778 6108 0,'0'0'8081'0,"0"0"-7109"0,0 0-644 0,0 0 64 16,0 0 372-16,0 0-264 0,91 13-500 15,-71-13-60-15,4 0-1244 0,0-6-872 0,-9 3-3049 16</inkml:trace>
  <inkml:trace contextRef="#ctx0" brushRef="#br0" timeOffset="198824.046">24750 7857 5928 0,'0'0'3012'0,"0"0"2085"0,0 0-3933 16,-44 65-396-16,25-40 668 0,-5-3 72 0,7 0-416 15,2 0-468-15,2-6-428 0,5-2-196 16,5-6-124-16,3 2 28 0,0 0-16 16,3-5 16-16,5 5-16 0,5-3-72 15,2-1 52-15,2 1 60 0,-2-5 20 16,1 5 48-16,0 3 4 0,-4-4 0 15,-4 4 12-15,0-1 136 0,-4 1 132 0,-4-1 16 16,0 4-40-16,0-1-88 0,0 1-68 16,-12 4-40-16,4-3-48 15,-8 3-12-15,-3-4-112 0,2-1-20 0,-3-2-148 16,1-3-88-16,-2-5-144 0,1-2-164 16,-3 0-236-16,3-2-376 15,0-5-1368-15,-4-12-4149 0</inkml:trace>
  <inkml:trace contextRef="#ctx0" brushRef="#br0" timeOffset="199540.168">24973 8134 4668 0,'0'0'4988'0,"0"0"-3115"0,0 0-925 0,0 0-768 15,0 0 316-15,0 0 408 0,0 0-116 16,0 0-224-16,0 0-260 0,0 0-16 0,52 44-20 16,-32-44-32-16,-4-6-24 15,3-3-212 1,2-4-60-16,-5-3-252 0,-1-3-144 15,-3-3 16-15,4 0 60 0,-8 0 80 0,0-1 136 0,-3 1-64 0,-1 6-280 16,-4 0 60-16,0 7 372 0,-9-1 76 16,1 7 4-16,-7 0 124 0,-6 3 88 0,1 0 64 15,1 0 36-15,-5 6-12 16,4 1 12-16,0 5 76 0,0 4-52 0,0 6-12 16,4 4-12-16,0 2 32 0,4 7 40 15,1 0-52-15,2 3-88 0,5-3 36 16,0 3 88-16,4-7 48 15,0-1-28-15,4-8-132 16,4-7-152-16,4-5-108 0,4-7 0 0,0-3-80 0,5 0-104 0,-2-15-248 16,5-4-408-16,4-6-376 0,-4-8-544 15,-1 1-2052-15,-3 7-2321 0,5-13 1669 16</inkml:trace>
  <inkml:trace contextRef="#ctx0" brushRef="#br0" timeOffset="199844.05">25280 7947 132 0,'0'0'11821'0,"0"0"-9893"16,0 0-1092-16,0 0 160 0,0 96 632 0,-4-68-268 16,-4 0-352-16,4 1-424 0,0-7-364 15,4-3-220-15,0-6-48 0,0-1-36 16,0-2-420-16,0-7-180 0,4-3 32 16,4-3 184-16,4-7-56 0,3-6-156 15,2-2-224-15,-1-6 72 0,3 3 76 0,-6-1 108 16,-1 5 292-16,-1 5 356 15,-2 2 0-15,2 5 356 0,-7 5 176 0,4 0 200 16,-3 0 52-16,-1 8 44 16,3 6-144-16,-3 1-148 0,0 5-80 15,0-1-48-15,0-1-52 0,1 2 148 0,2-5-136 16,-3-5-368-16,4 3-72 0,0-7-184 16,0-3-456-16,0-3-164 0,9 0-104 15,-6-6-300-15,9-10-1188 0,-4-3-2901 16,4 0-1239-16,8-16 5356 0</inkml:trace>
  <inkml:trace contextRef="#ctx0" brushRef="#br0" timeOffset="200125.545">25818 7778 3920 0,'0'0'9897'16,"0"0"-8593"-16,0 0-1116 0,0 0 292 16,-76 90 1048-16,56-65-268 0,1 0-460 0,2-2-348 15,6-1-304-15,2-3-148 0,5-7-48 16,4 1 40-16,0-1-104 0,9-2 24 15,2-1 88-15,1-2 96 0,8-1-84 0,-4 4 48 16,0-3-60-16,1-1 0 16,-6 3 0-16,5 1 88 0,-8 3 240 15,0-1-56-15,-4 1-44 0,-4-1 16 0,0 5-60 16,0-2-36-16,0 1-88 0,-8 0-12 16,0-6-48-16,0-3-92 0,0-5-384 15,0-2-12-15,1-2-24 0,2-12-336 16,1-5-148-16,0-6-436 0,4-10-1100 15,0-10-3137-15,0 13-2175 16,8-34 7376-16</inkml:trace>
  <inkml:trace contextRef="#ctx0" brushRef="#br0" timeOffset="200345.857">26220 7322 6384 0,'0'0'6749'0,"0"0"-5365"0,0 82-676 16,-8-41 248-16,0 13 1184 15,-4 3-360-15,4 4-644 0,0 2-419 0,5 0-281 0,-1 1-156 16,4-3-88-16,4-7-68 16,7-4-64-16,2-12-48 0,6-3-12 15,1-12-4-15,1-5-8 0,2-5-220 0,-3-6-32 16,-5-7-332-16,-2 0-25 0,-5 0 61 16,-4-7-148-16,-1-2-260 15,-3-1-648-15,-7 1-1512 0,-9-5-1677 0,-4 2 149 16,-4-4 504-16,5 6 3784 15,-22-5 148-15</inkml:trace>
  <inkml:trace contextRef="#ctx0" brushRef="#br0" timeOffset="200474.746">26005 7947 3796 0,'0'0'520'0,"0"0"6649"0,0 0-5337 15,0 0-892-15,0 0-208 0,0 0 620 0,0 0-308 16,0 0-188-16,0 0-168 0,100 13-244 16,-68-26-236-16,4 0-112 0,-5-3-96 15,1-3-280-15,0-2-616 0,0-3-280 16,-8 2-128-16,0 3-1008 0,-4 0-2245 0,-4 7-1743 15,-5 2 3888-15</inkml:trace>
  <inkml:trace contextRef="#ctx0" brushRef="#br0" timeOffset="200625.519">26463 7824 1564 0,'0'0'8876'0,"0"0"-4887"15,0 0-2853-15,24 84-452 0,-12-51 424 16,0-2 436-16,0 1-96 0,0 0-452 16,0-4-459-16,0 1-185 0,0-11-96 15,0 5-160-15,-5-10-96 0,6 0-148 16,-5-4-444-16,-1-6-65 0,-3 0 97 15,1-3-296-15,-5 0-348 0,0-6-1360 16,0-7-1420-16,-5-2-3213 0,-2 2 2374 0</inkml:trace>
  <inkml:trace contextRef="#ctx0" brushRef="#br0" timeOffset="200768.371">26463 7766 3512 0,'0'0'10053'0,"0"0"-8593"0,0 0-1008 16,0 0 532-16,0 0 484 0,0 0-620 0,0 0-320 15,88 16-268-15,-68-13-200 16,-1 0-60-16,-2 0-304 0,3-3-400 0,-1 3-484 16,2 0-460-16,-1 4-1472 0,-5 2-3445 15,2-3 470-15</inkml:trace>
  <inkml:trace contextRef="#ctx0" brushRef="#br0" timeOffset="201057.194">26865 7963 4256 0,'0'0'6212'15,"0"0"-3111"-15,0 0-1565 0,0 0-544 16,0 0 332-16,0 0-24 0,0 0-356 0,80 61-392 15,-64-66-76-15,4-7 0 16,0-7-284-16,0-3-192 0,0-8-96 0,4 2-256 16,0 0-112-16,-4 0 60 0,0 2 112 15,-9 1 48-15,-2 2-176 16,-9 5 100-16,0 1 320 0,-5 8 136 16,-6 3 60-16,-1 6-12 0,-4 3 52 0,0 7-16 15,-4 9 36-15,0-1 0 0,0 8 0 0,4 2 0 16,1 1 36-16,-2-1 24 0,6 1-36 15,-2-4-132-15,5-2-148 0,4-7-100 16,1-4 4-16,3-2-72 0,0-7-224 16,0 0-144-16,3-3-148 0,5-3 96 15,0-7-236-15,4 1-452 0,0-7-1008 16,4-3-2013-16,0 0-1047 0,4-4 624 0,-4 8 4380 16,12-7 340-16</inkml:trace>
  <inkml:trace contextRef="#ctx0" brushRef="#br0" timeOffset="201287.631">27192 7817 3024 0,'0'0'668'16,"0"0"6076"-16,0 0-2891 0,0 0-2437 0,0 0-400 15,0 0 140-15,84 54 396 16,-72-36-196-16,-4-1-624 0,0-1-331 0,-4-2-169 16,0-3-232-16,0-2-4 0,4-5 0 15,-4-1 0-15,8-3-156 0,0-3-157 0,4-7-35 16,0-4-12-16,4 0-112 16,-1-5 48-16,-3-1 100 0,5 1 68 0,-2 4 52 15,1-2 12-15,4 9 172 0,-4-3 24 16,-4 8 452-16,0 3-132 0,-4 0-28 15,0 7 52-15,-5 5-64 0,2 2-96 0,-1 0-4 16,0 3 88-16,-1-2-208 0,2 2-60 16,3-5-112-16,-5 1-240 0,2-1-404 15,2-2 44-15,-3 3-244 0,5-4-920 16,-2 1-2216-16,-7-4-2729 0</inkml:trace>
  <inkml:trace contextRef="#ctx0" brushRef="#br0" timeOffset="202155.205">26961 7864 2620 0,'0'0'588'0,"0"0"5096"0,0 0-3587 0,0 0-737 15,0 0-540-15,0 0-32 0,-36 83 60 0,36-55-116 16,0 1-332-16,0-1-172 0,0-3-88 15,0 1-132-15,4-3-4 16,5-7-4-16,-2-2 0 0,1-3-116 0,0-2 104 0,4 1-252 16,0-4-60-16,1-3-80 15,-2-3-100-15,6 0-256 0,2 0-300 0,1-6-1069 16,-1 0-3187-16</inkml:trace>
  <inkml:trace contextRef="#ctx0" brushRef="#br0" timeOffset="203701.489">28989 8004 796 0,'0'0'11765'0,"0"0"-9677"0,0 0-1344 0,0 0 76 16,0 0 848-16,0 0-348 0,0 0-340 0,0 0-480 16,0 0-500-16,0 0-244 0,0 0-528 15,0 0-220-15,-4-7-556 16,0 7-4552-16</inkml:trace>
  <inkml:trace contextRef="#ctx0" brushRef="#br0" timeOffset="207241.658">15925 11153 9292 0,'0'0'5441'16,"0"0"-4409"-16,0 0-780 0,0 0 40 16,0 0 108-16,0 0 124 0,88-53 428 15,-68 53-176-15,-1 0-356 0,5 6-164 16,-4 0-12-16,0 7-8 0,-4-4-104 16,-4 4 4-16,0 0-16 15,-4-1 4-15,0-2-52 0,-4 3-60 16,-1 3 48-16,-3-1-60 0,-3 2 64 0,-1 2 68 0,-8 2-120 15,-4 2 0-15,0 2-12 0,-4 4-4 16,-4 0-44-16,0 0-76 0,4 1 64 16,-4 0 48-16,9-5-32 0,-1-3 44 15,4 0 72-15,8-5-68 0,4-3 8 0,0 3 0 16,8-4 196-16,7-1 96 0,6-2-36 16,3 3-60-16,4-7-75 0,3-4 3 15,5-2-136-15,0-5-12 16,3-11-160-16,-3-6-133 0,5-3-23 0,-2-8-160 15,-3-2 0-15,-4-6-124 0,0 0-456 16,-8-3-816-16,-8 8-2388 0,-4-14-2661 16</inkml:trace>
  <inkml:trace contextRef="#ctx0" brushRef="#br0" timeOffset="207608.498">15685 10950 2844 0,'0'0'8841'0,"0"0"-7509"0,-91 98-844 16,71-53 96-16,0 12 804 0,9 4 20 0,11 6-392 16,0 5-88-16,7 4-364 0,14 7-148 15,-2-3-72-15,9-4 276 16,4-9-60-16,3-7-340 0,6-13-124 0,6-8-32 0,5-11-56 16,4-9 4-16,8-12-12 15,7-7-4-15,1-4-60 0,4-15-152 16,-5-9-112-16,2-10-40 0,-6-8 188 0,-7-4-128 15,-9-7-44-15,-2-3 32 0,-6-3-24 16,-11-1 124-16,-4-2-100 0,-8-2 0 16,-8 2-4-16,-12-5-72 0,0 5 164 15,-16 0 12-15,-12 9 220 0,-4 6 260 16,-12 9-36-16,-3 17-76 0,-9 6-36 16,-4 13 152-16,-4 6-264 0,-7 3-76 15,-5 12 4-15,0 4-92 0,0 3 4 16,1 4-112-16,3 0-524 15,8-5-1572-15,5 2-2389 0,15-10-4283 0</inkml:trace>
  <inkml:trace contextRef="#ctx0" brushRef="#br0" timeOffset="209024.71">13292 5486 1200 0,'0'0'1500'0,"0"0"612"0,0 0 608 15,0 0-1124-15,0 0-784 0,0 0-100 16,0 0 189-16,0 0-205 0,0 0-300 16,0 0-396-16,0 0-72 0,3-19 72 15,5 41 624-15,0 10 268 0,4 6-44 16,0 10-284-16,0 9 16 0,-4 7-88 15,4 2-92-15,-1 7 208 0,-2 7-40 16,3 8-272-16,-5 5-72 0,2 8-116 16,-1 4-8-16,-4 3-76 0,0 6-24 0,-4 3-8 15,0 4 4-15,0 2 4 0,0 5-60 16,0-4 48-16,0-1-40 0,0-5-96 16,3-4 40-16,1-6-80 0,5-4 128 15,-1-2-28-15,-1 1 88 0,1-6 8 16,1 6-8-16,-2 1 52 0,-3 1 8 0,0-4-52 15,4 4 4-15,1-4 0 16,-2 2-4-16,1-1-8 0,5-1-12 0,-2-2-36 16,1 5 0-16,0-2-28 0,0 2 28 15,0 0 40-15,0 2-180 0,3-1 176 16,-6-4 4-16,7 4 8 0,-4 1 72 16,-4-2-12-16,3 4-48 0,2-4 64 15,-5 5-28-15,3-5 40 0,-2 4-16 16,2-7-12-16,-3 5-60 0,0-5-8 15,4 1-36-15,0 2 44 0,1 1 8 16,2 4 68-16,5-2-4 0,0 0-60 0,0 2 40 16,0-1-52-16,3 0-64 0,-2 0 16 15,-1 0 40-15,-1 0-4 0,1 4 4 16,1-5 4-16,-6 4-4 0,5 0 8 0,-4-3 48 16,0 3-48-16,0-3 12 15,-4 0-12-15,0 0 0 0,4 0-4 16,-4 3-32-16,0 0 36 0,4-3 0 0,-5 7 0 15,6-5-8-15,-2 5 4 0,1-4-48 0,-4 0-56 16,4 0 56-16,-4 3 4 16,1 1-124-16,-2-1 120 0,6 0 4 15,-6 0 44-15,1-2 0 0,-4-5 4 0,0-5 0 16,0 0 0-16,0-7 0 16,-5-2-4-16,2-8-4 0,3-2 4 15,-4-7 4-15,0-3 4 0,3-3 56 0,-2-7-56 16,-1-9 4-16,4 0 4 15,-4-7-8-15,0-5 0 0,-1-1-4 0,1-6 0 16,1-3-4-16,-1-7 4 0,0-3-16 0,0-2-80 16,0-8-68-16,-1-2 28 15,-3-4 24-15,4-4-60 0,-4 3 24 16,0-5-28-16,0 0-36 0,0 0 12 0,0 0-36 16,0 0 16-16,0 0 84 15,0 0 12-15,0 0 108 0,0 0 8 0,0 0-4 16,0 0 4-16,0 0-56 0,0 0 16 15,-4 0 44-15,1 0-72 0,-1 0-100 16,0-5-164-16,-4 0 0 0,3-1-28 16,1-4-128-16,1-6-384 0,-1-3-552 0,0-7-609 15,0-5-851-15,0 9-2144 0</inkml:trace>
  <inkml:trace contextRef="#ctx0" brushRef="#br0" timeOffset="-214486.679">18048 10944 10024 0,'0'0'1677'0,"0"0"-717"0,0 0-296 15,0 0 492-15,0 0 228 0,0 0-152 16,0 0-388-16,0 0-388 0,17-19-172 0,10 16 184 16,9-1 472-16,8 4-400 0,-5-3-236 15,2 0-220-15,-5 3-84 16,-4-3-44-16,-1 3 40 0,-3-3-64 0,0 3-80 15,0-6-48-15,-5-1-328 0,2 1-260 16,-5 0-176-16,-9 1-280 0,2 0-704 0,-9 2-740 16,-4 0-1429-16,0 0-1171 0,-9-1 2952 15</inkml:trace>
  <inkml:trace contextRef="#ctx0" brushRef="#br0" timeOffset="-214305.922">18379 10865 1656 0,'0'0'664'0,"0"0"-400"0,0 0-96 0,0 0 5028 0,0 0-3616 16,-80 41-352-16,76-25-31 0,-3 9 147 15,7 4-304-15,0 2 8 0,0 10-4 16,7 4-72-16,-3 6-204 0,9 2-140 16,-9 8-220-16,3 3-236 0,1-4-172 15,0-5-88-15,-3-8-56 0,2-12-4 16,-3-7-52-16,4-8-428 0,-4-9-348 0,1 3-380 16,-5-5-880-16,0 1-1025 0,0-3-2603 15</inkml:trace>
  <inkml:trace contextRef="#ctx0" brushRef="#br0" timeOffset="-214129.757">18160 11564 1528 0,'0'0'3036'0,"0"0"1996"0,0 0-3275 15,0 0-221-15,0 0-236 0,0 0-164 16,0 0-408-16,0 0-248 0,0 0 168 16,0 0 112-16,0 0-168 0,64-7-296 15,-40 10-148-15,3-3-148 16,-3 0-92-16,4-3-8 0,4-7-304 0,-4-3-476 15,4-2-392-15,-4-4-824 0,-8 3-2241 16,8-10-2691-16</inkml:trace>
  <inkml:trace contextRef="#ctx0" brushRef="#br0" timeOffset="-213981.882">18921 11268 8324 0,'0'0'4021'0,"0"0"-3497"0,0 0-192 16,0 0 444-16,95 10 604 15,-75-10-460-15,1-7-348 0,3-2-84 0,-5-5-364 16,1-4-124-16,0-8-548 16,4 0-408-16,-4-5-656 0,0-1-1324 0,-8 7-2949 15</inkml:trace>
  <inkml:trace contextRef="#ctx0" brushRef="#br0" timeOffset="-213713.871">19053 10824 1632 0,'0'0'952'0,"0"0"4228"16,0 0-2936-16,-20 88-735 0,20-50-113 0,0 4 296 16,0 3-80-16,3 1-440 0,10 5-244 15,-1 7-212-15,-1-2-260 0,2 5-188 16,-2-1-12-16,1 1-60 0,0-7-36 16,0-4-64-16,-8-6 88 0,4-4-16 0,-4-7-44 15,0-3-28-15,0-5-8 0,-4 1-80 16,0-8 64-16,-4-1-72 0,-8-1 4 15,0-7-8-15,-3 0-176 0,-9-2 24 16,-1-4-76-16,-3-3 24 0,0 0-208 16,-3-7-244-16,-1-5-240 0,4-8-300 15,0-5-832-15,9-7-1832 0,6 7-1445 16,9-19 357-16</inkml:trace>
  <inkml:trace contextRef="#ctx0" brushRef="#br0" timeOffset="-213298.964">20825 10757 3800 0,'0'0'10165'0,"0"0"-9037"0,0 0-764 0,36 73-112 15,-27-38 692-15,-9 6 136 16,0 3-216-16,-9 5-88 0,-6 3-264 15,-2 3-304-15,-6 5-144 0,-5-3-28 0,0 3-36 16,4-2 0-16,0-10 64 16,0-4 16-16,1-6-80 0,2-9-64 15,5-7-44-15,0-3-28 0,0-10 4 0,4-2-40 16,1-4-88-16,-2-3-72 0,6-10-12 16,-1-6 100-16,0-6 84 15,-4-3-64-15,8-7 76 0,-4-3 64 0,-1 0-56 16,5 3 68-16,4 4 20 15,0 9-60-15,4 6 28 0,5 3 84 0,3 8 72 16,8 2 140-16,-1 0-52 0,5 6-24 16,4 7-48-16,0 2 0 0,0 1 8 15,0 3 16-15,0 0-52 0,-5-3-48 0,5 0-12 16,0-3-100-16,4-4-160 0,0 5-384 16,9-8-188-16,-2 2-36 0,4-1-760 15,2-7-3361-15,-13 0-2967 0,15 0 6729 0</inkml:trace>
  <inkml:trace contextRef="#ctx0" brushRef="#br0" timeOffset="-213109.831">21718 11239 11357 0,'0'0'6896'15,"0"0"-6196"-15,4 67-700 0,-4-42 0 0,0 4 124 16,0-4 332-16,0-2-88 15,0-8-224-15,-4-1-144 0,4-5-220 0,0-7-172 16,0-2 48-16,4 0-272 0,-1-2-560 0,6-11-792 16,-5-6-2465-16,-4 2-3675 0,0-11 6712 15</inkml:trace>
  <inkml:trace contextRef="#ctx0" brushRef="#br0" timeOffset="-212971.52">21555 10918 11057 0,'0'0'3184'0,"0"0"-2364"16,0 0-616-16,0 0-16 0,79 26 12 0,-55-26-200 0,0 0-4 16,4 0-652-16,8-7-1196 15,-12 1-3261-15,12-3-2811 0</inkml:trace>
  <inkml:trace contextRef="#ctx0" brushRef="#br0" timeOffset="-212729.221">22247 11083 10244 0,'0'0'4537'16,"0"0"-4033"-16,0 0-364 0,0 0 916 0,-51 86 656 16,39-63-564-16,0-1-440 0,5-4-400 15,3-2-308-15,4 4 4 0,4-7 120 0,3 2 36 16,9 1-52-16,0-3-100 16,4-4-4-16,0 1-4 0,4-1-48 15,-4-2 0-15,-5 2 0 0,2-2-28 0,-6-1-8 0,-3 1-148 16,-8 1-96-16,0 6-176 15,-4 1 160-15,-7 2 48 0,-10 2 24 16,2 0 64-16,-9 0-76 0,0-4-136 16,-4-2-340-16,-8 0-760 0,0-4-1336 0,8-2-2849 15,-20-4 565-15</inkml:trace>
  <inkml:trace contextRef="#ctx0" brushRef="#br0" timeOffset="-212154.902">23881 11024 1120 0,'0'0'10117'0,"0"0"-8489"0,0 0-836 0,0 0-20 15,0 0 552-15,0 0 56 16,0 0 144-16,0 0-420 0,0 0-688 16,0 0-40-16,-99 0-8 0,79 34 96 0,0 8 177 15,0 5-189-15,4-2-188 0,4 0-104 16,4-11-124-16,4-5-36 16,4-10-136-16,0-10-20 0,0-3-232 0,8-6 132 15,5-6-21-15,2-3 165 0,5-10-168 16,4-7-72-16,-4-2-36 0,4-4 8 15,-4 3 88-15,-1 4 44 0,-2-1 28 0,-2 7 48 16,-2 4 12-16,-2 5-24 0,-3 3 88 0,-4 5 44 16,5 2 52-16,-2 9 544 15,5 4 92-15,0 6-172 0,0 3-148 16,1 0-48-16,-2 1-60 0,1-5-64 16,4 5-20-16,-4-5-124 0,0-1 0 15,4-8-96-15,0 0-248 0,-1-5-384 16,2-4-192-16,2 0 8 0,1-9-1020 0,-8-1-1968 15,12-7-2161-15</inkml:trace>
  <inkml:trace contextRef="#ctx0" brushRef="#br0" timeOffset="-211556.681">25097 10883 1540 0,'0'0'12613'0,"0"0"-11101"16,0 0-1436-16,0 0 12 0,84-15 404 16,-56 9 196-16,4-1 20 0,-5 1-92 15,-3 3-256-15,0 0-104 0,-8 3 4 0,0 0-248 16,-9 6 48-16,-3 3-60 0,-4 4 136 16,0 6-60-16,-8 3-64 15,-7 0-4-15,-1 8 0 0,-5-2 76 0,-2 4-12 16,3 2-20-16,-4-2-44 0,5 0 76 15,2-1 136-15,9 1 24 16,1-3 196-16,7 0 144 0,0-4-132 0,7-6-271 16,5-3 3-16,8-4 44 0,4-2-92 15,8-7-136-15,0-3-60 0,4 0-84 0,3-13-208 16,2-6-209-16,-2-6-131 0,1-7-52 16,-4 0-188-16,-1 1-292 15,-3-1-1392-15,-8 10-2561 0,0-10-2895 0</inkml:trace>
  <inkml:trace contextRef="#ctx0" brushRef="#br0" timeOffset="-211233.341">25703 11046 11969 0,'0'0'4296'0,"0"0"-4036"0,0 0-120 16,0 0-56-16,0 0 912 0,0 0 200 16,0 0-628-16,0 0-568 0,95 22-112 15,-63-47-108-15,0-4-16 0,4-7-232 16,-5 5-148-16,1-4 108 0,-4 6 248 15,-4 1 48-15,-8 5-188 0,-4 5-144 16,-4 3 108-16,-8 1 436 0,-4 5 164 16,-8 2 240-16,-4 2-12 15,-4 5-8-15,1 0 16 0,-2 8-4 0,1 9-112 16,1 8 0-16,2 4 112 0,-3 9-24 0,5 6-68 16,-2 0 52-16,2 7 60 0,2-3 184 0,2-4-52 15,3-3-244-15,0-9-304 16,8-6 0-16,0-11-148 0,8-4-228 15,4-9 84-15,4-2-48 0,7-9-212 16,5-7-308-16,0-9-260 0,4-4-932 16,-4-6-1800-16,0 3-993 0,-4 7-1783 0,0-11 6628 15</inkml:trace>
  <inkml:trace contextRef="#ctx0" brushRef="#br0" timeOffset="-210784.787">26240 10826 588 0,'0'0'11485'0,"0"0"-9609"0,0 0-1116 16,0 0-420-16,0 0 364 0,0 0 440 0,48 83-112 15,-44-58-12-15,-4-2-320 16,0-2-284-16,0 2-108 0,4-4-76 16,0 0-192-16,4-3-32 0,4 0 228 0,-4-6 420 15,4-4 37 1,0-3-693-16,-4-3-84 0,3 0-64 16,6-7-8-16,-2-5-77 0,5-1-95 0,-3-2-132 0,-2-2-28 15,6 5-52-15,-2-3-12 0,1-2-48 0,4 1 104 16,-4 0 288-16,0 0-900 0,0 0-788 15,-1 4-48-15,2 6 728 0,-1-1 880 32,-1 7 336-32,5 7 1208 0,-7 2-648 15,-2 7 92-15,2 6-8 0,-6 3 264 16,1-2 100-16,4 0 28 0,-4-4-552 0,0-5-324 0,4-3-112 16,-4-8 0-16,4 0 36 0,0-3-84 0,3-10-72 15,5-2-16-15,-3-8-48 0,2-2-88 16,5-4-24-16,-4 1 12 0,-4-3 112 0,0 6 64 15,-4 0 48-15,-4 3-16 0,-9 0 28 16,-3 2 236-16,-3 5-12 0,-9-1 24 16,0 4 88-16,-4 2 96 0,4 4-100 0,-8 3 0 15,4 0 144-15,0 12-192 16,-4 1-164-16,5 4-120 16,-6 2-4-16,2-4-128 15,3 3-88-15,-1-1-408 0,2-1-272 0,-2 0-388 0,10-4-1180 0,-9 4-3421 16</inkml:trace>
  <inkml:trace contextRef="#ctx0" brushRef="#br0" timeOffset="-210606.903">28037 11048 19213 0,'0'0'2965'16,"0"0"-2457"-16,0 0-508 0,0 0-60 0,0 0-340 15,0 0-85-15,0 0-99 0,-104-34-428 16,73 24-1040-16,-1 7-2312 0,-8 3-849 16,8 0-3039-16,-36 0 7989 0</inkml:trace>
  <inkml:trace contextRef="#ctx0" brushRef="#br0" timeOffset="-210014.475">17220 13760 10544 0,'0'0'2569'0,"0"0"-1653"16,0 0-536-16,0 0 604 0,0 0 500 15,0 0-652-15,0 0-388 0,0 0-124 16,0 0 188-16,0 0 372 0,136-25-340 0,-73 18-248 16,5 4-228-16,-8-3-64 0,-1 3-60 15,-11-4 12-15,0 4-76 16,-8 0-68-16,-9-3-372 0,-3 3-248 0,-3-1-208 15,-10 1-752-15,-3 0-2180 0,-8 3-1861 16,-4 0-586-16</inkml:trace>
  <inkml:trace contextRef="#ctx0" brushRef="#br0" timeOffset="-209840.013">17571 13846 9036 0,'0'0'2929'0,"0"0"-2033"0,0 0-144 16,0 0 72-16,87 38 428 0,-51-32 76 0,4 1-152 15,-1-5-140-15,1-2-520 0,0-2-400 16,4-11-116-16,-8 0-4 0,-1-3-152 16,-3-6-484-16,1-3-248 0,-6 0-264 0,-3-7-972 15,-4 9-2125-15,-8-11-2771 0</inkml:trace>
  <inkml:trace contextRef="#ctx0" brushRef="#br0" timeOffset="-209613.658">17873 13358 4288 0,'0'0'6000'0,"0"0"-5436"0,0 0-227 0,0 0 563 16,0 0 952-16,0 0-300 0,95 6-344 15,-63 6-376-15,1 3-236 0,-1 8-140 16,-5-1-24-16,1 4-64 0,-8 5-136 16,-4 1-96-16,-4 9 48 0,-8 1-124 15,-4 8 24-15,-4 1-72 16,-8 4 4-16,0-3-16 0,-4 0-76 0,0-4-84 0,1-6-256 15,2-9-36-15,-2-1-40 16,2-6-28-16,2-4-52 0,3-3-196 16,-5-3-392-16,9-10-764 0,1 1-1153 0,-1-7-3347 15</inkml:trace>
  <inkml:trace contextRef="#ctx0" brushRef="#br0" timeOffset="-208570.356">20208 12932 4516 0,'0'0'2020'0,"0"0"2953"0,0 0-3617 15,0 0-668-15,0 0 76 0,0 0 472 16,0 0-204-16,0 0-312 0,0 0-12 15,0 0 240-15,80 2-260 0,-44 5-184 16,-5-7-176-16,5 3-60 0,-4-3-108 0,-8 0-148 16,4 0-12-16,-9 0 0 0,2-3-96 15,-1-4-16-15,-9 1-436 0,6 3-336 0,-9-3-160 16,-1-1-296-16,-3 1-888 0,0 3-1012 16,-4-7-2869-16</inkml:trace>
  <inkml:trace contextRef="#ctx0" brushRef="#br0" timeOffset="-208356.478">20307 12947 7644 0,'0'0'272'0,"0"0"2060"0,0 0-1031 16,-8 86-17-16,12-51 76 0,5 3 292 0,-1 3-160 0,3 1-292 16,2 2-316-16,-2 4-284 15,1-1-184-15,-3 4-212 0,-2 0-204 16,-3-4-100-16,4-2-92 0,-4-7 56 15,1-3-60-15,-5-9-220 0,4-4-148 0,-1-7-76 16,-3-2-152-16,4-3-280 16,-4-1-840-16,0-2-676 0,0-5-1329 0,0-2-259 15,-4-2 744-15</inkml:trace>
  <inkml:trace contextRef="#ctx0" brushRef="#br0" timeOffset="-208180.588">20395 13389 1396 0,'0'0'2308'15,"0"0"3276"-15,0 0-3843 0,0 0-441 0,0 0-140 16,80-6 188-16,-61 6-244 0,2 3-172 0,-1-3-124 16,4 0-216-16,-5 0-356 15,5 0-100-15,1-7-84 0,-1-3-52 16,-1 1-100-16,1-4-332 0,0 5-284 16,-5-6-308-16,5 1-436 15,-3 1-944-15,-1-1-2341 0,-5 7-2719 0</inkml:trace>
  <inkml:trace contextRef="#ctx0" brushRef="#br0" timeOffset="-207552.673">21272 12928 1580 0,'0'0'9609'0,"0"0"-8749"16,0 0-524-16,0 0 176 0,0 0 720 15,-84 11-56-15,73 8-228 0,2 12-200 0,1 7-152 16,0 10-100-16,5 5 156 16,-1 10 184-16,4 4-188 0,0 0-172 0,0 3-184 15,0-10-132-15,4-3-160 0,3-16-52 16,1-8-60-16,8-14-84 0,0-10-108 16,4-7-232-16,4-4-236 0,4-14-200 15,-1-10-620-15,-3 1-2860 0,0-22-3609 0</inkml:trace>
  <inkml:trace contextRef="#ctx0" brushRef="#br0" timeOffset="-207195.676">21742 12932 3848 0,'0'0'9809'16,"0"0"-8833"-16,15 76-624 0,-10-44 632 15,-5 6 664-15,0 3-80 0,0 0-296 0,-5 3-612 16,-6-2-480-16,-1 5-176 0,0-6-4 15,-4 1-48-15,4-7-12 16,-4-3 0-16,0-7 48 0,4-6-40 16,1-3-44-16,-2-7-160 0,2-2 0 0,-2-4-12 15,1-3-12-15,1-3-112 0,2-4 48 16,-2-5 108-16,-1-1-8 0,3-6 60 0,2-3-64 16,-1-1 76-16,4-2 120 0,0 6 52 15,4 0 0-15,4 6-4 0,4 5 4 16,7 3 124-16,5 3 160 0,5 2-60 15,-1 2-104-15,4 5 28 16,4 3 88-16,-4-1 8 0,3 3 12 0,1-1 28 16,-4-3-164-16,-5 3-120 0,1-5-8 15,-3 0-112-15,-2 1-52 0,-3-7-332 0,-4 2-220 16,1-2-168-16,-2 0-644 0,-7 0-796 16,4-2-1881-16,-8-5-2391 0</inkml:trace>
  <inkml:trace contextRef="#ctx0" brushRef="#br0" timeOffset="-206857.207">22161 12951 404 0,'0'0'10348'0,"0"0"-9087"0,0 0-597 15,0 0 216-15,0 0 480 0,86 51-204 16,-65-30-68-16,-5 5-244 0,0 6-336 16,0-4-188-16,-8 4-76 0,-4-1-36 15,-1 5-120-15,-3-1-48 16,-11 0-40-16,-6 6-220 0,-7 0-272 0,1-3-16 15,-5 0-160-15,-4-6-64 0,1-3 52 16,-5-4-160-16,-1-3-336 0,-2-2-712 16,11-8-2057-16,-28-2-2607 0</inkml:trace>
  <inkml:trace contextRef="#ctx0" brushRef="#br0" timeOffset="-206224.375">19611 12884 5156 0,'0'0'6549'0,"0"0"-5373"16,0 0-676-16,0 0-144 0,0 0 632 16,0 0 372-16,0 0-208 0,0 0-408 0,95-13-240 15,-67 13-156-15,4-3-116 0,-4 0-132 16,0-4-100-16,0 5-112 0,-5-2 24 15,-3 1-32-15,0-3-360 0,-4 2-176 16,-5 4-92-16,2-3-128 0,-9 3-420 0,-4 0-1108 16,0 0-2209-16,-4 0-1267 0</inkml:trace>
  <inkml:trace contextRef="#ctx0" brushRef="#br0" timeOffset="-205905.622">19693 12969 3496 0,'0'0'1576'15,"0"0"12"-15,0 0 540 0,-23 83-820 0,19-51-275 16,0 3 187-16,0 4-196 16,0 1-300-16,0 11-292 0,-4 3 8 15,1 9-36-15,2 1-288 0,-7 6-108 0,8-6 36 16,-3-1 132-16,3-6 24 16,4-6-76-16,-5-3 68 0,5-8 36 0,0-5-44 0,0 1-8 15,5-8-24-15,-1 1-104 0,0-3 16 16,3-1 8-16,5-4 16 15,0-1 72-15,4-1-24 0,0-4 128 0,0-2-104 16,0-3 48-16,3-1-60 16,-2 1-12-16,3-7 36 0,-1 3-24 15,2-2-84-15,-1 3-4 0,8-5-48 0,4 1-4 16,-1 0-8-16,9 3-60 0,3 1-4 16,2-3-68-16,2 2-300 15,5-4-360-15,0-2-304 0,3 0-304 0,5 0-632 16,-19-2-2285-16,22-15-3491 0</inkml:trace>
  <inkml:trace contextRef="#ctx0" brushRef="#br0" timeOffset="-205368.847">22857 13033 7900 0,'0'0'5725'0,"0"0"-4077"15,0 0-832-15,0 0-348 0,0 0 92 16,77 32-16-16,-62-26 16 0,-2 1-116 0,-6-1-296 15,5-3-144-15,-8 0-4 0,4 0-100 16,-4 1-60-16,0 2-644 0,-4-3-640 16,0 3-1260-16,-4 1-3065 0</inkml:trace>
  <inkml:trace contextRef="#ctx0" brushRef="#br0" timeOffset="-205214.121">22829 13391 5168 0,'0'0'6997'0,"0"0"-6025"0,0 0-780 16,0 0 176-16,0 0 672 0,0 0-8 0,0 0-460 16,0 0-236-16,0 0-336 0,0 0-64 15,92 45-364-15,-72-65-340 16,4-5-632-16,-8 0-1324 0,4-9-3845 0</inkml:trace>
  <inkml:trace contextRef="#ctx0" brushRef="#br0" timeOffset="-204996.278">23284 12887 11205 0,'0'0'3976'0,"0"0"-3236"0,0 0-564 15,99 13 264-15,-58-13 668 0,2-3-80 0,-3-7-488 16,0-2-356-16,4-5-184 15,-5-2-60-15,2-4-64 0,-2 2-308 0,-7-2-368 16,0 4-268-16,-8 5-388 0,-9 3-1424 16,-7-2-3457-16</inkml:trace>
  <inkml:trace contextRef="#ctx0" brushRef="#br0" timeOffset="-204785.197">23574 12958 2692 0,'0'0'7688'0,"0"0"-6823"16,0 78-389-16,5-43 332 0,-1 10 912 0,0-1 32 16,0 4-452-16,-1 2-420 0,1-2-336 15,-4 4-152-15,4-8-108 0,-4 0-168 16,0-6-116-16,0-6-124 0,0-4-36 16,0-6-148-16,0-5-12 0,0-9-184 0,0-4-292 15,0-4-328-15,0 0-616 0,0-4-884 16,-4-4-3013-16,-3-9 317 0</inkml:trace>
  <inkml:trace contextRef="#ctx0" brushRef="#br0" timeOffset="-204639.663">23563 13334 2844 0,'0'0'8649'0,"0"0"-6449"0,0 0-1604 16,0 0-468-16,0 0 392 0,91 13 384 0,-67-13 100 15,4 0-392-15,-3-3-280 0,2-7-332 16,0-2-208-16,5-4-388 0,-4-6-348 15,4-4-464-15,-8 8-872 0,4-14-3073 16</inkml:trace>
  <inkml:trace contextRef="#ctx0" brushRef="#br0" timeOffset="-204202.587">24399 12808 8460 0,'0'0'5833'0,"0"0"-4441"16,0 0-1180-16,0 0-100 16,0 0 320-16,0 0 40 0,0 0-48 0,0 0-52 0,0 0-312 15,96-64-60-15,-76 45-60 16,4 3-28-16,-5 4-48 0,5 2-24 16,-3 7-28-16,-1 3 64 0,-5 0 36 15,-3 9 24-15,4 4 64 0,-4 9 16 16,1 1 120-16,-6 2-36 15,1 3-88-15,-4 1 64 0,5 3-28 0,-6 0 16 16,-3-1-16-16,0 1-40 0,4 6 0 16,-4 0 80-16,4 7 24 0,0 2 184 15,0 4 64-15,5-3 244 0,-6-4-140 0,-3-6-68 16,4-6-216-16,0-1-92 16,-4-1-88-16,4-5 48 0,0-3 36 15,-4 0 52-15,0-3-80 0,0-3-56 0,0-6-12 16,0-4-60-16,0 0 12 0,0-6-112 15,-4 4-84-15,-4-4 96 0,1 2 0 16,-10-2-36-16,-3 5-136 0,-8-5-124 0,-4 0 0 16,-4 0 60-16,-3-5-128 15,-1-4-160-15,0-4-540 0,0-2-536 0,12-1-897 16,-8-16-2991-16</inkml:trace>
  <inkml:trace contextRef="#ctx0" brushRef="#br0" timeOffset="-203657.028">25411 13062 4396 0,'0'0'7741'0,"0"0"-6325"0,0 0-704 16,0 0-4-16,0 0 272 15,96 6-76-15,-68-6-220 0,-4 0-236 0,4-3-224 16,0-4-140-16,-5 1-84 0,5-3-4 16,-4-4-132-16,-4-1-544 15,0 6-292-15,-4-5-248 0,-8 4-708 16,4-1-2213-16,-12 6-2507 0</inkml:trace>
  <inkml:trace contextRef="#ctx0" brushRef="#br0" timeOffset="-203473.549">25451 13268 1892 0,'0'0'11089'0,"0"0"-9601"0,0 0-1364 15,0 0 144-15,0 0 448 0,0 0 180 0,0 0-36 16,84 25-280-16,-56-28-184 15,7-9-248-15,1-1-148 0,5-3-332 16,-6-3-300-16,1 0-152 0,0 3-108 16,0 0-28-16,-5 1-932 0,-7 2-2445 0,1 1-2523 15</inkml:trace>
  <inkml:trace contextRef="#ctx0" brushRef="#br0" timeOffset="-202290.548">26559 12550 4440 0,'0'0'7905'15,"0"0"-6869"-15,0 0-984 16,0 0 148-16,0 0 676 0,16 99 260 16,-8-55 32-16,-1 7-460 0,2 7-176 0,-5-2-100 15,4 5-124-15,-4-1-24 0,-4 1-148 16,3-8-136-16,-3-2 0 0,0-6-136 16,4-7-172-16,1-13-332 0,3-6-128 15,3-6-240-15,6-13-304 0,2 0-848 0,5-16-1825 16,-7 3-1159-16,6-21 2880 0</inkml:trace>
  <inkml:trace contextRef="#ctx0" brushRef="#br0" timeOffset="-201973.142">27284 12583 1696 0,'0'0'9597'15,"0"0"-8569"-15,0 0-660 0,0 0-136 16,0 0 696-16,0 0 416 0,-4 85-184 15,-3-56-512-15,-6-1-288 0,1 0-100 0,0 8-12 16,0-4-88-16,1 3-108 16,-2-1-52-16,2 1 0 0,-2-2 0 0,5-8 96 15,1 0-8-15,7-3 60 0,0-6 24 0,0 3 24 16,7-3-12-16,10 0 28 16,2-1 8-16,5-2 36 0,8 1 28 0,8-6-28 15,0-4-60-15,7-4-76 0,2 0-20 16,3-7-92-16,-1-5-8 15,1-1-160-15,-5-6-144 0,1 0-64 0,-8-4-184 16,-4-2-172-16,-4 0-316 0,-4 0-548 0,-8-5-1352 16,-4 9-3073-16,-8-8-551 15</inkml:trace>
  <inkml:trace contextRef="#ctx0" brushRef="#br0" timeOffset="-201765.836">27492 12621 2752 0,'0'0'6888'16,"0"0"-3683"-16,0 0-2185 0,-4 72-780 0,11-37 432 15,5 3 596-15,1 7-100 16,-2-4-216-16,1 7-408 0,0-1-260 0,4 8-124 16,-9-2-156-16,2 8-4 0,-5-5-124 15,0 8-84-15,-4-7-288 0,-4 3-120 16,0-2-244-16,-5-1-444 0,6-3-656 0,-1-16-1237 15,-4 10-3243-15</inkml:trace>
  <inkml:trace contextRef="#ctx0" brushRef="#br0" timeOffset="-187996.787">17877 15055 128 0,'0'0'0'0,"0"0"-127"16</inkml:trace>
  <inkml:trace contextRef="#ctx0" brushRef="#br0" timeOffset="-187181.03">16486 14739 4400 0,'0'0'1860'16,"0"0"908"-16,0 0-1100 0,0 0-111 15,0 0-245-15,0 0 48 0,0 0-204 0,0 0-92 16,0 0-268-16,0 0-352 0,0 0-236 15,0 0-24-15,0-17 188 0,32 13 472 16,0 4-332-16,8-2-208 0,-4 0-300 16,0-3 0-16,0 3-4 0,-8-1-4 15,0-4-8-15,-4 3-168 0,-9 1-236 0,5 0-96 16,-4 0-152-16,-4-4-176 16,-4 4-260-16,0 1-796 0,-3 2-860 15,-5 0-2025-15,0-4-247 0,-13 4 2544 0</inkml:trace>
  <inkml:trace contextRef="#ctx0" brushRef="#br0" timeOffset="-186990.205">16682 14754 5836 0,'0'0'1652'0,"0"0"488"0,-9 67-1132 16,9-33 33-16,5 11-41 0,3 6 264 0,0 0-164 0,-4-1-120 16,-1 2-448-16,1-2-320 15,1 1-212-15,-5-7 0 0,0 0 0 0,4-5-272 16,-4-8-272-16,0-5 44 0,0-4-144 15,0-6-292-15,-4-3-404 0,-1-4-849 0,1-3-803 16,-3 1-1232 0,-1-4 1472-16,-5-3 2400 0</inkml:trace>
  <inkml:trace contextRef="#ctx0" brushRef="#br0" timeOffset="-186832.008">16562 15411 2844 0,'0'0'468'0,"0"0"4348"0,0 0-3752 0,0 0-44 15,0 0-440-15,0 0 129 0,0 0 203 0,0 0 200 16,0 0-8-16,0 0-172 15,72-38-148-15,-44 38-236 16,0-3-188-16,0-1-200 0,0-1-160 0,0 2-60 16,-5-7-88-16,1-1-304 0,0 0-252 15,0-3-188-15,0-5-396 0,-4 7-1348 16,4-7-3661-16</inkml:trace>
  <inkml:trace contextRef="#ctx0" brushRef="#br0" timeOffset="-186672.628">17232 15104 9412 0,'0'0'2925'16,"0"0"-1801"-16,83 5-336 0,-55-2 588 15,4-3-496-15,0 0-268 0,-8 0-316 0,-4-3-120 16,3-6-176-16,-2-1-88 0,-1-1 12 16,-5-3-432-16,2-2-496 0,-6 4-496 15,2-4-732-15,-9 3-2457 0,-4 1-2271 16</inkml:trace>
  <inkml:trace contextRef="#ctx0" brushRef="#br0" timeOffset="-186365.179">17272 14855 6048 0,'0'0'1600'0,"0"0"964"0,0 0-1711 16,0 0-349-16,-4 70 304 0,12-48 188 15,-1 8-20-15,6-2 8 0,-2 7-240 16,1 4-240-16,4 1-156 0,0 7-112 0,0 5-48 15,0-2-52-15,-4 5-132 0,4-5-4 16,-4 1 136-16,-4-1-72 16,0-5-64-16,-1-1 84 0,-2-5-80 0,-5-1 84 15,4-10-88-15,-4-3 8 16,0-6 68-16,-4-5 20 0,-1-9 28 16,-2 2 36-16,-1-4-160 0,-9-3-44 0,2 0-28 15,-1-3-4-15,-4-6-84 0,-4-4-176 16,0-3 40-16,-4-5-192 15,5-6 80-15,-1 2-260 0,0-6-64 0,3-2-252 0,10 3 28 16,7-6-272-16,4 1-901 16,4 3-1023-16,11 0-1772 0,2 7 3245 0</inkml:trace>
  <inkml:trace contextRef="#ctx0" brushRef="#br0" timeOffset="-185789.387">18722 14732 10973 0,'0'0'1288'15,"0"0"-572"-15,0 0-208 16,0 0 216-16,0 0 124 0,84 95 296 0,-76-50-92 16,-5 2-368-16,-3 4-144 15,0 3-8-15,0 1-80 0,0 1-108 0,-7 0-136 16,-6-1-48-16,-2-4 48 0,-6-7-76 15,2-6-20-15,-1-6-52 0,-4-6-16 16,-4-8-40-16,0-1 28 0,0-5-32 16,1-5-108-16,-1-7-124 0,0 0 96 15,4-7 88-15,0-12-208 0,-1-3 60 0,6-3 84 16,-1-7-144-16,4 0 36 16,8 1 108-16,4-2 52 0,4 11-40 15,16 0 28-15,0 3 72 0,8 3 164 0,4 3 20 16,4 4 112-16,3 6-140 15,5 3-8-15,-3 0 24 0,2 3-64 0,1 10 40 16,-5-1-76-16,6 7 52 0,-9 0-112 16,0 3 72-16,0 1-84 0,-9 3-24 15,1-5-108-15,-4 1-16 0,0-5-156 16,0 2 20-16,-4-3-60 0,-1-4-160 0,6 1-48 16,-1-4-116-16,-1 1-328 0,5-4-440 15,-3 0-644-15,2-1-2417 0,-3-5-1487 0,-4 0 4840 16</inkml:trace>
  <inkml:trace contextRef="#ctx0" brushRef="#br0" timeOffset="-185328.95">19781 14916 848 0,'0'0'8924'0,"0"0"-7771"16,0 0-305-16,0 0-220 16,0 0 484-16,0 0 68 0,0 0-84 0,0 0-404 15,0 0-484-15,0 0-204 0,-71 6 104 0,63 19-8 16,-1 7 60-16,6 7 28 16,-1 5-52-16,4 6 76 0,0-1 60 15,7 4 0-15,6 1-12 0,2-6-100 0,-2-3-72 16,2-4-28-16,2-13 40 15,-2-9-16-15,6-3 52 0,-6-9-28 0,5-7-96 16,1 0 40-16,-2-7-52 0,-3-6-148 16,4-2-172-16,-8-4-88 0,3-1-72 15,-6-1-192-15,-1-2-212 0,-4 4-440 16,0 0-952-16,-4 7-1661 0,0-2-1271 0,-8 5 1880 16</inkml:trace>
  <inkml:trace contextRef="#ctx0" brushRef="#br0" timeOffset="-185178.578">19766 15297 1304 0,'0'0'8500'0,"0"0"-7015"0,0 0-881 0,0 0-16 16,0 0 408-16,0 0-4 15,79-7-148-15,-51-2-116 0,0-4-384 16,4-6-344-16,0 0-52 0,-1 0-416 0,1-1-196 16,0 1-260-16,0 1-348 0,0 1-1037 15,-8 9-2703-15,4-2-671 0</inkml:trace>
  <inkml:trace contextRef="#ctx0" brushRef="#br0" timeOffset="-184266.142">20941 14758 10088 0,'0'0'1289'15,"0"0"-377"-15,0 0-336 16,0 0 292-16,0 0 208 0,0 0-68 16,0 0 32-16,0 0-216 0,0 0-120 0,96-58-112 15,-53 55-152-15,5 3-96 0,-4 0-112 16,0 0-72-16,-4 0-64 16,-5 0-96-16,-3 0 0 0,0 0-8 0,-8 0-224 0,-4 0-296 15,5-7-60-15,-10 4-164 16,1-3-252-16,-4-3-236 0,-4 2-744 15,-5 1-1193-15,-3 2-2331 0,0 1 281 0</inkml:trace>
  <inkml:trace contextRef="#ctx0" brushRef="#br0" timeOffset="-183920.729">21124 14789 5988 0,'0'0'2156'0,"0"0"228"0,0 0-1419 0,-24 76-577 15,28-44 32-15,9 3 504 0,-2 5 484 16,6 2-48-16,2 3-320 0,-3 3-368 15,0-4-252-15,0 1-100 16,0 2-148-16,-8-3-168 0,0-2-4 0,-4-5-72 16,-4-1-200-16,0-8 88 0,0-3-52 15,0-1-12-15,0-10-88 0,0 2-236 16,-8-6-144-16,-1 0-128 0,6-4-256 0,-5-4-380 16,0 2-525-16,-1-4-439 15,2-6-484-15,3-10 336 0,0 1 896 0,4-10 1384 16,0-2-40-16,4-1 180 0,4 0 172 15,8 2 1056-15,-4 0 340 0,8 5-848 16,0 5 5796-16,3-1-4447 0,1 8-217 0,4-4-496 16,0 0-72-16,0 4-336 0,4 0-244 15,-4-1-208-15,4-3-148 0,-4 4-176 16,0-5-72-16,0 2-104 0,-1-1-476 16,1-2-416-16,-4-1-516 0,0 0-784 15,0 4-2317-15,-8 2-899 0,8 0 4760 16</inkml:trace>
  <inkml:trace contextRef="#ctx0" brushRef="#br0" timeOffset="-183673.687">21893 14751 8188 0,'0'0'4425'0,"0"0"-4221"0,0 0-88 16,0 0 88-16,0 0 292 0,-44 70 228 15,40-36 376-15,0 11-68 0,4 2-348 0,0 4-148 16,4 3-44-16,9 1-32 0,-6-1-252 16,5-7-208-16,1-3-12 0,-2-6-112 15,6-12-392-15,-6-7 8 0,1-6 36 16,4-13-152-16,4 0-244 0,0-16-176 0,4-4-712 16,-4-11-1173-16,-8 5-3895 0,8-21 5140 15</inkml:trace>
  <inkml:trace contextRef="#ctx0" brushRef="#br0" timeOffset="-183356.787">22463 14754 8960 0,'0'0'6861'0,"0"0"-5969"0,24 89-492 16,-17-51-52-16,2 10 244 0,-5 0 480 0,-4 2-116 16,0 2-332-16,-4-6-308 15,-5 1-240-15,2-1-76 0,-1-9-8 0,-3-2-4 16,-2-6 0-16,5-7-132 15,-8-5-100-15,0-5 36 0,0-5-12 0,-3-1 0 16,-2-6 24-16,-3-4-36 0,0-2-48 16,1-6 32-16,-1-5-20 0,-4-1 68 0,4-4-132 15,0-1 172-15,8-3-200 0,5 8 112 16,-2 2 148-16,13 3 100 0,0 10 0 16,0 0 24-16,4 3 200 15,9 0 100-15,6 0-16 0,5 6-36 16,4 0-12-16,0 1 8 0,0 2-60 0,-4-2-48 15,-1 2-84-15,-3-3-76 0,1 1-8 16,-6-4-104-16,-2 3-268 0,2 0-324 16,-3 1-184-16,0-1-1056 0,-4 4-1228 15,0-3-2641-15,4 8-591 0</inkml:trace>
  <inkml:trace contextRef="#ctx0" brushRef="#br0" timeOffset="-183174.835">22794 15255 2904 0,'0'0'9201'0,"0"0"-7729"16,0 0-1068-16,0 0-148 0,20 80 516 16,-20-54 256-16,0 2-372 0,-4 1-532 0,0-7-124 15,-1-7-388-15,-2-2-280 0,3-2-276 16,4-9-540-16,-4-2-1081 16,4 0-2095-16,0-2-264 0,0-5 3741 0,0-10 1183 15</inkml:trace>
  <inkml:trace contextRef="#ctx0" brushRef="#br0" timeOffset="-183024.561">23053 15259 2520 0,'0'0'4924'0,"0"0"585"0,0 0-4653 16,0 0-768-16,0 0-88 0,0 0 0 0,0 0 0 16,0 0 0-16,0 0-636 0,0 0-848 15,0 0-969-15,55 13-2171 16,-38-17 424-16,-6 1 4200 0,9-7-168 15</inkml:trace>
  <inkml:trace contextRef="#ctx0" brushRef="#br0" timeOffset="-182905.363">23731 15116 92 0,'0'0'9656'0,"0"0"-7787"0,82 0-1021 15,-50 0-492-15,4-4 56 0,-8-1-412 0,0-2-140 16,0-3-1092-16,-8 1-1193 0,-4 0-4695 15,-4-8 6624-15</inkml:trace>
  <inkml:trace contextRef="#ctx0" brushRef="#br0" timeOffset="-182767.039">24467 14772 7372 0,'0'0'2412'16,"0"0"-1472"-16,0 0-940 0,0 0-1252 0,0 0-512 15,0 0-928-15,0 0-1724 0,0 0 4220 16</inkml:trace>
  <inkml:trace contextRef="#ctx0" brushRef="#br0" timeOffset="-182373.07">25017 14449 168 0,'0'0'11929'16,"0"0"-10549"-16,59 90-856 0,-38-52 588 16,3 9 996-16,-1 1-624 15,-3 2-380-15,-8 5-284 0,0 1-296 0,-4 1-256 0,0 0-100 16,-8-6-108-16,0-3-60 0,0-4-48 0,-4-9 48 16,-8-6 0-16,-4-4-48 0,-3-2-280 15,-13-7-136-15,0-1-36 0,-8-5 0 16,-8-1 108-16,0-6 84 0,1 1-12 15,-5-4 100-15,8 0-16 0,0-4 212 0,8-8 24 16,8-1 60-16,4-6-60 16,5-1-108-16,6 1-28 0,9 1 136 15,4 5 36-15,0 4 320 0,8 2-84 0,5 1-100 16,6-1 48-16,1 7 88 16,8 0-76-16,0 0-48 15,0 7 88-15,4 3-4 0,0-4-84 0,0 0-184 16,-4-3 0-16,0 0-88 0,0-3-144 0,0 0-268 15,-5-6-336-15,1 0-284 16,0-4-1308-16,-4 1-2577 0,-8 2-4107 0,3 2 8788 16</inkml:trace>
  <inkml:trace contextRef="#ctx0" brushRef="#br0" timeOffset="-182091.673">25471 15112 404 0,'0'0'13129'0,"0"0"-10437"0,28 67-2104 16,-24-41-340-16,0 6 448 0,0-1 464 15,-4 1-228-15,0-3 60 0,0-7-564 0,-4-7-428 16,4-2-132-16,0-6 124 0,0-7-44 16,0 0-152-1,0-3-140-15,4-7-96 0,4-5 12 0,0-6 148 16,8-4 72-16,0 0 12 0,-1 0-112 0,6 3 148 16,-5 0 108-16,3 6 28 0,2 10 24 15,-1-1 344-15,-5 7 28 0,2 2-104 0,-2 9 52 16,-7 1-64-16,1 4 48 15,-2 3-96-15,-3-3-160 0,-4 0-48 16,0-4-132-16,0-5-172 0,0-3-284 16,0-4-124-16,0-4-176 0,0-9-756 0,0-2-1240 15,0-8-2393-15,0 7-1799 0,0-12 6112 0</inkml:trace>
  <inkml:trace contextRef="#ctx0" brushRef="#br0" timeOffset="-177357.893">26328 14558 9320 0,'0'0'6061'0,"0"0"-4877"16,0 0-612-16,0 0-148 0,0 0 304 16,0 0-64-16,0 0-48 0,0 0 8 15,43 12-28-15,-19-3-144 0,1 3-100 16,3 5-59-16,0 8-61 0,-5 1-100 0,1 5-132 16,-8 4-4-16,0 0-4 15,-4 1 8-15,-4 1-12 0,-8 2 0 16,0-2-36-16,0 1-12 0,-8 4-124 0,-8-4-205 15,0 3-35-15,-8-2-52 16,-4-5-48-16,0 2-188 0,-11-5-236 16,-6-2-524-16,-2-7-1084 0,7-7-2201 0,-24 8-2311 15</inkml:trace>
  <inkml:trace contextRef="#ctx0" brushRef="#br0" timeOffset="-176625.349">15988 17342 7536 0,'0'0'5913'0,"0"0"-4849"15,0 0-380-15,0 0 256 0,0 0 16 16,0 0-128-16,0 0-48 0,0 0-312 16,0 0-76-16,0 0-276 0,92-30-112 15,-56 30-8-15,-4-2-68 0,-4 2-36 16,-4 0-104-16,-4 0-180 0,-1 0-40 0,-6 2-432 15,-2-2-432-15,-7 5-1384 0,-4 1-2985 16</inkml:trace>
  <inkml:trace contextRef="#ctx0" brushRef="#br0" timeOffset="-176457.146">16052 17542 7264 0,'0'0'1840'16,"0"0"-636"-16,0 0 573 0,0 0 11 15,0 0-424-15,88 60-52 0,-64-57-244 0,0-3-424 16,-1 0-548-16,-2-10-96 16,-1-5-52-16,-5-1-60 0,2-6-320 15,-2-1-400-15,-2-2-184 0,-6-4-812 0,-3 7-2017 16,0-9-2919-16</inkml:trace>
  <inkml:trace contextRef="#ctx0" brushRef="#br0" timeOffset="-176208.281">16128 17154 9080 0,'0'0'1628'16,"0"0"-1191"-16,0 0 3 0,0 0 636 15,0 0 300-15,79-6 40 0,-43 9 52 0,1 7-400 16,2-1-512-16,5 1-248 0,0 2-12 16,-4 4-124-16,-1 0-168 0,-7 0-4 15,0 6-4-15,-8 0-48 0,-4 4 4 16,-4 2 48-1,-8 7 0-15,-4-3 148 0,-4 6-148 0,0-2-136 0,-4 2-72 16,-8-1 0-16,0 1-4 0,-4-6-72 0,0 0-12 16,0-7-124-16,1-2-152 0,-2-1-212 15,6-10-416-15,-2-2-816 16,5-4-2101-16,1-6-2367 0</inkml:trace>
  <inkml:trace contextRef="#ctx0" brushRef="#br0" timeOffset="-175779.824">17582 17030 6816 0,'0'0'1972'16,"0"0"-276"-16,0 0-11 0,0 0 343 0,0 0-388 15,100 0-584-15,-65 7-348 0,6-1-300 16,-1-2-100-16,-5-2-172 0,5 1-128 16,-8-3-8-16,4 0-72 0,-9-3-4 15,5-3-132-15,-8-7-352 0,-3-2-220 0,-1 2-228 16,-12-3-604-16,-1 3-1112 15,-7 4-3781-15</inkml:trace>
  <inkml:trace contextRef="#ctx0" brushRef="#br0" timeOffset="-175557.355">17773 17093 6248 0,'0'0'2676'0,"0"0"-1640"0,0 0-520 15,-11 80 349-15,11-45 443 16,4 0 16-16,0 6 28 0,3 4-392 0,6-1-400 15,-2 4-172-15,-3 6 32 16,5-3-108-16,-2 0-140 0,-3-4-160 16,1-6-8-16,-2-5-4 0,1-8-60 0,0-9-100 15,-4-3-164-15,0-10-296 0,4-3-28 16,-4 1-72-16,0-4-124 0,0-7-236 0,-4-2-464 16,4-4-801-16,-4-4-599 0,0 5-976 15,0-6 977-15</inkml:trace>
  <inkml:trace contextRef="#ctx0" brushRef="#br0" timeOffset="-175390.953">17885 17494 7716 0,'0'0'1996'0,"0"0"-679"0,0 0-289 0,0 0 216 15,83-38-180-15,-59 29-268 0,1-1-164 16,3 0-92-16,0-2-28 0,-1 2-76 16,1-3-148-16,-4 1-276 0,0 2-12 15,0-2-152-15,0-1-232 0,-5 3-428 16,5 1-484-16,-7 0-764 0,-6 4-2785 15,6 3-3043-15</inkml:trace>
  <inkml:trace contextRef="#ctx0" brushRef="#br0" timeOffset="-174374.626">18578 17075 13341 0,'0'0'1648'15,"0"0"-1056"-15,0 0-428 16,0 0 276-16,0 0 176 0,0 0 156 0,0 0 276 16,-60 89-284-16,60-54-444 15,0 3-164-15,4 4 52 0,9 5 40 0,2 0-128 16,2 7-108-16,3-2 36 0,-1-2-36 16,1-6-12-16,4-5-152 0,0-8-92 0,0-9-212 15,0-8-96-15,0-12-136 16,-1-4-216-16,1-21-572 0,-7 4-1496 15,7-32-3373-15</inkml:trace>
  <inkml:trace contextRef="#ctx0" brushRef="#br0" timeOffset="-174063.451">19092 16983 8020 0,'0'0'4517'0,"0"0"-2925"0,0 0-1008 15,48 76 148-15,-36-37 400 0,0 5 36 16,-4 3 92-16,0 4-184 0,-4 0-292 0,0 3-360 15,-4-4-216-15,0 2-112 0,-4-8-28 16,-4-6-68-16,-4-6-8 0,4-4-4 16,-8-5-132-16,4-8-88 0,1-2-36 15,-6-6-96-15,6-5 60 0,-2-2 108 16,-2 0 108-16,7 0 4 16,-5-9-4-16,2-4-80 0,-2-6-40 0,2-3 60 15,-1-6 12-15,-1-4-12 0,6 0 0 0,-1-3 140 16,8 6-128-16,0 4 136 15,8 6 124-15,8 6 124 0,3 4-16 16,2 6 12-16,3 3-60 0,-1 0-84 16,1 0 68-16,0 3 52 0,-4 3 0 0,0 4-96 15,0-4-124-15,-8 3-84 0,0-2-24 16,0-1-480-16,-5-2-256 0,-3-1-92 16,5-1-332-16,-5-2-796 0,0 0-1949 0,-4-2-2607 15</inkml:trace>
  <inkml:trace contextRef="#ctx0" brushRef="#br0" timeOffset="-173910.35">19499 17237 5928 0,'0'0'7581'16,"0"0"-6645"-16,0 0-680 0,76 42 372 16,-57-30 164-16,-6-3-276 0,-2-3-212 0,-3 0-304 15,-4 1-740-15,-4 0-604 16,0 2-652-16,0 1-989 0,-4 3-2743 15</inkml:trace>
  <inkml:trace contextRef="#ctx0" brushRef="#br0" timeOffset="-173771.539">19530 17456 4288 0,'0'0'9221'16,"0"0"-7297"-16,0 0-1236 0,0 0-256 0,0 0 288 16,0 0 196-16,0 0-124 0,0 0-32 0,0 0-272 15,77 50-368-15,-66-50-120 16,1 0-196-16,-3 0-428 0,-2-6-276 0,1 0-248 0,0-1-728 15,0 1-2432-15,0-3-3629 16</inkml:trace>
  <inkml:trace contextRef="#ctx0" brushRef="#br0" timeOffset="-173448.936">19933 17079 8172 0,'0'0'6325'0,"0"0"-4469"0,0 0-700 16,0 0-192-16,95 27 192 0,-67-23-312 0,0-2-148 0,0-2-112 15,4 0-219-15,-4-2-273 0,-4-4-92 0,0-7-12 16,-1 1-292-16,-6-8-73 0,-2 4-207 16,-6-3-124-16,-1 3-160 15,-8 1-440-15,0 2-788 0,0 3-1032 0,-8 7-1489 16,-8 3-595-16,0 0 2400 0,-4 9 2629 16,0 4 183-16</inkml:trace>
  <inkml:trace contextRef="#ctx0" brushRef="#br0" timeOffset="-173307.804">20144 17040 588 0,'0'0'2100'0,"0"0"-1096"16,-43 72 1744-16,34-42 2553 0,5-2-3673 15,4 7-792-15,0 0-124 16,0 4 80-16,9 5 64 0,-1 0 40 16,3 4-92-16,-3-1-200 0,4-3-224 0,-4 1-172 0,-4-7-84 15,0-6-124-15,0-10-68 0,-4-9-300 16,0-7-152-16,0 0-120 0,0-6-180 16,0 0-380-16,0-12-1188 0,-4 5-1965 15,0-15-2019-15</inkml:trace>
  <inkml:trace contextRef="#ctx0" brushRef="#br0" timeOffset="-173176.959">20192 17395 3404 0,'0'0'8237'0,"0"0"-5165"0,0 0-1248 16,0 0-652-16,83-25-148 0,-59 19-408 0,1 0-300 15,-1-1-20-15,-1-2-124 16,1-2-172-16,-4 3-56 0,0-5-444 16,0 1-224-16,-4-5-92 0,-4 4-224 0,-1 1-692 15,-2-1-2152-15,-9 7-2425 0,0-1 2229 16</inkml:trace>
  <inkml:trace contextRef="#ctx0" brushRef="#br0" timeOffset="-172440.231">19192 16964 3812 0,'0'0'992'16,"0"0"636"-16,0 0 408 0,0 0-920 0,0 0-224 15,0 0 357-15,0 0 135 16,0 0-216-16,0 0-208 0,39 0-180 16,-26 3-164-16,-2 3-180 0,6 4-60 0,-2 2 180 15,2 1 36-15,2 6-308 0,-3 1-64 16,0 5-60-16,0 3 12 0,-4 3-36 0,0 2-52 15,0 5-8-15,-4-3-28 16,-4 7-44-16,-4-4-4 0,0 3 0 0,0 0-48 16,0 0-28-16,-4-2 68 0,0-1-136 15,-8-7-128-15,4 1-132 0,-4-4-152 16,0-6-200-16,-4 2-188 0,1-10-452 16,2-1-1248-16,-10 0-3193 0</inkml:trace>
  <inkml:trace contextRef="#ctx0" brushRef="#br0" timeOffset="-171718.52">17148 16964 6492 0,'0'0'1352'0,"0"0"1648"0,0 0-1663 16,0 0-605-16,0 0 236 0,0 0 120 15,0 0-232-15,0 0-440 0,88-10-264 16,-69 4-148-16,-2 0-4 0,-2-5 0 0,5 3-124 16,-3-5-368-16,-6 1-528 0,5-2-300 15,-8 2-612-15,0 2-1249 16,0 0-2531-16</inkml:trace>
  <inkml:trace contextRef="#ctx0" brushRef="#br0" timeOffset="-171455.457">17279 16970 2920 0,'0'0'212'0,"0"0"-200"16,0 0 236-16,0 0 3820 0,-52 92-2456 0,45-56-64 15,3 1-131-15,0 4-329 0,4 4-388 16,0 2 224-16,4 2-92 0,3 1-280 16,2 0-184-16,7 5-92 0,0-4-76 15,-1-1-76-15,6-2-24 0,-6-1-96 0,5-3 0 16,1-5 0-16,2-1-4 15,-7-3-12-15,8-3-76 0,-4-4 76 16,0 0 4-16,0-4-92 0,-1-6 12 0,6 1-88 16,-5-6-84-16,-1 0-284 0,5-4-8 15,0-3-116-15,4-6-4 0,0 0-116 16,0-6-312-16,4-3-729 0,-5-4-1087 0,10-6-2176 16</inkml:trace>
  <inkml:trace contextRef="#ctx0" brushRef="#br0" timeOffset="-170774.316">20220 16954 3860 0,'0'0'1356'0,"0"0"2252"15,0 0-2456-15,0 0-300 0,0 0 37 0,0 0 163 16,79-12-32-16,-47 5-224 16,-4 3-200-16,4-1-108 0,4 5-148 15,-1 0-72-15,2 0-80 16,-1 3-88-16,-4 6-52 0,0 1-44 16,-1 3 0-16,-6-4-4 0,-6 7 0 0,1-3 276 0,-5 3-128 15,-2-1-48-15,-1 4-12 0,-5-3 36 16,2 3-36-16,-5 1 8 0,-4 2-44 15,4 3-52-15,-4-3 0 0,0 7 0 16,0-1 4-16,0 1 4 0,-8-1-4 16,4 2 0-16,-8-5-4 0,4 0 12 0,-4-6 72 15,4 0-84-15,-4-3 0 0,0 0-4 16,0-4-92-16,0-2-152 16,0-4-24-16,-4 1-128 0,0-4-64 0,4 1-4 0,-4-4 28 15,1 0-128-15,3-7 24 16,-4-6-228-16,4-3-508 0,-1-3-741 0,6 0-1975 15,-1-13-1968-15</inkml:trace>
  <inkml:trace contextRef="#ctx0" brushRef="#br0" timeOffset="-170404.356">21152 16256 10961 0,'0'0'2756'0,"0"0"-2756"0,0 0-500 15,16 70 500-15,-12-35 436 0,4 6 552 16,0 6 60-16,0 8-256 0,4 8-380 0,0 0-140 15,8 11 28-15,-4 5-40 16,4 6-64-16,-1 5-72 0,-2-1-24 0,-6-1-64 16,2-2-36-16,-6-3-244 0,1-4 92 15,1-6-168-15,-5-3 172 0,3-7-116 16,1-3-8-16,0-5 32 16,1-11 4-16,-6-6 68 0,5-6-168 0,0-13-16 0,-3-7-152 15,-5-5-156-15,0-7-408 16,4 0-840-16,-4-7-1117 0,0-2-2291 15,0-4 2840-15,0-9 2084 0</inkml:trace>
  <inkml:trace contextRef="#ctx0" brushRef="#br0" timeOffset="-169908.947">21654 16976 6472 0,'0'0'5785'0,"0"0"-4381"16,0 0-580-16,0 0-104 0,0 0 464 0,84 10 24 0,-52-7-172 15,-4-3-248-15,4 0-308 0,0 0-200 16,-4-6-84-16,-4-1-132 0,-1-2-64 0,1-4-328 16,-4 1-116-16,-4-4-108 0,0 0-124 15,-4-1-188-15,-5 3-408 0,-2 0-1012 16,-1 5-2177-16,-4 2-1931 0</inkml:trace>
  <inkml:trace contextRef="#ctx0" brushRef="#br0" timeOffset="-169665.951">21882 16993 600 0,'0'0'7344'16,"0"0"-5920"-16,0 0-932 0,-17 72-168 0,17-46 553 15,-3 2 483-15,3 1-120 0,0 6-164 0,0-1-292 16,3 8-348-16,5-1-128 15,-4 4-72-15,9-4 88 0,-6 3-36 0,5-6 48 16,0-6 8-16,0-3-108 16,1-4-64-16,2-6-172 0,1-3-44 0,4-6-16 15,0-4-76-15,0-3 0 0,7-3-164 16,-3 0-96-16,4-9-116 0,0-7-216 0,0-6-204 16,4-1-400-16,0-5-712 15,0-3-1897-15,-8 8-2363 0,8-12 6236 0</inkml:trace>
  <inkml:trace contextRef="#ctx0" brushRef="#br0" timeOffset="-168898.688">22507 16856 11577 0,'0'0'2044'0,"0"0"-1296"15,0 0-188-15,0 0 696 0,0 0 216 16,0 0-308-16,103-22-380 0,-75 15-344 16,4 1-220-16,-4 0-168 0,4-7-52 0,-4 4-80 15,-4-8-56-15,0 4-340 16,-1-2-40-16,-6-2-196 0,-6-2-256 15,2 5-532-15,-9 3-1348 0,-4-4-2901 0</inkml:trace>
  <inkml:trace contextRef="#ctx0" brushRef="#br0" timeOffset="-168707.001">22659 16862 392 0,'0'0'7948'15,"0"0"-6252"-15,-13 73-1064 0,13-38 77 0,0 10 779 0,4-1 128 16,5 7-104-16,2 0-248 0,-3-1-460 15,4 4-332-15,0-2-140 16,-4-8-48-16,0-3-216 0,-4-13-68 0,0-9-88 16,0-6-8-16,-4-10-372 0,0-3-248 15,0 0-280-15,4-9-936 16,-4 0-2301-16,0-14-3439 0</inkml:trace>
  <inkml:trace contextRef="#ctx0" brushRef="#br0" timeOffset="-168544.639">22766 17112 1228 0,'0'0'8708'0,"0"0"-5723"0,0 0-2005 16,0 0-448-16,0 0 556 0,0 0 180 15,87 5-324-15,-70-5-264 0,2 0-348 16,1 0-320-16,1-11-12 0,2-2-592 16,1-1-164-16,0-9-252 0,0-3-872 15,-5 1-2709-15,-2 3-3727 16,2-10 7860-16</inkml:trace>
  <inkml:trace contextRef="#ctx0" brushRef="#br0" timeOffset="-168321.401">23316 16605 4560 0,'0'0'8353'0,"0"0"-5881"15,0 0-1576-15,-36 95-584 0,28-57 248 16,4 4 628-16,4-1-116 0,0 3-80 15,4 1-360-15,8-1-340 16,-1-3-144-16,2-6-4 0,6 0-72 0,-2-7-72 16,-2-4-84-16,5-10-24 0,-3 0-40 15,-2-8-312-15,2-6-112 0,-2 0-152 16,1-13 36-16,0-6-176 0,0-7-664 0,-4-5-1516 16,-4 6-2941-16</inkml:trace>
  <inkml:trace contextRef="#ctx0" brushRef="#br0" timeOffset="-167987.639">23675 16548 3604 0,'0'0'6808'0,"0"0"-2671"0,0 0-3709 15,0 0-276-15,59 92 564 16,-47-57 776-16,4 2-108 0,-4-1-192 0,-4 5-340 16,-1-3-376-16,-2-3-304 0,-5 1-88 15,0-5-72-15,-5 1-12 0,-2-7-4 16,-5-3-116-16,-4-3-40 0,4-3-132 15,-4-7-100-15,0-2 52 0,-4-4 96 16,5-3 12-16,-2 0 12 0,2 0 108 16,-2-6 64-16,6-1 48 0,-2-5-4 0,2-1-72 15,-1-3-8-15,7 3 8 16,1 1-20-16,4 2 72 0,0 4 24 0,4 6 84 0,9-3 88 16,2 3 24-16,2 0 64 15,7 0-68-15,-5 3 104 0,5-3 8 16,0 3-72-16,0-3-108 0,0 0-16 0,0 0-108 15,-4-3-44-15,-5-3-224 16,-2 3-504-16,-2-4-24 0,2 4-288 0,-5 0-1064 16,3 0-2768-16,-3 3-2297 0</inkml:trace>
  <inkml:trace contextRef="#ctx0" brushRef="#br0" timeOffset="-167822.29">24073 16948 2856 0,'0'0'7748'0,"0"0"-6023"0,0 0-1305 0,0 0-176 0,32 70 840 0,-32-45 504 16,4 0-296-16,-4-2-568 0,0 3-440 16,0-8-272-16,-4-2-12 15,0 0-260-15,-1-3-224 0,1-1-228 0,-3-2-268 16,3-7-740-16,0 0-2321 0,0 0-3091 16,4-3 5672-16</inkml:trace>
  <inkml:trace contextRef="#ctx0" brushRef="#br0" timeOffset="-167619.776">24343 17075 628 0,'0'0'9952'0,"0"0"-7831"16,0 0-1369-16,0 0-256 0,0 0 328 0,0 0 396 15,0 0-292-15,0 0-380 0,0 0-376 16,0 0-172-16,0 0 0 0,32 12-136 15,-19-15-112-15,-2-2-376 0,2-2-772 16,2-6-836-16,2 1-413 0,-2 2-5635 16,1 0 8096-16</inkml:trace>
  <inkml:trace contextRef="#ctx0" brushRef="#br0" timeOffset="-167506.723">24802 16989 2964 0,'0'0'6420'0,"0"0"-4779"16,0 0-1641-16,0 0-1289 0,0 0 1029 15,0 0 144-15,0 0-336 0,0 0-664 0,0 0-4188 16,0 0 4336-16</inkml:trace>
  <inkml:trace contextRef="#ctx0" brushRef="#br0" timeOffset="-167365.235">25168 16802 5836 0,'0'0'1612'0,"0"0"3093"0,0 0-4089 15,0 0-452-15,84-6 536 16,-68 6 456-16,0 0-388 15,-4 0-616-15,-4 0-152 0,-4 0-428 0,4 0-332 16,-4 0-380-16,0 0-820 0,-1-7-2601 16,2 1-1983-16</inkml:trace>
  <inkml:trace contextRef="#ctx0" brushRef="#br0" timeOffset="-166987.613">25579 16306 4028 0,'0'0'4632'0,"0"0"-763"15,12 74-2681-15,-5-39-164 0,1 6 528 0,1 3-8 16,-1 7-312-16,-1-4-300 0,-3 4-384 16,-4 0-316-16,4 0-220 0,-4-3 64 15,-4-1-76-15,-4-2-220 0,1-7-72 0,-6-3 180 16,2-6 52-16,-5-4-76 15,4-6-84-15,-4 0-12 0,0-7 84 16,0-1 16-16,0-9 132 0,1-2-124 16,2 0 60-16,1-6 16 0,0-7-48 15,4-6 20-15,0-3-20 0,1-4-16 0,3-2 100 16,4-4-76-16,0 7-60 0,8 2 148 16,-1 4 128-16,5 7 80 0,4 2 16 15,0 7-76-15,4 0-4 0,0 3-56 0,0 0-76 16,-4 3 36-16,4 0-48 0,-4 0-148 15,-5-3-180-15,2 0-316 16,-2 0-272-16,-3 0-708 0,-3-3-1152 0,-1 0-2397 16,0-3-1759-16,-4 3 6032 0</inkml:trace>
  <inkml:trace contextRef="#ctx0" brushRef="#br0" timeOffset="-166705.78">25870 16900 3068 0,'0'0'10481'0,"0"0"-9705"0,24 80-776 15,-20-49 0-15,-1 7 128 0,-3-6 176 16,0-1 224-16,0-5-76 16,0-6-344-16,-3-11-108 0,3 0-12 0,0-5-52 15,0-4-96-15,0 0-208 0,3-10-96 0,5 1 120 16,5-7 132-16,-2-3 60 0,1-3-104 16,4-1-100-16,-4-2 48 15,8 6 308-15,-3 0 192 0,-2 3 344 0,1 3-296 16,0 7-12-16,0-1 152 0,-4 7 152 15,3 4 184-15,-2 5 48 0,-2 4-264 16,2 6-192-16,-5 0-156 0,-1 0-28 0,1 1-124 16,-3-8-100-16,-1 1-436 15,0-5-284-15,-4-1-340 0,0-3-576 16,0-4-1085-16,0 0-2843 0,0 0 948 0</inkml:trace>
  <inkml:trace contextRef="#ctx0" brushRef="#br0" timeOffset="-166202.675">26120 16437 4744 0,'0'0'9769'0,"0"0"-7565"0,0 0-1764 15,0 0-432-15,0 0 36 16,0 0 340-16,84 25 160 0,-63-22 160 16,-6-3-264-16,5 0-316 0,0 0-120 15,0-6 8-15,4-1-12 16,-5 1-124-16,6 3-36 0,-5 3 52 15,-1 0 20-15,1 6-8 0,1 7 20 0,-6 6 4 0,5 6 72 16,-4 4-4-16,0 6-44 16,-4 0 48-16,0 3-8 15,-4 0-60-15,4-2 60 0,-4-2-52 0,0-2-28 16,0 0 76-16,-1-7-52 0,-2 3 64 0,3-5 52 16,0-2-44-16,-4-2 4 0,-1 4 124 0,1-4-52 15,1-3 4-15,-5 0-28 0,4 0-56 16,-4-3 8-16,0 0 0 0,0-1-12 0,0 4-88 15,0-7-268-15,-4 5 56 0,-5-6 4 16,2 3-76-16,-1-5-36 16,-8 2 56-16,0-1 52 0,0 0 8 0,-4-4-20 15,0-3-256-15,-4 0-824 0,5 0-1088 16,-2-6-377-16,1-7-2243 0,5 3 3636 16</inkml:trace>
  <inkml:trace contextRef="#ctx0" brushRef="#br0" timeOffset="-165357.186">27241 16837 1252 0,'0'0'13137'16,"0"0"-11169"-16,0 0-1456 0,0 0-352 0,0 0 16 16,0 0 344-16,0 0 432 0,43 67-192 15,-43-48-416-15,0 3-208 0,0 0-40 0,-4 0-36 16,0 0-48-16,-4 1-12 15,-4-1-8-15,1 1-136 0,-2-9-248 16,1-1-200-16,5-7-108 0,-2-6-80 0,1-2-428 16,4-15-1052-16,-3-8-3493 15,7 6-1423-15,-4-22 6604 0</inkml:trace>
  <inkml:trace contextRef="#ctx0" brushRef="#br0" timeOffset="-164925.156">27396 16363 12597 0,'0'0'4876'0,"0"0"-4320"0,0 0-368 15,0 0-92-15,0 0 400 0,83 7 228 16,-59-7 424-16,0 3-528 0,0 0-412 0,3-3-124 16,1 0-84-16,0-3-4 0,-3-3-480 15,-1-7-212-15,-4 1-40 16,-5-4-36-16,2 0-228 0,-10-1-860 0,-3 5-1356 16,-4 3-2253-16,-4 5-139 0,1 1 5048 15,-18 0-276-15</inkml:trace>
  <inkml:trace contextRef="#ctx0" brushRef="#br0" timeOffset="-164758.691">27559 16383 1096 0,'0'0'6472'0,"0"0"-2067"16,-12 101-3393-16,12-50-516 0,0 10 152 15,8 5 640-15,0 3 32 0,4 5-212 16,0 0-380-16,-4-8-200 0,3-6-184 0,-6-9-60 16,3-9-128-16,-4-11-156 0,0-9-12 15,0-6-340-15,-4-7-128 0,3-5 24 16,-3-4-172-16,0 0-368 0,0-13-748 0,0-3-1372 15,-3-6-2029-15,3-3-1115 16,-4 5 6196-16</inkml:trace>
  <inkml:trace contextRef="#ctx0" brushRef="#br0" timeOffset="-164623.785">27631 16808 1812 0,'0'0'9189'0,"0"0"-6677"0,0 0-1016 16,0 0-680-16,0 0-136 0,83 0-104 15,-55 0-180-15,0 0-112 0,0 0-84 16,4-12-200-16,0-4-820 0,0-10-408 15,-4 1-752-15,-5-6-2353 0,-3 5-3575 16,4-12 6668-16</inkml:trace>
  <inkml:trace contextRef="#ctx0" brushRef="#br0" timeOffset="-164407.035">28356 16246 5592 0,'0'0'6153'0,"0"0"-4577"0,28 80-1156 0,-12-45 140 15,0 9 964-15,-1 0 276 16,6 7-416-16,-6 0-380 0,1-4-320 0,0 4-208 16,-7 0-256-16,-2 0-140 15,-7-3-80-15,0-1-196 0,-7 0-192 0,-10-2-52 16,-3 0-96-16,-3-7-140 0,-5 0-48 16,0-6-56-16,-4 0-116 0,-4-7-496 15,1 0-1004-15,-10 1-1769 0,-7-4-1695 16,16-6 5016-16,-35 6-424 0</inkml:trace>
  <inkml:trace contextRef="#ctx0" brushRef="#br0" timeOffset="-162533.121">23085 18151 1460 0,'0'0'444'0,"0"0"-352"0,0 0 196 16,0 0 3724-16,0 0-3064 0,-96-53-388 15,76 42-68-15,-4 3-192 0,4 1 76 16,1-3 620-16,2 4 25 0,2 4-237 0,2-5-16 15,2 3 36-15,3 1 112 0,4 0-96 16,-1 3 100-16,5-3 72 16,0 3-348-16,0 0-196 0,0 0-104 0,0 0-60 15,9 6-212-15,6 8-72 0,6 0 172 16,7 9-60-16,7 3-100 0,1-1-12 16,0 0-36-16,4-6 24 0,0-3-260 15,-1-4 164-15,6-5 92 0,6-7-32 16,5 0 36-16,4-9-172 15,7-4-112-15,-3-6-52 0,8 0 24 0,-4 0-20 16,3 0 80-16,9 2 188 0,-1 2 64 16,1-1 12-16,8 3 40 0,-5-2-40 15,5-2-132-15,4 5-16 0,-1-4 148 0,1 0 488 16,0-3-316-16,-1 3-120 16,-7-4-16-16,-5 1-36 0,-2 1-100 0,-10 3 52 15,-7 4-16-15,-8 2 52 0,-5 6 8 16,-6 3-72-16,-5 0 32 0,-8 12 44 15,-9 4 4-15,-3 10-4 0,-4 0 0 16,-4-1-52-16,0 3-132 0,-8-3-4 16,0-2 100-16,0-6 84 0,4-5-8 15,-4-6-76-15,0 1-92 0,4-7-32 0,4 0-52 16,4-11-204-16,4-1 248 16,8-7 216-16,8-4 4 0,3 1 0 15,1-3 0-15,5 0-80 0,2 0 16 0,5 2 64 16,-1 4 0-16,2 0-4 0,2 6 4 15,1-3 4-15,0 7 148 0,4 3 224 16,-1-1-36-16,5 4-88 0,-4 3 24 16,0 0 16-16,0 0-44 0,-5 6-12 15,-3 0-60-15,-1 4-88 0,-2 0-80 0,-2-1 40 16,-2-3-36-16,-2-1-12 0,1-5-196 16,-4 0-192-16,-5-5-12 0,1-1-68 15,-4-3-108-15,0-4-348 0,-8-3-1268 0,-4 6-2481 16,0-8-2798-16</inkml:trace>
  <inkml:trace contextRef="#ctx0" brushRef="#br0" timeOffset="-162107.06">25730 18266 11549 0,'0'0'2380'15,"0"0"-2052"-15,0 0-200 0,96-4 288 0,-69 4 452 16,-3 4-212-16,-3 3-292 0,-6 1-140 15,-2 5-160-15,-6 3 8 0,1 3 16 16,-4 3-88-16,-4 4-76 0,0 2-124 0,-4 4 88 16,-4 0 112-16,1 0-8 15,-6-2-116-15,1 3 72 0,5-5 52 16,-1-6 60 0,-1 1 80-16,9-11 184 0,-4-2-16 0,4-3-72 0,0-4-124 15,4-3-100-15,9 0 136 0,2 0 112 0,9 0 0 16,4 0-88-16,4-3-164 0,0-4-8 15,4 2 0-15,0-5-284 0,4 3-272 16,0-6-312-16,-1 1-124 0,1-1-876 16,-4-3-2821-16,-9 3-3195 0,14-2 7676 0</inkml:trace>
  <inkml:trace contextRef="#ctx0" brushRef="#br0" timeOffset="-161820.416">26650 18142 12317 0,'0'0'3888'15,"0"0"-3888"-15,32 85-312 0,-19-44 312 16,-2 17 452-16,2 2 308 15,-6 3 156-15,1 1-324 0,0 0-332 0,4 3-148 16,-4-1-20-16,9 1-92 0,-6-4-196 0,-3-5 24 16,4-18 172-16,-8-8-60 0,0-13-64 15,-4-9-284-15,0-10-176 0,0 0-200 16,0-10-560-16,-8-9-1228 0,0-3-2005 16,0 0-1667-16,-4-13 5960 0</inkml:trace>
  <inkml:trace contextRef="#ctx0" brushRef="#br0" timeOffset="-161588.941">26726 18186 1016 0,'0'0'10837'15,"0"0"-9277"-15,0 0-924 0,80 0-192 16,-60 9 276-16,0 1 400 0,-4 3-72 0,-4 2-144 16,-4 6-484-16,-4-2-272 0,-1-1-52 15,-3 1 4-15,0 2-100 0,-3 3-36 16,-5-6-100-16,-5 4-24 15,-2-3-76-15,2-6-132 0,-2 0-64 16,3-6-68-16,-4-5-172 0,4-2 92 0,0-9 92 16,4-10-572-16,4-3-892 0,0-7-493 15,4-3-187-15,0 0-1396 0,8 5 1120 16,4 2 2780-16</inkml:trace>
  <inkml:trace contextRef="#ctx0" brushRef="#br0" timeOffset="-161270.322">26925 18148 2848 0,'0'0'392'0,"0"0"6404"0,0 0-3955 0,0 0-1441 0,0 0-792 15,0 0-128-15,0 0-16 16,0 0-20-16,0 0-320 0,0 0-124 16,68 60-444-16,-60-60-20 0,-4-6 288 0,4-1 172 15,0-5-60-15,4-4-72 16,-4-3-68-16,4 0 128 0,-4-4 64 16,0 4-44-16,4 0 52 0,-9 0-8 0,6 4-36 15,-9-1-16-15,4 3-112 16,-4 3-80-16,0 4 256 0,-4 0 200 15,-5 3 64-15,2 0-60 0,-5 3 72 0,4 0-72 16,0 6 236-16,-4 6 52 16,4 5-256-16,0 1 28 0,4 1-80 0,-4 7-8 15,8-3 72-15,-4-2-148 0,4 2-100 16,0-1-120-16,0-6-352 0,0-1-176 0,0-5-100 16,0-3-120-16,4-7-172 0,0 0-288 15,4-4-113-15,0-5-251 16,0-4-724-16,0-3-892 15,4-3 1664-15,0 4 652 0</inkml:trace>
  <inkml:trace contextRef="#ctx0" brushRef="#br0" timeOffset="-160619.932">27288 17973 1044 0,'0'0'6292'0,"0"0"-2215"0,0 0-3077 15,0 70-540-15,4-54 204 0,4 0 212 16,0-7-192-16,4 1-144 0,4-3-128 16,-4-4-92-16,4-1-20 0,4-2-76 15,-4 0-24-15,3-2-152 0,-2-4-48 0,2-5-112 16,-3 3 64-16,5-5-104 0,-6 1-108 16,-2-5-80-1,2-2-28-15,1 3 20 0,-4-3 56 16,0 3 28-16,0 0 256 0,-4 3-272 0,-4 6 280 15,3 5 52-15,-7 2 100 0,5 0 188 0,-5 7-36 16,4 8-28-16,-4 1 100 0,4 9-184 0,0-3-120 16,0 1 92-16,3-4 60 0,2-3-148 15,-1-7-64-15,0-6 52 0,3-3-56 16,2 0-4-16,2-3 52 0,1-10 8 16,0-1-64-16,0-3-276 0,5-2 16 15,-6 0-4-15,1 0 124 0,0 3 40 0,0 3-16 16,0 4-8-16,0 3 124 15,0 6 24-15,-4 0 128 0,0 9 12 0,-5 0-88 16,6-2-24-16,-5 2 48 0,-1-2 48 16,6-7-60-16,-2 0-88 15,-3 0-108-15,5-7-64 0,2-2-36 16,-3-4 8-16,4-4-124 0,-4-2-244 0,4 5-40 16,-4-5 116-16,4-1 188 0,-4 4 72 15,0 0-8-15,-4 3 48 0,0 1 192 0,-1 2 64 16,-3 4 332-16,1 3-28 15,-1 0-152-15,-4 3-88 0,0 0-128 0,0 0-192 16,0 0-112-16,0 0 112 16,0 0 28-16,0 0-28 0,0 0 36 0,0 0 80 15,-4 0 76-15,4 0 224 0,0 0 412 16,-5 3 100-16,5 3-168 0,-4-3-204 0,1 4-172 16,-1-4-192-16,0 3-292 15,0-2 140-15,0-2 140 0,0 2-112 16,4-1-256-16,-5 0-36 0,2-3 44 15,3 0-136-15,-4 0-296 0,0 0-905 16,0 0-1151-16,0-3-2016 0,0 3 3556 0,0 0 420 0</inkml:trace>
  <inkml:trace contextRef="#ctx0" brushRef="#br0" timeOffset="-153938.382">29468 16938 9380 0,'0'0'5205'0,"0"0"-3981"0,0 0-1000 16,0 0-20-16,0 0 448 0,0 0 404 15,0 0-244-15,0 0-260 0,87-34-232 16,-51 14-148-16,4 1-100 0,-5-3-72 0,6 0-12 15,-2 3-72-15,1-3-40 0,-4 3 16 16,-1 0-324-16,-7 6-96 16,-3 1-100-16,-9 5-128 0,-4 3-336 0,-9 4-948 15,-3 0-1957-15,-3 11-1295 0</inkml:trace>
  <inkml:trace contextRef="#ctx0" brushRef="#br0" timeOffset="-153773.93">29464 17024 52 0,'0'0'8860'0,"0"0"-7672"15,0 0-736-15,0 0 425 0,0 0 535 0,88 32 0 16,-53-29-400-16,5-3-224 0,-1 0-292 16,2-3-284-16,-2-6-200 0,1-4 104 0,-4 0-116 15,-1-3-152-15,-2 0-464 16,-6 0-148-16,-3 4-224 0,-7-7-628 0,-6 8-1473 0,-7-8-3115 15</inkml:trace>
  <inkml:trace contextRef="#ctx0" brushRef="#br0" timeOffset="-153498.117">29774 16512 4020 0,'0'0'1512'0,"0"0"-40"0,0 0-384 15,0 0 108-15,0 0 44 0,100 26 225 16,-72-19-425-16,8-1-328 16,-1-3-140-16,1 4-232 0,4-1-236 0,-8 0-104 15,-4 4-76-15,-5 3-44 0,-6 2 120 16,-9 4 64-16,-5 7-60 0,-3 5 208 16,-7 1-208-16,-5 3 40 0,0 4 32 15,-8-2-12-15,0 1 24 0,0 0 12 0,0-2 0 16,-4-5-100-16,8 1-12 0,0-7-76 15,5-6-228-15,-2-6-532 16,10 0-388-16,-1-7-648 0,4 0-2093 0,0-6-2227 16,7 0 5449-16</inkml:trace>
  <inkml:trace contextRef="#ctx0" brushRef="#br0" timeOffset="-142731.443">30901 16396 4892 0,'0'0'5380'0,"0"0"-3935"0,0 0-329 15,0 0-84-15,0 0 572 16,0 0-420-16,-3-70-428 0,3 63-272 0,-4 0 24 15,-4 7-4-15,0 0 244 0,0 0-172 16,-4 4-260-16,0 9-120 0,-4 6-72 16,-4 3-16-16,0 10 64 0,0 3-88 15,5 7 0-15,-5 5-24 0,3 3-8 16,6 4-52-16,3 7 0 0,4 2 4 0,0-2 8 16,4-4-12-16,4-10-4 0,8-5-120 15,4-14 28-15,-1-9-100 0,6-6 28 0,7-13 104 16,0 0-312-16,3-13-100 15,5-6-88-15,-4-6-88 0,0-8-348 0,-4 2-396 16,0-4-952-16,-9 0-528 16,1 1-1921-16,1-1 493 0,-6 3 2320 0,-3 9 1969 15</inkml:trace>
  <inkml:trace contextRef="#ctx0" brushRef="#br0" timeOffset="-142447.262">31129 16602 1468 0,'0'0'864'0,"0"0"4560"0,0 0-1531 15,0 0-2357-15,0 0-736 0,0 0 328 0,0 0-112 16,12 70-224-16,-8-42-72 0,-1 1-28 0,2 3-12 15,7-7-188-15,-4-3-248 16,-1-3-244-16,6-6-48 0,-2-4-16 16,2-6 4-16,2-3-24 0,2-3-40 0,-2-6-124 15,5-7 4-15,-4 0 60 0,4-6 108 16,-3-3-404-16,-6 2 72 16,1-3 160-16,0 1 112 0,-4-3 48 0,4 6-136 0,-9-4 64 15,2 8 72-15,-5 1 88 0,0 4 248 16,-12 1 148-16,-4 3-72 15,0 2-124-15,-3 1 156 0,-2 6-8 0,1 0 68 16,5 6-144-16,-2 10-272 0,6 6 12 0,-2 3 0 16,5 1-12-16,1 2-124 15,3-1-36-15,4-8-296 0,0 0-308 16,0-5-380-16,0 0-816 0,0-5-1856 16,0-5-949-16,0-4-547 0</inkml:trace>
  <inkml:trace contextRef="#ctx0" brushRef="#br0" timeOffset="-142124.43">31384 16506 6020 0,'0'0'4056'0,"0"0"-2059"15,0 0-1077-15,0 0-92 0,36 67 424 16,-29-42 148-16,6 4-208 0,-9-4-212 16,3-2-392-16,-3-5-328 0,1 1-260 0,-1-8-88 15,4-3-108-15,-4-4 0 16,-1-4-28-16,5 0-108 0,-3-6 72 0,3-4 88 0,3-5 76 15,-3-2 20-15,1-2 0 16,2-3-8-16,-3 3 76 16,1-3 4-16,2 3-48 15,1 0 52-15,-4 6 64 0,4 1-4 0,-4 8 176 16,-4 1 0-16,4 3 20 0,0 7-44 0,-4 5 20 16,4 4-24-16,0 7 112 0,0-1-60 0,-4 0-16 15,0 3-60-15,0 0-76 16,-1-6-108-16,1 1-72 0,-4-8-224 15,5-2-352-15,-1-4-116 0,-4-6-124 0,0 0-272 16,4-6-488-16,-4-7-784 0,0 4-2541 16,0-26-2099-16</inkml:trace>
  <inkml:trace contextRef="#ctx0" brushRef="#br0" timeOffset="-141912.374">31743 16098 2644 0,'0'0'10369'0,"0"0"-9157"0,0 0-696 0,0 0 932 0,0 0 324 16,51 98-628-16,-35-61-372 0,0 9 96 16,4-2-112-16,-4 0-159 15,0 4-173-15,4-4-268 0,-4-3-156 0,0-6-156 16,-1-7-52-16,2-5-240 0,-6-7-1 16,2-3-39-16,-5-7-24 0,-4 0-64 0,-1-3-120 15,-3-3-192-15,0 0-376 16,-11-3-1228-16,2 0-2009 0,-14-6-2079 15</inkml:trace>
  <inkml:trace contextRef="#ctx0" brushRef="#br0" timeOffset="-141741.342">31663 16430 312 0,'0'0'5596'0,"0"0"985"16,0 0-5089-16,0 0-580 0,0 0 332 16,0 0 20-16,0 0-272 0,0 0-228 15,0 0-56-15,84-69-96 0,-56 62-88 0,0 1-36 16,0 0-208-16,-1-1-276 15,-3 1-4-15,4 3-232 0,-8-4-168 16,4 0-248-16,-5 5-156 0,-2-4-44 0,-2 2-216 16,-2 2-996-16,-5 2-2140 0,-5 0-2385 15</inkml:trace>
  <inkml:trace contextRef="#ctx0" brushRef="#br0" timeOffset="-141503.24">32046 16300 4000 0,'0'0'5068'0,"0"0"-3155"16,0 0-913-16,0 0 100 0,0 0 324 15,0 0-188-15,67 70-304 0,-55-44 124 0,-1 2-276 16,2 7-192-16,-5-3 40 16,-4 0 32-16,4-1-196 0,0 1-172 0,-4-7-148 15,0-2-104-15,0-8-40 0,-4-2-12 16,3-10-48-16,1 0 60 0,-4-3 52 16,5 0-44-16,-1-6 40 0,0-7 52 15,0-2 289-15,0-11-269 0,7-2-120 0,-2-4-157 16,-1 0-99-16,3-3-144 0,-2 3-136 15,2 4-136-15,1 3-100 0,4 2-536 16,5 6-1156-16,-10 9-2537 0,13-5-4375 0</inkml:trace>
  <inkml:trace contextRef="#ctx0" brushRef="#br0" timeOffset="-141107.149">32671 16312 5440 0,'0'0'9853'0,"0"0"-8433"0,0 0-960 0,0 0 732 15,0 0 552-15,0 0-588 16,0 0-523-16,-68 71-173 0,56-58-132 0,0 2-184 16,0 1-44-16,-4 0-64 0,5 3-36 15,-2 0 0-15,6-2-8 0,3-3-40 16,0 0-16-16,0 2-44 0,4-4-24 0,4 1-24 16,4-7-16-16,3 1-84 0,2-1 136 15,6-3-13-15,-3 1 9 0,5-4-8 0,-2 0-40 16,1 0 16-16,-1-7-52 15,2-3 68-15,3-3 136 0,-4 1-44 16,-4-8 36-16,4 5-48 0,-5-3 56 0,2-6 4 16,-6 6 4-16,-3 2 56 0,1 0 40 15,-5 7-28-15,-1-1 48 0,1 3 64 16,0 5-64-16,-4 2-8 0,0 0 20 16,4 0-32-16,-4 6 57 0,4 3-13 15,-4 1-32-15,5-1-16 0,-5 1-88 16,3 2-8-16,-3-2-92 0,4 0-116 15,0-3-253-15,0-2-135 0,-4 2-224 16,4-5-332-16,-4 5-864 16,4-3-2352-16,-4-2-2321 0</inkml:trace>
  <inkml:trace contextRef="#ctx0" brushRef="#br0" timeOffset="-140931.331">33244 16529 15029 0,'0'0'2704'0,"0"0"-2048"15,0 0 8-15,0 0 1060 0,0 0-603 16,0 0-1073-16,0 0-48 0,0 0-657 16,0 0-279-16,0 0-228 0,0 0-328 15,-27 0-2368-15,15 0-4089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32767" units="deg"/>
          <inkml:channel name="T" type="integer" max="2.14748E9" units="dev"/>
        </inkml:traceFormat>
        <inkml:channelProperties>
          <inkml:channelProperty channel="X" name="resolution" value="3854.94116" units="1/cm"/>
          <inkml:channelProperty channel="Y" name="resolution" value="5461.1665" units="1/cm"/>
          <inkml:channelProperty channel="F" name="resolution" value="91.01945" units="1/deg"/>
          <inkml:channelProperty channel="T" name="resolution" value="1" units="1/dev"/>
        </inkml:channelProperties>
      </inkml:inkSource>
      <inkml:timestamp xml:id="ts0" timeString="2023-06-27T08:30:59.783"/>
    </inkml:context>
    <inkml:brush xml:id="br0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1207 7436 8976 0,'0'0'3249'0,"0"0"-1933"16,0 0-300-16,0 0-96 0,0 0 324 15,0 0 160-15,0 0-236 0,0 0-136 16,0 0-304-16,0 0-252 0,0 0-75 16,7 18 47-16,2 14-60 0,-1 13 0 15,3 12-96-15,2 9-4 0,2 11-132 0,-2 9-32 16,-2 5-40-16,1 8 0 0,-3 0-84 16,2-1 0-16,1-1-8 15,4-4-52-15,1-11-48 0,2-8-28 0,1-14-152 16,-8-15-76-16,4-13-24 0,-8-11-144 15,3-11-113-15,-2-7-219 0,-5-6-516 16,0-9-892-16,0-4-812 0,-4-23-3117 0</inkml:trace>
  <inkml:trace contextRef="#ctx0" brushRef="#br0" timeOffset="248.554">1139 7680 6764 0,'0'0'5581'0,"0"0"-4649"0,0 0-116 0,43-73 208 16,-26 54 172-16,3 0-124 0,-1 3-304 16,9-1-164-16,-3 9-184 0,2-2-116 0,1 7-108 15,-3 3-72-15,-2 7-124 0,-3 7 60 16,-5 10 136-16,2 4-36 0,-6 10-24 16,-2 4-136-16,-5 1-160 0,-4 6 48 15,-4-5 40-15,-8-3-124 0,0 0-84 16,-1-5-4-16,-6-8 40 0,3-6-52 0,-4-3 72 15,4-9-84-15,1-7-212 16,-2-3-76-16,2-3-140 0,-2-10-20 16,-3-9-264-16,5-3-584 0,2-1-693 15,5 4-371-15,5-7-1520 0</inkml:trace>
  <inkml:trace contextRef="#ctx0" brushRef="#br0" timeOffset="511.633">1609 7643 10424 0,'0'0'1521'0,"0"0"-409"0,0 0-56 0,80-19 496 16,-65 19-508-16,2 2-296 0,-6 10-20 16,-2 2-84-16,-5 2-128 0,4 5-16 0,-4 8-204 15,-1 0-28-15,1 2-84 0,-4 4-64 16,0-3-120-16,0-6 12 0,0-4 100 0,0-7-4 16,0-5 64-16,0-3-4 15,0-7-8-15,0 0 80 0,0 0 129 16,0-3-297-16,0-1-72 0,0-3-172 0,0-1-157 15,0-6 1-15,9-1-36 0,-1-2 48 16,-1-2 96-16,1-2-172 16,5-2-196-16,-6 4-172 0,1 0-404 0,1-1-940 15,-2 9-1848-15,5-8-2005 0</inkml:trace>
  <inkml:trace contextRef="#ctx0" brushRef="#br0" timeOffset="788.36">2063 7791 10064 0,'0'0'1609'15,"0"0"-581"-15,0 0 408 0,0 0 104 0,32 73-172 16,-24-63-128-16,-4-6-440 0,1-4-480 16,2 0-228-16,-3-7-84 15,4-3-4-15,4-6 264 16,0-3-268-16,0-3-84 0,-4-4-176 16,-4-2-8-16,0 3-28 0,0-1 48 0,-4 7 4 0,0 3 176 15,0 4 68-15,0 3 0 0,-8 4 236 0,-4 3 48 16,0 2-28-16,-4 0-8 0,-4 0 8 15,0 2-24-15,1 5-72 0,2 0 12 16,6 2-28-16,2 4-56 16,1-1-80-16,5 5-8 0,3-2-4 0,0-2-120 15,0 3-48-15,0-3-216 0,3-1-336 16,1-2-56-16,9-1-384 0,-2-6-908 16,1-3-828-16,4 0-1309 0,-4-6 1021 0,8-13-796 15</inkml:trace>
  <inkml:trace contextRef="#ctx0" brushRef="#br0" timeOffset="1043.763">2314 7668 1304 0,'0'0'3232'0,"0"0"-912"0,0 0-76 16,0 0-371-16,92 25-241 0,-76-12-104 16,-8-4-148-16,4 4-140 0,-9-7-168 15,6 1-244-15,-5-5-312 0,0-2-284 16,-4 0-172-16,4-7-60 0,0 2 8 16,-1-8 200-16,6-2-48 0,-5-5-160 0,0 1-12 15,-4 0-184-15,0 0 12 0,0 3 112 16,0 0 68-16,-4 4-4 0,-9 2-68 15,2 4-32-15,-6 3 108 0,2 3 36 0,-5 0 160 16,0 3-136-16,0 6 64 16,4 4-12-16,0 3-76 0,5 4-36 15,2 1-72-15,1-2 68 0,1 3-88 16,3-5-92-16,0-2-160 0,-1-2-360 0,5-1-348 16,0-2-952-16,0-3-2296 0,9-4-2061 15</inkml:trace>
  <inkml:trace contextRef="#ctx0" brushRef="#br0" timeOffset="1194.01">2673 7649 10756 0,'0'0'4025'16,"0"0"-3533"-16,79 5 148 15,-55-2 724-15,4-3-28 0,-7 0-732 0,-6-5-384 16,-2-4-108-16,2-5 84 0,-2-8-196 16,-2-3-136-16,1-4-612 15,-4-2-476-15,0-5-500 0,-8 2-1240 0,4 8-2957 16,-4-12-279-16</inkml:trace>
  <inkml:trace contextRef="#ctx0" brushRef="#br0" timeOffset="1362.096">2773 7232 5824 0,'0'0'5729'15,"0"0"-4893"-15,0 0-644 0,0 85 472 0,3-46 188 16,5 2 224-16,1 7 108 0,2-1-276 16,-3 8-252-16,1 2 48 0,-1 3 96 15,-1 4-212-15,1-1-280 0,-8 0-200 0,0-2-96 16,0-4 72-16,-4-5-84 15,-4-2-268-15,-8-6-172 0,1 1-124 0,-6-1-236 16,-2-6-400-16,-5 0-896 0,4-15-2309 16,-24 9-5759-16</inkml:trace>
  <inkml:trace contextRef="#ctx0" brushRef="#br0" timeOffset="1700.768">840 8508 8384 0,'0'0'4469'0,"0"0"-3005"0,0 0-404 15,0 0 148-15,0 0-412 0,0 0-300 16,0 0 0-16,0 0 304 0,95-25-200 16,-46 18-244-16,10 5 68 0,9-1-128 15,8 3-116-15,7 0-104 0,13 0 32 16,4 0 112-16,3 0-52 0,4 0-32 0,5-7 105 15,4-6 27-15,4-2-36 0,3-1-112 16,-3 0 48-16,3 0-32 0,-12 0-84 16,-6 0-52-16,-10 1-4 0,-7 2-96 15,-13 0 100-15,-3 4-8 0,-9 0-148 16,-7 2-72-16,-4 4-52 0,-8-1-48 0,-9 4-61 16,-2 0-75-16,-6 0-168 15,-6 0 216-15,-1 4-124 0,-5-1-384 16,2 0-336-16,-10 1-684 0,-3-2-2689 15,-4 5-2903-15</inkml:trace>
  <inkml:trace contextRef="#ctx0" brushRef="#br0" timeOffset="2480.216">4880 7508 3572 0,'0'0'576'15,"0"0"4444"-15,0 0-2927 0,0 0-589 16,0 0-104-16,-64-79-24 0,41 69-132 15,-1 1-364-15,0 6-112 0,0 0 68 16,4 3-112-16,4 3-148 0,0 9-4 16,4 5-184-16,0 11-71 0,0 4 23 15,4 8-72-15,4 6-52 16,4-2 4-16,0 1-64 0,0-5-148 0,8-8-8 16,1-6-48-16,-2-10-48 0,-3-7-52 0,8-6-32 15,-4-3-100-15,4-3-108 0,0-9-49 0,0-7-15 16,4-3-72-16,0-1-112 15,-8-6-12-15,3 4 68 0,-2-3 136 0,-5 5-24 16,4 1 44-16,-5 9 164 0,1 4 72 16,0 6-60-16,5 3 248 0,-1 9 0 15,-1 10 560-15,6 4 36 0,-5 5-136 0,3 1-16 16,2 3 72-16,-6-2 48 16,1 3-64-16,0-8-48 0,1-2-36 15,-6-4-200-15,-3-10-204 0,4-2-12 0,-4-7-96 16,0 0-148-16,0 0-280 0,0-7-160 0,0-2-164 15,0-3-436 1,-7-5-1156-16,-2 4-2705 0,-3-9-1799 0</inkml:trace>
  <inkml:trace contextRef="#ctx0" brushRef="#br0" timeOffset="2654.967">4279 7482 8492 0,'0'0'2160'0,"0"0"137"15,-52 81-201-15,40-43-336 16,4 6-332-16,3 7-100 0,5-4-228 0,0 4-260 16,17 0-415-16,-2-7-193 0,2 1-232 0,3-4-12 15,-1-6-112-15,2-9-289 0,3-8-351 0,0-8-152 16,8-10-116-16,-1-13-152 0,1-12-1104 16,-4 3-1952-16,12-29-3149 0</inkml:trace>
  <inkml:trace contextRef="#ctx0" brushRef="#br0" timeOffset="2865.942">5274 7353 5316 0,'0'0'336'15,"0"0"5529"-15,84 47-4405 0,-59-21 152 16,3 5 40-16,-5 4-180 0,-7 4-128 0,-1 2-192 16,-2 0-336-16,-1 3-340 0,-9 2-208 15,2-2-75-15,-5 0-21 0,-5-3-52 16,-2 5-76-16,-5-9-44 0,-4 1-204 15,0-3-125-15,0-6-135 0,-3-1-120 16,-5-5-148-16,-1-5-200 0,-3 2-312 16,0-8-868-16,4-2-2132 0,-19-4-3617 0</inkml:trace>
  <inkml:trace contextRef="#ctx0" brushRef="#br0" timeOffset="5377.925">16654 832 2748 0,'0'0'796'16,"0"0"5252"-16,0 0-4123 15,0 0-529-15,0 0-404 0,0 0 300 0,28-74 116 16,-28 71-52-16,0 3-272 0,0 0-312 0,-4 0-232 16,-1 0 176-16,-2 3-180 15,-9 4-147-15,0 2-169 0,0 5-88 16,-8 0-32-16,0 9-28 0,0 3-64 0,0 6-4 16,-3 5 4-16,-5 5 0 0,4 3-8 15,0 5-44-15,4 4 36 0,0 4 4 16,5-6 4-16,6-3 0 0,5-5 80 15,4-9-80-15,4-10-108 0,0-5-136 16,4-7 0-16,4-4 136 0,5-6-13 16,-6-3 73-16,9-3 48 0,0-6 8 15,0-8-8-15,4 1-8 0,-4-3-52 16,0-3-72-16,-5 3 12 0,2-3-28 16,-5 6 40-16,-5 1-40 0,-3-2-36 0,0 8 28 15,0 0 56-15,-3 2-20 0,-5-3 120 16,-5 8 0-16,2-5-72 0,-1 3-16 15,3 2-96-15,2 2 136 0,-1 0-60 16,4 0-76-16,0 0-60 0,4 0-140 16,0 0-380-16,0-4-512 0,0 4-1020 0,4 0-1973 15,4-6-2455-15</inkml:trace>
  <inkml:trace contextRef="#ctx0" brushRef="#br0" timeOffset="5527.235">16778 1054 9368 0,'0'0'3257'0,"0"0"-2109"0,0 0-700 16,0 0 460-16,79 48 640 0,-67-39-416 16,-4 0-380-16,-4 1-360 0,0-1-364 15,0-2-28-15,-4 2-468 0,0-2-288 16,0 2-548-16,-4-3-1260 0,-12 7-3413 0</inkml:trace>
  <inkml:trace contextRef="#ctx0" brushRef="#br0" timeOffset="5680.619">16765 1330 6732 0,'0'0'3152'0,"0"0"-871"0,0 0-1205 16,0 0 308-16,0 0 304 15,0 0-232-15,0 0-416 0,0 0-452 0,84 64-308 16,-64-64-96-16,4-6-184 0,0-5-316 16,0-4-508-16,4-8-376 15,-4 8-952-15,4-11-2701 0</inkml:trace>
  <inkml:trace contextRef="#ctx0" brushRef="#br0" timeOffset="5919.611">17347 924 12625 0,'0'0'5684'0,"0"0"-4700"16,0 0-984-16,0 0 492 15,0 0 680-15,0 0-27 0,88 25-357 16,-60-22-160-16,7-3-208 0,1 0-236 0,1 0-124 16,2 0 12-16,1-6-72 0,-4-3-132 0,-1-4-328 15,2-3-84-15,-5 3-120 16,-13-3-105-16,1 7-79 0,-8-1-300 16,-3 1-576-16,-6 2-1304 0,-3 5-2685 0,-8 2-3203 15</inkml:trace>
  <inkml:trace contextRef="#ctx0" brushRef="#br0" timeOffset="6111.984">17538 969 6320 0,'0'0'104'0,"0"0"5529"0,0 0-4405 0,-8 75-300 16,8-43 148-16,0 0 520 0,4 4-60 16,-4-6-380-16,4 5-372 0,1-3-260 15,-1-3-208-15,-4-1-200 0,0-2-116 0,0-4-72 16,0-3-112-16,0-7-132 15,-4 1-160-15,4-3-184 0,0 3-212 0,0 0-276 16,0-1-1068-16,0 1-1736 0,-5-7-609 16,1-2-1111-16</inkml:trace>
  <inkml:trace contextRef="#ctx0" brushRef="#br0" timeOffset="6254.127">17590 1337 3572 0,'0'0'8745'0,"0"0"-6973"0,0 0-812 0,0 0 148 16,88-13 304-16,-68 6-300 0,-1 4-364 15,2 0-196-15,-6-3-196 0,2 3-356 16,-6-4 0-16,2 1-344 0,-6 3-280 16,-3 0-164-16,0-1-224 0,0 4-488 0,-4 0-1064 15,-8 7-1941-15,1-1-559 0</inkml:trace>
  <inkml:trace contextRef="#ctx0" brushRef="#br0" timeOffset="6396.553">17618 1511 8552 0,'0'0'2625'0,"0"0"-1429"0,0 0-520 0,0 0 368 15,0 0 296-15,0 0-260 16,0 0-268-16,80 19-316 0,-48-25-224 0,0-4-176 16,4-6 152-16,-5 4-248 0,1-7-1000 15,-4 3-376-15,0 3-316 0,8-9-3817 16</inkml:trace>
  <inkml:trace contextRef="#ctx0" brushRef="#br0" timeOffset="6593.951">18458 1200 8248 0,'0'0'8293'16,"0"0"-6393"-16,0 0-1568 0,0 0-172 0,0 0 480 0,84 2 32 0,-56-8 96 15,-3 4-220-15,2-8-243 0,5 0-305 0,0 1-49 16,-4-7-351-16,4 4-100 0,-4-5-232 15,-1 2-348-15,1-1-960 0,-12 6-1800 16,5-8-1457-16</inkml:trace>
  <inkml:trace contextRef="#ctx0" brushRef="#br0" timeOffset="6832.434">18726 911 6988 0,'0'0'352'0,"0"0"4877"0,0 0-4209 16,0 0-384-16,0 0 312 0,0 0 372 15,0 0-76-15,75 70-208 0,-59-55-200 16,1 2-200-16,-6-2-244 0,5 1-88 16,-7 3 0-16,-2 1-120 0,-7-1-16 15,0 6-56-15,0 3-4 0,-7 5 1 0,-10 0-49 16,2 3-60-16,-9-1-68 0,-1 0-125 16,1-4-39-16,9-5-48 0,-2-10-172 15,6-3-12-15,7-7-144 0,4-6-156 16,0 0-420-16,8-3-1544 0,-1-6-2333 15,14-17-1371-15</inkml:trace>
  <inkml:trace contextRef="#ctx0" brushRef="#br0" timeOffset="7006.132">19375 911 9624 0,'0'0'6213'15,"0"0"-5157"-15,0 0-632 0,0 0 492 0,80 9 412 16,-61-9-72-16,-2 0-207 0,3-3-405 0,3-6-392 15,1-1-252-15,1-2-144 16,-1-1-196-16,-1-3-205 0,-3 3-235 16,-4-3-196-16,-4 1-472 0,-4 2-1244 15,-1 3-2589-15,-7-3-1415 0</inkml:trace>
  <inkml:trace contextRef="#ctx0" brushRef="#br0" timeOffset="7165.527">19478 924 3148 0,'0'0'8689'0,"0"0"-6785"0,-11 83-800 0,7-49-172 0,0 8 780 16,-4-1 100-16,3-3-464 16,2-4-376-16,-1 2-519 0,0-11-273 0,0-3-180 15,0-3-96-15,0-6-52 0,4-4-141 16,-4-2-259-16,4-1-304 0,-4-6-264 16,0 0-800-16,0 0-2620 0,-4-6-2785 15</inkml:trace>
  <inkml:trace contextRef="#ctx0" brushRef="#br0" timeOffset="7349.94">19463 1184 4984 0,'0'0'8257'0,"0"0"-5701"0,0 0-1616 0,0 0-464 16,92 0 340-16,-68-7 208 16,-5 1-360-16,1-3-188 0,1-1-428 0,-2 2-48 15,-7-6-280-15,4 4-184 0,-9 1-116 16,2 0-256-16,-5 2-408 0,-4 7-752 15,0 0-732-15,-13 3-1825 0,-2 7-155 0,-5 6 3116 16,-8 4 333-16</inkml:trace>
  <inkml:trace contextRef="#ctx0" brushRef="#br0" timeOffset="7461.47">19523 1251 848 0,'0'0'2556'15,"0"0"-1708"-15,-49 66 6145 16,42-50-4433-16,7-3-780 0,0-4-596 0,0-2-56 16,4-4-92-16,12 1-224 0,-1-2-20 15,13-2-280-15,4 0-96 0,13-2-272 0,6-9-144 16,-3-1-148-16,4-1-792 15,-1-3-256-15,-2 1-484 0,-18 2-2816 0,20-6-5321 16</inkml:trace>
  <inkml:trace contextRef="#ctx0" brushRef="#br0" timeOffset="8636.609">7287 7413 8220 0,'0'0'2136'0,"0"0"-67"15,0 0-1173-15,0 0-44 16,0 0 576-16,0 0-124 15,0 0-112-15,0 0-172 0,0 0-220 0,0 0-192 0,0 0-60 16,12-28-24-16,-24 37-123 16,-8 4-265-16,0 9-88 0,-8 6-48 0,1 7-8 0,-6 4-40 15,1-1 48-15,0 6-12 16,0 0 8-16,4 2 4 0,1-2-88 16,3 0 4-16,4 1 0 0,5-7 80 0,2-6-45 15,9-4 41-15,4-2-52 16,0-11-100-16,12 1 148 0,0-3 0 15,9-4 4-15,-2 2-4 0,5-9 0 0,0 1 4 16,-1-3-64-16,1 0-76 16,0-3 28-16,-3-4 60 0,-2-2-16 15,-6 0-8-15,2-1-12 0,-6 1 44 0,-5-1 4 16,-1 1 36-16,-3-1-132 16,0 0-16-16,0 1-12 0,0 0-72 0,-7-1 232 15,-6 3-84-15,2-2-64 0,-6-1-24 16,2 4 84-16,-2 1-20 0,-2-2 120 0,3 4 12 15,-5-1-12-15,6 4-308 16,2 0 172-16,2 0-160 0,7 7-296 0,0 0-348 16,4 1-464-16,4 5-304 0,4-1-168 15,-1-1-609-15,14 1-1991 16</inkml:trace>
  <inkml:trace contextRef="#ctx0" brushRef="#br0" timeOffset="8867.858">7777 7654 3464 0,'0'0'1136'0,"0"0"6081"16,0 0-5669-16,0 0-672 0,0 0 312 15,0 0-44-15,0 0-64 0,0 0-212 16,0 0-216-16,-84 35-320 0,68-13-148 16,4 8-16-16,1 1-8 0,2 4 36 0,5 1 12 15,0-1-76-15,4 2-20 0,0 1-28 16,0 0-80-16,4 0-4 0,4-3-220 15,1-3-12-15,2-6-72 0,6-5-40 0,2-4-220 16,-3-8-360-16,9-6-316 0,-2-3-756 16,-3-3-2317-16,16-13-1823 15</inkml:trace>
  <inkml:trace contextRef="#ctx0" brushRef="#br0" timeOffset="9261.911">8315 7794 8188 0,'0'0'5485'0,"0"0"-4105"0,0 0-600 0,-84 80 276 16,56-48 420-16,5 5-40 0,-5 2-384 15,7 3-116-15,10-5-183 0,-2-5-269 0,13 0-244 16,0-7-168-16,0-3-72 0,9-6-44 16,-1-7-88-16,3-2 0 15,6-7 12-15,-2 0-88 0,5-10-84 0,1-6-84 0,2-2-109 16,-3-8-63-16,4 0 24 15,-5-2-64-15,2-1-36 0,-1-3-164 16,-5 4 24-16,2 0 32 0,-2-1 344 0,-2 6 324 16,-5 5 64-16,-5 3 128 0,1 5-4 15,0 3 272-15,-4 7 76 0,4 0-88 16,-4 3-48-16,4 7-52 0,1 2 192 16,-1 8-104-16,-1 5 116 15,5 0-12-15,-4 4 84 0,5-1-12 0,-5-3-147 16,-1 1-241-16,1-4-160 0,4-2-108 15,-4-8-169-15,0-2-199 0,1-7-72 16,-2-3 0-16,1 0-64 16,4-3-272-16,-4-3-652 15,0-1-2276-15,0-9-2661 0</inkml:trace>
  <inkml:trace contextRef="#ctx0" brushRef="#br0" timeOffset="9554.241">8538 7536 7416 0,'0'0'5717'0,"0"0"-4281"0,0 0-540 15,0 0 260-15,0 0 324 0,91-50-300 16,-74 44-432-16,-6 4-184 0,2 2-224 0,-9 0-268 16,0 4-68-16,-1 6 56 15,1 6 16-15,-4 4 44 0,0 2-120 16,-4 3-16-16,-3 7 16 0,-2-1 0 0,-3 2-4 15,5 2-40-15,-2-7 44 0,9-2 132 16,0-4-124-16,0-7 56 16,0-2-16-16,9-4-36 0,-2-2-12 0,5-4 0 15,1 0-44-15,2-3 44 0,1 0 0 16,0-3-52-16,0-7-164 16,4-2-236-16,0-4-280 0,4-3-300 0,0 0-560 0,-9 2-2644 15,6-4-5101-15</inkml:trace>
  <inkml:trace contextRef="#ctx0" brushRef="#br0" timeOffset="9778.373">9319 7747 5044 0,'0'0'8149'0,"0"0"-5505"16,0 0-1276-16,27 82-168 0,-14-59-204 15,-6-1-176-15,6 0-76 16,-5 4 84-16,-1-5-331 0,1 2-313 0,-8 2-88 15,0 1-88-15,0 0-8 0,-8-1-96 16,1 3-256-16,-6-2-149 16,-6 2-19-16,-1-6 8 0,-1 0-52 0,-6 1-84 0,-1-4-188 15,0-4-440-15,4-2-640 16,0-6-928-16,5-4-2037 0,-5-6-2507 16</inkml:trace>
  <inkml:trace contextRef="#ctx0" brushRef="#br0" timeOffset="9982.936">9785 7785 16409 0,'0'0'2100'0,"0"0"-1524"15,0 0-156-15,96 0-104 0,-64 0-192 16,-1-3 316-16,-3-4 436 15,0 1-876-15,0 0-512 0,-4-4-488 0,7 0-204 16,-7 3-384-16,-3 5-2348 0,-6 2-5537 16</inkml:trace>
  <inkml:trace contextRef="#ctx0" brushRef="#br0" timeOffset="10151.382">9948 8076 7748 0,'0'0'8265'0,"0"0"-7197"15,0 0-724-15,0 0 696 0,0 0 8 0,76 7-352 16,-52-14 244-16,4-1-199 0,-4-6-485 16,4 3-256-16,-4-3-80 15,-5 2-469-15,1-1-375 0,5 3-176 0,-6 4-256 16,5 3-940-16,-4 0-2560 0,0 3-3937 16</inkml:trace>
  <inkml:trace contextRef="#ctx0" brushRef="#br0" timeOffset="10826.1">11387 7496 5108 0,'0'0'1468'16,"0"0"4165"-16,0 0-4637 0,0 0-320 15,0 0 236-15,0 0 448 0,0 0-112 0,0 0 76 16,0 0-208-16,0 0-492 0,0 0-284 15,-13-16-288-15,-2 25 44 16,-5 5-84-16,-4 5 48 0,0 6 76 0,0 3 68 16,0 4-8-16,0 4-36 0,5 1-27 15,-5 5-1-15,7 2 28 0,2 0-4 16,2-2 16-16,2-8-28 0,11-2-72 0,-4-9-64 16,4-4 0-16,4-7 76 0,3-2-84 15,2-7 0-15,3-3-120 16,3 0-36-16,1-3-4 0,1-10-8 0,-2-3 36 15,2 4-40-15,-6-7-13 0,-7 5-43 16,0 2 32-16,0 2 16 0,-4 2-4 0,0 4 36 16,0 4 52-16,-8 0-124 15,0 0 208-15,-4 0-160 0,0 0-36 16,1 0 64-16,-2 0-164 0,-2 0-36 0,2 4 76 16,5-2 20-16,1-2-148 0,3 3-120 15,0-3-228-15,-1 0-200 0,5 0-436 16,0 3-732-16,0-3-1769 0,9 0-1387 0</inkml:trace>
  <inkml:trace contextRef="#ctx0" brushRef="#br0" timeOffset="11081.16">11733 7674 12345 0,'0'0'2732'0,"0"0"-1812"0,0 0 232 0,0 0 468 0,0 0-368 15,0 0-140-15,0 0-67 16,-88 34-317-16,77-17-380 0,-2-6-128 16,2 9-16-16,-1-1-48 0,4 0-12 0,4 4 4 15,0-2 20-15,4 2-48 16,0-1-80-16,0-2-40 0,0-1-120 16,4-7-96-16,3 1-124 0,10 0-60 0,-2-4 52 15,2 0-124-15,3-5-88 0,-1-1-85 16,1-3-183-16,1-7-344 0,2-5-928 0,-3 2-1840 15,8-12-2281-15</inkml:trace>
  <inkml:trace contextRef="#ctx0" brushRef="#br0" timeOffset="11443.291">12060 7708 4444 0,'0'0'7009'0,"0"0"-5397"0,0 0-468 15,0 0 372-15,0 0 420 0,0 0-280 16,0 0-496-16,0 0-256 0,0 0-187 15,-59 74-281-15,50-59-112 0,1 5-80 0,4-1-64 16,-3-1-72-16,7-1-32 0,-4-5-68 16,4 1-8-16,0-6-4 0,0-2-56 15,4-2-88-15,-1-3-32 0,5 0-28 16,-4 0 16-16,9 0 12 0,-2-3-16 16,1-6-44-16,0-4-5 0,0 1-35 0,4-5-24 15,-4-2 0-15,-1 0 48 0,-2 4 48 16,3-1 36-16,-5 3 88 15,2 1 72-15,-5 5-60 0,0 4 72 0,0 3 24 16,-4 0 172-16,4 0 96 0,3 7 232 16,-2 5-88-16,-1 1-59 0,4 3-73 15,-5 0-72-15,5-1-40 0,-4 2-24 0,1-5-96 16,-1-2-72-16,0-3-88 16,-1-5-68-16,1 1-196 0,0-3-229 0,0 0-127 15,1 0-72-15,3-3-76 16,-1 1-436-16,-3-5-992 0,4 0-2044 0,-3-3-2409 15</inkml:trace>
  <inkml:trace contextRef="#ctx0" brushRef="#br0" timeOffset="11666.098">12418 7572 1840 0,'0'0'6184'0,"0"0"-59"0,0 0-5393 0,0 0-556 15,17 64 556-15,-10-43 632 16,-3 2-148-16,4 0-256 0,-3 2-216 16,3-3-424-16,-5 3-236 0,-3 1 28 0,0-1-56 0,0 1-56 15,-3 0-148-15,-10-1-144 0,1 0-172 16,1-3-272-16,-9 0-276 0,-1-3-356 16,2 0-556-16,-1-3-1136 0,-12 3-3157 0</inkml:trace>
  <inkml:trace contextRef="#ctx0" brushRef="#br0" timeOffset="12127.13">10769 7322 5412 0,'0'0'1652'15,"0"0"-628"-15,0 0 3061 0,0 0-2665 0,-31 85-304 16,22-56 16-16,5 6-16 0,0 9-244 16,4 4-144-16,0 6-40 0,0 7-52 15,4 2-256-15,5 3-124 0,2 1-36 0,1 2-120 16,-3-2-16-16,6-1 12 15,1-1-96-15,0-12-244 0,4-2-268 16,4-9-256-16,-5-4-96 0,6-10-36 0,3-2-320 16,3-8-544-16,-3-5-2501 0,20-13-1871 15</inkml:trace>
  <inkml:trace contextRef="#ctx0" brushRef="#br0" timeOffset="12410.291">12598 7341 5532 0,'0'0'4468'16,"0"0"-3087"-16,84 47 923 16,-49-25 248-16,1 6-736 0,-4 5-632 15,0 2-192-15,0 2-188 0,3 8-352 0,-3 3-172 16,-4-1-87-16,0 6-9 0,-8 2-88 15,1 6-48-15,-14-2-48 16,-3 2-4-16,-4 3-128 0,-4-4-124 16,-12-6 59-16,1-7 29 0,-6-6-76 0,6-5-180 15,-9-9-128-15,4-3-20 0,-1-6-32 16,-2-8-220-16,-1-7-452 0,4-3-1088 0,8-6-2897 16,-4-19-2775-16</inkml:trace>
  <inkml:trace contextRef="#ctx0" brushRef="#br0" timeOffset="12694.413">13152 7258 9068 0,'0'0'6417'0,"0"0"-5197"16,0 0-560-16,0 0 480 0,0 0-36 15,80-6-212-15,-73 6 240 0,-3 6-343 16,0 7-413-16,0-1-192 0,-4 8-124 15,4 1-48-15,-4 5-8 0,0-1-4 16,0 0-12-16,0 1-48 0,0 0-64 16,-4 0 124-16,4-1 44 0,0-4 124 15,9 2-36-15,6-7-48 0,9 3 52 16,4-7 68-16,4 1-96 0,8-3-64 0,-1-8-44 16,9 3-108-16,0-5-132 0,0 0-124 15,4-5-292-15,-1-4-169 0,-3-4-135 16,-4 1-520-16,-7 2-2372 0,6-5-4045 15</inkml:trace>
  <inkml:trace contextRef="#ctx0" brushRef="#br0" timeOffset="38127.212">5048 8915 7856 0,'0'0'4549'16,"0"0"-3425"-16,0 0-8 15,0 0-108-15,0 0-100 0,0 0-188 16,0 0 12-16,0 0 280 0,0 0-168 0,0 0-256 15,20-3-64-15,-12 29 12 0,-4 11-75 16,3 12-49-16,-3 10-192 0,0 15-28 16,-4 5-104-16,0 3-88 0,0 4 0 15,-4 0 0-15,-4-10 0 0,5-6-88 16,-1-10-200-16,4-16 104 0,0-9 16 0,0-9 60 16,0-10 32-16,0-9-44 0,0-5 11 15,0-2 9-15,0-2 4 0,4-9 36 16,-1-8-24-16,9-3 20 15,4-10-56-15,0-5 112 0,8 2-188 0,0-1 52 16,0 11-88-16,0 6 120 0,-1 3 16 16,2 10 48-16,-1 6-64 0,-4 0 88 15,-1 13 24-15,-2 7 8 0,-6 1 140 16,-3 8 84-16,1-2-124 0,-9 3-8 16,0-2 56-16,0 1-32 0,-9-7-4 15,1-3 40-15,-3-3-16 0,-6-4 40 0,2 2-51 16,-5-9-125-16,-5 1-8 15,1-1-37-15,-3-3-279 0,-1-2-208 0,0-2-12 0,-7-5-208 16,-2-2-560-16,-3-8-372 0,-3-1-284 16,15-1-652-16,-20-20-2897 0</inkml:trace>
  <inkml:trace contextRef="#ctx0" brushRef="#br0" timeOffset="38298.607">4645 9363 11325 0,'0'0'1564'15,"0"0"-796"-15,0 0-32 0,0 0 20 0,-24 73-76 16,20-38 288-16,1 9 88 16,-1 1-292-16,4 2-272 0,0-3-96 0,7-2-212 15,9-1-184-15,-4-6-16 0,4 0-180 16,4-3 184-16,4-6-280 0,4-7-632 16,4-4-292-16,0-8-604 15,-4-4-948-15,8-10-3057 0</inkml:trace>
  <inkml:trace contextRef="#ctx0" brushRef="#br0" timeOffset="38497.608">5649 9312 7856 0,'0'0'1064'16,"0"0"-496"-16,84 26 660 0,-60-7 189 16,-4 3-409-16,-4 3 240 0,-5 7 100 15,-6 0-292-15,-5 6-484 0,0 0-124 0,-9 3-288 16,2 3-76-16,-14-2-84 0,2-4-4 15,-1 3-8-15,-4-6-112 16,1-3-232-16,-5-3-56 0,7-4-236 0,-3-3-296 16,5 0-344-16,-5-6-852 0,7-7-2433 15,-11-2-2751-15</inkml:trace>
  <inkml:trace contextRef="#ctx0" brushRef="#br0" timeOffset="39176.392">6980 9534 1788 0,'0'0'8752'0,"0"0"-7311"16,0 0-469-16,83 0 720 0,-55 13-660 15,-4 3-540-15,1 9 236 0,-6 4-280 16,-3 3 136-16,1 2-216 0,-2 5-36 0,-3 2-156 16,-4 0 44-16,-4 1-112 0,4-5-44 15,-8-2-60-15,4-13 0 16,-4-5 0-16,0-8 40 0,0-6 92 0,0-3 60 16,0 0 72-16,-4-3 112 0,0-6-124 15,-4-8-196-15,0-5-60 0,4-6-84 16,0-5 84-16,0-4-12 0,4-1-48 0,0 0 60 15,0 3 48-15,12 7-48 16,0-2-96-16,4 5 44 0,4 0 44 16,4 3-4-16,4 0-48 0,4 2-24 0,0 1-120 15,-4 7 200-15,4-1-92 16,-4 1-24-16,-5 5-76 0,1 1-176 16,0 0-340-16,-4 6-180 0,-1 0-404 0,2 2-796 15,-10 8-2249-15,6 6-2971 0</inkml:trace>
  <inkml:trace contextRef="#ctx0" brushRef="#br0" timeOffset="39440.168">8044 9360 3768 0,'0'0'6820'0,"0"0"-5159"0,0 0-169 0,0 0 152 15,0 0 100-15,0 0-580 0,-56 64-44 0,36-31-264 16,-4 6-356-16,8 2-72 0,0 1 44 15,9 3-143-15,-2-5-97 0,5 2-88 0,4-4 4 16,0 0-88-16,9-7-60 0,-1-5 0 16,-1-8-60-16,5-4 48 0,-3-4-160 15,2-8-20-15,-3-2 68 0,4 0 84 16,-4-9 32-16,0-1-237 0,1-5-339 16,-2-2-208-16,-3-2-236 0,0 0-564 0,-4 4-572 15,0-1-164-15,0 3-341 16,-8 0-571-16,1 7-80 0,-10-3 164 15</inkml:trace>
  <inkml:trace contextRef="#ctx0" brushRef="#br0" timeOffset="39587.992">7881 9681 116 0,'0'0'3052'0,"0"0"1264"0,0 0-1620 16,0 0-407-16,0 0-709 15,0 0-352-15,0 0-464 0,0 0-72 0,0 0 292 16,0 0 40-16,0 0-52 0,39-10-68 16,-19 3-236-16,5 0-168 15,3 1-295-15,-2-6-193 0,2-3-12 0,4-2-217 0,5 2-331 16,-1-2-136-16,-1 2-72 0,9 2-656 15,0 3-1344-15,-8 4-2861 0,20 3-143 16</inkml:trace>
  <inkml:trace contextRef="#ctx0" brushRef="#br0" timeOffset="39976.271">8693 9280 940 0,'0'0'9348'0,"0"0"-8023"0,0 0-709 16,0 0-92-16,0 0 128 15,0 0 276-15,0 0 260 0,0 0 192 0,0 0-336 16,0 0-232-16,16 86-60 0,-16-48-228 16,0 9-60-16,0 8 136 0,-3 5-8 15,-6 6-43-15,1 1-125 0,-3 3-356 0,3-3-68 16,-1-4-60-16,1-3 48 0,5-6-120 16,-1-10-100-16,0-8 16 0,4-7 20 15,0-11-85-15,0-5-95 0,4-7-136 16,3-2-12-16,1-4-308 0,1-6-352 15,-1-7-528-15,-1-9-444 0,1-4-924 16,-4 6-1817-16,1-17-547 0</inkml:trace>
  <inkml:trace contextRef="#ctx0" brushRef="#br0" timeOffset="40356.448">8908 9257 3488 0,'0'0'388'0,"0"0"4552"0,0 0-3196 0,0 0-263 15,0 0-317-15,0 0 172 16,0 0 48-16,0 0 8 0,0 0-256 0,-11 96-484 16,7-50-100-16,0 0 292 0,-1 8-232 15,-3 7-236-15,1-1-96 0,3 3 229 16,-9 4-61-16,5-4-288 0,-3 0-160 16,3-2-16-16,-4-4-68 0,4-5 24 15,4-5-156-15,-5-9-76 0,6-10-12 16,-1-5-37-16,4-6 49 0,0-12-96 0,0-5-76 15,0 0-88-15,0-12-208 0,0-11-916 16,0-6-784-16,7-8-468 16,-2 5-1369-16,-1-22-427 0</inkml:trace>
  <inkml:trace contextRef="#ctx0" brushRef="#br0" timeOffset="40696.691">8900 9303 6400 0,'0'0'4432'0,"0"0"-3015"0,0 0-473 16,84-46 200-16,-56 44 56 15,4 2-132-15,-9 0-96 0,1 9 264 0,1 1-404 16,-9 6-304-16,-1 3 44 0,-3 3 12 16,-7 4-232-16,-1 5-228 15,-4 1-112-15,0 5 0 0,-13 5-12 16,-2-1-228-16,-6 4-64 0,1-4 48 0,-3 1-96 16,-1-7 72-16,0-4 108 0,0-5 148 15,4-1 12-15,0-6 0 0,5-3-60 0,2 0 52 16,2-1-4-16,7-2-36 15,4 4-52-15,0-5 28 0,4 4 16 0,7-3 56 16,6 2 132-16,6 1 112 0,1 0-96 16,4-3 24-16,0 4 8 0,4-5-48 15,-1 3-128-15,1 2-8 0,0-3 4 16,0 3-96-16,-4 2 84 0,-4 0-148 16,0 0-120-16,-5 3-368 0,2 4 32 0,-1-1-528 15,-5 3-728-15,2-2 96 0,-6-8-2577 16,1 2-3567-16</inkml:trace>
  <inkml:trace contextRef="#ctx0" brushRef="#br0" timeOffset="42194.55">9466 8994 468 0,'0'0'7780'0,"0"0"-6068"0,0 0-499 15,0 0-329-15,0 0 192 0,0 0 144 16,0 0-132-16,0 0-324 0,80 16-296 16,-56-9-156-16,-5 0-164 0,5-2-24 15,1 2 0-15,-5-5 0 0,-1 3 24 16,-2 1-148-16,-6-4 52 0,2 2-16 0,-6-2 0 15,1 5-36-15,-4-3-4 0,-4-1 0 16,4 2 8-16,-4 6 68 16,0 1 76-16,-8 5-12 0,0 1-24 0,-4 1-112 0,0 0-4 15,-4 1-48-15,0-2-220 16,0 1-48-16,-3-5-4 0,2 0-24 16,2-3-12-16,-2-3-196 0,6-1-124 0,-2 0-380 15,6-4-392-15,-1 0-589 16,4 0-859-16,0-3-1656 0</inkml:trace>
  <inkml:trace contextRef="#ctx0" brushRef="#br0" timeOffset="42790.56">10212 8963 3100 0,'0'0'1188'15,"0"0"1836"-15,0 0-768 0,0 0-940 16,0 0-403-16,0 0 99 0,0 0 20 15,-28 75-332-15,28-51-160 0,4-3-84 0,3 2-192 16,1-1 124-16,5-3-108 0,-2-3-20 16,1-4-108-16,4-2-52 15,-4-3 36-15,0-5-36 0,0-2 36 0,4 0 48 16,-4-2-8-16,-1-11-176 0,6 0-40 16,-6-6-180-16,2 3 8 0,-5-6 12 0,-1 3 52 15,2 0 140-15,-5 3-68 16,-4-1-36-16,4 3-12 0,-4 0 72 15,-4 5 52-15,0 2 52 16,-9 1-52-16,6 0-4 0,-10-1-48 0,2 1-60 16,-5 6-12-16,0-3 116 0,0 3-148 15,0 3-20-15,1 3 16 0,-2 4 8 16,5 2-124-16,-3 4-76 0,6 0-420 0,-2 0-592 16,7 3-973-16,-1-3-2887 0,1 3 36 15</inkml:trace>
  <inkml:trace contextRef="#ctx0" brushRef="#br0" timeOffset="43390.836">11335 9483 288 0,'0'0'7312'0,"0"0"-5032"15,0 0-395-15,0 0-377 16,0 0-48-16,0 0-300 0,0 0-132 0,0 0 88 16,0 0-300-16,80 0-216 15,-48 0-132 1,0 0 80-16,7-2-36 0,-3-5-148 0,3 4-72 15,6-4-71-15,-6 0-173 0,-3 1-40 0,1-2-4 0,-5 1-4 16,-1 0-48-16,-7-2-49 0,0 2 89 0,-4-2-420 16,-5 4-108-16,-2-2-96 0,-5 0-56 15,-5 4-220-15,-3 3-428 16,-3 0-456-16,-1 0-1116 0,-20 0-2517 0</inkml:trace>
  <inkml:trace contextRef="#ctx0" brushRef="#br0" timeOffset="43596.834">11398 9553 2520 0,'0'0'628'16,"0"0"2552"-16,0 0-468 0,0 0-655 0,0 0-341 15,0 0-392-15,0 0-388 0,0 0-80 0,0 0-12 16,0 0 100-16,0 0-192 0,112 22-260 16,-76-22-24-16,0 0-160 0,-4 0-188 15,-1-3-64-15,-3 0-56 16,0-6-8-16,-3 2-92 0,-1-2-364 0,-5-1-200 15,-3 1-252-15,0-4-316 0,-4 7-1036 16,-4-1-2329-16,-8-2-3203 0</inkml:trace>
  <inkml:trace contextRef="#ctx0" brushRef="#br0" timeOffset="43960.111">11378 9134 2632 0,'0'0'5800'0,"0"0"-3640"15,0 0-1143-15,0 0-401 0,0 0 100 16,-43 90 0-16,23-52-360 16,0 3-116-16,-8 3-52 0,4 3-136 0,-4 2 48 15,0-2 52-15,-4 0-100 0,4 1 20 16,0-4-72-16,5-5 0 0,3-4 0 15,0-4 52-15,8-8-44 0,4-5 4 0,5-1 112 16,3-5 4-16,3 1 36 16,9-1 176-16,8 2 148 0,8-6-84 15,8 3 256-15,3-2 24 0,6-6-156 0,2-1-96 16,1 3-188-16,-4-5 164 0,-1 0-68 16,-2 0-168-16,-6 0-120 0,-3-5-52 0,0 0-16 15,-4-4-116-15,0-2-372 0,-4 3-160 16,3-6-24-16,-3 2-556 15,-3-6-1108-15,-6 4-2641 0,5-14-3207 0</inkml:trace>
  <inkml:trace contextRef="#ctx0" brushRef="#br0" timeOffset="44243.002">11917 9131 6596 0,'0'0'4849'0,"0"0"-3845"15,0 0-712 1,0 0 476-16,0 0 536 0,0 0 160 16,99 44-344-16,-71-31-364 0,0 3-300 15,0 0-232-15,4 7-104 0,-4-2 52 0,-4 2-120 0,-5 2-40 16,1 3 36-16,-4-2-48 0,-4 2-8 16,-8 2 0-16,0-3 8 0,-4 5 52 0,-4 0-52 15,-7 3-60-15,-2-3-40 0,-2 3-20 16,-2-3-16-16,2 0-148 0,-5-1-100 15,3-3 4-15,-6 1-104 0,3-4-240 16,3-2-384-16,-2-4-1044 0,7-6-2521 16,-4-11-2767-16</inkml:trace>
  <inkml:trace contextRef="#ctx0" brushRef="#br0" timeOffset="44992.249">13403 9315 6232 0,'0'0'5993'16,"0"0"-3813"-16,0 0-792 0,0 0-448 0,0 0 32 15,0 0-196-15,0 0-244 16,0 0-40-16,0 0-40 0,0 0-112 0,95-9-144 16,-67 2-48-16,4-2-56 0,-4-1-88 15,0-2 76-15,4-1-80 0,0-4-8 16,-5 5 4-16,1-1-56 0,-3 4-48 16,-6 2-52-16,1 4-12 0,0 3 76 31,-4 7-16-31,0 2 104 0,-4 10 8 0,-1 3 76 0,-2 1-68 0,-5 6 40 15,4 2 0-15,-4 1 4 0,-1 3 8 16,-3 3-60-16,4 4 0 0,1 5 0 0,-1 0 60 16,4 10-8-16,-4 4-52 0,-1 3 0 15,1 5-48-15,-4-2 36 16,5-1 12-16,-1-1 12 0,0-15-8 0,4-9 80 16,-5-12 0-16,1-7-80 0,0-6-8 15,1-6-32-15,-5-3-16 0,4-5-20 0,-4-2-12 16,0 0-28-16,0 0 4 15,0-2-384-15,0-9-244 0,0-1-152 16,0-5-428-16,-4-2-1040 0,-1 4-2869 16,-10-11-3235-16</inkml:trace>
  <inkml:trace contextRef="#ctx0" brushRef="#br0" timeOffset="45184.607">13427 9801 3880 0,'0'0'300'15,"0"0"6084"-15,0 0-4659 0,0 0-509 16,0 0-100-16,0 0-132 0,0 0 344 0,0 0-172 16,95-19-404-16,-59 12-312 15,0 1-268-15,0 0-116 0,-9 0-56 0,1-1-112 16,-4 1-12 0,0 2-232-16,-8 1-308 0,-4 3-192 15,-4 0-288-15,-4 10-1104 0,-4 6-2685 0,0-4-2967 16,-8 17 7068-16</inkml:trace>
  <inkml:trace contextRef="#ctx0" brushRef="#br0" timeOffset="45377.396">13486 10182 716 0,'0'0'7584'0,"0"0"-4867"0,0 0-1317 16,0 0-312-16,0 0 672 0,0 0-440 15,0 0-200-15,104 6-84 0,-69-15-324 16,6-4-296-16,-2-6-156 0,1 3-140 0,1-3-120 15,-6 6-36-15,1-3-136 0,0 4-220 16,3-2-184-16,-2 3-212 16,-1 1-400-16,-1 0-1328 0,-7 4-3113 0,4-1-2291 15</inkml:trace>
  <inkml:trace contextRef="#ctx0" brushRef="#br0" timeOffset="48427.044">14857 9024 2804 0,'0'0'328'15,"0"0"3236"-15,0 0-1720 16,0 0-472-16,0 0 9 0,0 0 95 0,0 0-140 0,0 0-364 15,0 0-364-15,0 0-496 16,0 0 76-16,8-20 352 0,-4 48 272 16,4 11-256-16,0 8-84 0,-5 7-68 15,2 3 76-15,-5 7-172 0,0 3-236 0,0 2 76 16,-8 1-148-16,4 0-12 0,0-7-88 16,-4-5-20-16,8-14-16 0,-4-9 52 15,4-16-16-15,0-6-12 0,0-7 16 16,0-6 8-16,0 0 28 0,0 0 48 15,4-6-320-15,4-7 268 0,3-3 64 0,2-6-120 16,-1-3 120-16,4-1 0 16,-1 1-8-16,-2 2 4 0,6 4 0 15,-2 7-56-15,-6-1 56 0,9 5-4 16,-8 1-92-16,4 3 0 0,-4 1 100 16,1 3-4-16,-6 0-64 0,1 3 68 0,-4 8 72 15,0-6-20-15,0 4 32 0,0 4-20 16,-4-3 8-16,0 3 52 0,0-5-48 15,-4 6 60-15,-4-4-76 0,0-1 40 0,-3 0-88 16,-2 1-12-16,1-4 0 16,0 1-12-16,0-1-76 0,-4 0-108 15,4-6-28-15,-3 0-36 0,2 0-72 0,2 0 84 16,-6-3-424-16,6-6-32 0,-2-1-212 16,2-3 168-16,-1-3-1172 0,8 1-953 0,-1-2-87 15,5 2-1904-15</inkml:trace>
  <inkml:trace contextRef="#ctx0" brushRef="#br0" timeOffset="49042.442">15515 9379 2360 0,'0'0'2672'16,"0"0"2140"-16,0 0-2763 0,0 0-757 0,0 0-112 15,0 0 72-15,0 0-272 0,0 0-172 0,24-4-136 16,-9-2-20-16,5 0-208 0,4 0-140 15,0-1-92-15,4 1-4 0,-4 2-112 16,0-2-24-16,-1 3-72 0,-3 0-96 0,1 0 36 16,-6-1-76-16,-2 1-196 15,-2 3-292-15,-3-3-264 0,-4 3-168 0,-4 0-640 16,0 3-1164-16,-4 4-1769 0,-4 2-1467 16,0-3 4712-16</inkml:trace>
  <inkml:trace contextRef="#ctx0" brushRef="#br0" timeOffset="49198.102">15558 9506 508 0,'0'0'1696'0,"0"0"676"0,0 0 1512 0,0 0-2240 15,0 0-223-15,0 0 219 0,0 0-116 16,0 0-392-16,0 0-328 0,0 0-204 0,88-16-264 16,-68 7-128-16,-4-1-156 0,4-4-52 15,-5 2-92-15,2-4-580 16,-2 4-380-16,-2-4-472 0,-2 3-976 0,-7 4-2829 15,0-7-267-15</inkml:trace>
  <inkml:trace contextRef="#ctx0" brushRef="#br0" timeOffset="49444.511">15622 9087 2328 0,'0'0'1004'0,"0"0"3124"0,0 0-2880 15,0 0-172-15,0 0 253 0,0 0 299 0,-8 85-164 16,20-60-252-16,-4 7-304 16,0 3-208-16,4 4-216 0,-4 2-112 15,0 0-236-15,0 0-76 0,-4 1-60 0,3-4-100 16,-2-7-36-16,-1-2-88 16,8-7-260-16,-5-6-252 0,6-7-184 15,2-5-216 1,6-4-224-16,-6-4-913 0,9-8-2131 0,-8-1-684 15</inkml:trace>
  <inkml:trace contextRef="#ctx0" brushRef="#br0" timeOffset="49759.187">16192 9392 3116 0,'0'0'9245'15,"0"0"-8069"-15,0 65-516 0,0-41 276 0,0-2 424 16,0-7-412-16,0-2-244 0,8-10-320 15,3-3-52-15,10 0-24 0,-1-6-28 16,-1-10-120-16,9-3-160 0,-4-6-244 16,0 0-64-16,0-1 36 0,-4-3 76 15,0 7-24-15,-5 0 84 0,-2 3 80 0,-5 6 56 16,-8 0 64-16,0 4 8 16,0 2-20-16,-8 0 96 0,-5 2-76 15,2-2-68-15,-6 0-4 16,-2 1-8-16,-1 0 8 15,1 4-4-15,-2 2-56 0,1 0 52 0,1 0-92 0,-5 0-60 0,0 2-40 16,-1 8-8-16,1-1-64 0,1 3-16 16,-1 5-184-16,4-1-208 0,-3 0-424 15,2 3-1016-15,1 3-2121 0,5-3-2395 0,-9 6 5068 16</inkml:trace>
  <inkml:trace contextRef="#ctx0" brushRef="#br0" timeOffset="50442.83">17315 9038 784 0,'0'0'10673'0,"0"0"-9061"0,0 0-1100 16,0 0-92-16,0 0 340 0,0 0 272 16,-88 78-264-16,69-53-120 0,-1 0-228 0,-1 1-244 15,6-1-92-15,3 1 40 0,8-5-24 16,0 2 12-16,4-4-64 0,0-7-36 16,8 1-12-16,4 0 0 0,0-4 8 15,4-2 56-15,-1-1-64 0,6-3 12 16,-1-3 24-16,-5 0 12 0,6 0 64 0,-6 0-24 15,-2 0-16-15,-2 0 40 16,-3 3-16-16,-3 4-88 0,-5-4-8 0,0 7 64 16,0 2 120-16,-13 4-48 0,2 3-124 0,-2-1-12 15,-2 1-68 1,-6-2-104-16,10-4-48 0,-2-1-88 16,2-5-100-16,7-4-88 0,-4-3-172 15,8 0-276-15,0-6-500 0,0-10-1684 0,4 3-2845 0,8-18 569 16</inkml:trace>
  <inkml:trace contextRef="#ctx0" brushRef="#br0" timeOffset="50593.152">17554 9360 1828 0,'0'0'2852'0,"0"0"3537"0,0 0-5181 0,0 0-236 16,17 69 752-16,-17-49-88 0,0-1-292 0,0-4-112 0,-5-2-204 15,1-3-540-15,4-1-340 0,-4-6-112 0,4 1-36 16,0-4-232-16,0 0-84 0,0-4-308 15,8-5-100-15,1-7-352 0,6-3-1108 0,-2 0-2588 16,6-19-2881-16</inkml:trace>
  <inkml:trace contextRef="#ctx0" brushRef="#br0" timeOffset="50791.1">17964 8963 4620 0,'0'0'6104'0,"0"0"-2875"0,-11 73-2077 15,3-33-500-15,-1 9 652 0,2 1 108 0,3-1-120 0,4-2-192 16,0-3-408-16,0-6-436 16,8-3-256-1,0-6-72-15,4-7-28 0,-4-6-104 0,4-7-272 0,0-2-36 16,-5-7 48-16,6 0-184 0,-5 0-448 0,-4-9-1084 16,-1-4-2656-16,-3 3-3273 0,-3-3 5881 15</inkml:trace>
  <inkml:trace contextRef="#ctx0" brushRef="#br0" timeOffset="50960.532">17801 9276 1436 0,'0'0'10977'0,"0"0"-9317"0,0 0-1116 0,0 0 640 16,0 0 356-16,0 0-624 0,0 0 44 16,0 0-52-16,104-12-384 0,-64-3-304 0,4-5-184 15,4-2-36-15,-5 3-268 0,2 0-528 16,-6 0-356-16,1 3-444 0,-8 3-2396 15,7-2-3965-15</inkml:trace>
  <inkml:trace contextRef="#ctx0" brushRef="#br0" timeOffset="51476.627">19104 9045 3088 0,'0'0'4664'0,"0"0"-1920"16,0 0-839-16,0 0-769 0,104-21 84 0,-68 35 48 16,0 10-200-16,-1 4-212 15,1 10-104-15,-8 3-236 0,-4 3-124 16,-4 0-60-16,-4 2-112 0,-4-2-124 0,-4-3-56 15,-4-5-40-15,0-9 0 0,-4-2-4 16,0-8 0-16,0-7 4 0,0-7-40 16,0 0 40-16,0-3 124 0,0 0 8 0,0-3-120 15,0-4 0-15,0-2-12 16,-4-7-24-16,4-3-120 0,0-7 44 0,0-2 92 16,8-4-100-16,-1 1 56 0,2-4 44 15,3 0-4-15,4 3-156 0,-1 0-16 16,6 3-12-16,3 4 12 15,-1 0-456-15,5-1-264 0,-4 7-512 0,0 1-1136 0,0 5-2745 16,-8 0-2407-16,4 3 7232 16</inkml:trace>
  <inkml:trace contextRef="#ctx0" brushRef="#br0" timeOffset="51634.439">19861 9150 7840 0,'0'0'6541'0,"0"0"-5861"0,0 0-264 0,0 0 680 15,0 0 120-15,0 0-560 0,0 0-336 16,92 10-320-16,-80-13-60 0,4-4-828 0,-4 4-144 16,-5 0-352-16,2 3-936 0,-5 0-2385 15,-4 3-1359-15,0 0 4540 0,-17 16 936 16</inkml:trace>
  <inkml:trace contextRef="#ctx0" brushRef="#br0" timeOffset="51776.086">19865 9309 1096 0,'0'0'6112'0,"0"0"-1539"0,0 0-3177 16,0 0-632-16,0 0 348 0,-35 66 112 15,35-59-204-15,7-4-88 0,6 0 16 0,-2-3-176 16,10 0-148-16,2-6-4 16,9-7-172-16,-1-6-276 0,1-3-172 15,0-3-376-15,5-4-284 0,-5 0-376 0,0-3-504 16,-13 11-1368-16,13-11-4017 0</inkml:trace>
  <inkml:trace contextRef="#ctx0" brushRef="#br0" timeOffset="52217.155">20507 8671 5168 0,'0'0'10037'16,"0"0"-8529"-16,0 0-1172 0,20 76 0 0,-16-41 668 15,0 7 396-15,-4 2-156 0,0 0-259 16,0 4-473-16,0-1-320 0,0 3-192 15,0 9 4-15,0-3-8 16,0-2-40-16,-4-4-52 0,0-5-88 0,4-9 124 16,-5-11 12-16,5-6-84 15,0-7-28-15,0-5 16 0,5-3-89 0,-1-4-119 16,0 0 48-16,0-4 304 0,7-9 72 16,2-2-72-16,-2-5-52 0,6-5-144 0,-2-1-36 15,2 4-8-15,2-1 68 16,-3 4 96-16,0 7-8 0,4 5-44 15,-5 5 128-15,-2 2 12 0,2 0 88 0,-2 2 20 16,-1 5 4-16,-5 5 12 0,2-1 44 16,-5-3-44-16,0 6 60 0,-4-1 36 15,0-1-16-15,-4 1-20 0,-9-3-52 16,2 2 16-16,-6 1-15 0,-2-1-73 0,-5-2-20 16,-4-1-52-16,0-2-148 0,0 2-21 15,0-2-99-15,1-7-60 0,3 0-220 16,0-4-160-16,3-8-224 0,6-10-588 15,-1-7-1240-15,4-9-2685 0,4 9-2895 16</inkml:trace>
  <inkml:trace contextRef="#ctx0" brushRef="#br0" timeOffset="52469.572">21012 8563 5928 0,'0'0'8557'0,"0"0"-7209"0,0 0-480 0,0 0 376 15,0 0-408-15,84 0-368 0,-76 3-40 16,1 3-24-16,-5 4-316 0,0 2-88 16,-1 4 8-16,-3 3 164 0,0 7-28 15,-7 2-20-15,-6 1-64 0,2 3-12 16,-6-4-44-16,6-3 168 0,7-2 84 0,0-5-76 16,4-5-68-16,0 0-52 0,4-1 0 15,3-1 24-15,10-5 4 0,2-3-80 0,9 0-8 16,4-3-40-16,4 0-316 0,4-6 128 15,4-4-420-15,0 1-340 16,-1-1-380-16,-15 3-1092 0,12 1-4801 16</inkml:trace>
  <inkml:trace contextRef="#ctx0" brushRef="#br0" timeOffset="54660.825">7338 11325 1332 0,'0'0'3924'15,"0"0"256"-15,0 0-2860 0,0 0 81 16,0 0 299-16,0 0-260 0,0 0-96 0,0 0-260 15,0 0-48-15,45-38-248 0,-45 38-104 16,0 0-36-16,-9 0-76 16,1 0-63-16,-3 3-229 0,-6 0-280 0,-2 4-84 15,-5 2-12-15,0 7 84 0,-4 0-100 16,0 3 52-16,0 3-25 0,-4 7 1 16,-4 3-4-16,1 6 16 0,3 6 24 0,-4 0 0 15,4 7-40-15,4 0 40 16,8 0-12-16,1-1 60 0,10-2 0 15,1-3-8-15,8-7-76 0,0-7 84 0,8-8 4 16,5-8 0-16,2-2 0 16,1-9 52-16,9-4 16 0,-2 0-64 15,1-6 128-15,4-8-28 0,0-2-104 0,-4-3 44 16,-1-3-48-16,-3 0-108 16,1-3-28-16,-6 6 4 0,-6-1-40 0,-5 8-32 15,-1 2-52-15,-3 3 24 0,0 5 60 16,0-1 12-16,-12 3-196 0,0-3 124 15,1-1-48-15,-6 2 96 0,2 2 120 0,-5-5 4 16,3 5 12-16,-2 0-112 0,2 0-4 16,6 0-120-16,-2 0-124 0,6 5-248 15,3 1-192-15,0 0-236 0,4 0-128 16,0 1-500-16,4-4-969 0,3 0-2531 16,2-1 924-16</inkml:trace>
  <inkml:trace contextRef="#ctx0" brushRef="#br0" timeOffset="54886.216">7713 11509 9760 0,'0'0'5421'0,"0"0"-4793"16,0 0-252-16,0 0 188 0,-48 76 308 15,32-41 488-15,4 0-160 0,1 3-396 0,2 3-328 16,5 1-63-16,4-4 11 0,0-1 36 15,4-1-288-15,5-4-172 16,-1-4-40-16,-1-9-12 0,6-2-68 0,-2-11-36 0,5 0-208 16,4-6-149-16,0-4-107 15,0-9-108-15,4-1-448 0,-4-6-1088 0,-8 1-3020 16,4-6-4625-16</inkml:trace>
  <inkml:trace contextRef="#ctx0" brushRef="#br0" timeOffset="55227.706">7892 11620 6644 0,'0'0'8093'0,"0"0"-7097"0,0 0-516 16,0 0 132-16,0 0 72 0,0 0 456 0,92 38-136 16,-72-22-340-16,0-3-348 15,0 6-24-15,0 0-48 0,-5 0-52 0,-2 4-104 16,-2 5-88-16,-3 0 4 0,-3 4 0 15,-1-3 8-15,-4-1 36 0,0-6 0 16,0-3-40-16,0-6 0 0,0-1 64 0,-4-5-60 16,4-3 52-16,0-4 32 15,0 0 61-15,0 0-57 0,0 0 104 0,0-13 160 16,0-3-60-16,0-7-196 0,4-5-108 16,-4-3 0-16,4-4 0 0,0 3-8 15,-1 4-112-15,5-2 44 0,1 5-164 16,-1 0-268-16,-1 0-137 0,5-2-159 15,0 2-124-15,0 3-476 16,1 1-988-16,-2 2-2372 0,-7 5-2961 16</inkml:trace>
  <inkml:trace contextRef="#ctx0" brushRef="#br0" timeOffset="55460.861">8434 11496 10961 0,'0'0'1940'0,"0"0"-568"16,0 0-148-16,44 64-28 0,-28-39-128 16,-4-2-152-16,0-1-340 0,0-1-256 15,-4 2-124-15,4-1-24 0,-4 1-40 16,0 2-124-16,-5-2-4 0,6-1-4 16,-5 0-36-16,-4 0 36 0,0-4-72 15,0 2-160-15,-13-1-172 0,6 3-260 16,-5-2-216-16,-4-5-88 0,0 4-476 0,0-7-864 15,-4 1-2673-15,8-3-2115 16,-12-3 6260-16</inkml:trace>
  <inkml:trace contextRef="#ctx0" brushRef="#br0" timeOffset="56016.047">8981 11764 1044 0,'0'0'6128'0,"0"0"-1151"0,0 0-3561 16,0 0 44-16,0 0 88 0,95-7-168 15,-67 3-356-15,-5-2-340 0,1 3-280 16,0-4-132-16,1 2-128 0,-2-5-84 16,-3 0-60-16,4-2-120 0,0-4-160 0,-5 3-516 15,2 0-252-15,-1 4-604 0,-12 3-2348 16,-4 6-3977-16</inkml:trace>
  <inkml:trace contextRef="#ctx0" brushRef="#br0" timeOffset="56176.205">9183 11944 6612 0,'0'0'2272'16,"0"0"661"-16,0 0-1745 0,0 0 60 15,0 0 240-15,0 0-72 0,0 0-116 0,0 0-412 16,88-3-472-16,-56-10-416 0,3-3-220 16,6-3-604-16,-1 4-288 0,-9-1-1028 0,17-3-3917 15</inkml:trace>
  <inkml:trace contextRef="#ctx0" brushRef="#br0" timeOffset="56878.888">10654 11418 1212 0,'0'0'7764'16,"0"0"-4923"-16,0 0-989 0,0 0-408 15,0 0 52 1,0 0-364-16,0 0-328 0,0 0-140 0,0 0-420 0,-84-10-244 16,60 25 0-16,-8 5-12 0,5 8-36 0,-10 7 36 15,9 0-88-15,-4 7 100 0,9 1 64 0,-1 5-52 16,0 3 72-16,8 0-8 0,8-4 56 16,0-2 4-16,8-7 12 0,0-3-64 15,12-10-84-15,0 0 0 0,4-8-160 16,4-2 112-16,0-8-12 0,3 0 0 15,1-7 48-15,0-7-244 0,1-3 48 16,-1-6 12-16,-5 1 60 0,-3-5-12 16,-4 4 0-16,-4 0 12 0,0 1-24 15,-4-1-24-15,-4 0-176 0,0 4-88 16,0 5 140-16,0-2 68 0,-4 5 68 16,-4 1-208-16,0-1 204 0,-7 2 12 15,2 2 64-15,-2-3 100 0,-2 3-48 0,-3 0 48 16,1 0-12-16,2 0-76 0,2 3 36 15,2 3-88-15,2 4-172 0,7-1-44 16,0 4-100-16,4 0-240 0,0-4-248 16,8 4-624-16,3-7-1057 0,2 3-3203 0,-2-5 3197 15</inkml:trace>
  <inkml:trace contextRef="#ctx0" brushRef="#br0" timeOffset="57092.258">11080 11583 2796 0,'0'0'5104'0,"0"0"-2736"0,-16 66-399 0,8-34-5 0,-4 9 4 15,4 1-296-15,4 2-364 16,0-3-416-16,4 0-244 0,0-3-260 0,4-6-120 16,8-1-268-16,0-6-96 0,8-4 12 15,0-9-136-15,4-5-244 16,0-7 124-16,8 0 44 15,-4-13-144-15,3-4-224 0,-3-1-372 0,0-5-852 0,-12 4-2520 16,12-13-3181-16</inkml:trace>
  <inkml:trace contextRef="#ctx0" brushRef="#br0" timeOffset="57478.643">11618 11341 2916 0,'0'0'11553'0,"0"0"-9953"0,3 79-1008 0,-3-41 128 16,4 7 444-16,-4-1-84 0,0 1 264 15,-4 2-576-15,-3-5-503 16,3 2-261-16,-4-2-4 0,4-8-60 16,-1 2-85-16,2-11-283 0,-1-6 164 0,4-7 152 15,0-5 40 1,0-4-12-16,0-3-184 0,0 0-40 0,4-3 88 0,4-4 220 15,4 1 108-15,3-3-36 0,2-4-72 0,-1 3-148 16,3 1 16-16,-2 0 32 0,-2 5 4 16,2 1 8-16,-2-1-8 15,-2 4 96-15,-2 0 24 0,-3 4 112 0,1 3 8 16,-6-1 52-16,1 2 24 0,-4 6 64 16,0-1 8-16,-7-1-112 0,-6 4-20 15,-2-3-40-15,-2 0-120 0,2-1-108 16,-2-3-52-16,-3-2-228 0,1-1-124 15,-2-3-148-15,6 0-116 0,-5-3-188 0,3 0-584 16,2-6-1040-16,3-10-2805 0,0 3-2115 16,0-18 6872-16</inkml:trace>
  <inkml:trace contextRef="#ctx0" brushRef="#br0" timeOffset="57817.171">11913 11218 652 0,'0'0'7372'0,"0"0"-4936"16,0 0-635-16,0 0-297 16,0 0-84-16,84-4-416 0,-65 4-324 0,-6 0-220 0,-2 6-200 15,-3-3-248-15,0 4 40 16,-4 2-44-16,0 3-4 15,-4 5 96-15,0 2 12 0,0 0-108 0,0 3 60 16,-4 3 32-16,0-2-32 0,0-4 8 16,0 0-72-16,4-3 4 0,0-3 80 0,0-8-12 15,0 2-68-15,0 0-4 0,4-4 8 16,4-3 44-16,0 0-40 16,4 0 76-16,0 0-88 0,0-3-236 0,-1-8-372 15,2 3-72-15,2-2-200 0,-2 0-428 16,-5 5-996-16,7-9-3017 0</inkml:trace>
  <inkml:trace contextRef="#ctx0" brushRef="#br0" timeOffset="58082.923">12538 11430 784 0,'0'0'11089'0,"0"0"-9297"0,0 0-700 16,0 0 756-16,52 73-260 0,-44-57-552 15,8-1-216-15,-4 1-88 0,-1 1-364 16,2 1-112-16,-5-2-4 0,-1 1-116 16,2-2-51-16,-9 3-73 0,0 2 36 15,0 5 0-15,-5 1-48 0,-6 2 0 16,-1 0 0-16,-8 2-108 0,0 1-173 0,0 1-107 16,-4 0-124-16,-4-1 12 0,4-1-40 15,-4-3 64-15,5-2-68 0,-1-2-132 16,3-6-444-16,1-5-816 0,1-2-2073 15,6-4-2503-15,-6-6 2129 0</inkml:trace>
  <inkml:trace contextRef="#ctx0" brushRef="#br0" timeOffset="58481.703">13215 11776 560 0,'0'0'9020'0,"0"0"-5015"15,0 0-2673-15,84 16-64 0,-52-13 232 16,0-1-500-16,0-2-508 0,-8 0-136 15,4-2-224-15,-5-1-132 0,-3-6-144 16,4 2-744-16,-8-5-508 0,-4 5-764 0,-4-3-3301 16</inkml:trace>
  <inkml:trace contextRef="#ctx0" brushRef="#br0" timeOffset="58661.002">13283 12056 6884 0,'0'0'5749'0,"0"0"-4385"0,0 0-568 16,0 0 968-16,0 0-276 0,0 0-304 0,95-19-192 16,-54-2-332-16,2 0-528 15,2-5-132-15,-2 4-156 0,5-3-492 0,-4 3-368 16,-5 3-416-16,2 0-1032 0,-14 6-2953 16,13-3-4195-16</inkml:trace>
  <inkml:trace contextRef="#ctx0" brushRef="#br0" timeOffset="61394.081">15212 11397 5184 0,'0'0'7953'0,"0"0"-6693"0,0 0-652 0,0 0 232 16,0 0 428-16,0 0-448 16,0 0-120-16,-92-37-108 0,68 34-164 15,5-1-156-15,-2 4-64 0,-3 0-24 0,-4 11-172 16,0 1-12-16,0 4 0 16,-4 6 0-16,1 3 8 0,-1 10 52 15,0 3-52-15,4 3 4 0,0 7 96 0,1 2-32 16,7 5 20-16,-1-1 0 0,10-6-96 15,3-5-64-15,3-4-20 0,5-10-12 16,5-7 96-16,11-6 8 0,0-4 104 0,3-5-104 16,5-7 0-16,0 0-8 15,4-7-156-15,-3-2-24 0,-2-10 8 0,1 3 12 16,0-3-12-16,-5-3 0 16,2 6-36-16,-9-1 76 0,0 5-28 15,-8 6 48-15,-4 3-72 0,0-1 0 0,0 4 0 16,-4 0 48-16,-4 0-124 0,-5 0 48 15,2 0 28-15,3 0 60 0,-4 0-24 16,4 4 24-16,0-1 0 0,-1-3-52 0,6 4-24 16,3-4-172-16,0 0-412 0,0 0-500 15,3 0-652-15,2 0-641 16,7-4-1847-16,-4 1-312 0</inkml:trace>
  <inkml:trace contextRef="#ctx0" brushRef="#br0" timeOffset="61660.731">15371 11506 392 0,'0'0'716'16,"0"0"4240"-16,0 0-2224 0,0 0-1400 0,0 0-315 15,0 0 231-15,0 0 144 0,0 0-240 16,-32 63-20-16,32-43-68 0,0 2-136 0,0 4-260 15,0-1-116-15,0-3-96 16,0 3-92-16,0-2-116 0,4-5-140 16,0 1-108-16,0-3-68 0,4-4-32 0,0-1-32 15,4-5-348-15,0-4-8 0,4-2-164 0,0 0-164 16,3-5-252-16,2-9-668 0,-5 2-2216 16,3-13-2301-16</inkml:trace>
  <inkml:trace contextRef="#ctx0" brushRef="#br0" timeOffset="62077.857">15646 11226 9048 0,'0'0'1889'0,"0"0"-337"16,0 0-108-16,0 0 120 0,11 86-280 15,-11-54-180-15,0 0-228 0,0 6-272 16,0-1-272-16,0 2-100 0,-3 2-88 16,-5-3-100-16,4 1-44 15,0-1-52-15,0-6-68 0,-1-10-64 0,5-3-72 16,0-6 96-16,0-4 36 0,0-6-72 16,9-3-52-16,-1 0 248 0,3-3-40 0,2-4 36 15,2-2 4-15,-2-1-84 0,6 1-40 16,-2 3-12-16,-6-1-12 15,6 4 12-15,-6 3 12 0,2 0 36 16,-2 6 88-16,-7 1 116 0,0 2 180 0,0 4 0 16,-4-1-48-16,0 1-64 0,0 4-12 15,-4-6-60-15,-4 3 8 0,1-2 28 16,-6 4-24-16,2-3-16 0,-1 0-20 0,-4-4-84 16,-1 1-4-16,2-4-140 0,3 1-140 15,0-4-164-15,0-3-172 0,-1 0-324 16,6-10-384-16,3-3-1000 0,0-8-2441 15,0 4-2907-15,4-20 6616 0</inkml:trace>
  <inkml:trace contextRef="#ctx0" brushRef="#br0" timeOffset="62276.808">16052 11522 1644 0,'0'0'8708'15,"0"0"-6755"-15,0 0-661 0,0 0 116 16,13 86 288-16,-13-61-404 0,-9 0-504 0,1 1-344 15,0-4-300-15,-8 4-144 16,5-5-64-16,-10 4-44 0,2-2-100 16,-1-1-408-16,-1-2-204 0,-2-1-72 0,-1 0-280 15,-8 0-968-15,0-4-2441 0,8-2-2555 16,-19 6 6704-16</inkml:trace>
  <inkml:trace contextRef="#ctx0" brushRef="#br0" timeOffset="62619.826">14422 11195 768 0,'0'0'1060'0,"0"0"3940"0,0 0-1872 16,-31 86-1503-16,19-48-689 15,-1 7-4-15,-2-1-4 0,-1 6-184 16,4 1 12-16,-3 4 8 0,2 1-140 0,-2 5-140 16,6 2-28-16,1 7-108 0,4 3-152 15,4 0-36-15,0 0-84 0,4-3-28 16,9-7-48-16,6-6-168 0,1-2 44 15,8-11-332-15,0-6-76 0,8-9-200 0,7-7-184 16,6-12-444-16,2-8-1172 16,-7-2-2493-16,28-21-1379 15</inkml:trace>
  <inkml:trace contextRef="#ctx0" brushRef="#br0" timeOffset="62875.612">16447 11512 6432 0,'0'0'7609'0,"0"0"-6773"16,0 0-620-16,43 92-168 0,-26-53 304 0,-10-1 596 16,6 3 432-16,-9-3-580 0,-4 6-552 15,0 1-204-15,-4 6-44 0,-13 2-60 16,2 2-76-16,-5-1-236 0,-1-1-144 0,-2-2 32 15,-1-9-40-15,8-7-76 0,-4-7 72 0,4-12-140 16,4-13-484-16,0-3-1112 16,4-12-2569-16,4-4-831 0,0-23 4608 15</inkml:trace>
  <inkml:trace contextRef="#ctx0" brushRef="#br0" timeOffset="63161.095">16862 11218 11325 0,'0'0'3080'0,"0"0"-2144"0,0 0-584 0,0 0 240 15,0 0 244-15,0 0-104 16,39 65-188-16,-35-48-336 0,0-2-196 0,-4 4-4 16,0 0 0-16,0 6 8 15,-4 1 32-15,-4 7-36 0,0-5-12 0,-4-3 48 16,4 4 16-16,4-7 8 0,1-3 224 15,-2-3-40-15,5-3-36 0,0-5-84 16,12 3 24-16,0-5 48 0,4-2 48 0,4-2-24 16,4-2-88-16,0 0-144 15,4-6-156-15,-9-4-76 0,5 3-160 0,0-1-244 16,-3 2-236-16,-2-5-516 0,-7 6-1316 16,12-5-3397-16</inkml:trace>
  <inkml:trace contextRef="#ctx0" brushRef="#br0" timeOffset="63966.994">18056 11595 2508 0,'0'0'7208'16,"0"0"-5607"-16,0 0-241 0,0 0-188 15,0 0 336-15,88 28-200 16,-68-21-276-16,4 2-156 0,-1-2-88 0,5 2-128 16,4 1-232-16,-4-1-100 0,8 1-84 0,-4-4-60 15,0 0-76-15,-1-2 88 16,-3 2-40-16,0-3 16 0,0 0-39 15,-3-3 27-15,-5 3-16 0,-5-3-96 0,2 0-36 16,-10 4-12-16,1-4-4 0,-4 3-8 16,-4 0-48-16,0 0 48 0,0 6 12 15,-4 7 144-15,-4 3-8 0,-8 6-64 0,-7 1-24 16,-5 2 48-16,0 2-48 0,-8-2-40 16,4 0-8-16,-4-1-40 0,0-2-56 15,-4 0-280-15,5-2-48 0,-1-4-65 16,8-4-43-16,8-5-128 0,8-7-224 15,3-3-656-15,9 0-2864 0,0-3-5549 0,5-10 7933 16</inkml:trace>
  <inkml:trace contextRef="#ctx0" brushRef="#br0" timeOffset="65242.027">15200 12243 7156 0,'0'0'2500'16,"0"0"-719"-16,0 0-433 0,0 0-176 16,23 89 16-16,-14-61-40 15,-5 3-112-15,4 1-244 0,-5-3-200 0,1 0-176 16,0-4-352-16,0-6-64 0,5-3-36 15,-9-10-64-15,7 0-84 0,-3-6-360 0,0 0-136 16,5-3-288-16,2-6-580 0,-3-7-1236 16,5 6-2917-16,-6-12-567 0</inkml:trace>
  <inkml:trace contextRef="#ctx0" brushRef="#br0" timeOffset="65421.868">15474 12278 10276 0,'0'0'1649'0,"0"0"-981"0,0 0 84 0,-11 69 520 16,3-44-12-16,-5 0-132 0,6 1-236 16,-1-3-432-16,4-1-436 15,0-3-24-15,0 3-176 0,-1-3-216 0,-2 3-368 0,3 0-280 16,-4 3-384-16,4 1-1008 16,-4-3-2029-16,0-4-2199 0,-8 9 6540 15</inkml:trace>
  <inkml:trace contextRef="#ctx0" brushRef="#br0" timeOffset="65852.28">15292 13339 444 0,'0'0'1472'0,"0"0"3908"15,0 0-4068-15,0 0-508 0,0 0 124 0,0 0 313 16,0 0-13-16,0 0-168 15,79-7-224-15,-63-6-192 0,-4-6-244 16,4-3-160-16,-4-1-116 0,-1-2-20 0,6-3-96 0,-6-2 4 16,-3 2 64-16,1 6-72 15,-5 0 48-15,0 6 36 0,-4 0 96 0,0 3-72 16,0 4 4-16,-8-1-44 16,-1 4 40-16,-2-1-36 0,-5 0 0 15,0 5-76-15,-5-1-4 0,2 3-108 0,3 0-40 16,-4 10-48-16,0 5-84 0,4 1-48 15,0 10-192-15,-4-1-108 0,8 6-204 16,0 1-412-16,0 0-985 0,1 0-3003 0</inkml:trace>
  <inkml:trace contextRef="#ctx0" brushRef="#br0" timeOffset="67916.655">19339 11649 3168 0,'0'0'2776'15,"0"0"1500"-15,0 0-2999 0,0 0-441 16,0 0-148-16,0 0 232 0,0 0 4 15,0 0-68-15,-56 73-64 0,49-48-244 16,3 4-224-16,4 3-40 0,0 3 16 16,0 3-4-16,4-7 12 0,0 1-88 0,3-7-20 15,6-5-68-15,-2-8-44 0,6-5 8 16,-2-4 16-16,9-3-36 0,0-10-68 16,8-6 40-16,0-5-48 0,0-9-84 15,0-1-112-15,0-4-96 0,0 4-116 16,-4-5 0-16,0 7-24 0,-9 1 12 0,-3-1-32 15,-4 7 156-15,-5 0 156 16,-7 2 92-16,0 8 48 0,0-1 112 16,-11 1-112-16,-5 2-88 0,-8-2 76 0,0 5-280 15,-8 0 52-15,1 5-60 0,-5 2-216 16,-5 9-216-16,2 7-400 0,-1 6-160 0,1 10-809 16,-2 6-2171-16,9-9-756 0,-11 21 4545 15</inkml:trace>
  <inkml:trace contextRef="#ctx0" brushRef="#br0" timeOffset="86748.155">5255 13616 6444 0,'0'0'3048'16,"0"0"-1559"-16,0 0-849 0,0 0-332 15,0 0 52-15,0 0 88 0,-76-44 408 0,64 44 44 16,0 0-280-16,0 4-128 15,5 3-232-15,-6 5-132 0,1 7 48 0,1 3 28 16,-2 7 84-16,2 5-40 0,-2 6-60 16,2 0 8-16,3 2-20 15,0-1-16-15,-1-4 0 0,6-4 88 16,3-5 36-16,0-5 52 0,0-8-176 0,0-5-148 16,3 0 32-16,6-5-44 0,-1-1-8 15,3-4 8-15,6 0 0 0,-2-9 0 16,6-7-100-16,-2-7-172 0,5 2-108 15,-4-9-104-15,4 1-12 0,-4 1 84 0,-4 0 100 16,-4 1-4-16,4 2 76 0,-8 4-20 16,-1 2 80-16,2 3 180 0,-9 3 104 15,4 7 108-15,-4 2 64 0,0 4-100 16,4 0 204-16,-4 4-144 0,4 2-112 16,-4 11-12-16,4 2 112 0,-4 6 136 0,3 0-88 15,1 3-12-15,0 4-76 0,-4-3-72 16,5-7-48-16,-1 0-64 15,4-10-76-15,-5 1-132 0,5-7-4 0,5-1 76 16,-6-5-200-16,5 0-108 0,4 0-156 16,-4-5-332-16,4-1-736 0,4 0-1264 15,-8-3-2697-15,7-3 294 0</inkml:trace>
  <inkml:trace contextRef="#ctx0" brushRef="#br0" timeOffset="87126.359">6107 13443 7292 0,'0'0'5277'0,"0"0"-4129"0,0 0-336 0,0 0-120 15,0 0 188-15,0 0 60 16,0 0-96-16,0 0-212 0,0 0-324 15,0 0-224-15,-75 66-80 0,58-41-4 16,-2 7-12-16,-1 0 4 0,0 3 0 16,0 0-92-16,4-4 100 0,1-2-72 15,2-4 72-15,5-1 84 0,1-6 28 0,3-5-48 16,0 0-16-16,4-4 0 16,0 1 28-16,0-1-16 0,8 0-12 15,-1 1-36-15,5-1 112 0,4 4 0 0,5 3 8 16,-2-3-44-16,5 3-28 0,0-4-52 15,0 5 40-15,-1-4-44 0,5 1-4 16,-4 0-8-16,-3-5-76 0,2 0-344 0,1-5-348 16,-4-4-200-16,4 0-436 0,-8-6-1356 15,8-13-3673-15</inkml:trace>
  <inkml:trace contextRef="#ctx0" brushRef="#br0" timeOffset="87512.833">6502 13332 3788 0,'0'0'9005'16,"0"0"-6933"-16,0 0-1580 0,0 0-116 0,0 0 216 16,0 0 420-16,20 89 348 15,-20-64-256-15,0 6-628 0,0 4-352 0,0 0-28 16,-9 7-96-16,5 2-4 0,-3-3-44 15,-1 1-24-15,0-7-64 0,8-7 16 16,0-12 56-16,0-3-32 0,4-7-188 0,4-6 40 16,3 0 120-16,6 0 124 0,-2-3 12 15,9-3-12-15,-3-1-48 16,3 4-12-16,-1-1-16 0,1 4-8 0,0 0 80 0,-3 0 0 16,-2 0-44-16,-3 4 40 15,-4 3-4-15,0-1-32 0,0 0 44 16,-8 3 88-16,0-2 60 0,-1 3 48 0,-3-4 48 15,0 3-24-15,0 1-36 0,-7 2-36 0,-5 1-144 16,0 0-4 0,-4 0-160-16,-8-4-120 0,0 5-112 0,-4-6-164 15,-8 3-132-15,-3-3-280 0,-6-2-1004 16,10 1-2977-16,-29 0-3167 0</inkml:trace>
  <inkml:trace contextRef="#ctx0" brushRef="#br0" timeOffset="88724.976">3558 13808 3792 0,'0'0'1576'0,"0"0"2428"0,0 0-3084 15,0 0-7-15,0 0 103 0,0 0 32 16,0 0-168 0,0 0-108-16,0 0-92 0,0 0-144 0,0 0-92 15,-84-22-72-15,71 22-60 0,2 3-124 0,3 3-16 16,-4 1-60-16,-4 5 60 0,0 1 4 0,0 0-16 15,0 2-12-15,1 4-76 0,2 1-8 16,5-2-4-16,1 5-60 0,-1 2 0 16,-1 1-84-16,9 2 44 0,0 4 28 15,0-1-36-15,4 4 40 0,5-6-44 16,2-4 4-16,6-5-124 0,-2-4 160 0,1-4-64 16,0-5 72-16,0-1 4 0,-4-3 0 15,8-3 52-15,-4 0-4 0,-4-3-48 16,0-6-76-16,-1-1-320 0,-2 0-312 15,-1-5-344-15,-4-2-880 0,-1 2-2077 16,-3-8-3015-16</inkml:trace>
  <inkml:trace contextRef="#ctx0" brushRef="#br0" timeOffset="88972.001">2976 13916 8468 0,'0'0'1128'15,"0"0"-392"-15,0 0 141 0,0 0 75 16,0 0 8-16,-20 89 20 0,20-61-80 0,0 7-184 16,8 3-148-16,4 0-232 0,0 4-148 15,4 5-164-15,0-3-24 16,0 4-72-16,3-1-156 0,2-5-300 0,-1-10-200 15,-1-7 32-15,1-9-88 0,0-10-32 16,4-6-364-16,0-3-793 0,-8-6-1319 0,7-13-3156 16</inkml:trace>
  <inkml:trace contextRef="#ctx0" brushRef="#br0" timeOffset="89285.118">3828 13633 3816 0,'0'0'6656'0,"0"0"-5819"0,0 0-129 0,0 0 84 15,0 0 256-15,96 41-24 0,-80-21-116 16,-1 2-168-16,6 3-176 16,-5 4-316-16,0 3-52 0,-4 2-84 0,4 4-100 15,-9 0-12-15,2 1 4 0,-5-1-4 16,0-4 88-16,-4 2 72 15,0-1-96-15,0-4 20 0,-4-3 4 0,-9 2 12 16,6-5-52-16,-5 0 40 0,-4-3-40 16,4-3 0-16,-4-3-48 0,-4-3-76 0,0 0-160 15,0-4-196-15,-3 1-164 0,-10-1-152 16,-3-2-132-16,4 2-208 16,-3-3-360-16,3 0-1353 0,8 1-2611 0</inkml:trace>
  <inkml:trace contextRef="#ctx0" brushRef="#br0" timeOffset="91561.962">8008 13808 312 0,'0'0'11641'0,"0"0"-10033"16,0 0-1096-16,0 0-84 0,0 0 244 15,0 0 256-15,0 0 300 0,88-25-424 16,-56 14-324-16,11 3-220 0,1-3-4 0,8 5 28 15,0 0 144-15,0 0-36 0,-1 3-184 16,-3-4-72-16,0 4-124 16,-4-3 48-16,-5-4-16 0,-3 3-44 0,-3-2-72 15,-6 3 8-15,1-4 4 0,-8 4-120 16,-4 0-288-16,-4-1-20 16,-4 1-40-16,0 3-212 0,-8 3-340 0,0-3-716 0,0 3-1100 15,-12 0-2261-15,4 3-2006 16</inkml:trace>
  <inkml:trace contextRef="#ctx0" brushRef="#br0" timeOffset="91751.842">8135 14011 456 0,'0'0'10589'0,"0"0"-8973"15,0 0-1040-15,0 0-80 0,0 0 644 16,0 0 168-16,0 0-44 0,96 12-472 0,-64-12-384 15,-1-5-212-15,1-5-88 16,5 4-48-16,-10-5-60 0,1 3-8 0,0-5-92 16,-4 1-244-16,4-2-448 0,-8-2-364 15,3 0-592-15,-6 3-1336 0,-2-5-2869 0</inkml:trace>
  <inkml:trace contextRef="#ctx0" brushRef="#br0" timeOffset="92141.373">7993 13591 2704 0,'0'0'9521'16,"0"0"-8089"-16,0 0-1268 0,0 0-64 15,0 0 104-15,0 0 152 0,-65 86 148 16,49-54-200-16,0 0-304 0,-3 10 0 16,2-2-52-16,-2 5 40 0,-1-1-176 15,3 4 12-15,2-6-92 0,3-4 260 16,4-7 4-16,4-5 8 0,4-4 96 16,0-6 216-16,0-4-128 0,4-1-24 0,8-3 88 15,4-2-4-15,4-1 56 0,4 1 112 16,8-3-4-16,0-3 232 0,7 0-60 15,5 0-252-15,0 0-72 0,-1 0-88 16,2 0 12-16,-6 0-172 0,1 0-12 16,1-3 0-16,-10-1-160 0,5-3-556 15,-4-5-136-15,4-1-476 0,-5-2-360 0,-10 2-1300 16,11-12-3289-16</inkml:trace>
  <inkml:trace contextRef="#ctx0" brushRef="#br0" timeOffset="92460.922">8685 13449 236 0,'0'0'10196'0,"0"0"-8867"0,0 0-333 16,0 0 76-16,84 3 372 15,-61 0-488-15,1 4-32 0,4-1-204 0,0 1-236 16,4 2-228-16,0-3-84 0,0 4-12 15,-4-1-72-15,0 4-28 0,-4-1 40 16,-5 1-100-16,2 4-48 0,-5 2 36 0,-4 3 12 16,-1 3 0-16,-6 0 12 15,-5 4 0-15,0 3-12 0,-9-1-80 16,-2 1-68-16,-2-3 136 0,-2 3-60 0,-2-4 60 16,2 1-100-16,-5-4-60 0,0 0-112 15,0-2-112-15,-4-2-88 0,5 2 0 16,-2-4-116-16,1 0-256 0,5-6-560 0,2-1-1168 15,2-5-2673-15,7-4-619 0</inkml:trace>
  <inkml:trace contextRef="#ctx0" brushRef="#br0" timeOffset="93368.948">9920 13153 8308 0,'0'0'3077'0,"0"0"-2049"16,0 0-376-16,0 0-320 0,0 0 660 0,0 0 408 15,0 0 4-15,77 90-120 16,-58-49-556-16,1 9-188 0,-4 5-148 16,0 2-16-16,-4 3 16 0,-4 0-4 0,-4 7-48 15,-4-1-119-15,0 1-125 16,0 3-36-16,-4-3-60 0,-4-6-48 0,8-7-73 15,0-7-27-15,0-12-8 0,0-13 12 16,3-9 32-16,2-7-108 0,-5-3-108 16,4-3 24-16,0-5 12 0,4-6 220 15,3-8 68-15,2-6-40 0,2-4-52 0,-2 1-100 16,2-1 60-16,-2 1 52 0,2 9 8 16,-2 0-8-16,2 6 32 0,2 3 4 15,-2 7-80-15,-2 0 128 0,2 3 76 16,-3 3 20-16,4 3 88 0,-4 4-108 15,0 0 72-15,-4-1-40 0,-1 1 172 0,1 3-96 16,-8-5 48-16,5 6 24 16,-5-2-36-16,0 1-36 0,0-1 20 15,-9 1-68-15,2 0-16 0,-1 0-8 16,-5-4-40-16,-2 4 1 0,-1 0 23 0,0-4-96 16,-4 1 12-16,1-4-4 0,2 0-8 15,-3-2-136-15,-3-4-61 0,2 0-143 16,1 0-24-16,-3 0-40 0,7-7-48 15,-5 1-24-15,10-4-52 0,-1 1-148 0,8-4-252 16,4 0-448-16,0 1-844 0,0-1-712 16,8-3-2441-16,-4 4 237 15</inkml:trace>
  <inkml:trace contextRef="#ctx0" brushRef="#br0" timeOffset="93585.735">10594 13751 6260 0,'0'0'6889'0,"0"0"-5757"16,0 0-348-16,0 0 336 0,0 0 156 15,0 0-40-15,84 19-8 0,-65-19-400 16,5 0-304-16,0 0-220 0,4 0-35 16,0-6-137-16,-5 0-124 0,5-1-8 0,0 0-60 15,-7 4-37-15,3-6-195 0,0 5-388 16,-1-2-224-16,1 3-128 15,-4 3-572-15,4-3-1412 0,-8 3-3317 0,8 0-1599 16</inkml:trace>
  <inkml:trace contextRef="#ctx0" brushRef="#br0" timeOffset="94014.964">11486 13586 7644 0,'0'0'7017'16,"0"0"-6133"-16,0 0-368 0,0 0 124 0,0 0 220 0,0 0-8 16,0 0-188-16,0 0-272 0,0 0-268 15,-75 79 24-15,62-47 132 0,-2 3 172 0,3-1 160 16,0 2-260-16,-1-8-112 16,6-3-80-16,-1-6-39 0,4-6-21 15,4-3-56-15,0-8-44 0,0-2-76 0,4 0-44 16,8 0-221-16,0-9 281 0,7-4-124 15,-2-6-144-15,3-3-196 0,-1 0-24 16,2-3 8-16,-2 0 108 0,1 2 128 16,-3 4-8-16,-2 0 40 0,-2 3 124 15,-2 6 148-15,-3 1 0 0,-4 6 200 16,0 3 208-16,-4 0-16 0,0 0-12 0,4 0-144 16,-4 6-116-16,4 7 248 0,-4 2-24 15,4 8-112-15,-4 2-28 0,4-2 16 16,0 2-48-16,0 1-100 0,0-4-36 15,4-3-36-15,-4-4-60 0,0-5-24 16,4 0-40-16,-1-4-156 0,-3-3-428 16,5-3-12-16,-1 0-8 0,3 0-272 15,-2 0-1128-15,-1-3-2681 0,7-3-3579 16</inkml:trace>
  <inkml:trace contextRef="#ctx0" brushRef="#br0" timeOffset="94692.449">12029 13636 6536 0,'0'0'6017'0,"0"0"-4841"0,0 0-328 16,0 0-152-16,67 73 348 0,-48-57 4 15,2 0 92-15,3 1-72 0,-5-5-420 16,5-3-244-16,0-2-160 0,4-4 24 16,-4-1-12-16,4-2-40 0,-4 0-56 15,0 0-15-15,0 0-61 0,-9-2-20 16,5-1-4-16,-8 0 12 0,-3 3-60 0,-2-4-12 15,-3 4 0-15,-4 0-12 0,0 0 0 16,0 4 0-16,0 2-36 0,-11 3 48 16,-2 9 60-16,-2 2-60 0,-5 6-56 15,0-4-16-15,-4 0-16 16,0 0-69-16,4 1-75 0,-3-2-48 0,2 2-12 16,5-4-60-16,0-6-88 0,9-4-72 0,-2-2-140 15,9-7-296-15,0-3-656 0,0-7-1376 16,9-6-2781-16,-2 4-1243 0,14-18 6253 15</inkml:trace>
  <inkml:trace contextRef="#ctx0" brushRef="#br0" timeOffset="95019.913">12861 13827 12549 0,'0'0'1820'0,"0"0"-608"0,0 0 420 16,8 76-136-16,-8-60-256 0,8-7-388 15,-4-2-412-15,3-3-308 0,6-2-8 0,2-2 8 0,5-2 89 16,1-9-65-16,2-1-80 16,5-7-76-16,-4-4-116 0,0-2-17 15,-4 3 49-15,0-3-16 0,-4 2-8 0,-4 2 0 16,0 2 44-16,-4-4 52 0,0 6 12 16,-4-1 8-16,-4 2 104 0,0 0-52 15,0 0-56-15,-4 4 0 0,-4-1 0 16,-5 3 32-16,-2 1-28 0,-1 3-8 15,0-1 108-15,-4 3-12 0,1 4-92 0,-6 0-8 16,-3 0-140-16,0 14-84 16,-3 2-40-16,-5 3 0 0,0 6-268 15,0 3-176-15,-4 1-308 0,4 7-700 0,8-11-2052 16,-7 16-2481-16</inkml:trace>
  <inkml:trace contextRef="#ctx0" brushRef="#br0" timeOffset="103644.741">5486 15637 5500 0,'0'0'1096'0,"0"0"4173"0,0 0-4089 15,0 0-288-15,0 0 32 0,0 0-68 16,0 0 160-16,0 0 40 16,0 0-312-16,-28-41-288 0,16 41-176 0,4 0-44 15,-8 0-128-15,1 2-48 0,-6 8-8 0,-3 3-44 16,0 3 0-16,-4 3 4 0,-8 6-12 15,1 3 4-15,-5 7-8 16,1 0 0-16,-2 7-44 0,2-4-4 0,-1 1 52 0,3-2 4 16,2-5 8-16,7 3 0 15,4-10 76-15,4 0-88 0,9-5-12 16,-2-1-76-16,9-1-8 0,0-1 24 0,4-1 20 16,0-4 44-16,8 1 8 0,5-3 8 15,2-1-4-15,9-6 4 0,0 0 80 16,8-3-88-16,0-3-12 0,4-3-308 15,-1-7 12-15,-3-3-24 0,0-3 148 16,4 0-28-16,-4 1 4 0,-8-1-76 16,0 2 48-16,-4 1 24 0,-8 0 76 15,-1 4 24-15,-2 2 48 0,-1 0 64 16,-8 4 48-16,0 0 36 0,0 3 40 0,0 3-108 16,-8-3 44-16,-5 3-48 15,6 0 88-15,-10 0 12 0,-2 0 12 16,3 0-24-16,-4 3 60 0,0 3-60 0,0 1-100 15,4 5-12-15,0 1-164 0,1-1-32 16,2 1 8-16,1 3-48 0,5 3-140 16,-6 0-540-16,5 4-928 0,5-4-856 0,-1 2-2093 15,0-4-1199-15,4-1 5577 0</inkml:trace>
  <inkml:trace contextRef="#ctx0" brushRef="#br0" timeOffset="104327.344">5980 15748 9672 0,'0'0'1753'16,"0"0"-597"-16,0 0-212 0,0 0-16 15,0 0-48-15,0 0 44 0,0 0-100 0,0 0-280 16,0 0-184-16,-75 73-40 15,71-45 0-15,-1 10 52 0,5 1-16 0,0 5-64 16,0 1-108-16,9-4-96 0,2 1-36 16,-3-5-52-16,4-2-60 0,0-7-16 15,0-5-32-15,4-4 32 0,-5-10-44 16,6-2-396-16,-6-4-4 0,10-3 28 16,-1-3-140-16,-1-10-316 0,2-3-512 15,-6 0-1620-15,5-12-3257 0</inkml:trace>
  <inkml:trace contextRef="#ctx0" brushRef="#br0" timeOffset="105402.565">6311 15465 10516 0,'0'0'1773'0,"0"0"-889"0,0 0-504 16,0 0 40-16,0 0 292 0,0 0 296 16,0 0-380-16,0 0-52 0,28 70-68 15,-17-35-60-15,6 3-28 0,-6 6-48 16,2-3-92-16,-5 1-8 0,-5 2-124 16,5-2-104-1,-4-1-44-15,-4-3-48 0,4-3-16 0,-4-7-20 16,0-2-52-16,0-7-60 0,5-6 24 0,-5-4-12 0,0-6 48 15,4 1-28-15,-4-4 32 0,3 0-4 16,1 0 32-16,0 0 104 0,8-7 8 16,0 1 52-16,0 0-48 0,4-4-12 0,3 0-8 15,-2 4-104-15,3 0 4 16,-1 3-4-16,-2 3 48 0,2 0-24 16,-2 0 76-16,-2 6-84 0,-2 1 84 0,-2-1 12 15,2 3 100-15,-9 1 64 16,-1-1 84-16,1 4-40 0,-4-4-48 0,0 4 28 15,-4 1-28-15,-3-2-36 0,-6 3 8 16,2-2 4-16,-2-3-36 0,-2 3-52 16,-6-4-48-16,6 1-208 0,-5-4-148 0,-1-3-92 15,6 0-132-15,-5-3-156 16,4 0-280-16,4-6-728 0,-4-7-1393 0,9-3-2631 16</inkml:trace>
  <inkml:trace contextRef="#ctx0" brushRef="#br0" timeOffset="105668.909">6837 15698 184 0,'0'0'10905'0,"0"0"-9349"16,0 0-484-16,0 0 192 0,0 0-220 0,75 37-188 15,-63-28-148-15,0 1-176 0,1 2-248 16,-2 1-124-16,1-1-60 0,-7 2 20 15,-2 5-56-15,1 0-64 0,-4 0-4 16,0 6-48-16,-7 0 52 0,-2 1-4 0,-7 3 4 16,0 0-60-16,1-4-224 15,-6-3-36 1,1 0-88-16,5-3-164 0,-6 1-152 0,6-5-144 0,-5-3-380 16,4-1-780-16,0-5-1181 0,4 0-3123 0,-4-6 3724 15</inkml:trace>
  <inkml:trace contextRef="#ctx0" brushRef="#br0" timeOffset="106145.863">7310 15856 5764 0,'0'0'5669'0,"0"0"-4489"15,0 0-300-15,0 0 100 0,0 0 156 0,92 23 44 16,-64-18-148-16,-4-5-380 15,4 3-144-15,4-3-180 0,0-3-56 0,0-2-88 16,-4-6-76-16,3 2-108 0,1-4-56 16,-4 0-16-16,0-2-88 0,4 2-308 15,-4-1-220-15,-4 2-176 0,-1-1-160 16,1 3-912-16,-7 5-1993 0,2 2-4091 0</inkml:trace>
  <inkml:trace contextRef="#ctx0" brushRef="#br0" timeOffset="106792.922">8562 15370 6656 0,'0'0'2232'0,"0"0"5"16,0 0-1365-16,0 0-484 0,0 0 328 16,0 0 136-16,0 0 524 0,0 0-92 15,0 0-488-15,0 0-236 0,-17 51-140 16,-2-23-64-16,-1 7-60 0,-4 4-28 0,4 1 4 16,0 2-112-16,0 2-76 0,4 0 52 15,5 1-64-15,2 3-60 16,1-1 36-16,8-6-48 0,0-3-8 0,0-2-64 0,8-11 24 15,5-2 48-15,2-8 0 16,2-5 8-16,-2-4-4 0,5-3 56 0,-4-3-56 16,4-3-4-16,0-6 0 0,-1-1-96 15,-2-6 92-15,-2 4-48 16,-2-5-20-16,-2 2-36 0,2-2 8 0,-9 5-36 16,0 2 16-16,0 5-52 0,-4-1 60 15,0-1 64-15,0 3-16 0,-8-2-20 16,-1 4-64-16,-6-5-124 0,-2 3 88 0,2-2 136 15,-2 6-28-15,-2-3 72 0,3 3-132 16,-3 0-24-16,2 3 36 0,6 3-88 16,-6 5-12-16,6 1-84 15,2-3 44-15,5 3 4 0,4 2-384 0,0-2-492 16,0 1-604-16,0-3-765 0,13-1-2035 0,-10-2-808 16,13-7 4809-16</inkml:trace>
  <inkml:trace contextRef="#ctx0" brushRef="#br0" timeOffset="107037.849">9072 15554 7036 0,'0'0'2956'15,"0"0"29"-15,0 0-1637 0,0 0-324 0,0 0 72 16,0 0-348-16,0 0-32 0,0 0 76 15,-44 64-276-15,36-39-172 0,4 4-76 16,0-1-24-16,1 3-60 0,3 4-160 16,0-5-24-16,0 1-12 0,3-2-108 0,1-4-40 15,4-2-292-15,4-8-140 16,4-3-84-16,-1-5-116 0,9-7-304 16,4-7-696-16,-7-1-2493 0,14-17-3359 15</inkml:trace>
  <inkml:trace contextRef="#ctx0" brushRef="#br0" timeOffset="107378.15">9438 15726 7552 0,'0'0'5093'0,"0"0"-3009"0,-40 65-1212 0,25-38 108 0,-5 4 276 16,8-1-268-16,-4-5 40 16,8-6-268-16,4-7-568 0,0-5-192 0,4-5-96 15,4-2 0-15,4 0-64 0,7-9 152 16,2-7-52-16,-1-3-196 0,3-7-332 15,2-2-148-15,-2 0 44 0,1-1 36 0,-3 3 56 16,-6 4-100-16,1 4-28 16,-4-1 44-16,0 6 268 0,-4 1 416 15,0 5 88-15,-4 0 180 0,4 7 196 16,-4 0 204-16,0 0 112 0,0 3-292 16,0 8-252-1,0 3 160-15,0 5 72 0,0 4 28 0,0 3 68 0,0-4 36 16,0 0-172-16,0-3-108 0,0-3-284 0,0-4-36 0,0 1-148 15,4-6-48-15,8-5-208 16,-4-2-196-16,0 0 12 0,4 0 20 16,-4-9-388-16,3-4-760 0,-2 4-1204 0,-1-7-3053 15</inkml:trace>
  <inkml:trace contextRef="#ctx0" brushRef="#br0" timeOffset="107754.956">9941 15627 9156 0,'0'0'1668'0,"0"0"-919"16,0 0-69-16,28 64 328 0,-9-36 200 0,1 4 504 0,4 0-212 16,-4 0-944-16,-4-1-396 15,4-3-36-15,-8-2 48 0,-1 3-12 16,-2-4-148-16,-5 1 0 0,0-4-12 0,-4-3-8 15,0 0 4-15,-8-3-44 0,-5 0-164 16,-2-1-244-16,-1 2-140 16,0-5-72-16,-8-2-100 0,4-1-188 0,-8-2-624 15,0-1-1125-15,1 2-2547 0,3-3-88 16</inkml:trace>
  <inkml:trace contextRef="#ctx0" brushRef="#br0" timeOffset="108141.282">10629 15761 11609 0,'0'0'3920'0,"0"0"-3000"0,0 0-124 15,0 0 144-15,84-7-432 0,-59 4-92 16,-2-7 4-16,5 0-188 0,-4 2-232 16,4-6-48-16,0 3-272 0,0-3-480 15,-4 2-536-15,-9 2-732 0,-2 4-3697 16</inkml:trace>
  <inkml:trace contextRef="#ctx0" brushRef="#br0" timeOffset="108290.79">10753 15996 10664 0,'0'0'5101'0,"0"0"-4517"16,0 0-400-16,0 0 588 0,0 0-40 0,0 0 316 15,84 0 44-15,-48-13-716 0,-1-3-376 16,6-3-620-16,2 0-116 16,1 2-236-16,4 3-804 0,-16 0-2352 0,15 2-3309 15</inkml:trace>
  <inkml:trace contextRef="#ctx0" brushRef="#br0" timeOffset="108866.769">12371 15246 1228 0,'0'0'10861'0,"0"0"-8729"15,0 0-1160 1,0 0-480-16,0 0 200 0,0 0 528 16,0 0-156-16,0 0-304 0,0 0-320 0,0 0-304 0,0 0-76 15,-95 95 160-15,70-57 0 0,5 7 0 16,-4 3-96-16,5 9 44 0,-5 0 4 0,3 6-40 16,2-3-32-16,3 1 8 0,4-7-12 0,0-6 4 15,8-14-28-15,4-9 13 0,0-8 11 16,12-4-36-16,0-4-8 15,8-2 44-15,-1-7-48 0,9 0-8 0,0-4-40 16,0-8-4-16,0-5 0 0,0-1 4 16,-4-4 0-16,0-1-8 0,-4 1-64 15,0 3-76-15,-8 0 28 0,-1 6 23 0,-2 1 13 16,-1-1 32-16,-8 7-8 16,0-1-12-16,0 0-60 0,-4 5-4 15,-9-5-72-15,2 1 52 0,-10 2-40 16,2 1-24-16,-1 0 52 0,-4 3-4 0,4 0-48 15,0 6 0-15,-4 1-28 0,9 3-120 16,-6-1-124-16,10 0-236 0,-6 1-564 16,10 3-1028-16,-1 0-2257 0,4-7-2815 0,-1 3 5460 15</inkml:trace>
  <inkml:trace contextRef="#ctx0" brushRef="#br0" timeOffset="109274.213">13260 15443 2904 0,'0'0'8813'0,"0"0"-7277"16,0 0-812-16,0 0-228 0,0 0 160 16,0 0 260-16,0 0 352 0,0 0-144 0,-45-13-448 15,38 32-244-15,-1 11-116 0,3-2 176 0,1 9 188 16,4 5-300-16,0-1-128 0,0 4-19 0,4-5-101 15,5-1-28-15,2-1-104 0,2-3-84 16,-2-7 8-16,1-6 64 0,4-3-269 0,0-8-227 16,4-9-224-16,0-2 60 0,4-6-88 15,0-10-736-15,0-3-808 0,-9 3-2613 16,6-18-3535-16</inkml:trace>
  <inkml:trace contextRef="#ctx0" brushRef="#br0" timeOffset="109659.114">13698 15144 5868 0,'0'0'7521'0,"0"0"-5257"0,0 0-1060 16,0 0-420-16,11 89 244 0,-11-50-96 16,-4 1 72-16,-3 2-128 0,-1 0-463 0,-1-8-253 15,6 4-160-15,-5-6-4 16,4 1-120-16,0-5 15 0,4-3-183 0,0-6 120 15,0-6 64-15,8-4-24 0,0-3-88 16,-1-2-36-16,6-4 164 16,2 0 92-16,-2 0 0 0,2-4-8 0,2 1 4 15,2 3 4-15,-3 0-8 0,5 0-52 16,-6 0 0-16,1 0-12 16,0 7 64-16,-5-4 4 0,2 3 4 0,-1 0 0 15,-5 1 228-15,-2-1 4 0,-1 1-72 0,-4 0-12 16,0 1 44-16,0 3-20 0,-9-3-64 15,-2 5-48-15,-5-1-60 0,-4 5-4 16,0-4-68-16,-3-1-48 0,-2-2-88 16,5-2-72-16,-4-1-196 0,5-3-60 0,-2-4-64 15,6 0-164-15,-1-11-524 16,4 3-516-16,3-9-756 0,9-1-2345 0,0 5-2795 16,0-13 7692-16</inkml:trace>
  <inkml:trace contextRef="#ctx0" brushRef="#br0" timeOffset="109846.862">14104 15554 9036 0,'0'0'6245'0,"0"0"-4777"16,0 0-756-16,0 0 300 0,0 0-52 0,0 0-360 16,0 0 24-16,88 19 180 0,-69-26-476 15,1 2-320-15,4-5-8 16,1 0-184-16,-6-2-544 0,5 2-152 0,0 0-28 15,0 1-536-15,-1 2-2384 0,-2 5-925 16,7 2-3315-16</inkml:trace>
  <inkml:trace contextRef="#ctx0" brushRef="#br0" timeOffset="110229.024">14845 15414 10424 0,'0'0'6601'0,"0"0"-5533"0,-84 32-700 0,61-10 76 0,-10 7 84 0,6 7 220 0,-1 1 348 16,8-2-279-16,8 0-453 0,4-7-232 16,4-5-132-16,4-5-4 15,4-1-92-15,8-8-76 0,4-6 52 0,4-3 60 16,8 0-88-16,0-12-105 0,4-5-99 15,-1-8-112-15,-3 0 48 0,4-7-12 16,-4 3 40-16,-5 1 104 0,2-1 124 0,-5 7 116 16,0 3 44-16,-4 3 4 0,-9 6 4 15,2 4 76-15,-1 6 224 0,-5 0 48 16,1 0 36-16,0 11 108 0,-4 3-124 16,4 5-48-16,0 6-96 0,-4 1-39 0,0 2 27 15,0 2-28-15,9-5-192 16,-6-6-48-16,5 0-144 0,0-5-369 15,4-8-327-15,0-1-40 0,1-5 104 0,-2 0-520 16,1-3-1124-16,0-10-3145 16</inkml:trace>
  <inkml:trace contextRef="#ctx0" brushRef="#br0" timeOffset="110486.115">15335 15214 8372 0,'0'0'5581'16,"0"0"-4381"-16,0 0-584 0,0 0 504 0,0 0 44 15,64 83-288-15,-56-61 228 16,4 0-284-16,-4 3-432 0,3 5-228 16,-2-2 44-16,-1 0 89 0,-4 4-121 0,3 3-164 15,-3 0 64-15,0 0 0 16,-4 0-72-16,-4 0 0 0,-7-1-72 0,-6 4-100 15,-2-6-169-15,-9 3-219 0,0-3-144 16,-4-3-56-16,-4-4-64 0,-8 0-324 16,16-8-1368-16,-27 5-3853 0</inkml:trace>
  <inkml:trace contextRef="#ctx0" brushRef="#br0" timeOffset="112075.44">13702 16173 2900 0,'0'0'260'0,"0"0"444"0,0 0 3760 16,0 0-2860-16,0 0-607 16,0 0-137-16,0 0 64 15,0 0-96-15,0 0-52 16,0 0-208-16,0-10-264 0,3 10-80 0,5 0 144 0,1-2-108 0,2 2 96 15,5 0-68-15,0 0-16 16,5 0 4-16,-2 0-64 0,5-5-40 0,4 5-108 16,0 0 8-16,4-2 16 0,4-1-80 15,-1 0 4-15,6 0-12 0,-2 0 4 0,-3-1-4 16,4 1-48-16,-5-1 44 0,2 2-4 16,-1-1-108-16,-1 0 112 0,-3-1 8 15,0-3 0-15,4 1 80 0,-1 0 4 16,1-7-24-16,1 5-52 0,2-6 0 15,1-2 36-15,0 4-40 0,-4-1 0 16,0 0-4-16,-8 4-4 0,0-1-60 0,-9 4 60 16,1 0 8-16,-8 3-8 15,4-1-76-15,-8 1 4 0,0 3 20 0,-3 0-48 16,-2 0-84-16,-3 0 36 16,0 0 24-16,0 0-16 0,0 0-144 0,0 3-16 15,0-3-104-15,-3 4-136 0,-2 2-164 16,-3 0-552-16,-4 3-1256 0,4-2-3813 15</inkml:trace>
  <inkml:trace contextRef="#ctx0" brushRef="#br0" timeOffset="112670.203">14267 16479 10985 0,'0'0'2448'15,"0"0"-1296"-15,0 0-432 0,0 0-80 0,0 0 128 16,0 0 188-16,0 0-288 15,0 0-272-15,96 14-148 0,-72-7-76 16,0-1 12-16,0-2-76 0,-5-2-32 16,2 2 20-16,-5-1-8 0,-1 1 8 15,-7-1-88-15,-4-3 80 0,1 3 8 16,-5 3-24-16,0-3 28 0,0 7 72 0,-5 3 96 16,-3 2-100-16,0 5-68 15,-8-5-92-15,5 8 0 16,-10-8 52-16,6 4-12 0,-5 0 24 15,0-2 4-15,0-2-16 0,-4 1-12 0,4-3 12 0,-7 0-52 16,2-4 0-16,1 1-8 0,-4-4-60 16,8 4-232-16,-3-7 96 0,7 0-60 15,4-3 64-15,4 0-68 0,3 0-32 16,2 0-160-16,3 0-4 0,0 0-196 16,0 0-352-16,3-6-500 0,6 3-976 0,3-4-513 15,-5 4-2339-15</inkml:trace>
  <inkml:trace contextRef="#ctx0" brushRef="#br0" timeOffset="112991.432">14813 16634 5764 0,'0'0'6209'0,"0"0"-4737"0,0 0-748 0,0 0 212 15,0 0 324-15,4 70-228 0,-4-55-92 16,0 1-312-16,0-6-400 0,8-4-228 15,0-3-36-15,0-3 36 0,8 0 144 16,-4 0-8-16,7-6-60 0,-2-4-12 16,3-5-64-16,-1-2-112 0,2-2 56 0,-1 4 52 15,-5-5-52-15,-3 8-68 0,0-1-8 16,-4 7 132-16,-8 0 64 16,4 2 36-16,-4 1-92 0,-4 0-4 0,-4 0-4 15,-4-1-120-15,-4 2-52 0,-4-5 24 16,1 4-52-16,-1 3 4 0,-1-3-64 15,-2 3-124-15,-1 0-160 0,4 6-104 0,1-2-184 16,-6 1-428-16,9 2-1044 0,1-1-2541 16,6-2-2299-16</inkml:trace>
  <inkml:trace contextRef="#ctx0" brushRef="#br0" timeOffset="113655.005">16179 15487 10997 0,'0'0'2180'0,"0"0"-1252"0,0 0 60 0,0 0 496 16,0 0-228-16,0 0-72 16,0 0-352-16,0 0-364 0,0 0-288 0,0 0-32 15,0 0-64-15,28 20 196 0,-7-15-48 16,3 6 12-16,4-5 12 0,0 0-111 15,-1-4-25-15,5 5-20 0,-1-7-40 0,2 4 0 16,-1-4 0-16,-5 0 12 16,-3 3-60-1,-3-3-8-15,-1 0-4 0,-9 3-8 0,1 1-4 16,-8-1-48-16,1-1 60 0,-2 1 84 0,-3 4 76 0,0 3-4 16,-8 3 12-16,-4 2 76 0,1 7-76 15,-10-3-32-15,-3 3-52 0,0 2-36 0,1-6 24 16,-5 4-68-16,0-4 8 15,-4 3-12-15,4-2 4 0,4-4-4 16,0-2-60-16,8-4-48 0,0-2-172 0,12-7-36 16,0 0-80-16,1 0-68 15,3 0-33-15,0 0-75 0,0-3-124 0,3-4-148 16,5-2-412-16,8-7-320 0,-4 0-908 16,4 0-1873-16,4-6-3203 0</inkml:trace>
  <inkml:trace contextRef="#ctx0" brushRef="#br0" timeOffset="114058.24">16965 15468 2812 0,'0'0'5560'0,"0"0"-871"16,0 0-4089-16,0 0-192 0,0 0 488 15,11 69 376-15,-7-55-184 0,5-2-296 0,-1-2-260 0,3 0-276 16,2-2-60-16,2-1 40 0,2-3-40 0,2-4-172 16,1 0-24-16,0 0-12 0,0-4 0 15,-4-3-52-15,3-1 4 0,-2-5 60 16,-2 4 0-16,2-8-48 0,-6 6 48 16,6-3 0-16,-10 2 84 0,6-2 4 0,-5 2-4 15,-4-1-8-15,-1 0 20 16,1 1 16-16,-4-1-16 0,0 1 64 15,0-1-40-15,0-1-32 0,-4 2 44 16,-7-1-20-16,-2 1-64 0,2 2-48 16,-6 1 0-16,-2 6-4 0,-1 0 4 0,-1 3-208 15,-2 8-108-15,-5 6 32 0,-4 1-20 16,5 8-4-16,-5-1-36 0,4 0-224 16,0 4-100-16,0 2-312 0,4-3-756 15,0 4-2244-15,8-7-3033 0,-12 6 3070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32767" units="deg"/>
          <inkml:channel name="T" type="integer" max="2.14748E9" units="dev"/>
        </inkml:traceFormat>
        <inkml:channelProperties>
          <inkml:channelProperty channel="X" name="resolution" value="3854.94116" units="1/cm"/>
          <inkml:channelProperty channel="Y" name="resolution" value="5461.1665" units="1/cm"/>
          <inkml:channelProperty channel="F" name="resolution" value="91.01945" units="1/deg"/>
          <inkml:channelProperty channel="T" name="resolution" value="1" units="1/dev"/>
        </inkml:channelProperties>
      </inkml:inkSource>
      <inkml:timestamp xml:id="ts0" timeString="2023-06-27T08:39:08.36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12562 5397 2644 0,'0'0'6980'0,"0"0"-5884"0,0 0 1201 15,0 0-1225-15,0 0-352 0,0 0 236 16,0 0 276-16,75-9-252 0,-50 9-300 0,2-3-140 15,5 3-100-15,4 0-60 16,5 0-100-16,2 3-24 0,-3 0-36 16,4 0-60-16,-1 0-64 0,6 1-20 0,2-4 44 15,-3 0 40-15,8-4-148 0,-5-5 96 16,5-1-96-16,0-2 36 0,4-4-36 16,0 0 72-16,-1-1-84 0,5-2 4 15,0 5 0-15,-1-3-4 0,-3 4-140 16,4 4 56-16,-4-1 8 15,0 7-32-15,-1 0 104 0,1 0 0 0,-9 0 4 0,2 3-4 16,-5-3 0-16,-5-1 0 0,2 4 8 16,-2-6-8-16,-3-1-20 15,-5 1-60-15,-3 0-28 0,-4 0-68 0,-4-1-52 16,-4 1 108-16,-4 2 16 0,-4 2 8 0,-4-3-32 16,0 5-100-16,-4 0-40 0,0 0-20 15,0 0-64-15,-4 0-100 16,0 0-176-16,0 7-200 0,0-3-520 0,0-1-1128 0,0 3-2725 15</inkml:trace>
  <inkml:trace contextRef="#ctx0" brushRef="#br0" timeOffset="120994.607">22129 6298 6584 0,'0'0'752'0,"0"0"2188"16,0 0-1843-16,0 0-545 0,0 0 76 0,0 0 444 15,0 0 96-15,0 36-184 0,0-17-256 16,0 6-128-16,-5 7-92 0,5 3 48 16,-4 6-172-16,4 4-16 0,-4 2-36 0,-3 4-12 15,7-3-148-15,-4 6 0 16,0 3-172-16,4 0 48 0,0 4 0 0,0 2-48 16,0 3 48-16,-5 2 20 0,5 1-68 15,0 4 0-15,0-3 60 0,0 6-56 16,0-3 4-16,0 4 40 0,0-1-48 0,0 0-80 15,0 6 80-15,0 0 60 16,0 2-60-16,0 4-148 0,0 1 52 16,0 6 96-16,5 0 0 0,3 7 80 0,-1 0-80 15,1 3-96-15,1-1-160 0,-2 4 144 16,1 1 64-16,0-2 0 16,4 1 36-16,0 3-40 0,-4 4-8 0,4-1 48 15,0 3-64-15,-3-2 28 0,2 3-148 16,-7 2 72-16,4 0-24 0,0 4 40 15,-4 0 32-15,0 3-8 0,0 0 68 16,0 3-32-16,0-2 44 0,-4 1-96 0,3-1 40 16,-3 4 48-16,4 0 12 15,-4 0 4-15,5-2 8 0,-5 1-12 16,0-1-8-16,4-1-104 0,0-1-24 0,-4-1-60 16,0-1 84-16,4 2 104 0,0-4 0 15,-4 3-56-15,3 0 16 0,1 0 40 16,0-4-104-16,-4 2 112 0,5 2 24 15,-1-4 40-15,0 4-64 0,0-3 48 0,3 0 12 16,2 0 4-16,-1-4 12 0,-4 1-24 16,7 0-44-16,-2-3 108 0,-1 2-116 15,-1 0 100-15,5 1-76 0,-3 0-20 16,2-3-8-16,-3 2-56 0,4-6 60 16,0 4 12-16,-4-4 64 0,4 0-64 0,0 1-12 15,-5-5 4-15,10 2 84 16,-6-1-28-16,2-3-56 0,-1 0-4 15,-1-3 0-15,-2 0 0 0,-1-7-68 16,-1-3 16-16,-3-3 4 0,-4-3-12 16,0-6-4-16,0-3-108 0,-4-8-28 0,-3-2-60 15,-1-6-12-15,-1-7-4 0,-2-3 76 16,3-13 28-16,-5-3 8 0,6-13-140 16,-1-8 40-16,0-11-12 0,4-6-140 0,-4-11-468 15,0-10-620-15,0-14-1201 0,-4-10-1947 16,4 4 456-16,-7-42 3844 0</inkml:trace>
  <inkml:trace contextRef="#ctx0" brushRef="#br0" timeOffset="122045.822">22300 6289 1016 0,'0'0'8764'16,"0"0"-7668"-16,0 0-723 15,91-16-229-15,-59 10 728 0,8 0 252 0,4-1-452 16,-1 5-368-16,6-5-304 0,2 1 0 15,9 2 56-15,-1 1 84 16,10 0-132-16,2 0-8 0,5-1 12 0,4 1 16 0,8 0 212 16,7 0-164-16,4-3-76 15,5-1-164-15,8 1 164 0,7 0 124 16,9-4 40-16,8 1-156 0,3-4-8 0,8 0 0 16,5 4 0-16,3-3-12 15,4 1-12-15,4 5-28 0,1-1 52 0,7 1 4 16,-3 3 0-16,7 0 4 0,-4-3-8 15,9 3-48-15,-2-4-60 16,2 4 100-16,7 0-208 0,-4-4 216 0,5 1-64 16,-1 0 76-16,5 0-24 0,-5-4 12 15,8-3 0-15,-4 4 0 0,5-4 48 16,-5 4-32-16,-4-4-28 0,4 0 12 0,-4 4 0 16,0-5 40-16,-3 6-32 15,-9 2 44-15,-3-5-48 0,-5 3-8 0,-8-3-80 16,0 3 84-16,-7 1 4 0,-8-3-4 15,-9 0-228-15,-12 1 36 0,-3 3-188 16,-16-4-64-16,-8 4-220 0,-10 0-156 16,-17 2-313-16,-13-2-923 0,-20 6-2680 15,-29 0 1676-15</inkml:trace>
  <inkml:trace contextRef="#ctx0" brushRef="#br0" timeOffset="183211.349">24017 7099 2740 0,'0'0'1356'15,"0"0"-1356"-15,0 0 4356 0,-4-80-2532 0,4 61-315 16,0 4 283-16,-4 5-84 0,4 1-364 16,0 6-100-16,0-1-84 0,0 4-264 15,0 0-236-15,0 4-160 0,0 2-136 16,0 7-48-16,0 9 13 0,0 9-5 16,0 8 260-16,0 9-52 0,4 8-244 15,-4 8-32-15,4 5-88 0,-4 8-48 0,4 13-24 16,-4 7-96-16,0 8-36 15,-4 6 28-15,0 4-72 0,0-2 76 16,-4-1 0-16,8-7-92 0,0-7 12 0,0-19-12 0,8-12 8 16,0-16-164-16,0-16-24 15,0-13-16-15,0-9-36 0,-4-7-108 16,4-6-48-16,-4-3-113 0,-1-10-143 16,6-9-436-16,-5-13-812 0,0 7-1140 15,-4-27-3161-15</inkml:trace>
  <inkml:trace contextRef="#ctx0" brushRef="#br0" timeOffset="183503.982">24248 7092 10796 0,'0'0'1749'0,"0"0"-485"0,0 0 404 0,0 0 64 15,20 96-324-15,-16-55-448 0,4 7-152 16,-5 9-236-16,6 9-72 0,-5 8-87 0,0 12-241 16,-4 3-164-16,0 5 36 15,-4 8-44-15,-4 0-4 0,-4 0-4 16,0-8-140-16,0-1-45 0,0-14-27 16,4-12 0-16,1-17 88 0,2-11 84 0,1-17-52 15,4-12 4-15,0-7-184 16,0-3-112-16,0-16-108 0,0-6-212 0,0-14-372 0,0-11-1176 15,0-13-912-15,0 9-4229 16</inkml:trace>
  <inkml:trace contextRef="#ctx0" brushRef="#br0" timeOffset="183898.928">24236 7064 756 0,'0'0'11393'0,"0"0"-9849"0,0 0-720 15,80-12 864-15,-48 21 72 16,0 4-516-16,0 5-376 0,-4 5-232 0,-1 5-208 16,1 4-112-16,-8 3-148 0,-4 4-168 0,-4 4 0 15,-8 6 84-15,-4 7-84 16,0 4-8-16,-12 7-244 0,-8 3-112 16,-8 4-176-16,-4-6 76 0,-4-3 76 15,1-9 388-15,3-7 108 0,0-14 28 0,4-4-136 16,4-12 0-16,4-3 0 0,4-10 4 15,4-2 0-15,4-4 0 0,4 0 20 16,4 0-24-16,4 0-256 0,12-4 216 0,4 1 40 16,4 3 172-16,4 0-12 0,7 0-76 15,1 9 64-15,5 4 168 0,-2 6-96 16,1 1-60-16,0 2 0 0,4-4 8 16,-5 7-8-16,2-1-52 0,-2 4-108 0,-3-3 0 15,-4 5 8-15,0-2-8 16,-8-6-108-16,-5-3-112 0,-2-6-108 15,-6-4-124-15,-2-5-100 0,2-4-108 0,-7-4-116 16,0-12-684-16,0 4-1652 0,-4-20-3625 16</inkml:trace>
  <inkml:trace contextRef="#ctx0" brushRef="#br0" timeOffset="184094.021">25085 7629 16113 0,'0'0'2304'0,"0"0"-1564"16,0 0-384-16,0 0 256 0,91 25 508 15,-71-25-499-15,4 0-305 0,-3-2-316 0,2-5 0 16,-3 0-401-16,0 1-463 16,-8 0-384-16,-4 4-660 0,0-3-2572 15,-13 10-3529-15</inkml:trace>
  <inkml:trace contextRef="#ctx0" brushRef="#br0" timeOffset="184263.872">25013 7972 7384 0,'0'0'7173'0,"0"0"-6441"0,0 0-240 0,0 0 1268 16,0 0-32-16,84 25-416 0,-56-28-388 0,0-6-339 15,7-4-345-15,-3 1-240 16,0-5 0-16,-4 5-376 0,0-4-513 0,0 7-307 15,-5-4-684-15,-3 6-3052 0,8 1-4405 16</inkml:trace>
  <inkml:trace contextRef="#ctx0" brushRef="#br0" timeOffset="190802.922">26268 7480 7348 0,'0'0'8'0,"0"0"4101"0,0 0-2969 16,0 0 224-16,0 0-252 0,0 0 24 15,0 0-76-15,0 0-156 0,0 0-300 16,-24 9-208-16,20 1-88 0,-4 2-28 16,1 8 0-16,-2 2 4 0,1 7-4 15,1 6-12-15,3 2-76 0,4 8 4 0,0 3 0 16,0-1-28-16,4 2-44 15,-1-6-40-15,5-1-84 0,0-14-108 0,4-9-64 16,0-6 16-16,8-7-124 0,0-6-220 16,0-6-112-16,8-13-136 0,0-3-272 15,4-3-780-15,-4-4-1412 0,-8 7-2233 0,3-11-727 16</inkml:trace>
  <inkml:trace contextRef="#ctx0" brushRef="#br0" timeOffset="191084.025">26579 7728 10576 0,'0'0'2413'0,"0"0"-1129"0,0 0-664 16,8 66 576-16,-5-43 388 0,2-4-112 0,-1-3-456 16,0-7-408-16,4-2-276 15,-4-7-28-15,8 0-76 0,-4-11-68 16,3-1-63-16,6-9-97 0,-2-6-129 0,2-1-311 16,-6 0-96-16,6-2 48 0,-6 2 0 15,-3 6 108-15,1 4-36 0,-9-1 84 0,0 2 172 16,0 1 160-16,-9 3 96 0,-3 1 128 15,-4 2 68-15,4 4-120 0,-3 6 196 16,2 0 88-16,2 10-104 0,2 2-156 0,-3 7 0 16,1 7-64-16,2-5 4 15,2 5 32-15,3-1-68 0,-4-3-100 16,8-5-124-16,-4-4-288 0,4-4-372 0,0-3-356 16,0-2-900-16,4-4-2476 15,4 0-1701-15</inkml:trace>
  <inkml:trace contextRef="#ctx0" brushRef="#br0" timeOffset="191405.254">26902 7528 6808 0,'0'0'5969'0,"0"0"-4441"16,0 0-872-16,0 0 1004 0,15 66 228 0,-15-43-380 16,0-2-432-16,4-2-396 0,-4-2-303 15,4-5-329-15,-4-5-48 16,4-1-172-16,1-6-57 0,-1 0 57 0,3 0 28 0,1-6-88 15,-4-4-48-15,9-2 12 0,-6-5-12 16,1 1 60-16,0 2-36 16,0 0 48-16,0-2 36 0,4 0 124 0,-4 4 36 15,0-1 4-15,0 3 4 0,0 3-52 0,-4 5 56 16,4 2 160-16,0 0 132 16,0 0 28-16,4 7-76 0,-4 2-48 15,0 1 72-15,-1 2-48 0,-2 1 36 16,3-1-88-16,0 4 40 0,-5-3-99 15,1 4-97-15,-4-3-12 0,5 3-169 16,-1-2-39-16,-4-1-328 0,0-6-380 0,0 3 0 16,0-5-1036-16,0 0-2756 15,0-4-2557-15</inkml:trace>
  <inkml:trace contextRef="#ctx0" brushRef="#br0" timeOffset="191779.364">27384 7438 12197 0,'0'0'1708'0,"0"0"-756"0,0 0-96 0,0 0 884 16,39 98-368-16,-30-62-208 16,-5 5-432-16,-1-2-256 0,1-2 193 0,4-1-13 15,-4-8-356-15,1-6-204 0,-1-6-96 16,3-6-52-16,1-4 40 0,1-3-96 16,-2 0 24-16,5-3 80 0,1-3 4 15,-6-6 8-15,5-7 148 0,-4 0-20 0,0-10-124 16,4 1-12-16,-1-4-220 0,-2-3-132 15,3-1-96-15,-5-6-121 0,2 4-187 16,3-4-516-16,-1 6-1488 0,-2 7-2364 16,3-7-2569-16</inkml:trace>
  <inkml:trace contextRef="#ctx0" brushRef="#br0" timeOffset="192078.511">27730 7524 13461 0,'0'0'1684'0,"0"0"-1368"15,0 0 112-15,0 0 1124 0,0 0-180 0,0 0-576 0,0 0-404 16,0 0-196-16,68 17-36 16,-48-34-64-16,-4-1-96 0,3-6-264 15,-2 3-104-15,-2-2 112 0,-2 4-64 0,-5 0 12 16,-8 7 64-16,0 2 180 0,0 1 64 16,-12-1 136-16,-4 4-24 0,0 3 108 0,0 3 64 15,4 0-52-15,-4 13 24 0,0 2-72 16,4 7 48-16,-4 4 12 0,4 2 36 15,0 7-36-15,4-2 124 0,-4 1 20 0,4-2-143 16,0-3-161-16,5-8-84 16,-5-2-76-16,8-5-36 0,0-7-33 15,0-7-243-15,0 0-184 0,8 0-64 0,-1-7-160 16,10-10-484-16,-2-1-776 0,5-8-1084 16,-8 7-2357-16,12-9-1331 0</inkml:trace>
  <inkml:trace contextRef="#ctx0" brushRef="#br0" timeOffset="192294.065">28001 7407 10348 0,'0'0'2465'0,"0"0"-1481"16,0 0-516-16,0 0 428 0,0 0 428 0,48 85-304 0,-44-62-140 15,0 3-156-15,4 2-96 16,-4 4 32-16,4-4 496 0,0-3-487 16,-8-1-489-16,4-13-124 0,-4-1-56 0,4-3-124 15,-4-5 4-15,0-2 72 0,4 0-88 16,-4 0 64-16,3-2-12 0,2-11 84 15,3-2 12-15,0-9-12 0,3-4-165 0,-2-4-151 16,6-6-136-16,-6 0-156 16,6-2-188-16,-7 4-300 0,9-2-564 0,-6 9-1076 15,6 4-1321-15,-6 6 933 0</inkml:trace>
  <inkml:trace contextRef="#ctx0" brushRef="#br0" timeOffset="192726.86">28392 7372 12953 0,'0'0'2752'0,"0"0"-1908"0,0 0-436 16,0 0 724-16,-88 73 416 0,68-38-192 16,-3 3-431-16,6 4-405 0,2-1-120 15,2-4-120-15,5-4-280 0,5-5 0 16,3-9-280-16,0-3 28 0,7-9 80 0,1-5-152 15,8-2 80-15,5-2-145 0,-2-11-27 16,5-4 40-16,0-5-4 0,-1 4-8 16,2-8 92-16,-1 5 40 0,0 1 20 15,-5 4-96-15,-3 3-72 0,5 4 68 0,-10 6 200 16,-3 3 136-16,5 0 132 0,-6 12 104 16,1 4 132-16,0 6 4 15,-3 10-40-15,-2 3 108 0,1 7 36 0,-4 2-84 16,0 3-40-16,0 4 0 0,-4 3-12 15,-8 3-35-15,0 0 23 16,-4 1-48-16,0-1-64 0,-4-7 40 0,5-9-88 16,-2-3-84-16,6-15 4 0,3-4-4 15,-1-9-76-15,6-7-8 0,3-3-84 16,-4-6-208-16,4-11-132 0,-4-8-108 0,4-9 43 16,0-11 53-16,4-9-244 15,0-10-348-15,3-5-672 0,2-7-1140 16,-5 15-2357-16,7-28-1507 0</inkml:trace>
  <inkml:trace contextRef="#ctx0" brushRef="#br0" timeOffset="193214.577">28691 7467 10937 0,'0'0'4008'0,"0"0"-3116"16,0 0-448-16,0 0 752 0,28 76 360 0,-24-63-220 16,0-6-520-16,-4-4-564 0,3-3-252 15,5 0-8-15,0-10 0 16,4-3-248-16,4-6-184 0,-4-6-184 0,8-3-172 15,-8 2-76-15,4-2 32 0,-9 2-44 16,6 1 40-16,-9 2 192 0,0 2 496 16,-4 5 156-16,0 2 292 0,0 11 548 15,-4 3 124-15,0 0-144 0,-4 14-156 16,0 5-72-16,0 6-76 0,-4 3-64 16,4 7 364-16,0 0-148 0,0-2-107 0,0-3-17 15,0-4-168-15,4-7-292 0,0-3-84 16,0-7-68-16,4-5-28 0,0-4-112 15,4 0-80-15,4-4-160 0,4-5 168 0,4-7-133 16,0-1 9-16,0-1-84 16,0 3-96-16,-1 4-4 0,2 5 132 0,-2 2 148 15,-2 4 308-15,2 0 212 0,-6 10 120 16,-1 6 168-16,-1 0-8 16,-3 1-4-16,5-5 36 0,-5 1-160 0,0-7-224 15,-1-3-136-15,1-3-8 0,0 0 4 16,9-3-96-16,-6-6-148 0,5-7 16 15,1 0-80-15,2-7-128 0,1 4-116 16,0-3 88-16,4 4 304 0,-4 1-208 16,-4 9 44-16,0-3 164 0,-5 8 160 0,2 3 324 15,-5 0 20-15,-4 9 60 16,0 4 48-16,0 7-452 0,-9-1-60 0,2 2-232 16,-1 2-4-16,-9-4-332 0,10-3-1580 15,-13 6-4553-15</inkml:trace>
  <inkml:trace contextRef="#ctx0" brushRef="#br0" timeOffset="193944.406">25671 7194 3968 0,'0'0'1500'0,"0"0"3556"16,0 0-4091-16,0 0 75 0,0 0 196 15,0 0 308-15,0 0-124 0,0 0-536 16,0 0-328-16,0 0-236 0,4 86-72 16,-13-38-12-16,1 6-4 0,-3 6 184 15,2-3-36-15,1-3-376 0,1-3-4 0,3-6-96 16,0-11 32-16,4-9-8 0,0-5-64 15,0-7 28-15,0-4-224 16,4 1 84-16,3-1 76 0,1-3 136 0,1 7 36 16,2-4 0-16,6 7 0 0,-2 0 12 15,2 4 52-15,-2-1 180 0,2 2-60 0,-2 1-72 16,1 3 24-16,-4 2-40 0,0 1 16 16,0 0-108-16,0 4 64 15,-5 3-68-15,2 4-84 0,-1-1 84 0,-8 3-52 16,0 4-32-16,0-1 8 0,0 1-44 15,0-4 20-15,0-3-36 0,0-4-60 16,-4-5 88-16,4-3 108 0,-4-10 4 16,4-4 0-16,-4-3 4 0,4-5-8 15,0-1-76-15,0-3-280 0,0 0-324 16,0-7-440-16,8 2-832 0,-4-5-2377 16,16-12-3283-16</inkml:trace>
  <inkml:trace contextRef="#ctx0" brushRef="#br0" timeOffset="194603.232">29743 6832 8372 0,'0'0'2689'15,"0"0"-917"-15,0 0-880 0,-28 77-144 16,28-36 636-16,0 6-128 0,0 8-264 0,4 4-168 15,3 12-160-15,6-4-100 0,-6 1-100 16,1 0-124-16,0-4-96 0,4-7-136 16,-4-13-32-16,4-9-72 0,0-10-4 0,0-11-64 15,4-6-104-15,-4-4 20 16,4-4-84-16,-4 0-96 0,-4-10-52 16,-5 1-156-16,2-7-104 0,-5-3-384 0,-5 0-824 15,-2-1-972-15,-5 5-1977 0,-12-7-1843 16</inkml:trace>
  <inkml:trace contextRef="#ctx0" brushRef="#br0" timeOffset="194768.269">29531 7350 5348 0,'0'0'420'0,"0"0"5641"0,0 0-4489 15,0 0-252-15,0 0 12 0,0 0 120 16,0 0-560-16,0 0-412 0,0 0-88 16,0 0 0-16,79-19 244 0,-38 10-172 0,2-5-220 15,2 2-240-15,2-7-4 16,-3-4-60-16,4 4-60 0,0-3-152 0,-5 0-372 15,6 3-264-15,-10 3-412 0,5 1-1212 16,-13 5-2897-16,10-4-4015 0</inkml:trace>
  <inkml:trace contextRef="#ctx0" brushRef="#br0" timeOffset="195412.586">30870 7071 7068 0,'0'0'1932'0,"0"0"921"0,0 0-1713 0,0 0-452 16,0 0 656-16,0 0 52 16,0 0-224-16,0 0-232 0,0 0-252 0,0 0-236 15,0 0-84-15,-48-17-72 0,48 22-16 16,-4-3-48-16,1-2-88 0,-2 3-32 16,5 0 32-16,-4 1-36 0,4-1 40 0,-4-3-64 15,4 0-12-15,0 0-60 0,0 0 52 16,0 0 8-16,0 0-60 15,0 0 33-15,0 0-41 0,-4 3 0 0,0 4 8 16,0-2-4-16,1 5 4 0,-1 2-4 16,-5 1 4-16,5-1 36 0,-3 5-48 15,3-1 4-15,0 3 4 0,-1 3 40 0,1 3 16 16,0 4-4-16,4 3-12 16,0 0-48-16,4 3 96 15,5-1-36-15,-1-2-12 16,3 0-48-16,2-7 0 0,-2-5-56 0,6-4-76 15,-2-7 0-15,5-4-112 0,0-5-109 0,4-2-87 16,-4-8-204-16,4-6 20 0,-5 0-88 0,-2-2-236 16,-2-2-680-16,2 2-1224 15,-10 6-2013-15,10-12-1711 0</inkml:trace>
  <inkml:trace contextRef="#ctx0" brushRef="#br0" timeOffset="196902.718">31225 7159 836 0,'0'0'1592'15,"0"0"-1240"-15,0 0-212 0,0 0-8 0,0 0 36 16,0 0 2672-16,0 0-1744 0,0 0-736 0,0 0-268 16,0 0 232-16,-8-6 144 15,8 9-52-15,0-3-172 0,0 0-164 16,0 0-76-16,0 0 48 0,0 0-44 0,0 0 68 15,0 0 28-15,0 0 64 16,0 0 40-16,0 0-12 0,0 0-16 0,0-3 0 16,0 3-36-16,0 0 8 0,0 0-36 15,0 0-12-15,0 0 25 16,0 0 27-16,0 0-4 0,0 0-20 16,0 0 8-1,0 0 0-15,0 0-36 0,0 0-52 0,0 0-52 0,0 0 0 16,0 0 0-16,0 0-52 0,0 0-52 0,0 0 16 15,0 0 36-15,0 0 44 0,0 0-4 0,0 0 4 16,0 0-8-16,0 0-60 16,0 0 0-16,0 0-40 0,0 0 12 15,0 0 92-15,0 0 8 0,0 0 4 0,0 0 0 16,0 0 0-16,0 0 0 0,0 0 0 16,0 0 0-16,0 0-80 0,0 0-61 15,0 0-299-15,0 0-24 0,0 0-104 0,0 0-132 16,0 0-80-16,0 0-36 15,0 0 24-15,-5 0 48 0,5 0 132 0,-4 0-496 16,4-3 104-16,0 3-184 0,-4 0-128 16,4 0 961-16</inkml:trace>
  <inkml:trace contextRef="#ctx0" brushRef="#br0" timeOffset="197446.184">31264 7238 328 0,'0'0'480'0,"0"0"-140"0,0 0-236 15,0 0-104-15,0 0-120 0,0 0-144 0,0 0-204 16,0 0 69-16</inkml:trace>
  <inkml:trace contextRef="#ctx0" brushRef="#br0" timeOffset="197527.727">31264 7238 216 0,'-19'-63'772'0,"14"60"-188"0,5 3-20 0,-4-3 8 15,4 3-572-15,0-3-128 0,0 3-148 16,-4 0-312-16,4 0-560 0</inkml:trace>
  <inkml:trace contextRef="#ctx0" brushRef="#br0" timeOffset="197773.604">31229 7153 468 0,'0'0'916'0,"0"0"-460"0,0 0-208 15,0 0-104-15,0 0-144 0,0 0-148 16,0 0-152-16,0 0 52 0,0 0 12 0,0 0-92 15,0 0 16-15,0 0 64 0,0-6 92 16,0 6-40-16</inkml:trace>
  <inkml:trace contextRef="#ctx0" brushRef="#br0" timeOffset="198328.177">31229 7153 940 0,'24'-3'1552'0,"-24"0"-628"0,0-3 4512 0,4 1-3756 16,-4 3-379-16,0-4-445 0,0 6 204 16,0-4 56-16,0 2-8 15,0 2-304-15,0-5-144 0,0 5-140 0,0 0 36 16,-4 0 156-16,-4 0 12 0,3 0-284 16,-3 11-284-16,-3 8-148 0,2 3 4 15,1 9 96-15,1 4 100 0,7 1 0 0,0 1-76 16,0 2-24-16,0-11-108 15,4-3-48-15,-1-8-60 0,1-5-64 0,9-9-12 16,-5 1-8-16,3-4-28 0,2-7 48 16,2-5-208-16,5-5-184 0,-4-5-24 15,-4-3 20-15,0 0 36 0,0 0 148 16,0 2 96-16,-4-3 52 0,-4 4 60 16,4 0 176-16,-4 3 4 0,-4 6 172 15,4 4 112-15,-4 6 108 0,4 3 52 0,-4 0 20 16,4 3-12-16,-4 6-284 0,7 7 208 15,-2 7 124-15,3 9-76 0,-4-1-12 0,4 0 60 16,-5-1-64-16,1-5-236 0,5-3-176 16,-5-10-136-16,0-2-72 15,0-3-32-15,-1-7-296 0,6 0-136 0,3-4-76 16,-5-5-472-16,6-10-1140 0,-5 6-2629 16,-1-16-1615-16</inkml:trace>
  <inkml:trace contextRef="#ctx0" brushRef="#br0" timeOffset="198626.713">31532 7117 3312 0,'0'0'860'0,"0"0"6813"0,0 0-5717 16,0 0-604-16,0 0-64 0,0 0 80 15,0 0-212-15,-4 80-88 16,8-58-116-16,-1 1-184 0,1-4-259 0,0-3-241 0,0-4-268 16,-4-5-24-16,4 0-148 0,1-4 16 15,-5-3-233-15,3 0 85 0,1 0-72 16,0 0-28-16,4 0 0 0,-4-7 16 15,1 0 128-15,2 1 64 0,-3 3 64 0,4 0-40 16,-4 0-52-16,0 3 224 0,4 0 52 16,-4 3 264-16,4 3-68 15,0 4 8-15,4 0-36 0,-4-1 24 0,0 0 48 0,-5 1-220 16,6-1-72-16,-1-2-76 16,-4-1-44-16,3 1-52 15,-3-7-144-15,1 3-248 0,-1-3-188 0,4 0-336 16,-1-3-912-16,1-4-1888 0,-3 1-1765 0,7-10 189 15</inkml:trace>
  <inkml:trace contextRef="#ctx0" brushRef="#br0" timeOffset="198818.52">31914 7035 3056 0,'0'0'10661'0,"0"0"-9205"0,0 0-740 15,0 0 488-15,0 0 304 0,-52 82-204 0,44-49-440 16,4-1-168-16,0-1-27 15,4-2-89-15,0-7-276 0,0-3-304 0,0-6-108 16,8-3-124-16,-4-5-36 0,0-5-44 16,8 0-77-16,-4-8-111 0,8-9-108 15,0-5-128-15,0-7-504 0,-1-2-692 16,6-7-956-16,-6 0-1429 0,2 9-715 16</inkml:trace>
  <inkml:trace contextRef="#ctx0" brushRef="#br0" timeOffset="199309.227">32065 6632 2632 0,'0'0'2148'0,"0"0"3624"0,0 0-1783 0,0 0-2541 16,0 0-472-16,0 0 364 0,0 0-368 0,0 0-124 0,0 0 64 16,20 85-292-16,-16-36 61 15,0 2 335-15,-4 5-460 0,0-1-264 16,0 2-204-16,0-7-88 0,0-5-132 16,0-8-256-16,4-11 12 0,0-10 100 0,0-6-16 15,0-4 40-15,4-3-64 16,0-3-60-16,3 0 35 0,2-3 61 0,-1-3-12 15,4 0 60-15,-4 2-24 0,4 1 48 16,-1 0 52-16,2 3 56 0,-6 3 88 0,6 4 12 16,-6-1 84-16,1 0 40 0,-3 4-12 15,-2-4 32-15,5-3-100 16,-3 3-44-16,2-6-4 0,1 0 0 0,0-3-140 16,4-3-28-16,-4-3 72 0,4-4 16 15,0 3 24-15,-4 1-4 16,-1 2-104-16,2 5 168 0,-2 2 132 0,6 0 140 15,-6 2-104-15,6 5 28 0,-6-1-96 16,1 4 20-16,1-1 64 16,-2 4-64-16,2 3 16 0,2 4-28 0,-2 1 368 15,-2 1-63-15,1 3-197 0,-4 5-8 16,-4 4-64-16,0 4 136 0,0 4 8 16,-4 0-180-16,-8-2 196 0,-8 2-172 0,0-5-24 15,-4-5-96-15,0-7 88 0,5-5 44 0,2-8-12 16,5-5-132-16,1-7 0 15,3 0-216-15,0-15 20 0,0-9-44 16,-9-6-112-16,6-16 100 0,-1-1-124 16,3-4-204-16,-3 0-53 0,5 4 25 15,-5 1-236-15,4 9-924 0,4 12-2236 0,-13-4-2073 16</inkml:trace>
  <inkml:trace contextRef="#ctx0" brushRef="#br0" timeOffset="199946.85">30579 8191 11353 0,'0'0'2048'0,"0"0"-1044"0,0 0-272 0,0 0 392 16,0 0-64-16,0 0-208 0,0 0-184 16,0 0-204-16,0 0-120 0,0 0-36 0,0-19-16 15,0 19 88-15,0 0 84 16,0 0-76-16,0 3-108 0,0-3-63 0,0 0-45 15,0 0-16-15,0 0 16 16,0 0-28-16,0 0 0 0,0 0-48 16,0 3-84-16,-4-3 76 0,4 0-76 15,0 0-4-15,0 0 4 0,0 4-4 0,-4-4 40 16,1 6-48-16,-6 0 0 0,-3 7-72 16,5-3 24-16,-6 2 36 0,1 4-52 0,0 0 16 15,-3 3 36-15,3 0-36 0,-1 0 0 16,-2 1 0-16,2-2-24 15,6 1 24-15,3-3-24 0,0-3-28 0,4 0-20 0,0-6-60 16,4 1-89-16,7-2 37 16,6 1 220-16,2 3 12 0,1-3 84 15,4-5-36-15,1 2 40 0,-6-1 57 0,1-3 3 16,-4 3-28-16,0-1-112 16,-4 2 4-16,-4-1 36 0,0 4-44 15,-4-4 4-15,0 3 52 0,0 1-12 0,-4-1 76 16,0 4-16-16,0-4-12 0,-4 4-84 15,-4-1-12-15,-5-3-84 16,2 1-24-16,-5-4-100 0,0 0-120 0,-4-3-121 16,4 0 13-16,-4 0-116 15,5-6-144-15,-2-4-112 0,6 1-328 0,3-4-504 16,3-3-876-16,5-6-2225 0,0 6-1207 16</inkml:trace>
  <inkml:trace contextRef="#ctx0" brushRef="#br0" timeOffset="200260.265">30731 8274 3724 0,'0'0'6940'0,"0"0"-4807"0,0 0-721 0,0 0-36 16,56 67 316-16,-49-58-144 0,1-3-616 15,0 1-552-15,0-7-272 0,4 0-8 16,4-10 20-16,-4-2-108 0,3-7-12 0,6-4-292 16,-5-2-88-16,0-4-84 0,0 8-92 15,-8-2-60-15,-1 4 24 0,-7 6 192 16,0 0 188-16,0 4 76 0,-7 3 136 15,-10 1 64-15,6 3 284 0,-10 2-88 16,6 2 160-16,2 12-136 16,-2 5 16-16,7 3-116 0,0 4 72 0,4 6 64 15,4-1 0-15,0 1 24 0,0 3 20 16,8 0 4-16,0 3-4 0,0-7 160 0,3-2-183 16,-2-6-341-16,3-8-12 0,-5-5-97 15,6-4-243-15,-1-6-28 16,0 0-8-16,4-3-136 0,4-10-200 0,4-2-236 0,-5-8-600 15,9-6-1340-15,0 2-1789 0,-8 0-2219 16</inkml:trace>
  <inkml:trace contextRef="#ctx0" brushRef="#br0" timeOffset="200649.947">31281 8086 4492 0,'0'0'480'0,"0"0"6765"0,0 0-5129 0,0 0-716 16,0 0-332-16,0 0 112 15,0 0-304-15,0 0-152 0,-88 77-76 0,75-49-136 16,6 0-96-16,-1 2-40 0,4-3-47 15,4 3-85-15,0-5-128 16,0-6-116-16,4-6-84 0,0-1-281 0,3-5-51 16,2-4 52-16,3-3-36 15,-1 0-16-15,6-3 24 0,-6-7-12 16,6-6 0-16,-6 1-28 0,2-8-76 16,-6 4-72-16,5 0-20 0,-4 0 104 0,-3 7 244 15,2-1 252-15,-7 3 128 0,4 3 36 0,0 7 148 16,-4 0 124-16,0 5 124 0,0 7-216 15,0 7 40-15,4 9-124 0,-4 4-88 16,4 9 148-16,1 7 96 0,2 3 12 0,1 6 0 16,0 3-48-16,4 6 68 15,-4 4 137-15,0 4-137 0,-4-1-180 16,4 0-88-16,-4 0-120 0,4-6-60 0,0-4-92 16,-1-9-112-16,2-10-40 15,-5-9-60-15,0-6-121 0,-4-13-99 16,4-10-84-16,-4-6-76 0,0-6-200 0,0-10-612 15,3-13-108-15,1-6-504 0,1-9-428 16,-5 9-1393-16,0-28-3095 16</inkml:trace>
  <inkml:trace contextRef="#ctx0" brushRef="#br0" timeOffset="201432.472">31515 8163 5064 0,'0'0'7865'0,"0"0"-6137"0,0 0-884 0,0 0-60 16,0 0 648-16,36 88-284 0,-28-56-228 16,-4-3-344-16,4 2-224 0,-4-2-156 15,-4-4-184-15,4-2-12 0,-4-5-12 0,0-5-160 16,0-2-24-16,5-11-72 16,-5 0-280-16,0-7-240 0,7-5 136 0,-3-7 320 15,4-4-16-15,0-6-124 0,0 0-312 16,4 1-76-16,-1 3 432 0,2 3 428 0,-1 9 52 15,0 3 24-15,-4 10 60 16,0 6 580-16,-1 11 200 0,2 5-84 16,-5 6-140-16,0 4-136 0,-4 0 8 15,4 3 48-15,-4-7-100 0,3-2-120 16,1-4-188-16,-4-9-204 0,4-4 0 16,1-6-156-16,-5-3 32 0,4 0-168 0,4-6-184 15,-1-7 220-15,1-6-160 0,5 1-136 16,2-8-248-16,1 3-240 0,0-2 240 15,0 3-712-15,-4 3-2677 0,4 3-411 0,0 0 3848 16,-4 7 752-16,0 4 452 0,-8 3-344 16,4 2 1268-16,-4 2 1204 15,0 5-79-15,0 0-653 0,0 3-524 0,0-7-356 16,-1 0-256-16,1-3-364 0,1 0-236 16,-1-3 84-16,4-3-24 0,-1-4-172 15,1-3-244-15,1-3-80 0,2 1 64 16,1-4-64-16,1-1 36 0,-2 4 288 0,-2-3 136 15,2 7-136 1,-7 2-224-16,0 4 224 0,-4 0 52 0,0 2 160 0,-4 4 124 16,-3 0-100-16,-1 13 136 0,-5 3-212 15,2 9 212-15,-2 3 24 0,2 8 388 16,3-2-48-16,4 1-76 16,-1-6-100-16,1 0-220 0,4-4-219 0,0-6-61 0,9-7-12 15,-5-1 52-15,4-8-100 16,-1-3-381-16,6-3-163 0,-2-8 20 15,6-3-28-15,2-5-84 0,5-1-312 0,-4 1 108 16,4 0-784-16,-4 3-1168 16,0 0-1565-16,-4 7 1617 0,4 2 2192 0,-9 1 548 15,-3 6 716-15,1 0 404 0,-5 3 1444 16,0 7 497-16,-4-4-677 0,0 6-644 16,0-2-316-16,0 3-328 0,0 0-268 0,0-7-268 15,0 0-228-15,3-6-200 16,-3 0-132-16,4 0-12 0,0 0-96 15,1-6-76-15,3 0 124 0,-1-4-64 0,5-3 4 16,1 0-28-16,2 4 28 16,1-3 60-16,4 2 8 0,4-3-152 0,0 4-28 15,0-1-408-15,-5 1-564 0,-6 2-1780 16,2-2-6217-16</inkml:trace>
  <inkml:trace contextRef="#ctx0" brushRef="#br0" timeOffset="202440.725">30025 9392 4912 0,'0'0'3004'15,"0"0"1085"-15,0 0-2633 16,0 0-200-16,0 84 284 0,8-51-96 0,5 2-224 15,-2 3-276-15,-3 0-220 0,1-1-252 16,-2-4-92-16,-3-1-128 0,0-10-104 16,-4-3-79-16,0-10-69 0,0-2-73 15,0-7-427-15,0 0-340 0,-8-4-332 16,1-5-940-16,-6-4-3176 16,-2-12-4025-16</inkml:trace>
  <inkml:trace contextRef="#ctx0" brushRef="#br0" timeOffset="202596.578">30014 9255 1552 0,'0'0'11733'0,"0"0"-9693"16,0 0-1296-16,0 0 840 0,0 0-4 15,0 0-576-15,0 0-588 0,0 0-416 16,83 16-12-16,-67-13-476 0,0-3-396 16,-4 2-420-16,4-2-1084 0,-9 4-2881 0,6-1-3255 15,-5 10 8184-15</inkml:trace>
  <inkml:trace contextRef="#ctx0" brushRef="#br0" timeOffset="202861.297">30248 9617 11617 0,'0'0'1332'16,"0"0"-720"-16,0 0 872 0,4 86 388 15,0-67-460-15,-4-7-376 0,5-2-524 16,-5-7-276-16,0-3-80 0,4 0-20 16,3-3-88-16,1-10-48 0,5-3 0 0,-2-3-132 15,1-6-188-15,4 0-48 0,0-1 36 16,0 5 64-16,-1 4 20 0,2 4 28 15,-6 4 84-15,2 6 112 0,-1 3 24 0,0 3 260 16,0 3 84-16,-1 7 0 0,6 2 192 16,-6 1-168-16,6 0-100 15,-6 1 0-15,2-3-36 0,-2 3-72 0,1-1-76 16,-3-3-84-16,2-1-44 0,-3-2-76 16,0-1-456-16,0-3-412 15,0 1-208-15,4-7-764 0,0 0-3140 0,-4-7-4073 16,12-11 8677-16</inkml:trace>
  <inkml:trace contextRef="#ctx0" brushRef="#br0" timeOffset="203270.143">30965 9179 2796 0,'0'0'9829'0,"0"0"-7037"0,0 0-1984 15,0 0-220-15,0 0 816 0,-75 66 8 0,67-35-336 16,4 8-344-16,-1 12-223 15,5 3-25 1,0 2 316-16,9 8-208 0,-1-3-276 16,0-5-184-16,0-1-56 0,4-10-76 0,-1-8-4 0,6-5-56 0,-2-9 56 15,2-4-44-15,-6-4 44 0,10-5-80 0,-1-4 76 16,-1-6-76-16,1 0-76 16,4-3 16-16,0-12-60 0,0-4-76 15,0-11 16-15,0-3-100 0,-5-9-108 0,5-3-77 16,-3-3-47-16,-2-3-172 15,-3-2-176-15,0-4-300 0,-4-1-172 16,-4-2-92-16,-4 0 232 0,-4-1 600 0,0 10 508 16,-8 4 168-16,0 6 384 15,0 9 352-15,0 10 328 0,0 8-4 0,1 8-64 0,-2 6 8 16,-3 0-92-16,5 13-348 16,-10 6-212-16,6 10-20 0,-6 6 108 15,2 3-16-15,2 3 28 0,-2 4-63 0,-2-4-173 16,2 0-216-16,-1-2-244 15,-4-2-401-15,0 2-135 0,0-8-196 0,0 4-836 16,0-9-3392-16,9-7-4929 0,-6-6 8189 16</inkml:trace>
  <inkml:trace contextRef="#ctx0" brushRef="#br0" timeOffset="203580.593">31125 9436 7068 0,'0'0'7317'0,"0"0"-5065"16,0 0-1156-16,8 70-292 0,-8-36 632 0,-4 1-8 15,0 3-335-15,-1-2-477 0,2-2-264 16,-1-2-112-16,0-3-148 0,0-1-92 16,-4-6-132-16,4 1-328 0,-4-1-120 15,4-6-136-15,0-3-85 0,0-5-31 16,0-8-12-16,4 0-104 0,0-8-676 16,0-9-84-16,8-5 112 0,0-3 664 15,4-4 228-15,0 1 64 0,4 3 111 0,4-1 529 16,0 6 1017-16,0 6 135 0,-1 3 184 15,6 9 152-15,-5-1-60 0,3 3-88 16,-3 0-200-16,0 9-236 0,0-2-304 16,0 2-200-16,-4 3-156 0,0-2-111 0,0 3-133 15,0-4-24-15,0 1-257 16,3 2-239-16,2-2-236 0,3 0 96 0,4-4 104 16,-1 0-736-16,-7-3-1764 0,16-3-5981 15</inkml:trace>
  <inkml:trace contextRef="#ctx0" brushRef="#br0" timeOffset="204627.5">32603 6680 5652 0,'0'0'4664'0,"0"0"-1723"0,0 0-1517 15,0 0-820-15,0 0 200 0,0 0 472 16,0 0-100-16,0 0-464 0,0 0-296 16,76 6-96-16,-48-22-40 0,-4-2-96 0,0-5-124 15,3 1-60-15,-3-4-72 16,4 4 64-16,-8-3-40 0,4 6-136 15,-4 0-48-15,-4 7 48 0,-4 5 12 0,-1 7-84 0,-2 0 4 16,-5 19 252-16,4 9 136 16,-8 14-12-16,0 11-112 0,0 14-4 15,0 3 104-15,-8 3-60 0,0 4-48 0,-1 2-8 16,2 0 0-16,-1 4 4 16,-5-4 60-16,6-2 40 0,-5-11 132 15,0-6 72-15,4-11-72 0,4-12-48 0,-4-2-64 16,4-10-20-16,4-6-28 0,0-3-72 15,0-9-36-15,0-5-208 0,8-2-148 16,0-9-24-16,8-10 196 0,0-6-12 16,0-5-124-16,3 0 60 15,-2 4 100-15,-6 7 48 0,2 7 48 0,-9 8-60 16,4 4-12-16,-8 12 172 0,3 9 332 16,-3 7-36-16,0 13-184 0,4 3 24 15,-4 10 36-15,9 0 72 0,-1 3-84 0,7 4-60 16,-2 0-52-16,6-3 64 0,1 10 56 15,-3 4 52-15,2 5-96 0,-7 2 12 16,0 1-16-16,-4-1-72 0,-4 1 52 16,-1-8-60-16,-3 2-36 0,0-11-4 15,-3-2 0-15,-5-11-8 0,4-5-152 16,-4-10-256-16,0-7-304 0,4-12 4 0,-4-10 236 16,-4-6 260-16,0-3-192 0,-3-9-272 15,-2-4-296-15,-2-3 12 16,-5-3-288-16,0-10-1044 0,-4 0-729 0,0-3-2191 15,3 6 4176-15,-10-12-248 0</inkml:trace>
  <inkml:trace contextRef="#ctx0" brushRef="#br0" timeOffset="205045.112">33667 7407 4104 0,'0'0'7893'0,"0"0"-4797"16,0 0-2180-16,0 0-536 15,0 0 344-15,0 0 624 0,-20 82-252 0,8-43-312 16,-4 2-396-16,4 7-72 15,4 6 0-15,-3 3-24 0,-6 6 85 16,6 7-145-16,-6 3-52 0,-2 6-68 0,-1 7-40 16,-8 6-24-16,-4 7-40 15,-4 5-8-15,-4 10-132 0,-4 7-100 0,-3 3 4 16,3 6-53-16,-4 0 49 0,0 4-144 16,5-1 228-16,-2 0 144 0,6-2-140 15,-1-7 20-15,3-4 28 0,2-5 84 0,7-5-160 16,0-1 4-16,5-5-152 0,2-5 16 15,5-6-76-15,1-8 48 16,-2-10-260-16,2-7-264 0,3-11-336 0,0-13-588 0,4-9-908 16,4-16-2265-16,0-6-1203 15,-8-9 5464-15</inkml:trace>
  <inkml:trace contextRef="#ctx0" brushRef="#br0" timeOffset="205594.539">33042 10246 2904 0,'0'0'744'15,"0"0"3844"-15,0 0-2376 0,0 0-883 16,0 0-561-16,0 0 112 0,0 0 228 16,0 0 36-16,0 0-76 0,0 0-284 0,39-74-28 15,-26 55 168-15,2 3-176 0,-3 1-76 16,4 2 96-16,-4 0-175 16,8 0-217-16,-4 1-120 0,4-2 48 0,0 3-64 15,-1-3-108-15,1 2-36 0,5 3 4 16,-1-1-4-16,-1 3 36 15,-3 5-36-15,4 2-24 0,-8 2-60 0,0 15 280 16,-4 8 236-16,0 7-200 0,-4 3-160 0,0 2-108 16,-5-1-52-16,6-11-8 15,-5-2-4-15,4-11-104 0,-1-9-96 0,10-3-28 16,2-10-44-16,5-15 36 0,4-7 12 16,8-9-352-16,4-7-256 15,0 4-441-15,-12 6-1107 0,8-6-4840 0</inkml:trace>
  <inkml:trace contextRef="#ctx0" brushRef="#br0" timeOffset="212699.789">23830 11448 6816 0,'0'0'416'16,"0"0"3521"-16,0 0-3309 0,0 0-128 16,0 0 308-16,0 0 588 0,0 0-48 15,0 0-356-15,0 0-380 0,-17-70-268 16,14 68-32-16,-1 2 44 0,0-4 308 0,-4 4-268 15,-1-3-164-15,-2 3-100 0,3 0 52 16,-4 3 48-16,0 3 112 0,-4 5-180 0,4 1-164 16,-4 10-72-16,4 3 64 15,1 14 8-15,2 5 44 0,-3 10-40 16,8 7 0-16,-3 8-4 16,7 1-96-16,-4 7 92 0,4-2-80 0,0-1 72 15,0-7 12-15,0-6 36 0,0-11 24 16,4-9 36-16,-4-9-8 0,4-10-80 0,-4-3-8 15,3-7-8-15,1-5-92 0,-4-4-56 16,4-3-76-16,0 0 36 0,0-6 96 0,5-7-120 16,2-3 36-16,-3-3 16 0,4-3 60 15,-4 0 104-15,0-1-28 16,4 8 32-16,-8 5 0 0,0 3 0 0,0 7-148 16,0 0 136-16,0 4 12 15,4 9 96-15,-4 2 116 0,0 8-28 0,4 6-40 16,-4-1-20-16,-1 7-16 0,1-1 248 15,5-1-136-15,-5-3-124 0,4 3-36 16,3-1-32-16,2-1-28 16,-6-4-208-16,6-6-12 0,-1-2-124 0,-5-7-108 15,6-6-200-15,-2-6-380 0,1 0-756 16,4-8-760-16,0-15-2133 0,-4 4-1867 16,8-19 4185-16</inkml:trace>
  <inkml:trace contextRef="#ctx0" brushRef="#br0" timeOffset="213244.512">24412 11826 3148 0,'0'0'9853'0,"0"0"-7961"0,0 0-984 15,0 0 84-15,0 0 420 16,0 0-44-16,0 0-292 0,-92 7-408 16,72 6-376-16,-4 6 1 0,4 6 327 0,4 7-148 15,-4 6-208-15,8 10-92 0,4 2 32 16,1 4-12-16,-2 0 364 0,5 1-72 15,4-5-340-15,0-9-132 0,4-6-12 0,5-13-60 16,2-5-124-16,1-12 52 0,0-5-12 16,0-5 24-16,8-9 76 15,-4-8 40-15,4-3-124 0,0-10-152 0,-1 1-32 16,2-1 80-16,-2-1 148 0,1 1-36 16,-3 4 12-16,-2-1 104 0,-2 3 4 0,-2 4 48 15,-3-4-48-15,0 3 60 0,-8 1 72 16,0 6 4-16,0 0-88 15,0 10 12-15,0-1 36 0,5 10-92 0,-5 0 116 16,3 7-60-16,5 9 124 0,0 6 104 16,1 9-36-16,-2 8-8 0,5 6 20 15,-4-1 84-15,0 0 196 0,0 1-232 16,0-7-312-16,-1-3 0 0,2-7-120 16,-1-3-256-16,-1-8-212 0,-3-5-4 15,5-3-8-15,-1-9-308 0,-4 0-513 0,3 0-883 16,2-12-1512-16,-5 5-1685 15,7-15-2467-15</inkml:trace>
  <inkml:trace contextRef="#ctx0" brushRef="#br0" timeOffset="213425.847">24874 12115 2824 0,'0'0'4092'0,"0"0"2429"16,0 0-5241-16,0 0-500 16,0 0 652-16,39 74 192 0,-39-49-140 15,0 0-288-15,0 1-395 0,-3-4-313 0,-5 0-124 16,3-6-196-16,1 0-164 0,0-4-4 15,0 1-168-15,-3-3-356 16,3-3-193-16,-5-4-183 0,1 0-176 0,1-3-608 16,-1 0-1396-16,-1-10-2889 0,2 3-2111 15,-1-8 7820-15</inkml:trace>
  <inkml:trace contextRef="#ctx0" brushRef="#br0" timeOffset="213560.247">24846 11837 8008 0,'0'0'6613'0,"0"0"-5569"0,0 0-412 16,0 0 652-16,0 0 12 0,0 0-668 0,0 0-628 15,0 0-12-15,0 0-640 0,83-29-4 16,-67 13-248-16,-4 2-2188 0,8-7-6081 0</inkml:trace>
  <inkml:trace contextRef="#ctx0" brushRef="#br0" timeOffset="213978.412">25299 11515 9864 0,'0'0'6001'0,"0"0"-4869"0,0 0-80 0,0 0 500 16,0 0-368-16,0 0-356 0,80 4-303 15,-68-4-297-15,4 0-104 16,1 0-64-16,-6 3-60 0,1 3-8 0,1 3-64 0,-6 11 72 15,1 6 12-15,-8 5 132 0,0 10-72 16,-8 4-60-16,-3 5 48 16,-2 1-60-16,-6-3 4 0,6-1-8 15,2-6 4-15,-2-6-8 0,9-6-64 0,0-7 60 16,1 1-48-16,3-4-12 0,0-3 12 16,0 0-4-16,3-4 52 0,5 1-60 15,-4 6 60-15,9 0-28 0,-2 4 40 0,-2-2 96 16,-1 5-48-16,-1-4-44 0,1-3-4 15,5 0-60-15,-6 0 0 16,5-3 52-16,0-2-4 0,0-3-84 0,1-1 48 16,-2 2 48-16,1-1 48 15,0 1 156-15,0 1 4 0,-8 0-160 16,-4 2 0-16,0 1-48 0,-4 6-12 0,-4 1-228 16,-8-1-148-16,0-2-161 0,-4 1-207 15,-4-2-588-15,8-7-2540 0,-12 8-4441 0</inkml:trace>
  <inkml:trace contextRef="#ctx0" brushRef="#br0" timeOffset="-213178.99">22833 13227 1316 0,'0'0'1112'0,"0"0"5160"0,0 0-4344 15,0 0-375-15,0 0-273 0,0 0-12 16,0 0-336-16,0 0-136 0,0 0-200 16,0 0 24-16,0 0-72 0,97 73-44 15,-65-39-124-15,-1 11-24 0,5 6-12 0,-4 6-160 16,-4 9 0-16,-5 4-100 0,-3 6-72 16,-3 4-12-16,-2-1 4 15,-2-2-4-15,-6-7 0 0,1-10-32 0,0-6 24 16,-4-7 8-16,4-8-8 0,-4-8-40 15,4-8 48-15,-4-8-60 0,0-2 32 16,0-10 28-16,0 1 0 0,4-4 76 16,0-7 216-16,0-9 208 0,4-6 60 0,-4-6-219 15,3-10-173-15,2-10-68 16,-5-3-92-16,3-3 0 0,-2-6 4 16,-1-4-8-16,3 1-4 0,-2-3-180 15,-5-2-13-15,3 2-15 0,1 2 64 0,1 4 32 16,-5 6 4-16,3 10 48 0,1 2 0 15,-4 10-52-15,0 10 4 0,-4 3 20 16,0 3 16-16,0 7-60 0,0-1-64 0,0 4-48 16,0 3-172-16,0-1-148 15,-8 1-188-15,0 3-276 0,-3 0-548 0,-2 0-1020 16,2 7-2413-16,-13 9-2423 0</inkml:trace>
  <inkml:trace contextRef="#ctx0" brushRef="#br0" timeOffset="-212976.604">23072 13677 3132 0,'0'0'4692'0,"0"0"-811"0,0 0-2409 16,0 0-216-16,0 0 496 0,0 0-268 16,0 0-384-16,0 0-216 0,100-12-284 15,-80 5-244-15,4-2-164 0,-4 3-92 16,0-7-100-16,4 4-96 0,-4-1-72 15,-1 1-200-15,2-2-244 0,-2 3-172 0,5 1-416 16,-4 1-1240-16,1 2-3141 0,2 2-3955 16</inkml:trace>
  <inkml:trace contextRef="#ctx0" brushRef="#br0" timeOffset="-208498.418">24252 13621 1228 0,'0'0'9028'0,"0"0"-7431"15,0 0-701-15,0 0-192 0,0 0 640 16,0 0 52-16,12-70-284 0,-4 63-392 16,-4 4-324-16,3 1-124 0,6-3-28 15,-5 5 4-15,4 5-76 0,4 3 48 16,0 5 84-16,-4 6 76 0,3 7-60 0,-6 2-140 16,2 1-116-16,-3 3-16 15,-3 2-44-15,-1 2 32 0,-4-5-36 16,0 4-48-16,0-3-40 0,0-7-8 0,0-6-28 15,0-6 76-15,0 0-48 0,0-10-136 16,0 1 36-16,0-4 72 0,0 0 64 0,0 0-76 16,0 0-8-16,0-7 80 15,0-3 4-15,0-3-84 0,4-9 140 0,3-3 4 16,-3-1 0-16,4-5-136 0,-3-2 136 16,6 2 64-16,-3 2-16 0,0-2-44 15,4 5 4-15,-4 4 64 0,0 3-56 16,4 0 68-16,-4 7 52 0,0-1 24 15,-4 7-40-15,4 2-120 0,-4 4-12 16,4 0-84-16,-4 0 96 0,8 6 44 16,-4 7 52-16,0 3 64 0,3 3 72 0,-6 7-120 15,3 2-40-15,-8 1-68 16,4 2-4-16,-4 1-72 0,0 3-100 0,0-7-148 16,0 1-256-16,-4-7 0 0,4-2 32 15,0-2-296-15,0-5-652 0,0 1-796 16,0-6-673-1,4-4-1215-15,-1 3-16 0</inkml:trace>
  <inkml:trace contextRef="#ctx0" brushRef="#br0" timeOffset="-207703.287">25340 13836 6640 0,'0'0'2608'0,"0"0"-1276"16,0 0-135-16,0 0-5 0,0 0-36 0,0 0-372 15,4 70-352-15,-4-51-244 0,0 0-76 0,-4 1-100 16,4-5-12-16,-4 1-52 15,0-3-76-15,-1-3-188 0,2-1-176 16,3-6-368-16,-4 3-712 0,0-6-1677 0,4 0-3723 16,-4-3 4961-16</inkml:trace>
  <inkml:trace contextRef="#ctx0" brushRef="#br0" timeOffset="-206618.633">26180 13316 4424 0,'0'0'4976'15,"0"0"-2743"-15,0 0-761 16,0 0-176-16,0 0 328 0,0 0-160 0,0 0-180 15,0 0-388-15,0 0-284 0,0 0-160 16,45-4 84-16,-26-2 73 0,1-3-317 0,8 2-172 16,-5-2-24-16,2-1 16 15,3 1-100-15,-1-4-8 0,1 4-4 16,0-4-8-16,-3 2-40 0,-2 3-40 0,-3-2-32 16,-4 7-60-16,0-3-113 0,-5 6 37 15,-2 0 12-15,3 0 52 0,-5 9 32 16,2 4 100-16,3 3 60 0,-5 9 0 15,2 4 48-15,-1 6-36 0,-1 2 72 0,-3 12-76 16,0 1-4-16,0 7 4 0,1 0 4 16,-1 0-4-16,0 1-4 0,-4-4 60 15,0 0-64-15,0-7 4 0,0-9-4 16,0-3-8-16,0-5-80 0,0-11 76 16,0-5 0-16,0-3-108 0,0-3 32 15,0-4 4-15,0-1-268 16,0-3-52-16,0 0-184 0,0 0-360 0,-4 0-504 15,-5-7-1088-15,1 2-2777 0,1-2-2219 16,-14-6 7252-16</inkml:trace>
  <inkml:trace contextRef="#ctx0" brushRef="#br0" timeOffset="-206403.196">26204 13811 6004 0,'0'0'7521'0,"0"0"-6317"0,0 0-1076 15,0 0 552-15,0 0 876 16,0 0-120-16,0 0-320 0,100-34-468 0,-68 21-316 16,0 0-40-16,-1-3-84 0,1 3-160 15,0 0-48-15,-4 3-148 0,-4-2-44 16,-4 6-296-16,0-1-344 0,-4 1-140 0,-4 6-92 16,-5 0-724-16,-2 13-1308 15,-5 3-3529-15,-5-1 721 0</inkml:trace>
  <inkml:trace contextRef="#ctx0" brushRef="#br0" timeOffset="-206232.972">26260 14109 628 0,'0'0'7292'0,"0"0"-3263"16,0 0-2049-16,0 0-564 0,0 0-148 16,0 0-408-16,0 0 92 0,0 0 192 15,0 0-412-15,104-19-268 0,-65 0-220 16,2-3-132-16,-2-4-112 0,1 1-96 0,4-1-136 15,0 1-304-15,-1 3-284 0,1 0-324 16,-12 3-1060-16,17-3-3865 0</inkml:trace>
  <inkml:trace contextRef="#ctx0" brushRef="#br0" timeOffset="-205841.204">27189 13093 8384 0,'0'0'6309'0,"0"0"-5025"0,0 0-832 0,0 0 72 16,0 0 768-16,19 86-12 0,-10-44-120 15,-6 2-404-15,1 10-380 0,0 3-83 16,-4 7 19-16,0 8-8 0,0 5 36 0,-8 2-100 16,-4 4-68-16,0-7-76 0,5-6-96 15,-1-9-120-15,3-14-148 16,5-12-132-16,0-10 100 0,0-13 32 0,0-5-157 15,0-7-231-15,5-10-64 0,-1-12-420 16,3-7-464-16,1-8-596 16,5-8-656-16,-6 10-2021 0,5-22-411 15</inkml:trace>
  <inkml:trace contextRef="#ctx0" brushRef="#br0" timeOffset="-205566.027">27252 13334 2736 0,'0'0'884'0,"0"0"4820"0,0 0-3099 0,0 0-1029 16,0 0-548-16,0 0 320 0,0 0-296 15,0 0-304-15,0 0 140 0,0 0-260 0,100 52-112 16,-80-15 8-16,8 11 244 0,-5 3-148 16,5 6-291-16,-4 0-109 0,0 4-148 0,-3-7-60 15,-2-7 0-15,1-9 84 16,-1-6 100-16,2-13-40 0,-5-3-48 16,3-10-8-16,-6-3 32 0,2-3 72 0,-2-9 208 15,2-4-124-15,2-12-128 0,-2-4-64 16,-2-9-96-16,2-2-96 15,-3-9-36-15,4-2-28 0,-4-2-128 0,0-8-64 16,4 1-96-16,-8-3-192 0,0 2-53 16,4 7-111-16,0 3-568 0,0 10-752 15,-4 16-1660-15,8-6-1237 0</inkml:trace>
  <inkml:trace contextRef="#ctx0" brushRef="#br0" timeOffset="-205051.742">29025 13202 640 0,'0'0'10405'0,"0"0"-8685"0,0 0-1020 15,0 0 0-15,0 0 676 0,0 0-272 16,0 0-416-16,0 0-392 0,-36 66-172 15,21-34 0-15,-6 9 136 0,10 1-36 0,-2 2-52 16,6-6-88-16,3 0 16 0,4-9-12 16,0-3-28-16,4-5-48 15,-1-5 36-15,5-3 16 0,5 0-4 16,-2-4 88-16,2 1-76 0,2-4-8 0,-2 0-56 16,2-3 40-16,2 0 0 0,-2 1 28 0,-2-4-76 15,-2 6-48-15,-3-3 36 16,0 3 12-16,0 4 48 0,-8 0 60 15,0 2 4-15,0 4 44 0,0 3-56 0,-8 3-20 16,-4-2-80-16,-3 2-220 16,-2-3-196-16,1-3-184 0,0 3-92 15,5-10-112-15,-2-3-132 0,5-2-48 0,5-4-596 16,-5-7-1509-16,8-5-3803 0,-5-1 3840 16</inkml:trace>
  <inkml:trace contextRef="#ctx0" brushRef="#br0" timeOffset="-204897.916">29340 13668 11909 0,'0'0'2172'0,"0"0"-808"16,0 0 264-16,36 67-16 0,-28-44-164 15,-4-9-400-15,-1 0-367 0,1-5-377 16,1-2-200-16,-1-7-104 0,4 0-4 16,3-7-140-16,6-11-345 0,7-12-251 15,4-11-432-15,4-7-1012 0,-9 11-2732 16,17-24-2997-16</inkml:trace>
  <inkml:trace contextRef="#ctx0" brushRef="#br0" timeOffset="-204687.841">29938 12966 7612 0,'0'0'7245'0,"0"0"-5621"16,0 0-1188-16,0 0-136 0,11 86 900 0,-11-41 312 16,0 5-112-16,0 5-403 0,0 1-293 15,0 5-160-15,9-1 132 0,-1 4-244 16,-1-7-212-16,6-4-220 0,-2-4-36 0,1-15-256 15,-3-8-80-15,2-11 104 0,1-2 52 16,-4-6-136-16,-4-1-80 0,-4-6-152 0,0 0-289 16,0 0-395-16,-12 0-720 15,0-4-1928-15,-12-1-1013 0,1 1-1655 16,-1 1 4876-16,-17-3 625 0</inkml:trace>
  <inkml:trace contextRef="#ctx0" brushRef="#br0" timeOffset="-204575.408">29687 13589 1736 0,'0'0'8704'0,"0"0"-6059"0,0 0-1829 0,0 0-600 15,0 0 632-15,0 0 640 0,99-61-120 16,-55 45-420-16,8 1-380 0,0-5-300 16,0 1-268-16,-5 1-256 0,-3 1-828 15,0 5-668-15,-16 3-3252 0,0 2-6097 16</inkml:trace>
  <inkml:trace contextRef="#ctx0" brushRef="#br0" timeOffset="-203011.35">26001 15474 3268 0,'0'0'52'15,"0"0"5340"-15,0 0-3336 0,0 0-447 16,0 0-257-16,0 0 28 16,0 0-312-16,0 0-204 0,0 0-156 0,0 0-224 15,-51-63-80-15,42 63-56 0,1 0 128 16,1 3-280-16,-6 10-188 0,1 3-8 15,1 9-12-15,-2 4 12 0,2 11 172 16,3 2-72-16,3 3 216 0,5-1-96 0,0-6-176 16,0-6-44-16,5-9-60 0,-1-7 12 15,0-10-76-15,0-3-20 0,3-3-16 16,6 0 36-16,2-13 124 0,2-4-72 16,-2-4-28-16,2-5 4 0,-6 1 24 15,2 0 60-15,-6 3-64 0,1 3 76 16,0 3 0-16,-4 5 0 0,1 6-48 0,-2-2 0 15,1 7 48-15,0 0 84 0,4 7 4 16,0 5 264-16,4 8-8 16,4 2-160-16,-4 3-64 0,4 1 4 0,-4 2-16 15,0 1-36-15,-1-4-20 16,-2 0-52-16,-1-2 0 0,-1-4-172 0,-3-3-84 16,5-7-244-16,-5-2-188 0,3 0-88 15,-3-7-188-15,0 0-812 0,4-5-2348 16,-3-7-2733-16</inkml:trace>
  <inkml:trace contextRef="#ctx0" brushRef="#br0" timeOffset="-202819.923">26364 15672 9264 0,'0'0'2453'0,"0"0"-789"0,0 0-320 0,0 0 256 16,0 0-256-16,24 72-392 0,-17-55-276 15,-3-1-344-15,-4-4-184 0,4 1-148 0,-4 0 0 16,0-4-196-16,0 0-344 0,0 1-52 16,-4-4-76-16,0-3-188 15,1 1-588-15,-5-4-1284 0,-1-4-2513 0,5 1-863 16,-3-13 5128-16</inkml:trace>
  <inkml:trace contextRef="#ctx0" brushRef="#br0" timeOffset="-202683.789">26352 15363 1228 0,'0'0'10681'0,"0"0"-9173"0,0 0-680 16,0 0 784-16,0 0-296 0,0 0-892 0,75-15-424 15,-58 8-328-15,-2 1-580 0,2-3-616 16,-6 2-1676-16,1 0-5889 0</inkml:trace>
  <inkml:trace contextRef="#ctx0" brushRef="#br0" timeOffset="-198819.647">25125 15093 7020 0,'0'0'4245'0,"0"0"-3229"0,7-66-608 0,1 44-124 16,1 0 404-16,-1 5 364 0,-1 9 20 0,1 4-92 16,-4 4-248-16,5 0 12 15,-2 7 180-15,5 4-116 0,-3 8 60 16,2 11-68-16,-3 8-179 0,4 10-185 0,-8 8-216 16,4 8-16-16,-4 9-108 0,0 4 12 15,0 1-100-15,0 4 80 0,0 5-88 16,4-2-100-16,-4-3 96 0,4-8-116 15,4-8-24-15,-4-11-220 0,8-11-48 0,-4-9-109 16,3-13-87-16,2-5-136 16,3-12-224-16,3-5-596 0,5-5-1024 0,-8-6-2345 15,8-20-3155-15</inkml:trace>
  <inkml:trace contextRef="#ctx0" brushRef="#br0" timeOffset="-198510.243">27057 15411 14929 0,'0'0'3828'0,"0"0"-3792"0,0 0 284 16,0 0-296-16,0 0 752 15,0 0 16-15,92 68-96 16,-69-66-492-16,9 1-56 0,0-3-64 0,5-3-71 0,-2-6-13 16,1-1-161-16,4-3-459 15,-9 4-292-15,5-4-352 16,-12 4-1164-16,0 2-3381 0</inkml:trace>
  <inkml:trace contextRef="#ctx0" brushRef="#br0" timeOffset="-198037.376">28029 15233 1892 0,'0'0'12437'0,"0"0"-10949"0,0 0-1224 16,0 0 152-16,0 0 468 0,0 0 268 16,-75-25-244-16,54 25-272 0,5 0-196 15,1 6 0-15,-6 10 204 0,6 3-255 0,-1 13-193 16,0 6-40-16,0 9 28 0,4 5-4 15,0 4-60-15,4-1 16 0,0-7-64 16,4-10 0-16,4-10-72 0,0-12-180 16,8-10-52-16,4-6-84 0,4-6-8 0,4-13 140 15,0-10-1-15,4-5-131 0,-4-6-36 16,3-4 0-16,1 3 144 16,-4 3 48-16,1 3-36 0,-2 4 52 0,-3 9-4 15,-4 5 40-15,1 5 100 0,-10 12 8 16,1 0 296-16,0 7 264 0,4 8 76 0,0 3-308 15,-4 6-208-15,4 4 52 0,4 4 45 16,-5-4 27-16,6 4-88 16,-1-4 88-16,-5 0-160 15,6-2-84-15,-2-3-108 0,6-1-256 0,-6-9-221 16,2-1-143-16,-2-2-212 0,1-4-372 16,1-3-1072-16,-6 1-2956 0,5-1-4397 15</inkml:trace>
  <inkml:trace contextRef="#ctx0" brushRef="#br0" timeOffset="-197770.585">28508 15756 5836 0,'0'0'10969'0,"0"0"-9369"0,0 0-1576 16,0 0-24-16,0 0 0 0,0 0 36 0,0 0 272 15,0 0 0-15,0 0-148 16,0 0-60-16,59-2-40 0,-39 18-12 15,-4 5 160-15,3 12 12 0,-6 5-48 0,-1 4 84 16,-5 2-24-16,-2 4 244 16,-1 2-148-16,-4 4-132 0,0 0 48 15,-4 0-15-15,-5-3-33 0,2-6-28 0,-5-4-92 16,3-10-76-16,2-9-40 16,-5-9-224-16,3-6-213 0,-2-4-91 0,-5-6-264 15,0-10-148-15,1-12-312 0,-10-7-904 16,9 7-1764-16,-12-30-1265 0</inkml:trace>
  <inkml:trace contextRef="#ctx0" brushRef="#br0" timeOffset="-197609.291">28504 15479 9500 0,'0'0'8437'0,"0"0"-7513"15,0 0-716-15,0 0 724 0,0 0 8 0,95-5-636 16,-75-4-304-16,0-1-48 0,4-2-476 15,-5-1-308-15,5-3-372 0,0 4-776 16,-8-1-2544-16,0-3-2993 0</inkml:trace>
  <inkml:trace contextRef="#ctx0" brushRef="#br0" timeOffset="-197235.912">29228 14672 10000 0,'0'0'6013'0,"0"0"-4861"0,0 0-804 0,0 0 520 16,0 0 716-16,4 86-448 15,-4-42-263-15,4 6-205 0,5 7-196 0,-5 4-36 16,3 2-16-16,1 1-200 0,5 5-88 16,-6 5-92-16,5-2-40 15,-8-5-108-15,1 0-196 0,-2-4-140 16,1-9-112-16,-4-2-16 0,4-5-205 0,-4-5-527 15,0-8-1004-15,0-6-2344 0,0 4-2353 16</inkml:trace>
  <inkml:trace contextRef="#ctx0" brushRef="#br0" timeOffset="-195046.294">30192 14900 12437 0,'0'0'2312'0,"0"0"-1452"0,0 0-232 0,0 0 496 16,0 0 28-16,0 0-512 0,0 0-396 15,-91 72-160-15,67-48-72 0,0-2 72 16,0 6-80-16,0-2-4 0,-4 6-48 0,5-4 36 16,-5 1 4-16,4 1-56 0,0 0-68 15,0-2 20-15,4-3 52 0,0 5 44 16,5-8 8-16,-2 0 8 0,9-7 60 16,1-1-48-16,7-5 36 0,0 1 76 0,0-4-16 15,4 3 52-15,7 4 72 0,6-4 272 16,2 4-80-16,1 0-104 15,4 0-92-15,4-1-68 0,-1 1 20 0,1-1-32 16,0 2-75-16,4-2 75 16,-4 1-148-16,4-3-68 0,-4-5 8 0,0 2-121 15,0-4-319-15,-4 1-232 16,-5-2-112-16,5-2-172 0,1 0-572 0,-5-2-1128 16,-5-2-2433-16,5-6-3375 0</inkml:trace>
  <inkml:trace contextRef="#ctx0" brushRef="#br0" timeOffset="-194754.342">30815 14471 10544 0,'0'0'5985'15,"0"0"-5049"-15,0 0-936 0,0 0 0 0,0 0 720 16,0 0 964-16,31 76-488 16,-19-34-415-16,-4 2-405 0,4 4-144 15,-4 0-16-15,4 0-84 0,-9 2-132 0,6-5-56 16,-5-1-52-16,-4 1-256 16,0-8-157-16,0 2-75 0,0-2-136 15,-8-4-148-15,0-3-548 0,0-1-1068 0,-4-9-1992 16,-4-1-2281-16</inkml:trace>
  <inkml:trace contextRef="#ctx0" brushRef="#br0" timeOffset="-194538.201">30503 15358 8808 0,'0'0'5233'0,"0"0"-4801"0,0 0-128 16,0 0-192-16,0 0 984 0,0 0 440 0,0 0-408 15,116-26-280-15,-68 6-176 0,-1 1-76 16,9-2-108-16,-4-2-196 0,-1 1-120 16,-2 3-112-16,-1 0-56 0,-8 2-4 15,-1 3-88-15,-7-3-104 0,-4 5-272 16,-4 2-180-16,-9 3-224 0,-2 4-328 16,-9 3-1084-16,0 0-2584 0,-12 3-2585 15</inkml:trace>
  <inkml:trace contextRef="#ctx0" brushRef="#br0" timeOffset="-194170.865">30906 15544 612 0,'0'0'13541'0,"0"0"-10885"15,4 71-2008-15,-4-40-500 0,0 7 420 16,0 4 492-16,0-2-56 0,0-1-444 15,0 2-304-15,0-6-24 0,4-4-48 16,4-1-76-16,-1-9-108 16,-3-4-4-16,5-8-116 0,-5-2-52 0,4-7-60 0,-5 0-48 15,5-7 148-15,5-5 60 0,-2-9 72 16,2-4-148-16,2-6-60 0,2-7-24 16,-2-3 48-16,1-3 72 0,0-2 64 15,0 2 36-15,4 6-40 0,-4 0 44 16,-4 6 4-16,4 11 4 0,-4 4 0 0,-5 9 12 15,2 1 96-15,-5 7 64 16,4 0 60-16,-5 0-24 0,5 7 36 0,1 4-96 16,-1 3-76-16,-1 5 64 0,2 2 44 15,-5 2-180-15,0-1-24 0,0 3-220 16,-1 5-156-16,1-2-284 0,0 0-128 0,-4 4-708 16,0-10-1268-16,0 13-3249 15</inkml:trace>
  <inkml:trace contextRef="#ctx0" brushRef="#br0" timeOffset="-191121.411">26005 17037 5956 0,'0'0'1096'0,"0"0"1716"15,0 0-1535-15,0 0-185 0,0 0 404 16,0 0 224-16,0 0-400 0,0 0-564 0,0 0-360 16,0 0-124-16,0 0 224 0,16 38 388 15,4 6-308-15,4 10-176 0,4 10-132 16,-1 9 4-16,-2 3-20 0,3 3-140 16,-4 4-64-16,-1-7-48 0,-3-2-44 15,0-8 36-15,0-16-88 0,-4-8 92 16,3-14-52-16,-2-8 48 0,-1-12-112 0,0-8 72 15,-5 0 48-15,9-11 120 0,-3-9 52 16,-2-5 32-16,6-10-92 0,-6-9 9 16,1-4-57-16,0-2-64 0,0-2 0 15,0-5-8-15,-4 4 0 0,-4-5-53 16,0 1-35-16,-4 0-256 16,-1 3-52-16,-3 6 16 0,0 4-28 0,-3 6 60 15,-1 6-60-15,-4 7-100 0,4 8 60 16,-4 9-64-16,-4 4-196 0,4 4-740 0,-8 6-1088 15,0 4-1317-15,-12 16-1675 0</inkml:trace>
  <inkml:trace contextRef="#ctx0" brushRef="#br0" timeOffset="-190917.238">26145 17612 6564 0,'0'0'688'0,"0"0"2320"0,0 0-1743 0,0 0-457 15,0 0 952-15,0 0-108 0,0 0-272 16,0 0-464-16,80-10-248 0,-57 3-68 16,5 1-132-16,0-3-188 0,4 2-156 0,0-2-124 15,-1-1-48-15,1 4-4 0,0-4-388 16,0 3-248-16,4-1-272 0,0-3-172 16,0 3-992-16,-4 2-1809 0,7-1-2779 15</inkml:trace>
  <inkml:trace contextRef="#ctx0" brushRef="#br0" timeOffset="-190493.393">27527 17548 960 0,'0'0'1956'15,"0"0"4048"-15,0 0-4660 0,0 0-3 0,0 0-21 16,0 0-148-16,92 19-136 16,-73-6-268-16,2 2-264 0,-5 4-192 0,-5 4 12 15,1 2 24-15,1 7-36 0,-6 0 20 16,-3 0 28-16,0-1 20 0,-4-6-180 16,0-5-116-16,0-5-76 0,0-8-8 15,-4-1-80-15,0-6-304 0,-3 0-244 16,-1-3-292-16,-5-13-444 0,6-9-572 0,-6-4-985 15,2-9-1571-15,-1-1-1184 0</inkml:trace>
  <inkml:trace contextRef="#ctx0" brushRef="#br0" timeOffset="-190363.709">27520 17392 4528 0,'0'0'536'0,"0"0"5365"0,0 0-4193 16,0 0-408-16,0 0 40 0,0 0-292 0,0 0-264 15,86 7-164-15,-65-4-384 0,-1 0-236 16,-1 0-112-16,1-3-556 15,5 4-320-15,-6-4-536 0,-3 3-1164 16,8 6-2705-16</inkml:trace>
  <inkml:trace contextRef="#ctx0" brushRef="#br0" timeOffset="-190196.135">28097 17742 2764 0,'0'0'6544'0,"0"0"-2299"0,0 0-3661 16,3 79-36-16,-6-51 672 15,-1 2-80-15,0 1-444 0,0-5-424 0,0-4-272 16,4-7-60-16,0-5-88 0,0-4-324 16,0-3-400-16,0-3-400 0,0-6-680 0,0-7-913 15,4 1-2483-15,-4-18 572 0</inkml:trace>
  <inkml:trace contextRef="#ctx0" brushRef="#br0" timeOffset="-189833.92">28543 17723 8624 0,'0'0'5281'0,"0"0"-4377"0,0 0-904 0,0 0 0 16,0 0 28-16,0 0 248 15,0 0 24-15,0 0-84 0,0 0-104 16,0 0-112-16,0 0-12 0,84-4-124 0,-64 2-16 16,-4 2 52-16,-1 0 4 0,2 9 96 15,-6 7 152-15,-3 3 88 16,5 6 136-16,-10 3 92 0,1 5 16 0,0 1-196 16,-4 2-28-16,0-2 0 0,0 4-36 15,0 0-28-15,0 1-32 0,-4-4-32 16,-3 0-56-16,-1-4-72 0,-5-3-4 15,6-9-8-15,-6-2-252 0,2-8-248 16,-5-6-248-16,0-3-348 0,0-10-320 16,-4-9-444-16,-4-6-2681 0,8 3-1891 0</inkml:trace>
  <inkml:trace contextRef="#ctx0" brushRef="#br0" timeOffset="-189693.055">28452 17417 6108 0,'0'0'9449'15,"0"0"-8029"-15,0 0-1212 0,0 0 304 16,0 0 584-16,84-44-284 0,-65 38-372 0,5-3-292 16,4 2-148-16,-4-2-64 0,4-2-416 15,-5 6-488-15,5-2-296 0,-4 5-928 0,-7-3-3025 16,6 5-4651-16</inkml:trace>
  <inkml:trace contextRef="#ctx0" brushRef="#br0" timeOffset="-189216.659">29376 17395 7188 0,'0'0'5413'0,"0"0"-4113"16,0 0-464-16,0 0-368 0,0 0 324 0,0 0 112 15,0 0-160-15,0 0 136 16,0 0-304-16,107 42-244 0,-63-32-12 15,8-1-112-15,4 0 72 0,-4-2-120 0,0 2-40 16,-1-3-68-16,-11 1-40 0,-4-1-12 16,-8 4 0-16,-5-1-8 0,-6 3 4 15,-10 2 4-15,-3 5 60 0,-4 3 48 16,-11 6-36-16,-10 1-68 0,2 7 4 16,-9-5 40-16,-4 4 12 0,-3-3 0 15,-2 3-48-15,1-7 44 0,-3 4-56 0,3-6-8 16,0-5-52-16,8-4-96 0,4-8-444 15,8 0-108-15,4-5-104 0,4-4 8 16,8-4-152-16,0-8-600 0,4 1-1656 16,17-16-2981-16</inkml:trace>
  <inkml:trace contextRef="#ctx0" brushRef="#br0" timeOffset="-188925.062">30404 17056 6308 0,'0'0'9929'0,"0"0"-8433"15,0 0-904-15,0 0 64 0,0 0 664 0,0 0 56 16,0 0-439-16,0 0-525 0,0 0-280 16,0 86-24-16,0-48 136 15,-8 9-88-15,0 5-36 0,-1 0-36 0,-2 3-24 16,-1 6 16-16,0-4-64 0,0 0-12 0,1-4-128 15,2 1-112-15,-3-10-76 16,5-2-68-16,-2-10-112 0,5-4-16 16,0-8-61-16,0-11-35 0,4-5-220 0,0-4-412 15,0-10-820-15,0-13-916 0,0-2-1193 16,8-10 141-16,-4-2-1184 0,0 1 4976 16,1-15 225-16</inkml:trace>
  <inkml:trace contextRef="#ctx0" brushRef="#br0" timeOffset="-188615.028">30432 17047 1564 0,'0'0'8996'0,"0"0"-7463"0,0 0-765 15,0 0-156-15,0 0 672 0,0 0 160 0,0 0-256 16,0 0-160-16,0 0-240 0,0 0-224 16,80 88 12-16,-61-59 8 0,1 2-120 0,0 4-136 15,0 0-99-15,0 4-93 16,0-1-52-16,-4 0-36 0,4-1-40 15,-5 5-8-15,2-7 0 0,-6 0 0 0,2-10-8 16,-5-2 8-16,-4-5 0 0,-1-8-4 16,1-1-80-16,0-5 28 0,-4-4 56 15,4 0 120-15,-4-4-36 0,0-5 48 16,5-10-44-16,3-9 56 0,-1-13-60 0,1-11-84 16,1-8-36-16,-2-7-156 15,5-6-88-15,-3-3-48 0,2 4-197 0,1 2-23 16,0 9-108-16,4 6-116 0,-4 15-52 15,-4 5-104-15,0 9-572 0,-1 11-1264 16,-7 2-3729-16</inkml:trace>
  <inkml:trace contextRef="#ctx0" brushRef="#br0" timeOffset="-176469.431">22957 9681 1396 0,'0'0'432'0,"0"0"8012"15,0 0-7243-15,0 0-277 0,8-71-120 0,-4 55 568 16,0 1-72-16,-4 2-272 15,0 0-172-15,0 4-236 0,0-1-152 0,0 4-76 16,0 0-60-16,0 6 36 0,0 0-88 16,0 3-220-16,0 6-60 0,0 7-120 15,-11 6 56-15,2 7 64 0,-3 9-12 16,1 4-84-16,-2 5-40 0,2 0 52 0,-2-2-100 16,1-3-112-16,5-5 16 0,-2-5 68 15,5-6 80-15,0-4-92 0,-3-2 28 16,7-8 84-16,0 1-24 0,0-5-12 15,0-1-52-15,0 0 52 0,7-2 100 16,6-1 48-16,-2 3 124 0,5-5-112 16,4 2 48-16,-3-1 76 0,-2 2-60 15,-2 0-28-15,-2 4 16 0,1 0 156 16,-4 4 4-16,-4 6-64 0,0 9 0 16,-4 5-60-16,0 4-92 0,-4 5-4 15,-4 5 4-15,0-2-8 0,4-1-100 0,0-5-96 16,0-9 184-16,4-3-100 0,0-15-308 15,0-2-200-15,0-10-76 0,0 0-484 16,4-13-336-16,4-3-604 0,8-9-917 16,-4 5-2959-16,8-20 3216 0</inkml:trace>
  <inkml:trace contextRef="#ctx0" brushRef="#br0" timeOffset="-176094.17">23643 9785 3208 0,'0'0'9989'0,"0"0"-8553"16,0 0-768-16,0 0 416 16,-84 26 556-16,60-11-480 0,-4 5-412 0,8-2-260 15,-4 8-184-15,8-1-48 0,4 0-12 16,5 7-24-16,-2 0-88 0,9-4-120 16,0-3-12-16,0-6-76 0,9-2 16 15,-6-4-12-15,5-10-40 0,0 0 16 16,1-3 48-16,2 0 36 0,1 0-124 0,4-13-204 15,-4-3-28-15,4-3-12 16,-4-2 28-16,0-9-16 0,0 2 24 0,-1 0 72 16,-2 5 100-16,-1 1 12 0,-4 6 24 15,3 3 60-15,-7 6 68 0,4 5 8 16,1 2 48-16,-1 0 336 0,0 2-12 0,0 9 104 16,3 1-20-16,1 7-76 15,-3 3-40-15,3 4-24 0,-5 2 76 0,1 2-64 16,4 1-148-16,-4-3-180 0,1 1 0 15,-1-10-376-15,-4 0-392 0,3-10 12 16,1 1-4-16,-4-7-264 0,4-3-1184 16,4-3-2036-16,-4 0-1805 0,4-13 1133 0</inkml:trace>
  <inkml:trace contextRef="#ctx0" brushRef="#br0" timeOffset="-175953.557">23869 10046 2632 0,'0'0'1484'0,"0"0"5649"16,0 0-5657-16,0 0-496 0,0 0 704 0,0 0 108 15,49 72-316-15,-49-59-408 0,0 3-604 16,-5-4-360-16,-3-2-104 0,0 0-376 16,-3-7-460-16,2 3-420 0,-2-6-932 15,-1 0-2797-15,-4-3-3019 0</inkml:trace>
  <inkml:trace contextRef="#ctx0" brushRef="#br0" timeOffset="-175811.201">23789 9829 7020 0,'0'0'6725'16,"0"0"-5685"-16,0 0-272 0,0 0 688 16,80-5-156-16,-59 1-660 0,-2 1-396 0,1-3-244 15,1-4-368-15,-2 1-336 16,5-4-476-16,-8 3-1156 0,8-12-3685 16</inkml:trace>
  <inkml:trace contextRef="#ctx0" brushRef="#br0" timeOffset="-175420.628">24280 9499 1564 0,'0'0'10781'0,"0"0"-9249"16,0 0-1000-16,0 0 328 0,0 0 84 16,0 0-504-16,0 0-440 0,0 0-400 0,0 0 400 15,0 0 136-15,0 0 140 0,12 95-164 16,-12-57-52-16,0 4-48 0,-4 6 128 15,-4-1 84-15,4-5-64 0,0-4 100 16,0-6-24-16,4-7-40 0,0-6-96 0,0-4-100 16,0-2-48-16,0-3-124 15,4-4 36-15,4 0 24 0,0 4 48 0,0-3 64 16,0 0 4-16,4 1 48 0,-4 2 20 16,0-1 40-16,-1 4 48 15,2-1 52-15,-1 5 84 0,-1-2 120 0,1 5-84 16,-4-1-108-16,1-1-116 0,-1 5-60 0,-4-4-44 15,4 3-4-15,-4 0 0 16,0 1 8-16,-4-1-8 0,-5 0-92 16,1-3-152-16,1-3-76 0,-5 3-24 0,-1-7-88 15,2-5-176-15,-2 3-36 16,2-10-284-16,-1 0-928 0,-4-7-2753 0,8-3-2187 16</inkml:trace>
  <inkml:trace contextRef="#ctx0" brushRef="#br0" timeOffset="-175128.728">24595 9871 7536 0,'0'0'6685'16,"0"0"-5413"-16,0 0-276 15,0 0 632-15,0 0-312 0,0 0-556 16,0 0-396-16,0 0-240 0,79-72-4 0,-59 58-8 0,0 4-112 15,4 7 48-15,-4 3-12 0,0 0 24 0,-8 3-60 16,3 10 0-16,-2 6 4 0,-5 3 84 16,-1 4-4-16,-3 0 0 0,1 2-76 15,3-6 0-15,-4 0-4 0,3-9 4 16,2 0-8-16,-1-7-8 0,-1-3-40 16,5-3 44-16,1 0 4 0,2-6 0 15,1-7-176-15,0-3-388 0,4-3-204 0,4 0-44 16,0 0 444-16,0-1-944 0,-12 8-4180 15,7-1-5069-15</inkml:trace>
  <inkml:trace contextRef="#ctx0" brushRef="#br0" timeOffset="-174377.677">25475 9436 2904 0,'0'0'1004'16,"0"0"5452"-16,0 0-5115 0,0 0-329 15,0 0 72-15,0 0 584 0,0 0-36 16,0 0-408-16,0 0-448 15,0 0-356-15,-19 3-200 0,10 13-48 0,-3 3-64 16,-4 6-100-16,4 10 40 0,-4 0-40 16,8 3 56-16,1 4 32 0,-1-1 16 0,4 0-28 15,-1-3-84-15,5-8-4 16,0-5-56-16,0-10-28 0,5-3 16 16,-1-6-24-16,0 1-16 0,3 0-244 0,1-7 136 15,-4 5-48-15,5-5 108 0,2 7 96 16,-3 3 28-16,5 0 36 0,-2 2 8 15,-3 7 68-15,4 0 20 0,-4 7-8 0,0-4 144 16,1 6 0-16,-2-2 160 0,1 2 0 16,-8-2-232-16,4-1-88 0,0-2-24 15,-4-1-40-15,5-2-8 0,-5-6-108 16,0-3-16-16,3-3-240 0,-3-4-396 0,4-4-76 16,-4 0 80-16,4-10-152 0,0-5-448 15,4-8-1408-15,0-6-2325 16,-4 4-1595-16,4-19 5904 15</inkml:trace>
  <inkml:trace contextRef="#ctx0" brushRef="#br0" timeOffset="-174043.72">25758 9312 8564 0,'0'0'5565'0,"0"0"-4765"0,0 0-512 15,0 0 340-15,24 89 1284 0,-20-54-160 16,0 0-448-16,0 6-400 0,-4 0-239 0,0 0-217 15,0 8-132-15,0-9-160 0,-4 5-144 16,0-4-12-16,0-9-84 0,4-4-24 16,0-11-120-16,0-6-100 0,0-4 24 0,12 0 48 15,-4-2 100-15,0 2 23 16,8 0 57-16,0-1 68 0,0 4 0 16,-1-1 0-16,2 1 0 0,-2 2 4 0,-2-2-68 15,2 0 68-15,2 2 4 0,-2 1 44 16,-7-3 12-16,1-3-52 0,-6-2 4 15,1 2 68-15,-4-1-4 0,0 1-24 16,-7 1 49-16,-6 6-97 16,1-3 0-16,-4 3 0 0,1-4-68 15,-6-1-89-15,2 0-87 0,3-5 12 0,-1-4-48 16,6 0-220-16,-5-7-308 0,4-8-212 16,4-2-500-16,0-4-1184 0,4 2-2341 15,4-11-1907-15</inkml:trace>
  <inkml:trace contextRef="#ctx0" brushRef="#br0" timeOffset="-173852.077">26133 9811 4364 0,'0'0'7369'0,"0"0"-5693"0,0 0-824 15,0 0 600-15,0 0 236 0,0 0 116 16,0 0-580-16,0 0-480 0,47 79-332 16,-47-60-83-16,-4 6 35 15,1 0 72-15,3 4-204 0,-4 0-28 0,0 0-120 16,-1-4-84-16,-3 0-324 0,4-6-476 15,4-3-185-15,-3-3-3 0,3-10-228 0,-4-3-1100 16,0-7-3036-16,0-8-3485 16</inkml:trace>
  <inkml:trace contextRef="#ctx0" brushRef="#br0" timeOffset="-173687.567">26073 9599 7248 0,'0'0'4785'0,"0"0"-2553"15,0 0-1172-15,0 0 376 0,0 0 348 16,0 0-628-16,0 0-680 0,0 0-356 0,0 0-120 16,0 0-220-16,0 0-256 0,47-27-408 15,-39 21-588-15,1 3-1520 16,-1 0-3873-16</inkml:trace>
  <inkml:trace contextRef="#ctx0" brushRef="#br0" timeOffset="-172679.493">26053 9934 2384 0,'0'0'260'16,"0"0"2384"-16,0 0 1828 0,0 0-3075 16,0 0-537-16,0 0 340 0,0 0 312 15,0 0-228-15,0 0-120 0,0 0-404 0,0 0-292 16,0-9-112-16,0 9-84 0,4 0-64 15,4-3 0-15,0-7-12 0,4-3 48 16,-4 4-36-16,4-5-72 0,0 2-24 16,-5 3-16-16,6 3 12 0,-5-4 4 0,-5 3-40 15,5 4-12-15,-4-2-48 0,1 5 48 16,-5 0-60-16,0-4-52 0,4 4 4 16,0 0 44-16,-1 0-4 0,1 0 4 15,0 0 4-15,4 4 112 0,1-2 32 0,-2 8-32 16,-3 0-52-16,4 1 12 15,-3 6 12-15,-1-1-8 0,-1 3 8 16,-3-3 0-16,0 3-36 0,4-4-36 0,-4 5 48 16,0 0-48-16,4 1-4 15,-4 2 0-15,0-2 4 0,0 5 0 16,0 2-8-16,0-2-4 0,0 6-4 0,0-1 4 16,0 1 4-16,0-3 56 15,0-4 1-15,0 0 11 0,0-2 28 0,0-5-52 16,-4 2-40-16,0-5 4 0,4-2 72 0,-3-2-76 15,-1-5 40-15,-1-1-36 16,1-2-8-16,4-3-4 0,-4 0-180 0,4 0-52 16,-4 0-49-16,4-6-243 0,-4-7-60 15,1-8-76-15,-6-12-88 0,1-8-684 16,4 6-1640-16,-3-30-4481 0</inkml:trace>
  <inkml:trace contextRef="#ctx0" brushRef="#br0" timeOffset="-172282.746">26412 9340 1656 0,'0'0'12609'0,"0"0"-11081"16,0 0-1060-16,0 0 228 0,0 0 632 15,0 0-452-15,75-31-192 0,-63 28-204 16,0 3-236-16,-4 0-112 0,0 0-8 15,0 6 92-15,-4 7-20 0,0 6-24 0,-4 6-64 16,0 7-36-16,-4 3-60 0,-4 5-12 16,-4-1-12-16,4-1 4 0,1-3-40 0,2-6 0 15,1-7 36-15,4-4-112 0,0-1 28 16,4-1-12-16,4 0-16 16,4-4 4-16,0 1 116 0,4 0-68 0,-4 0-28 15,4 2 96-15,-1 1 4 0,6 0 12 16,-10 4 60-16,6-5-8 0,-6 1-16 15,-2 0 12-15,2 3-12 0,-7 0 220 16,0 0-84-16,0 3-100 0,-4 3-24 16,0-1-12-16,-8 1-44 0,1 2-4 15,-10-2-8-15,2 2-256 0,-5-5-40 16,-5 3-124-16,-3 1-160 0,1-3-120 16,-4-4-264-16,-6 2-592 0,10-5-1588 15,-25 10-4789-15</inkml:trace>
  <inkml:trace contextRef="#ctx0" brushRef="#br0" timeOffset="-170457.563">22687 10563 3452 0,'0'0'1276'0,"0"0"3636"0,0 0-3764 0,0 0-243 15,0 0-37-15,0 0 220 0,0 0 0 16,0 0-56-16,0 0-288 0,0 0-368 0,0 0-16 16,23 15 336-16,1 6-32 15,4 4-244-15,0 6-88 0,4 7-28 0,-1 6-68 16,1 4-28-16,-4 6-40 15,0 7-104-15,0-2-64 0,-4 0-4 0,-1-6-4 16,2-12-80-16,-5-12 80 0,-5-6-40 16,-2-15 48-16,2-2-12 0,-2-6 12 15,-2 0 8-15,1-2 88 0,1-8 4 16,-2-6 56-16,-3-6 140 0,4-3-40 0,-4-10-124 16,0-1-132-16,1-1-56 15,-6-1-44-15,1-1-20 0,0 4-16 0,0 1-80 16,-4-1-40-16,0-1 20 0,4 5-56 15,-4 2 60-15,0 4-100 16,0 3-60-16,0 6-200 0,0 4-336 0,-4 1-764 0,-4 5-1032 16,-4 6-2625-16,4 0-959 15,-7 3 5200-15</inkml:trace>
  <inkml:trace contextRef="#ctx0" brushRef="#br0" timeOffset="-170272.613">22969 10906 11349 0,'0'0'1948'0,"0"0"-1048"0,0 0 136 0,0 0 472 0,0 0-312 15,0 0-336-15,0 0-84 0,0 0-164 16,0 0-296-16,92-6-208 0,-73 2-108 0,-2 1-12 16,7 0-76-16,-5-4-352 15,5 0-392-15,-4 2-264 0,5-8-820 16,-6 6-2876-16,5-1-3461 0</inkml:trace>
  <inkml:trace contextRef="#ctx0" brushRef="#br0" timeOffset="-169953.051">23703 10801 6064 0,'0'0'6209'0,"0"0"-4689"15,0 0-708-15,3 67-56 0,-6-45 636 16,-2-3-248-16,1-6-452 0,0-1-508 15,4-5-184-15,-4-1-96 0,4-6 88 16,0 0 4-16,0 0-232 0,0-3-108 16,0-7 44-16,8-2 40 15,1-7-112-15,-2-1 0 0,1-1-128 0,5 2 8 16,-2 0 176-16,5 6 104 0,-4 6 48 0,3 2 164 16,-2 5 24-16,2 0 264 0,-2 0 4 15,2 5 132-15,2 5 192 0,-6 0-216 16,1 2-140-16,-3-2-60 0,-2 2 36 15,1-2-124-15,0-2-112 0,-3 3-136 0,-1-5-536 16,-1 1-212-16,5-4-352 0,-4 0-1232 16,5-3-2669-16,-2 0-1935 0,5-6 6729 15</inkml:trace>
  <inkml:trace contextRef="#ctx0" brushRef="#br0" timeOffset="-169801.356">24296 10824 5776 0,'0'0'5745'0,"0"0"-3929"15,0 0-1000-15,0 0-8 0,4 76 964 16,-8-54-244-16,-4 0-592 16,-4 0-472-16,4 1-328 0,0-8-136 0,0 1-52 15,0-6-96-15,4-3-356 16,4-1-332-16,-4-6-204 0,4 0-552 0,0 0-1556 16,8-13-3857-16</inkml:trace>
  <inkml:trace contextRef="#ctx0" brushRef="#br0" timeOffset="-169470.352">24973 10490 2736 0,'0'0'12397'16,"0"0"-10813"-16,0 0-1272 0,0 0 332 0,0 0 812 15,0 0-168-15,0 0-604 0,0 0-516 16,76 41-120-16,-56-41 16 0,0-6 8 15,3-7-72-15,1 1-192 0,0-7-112 16,4 3-60-16,-7 2 8 0,2 2 76 16,-3 2 24-16,-4 7 48 15,0 3 72-15,-1 6 12 0,-2 11 124 0,2 5 48 16,-2 7 148-16,-2 5 248 0,-3 1-224 16,1 0-64-16,-9 4 64 0,0-1-72 0,0-4-100 15,0 1-48-15,-4-3-8 16,-1-10-40-16,1-6 36 0,0-6-76 0,1-4-336 15,-1-3-228-15,-4 1-84 0,-4-4-240 16,0 0-748-16,-1 0-1440 0,-2 0-2485 16,-1-4-1299-16</inkml:trace>
  <inkml:trace contextRef="#ctx0" brushRef="#br0" timeOffset="-169310.401">25025 10818 1552 0,'0'0'10617'0,"0"0"-8577"0,0 0-1304 0,0 0-196 16,0 0 344-16,0 0 620 0,0 0-88 15,0 0-384-15,96-33-668 0,-68 24-268 0,-1-3-88 16,-3 1-8-16,-4-1-132 16,1 2-432-16,-6 4-108 0,1-1-52 15,-8 1-152-15,-4 6-556 0,0 0-1232 0,-4 3-2441 16,0 0-907-16</inkml:trace>
  <inkml:trace contextRef="#ctx0" brushRef="#br0" timeOffset="-169185.169">25144 10995 940 0,'0'0'11117'0,"0"0"-9389"16,0 0-1160-16,0 0 80 0,0 0 444 0,0 0-152 0,0 0-292 16,84 19-252-16,-60-32-384 0,0-3-12 15,-4-10-608-15,4 1-612 0,-4-3-876 0,-5 3-3045 16</inkml:trace>
  <inkml:trace contextRef="#ctx0" brushRef="#br0" timeOffset="-168972.592">25890 10618 4104 0,'0'0'10941'0,"0"0"-9145"0,-28 82-1100 16,19-48 516-16,-6 8 236 0,3-4-436 16,0-1-331-16,0-5-401 0,4-3-280 15,0 0-68-15,0-11-128 0,4 1-425 0,4-8-95 16,-4-8-20-16,4-3-48 15,0 0-436-15,0-14-1132 0,0 0-1776 0,4-9-969 16,4-3 153-16,-4 7 3637 0</inkml:trace>
  <inkml:trace contextRef="#ctx0" brushRef="#br0" timeOffset="-168783.463">25853 10683 1500 0,'0'0'1932'0,"0"0"6453"0,0 0-6293 16,0 0-852-16,0 0-472 15,0 0 48-15,65 86 56 0,-54-54-156 0,5 3-12 16,-4-3-164-16,4 0-52 0,0-7 112 15,0-3-236-15,0-5-192 16,4-5-88-16,-4-6-24 0,4-6 112 0,-1 0 36 16,2-10-208-16,-5-5-160 0,-1-8-120 15,2-5-12-15,-6-7-292 0,1 3-112 16,4-6-152-16,-8 1-300 0,5 1-676 16,-9 8-1384-16,3-14-4025 0</inkml:trace>
  <inkml:trace contextRef="#ctx0" brushRef="#br0" timeOffset="-168276.438">27192 10588 704 0,'0'0'13625'0,"0"0"-11925"0,0 0-1548 15,0 0 252-15,0 0 168 0,0 0-12 0,0 0-80 16,-83 77-316 0,71-52-164-16,-1-3 4 0,10-3-4 0,-5 0-44 0,8-3 44 15,0-4 52-15,8-1 108 0,4-8-136 16,4-1-24-16,0-2-124 0,8 0 64 16,-5 0 56-16,5 0-60 0,1 0 52 15,-6-2-60-15,1 2 72 0,-3 0-52 0,-6 0 48 16,1 0 4-16,-4 0 184 15,-4 7 116-15,0 1 104 0,-4 3 148 16,0 3 256-16,0 3-468 0,-8-1-180 0,0 2-52 16,-8 2-44-16,4-1-64 0,-4 0-88 15,0-3-56-15,4-4-224 16,5-5 40-16,3-5-52 0,4-2-88 0,0-12-168 0,0-10-192 16,0-10-340-16,7-9-744 15,5-10-2825-15,-3 9-4843 0,6-27 9332 16</inkml:trace>
  <inkml:trace contextRef="#ctx0" brushRef="#br0" timeOffset="-168071.709">27711 10255 4164 0,'0'0'11673'0,"0"0"-10369"16,0 0-992-16,19 89 604 0,-14-51 1120 16,-5 4-379-16,4-1-341 0,-1 0-588 0,5 0-464 15,-4-6-132-15,9 1-52 16,-6-5-80-16,5-4-120 0,-4-3-144 0,0-6-148 15,-4-2 0-15,0-6 4 0,0-4-100 16,-4-3-113-16,0 1-107 0,0-4-420 16,-12 0-684-16,0 2-1356 0,-8-2-1917 15,0 0-139-15</inkml:trace>
  <inkml:trace contextRef="#ctx0" brushRef="#br0" timeOffset="-167957.407">27543 10639 1564 0,'0'0'11185'0,"0"0"-9049"0,0 0-1772 16,0 0-124-16,0 0 904 0,0 0 460 15,0 0-584-15,91-40-356 0,-63 29-276 16,4-1-192-16,0-1-156 0,0-3-40 16,0-3-476-16,-4 3-600 0,0 0-668 15,-4 3-3376-15,8 1-5957 0</inkml:trace>
  <inkml:trace contextRef="#ctx0" brushRef="#br0" timeOffset="-167463.613">28233 10468 5176 0,'0'0'8'0,"0"0"5965"0,0 0-4601 16,0 0-796-16,0 0 148 0,0 0 808 15,0 0-200-15,24 69-400 16,-17-30-352-16,1 3-184 0,-4 2 0 0,9 6 68 16,-10-3 100-16,5 5-232 0,0 2-176 15,0-4-148-15,-4 4 44 0,4-3-52 16,-4-3-60-16,8-4-60 0,-4-3-4 15,0-2-268-15,4-8-144 0,-5 1-204 16,2-9-36-16,-1-5-268 0,-1-5-816 0,2-3-1264 16,-1-7-2633-16,0-3-282 0</inkml:trace>
  <inkml:trace contextRef="#ctx0" brushRef="#br0" timeOffset="-165744.587">29085 10883 4728 0,'0'0'7317'0,"0"0"-5313"0,0 0-1052 16,0 0-188-16,0 0 804 15,0 0-284-15,0 0-424 0,0 0-468 16,0 0-256-16,0 0-76 0,80 54-48 0,-76-47-12 16,3-1 0-16,2 1-12 15,-5 0-36-15,0 1 36 0,0 5-72 0,-4-3-76 16,0-1-196-16,0 1-220 0,0 0-164 16,0-8-116-16,-4-2-272 0,4 0-508 15,-4 0-708-15,-4-6-2561 0,3 0-1519 16,-2-7 6416-16</inkml:trace>
  <inkml:trace contextRef="#ctx0" brushRef="#br0" timeOffset="-164605.318">28886 10706 3940 0,'0'0'456'0,"0"0"4020"0,0 0-2872 0,0 0-727 15,0 0-429-15,0 0 196 16,0 0 108-16,-88-77-76 0,76 68-144 0,0 0-204 16,0 2-60-16,1 4 8 0,-6 1 100 15,10-3-36-15,-6 5 64 0,1 0-4 16,5 0 36-16,-2 7-176 0,-2-1 12 15,3 5-24-15,0 3 12 0,-1 9-40 0,2-2-32 16,3 12 68-16,0-1 28 16,4 3 48-16,-4 3-28 0,4-1-60 0,0-1-120 15,0-5-64-15,4-8-48 16,0-5 52-16,0-8-16 0,3-1-36 0,2-9 60 16,-1 0-12-16,0 0-60 15,3-9-168-15,2-3-88 0,2-4-4 0,-2-7-44 16,-2-2-64-16,6-3-12 0,-6-1-140 15,1 0 0-15,-4 0 76 0,4 4 108 0,-4 0 12 16,0 6 124-16,-4 3 200 0,0 4 84 16,-4 5 64-16,0 4 40 15,4 3 184-15,-4 0 100 0,0 5-176 0,4 9-12 16,-4 5-36-16,4 3-28 0,-4 6-32 16,4 2 44-16,-4 1-36 0,3 0-60 0,2-1-88 15,-1-2-48-15,0-6-72 16,4-6-52-16,-4 1-24 0,4-9-108 15,0-2-436-15,0-2-148 0,-1-1-96 0,2-3-636 16,3 0-1240-16,-8 0-2669 0,7-7-623 16</inkml:trace>
  <inkml:trace contextRef="#ctx0" brushRef="#br0" timeOffset="-163905.139">28989 10918 3796 0,'0'0'612'16,"0"0"-80"-16,0 0 2148 0,0 0-1628 15,0 0-984-15,0 0 152 16,0 0 0-16,0 0 100 0,0 0 224 0,0 0-52 15,0 0-196-15,16-22 41 0,-12 19 111 16,0 0 156-16,4 0 216 0,-4-1-20 0,4 2-36 16,-4-3-60-16,4 0-12 15,0-1-76-15,0 3-104 0,0-1-76 16,0 1-92-16,0-1-144 0,4 4-64 16,-4 0 12-16,0 7 96 0,4 6 16 0,0 3 36 15,-5 9-28-15,-3 0-96 16,5 4 36-16,-5 4 76 0,-4-2 44 0,0-3 36 15,4 1-168-15,0-4-96 0,-4-3 8 16,3-6 24-16,6-2-44 0,-5-6-76 16,4-4 36-16,-4-4 24 0,-1 0-72 15,1-4-108-15,5-8-124 0,-5-7-24 0,3-3-84 16,1-4-172-16,-4 1-176 16,0-4-196-16,-4 4-216 0,0-4-816 0,0 8-2288 15,-4-12-2293-15</inkml:trace>
  <inkml:trace contextRef="#ctx0" brushRef="#br0" timeOffset="-163741.65">29033 10655 3708 0,'0'0'10065'0,"0"0"-8129"0,0 0-1092 0,0 0 496 16,0 0 264-16,0 0-396 0,0 0-552 15,0 0-388-15,0 0-260 0,0 0-8 16,76-4-144-16,-64 2-308 0,4-1-412 0,0 0-140 15,0 3-404-15,-4 0-1660 16,0 0-4149-16,-172 12-263 0</inkml:trace>
  <inkml:trace contextRef="#ctx0" brushRef="#br0" timeOffset="-163333.549">29563 10959 3664 0,'0'0'7721'16,"0"0"-5861"-16,0 0-780 0,0 0-184 0,0 0 600 15,0 0-352-15,0 0-352 0,96 7-216 16,-76-4-208-16,3-3-172 0,-3 0-104 15,4 0-92-15,-3-3-96 0,-6-6-196 16,5-1-348-16,0-6-100 0,-4-3-216 16,0-3-636-16,4-6-1464 0,-9 5-3101 15</inkml:trace>
  <inkml:trace contextRef="#ctx0" brushRef="#br0" timeOffset="-162947.176">29930 10439 5064 0,'0'0'3988'0,"0"0"573"16,0 0-3493-16,0 0-668 16,0 0 208-16,0 0 908 0,0 0-120 15,15 73-400-15,-2-38-444 0,-5 6-100 0,3 0 132 16,-2 1 169-16,-5 2-389 16,-1 0-248-16,-3 1-116 0,0 0-12 15,0-4-72-15,-3-6-60 0,-1-3-40 0,0-11 3 16,4 0 9-16,0-9-80 0,0-3-16 0,0-5 12 15,0-4 0-15,0 0-64 16,8 0-96-16,-1 0 260 0,10-6 80 16,-2 2 76-16,5-3-4 0,0 1 4 0,0 4-4 15,0-2 4-15,0 1-8 16,-4 3-52-16,-4 0 48 0,0 0 12 16,-4 0 92-16,0 3 68 0,-1 3 108 0,-7-3 4 15,0 4-4-15,0 2 48 0,0-3-48 16,0 7-100-16,-7-4-68 0,-1 1-40 15,-5-3-60-15,2-1-128 0,-5-3-228 16,4 1-192-16,0-4-64 0,4 0-120 0,0-4-464 16,0 1-928-16,4-3-1776 0,4-4-1977 15</inkml:trace>
  <inkml:trace contextRef="#ctx0" brushRef="#br0" timeOffset="-161726.939">30332 11090 2400 0,'0'0'1460'15,"0"0"4500"-15,0 0-4643 0,0 0-905 16,0 0 152-16,0 0 756 0,0 0 48 16,0 0-284-16,0 0-516 0,0 0-444 0,12-3-12 15,-8-1 100-15,0 4 12 0,0-2-88 16,0 2-12-16,0-3 12 16,0 3 0-16,0 0-24 0,-4-4 0 0,4 4 12 15,-4 0-12-15,0 0 0 0,0 0 24 16,0 0-28-16,0 0 16 0,0 0-48 15,0 0-28-15,0 0-36 0,0 0 36 16,0 0 4-16,0 0-48 0,0 0-4 0,0 0 0 16,0 0-8-16,0 0 0 15,0 0 0-15,0 0-8 0,0 0 8 0,0 0-4 16,0 0 4-16,0 0 4 0,0 0-80 16,0 0-76-16,0 0-16 0,0 0 56 15,0 0 32-15,0 0 12 0,0 0 28 16,0 0 40-16,0 0-4 0,0 0 8 0,0 0 0 15,0 0 0-15,0 0 4 0,0 0 4 16,0 0 0-16,0 0 0 16,0 0 4-16,0 0 52 0,0 0 64 0,0 0-36 0,0 0-16 15,0 0 4-15,0 0 48 16,0 0-24-16,0 0-92 0,0 0-8 16,0 0 0-16,3 0 4 0,-3-3 104 0,5 3-108 15,-5 0 0-15,4 0-60 16,-4 0-40-16,4 0 100 0,0 0 0 0,0 3 8 15,0 1-8-15,-1 1-12 0,1 2 4 16,1-1 0-16,3 4 8 16,-4 6 48-16,0-4 4 0,-1 7 8 0,1-3 4 15,-4 4 8-15,5-2-12 0,-5 1 88 16,0-2-48-16,4-5 8 16,-4-2 4-16,4-7-64 0,-4-3-48 0,4 0 4 0,0 0 96 15,-1-3-28-15,5-7-72 16,1-2-208-16,2-5-160 0,1-5-24 15,-3-4-128-15,2 1-212 0,-3-6-544 0,1 2-232 16,-6 1-632-16,-3 0-2073 0,0 5-3403 16,-3-6 7172-16</inkml:trace>
  <inkml:trace contextRef="#ctx0" brushRef="#br0" timeOffset="-161567.651">30348 10818 6824 0,'0'0'4173'0,"0"0"-1485"0,0 0-1532 0,0 0-364 16,0 0 600-16,0 0-336 0,0 0-428 16,0 0-380-16,0 0-248 0,80-11-332 15,-64-2-160-15,0-3-352 0,0-3-508 16,-1 7-1444-16,2-10-3953 0</inkml:trace>
  <inkml:trace contextRef="#ctx0" brushRef="#br0" timeOffset="-161304.365">30647 10483 4760 0,'0'0'7793'0,"0"0"-5757"0,0 0-1112 16,0 0-400-16,0 0 644 0,0 0 216 16,0 0-364-16,0 0-360 15,20 64-244-15,-16-35-40 0,4-1 40 0,-1 7 193 0,2 2-357 16,-1 9-128-16,-1 1-124 15,-3 8 4-15,0-3-4 0,1 6-64 16,-5 0 52-16,0-2-132 0,4-4-220 16,0-5-85-16,3-5-15 0,-3-11 0 15,4-5-172-15,1-4-36 0,-2-7-180 16,5-5-896-16,-7 0-1448 0,-1-4-3173 0</inkml:trace>
  <inkml:trace contextRef="#ctx0" brushRef="#br0" timeOffset="-160746.245">31204 10715 6856 0,'0'0'5965'0,"0"0"-4233"0,0 0-1176 16,0 0-468-16,0 0 604 15,0 0 920-15,0 0-276 0,0 0-564 16,0 0-772-16,0 0-184 0,0 0 172 0,-71 77 12 15,51-49 4-15,4 7 8 0,4 3-12 16,4 0 76-16,-4-3-28 0,9 0-44 16,3-4 4-16,0-5 88 0,0-3 16 15,11-4 60-15,5-4-16 0,0 1-44 16,4-3 24-16,0 0-64 0,4-4-60 0,0-3-12 16,0-2-36-16,4-2-220 15,-5-2-64-15,5-2-144 0,-4-8-116 16,0-3-24-16,-4-3-164 0,0 1-568 0,-4-7-1216 15,0 0-2605-15,-5 2-2971 0,-2-12 7897 16</inkml:trace>
  <inkml:trace contextRef="#ctx0" brushRef="#br0" timeOffset="-160518.66">31528 10518 8444 0,'0'0'6965'0,"0"0"-5457"0,0 0-1200 15,0 0-304-15,0 0 600 16,0 0 776-16,31 74-264 0,-15-37-424 16,-4 2-312-16,0 2-104 0,0 0-55 0,-4 1-25 15,0-8-196-15,0 5-12 16,-8-8-136-16,4 1-425 0,-4-3-167 16,0-4-228-16,-4 0-236 0,-4-2-944 0,0-5-2044 15,0-4-1633-15,-4 2-458 0</inkml:trace>
  <inkml:trace contextRef="#ctx0" brushRef="#br0" timeOffset="-160344.92">31464 11119 3980 0,'0'0'5220'16,"0"0"-367"-16,0 0-3713 0,0 0-488 16,0 0 940-16,0 0-136 0,79-36-240 15,-59 24-524-15,4-1-360 0,0-2-200 16,0-2-124-16,0 2-8 0,-4-4-316 15,-1 3-304-15,-2-3-240 0,-6 3-108 0,6 3-508 16,-9 0-1368-16,-5 7-2761 16,-3 0-2711-16,0 6 8049 0</inkml:trace>
  <inkml:trace contextRef="#ctx0" brushRef="#br0" timeOffset="-160071.211">31663 11283 7372 0,'0'0'6757'0,"0"0"-5469"15,0 81-908-15,0-56 288 0,0 4 700 16,0-10-196-16,0-1-484 0,4-8-556 16,-4-4-132-16,3-3-96 0,6-3 88 15,3 0-4-15,-1-9-160 0,6-8-12 0,-2-5-124 16,5-3 24-16,1 0 12 0,-2 2-24 16,1 1 88-16,-3 3 108 0,-2 3 52 15,-3 3 44-15,0 8 4 16,-4 1 36-16,-4 4 284 0,0 0 52 15,-1 4-100-15,-3 1-124 0,5 2-144 0,-1 3-4 16,-4-1-64-16,0 4-72 16,0-1-220-16,0 4-236 0,0-2-280 0,0 0-468 15,-4 3-1220-15,-1-1-1725 0,2-4 405 0</inkml:trace>
  <inkml:trace contextRef="#ctx0" brushRef="#br0" timeOffset="-159459.756">27838 11709 1240 0,'0'0'6368'0,"0"0"-3132"16,0 0-1499-16,0 0-741 0,0 0 44 0,-4-70 256 16,8 68-268-16,0 2-344 0,4 0-188 15,4 6-52-15,7 2 208 0,9 12-100 16,0 5-112-16,0 11-124 0,0 1-84 15,-4 8-48-15,1 6-112 0,-6-4-64 16,-3 5-8 0,4-5-8-16,-8-6 4 0,4-6-68 0,-4-10-12 15,0-5 72-15,-5-8-52 0,2-6 64 0,-1-3 0 16,-1 1 0-16,-3-4 100 0,4-4 20 0,5-8 28 16,-6-4 8-16,5-6-20 0,0-3-28 15,4-7-24-15,-4-3 4 16,4 0-84-16,-4 0-4 0,4 0-76 0,-4 0 16 15,0-3-132-15,3 6-260 0,-6-2-120 0,-1 4-152 16,-4 5-184-16,-4 6-192 16,0 4-1076-16,-4 8-1912 0,-8 4-1869 0</inkml:trace>
  <inkml:trace contextRef="#ctx0" brushRef="#br0" timeOffset="-159270.147">28081 12001 260 0,'0'0'7980'0,"0"0"-5508"0,0 0-531 0,0 0-209 0,0 0-56 16,0 0-452-16,0 0-332 0,0 0-300 15,0 0-148-15,0 0-88 16,0 0-208-16,96-60-148 0,-76 47-76 0,-1 0-96 16,1 4-84-16,5-1-384 0,-6 1-300 15,1 3-392-15,4-1-1120 0,-4 4-2601 16,0 0-3531-16,8 0 8373 0</inkml:trace>
  <inkml:trace contextRef="#ctx0" brushRef="#br0" timeOffset="-158711.737">29332 11896 6200 0,'0'0'288'0,"0"0"4817"15,0 0-3733-15,0 0-980 0,0 0 284 0,0 0 488 16,0 0-236-16,0 0-260 0,0 0-196 16,0 0-76-16,59-59-84 0,-46 59-28 0,-1 6 24 15,-5 2-112-15,6 9-24 16,-5-1 40-16,-5 6-16 0,5-3-76 0,-3 3-20 16,-1-3-16-16,-4 0 40 0,4-3-28 15,-4-3-32-15,0-1-16 0,0-5-44 16,0-3-4-16,0-2-12 15,0-2-48-15,0 0-432 0,-4 0-84 0,-5-6-204 0,1-4-520 16,-3-2-968-16,-2-4-2925 16,6-1-3271-16,-9-4 7968 0</inkml:trace>
  <inkml:trace contextRef="#ctx0" brushRef="#br0" timeOffset="-158571.773">29292 11700 4120 0,'0'0'7865'0,"0"0"-6713"0,0 0-580 0,0 0 696 0,0 0 244 16,0 0-592-16,0 0-472 0,92-4-280 16,-76 1-168-16,3 0-332 0,2-3-464 15,-1 3-548-15,-5 0-1100 16,9 3-4417-16</inkml:trace>
  <inkml:trace contextRef="#ctx0" brushRef="#br0" timeOffset="-158288.347">29930 11808 9804 0,'0'0'5977'0,"0"0"-5173"0,0 0-744 16,0 0 40-16,0 0 412 0,0 0 332 16,79 35-104-16,-67-32-448 0,4 0-180 15,-4-3-104-15,-4 2-8 0,4 2-48 0,-7-1-12 16,-2 4 12-16,-3-1 48 15,0 7 100-15,0 3-100 0,-8 6-48 16,-4 3-16-16,1-3 64 0,-6 4 48 16,2-1-36-16,-6-2-12 0,1-1-64 0,-4-3-120 15,5 0-48-15,-5-7-104 16,0-2-180-16,4-1-156 0,4-9-188 0,4 0-488 16,0 0-1696-16,8-2-3913 0,0-8 2061 15</inkml:trace>
  <inkml:trace contextRef="#ctx0" brushRef="#br0" timeOffset="-158021.968">30603 11719 4636 0,'0'0'184'0,"0"0"7401"16,0 0-6297-16,0 0-920 0,-20 89 180 15,8-54 1076-15,0 3-204 16,-4 3-428-16,0 1-464 0,1 2-236 0,-6-3-84 16,6 3-12-16,-1 2-72 15,0-2-116-15,-4-6-8 0,3-7-136 16,6-5-316-16,-1-11-188 0,4-2-76 0,4-10-52 0,0-3-164 16,0-9-532-16,0-4-1772 15,4-9-2009-15,0 6-631 0,0-17 5472 16</inkml:trace>
  <inkml:trace contextRef="#ctx0" brushRef="#br0" timeOffset="-157804.472">30571 11823 3816 0,'0'0'8785'16,"0"0"-7077"-16,0 0-1052 0,0 0-40 0,60 73 752 16,-44-41-116-16,0 0-352 0,3 3-212 15,-2-4-160-15,-2 1-128 0,2-3-144 16,-2-7-108-16,-2-3-148 0,-2-3 0 15,2-7 0-15,-6-2 0 0,1-7 4 16,0 0 116-16,4-13-48 16,-4-6-24-16,4-6-44 0,0-10-4 0,4-10-68 15,-4-6-188-15,4-2-340 0,-4-4-200 16,0-1-184-16,-1-2-632 0,-2 16-2440 16,-1-13-3489-16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32767" units="deg"/>
          <inkml:channel name="T" type="integer" max="2.14748E9" units="dev"/>
        </inkml:traceFormat>
        <inkml:channelProperties>
          <inkml:channelProperty channel="X" name="resolution" value="3854.94116" units="1/cm"/>
          <inkml:channelProperty channel="Y" name="resolution" value="5461.1665" units="1/cm"/>
          <inkml:channelProperty channel="F" name="resolution" value="91.01945" units="1/deg"/>
          <inkml:channelProperty channel="T" name="resolution" value="1" units="1/dev"/>
        </inkml:channelProperties>
      </inkml:inkSource>
      <inkml:timestamp xml:id="ts0" timeString="2023-06-27T08:33:32.341"/>
    </inkml:context>
    <inkml:brush xml:id="br0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2482 1969 3324 0,'0'0'80'15,"0"0"-80"-15,0 0 4616 0,0 0-2828 16,0 0-331-16,0 0-57 0,0 0-48 15,0 0-176-15,0 0-4 0,0 0-40 16,0 0-92-16,0 8-80 0,0-8-92 16,0 0-148-16,-5 0-188 0,-2 0-227 0,-5 0-145 15,-1 0-112-15,2 0 24 0,-1 0 12 16,-4 0-32-16,4 0-52 0,0 0-4 16,-4 0 4-16,4 0 12 0,0 4-12 0,1 3-12 15,-2 1-108-15,2 5-76 16,-1 6-33-16,-1 4 57 0,2 2 52 0,2 7 60 15,1-1-88-15,5 4 148 0,-1-6 68 16,4 0-56-16,0-1-12 16,4-6 4-16,3-6-4 0,-3 0 148 0,5-9-64 15,-1-1-36-15,-5-3-48 0,10-3-60 16,-1 0 24-16,-1-3 36 16,5-7 0-16,0-5-12 0,4-8-120 0,-4-5-160 15,0-7-64-15,-1-4-8 16,-2-1 84-16,-1-2-16 0,0 1 28 15,-4-4-64-15,3-1-72 0,2-9-104 0,-5 1-48 0,-1-4 24 16,-3 1-128-16,0-6-284 0,-4 0-268 16,0-1-340-16,-4 4 180 0,-3 3 263 15,3 2 153-15,-4 11 296 0,4 3 556 16,-1 12 104-16,1 10 880 0,4 3 140 0,0 7-143 16,0 6-17-16,0 3 48 0,0 0 96 15,0 0-44-15,0 0-304 16,0 5-76-16,0 12-292 0,0 6-140 0,0 14 40 0,0 11-12 15,0 13 156-15,4 5 176 16,1 13-112-16,3 4-160 0,0 2-16 16,-1 4-108-16,2-3 8 0,-1-7 28 15,-1-12-148-15,1-10-96 0,-3-16 44 16,-1-9-68-16,0-9 20 0,-4-8-96 0,0-8-260 16,0-4-264-16,0-3-148 0,0 0-304 15,-4-6-392-15,-5-7-1216 16,1 1-3725-16</inkml:trace>
  <inkml:trace contextRef="#ctx0" brushRef="#br0" timeOffset="226.956">1960 1809 1772 0,'0'0'11033'15,"0"0"-9137"-15,-12 83-1568 0,12-42-176 16,0 14 740-16,3 1 656 0,10 8-448 15,2-1-400-15,2 4-236 0,2-1-228 0,1-1-56 16,-3-2-180-16,2-6 0 16,1-7-304-16,4-1-52 0,-4-11-232 15,0-7 72-15,4-9-28 0,-5-12-52 0,6-7-112 16,-1-3-472-16,0-19-720 0,0-13-544 16,-5-9-1513-16,-2 10-1139 15,2-34 2985-15</inkml:trace>
  <inkml:trace contextRef="#ctx0" brushRef="#br0" timeOffset="425.357">2896 1809 2460 0,'0'0'8204'0,"0"0"-7367"0,99 7-605 0,-63 5 872 15,9 11 1004-15,-10 6-852 0,1 2-504 16,-8 7 32-16,0 7 116 0,-4 2-260 16,-5 4-76-16,-6 3-256 15,-5 0-224-15,-5 3-84 0,-3-3-4 16,0-7-92-16,-3-2-76 0,-9-7-84 0,-1-3-152 15,-6-3-68-15,3-3-156 0,-8-3-372 0,-4-1-688 16,4-6-2404-16,-24 2-2641 0</inkml:trace>
  <inkml:trace contextRef="#ctx0" brushRef="#br0" timeOffset="2202.606">5223 1371 288 0,'0'0'10076'0,"0"0"-7799"0,0 0-813 15,0 0-768-15,0 0 224 0,0 0-64 0,0 0-320 16,0 0-152-16,0 0-124 16,0 0-160-16,51-41 640 0,-42 57-652 15,7 7 208-15,0 8 660 0,3 7-224 0,-2 7-268 16,-2 2-172-16,-2 7-124 15,-6 3-84-15,1 10 16 0,-4-1-40 0,-4 11-19 16,4-1-41-16,-4-1-97 0,5 3-3 16,-5-12-32-16,4-9-64 0,-1-9 100 0,-3-10 0 15,4-10 96-15,0-6 0 0,4-5 60 16,0-8-56-16,0 3 56 0,4 2 100 16,4-5-4-16,3 4 101 0,6 0-73 15,-1-1-16-15,4 1-36 0,-4-4-48 0,4-2-8 16,-1-1 68-16,-3 0-136 15,4-3-4-15,-4 1-4 0,-4-4-48 16,3 0-96-16,-2 0-296 0,-6-4-189 0,2-5-79 16,3-4-160-16,-9-2-408 15,6-11-860-15,-6 7-2064 0,-3-18-1689 16</inkml:trace>
  <inkml:trace contextRef="#ctx0" brushRef="#br0" timeOffset="2538.436">6040 2117 3344 0,'0'0'10353'16,"0"0"-8897"-16,0 0-1028 0,44 64 356 0,-32-49 708 16,-5-2-260-16,1-6-228 0,1-4-368 15,-2-3-308-15,5 0-156 0,4-10-12 16,5-3-52-16,-6-6-108 0,5-6-304 0,-4-6-160 16,0 2-24-16,0-3-60 15,-4 4-32-15,0 3-32 0,-8 2 80 16,-1 4 160-16,1 6 60 0,-4 0 144 0,-4 4 168 15,-3 3 112-15,-5-1 124 0,0 7-12 16,-4 0-28-16,4 0 236 16,-4 13-260-16,4 6 28 0,4 6 168 0,-4 10 64 15,9 4 20-15,-1 5-88 0,-1 1 52 0,5-1 36 16,0 1-64-16,0-4-132 16,0-4-207-16,0-8-49 0,5-10-73 15,2-8-123-15,-3-11-180 0,8 0 0 0,4-17 168 16,8-12-72-16,-1-9-420 0,5-13-416 15,4-8-896-15,-4-5-2156 16,4-3 207-16,-8 20-763 0</inkml:trace>
  <inkml:trace contextRef="#ctx0" brushRef="#br0" timeOffset="2737.116">6653 1384 2584 0,'0'0'9493'0,"0"0"-7845"15,0 92-1028-15,0-38 140 0,0 10 884 0,0 2-4 16,0 7-144-16,8 1-284 0,1 2-315 15,-2-1-301-15,1-1-220 0,0-8-208 16,1-6-168-16,-6-11-96 0,1-11-76 0,4-10 4 16,-4-9-24-16,0-3-100 0,-1-7-48 15,2-2-49-15,-1-4-123 16,-4 0-132-16,0-3-32 0,0 0-168 0,-9-9-568 16,2-8-1132-16,-12-8-1661 15,-2 6-1687-15</inkml:trace>
  <inkml:trace contextRef="#ctx0" brushRef="#br0" timeOffset="2891.574">6414 2092 8644 0,'0'0'6065'0,"0"0"-4401"0,0 0-1316 15,0 0-112-15,0 0 236 0,0 0 568 16,88 6 92-16,-64-12-180 0,8-4-280 16,3-5-272-16,5-1-228 0,-3-7-172 15,2 4-12-15,1-2-208 0,-5-2-376 16,1 2-296-16,5 4-224 0,-6 1-552 0,-3 3-1284 15,12 4-2833-15</inkml:trace>
  <inkml:trace contextRef="#ctx0" brushRef="#br0" timeOffset="3500.865">8984 1448 1212 0,'0'0'11893'0,"0"0"-9877"16,0 0-1376-16,0 0-276 0,0 0 440 0,0 0 204 16,0 0-380-16,0 0-184 15,-63 72-136-15,42-30-64 0,5 5 24 16,1 11 148-16,-6 2 84 0,6 4-144 0,-5 5-140 15,4-2-8-15,0-3 12 16,0-4-63-16,4-6-109 0,4-7-44 16,4-8 4-16,0-11 80 0,4-9 8 0,0-6 0 15,0-7-52-15,8-3-44 0,0-3-168 16,4 0 20-16,4-6 100 0,4-3 44 0,4-10 0 16,-5-7-117-16,2 0-15 0,-6-2-32 15,-2-1-4-15,-6 7 40 0,1 0 48 16,-4 0 32-16,-4 6-44 0,0 0-76 15,0 4 76-15,-8 1 12 0,-3-1 20 16,-6 2-168-16,-2 1 24 0,-1 0 40 16,-4 2 8-16,3 2 112 0,2 0 48 15,-1 5 60-15,4 0-60 0,0 0-148 0,1 7 64 16,6-1-124-16,-3 0-64 16,5 5-72-16,-1-3-52 0,3 3-208 15,5-3-816-15,0 5-1360 0,0-3-2889 16,9-1-2186-16</inkml:trace>
  <inkml:trace contextRef="#ctx0" brushRef="#br0" timeOffset="3693.079">9303 1698 12913 0,'0'0'3224'0,"0"0"-2072"0,0 0-568 0,0 0 316 16,0 0 132-16,0 0-360 15,0 0-316-15,0 0-272 0,0 0-84 0,80 32-60 16,-69-23-112-16,-3 4-488 16,1 0-380-16,-1 6-704 0,-5-3-3060 15,-3 16-4029-15</inkml:trace>
  <inkml:trace contextRef="#ctx0" brushRef="#br0" timeOffset="3839.717">9370 2080 5764 0,'0'0'10017'15,"0"0"-8601"-15,0 0-1232 16,0 0 376-16,0 0 500 0,0 0 92 0,0 0-300 0,0 0-316 16,0 0-292-16,88 37-240 15,-71-37-4-15,2-6-536 0,1 0-268 0,8-7-468 16,-4 3-892-16,-5 1-844 0,17-10-3301 16</inkml:trace>
  <inkml:trace contextRef="#ctx0" brushRef="#br0" timeOffset="4876.547">11355 1648 15521 0,'0'0'3040'0,"0"0"-2708"0,0 0-284 0,0 0-48 16,0 0 528-16,92 50 476 16,-60-37 276-16,3 0-807 0,9-4-269 0,0-3 64 15,7-1 12-15,-3-5-124 0,-4 0-72 16,4-7-80-16,-8-6-4 0,0 0-324 16,-8-6-296-16,-9 3-193 0,-3-3-75 0,-8 0-300 15,-3 2-848-15,-5 5-2708 16,-4-6-3901-16</inkml:trace>
  <inkml:trace contextRef="#ctx0" brushRef="#br0" timeOffset="5099.921">11873 1461 652 0,'0'0'11589'16,"0"0"-9929"-16,0 0-1088 0,0 0-4 15,0 0 336-15,87 41-60 0,-71-32-60 0,-4 4 8 16,1 2-240-16,-2 1-232 0,1 3-88 0,-4 3 28 15,-4 8 32-15,-4 4 172 16,0 8-172-16,-12 2-144 0,-8 1-104 0,-4 2-44 16,0 4-196-16,-4-7-8 0,0 0-80 0,5-5-56 15,-1-7-64-15,4-4-124 16,4-9-152-16,0-6-284 0,8-4-640 16,0-9-1052-16,8 0-2005 0,0-19-3786 0</inkml:trace>
  <inkml:trace contextRef="#ctx0" brushRef="#br0" timeOffset="16181.026">14753 1895 8080 0,'0'0'1672'15,"0"0"-704"-15,0 0-247 0,0 0-89 16,0-76 2004-16,0 64-1276 0,0 1-48 0,0 6-332 16,-4 2-108-16,4 3 12 0,0 0-176 15,0 0-164-15,0 0-164 0,0 6-199 16,4 9-45-16,4 8 8 0,1 8 100 16,2 14 44-16,5 3-80 0,-4 3-64 15,0 2-96-15,0 1-48 0,-4-3-48 0,0-3-108 16,-4-7-172-16,0-6-120 15,0-10-17-15,0-6 153 0,-4-8 32 0,0-3-172 16,4-8-232-16,-4 0-360 0,0-3-476 16,0-7-1392-16,-4-12-3445 0</inkml:trace>
  <inkml:trace contextRef="#ctx0" brushRef="#br0" timeOffset="16364.867">14614 1619 12357 0,'0'0'2204'0,"0"0"-1144"16,0 0-404-16,0 0 652 0,0 0-208 15,0 0-548-15,0 0-428 0,0 0-124 0,0 0-52 16,87-3-56-16,-59 6-152 16,0-3-652-16,8 7-752 0,-12-5-2588 0,12 11-3973 15</inkml:trace>
  <inkml:trace contextRef="#ctx0" brushRef="#br0" timeOffset="16665.485">15447 1821 12853 0,'0'0'2360'16,"0"0"-1224"-16,0 0-204 0,0 0 748 0,-32 74-476 15,24-61-532-15,4-4-332 0,4-5-280 16,0 2-60-16,0 0 0 15,0-2 100-15,0 5-100 0,7-3 0 0,2 5-108 0,7-5 100 16,0 2-40-16,3 6-12 0,2-9 56 16,-1 8 4-16,-1-3 4 15,-3-1 4-15,0 4 64 0,-4 0 36 0,0 0 28 16,-8 2 20-16,0 1-72 16,-4 3-84-16,0 3-36 0,-8-3-132 15,-4 4 8-15,-4-4-96 0,1 0-132 0,-2 0-64 16,-7 0-12-16,5-3-324 0,-5 0-124 0,-4-3-304 15,4-1-516-15,4-5-964 16,-12-1-2869-16</inkml:trace>
  <inkml:trace contextRef="#ctx0" brushRef="#br0" timeOffset="17201.531">17296 1621 10424 0,'0'0'1277'15,"0"0"-921"-15,0 0 492 0,-80 23 588 16,56-4 228-16,4 13-488 0,0 6-356 16,4 10-276-16,4 3-88 0,4 2 72 0,1 6 108 15,7-9-260-15,0-9-376 16,0-6-12-16,7-13-244 0,1-9-160 15,8-7-84-15,0-6 104 0,0-3 224 0,7-10 40 16,2-6-56-16,3-9-32 16,-4-4-28-16,4 0 0 0,-9-3 24 0,1 3 52 15,0 4 96 1,-4-1 68-16,-4 7-64 0,-4 5 56 0,0 9-32 0,0 4-64 16,-5 4 112-16,2 4 348 0,-1 4 296 15,4 9-112-15,0 5-76 0,-1 1-112 0,2 2 12 16,3 0-136-16,-5 0-36 0,10 1 36 15,-6-3-136-15,6-2-84 0,-2-5-96 16,2 0-88-16,3-3-344 0,-1-6-320 0,5 2-176 16,0-6-420-16,-8-3-1464 15,8 0-4053-15</inkml:trace>
  <inkml:trace contextRef="#ctx0" brushRef="#br0" timeOffset="17559.829">18670 1813 13537 0,'0'0'1532'0,"0"0"-552"16,0 0-736-16,0 0 268 16,0 0 296-16,0 0 204 0,0 0 32 15,104 41-344-15,-64-28-372 0,7-4-108 16,-3 0-148-16,8-9-12 0,-4 0-60 0,4-2-84 15,-1-14 36-15,1-7-76 0,0-5-412 16,-1-11-208-16,-3-1-92 0,-4-2-228 16,-8-2-484-16,-12 9-1616 0,4-12-3217 15</inkml:trace>
  <inkml:trace contextRef="#ctx0" brushRef="#br0" timeOffset="17830.758">19132 1209 9804 0,'0'0'2961'0,"0"0"-2045"15,0 0-752-15,-56 64 636 0,44-32 284 16,5 2-252-16,3 8-88 16,4 5 40-16,0 4-108 0,8 7-72 0,3 5 32 15,2 4-88-15,-2 5-216 0,6-2-164 16,-6 4-32-16,1-1-88 0,0-3 68 16,0-1-116-16,0-1-48 0,0-5 40 15,-4-7 8-15,-4-1 8 0,4-8-8 16,-4-5-4-16,0-8 4 0,-4-5 0 15,4-4 8-15,-4-9-8 0,0-2 0 0,0-9-204 16,0-2-16-16,0-3-60 0,-4 0-16 16,-4-8-156-16,0-12-308 0,0-6-140 0,-4-12-412 15,4-15-1256-15,4 11-2933 16,-4-37-2883-16</inkml:trace>
  <inkml:trace contextRef="#ctx0" brushRef="#br0" timeOffset="18013.941">19551 1841 11717 0,'0'0'2108'0,"0"0"-1284"0,0 0-344 16,0 0 692-16,75 73 272 0,-62-50-368 15,-6-2-132-15,1 5-152 16,-4-3-292-16,0-2-208 0,0-1-108 0,-4-5-184 16,0 2-60-16,0-5-428 0,-8-2-416 15,0-1-284-15,-3-6-716 0,-2-3-3120 16,-6-3-4105-16</inkml:trace>
  <inkml:trace contextRef="#ctx0" brushRef="#br0" timeOffset="18165.422">19502 1648 13549 0,'0'0'1784'0,"0"0"-1204"0,0 0 24 0,0 0 664 15,0 0-268-15,84 9-508 0,-63-9-208 16,-2 0-164-16,5-3-120 0,-4-3-84 15,3-4-396-15,5 0-456 16,-3 1-476-16,-9 3-1096 0,7 0-3297 16</inkml:trace>
  <inkml:trace contextRef="#ctx0" brushRef="#br0" timeOffset="18564.269">19933 2054 14073 0,'0'0'3008'0,"0"0"-1808"0,0 0-1088 15,0 0 244-15,0 0 432 0,24 67-44 0,-4-67-256 16,3-4-168-16,5-8-128 0,9-11-56 16,-1-8-136-16,-1-4-112 15,1-4-204-15,-4-1-160 0,-4 1 76 0,-4 8 80 0,-9-1-84 16,-2 6-40-16,-9 1 28 15,-4 3 192-15,0 6 88 0,-13 0 12 16,-6 6 124-16,-5 1 256 0,0 6 92 0,-4 3-80 16,4 0 40-16,1 12 60 0,-2 5-76 15,9 11-120-15,1 7-12 16,3 6-12-16,-1 10 44 0,2 3 28 0,2 2 124 16,5 2-16-16,4-1-76 15,0-9-19-15,9-6-85 0,3-14-36 0,8-9-112 16,-1-13-120-16,5-6 44 0,8-3 16 15,0-16-24-15,0-12-281 0,3-11-195 16,1-9-208-16,1-3-152 0,-5-4-300 0,0 0-648 16,-1-3-1016-16,-11 13-2213 15,8-29-2243-15</inkml:trace>
  <inkml:trace contextRef="#ctx0" brushRef="#br0" timeOffset="18740.93">20531 1083 8112 0,'0'0'6385'0,"0"0"-5525"0,0 66-812 15,0-27 292-15,0 8 1064 16,0 7 156-16,0 6-100 0,0 4-328 0,0 2-315 16,0 7-237-16,0-4-240 0,0 5-244 15,0-7-96-15,8-8-216 0,3-7-124 16,2-11-497-16,-2-9 9 0,10-9 8 16,7-11-232-16,0-5-168 0,-5-4-480 15,17-13-5545-15</inkml:trace>
  <inkml:trace contextRef="#ctx0" brushRef="#br0" timeOffset="19098.615">20997 1791 13093 0,'0'0'2492'0,"0"0"-1620"0,-44 79-364 0,28-47 796 0,0 5 96 16,4-2-312-16,1-7-260 0,6-2-327 0,5-10-261 16,0-9-180-16,0-1-60 0,9-6-88 15,6-3-8-15,1-10-136 0,7-9 51 16,2-6-135-16,-1-5-112 0,0-4-132 15,0-4 48-15,-5-1 120 0,-2-2 48 16,2-4-24-16,-6-3 72 0,-2-3-88 0,-3-6-24 16,-3-7 188-16,-1 1 68 15,-4-5 152-15,0 5 72 0,-9-1 76 16,5 13 152-16,0 10 104 0,0 12 68 0,4 10 56 16,0 16-40-16,0 6-12 0,0 0-180 15,0 6-92-15,0 10-8 16,0 9 36-16,0 7 12 0,4 12 0 0,0 4 21 15,0 6 15-15,1 4 36 0,2 1-100 16,9 8-116-16,0 0-100 0,3 3 0 0,2 0-172 16,3-7-180-16,4 0-241 0,0-6-75 15,4-5-112-15,0-8-176 16,3-9-624-16,1-3-1208 0,-8-13-2921 0,11-1-3011 0</inkml:trace>
  <inkml:trace contextRef="#ctx0" brushRef="#br0" timeOffset="19805.479">22435 1539 4712 0,'0'0'496'0,"0"0"232"0,0 0-76 0,0-72 2512 15,0 49-2004-15,-4-2-323 16,0 6 179-16,-4 0 156 0,4 7-236 15,-3-2-68-15,-2 8 124 0,1 3-172 16,-3 3-52-16,-2 0-164 0,2 6-296 0,-6 7-48 16,2 10-28-16,-6 8-24 15,6 7 60-15,2 10-24 0,2 2-12 0,3 8 24 0,-4 2 72 16,8-6 24-16,0-7-107 0,4-8-161 16,0-11-76-16,0-9-8 15,8-9-72-15,4-4-97 0,0-6-51 0,4 0 96 16,3-13 64-16,6-6-96 15,-1-6-40-15,-5-3-84 0,5-7-12 0,-4 3 48 16,-4 0 96-16,0 0 36 0,0 4 16 16,0 3-100-16,-1 2-48 0,-2 8 60 15,-5 1 84-15,-1 11-72 16,2 3 172-16,-5 0 48 0,4 13 420 0,-1 3 60 16,1 5-200-16,5 5-132 0,-6 0-12 15,1-1 84-15,1 1-72 0,-5-4-76 16,3-3-64-16,-3-3-56 0,0-4-84 15,0-5-64-15,5-4-180 0,-2-3-344 0,5-7 60 16,-3-5-112-16,6-7-536 0,-2 0-1024 16,-2 0-2289-16,1-10-1547 0</inkml:trace>
  <inkml:trace contextRef="#ctx0" brushRef="#br0" timeOffset="20148.564">22810 1421 11849 0,'0'0'1904'15,"0"0"-1676"-15,0 0 256 0,0 0 1176 16,8 93-60-16,-8-63-440 0,0-3-240 16,0 2-148-16,0-3-212 0,0-4-220 15,0-7-200-15,0 1-140 0,0-6-84 0,7-7-48 16,-3 0-100-16,9-3 12 0,-5-3-24 16,7-10-12-16,1 1-12 0,0-11-52 15,4 0-60-15,-3 2 64 0,-6-2 104 16,1 4 116-16,-4 5 84 0,0 0-40 15,-4 8 44-15,0 2-56 0,-4 4 64 16,4 0 272-16,0 10 180 0,-4 4-12 16,4 0-168-16,0 5-112 0,0 0-28 15,-4-2-48-15,4-2 52 0,0 1-132 0,0-3-4 16,3-3-72-16,-2-7-16 0,3 0-68 16,-4-3-272-16,7-6 244 0,-2-7-124 15,3-6-268-15,-1-9-400 0,6-2-708 16,-2-3-1056-16,-2 6-1933 0,2-11-1307 0</inkml:trace>
  <inkml:trace contextRef="#ctx0" brushRef="#br0" timeOffset="20489.844">23260 905 11445 0,'0'0'2112'16,"0"0"-1464"-16,0 0-268 0,0 0 656 15,28 78 20-15,-21-36-312 0,2 6 36 16,-1 3 60-16,-1 2-128 0,1 2-4 0,5 2-136 15,-6-2-232-15,10-3-288 0,-2 3-52 16,-2-8 0-16,2 1-4 0,-3-10-180 0,-3-9-168 16,-2-7 60-16,-3-6-4 0,-4-4-180 15,0-2-184-15,0-4-140 0,-11 0-616 16,-10-2-820-16,1-1-876 0,-8 0-133 16,1-3 661-16,-5-3 1164 0,4-4 440 15,-4-2-8-15,4-4 140 0,-3-2 848 16,6 2 532-16,1-3 1880 0,9 6 440 0,6 1-196 15,1 5-903-15,8-1-497 0,0-2-376 16,12-3-272-16,4-2-16 16,9-4 64-16,3 0 12 0,7-3-292 0,1 0-240 15,7 0 24-15,2 0 4 0,2-3-164 0,1-1 0 16,-4 4-148-16,4 0-352 16,-5 0-508-16,-2 4-480 0,-13 2-348 15,11 0-4293-15</inkml:trace>
  <inkml:trace contextRef="#ctx0" brushRef="#br0" timeOffset="21951.43">23937 1374 9168 0,'0'0'4233'15,"0"0"-2673"-15,0 0-968 0,0 0 140 16,0 0 824-16,0 0-224 0,0 0-376 0,0 0-128 16,13 87-340-16,-10-50-208 15,-3 4-87-15,0-3-45 0,0-2-68 0,0-5-80 16,0-5-60-16,0-7 8 0,0-6-80 0,4-4-13 16,-4-3-147-16,4-6-148 15,-4 0-120-15,8-3 144 0,1-6 296 0,2-7-28 16,5-6-72-16,0-4-12 0,-4-2 20 15,0-1 116-15,0-3 84 16,4 4 4-16,-4-1 0 0,-1 4 8 0,6 3 12 16,-6 6 184-16,-2 3 72 15,2 7 4-15,-3 2-100 0,-4 4-4 0,1 0-32 16,3 10 60-16,-5-1 84 0,1 7 24 16,-4 3-36-16,4 4 24 0,-4-4-72 15,0 3-39-15,0-5-69 16,0-6-112-16,0-4-88 0,0 0-8 0,0-7-1 15,0 0 9-15,0 0 4 0,8-4-60 0,1-3 136 16,2-2 4-16,1-7-68 0,4 3-64 16,-4 4-20-16,4 0-4 0,-4 2-12 15,4 7-60-15,-1 0 148 0,2 3 84 0,-2 10 56 16,2 3 128-16,-6 1 84 0,6-3-48 16,-6-1-64-16,-3 4-56 15,1-9-100-15,-2 3-4 0,1-5-84 0,0-3-32 0,-3 0-184 16,2-3-100-16,-3 0-48 15,4 0-48-15,-4-6-64 0,5 0-228 16,-2-1-308-16,1-2-420 0,0-5-324 16,4 2-264-16,0-1 67 0,0 0 225 15,0-2 48-15,0-1 572 16,0-3 1196-16,3 3 688 0,-2 6 928 0,-1 1 148 0,-1 6 84 16,2 0-279-16,-2 3-201 15,2 0 24-15,2 0-260 0,-7 3-328 0,8 0-272 16,-4-3-84-16,1 0-228 0,-2 0-72 15,1-3 40-15,4-4-4 0,0-5 12 16,0-1-48-16,-1-6-60 0,2 0-88 0,-6 0-124 16,-2 6 12-16,-5 1 112 15,0 2 72-15,-4 3 36 0,-4 4 28 16,-9 0-64-16,-2 3 40 0,-1 0-112 0,-8 0 0 16,-4 6 8-16,4 4 68 0,0 4-4 15,0 0 12-15,1 2-8 0,3 4-64 16,3-1 72-16,2-4-80 0,-2 1-4 15,6-3-120-15,3-3-16 0,4-4-308 16,-1 0-180-16,5-6-316 0,0 0-368 16,9-6-828-16,3-6-96 0,8-8-377 0,-5 5-479 15,21-15-1128-15</inkml:trace>
  <inkml:trace contextRef="#ctx0" brushRef="#br0" timeOffset="22184.36">24874 1244 4244 0,'0'0'2640'0,"0"0"-872"0,92-28 96 15,-64 28 113-15,3 0-217 0,-7 5-612 16,-4 12-288-16,0 2-200 0,-5 7 0 15,-2 2-104-15,-1 10-172 0,-1-3 8 16,-2 7 640-16,-1-1-104 0,-5-3-564 16,-3-4-168-16,0-4-100 0,0-3-88 0,0-7-8 15,0-4-4-15,0-7-4 0,0-6-52 16,0-3-12-16,4 0-220 0,0-3 8 16,4-10-8-16,4-6 184 0,0-9 108 0,4-4-112 15,0-3-240-15,0-3-88 16,0 0 8-16,-4 2-96 0,0 3-364 0,-1 3-300 15,2 5-448-15,-9 9-392 0,4 4-357 16,-5 5-123-16,2 7-664 16,-5 0-1160-16</inkml:trace>
  <inkml:trace contextRef="#ctx0" brushRef="#br0" timeOffset="22865.618">25451 1327 11909 0,'0'0'2400'0,"0"0"-988"0,0 0-1088 16,0 0 144-16,0 0 440 0,0 0 368 15,20 105-332-15,-16-54-268 0,0 10-68 16,0 2 389-16,-4 9-221 0,5 1-196 0,-5 3-108 16,0 4-96-16,0-4-160 0,-5-6-216 15,-3-3-168-15,4-11-28 0,4-1-212 16,0-14 8-16,0-6 184 0,0-6-16 15,4-14 100-15,0-4-244 0,0-9-269 16,-4-2-243-16,5-9-520 0,-5-8-208 0,3-11-84 16,1-4 0-16,-4-6 160 15,0-3 204-15,0-7 191 0,0-6 289 0,0-6 612 16,-4-13 244-16,4-7 464 16,0-5-164-16,0-7-80 0,12 3-40 15,1 7 52-15,2 8 453 0,9 18 123 0,-5 11 24 16,-2 13-40-16,3 16 232 0,-8 7 60 15,-1 6-252-15,-2 3-196 16,-5 6-40-16,3 6-80 0,-7 5-156 0,0 8-152 16,0 1-12-16,-7 2-60 0,-2 0-36 15,1-2-100-15,-3-1-4 0,-2-6-500 0,-2-3-236 16,7-7-104-16,-1-9-208 0,2 0-408 16,7-19-1060-16,0-9-613 15,0 6-1223-15,7-29 400 0</inkml:trace>
  <inkml:trace contextRef="#ctx0" brushRef="#br0" timeOffset="23382.555">25849 876 10768 0,'0'0'2105'0,"0"0"-577"0,0 0-532 15,0 0-48-15,52 98 24 0,-48-53 4 16,-4 6 32-16,0-1-224 0,-7 4-136 16,-1 0-52-16,-1-3-144 15,-2-3-259-15,3-10-193 0,4-3-36 0,-1-7-85 0,5-8-75 16,0-7-44-16,0-4-16 15,5-6-36-15,7-3 24 0,-1 0 72 16,6 0 36-16,-2 0-36 0,5-6 48 0,1 6 4 16,-6 0 44-16,1 0 16 15,0 0 84-15,-4 3 48 0,0 3 48 0,0 1 76 16,0-1 72-16,-4 0 64 0,0-3-16 16,4 4-108-16,-4-4-144 0,0 0-40 15,4-3-12-15,-4 0 0 0,3-3 4 16,2-3-152-16,2-4-84 0,-2 1-36 0,2-1-40 15,-3 0 88-15,4 1 76 0,1-1-164 16,2 1-136-16,1 0-64 16,0-1 16-16,0 1 156 0,0-2 172 0,-4 5 120 15,0 0 56-15,-4 3 48 0,0-1-44 16,-4 4 272-16,-1 0 232 0,-3 0-224 16,0 0-200-16,0 0-84 0,1-3 112 15,3 3-36-15,-5-3 20 0,5 1 4 16,1-2-92-16,-1-3-8 0,-1 4-12 15,1-3-260-15,1-4 76 0,-2 4 36 16,-3-3 152-16,4 2-448 0,-4-2 108 16,5 3 48-16,-6 2-48 0,-3 4 112 0,4 0-32 15,-4 0 268-15,0 10 12 0,0-1 380 16,-4 1-180-16,1 2-212 0,-6-2-8 16,1 3 4-16,4-6-344 0,0 1-600 0,4 3-1716 15,-3-9-2001-15,-1 8-1351 0</inkml:trace>
  <inkml:trace contextRef="#ctx0" brushRef="#br0" timeOffset="23964.158">26723 1407 4136 0,'0'0'572'15,"0"0"4128"-15,0 0-2959 16,0 0 131-16,-9 82-448 0,9-66-360 0,9-4-308 15,2-2-344-15,1-7-112 0,4-3-16 16,4 0 28-16,0-3 48 0,0-10-28 16,4-6-112-16,-1-3-220 0,1-7-60 15,-3 1-260-15,-1-4-140 0,-1 3 40 16,-6 4 72-16,-6 3 96 0,-3 3 92 0,-4 6 64 16,0 0 96-16,-4 4 76 0,-8 6 36 15,-4 0 284-15,-4 3-32 0,1 3-20 0,-5 7-32 16,0 5-64-16,3 7-52 15,-2 0 12-15,3 7 16 0,5-1-64 0,2 2-64 16,1-2-92-16,9-6-4 16,3-3-108-16,0-3-52 0,11-3-124 0,9-4 60 15,0-3-144-15,8-6-292 0,0 0-540 16,0 0-752-16,-4-6-2013 0,11-6-1611 16</inkml:trace>
  <inkml:trace contextRef="#ctx0" brushRef="#br0" timeOffset="24449.361">27479 1308 7432 0,'0'0'5585'0,"0"0"-3969"0,0 0-952 16,0 0-660-16,-83 47 472 16,67-28 688-16,4 9 212 0,8 8-316 15,-1-1-276-15,5 3-248 0,0-3-120 16,9-7-28-16,3-6-23 0,4-9-145 15,11-3-136-15,1-10-76 0,9-3-8 0,2-13-120 16,5-10-137-16,0-4-59 0,3-9-160 16,-2 1 64-16,-10-1 92 0,1 7 64 15,-8 5-24-15,0 2-100 0,-4 1-28 0,-1 2-120 16,-6 7-88-16,-9 2 68 16,-1 6 548-16,-3 1 52 0,-4 6 428 15,0 0-84-15,0 4-136 0,0 2-60 0,0 3-56 16,0 7-56-16,0 0 84 0,0 3 60 15,5-2-48-15,-1-6-184 0,3-4-24 0,5 0-232 16,1-7 108-16,6-7-24 16,1-11-236-16,0-9-356 0,5-1-872 15,-2-7-1592-15,-11 9-1697 0,8-12 5 0</inkml:trace>
  <inkml:trace contextRef="#ctx0" brushRef="#br0" timeOffset="24753.25">28005 809 1592 0,'0'0'8092'16,"0"0"-6555"-16,0 0-1241 0,0 0 320 16,0 0 700-16,-55 77 204 0,42-43-300 0,9 4-292 15,-3 13-184-15,3 3 84 0,-1 7 44 16,1 5-188-16,0 5-184 0,1 5-144 16,-1 6-140-16,0 1-104 0,-4 3-4 15,3 2-96-15,1-2-4 16,-3 3-4-16,3-1-4 0,-4-6-244 0,4 2 136 15,-1-8-28-15,5-6 88 0,0-7 0 16,0-6-48-16,0-7-4 0,0-4-20 0,5-9-76 16,-5-8-72-16,0-6-52 15,0-8 16-15,0-5 60 0,0-3-16 16,0-4-132-16,0-3-188 0,-8 0-228 0,0-3-252 16,-4-10-224-16,-4-4 536 0,-4-4-168 15,0-12-464-15,-4-4-477 0,4 8-319 16,-12-28-1048-16</inkml:trace>
  <inkml:trace contextRef="#ctx0" brushRef="#br0" timeOffset="30446.841">29471 501 7372 0,'0'0'4793'16,"0"0"-2877"-16,0 0-680 0,0 0-176 0,0 0 384 15,-11 101 144-15,2-43-232 16,-2 9-356-16,-1 8-247 0,-4 9-221 16,-1 4-12-16,6 1-36 0,-5 3-148 0,0-3-156 15,0-3-168-15,4-3-8 0,0-7-4 16,12-7-108-16,0-11-336 0,0-7-160 0,12-16 132 15,-4-10-24-15,4-15-100 16,4-10-221-16,4-13-475 0,4-16-628 16,0-15-924-16,-5 6-2229 0,13-36-3119 0</inkml:trace>
  <inkml:trace contextRef="#ctx0" brushRef="#br0" timeOffset="30625.257">29762 660 11521 0,'0'0'3964'0,"0"0"-3512"16,-16 95-264-16,0-41 728 0,-3 13 708 0,-5 6-436 16,3 6-392-16,-2 1-224 0,3 0-172 15,0-1-95-15,4-7-145 0,4 2-160 16,0-14-112-16,4-6-373 0,5-16-211 16,3-9-96-16,0-16 8 0,0-11 44 15,0-4-200-15,3-14-632 0,1-13-868 0,4 4-2109 16,0-33-2863-16</inkml:trace>
  <inkml:trace contextRef="#ctx0" brushRef="#br0" timeOffset="30947.874">29850 555 3148 0,'0'0'9245'0,"0"0"-6953"0,0 0-1636 16,91 10-204-16,-66-1 588 0,-5 7 216 15,-5 3-344-15,-2 3-32 0,-6 1-280 16,-3 6-220-16,0 2-136 0,-4 1-40 15,-4 5-20-15,-7 5-88 0,-10 0-24 0,-3 2 16 16,-7 3-88-16,-1 2-112 0,-12-2-32 16,4-3 8-16,-4 2 40 0,0-6-12 15,8-3 20-15,4-1 80 0,4-4-4 0,9-4 12 16,7-1-12-16,8-2-72 16,4-4-124-16,0-2 0 0,12 4 140 15,11-4 68-15,5 0 48 0,13 3 16 0,2-3 8 16,6 3 148-16,6-3-212 0,4 0 112 15,1 4-8-15,4-8-112 16,-4 4-64-16,-8-3-56 0,-5 0-392 0,-2-3-236 16,-10-1-184-16,1-2-340 0,-16-3-1412 0,4 5-3757 15</inkml:trace>
  <inkml:trace contextRef="#ctx0" brushRef="#br0" timeOffset="31109.756">30957 1777 20013 0,'0'0'2385'0,"0"0"-2385"0,0 0-56 0,0 0 56 16,0 0 12-16,0 0-12 16,0 0-340-16,0 0-401 0,0 0-1015 0,-91-21-3304 15,55 17-5733-15</inkml:trace>
  <inkml:trace contextRef="#ctx0" brushRef="#br0" timeOffset="39332.063">10343 1177 8188 0,'0'0'5605'16,"0"0"-4733"-16,0 0-456 0,0 0 152 15,0 0 488-15,0 0 88 0,0 0-156 0,0 0-252 16,-8 32-248-16,3-13-132 0,2 10-4 16,3 9 296-16,-4 6 21 0,0 11-281 15,0 5-136-15,0 6-80 0,-4 5 32 0,-4 5-96 16,0 3-60-16,0-4-8 15,0 6-36-15,-4-9-4 0,8-8 0 16,0-4-84-16,4-14-132 0,1-13-112 0,3-14-120 16,0-8-113-16,3-11-119 0,9-11-52 15,1-14-124-15,6-9-500 0,5-14-812 16,-4 10-1028-16,8-36-2881 0</inkml:trace>
  <inkml:trace contextRef="#ctx0" brushRef="#br0" timeOffset="39549.997">10534 1289 12805 0,'0'0'1428'16,"0"0"-1216"-16,0 0-84 0,16 69 820 15,-16-31 692-15,0 7-264 0,0 12-172 16,-8 3-312-16,-4 8-272 0,1 4-268 16,-6 4-83-16,2 4-177 0,-2-1-92 15,-3-3-60-15,8-9-197 0,5-13-263 16,-2-13-68-16,5-12 64 0,0-13 12 15,0-11-32-15,4-5-96 0,0 0-276 0,0-12-624 16,0-6-884-16,0-10-1645 0,-3 2 101 16,3-22-1435-16</inkml:trace>
  <inkml:trace contextRef="#ctx0" brushRef="#br0" timeOffset="39905.839">10459 1413 11729 0,'0'0'1880'0,"0"0"-1156"16,0 0-92-16,95-23 476 0,-63 23-144 15,-4 0-368-15,-5 0-28 0,1 0-36 0,-3 4-16 16,-2 4-148-16,-3 3-72 0,-4 4 56 16,0 5-132-16,-4 5 0 15,-4 10-84-15,-4 6-124 0,-4 6-12 0,-7 5-4 16,-10 5-180-16,-7-4 0 0,0-2 0 16,-4-3 88-16,1-7 84 15,-1-6 12-15,0-5 4 0,4-5 64 0,0-11-64 16,9 3 68-16,2-8 60 0,2-2-60 15,10-1-64-15,1-3-8 0,4-3-108 16,0 4-40-16,4 2-16 0,9-3 164 0,6 7 120 16,1 3 4-16,8-1-52 15,0 1 24-15,4 3 64 0,0 0-24 16,3-1-28-16,5 4-24 0,1 4-72 0,-2-4 64 16,-3 3-76-16,0-3-4 0,-5 3-132 15,1-3 64-15,-4 0-88 0,-4 4-120 16,-3-8-344-16,-2 2-196 0,1-2-376 15,-3-5-412-15,-6-4-1492 0,9-6-4077 0</inkml:trace>
  <inkml:trace contextRef="#ctx0" brushRef="#br0" timeOffset="40500.198">12614 1190 9248 0,'0'0'2849'0,"0"0"-289"16,0 0-1436-16,0 0-220 0,0 0 500 0,0 0-248 16,0 0-224-1,-12 108 44-15,8-48-271 0,-4 10-281 0,4 10-72 16,0 3-36-16,0 5 56 0,-4 2-128 0,0-2-112 15,0 1-36-15,0 0-60 0,-4-7-36 16,4-3-108-16,5-12-24 0,-2-6-136 16,5-16-104-16,0-7-52 0,0-17-124 0,0-4-45 15,8-14-103-15,0-3-256 16,0-20-560-16,4-12-1008 0,-4 7-2252 16,0-29-2469-16</inkml:trace>
  <inkml:trace contextRef="#ctx0" brushRef="#br0" timeOffset="40708.702">12798 1333 14145 0,'0'0'1524'0,"0"0"-1524"0,0 0 16 16,0 0 676-16,3 67 352 0,-3-29 156 16,0 10-300-16,0 5-252 0,-3 10-208 15,-2 8-76-15,1 2-120 16,-4 2-48-16,0 6-136 0,1 1-56 0,-2-6-4 15,1-3-112-15,1-10-240 0,-2-11-148 0,1-11 24 16,8-13 96-16,-4-12-36 16,4-10-224-16,0-6-224 0,0 0-332 15,0-18-424-15,0-8-1068 0,0-12-1577 0,4 7 1093 16,-4-37-1623-16</inkml:trace>
  <inkml:trace contextRef="#ctx0" brushRef="#br0" timeOffset="41047.83">12909 1371 12117 0,'0'0'1752'16,"0"0"-1144"-16,76-2 60 0,-48 7 388 0,-1 5-4 16,-3 0-396-16,-4-2 12 15,-1 9 204-15,-6-1-248 0,-1 3-208 0,-9 6-220 16,2 4-24-16,-5 7-100 0,-8 1-60 16,-8 10-12-16,-4 4-36 15,-4 3-160-15,-4 1-108 0,-4-5 12 0,0 1 68 0,-4-7 140 16,5-3 84-16,-5-6 8 15,4 0-4-15,4-9 8 0,4-1 76 0,5-6-40 16,6-3-36-16,5 0 0 0,4-6-12 16,4-1-4-16,8 0 0 0,9 5 4 15,6-2 144-15,13 4-24 0,4 0-8 16,3 0-4-16,2-1-36 0,2-2 88 16,1 3-24-16,0-4-4 0,0 1-48 15,-1 0-84-15,1 3 0 0,-4-4-120 0,0 1-4 16,-4 0 120-16,-5-1-420 15,-7 2-248-15,0-3-68 16,-4 3-220-16,-3 2-208 0,-6-4-996 0,-3 4-3821 0</inkml:trace>
  <inkml:trace contextRef="#ctx0" brushRef="#br0" timeOffset="48891.219">10403 2727 2600 0,'0'0'1772'0,"0"0"-848"0,0 0-376 16,0 0 64-16,0 0-144 0,0 0 3520 16,0 0-2623-16,0 0-201 15,0 0-404-15,0 0-36 0,24-19 68 0,-24 19 12 16,0 3 8-16,0 0-96 0,0 0-148 16,0 7-136-16,0 2-64 0,0 12-72 15,0-3 44-15,0 11-8 0,0 0-52 0,0 2-60 16,4 7-64-16,0 5 4 15,3 1-4-15,-3 7-44 0,0-3-28 16,0 5-76-16,1-1 4 0,-5-1-12 0,4-3 0 16,-4-4 8-16,0-2-8 15,0-4-8-15,3-2-40 0,-3-8-12 0,4-3-12 16,-4-5 8-16,4-7-68 0,0-7-148 16,-4-2-160-16,4-4-196 0,1-3-196 15,-1 0-228-15,-1-3-420 0,1-4-980 16,0-2-3365-16</inkml:trace>
  <inkml:trace contextRef="#ctx0" brushRef="#br0" timeOffset="50398.46">10734 4336 2020 0,'0'0'328'0,"0"0"-120"0,0 0 80 16,0 0 2332-16,0 0-1604 16,67-82-108-16,-55 66 40 0,-4-3 100 0,0 1-24 15,0-5 5-15,0 1-89 0,-8 3-48 16,4-4-140-16,-4 4-92 0,0-3-196 16,0 6 52-16,0-3-64 15,0 4 4-15,-8 2 4 0,0 4-88 0,-4-4-12 0,4 7-48 16,-4-5-140-16,-4 8 100 15,4 0-136-15,-4 1 36 0,-3 2-64 16,-2 2 52-16,-3 11-152 0,0 3-8 0,-3 6 0 16,-6 10-60-16,6-1 60 0,-1 7 4 0,4 4 108 15,0 2 8-15,5 4-56 16,2 3 44-16,-3 3 4 0,8 3 24 16,1 0-16-16,6-3 88 0,1 0-60 0,4-6-28 15,0-4-112-15,13-3 8 16,-2-5 44-16,6-8-52 0,6-2 112 0,1-7 4 15,0-7-40-15,4 1-36 0,0-10 16 16,4 0 32-16,0-3-16 16,0-6-80-16,3-10-8 0,-3-3-4 0,4-3-48 15,-4-7 48-15,3-6-172 0,2-3-36 0,-5-3-84 16,0-7-16-16,0 4 76 16,-4-4 12-16,-1 0-88 0,-7 1 24 15,0-2 0-15,-8 5 52 0,0 0 44 0,-8 6 80 16,0-1 108-16,-4 5-12 15,0 2 20-15,-8 7 8 0,-4-1 104 16,0 11-32-16,-4-1 44 0,0 10-56 0,0 2 156 16,-8 4 4-16,1 10-52 0,-5 6 12 15,0 6 48-15,-8 4-48 0,0 4-84 16,0-1-4-16,4 3-80 0,0-3-16 0,4-4-44 16,5 4-64-16,-1-6-112 0,-1-4-140 15,5-1-256-15,5-5-176 0,2-4-276 16,2-6-720-16,7 1-1132 0,-4-4-2505 15,4-7-922-15</inkml:trace>
  <inkml:trace contextRef="#ctx0" brushRef="#br0" timeOffset="50617.139">10710 4168 1488 0,'0'0'4256'16,"0"0"1417"-16,0 0-4749 0,0 0-488 15,0 0 48-15,0 0 356 0,0 0 460 16,-25 70-40-16,18-38-116 0,-6 3-320 15,5 2-256-15,-3 9-104 0,2 1 4 16,-2 2-28-16,3-5-88 0,-5 0-196 16,6-3-156-16,-1-3-12 0,4-5-144 0,0-6-160 15,-1-2-200-15,5-8-84 0,0-9-112 16,0-1-200-16,9-7-380 0,-1 0-624 16,3-12-632-16,2-2-1325 0,-2 0 805 15,2-3-1484-15,-1-5 3949 0</inkml:trace>
  <inkml:trace contextRef="#ctx0" brushRef="#br0" timeOffset="50747.433">10741 4613 1420 0,'0'0'1436'0,"0"0"-744"16,0 0 4528-16,0 0-2779 0,83 6-1001 0,-66 4-764 16,-1 6-116-16,0-4-16 0,0 4 40 15,-4 0 8-15,-1 0-156 0,2-4-228 16,2 5-208-16,2-2-80 0,-2 2-172 16,1-2-780-16,0-2-668 0,0 0-2673 15,-8-7-2571-15,4 4 5692 0</inkml:trace>
  <inkml:trace contextRef="#ctx0" brushRef="#br0" timeOffset="52591.47">10510 3588 2948 0,'0'0'1720'0,"0"0"-796"16,0 0-468-16,0 0-64 0,0 0-120 0,0 0 52 16,0 0 2116-16,0 0-967 0,0 0-585 15,0 0-272-15,0 0-92 0,9 35-4 16,-6-23 144-16,1-2-44 0,0-1-204 0,-4 1-188 15,4-1-16-15,0 0-36 0,-4-2 12 16,4-1 28-16,0 1 24 16,-4 0-16-16,4-4-24 0,0-1-76 0,0 1-48 15,0-3 20-15,0 0 104 0,4 0 84 16,0 0 128-16,0-3-116 0,0 1 12 0,3-8-76 16,2 0-24-16,-2-3-8 15,2 1-28-15,-2-1-100 0,1 0-72 16,1-2-12-16,-2 5 0 0,-7-3-64 15,5 4 28-15,-5 3-76 0,-1-5-84 16,-3 5-76-16,4 0-24 0,-4 0 0 16,0 3-12-16,0-4-4 0,0 0-36 0,0 2-176 15,-7-5-104-15,3 4-88 0,-5-3-384 16,1 2-496-16,1 0-1173 0,-6-2-1903 16</inkml:trace>
  <inkml:trace contextRef="#ctx0" brushRef="#br0" timeOffset="53008.511">10534 2816 5136 0,'0'0'2576'0,"0"0"-800"0,0 0-600 16,0 0-31-16,0 0-5 0,0 0-248 16,-60 66-192-16,36-37-272 0,-4 0-76 15,1 2-12-15,-1 1 12 0,4 0-148 0,0-3-204 16,8-11-40-16,4-2-36 16,4-9-24-16,4-1-100 0,4-6-204 15,0 0-48-15,0 0-284 0,4-6-240 16,4-4-856-16,-4 1-1105 0,12-10-1571 15</inkml:trace>
  <inkml:trace contextRef="#ctx0" brushRef="#br0" timeOffset="53205.669">10466 2819 4760 0,'0'0'3056'0,"0"0"-816"0,0 0-727 16,0 0-181-16,0 0-100 0,0 0-244 15,0 0-284-15,0 0-136 0,0 0-144 16,0 0 184-16,0 0-72 0,92 16-140 15,-68 3-200-15,-1 0-36 0,1 0-160 0,4 0-4 16,-3 0-108-16,3 3 64 16,-4-3-520-16,3 1-252 0,1-1-116 15,0-1-108-15,0-1-412 0,-8-5-1248 16,8 7-2545-16</inkml:trace>
  <inkml:trace contextRef="#ctx0" brushRef="#br0" timeOffset="54364.97">13307 3523 5196 0,'0'0'2500'0,"0"0"-1140"0,0 0-376 15,0 0 177-15,0 0 87 0,-8 68-128 16,1-56-168-16,-2 4-156 0,-3-3-228 16,1 3-164-16,-2 0-80 0,-2-1-76 0,-2 4-84 15,2 0-4-15,-1 1 16 16,-5 2 8-16,2-4 40 0,3-1-12 0,4-1 24 16,-4-3 20-16,4-7 52 0,4-3-24 15,-4 0-40-15,8-3-32 0,-4 0-40 0,-3-3-64 16,2-3-108-16,-3-1-136 15,-4-2-96-15,4-5 148 0,1 2-16 16,-2-4-12-16,2 0-132 0,-2-2-28 0,5-4 136 16,4-1 28-16,-3-2-28 0,7-4-40 15,-4 1-8-15,4-2 24 0,0 2 148 16,0 2 12-16,4 1 4 0,-4 0-4 16,4 3 0-16,-1 0 4 15,-3 0-8-15,4-3 0 0,0 2-8 0,0-2 0 16,1-4 12-16,-1 3-16 0,3-2 8 15,-3-4 8-15,0 4-72 0,4-5-4 16,1 2-84-16,-6 2 24 0,1-2-100 16,-4 2-76-16,0 1-116 0,0 0-76 0,0 4 76 15,-7-1-24-15,3 6 124 0,-1 3 36 16,-3 4-228-16,4 2-68 0,0 4-408 16,1-1-897-16,-5 4-983 0,-1-3-1456 15</inkml:trace>
  <inkml:trace contextRef="#ctx0" brushRef="#br0" timeOffset="54558.511">12861 2803 964 0,'0'0'5676'0,"0"0"-3432"16,0 0-588-16,0 0-227 0,0 0-189 15,-91 64-372-15,66-45-276 0,1 3-100 0,0-3-176 16,5 0-164-16,3-2-144 15,0-5-8-15,7-3-152 0,-2-2-88 16,7-2-568-16,0-1-284 0,4-1-160 0,0-3-369 16,8 0-631-16,-4-3-728 0,16-9-1672 15</inkml:trace>
  <inkml:trace contextRef="#ctx0" brushRef="#br0" timeOffset="54688.416">12856 2860 4044 0,'0'0'2436'0,"0"0"-452"16,0 0-40-16,0 0-271 0,0 0-561 0,80 7-400 15,-63-1-292-15,-2 0-140 0,6 1-204 0,-2 2-76 16,1 4-180-16,4 0-684 16,4-1-372-16,-12 1-721 0,16 12-3767 15</inkml:trace>
  <inkml:trace contextRef="#ctx0" brushRef="#br0" timeOffset="55284.4">13172 4166 10496 0,'0'0'1993'0,"0"0"-1061"0,0 0-600 15,0 0 292-15,0 0 308 0,0 0-204 16,-84 41-136-16,64-13-44 0,8 4-76 16,-4 6-100-16,8 10-36 0,0 0 20 15,4 2 0-15,4 4 136 0,0 0 60 16,0-3-200-16,0-4-144 0,12-2-88 15,1-7-68-15,2-10-4 0,5-2-8 16,0-7-40-16,4-6-52 0,0-4 48 0,0-6 8 16,4-3-8-16,0-6-64 0,-1-10 68 15,1-9 48-15,0-5-48 16,4-3-8-16,-4-6-116 0,0-2-32 0,-4 0 44 16,0-5-36-16,-1 2 4 0,-7-3-40 15,0-7-60-15,-4-1 0 0,-4 3-28 16,-4-9 40-16,0 7-28 0,-4 0-48 0,0 3 136 15,-4 10 136-15,-4 6 36 16,-3 13 120-16,-2 6 216 0,2 9 128 0,-2 7-56 16,-6 0-16-16,2 3-76 0,-2 10-48 15,-1 4-12-15,0 1-36 0,-5 8-60 16,2 2-40-16,-1 1-60 0,0 3-48 16,0 2-12-16,1-1-8 0,-5 1-148 15,8-2-112-15,-5-1-440 16,2-1-172-16,3-2-120 0,4-6-124 0,0-4-368 15,4-7-900-15,4-5-2053 0,4-6-1475 0</inkml:trace>
  <inkml:trace contextRef="#ctx0" brushRef="#br0" timeOffset="55479.903">13236 4279 300 0,'0'0'10436'16,"0"0"-8483"-16,0 0-1197 0,0 0 44 15,0 0 552-15,31 82-160 0,-31-52-212 0,0 2-52 16,0-1-240-16,-7 7-224 15,-2 1-108-15,1 2-52 0,-7 0-12 0,2 0-96 16,-2-3-148-16,-1 1-48 0,0-9-168 16,4-3-200-16,0-2-328 0,4-9-164 15,3-7-40-15,5-2-128 0,0-7-400 16,0-3-892-16,9-10-153 0,-1 4-1519 16,7-17 40-16</inkml:trace>
  <inkml:trace contextRef="#ctx0" brushRef="#br0" timeOffset="55600.08">13387 4645 4700 0,'0'0'2928'15,"0"0"-392"-15,0 0-615 16,99 12-361-16,-63 4-296 0,0 3 376 0,0 3-176 16,0-2-784-16,0 2-520 0,0-3 0 15,-1 3-160-15,-3-3-136 0,4 0-764 0,0 3 340 16,-5-2-876-16,1 1-736 0,-11-8-2553 16,7 16-3079-16</inkml:trace>
  <inkml:trace contextRef="#ctx0" brushRef="#br0" timeOffset="63363.588">11052 6340 6584 0,'0'0'2064'0,"0"0"957"0,0 0-1677 0,0 0-704 15,0 0-68-15,0 0 248 0,0 0-4 16,0 0-60-16,-67-76-56 0,58 66-256 16,1 1-84-16,-3-4-40 15,3 0-24-15,-1 1-100 0,-2-4-24 0,3 0 40 16,-1-3 20-16,5-1 136 0,-3-1-236 16,3-2-68-16,0-2 8 0,-5 0-68 15,1-1 68-15,1-2-72 0,-1-4-52 16,-1 4 4-16,2-4-56 0,-1 6 96 15,0-2-84-15,3 2 84 0,5 1 8 16,0 0-64-16,0 2-8 0,0-3 60 16,5 1-112-16,-1 0 16 0,4 3 8 15,-4 0-256-15,0-1-48 0,4 4-4 0,-4 4 64 16,0 2-28-16,-4 0-112 0,0 7-176 16,0-4-376-16,0 3-404 0,0-1-488 0,0 2-885 15,0 1-1419-15</inkml:trace>
  <inkml:trace contextRef="#ctx0" brushRef="#br0" timeOffset="63579.984">10849 5429 7584 0,'0'0'1204'0,"0"0"-492"16,0 0-104-16,0 0 529 0,0 0-45 16,0 0-160-16,0 0-92 0,0 0-120 15,0 0-228-15,-92 6-212 0,69 7-44 16,-1 3-36-16,-1 4-20 0,1-6-80 15,0 5-96-15,5-2-4 0,-5-4-60 16,7 1-148-16,2 0-40 0,-1-4-268 0,4-1-204 16,4-3-40-16,1-3-160 0,2-3-384 0,5 0-1021 15,0-3-1723-15,5-9-200 16</inkml:trace>
  <inkml:trace contextRef="#ctx0" brushRef="#br0" timeOffset="63731.342">10661 5461 6232 0,'0'0'1780'0,"0"0"-160"15,0 0-356-15,0 0 49 0,0 0-213 0,80-4-124 16,-55 4-88-16,-2 7-124 16,5-4-184-16,0 3-316 0,0 5-168 0,3-6-96 15,-3 2-64-15,4 2-48 0,0-3-364 0,-4 4-468 16,-4 0-348-16,4 2-684 0,-12-2-2521 16,4 12-1791-16</inkml:trace>
  <inkml:trace contextRef="#ctx0" brushRef="#br0" timeOffset="64398.182">10789 6845 11553 0,'0'0'1944'0,"0"0"-912"0,0 0-452 0,0 0 200 15,0 0-164-15,0 0-40 16,0 0-56-16,91-26 36 0,-55 20-148 0,1-3-136 16,2 2-100-16,1 1-76 15,-4 3-96-15,-5 3-4 0,1 0 0 0,-4 0-56 16,-8 3 56-16,-3 3-44 0,-9 4-112 0,-1 0 60 15,-7 5 88-15,0 1-36 0,0 0 40 16,-11 6-128-16,2-2-52 16,-10 5 28-16,2-3 48 0,-7 0 16 0,5 0 32 15,-5 0 16-15,4-3 48 0,0 2 8 16,0-3 0-16,0 1 56 16,0-4-56-16,0 5 64 0,9-8-8 0,-2 1 8 15,5-3-24-15,1-1 100 0,7-2 52 16,0-1 8-16,0 0-36 0,3 0 24 15,9 1 76-15,4-1 36 0,0-2 68 16,8 3 52-16,0-7-96 0,4 2-188 16,4-2 4-16,-4 0-40 0,4 0-24 0,0 0-76 15,-1-2-8-15,1-3-60 0,-4 5 48 16,-4-2-48-16,-4-2-24 0,0-2-124 0,0 3-108 16,-8-1-76-16,-4-2-72 15,-1 0-124-15,-2 0-92 0,3-1-124 16,-8 1-352-16,4-4-608 0,-4 1-664 15,0 0-1941-15,0-1-1255 0</inkml:trace>
  <inkml:trace contextRef="#ctx0" brushRef="#br0" timeOffset="65699.513">11355 6880 2316 0,'0'0'968'0,"0"0"4472"16,0 0-3872-16,0 0-743 0,0 0-425 0,0 0 72 16,0 0 208-16,0 0-68 0,0 0-140 15,0 0-64-15,-60 26-104 0,44-17-64 16,4 4-64-16,0 2 24 0,0 1-20 0,-3 0-32 16,-2 3-32-16,-3 0-68 0,1 3-48 15,2-3 0-15,-2 4-4 0,-1-1-44 16,3-4 48-16,2 1-64 0,-1-2-12 15,8-1-12-15,0-3-40 0,0-4-72 16,4-3-128-16,4-3-28 0,0-3-152 0,0 0-320 16,12 0-68-16,0-9-184 0,8-4-585 15,-8 1-1167-15,12-18-2244 16</inkml:trace>
  <inkml:trace contextRef="#ctx0" brushRef="#br0" timeOffset="67441.443">13383 5317 4316 0,'0'0'364'0,"0"0"4912"15,0 0-4231-15,0 0-349 0,0 0-68 0,0 0 544 16,0 0 60-16,0 0-184 0,4 86-132 0,-4-54-72 16,4 6-148-16,0 10-92 15,0 3 8-15,0 6-72 0,-1 0-160 16,1 4-40-16,1-4-132 0,3-4-60 0,-4-5-144 16,0 0-4-16,-1-10 100 0,1-7-96 15,5-5-4-15,-5-7-48 16,3-2-64-16,-3-9 16 0,4-2-112 0,-3-6-280 15,3 0-260-15,-1-6-148 0,1-6-104 16,5-7-96-16,-2-7-744 0,1-2-1120 16,-4-7-2537-16,-4 10-359 0,-4-13 5580 0</inkml:trace>
  <inkml:trace contextRef="#ctx0" brushRef="#br0" timeOffset="67613.241">13319 5492 6384 0,'0'0'5705'0,"0"0"-4849"0,-91 48-344 16,58-27-272-16,-6 6 104 0,-1-5 124 16,4 0 52-16,1-3-68 0,3-3-388 0,11-3-64 15,1-7-364-15,9-6-536 0,7 0-344 16,0 0-348-16,4-6-1197 0,4-7-331 16,7-6-72-16,6-6 849 0</inkml:trace>
  <inkml:trace contextRef="#ctx0" brushRef="#br0" timeOffset="67736.6">13136 5416 312 0,'0'0'2976'0,"0"0"-1544"0,0 0 3660 0,0 0-3067 16,92-31-693-16,-65 31-544 16,1 0-16-16,4 3 300 0,-4 6-180 15,4 1-308-15,-1-1-88 0,-3 7-212 0,4-3-172 16,-4 3-112-16,0 0-136 0,0-1-396 16,0 2-576-16,-4 2-480 0,-8-7-1292 15,0 14-4469-15</inkml:trace>
  <inkml:trace contextRef="#ctx0" brushRef="#br0" timeOffset="68163.502">13267 6692 2784 0,'0'0'9309'0,"0"0"-7953"16,0 0-936-16,0 0-204 0,0 0 288 15,0 0 152-15,76-47 176 0,-52 37-168 16,4 4-264-16,4 3-128 0,-4-1-148 0,0 4-124 16,-4 0-4-16,-5 7-56 0,-6-1 4 15,-2 7 56-15,-11 3 52 0,0 4 72 16,-4 1-76-16,-8 8-48 15,-8 3 52-15,0 2 44 0,1 1 44 16,-5 0 128-16,4 1-32 0,4-1 96 0,0-1 320 16,4 1-172-16,3-7-176 0,6 1-108 15,3-4 60-15,3-6 24 0,10 1-12 0,2-8-48 16,6-2-88-16,3-4-24 16,4-2-96-16,4-4-8 0,3 0 48 0,1-13-44 15,0-1-8-15,-1 0-100 16,-3-5-288-16,-4-4-148 0,0 2-136 0,0-3-136 15,-4-1-240-15,0 0-364 0,-4-1-664 0,-4 1-1741 16,-4 6-2347-16,-5-7 2164 16</inkml:trace>
  <inkml:trace contextRef="#ctx0" brushRef="#br0" timeOffset="68330.083">13781 6696 4196 0,'0'0'6680'0,"0"0"-4895"0,0 0-801 0,-100 95-492 15,61-57 116-15,-1 0 240 16,-8 4-208-16,5-1-228 0,-6-3-324 0,6 0-88 16,-1-3-540-16,0-4-564 0,5-1-480 15,-2-2-1445-15,9-6-3151 0,-11 3 1885 0</inkml:trace>
  <inkml:trace contextRef="#ctx0" brushRef="#br0" timeOffset="68818.41">11945 7106 1212 0,'0'0'9060'15,"0"0"-7899"-15,0 0-609 0,0 0-448 0,0 0 612 16,0 0 584-16,0 0-164 16,103-3-88-16,-64-1-88 0,6 1-168 15,11-4-212-15,0 2-272 0,7-5-84 16,5 0-40-16,-4 0 0 0,-1 1-28 0,-3-1-128 15,-8 1-28-15,-4 0-76 16,-4-1-256-16,-8-3-332 0,-5 4-100 0,-3-4-192 16,-4 0-260-16,-8 1-872 0,-8-1-2701 15,-1 3-2623-15,-7 1 6292 0</inkml:trace>
  <inkml:trace contextRef="#ctx0" brushRef="#br0" timeOffset="69063.455">12725 6788 432 0,'0'0'10256'0,"0"0"-8703"0,0 0-593 16,0 0-56-16,0 0 320 15,0 0-140-15,92-3-272 0,-76 9-32 0,0 0 48 16,4 7-276-16,-8-4-296 0,4 7-164 0,-4 1-92 16,-5-5-52-16,2 8-8 0,-5 2-232 15,-4 0-200-15,-8 6-28 16,-8 1-72-16,-5 5-152 0,-2 1-72 15,-1 3-140-15,-4-2-56 0,0-1-260 0,0-4-304 16,-4 1-749-16,4-6-183 0,0-4 72 16,-3-4-260-16,3-2 1728 0,8-2 968 15,-8-8 0-15</inkml:trace>
  <inkml:trace contextRef="#ctx0" brushRef="#br0" timeOffset="71181.496">5295 8874 12573 0,'0'0'1640'0,"0"0"-1576"15,0 0-64-15,0 0 0 0,-100 16 444 16,72-10 60-16,0 4-64 0,-3-1 12 16,-5 7 16-16,-5 0 4 0,6 3-60 15,-5 3-164-15,0 3-24 0,-4 5-88 0,5 3 0 16,-6 7 24-16,6 4 24 0,-1 3-24 16,4 3 0-16,8 5 416 15,8-1-208-15,9-3-184 0,7-6-48 16,4-11-132-16,7-5-4 0,9-7-76 15,4-9 76-15,8-4 0 0,4-9 76 0,4 0 20 16,-1-9-8-16,6-7-28 0,-2-6 36 16,-3-4-84-16,-4-2-12 0,-4 3-120 15,-4-1-308-15,-5 3 24 0,-6 4 108 0,-5 4 88 16,-5 2-40-16,-3 4 76 0,-3 5 172 16,-5 1 128-16,-9 3 32 0,2 0-48 0,-1 0-112 15,-4 0 12-15,4 0 112 0,0 7-52 16,0-1-72-16,5 3-48 15,-2 1-136-15,5-1-16 0,1 4 4 0,7-4-124 16,0-2-272-16,3-4-840 0,13-3-1020 16,-4 0-2017-16,16-12-1415 0</inkml:trace>
  <inkml:trace contextRef="#ctx0" brushRef="#br0" timeOffset="71415.609">5681 8896 1148 0,'0'0'10069'0,"0"0"-8377"0,0 0-484 0,-36 79 168 16,17-44 68-16,-2 10-216 0,-3-1 52 15,0 7-204-15,5 0-284 0,2-1-171 16,6 2-281-16,3-2-144 0,8-4-100 0,4-9-96 16,8-5 0-16,8-7-8 0,-1-6-100 0,9-3-16 15,0-7-56-15,4-6-125 0,0 1-35 16,0-4-24-16,-1-4-64 15,-3-2-120-15,-3-3-188 0,3-4-284 0,-4 0-580 0,-5 1-1224 16,-3-1-2121-16,0-6-2159 16</inkml:trace>
  <inkml:trace contextRef="#ctx0" brushRef="#br0" timeOffset="71798.185">5968 9188 5580 0,'0'0'6273'0,"0"0"-3773"0,0 0-1260 16,0 0-448-16,0 0 156 0,0 0 28 0,0 0-112 15,0 0-92-15,0 0-284 0,0 0-96 16,0 0-124-16,75-41-136 0,-50 19-132 16,-1-4-88-16,-5-2-168 0,5 6-48 0,-4-3 20 15,1 8 16-15,-6 2 24 16,1 2 48-16,-4 6 36 0,-4 4-48 0,-4 0 36 15,-1 3 72-15,-3 0 100 0,5 9 0 16,-5 1 200-16,4 2 20 16,-4 8-48-16,0-1-28 0,0 7 4 0,0 2 60 15,0 3 24-15,-4 5 24 0,-1 1-36 16,2 1 0-16,-5 4-36 0,4-1 32 16,-4-3-68-16,0-3-52 0,4-3-12 15,0-9-32-15,4-4-52 0,0-10-88 0,-4 1-68 16,4-8-40-16,0 2-48 15,0-1-340-15,0-3-308 0,0 0-336 0,0 0-500 16,-4 0-1008-16,0 0-1897 0,-3 0-1771 16,-6 0 3820-16</inkml:trace>
  <inkml:trace contextRef="#ctx0" brushRef="#br0" timeOffset="71976.687">6015 9626 1592 0,'0'0'9909'0,"0"0"-8177"0,0 0-716 16,0 0-120-16,0 0 148 0,0 0 144 0,0 0 332 0,0 0-112 15,0 0-224-15,0 0-323 16,81 38-193-16,-57-38-244 0,4 0-208 0,0-7-120 16,-1 5-96-16,1-4-8 0,0 3-100 15,3 0-48-15,-3-4 20 16,0 0-164-16,-3-2-464 0,-1-4-413 0,-5-2-327 16,1-5-1300-16,-8 5-3305 0,8-8-4471 15</inkml:trace>
  <inkml:trace contextRef="#ctx0" brushRef="#br0" timeOffset="72233.219">6601 9036 3208 0,'0'0'9541'16,"0"0"-8001"-16,0 0-580 0,0 0 24 0,0 0 64 15,69 67-156-15,-58-45 96 0,5 0-192 16,-4 3-416-16,0 4-124 0,-5 2-160 15,10 8-40-15,-1 2-52 0,4 7 236 0,-8-1-236 16,0-3-4-16,-8-2-164 0,-4-4-192 16,-4 0 52-16,0-3 48 0,-9-3-76 15,2 0-112-15,-1-13-96 16,0-3 24-16,0-10-20 16,-1-6-284-16,6-6-612 0,-1-10-1144 0,4-9-1757 15,0 6-2803-15,4-17 7072 0</inkml:trace>
  <inkml:trace contextRef="#ctx0" brushRef="#br0" timeOffset="72415.075">7132 9321 7188 0,'0'0'7681'0,"0"0"-6281"0,0 0-628 16,0 0 332-16,87 0 152 0,-67 0-352 0,0-3-48 16,-1 3-236-16,2-6-339 15,3 3-269-15,0-3-12 0,-1-1-293 16,5 1-487-16,0 6-244 0,0-3 388 15,-4 3-660-15,-5 0-2592 0,-6 3-3405 0,-13 6 637 16</inkml:trace>
  <inkml:trace contextRef="#ctx0" brushRef="#br0" timeOffset="72580.238">7275 9522 10544 0,'0'0'5469'0,"0"0"-4401"15,0 0-488-15,0 0 40 0,0 0 144 0,0 0 96 16,0 0-68-16,0 0-172 0,0 0-304 15,0 0-47-15,91 31-269 0,-63-40-169 16,0-1-343-16,4-2-108 0,0-4-64 16,4 6-64-16,4-3 44 0,0 1-532 0,-1-4-1452 15,-11 6-3989-15,12-6-119 16</inkml:trace>
  <inkml:trace contextRef="#ctx0" brushRef="#br0" timeOffset="72933.871">8072 9185 15517 0,'0'0'2632'0,"0"0"-1560"0,0 0-876 0,0 0-196 16,0 0 0-16,7-89 36 0,10 57 172 16,7-6-208-16,-1 0-120 15,9 0-76-15,-4 3-136 0,0 3-224 0,0 4 188 16,-4 5 220-16,-4 11 148 15,-8 2 8-15,-1 7 176 0,-2 3 12 0,-9 0 64 16,4 10 108-16,-4 5 28 0,0 8-16 16,-4 2 36-16,-5 10-76 0,5 3 16 15,1 6 44-15,-1 4 48 0,4 3 53 0,0 6-65 16,0 0-84-16,0 4-28 0,0-1 124 16,7-6 60-16,1-7-268 0,1-8-108 15,2-7-132-15,2-4-148 0,-5-6 40 16,3-3 36-16,-3-3-12 0,-3-5-160 15,-1-3-128-15,-4-2-124 0,0-6-144 16,0 4-113-16,0-4-187 0,-9 0-452 0,1 0-892 16,-7 3-2496-16,2-3-2533 0</inkml:trace>
  <inkml:trace contextRef="#ctx0" brushRef="#br0" timeOffset="73124.564">8163 9664 6036 0,'0'0'6357'0,"0"0"-3801"15,0 0-1476-15,0 0-464 0,0 0 492 16,0 0-144-16,0 0 216 0,0 0 88 0,0 0-379 16,104-13-369-16,-68 8-220 0,4-2-140 15,3 0-76-15,2 1 12 0,6 0-88 16,1 3-8-16,0-4 24 0,-1 1-24 16,1 3-448-16,-4-4-264 0,-4 5-225 15,4-2-175-15,-8 4-620 0,-9 0-2464 16,9 0-3613-16</inkml:trace>
  <inkml:trace contextRef="#ctx0" brushRef="#br0" timeOffset="81906.907">9694 9024 13401 0,'0'0'1824'16,"0"0"-980"-16,0 0-732 0,0 0-8 16,0 0 256-16,0 0 104 15,0 0 316-15,0 0 308 0,0 0-340 0,107 14-236 16,-59-9 24-16,8-5-144 0,-5 0-172 0,5-5-160 16,-8 3 36-16,-4-5-96 0,-5 2-84 15,-2-2-52-15,-10 3-56 16,1 1-356-16,-8 0-296 0,-3 3-324 0,-6 0-456 15,-7 0-1320-15,-4 3-3021 0,-8 7-2015 16</inkml:trace>
  <inkml:trace contextRef="#ctx0" brushRef="#br0" timeOffset="82064.046">9829 9236 6764 0,'0'0'6713'0,"0"0"-5825"0,0 0-520 0,0 0 224 0,0 0 276 16,0 0 72-16,0 0 300 0,87 15-380 15,-51-28-444-15,-4-1-220 16,4-6-196-16,-4-2-48 0,-4-7-468 0,-1 4-320 16,1-4-376-16,-3 1-668 0,-10 6-2332 0,1-7-1825 15</inkml:trace>
  <inkml:trace contextRef="#ctx0" brushRef="#br0" timeOffset="82330.786">9972 8829 2672 0,'0'0'7372'16,"0"0"-5399"-16,0 0-1537 0,0 0-348 0,0 0 728 16,0 0 608-16,80-3-16 0,-49 9 104 15,6 5-524-15,3-3-312 0,-1 9-272 0,1-2-100 16,0 8-300-16,-4-1-4 16,-4 6-116-16,-4-2 112 0,-4 5-168 15,-1 1 76-15,-10 6-64 0,-2 0-112 16,-7 4 112-16,-4 2 76 0,0 0 84 0,-8 4 0 15,-3-7-84-15,-6-2 76 0,2-5-116 16,-2-8 28-16,-3-1-100 0,-3-8-152 16,3-2-136-16,-4-5-408 0,1-4-780 15,6-6-1320-15,-3 0-3457 0</inkml:trace>
  <inkml:trace contextRef="#ctx0" brushRef="#br0" timeOffset="83346.987">12108 8579 2612 0,'0'0'4940'0,"0"0"-427"16,0 0-3593-16,0 0-308 0,0 0 72 0,0 0 504 16,0 0-104-16,0 0-4 15,0 0-188-15,0 0-328 0,0 0-72 0,-56 0-16 16,28 12-292-16,1 10-96 0,-6 3-40 0,1 5 0 16,0 1 24-16,0 8-68 0,-3-2 72 15,3 5-68-15,-4-2 52 16,0 9 24-16,5-5-72 0,3 0 48 0,7 0 88 0,6-2 24 15,6-4-100-15,9-3-60 16,0 0 72-16,17-3 52 16,3-3-64-16,3-4-68 0,5-3 52 0,4-6-56 0,0-7 0 15,0-2-96-15,4-7-16 16,-4-10 52-16,4-2-72 0,-4-7-4 16,-4-4 88-16,0 2 0 0,-5-5 36 0,-7 6-60 15,0 2-64-15,-8-1-24 16,0 6 40-16,-8 4-40 0,0 2 4 0,-4 1-68 0,-8 2-56 15,0 4 72-15,-8-3 96 16,4 3 52-16,-4 0 12 0,1-2-16 16,2 2 52-16,2 0-96 0,-2 0-16 0,6 0-84 15,2 0-200-15,-2-4-212 16,7 4-488-16,0 0-528 0,0 0-564 0,4 0-1709 16,-4 4-2575-16</inkml:trace>
  <inkml:trace contextRef="#ctx0" brushRef="#br0" timeOffset="83986.625">12359 8372 3848 0,'0'0'1668'0,"0"0"776"0,0 0-644 16,0 0-211-16,0 0-409 0,0 0 300 0,0 0-80 15,0 0-204-15,35 73-112 0,-26-35-332 16,2 10-100-16,1 6 60 0,1 6 20 15,-2 7-268-15,-2 9-220 0,2 0-108 0,-3 1-124 16,5 2 36-16,-6 0-12 16,1-6-36-16,0-2-4 0,1-8-120 15,2-9-32-15,-3-10-196 0,4-9-76 0,0-10 12 16,-4-6 24-16,4-3-136 0,-4-9-236 16,4-4-712-16,-4-3-736 0,0-3-656 15,-4-10-2225-15</inkml:trace>
  <inkml:trace contextRef="#ctx0" brushRef="#br0" timeOffset="84368.757">12817 9055 652 0,'0'0'11829'0,"0"0"-9945"0,0 0-1248 15,0 0-172-15,0 0 504 0,104-42 500 16,-72 36-516-16,7-4-44 0,1 5-384 0,4-2-256 15,-4 1-204-15,0 2-28 0,-1 1-36 16,-2 0-124-16,-5 3 64 0,-9 0-24 0,-3 6-16 16,-8 11-44-16,-4 1-176 0,-8 8 212 15,-4 6-76-15,-8 6-40 16,-7 6-20-16,-6 0 84 0,1 0 76 0,-4 1 84 16,4-3 96-16,-4-4-20 15,5 0 8-15,-1-3 16 0,4-3 72 0,4-4 132 0,4-2 16 16,4-8-52-16,8 2 36 15,0-11-48-15,4 1-48 0,8-4 24 16,4 1-12-16,4 0 8 0,4-2 5 0,8 1-61 16,-5-3 56-16,6-3-32 15,-1 0-124-15,3 0-36 0,-7-3-36 16,-1-6-156 0,1-4-160-16,0-3-257 0,-7-3-83 0,3 0-136 15,-9-3-216-15,2 0-696 0,-6 6-2348 0,-3-9-1865 16</inkml:trace>
  <inkml:trace contextRef="#ctx0" brushRef="#br0" timeOffset="84590.086">13490 9197 9684 0,'0'0'5049'0,"0"0"-4393"0,0 0-316 15,-52 86 136-15,33-51 352 0,-5 0-56 0,0 4-84 16,0-2-204-16,0 5-352 15,0-4-132-15,0 0-44 0,4-3-80 16,1 0-244-16,-2-3-28 0,6-7 12 16,2-3 28-16,2-6-156 0,-2-3-216 0,9-4-464 15,-3-6-664-15,3-3-969 16,0 0-2583-16,4-6 493 0</inkml:trace>
  <inkml:trace contextRef="#ctx0" brushRef="#br0" timeOffset="84984.179">14124 8804 4180 0,'0'0'9373'0,"0"0"-7953"0,0 0-864 0,0 0-432 15,0 0 544-15,0 0 552 0,0 0-104 16,100-10 0-16,-72 10-360 0,0 0-412 16,0 0-140-16,7 0-68 0,-3 0-136 0,0 0 0 15,-4 0-136-15,0-3-288 16,-5 0-360-16,-3-3-184 0,1 6-204 16,-10-3-892-16,-3 3-1956 0,-8 3-2333 15</inkml:trace>
  <inkml:trace contextRef="#ctx0" brushRef="#br0" timeOffset="85140.663">14291 9029 6596 0,'0'0'8225'0,"0"0"-7129"0,0 0-1020 16,0 0 240-16,0 0 596 0,0 0 28 16,0 0 84-16,0 0-180 0,96-9-464 0,-61-4-344 0,6-6-36 15,6-3-208-15,1 0-724 16,-4-1-856-16,-8 8-2608 0,12-8-3681 15</inkml:trace>
  <inkml:trace contextRef="#ctx0" brushRef="#br0" timeOffset="85479.226">15148 8712 1540 0,'0'0'11705'0,"0"0"-10665"16,0 0-1040-16,0 0 0 0,0 0 344 0,0 0 588 0,60 70 260 15,-36-42-24-15,-5-2-464 0,1 6-356 16,-4-4-92-16,0 4 40 0,-4-4-88 16,-3 1-136-16,-2-4-72 15,-3-6-8 1,0-3-52-16,-4-10-52 0,0-2-292 0,0-2-272 16,0-2-252-16,0-2-328 0,-4-4-1232 0,-7-11-3581 0</inkml:trace>
  <inkml:trace contextRef="#ctx0" brushRef="#br0" timeOffset="85629.147">15060 8566 9168 0,'0'0'5553'0,"0"0"-5249"16,0 0-228-16,0 0-76 0,0 0 564 0,96-35-248 0,-68 29-192 16,0-1-124-16,0 1-68 0,7 0-320 15,1 3-836-15,-8-3-508 0,15 2-3617 16</inkml:trace>
  <inkml:trace contextRef="#ctx0" brushRef="#br0" timeOffset="86046.933">15682 8651 6520 0,'0'0'7153'0,"0"0"-6329"0,0 0-544 0,-80 64 260 0,56-38 756 15,0 5 84-15,9 1-100 0,-2 0-92 0,10 0-312 16,3-4-388-16,4-3-159 0,4-5-137 15,7-5-180-15,2-2-12 16,-2-7-68-16,10-2 20 0,-6-4 36 0,9-10-36 16,-5-6-60-16,2-9-28 0,-1-7-133 15,-1-2-179-15,2-4-148 0,-5-4 68 16,3-2 52-16,-2-1-40 0,-6-5-24 0,6-2-152 16,-6-1-164-16,-7-9-72 0,0 3-180 15,-4-5-144-15,-4-2 216 0,-8 3 128 16,-4-1-69-16,8 10 861 0,-3 9 116 15,2 10 721-15,5 16-17 0,4 6 128 16,-4 10 252-16,4 0 116 0,0 3-64 16,-3 3-252-16,3 3-324 0,0 7-364 0,0 6-48 15,0 9 36-15,0 11 4 16,3 6 132-16,1 5 160 0,5 8 120 0,-5 5-356 16,0 0-84-16,-4 5-108 15,4-5-52-15,-4 3-48 0,0-6-160 16,3-2-52-16,1-7-388 0,0-4-176 0,9-3-180 15,-6-2-624-15,9-7-1016 0,0-6-2397 16,-4-11-2687-16,12 1 7584 0</inkml:trace>
  <inkml:trace contextRef="#ctx0" brushRef="#br0" timeOffset="86448.67">16156 8871 6596 0,'0'0'11581'0,"0"0"-10213"15,0 0-1368-15,0 0-196 0,0 0 196 16,0 0 488-16,0 0 196 16,96-42 24-16,-61 30-356 0,5-1-292 0,4 0-16 15,-4 4-44-15,0-1-60 0,-5 7-24 16,-7-3 12-16,0 6 12 15,-11 0-124-15,-2 0-180 0,-11 9 8 0,0 7 64 16,-8 6 292-16,-8 11-12 0,-8 4-196 0,-4 8 72 16,-3-1 136-16,-1 4 56 0,4-1-8 15,0-2 60-15,3-1 64 0,6-3 120 16,3 1 112-16,8-2 20 0,0-4-56 16,4-8-127-16,4-5-57 0,8-7-28 0,4-3 28 15,8-6-4-15,4-7-24 16,0 0-20-1,7-5-64-15,-3-7-72 0,4-1-112 0,0-9-144 0,-5 0-96 16,-3-4-157-16,0 1-195 0,-3-4-188 0,-9 4-212 16,-1-3-512-16,-2 2-1284 0,-5 4-2593 15,-4 3-2887-15,-4-3 7952 0</inkml:trace>
  <inkml:trace contextRef="#ctx0" brushRef="#br0" timeOffset="86624.667">16722 8934 4744 0,'0'0'8629'0,"0"0"-7525"16,0 0-472-16,0 0-4 16,-68 83 564-16,48-55-48 0,-4 3-60 0,1 9-144 0,-5 1-448 15,0-1-360-15,0 1-132 16,0 4-4-16,0-3-80 0,0-4-220 16,4-2-224-16,0-6 0 0,0-4-396 15,8-7-164-15,4-6-692 0,1-7-740 16,2-6-2357-16,5 0-2503 0</inkml:trace>
  <inkml:trace contextRef="#ctx0" brushRef="#br0" timeOffset="87187.882">17996 8824 8796 0,'0'0'4861'0,"0"0"-4061"0,0 0-408 15,0 0 24-15,0 0 488 16,80-7 344-16,-48 0-36 0,8-2-80 0,4 2-448 16,3-2-292-16,6-1-40 0,3-2 120 0,-1 2-55 15,0-5-273-15,-6 2-84 16,-2-4-60-16,-3 5-12 0,-8-4-156 15,0 0-221-15,-8 3-159 0,-4 0-76 16,-9 4-244-16,-2 4-188 16,-9 1-492-16,-4 4-612 0,-8 0-396 0,-5 6-1497 0,-15 4-835 15</inkml:trace>
  <inkml:trace contextRef="#ctx0" brushRef="#br0" timeOffset="87345.919">18136 8953 1840 0,'0'0'0'16,"0"0"-172"-16,0 0-884 0,0 0 1056 0,0 0 888 16,0 0-92-16,0 0-680 0,0 0 56 15,0 0-88-15,0 0-84 0,40-32-116 16,-33 26-248-16,2 0-692 0,-1 3-16 16,-8 0 1013-16</inkml:trace>
  <inkml:trace contextRef="#ctx0" brushRef="#br0" timeOffset="87714.118">18084 8975 1120 0,'0'0'11853'0,"0"0"-10049"16,0 0-1276-16,0 0-200 0,0 0 136 15,0 0 428-15,0 0 212 16,84-47-72-16,-48 34-112 0,8 4-308 0,3-1-224 0,9-3-108 15,0 1-72-15,-5-2-172 16,5 0-36-16,-7-3-8 0,-2-2-76 16,-3 0-196-16,-4-3-208 0,-4-3-344 0,-5-4-232 15,-3-3-472-15,-7 9-1468 16,-10-10-3477-16</inkml:trace>
  <inkml:trace contextRef="#ctx0" brushRef="#br0" timeOffset="87949.617">18654 8293 9440 0,'0'0'3145'0,"0"0"-2037"15,0 0-724-15,0 0-68 0,0 0 404 16,100 41 236-16,-76-28 172 0,4 0 36 16,0 2-488-16,-5 1-368 0,-3 3-160 15,0 3-148-15,0 3 0 0,-13 8-76 16,2-5-292-16,-9 10 72 0,0 0 36 15,-12 0 4-15,0 4 20 0,-4-4 164 0,-4 3 20 16,-4 0-132-16,0-3-152 0,-4 4-400 16,-4-1-220-16,0 0-620 15,-3-5-928-15,-5-8-1953 0,12-10-2371 0</inkml:trace>
  <inkml:trace contextRef="#ctx0" brushRef="#br0" timeOffset="89063.606">9873 9276 6056 0,'0'0'1508'0,"0"0"-508"16,0 0-340-16,0 0 364 0,0 0 1381 15,0 0-777-15,0 0-616 16,0 0-244-16,0 0-128 0,0 0-80 0,-5 4-112 0,5-4-52 16,0 0-100-16,0 0-36 0,5 0-76 15,3 0-64 1,3 0 80-16,2 0 44 0,6 0-24 0,-2-4-48 15,2 2-60-15,1-1-4 0,0 3-8 0,0-7-40 16,4 5 0-16,-4-3-60 0,-1-1-52 16,-2 0 52-16,3-1-4 0,-5 1-44 15,2 3 36-15,-6-2 0 0,1-2-52 0,1 3 4 16,-2 1 52 0,2-3 8-16,-2 3-60 0,1-4-112 0,-3 7 24 15,-6-2-132-15,1 2-64 0,-4 0 48 0,4 0-12 16,-4 0-4-16,4 0 68 15,-4 0-92-15,0 0-36 0,4 0-216 16,0 2-40-16,1 1-316 0,2 1-488 0,-3-1-360 16,0-3-2421-16,4 0-1499 0</inkml:trace>
  <inkml:trace contextRef="#ctx0" brushRef="#br0" timeOffset="95000.065">20531 8301 1068 0,'0'0'3236'16,"0"0"3745"-16,0 0-6005 0,0 0-668 16,0 0 164-16,0 0 544 15,0 0 148-15,0 0-260 0,0 0-212 0,-64-11-332 16,44 18-272-16,4 2 24 0,-7 3 124 16,2 4 36-16,1 3-12 0,-3 0 48 15,-1 6-108-15,3 2-92 0,-3 4-20 16,5 4-28-16,-5 6 72 0,0 0-128 15,3 7 40-15,6-4-32 16,-1-2 124-16,8-1-128 0,4-9-8 0,4-1-48 0,0-5 48 16,4-7 96-16,4-3-44 15,0-4-52-15,8-2-8 0,0-4 8 0,0-2 144 16,8-4 80-16,0-4-224 0,0-2-12 16,-1-7-64-16,1 1-180 0,0-5-52 0,-3 2-12 15,-2-4 88-15,-6-1 44 0,2 5 4 16,-7-1 36-16,-4 3 60 15,0 1 32-15,-4 5 56 0,0-2 84 0,-4 5 16 16,-4-2-36-16,-8 3-24 0,0-1-32 16,-3 2 32-16,-2 2 60 0,-3 0 0 0,0 0-56 15,5 0-44-15,-5 0-8 16,3 2-56-16,2 2-32 0,3-1-64 16,0 3-76-16,4-2-312 0,4-1-324 0,0 3-636 15,0-6-872-15,8 4-1973 16,0-4-2379-16</inkml:trace>
  <inkml:trace contextRef="#ctx0" brushRef="#br0" timeOffset="95696.816">20849 8064 5044 0,'0'0'6597'15,"0"0"-5661"-15,0 0-516 0,0 0 28 16,0 0 516-16,0 0 336 0,0 0-296 0,0 0-332 16,0 0-264-16,0 0-148 0,-11 77-48 0,11-43 60 15,-5 10 84-15,5 5 24 16,0 8-12-16,5 3-72 0,-1 6-76 0,3 1-60 16,1 3-104-1,1 4-56-15,-1-2 0 0,-1-2-8 16,1-3-92-16,1-4 28 0,-2-3-12 0,1-5 8 0,0-11 4 0,-4-6-148 15,8-6 48-15,-4-7-244 0,3-9-188 16,2-7-200-16,-1-2-304 16,4-7-880-16,-4-3-880 15,0-4-1981-15,0-9-1871 0</inkml:trace>
  <inkml:trace contextRef="#ctx0" brushRef="#br0" timeOffset="96171.816">21355 8862 5580 0,'0'0'8033'0,"0"0"-6929"0,0 0-764 16,0 0-188-16,0 0 476 0,0 0 352 15,0 0-84-15,0 0-292 0,-27 76-308 0,22-48-136 16,1 7-36-16,0 0 84 0,4 0 28 15,0 3-28-15,4-3-12 0,5-4 60 16,-5-2 64-16,7-4 32 0,1-3-120 0,-3-2-76 16,2-8-92-16,1-2-52 15,0-4-12-15,4-6-72 16,4-6-96-16,0-11-88 16,3-2-88-16,5-12 4 0,-3-3-52 0,3-5-52 15,0 2-20-15,-4-5 140 0,-1 0 68 0,-3 2 20 16,0-2-12-16,-8 1-64 0,-4-4 16 0,-3 1-116 15,-5 3 44-15,0 0-144 16,0 2 84-16,-9 8 164 16,1 1 264-16,-3 12 48 15,-2 8 304-15,1 4 140 0,-4 6-52 0,4 0-52 16,-4 9 0-16,-3 10 32 0,-2 6-96 0,1 5-4 16,-3 8-36-16,-1 3-48 0,0 6 20 0,0 2-8 15,1-2-84-15,-2 0-164 0,5-6-148 0,5-2-112 16,-2-11-268-16,10-9-52 15,-1-6-92-15,8-3-136 0,0-10-480 0,0 0-1176 0,4-10-689 16,3 1-1123-16,5-16-907 16</inkml:trace>
  <inkml:trace contextRef="#ctx0" brushRef="#br0" timeOffset="96498.163">21491 8829 9472 0,'0'0'2321'0,"0"0"-873"15,0 0-824-15,0 0 324 16,-13 77 400-16,6-45-36 0,-5 5-100 15,-4 1-292-15,4 4-332 0,-4-1-136 0,0-3 48 0,0 0 84 16,4 0-319-16,-4-5-265 16,4-2-48-16,-3-2-97 0,2-1-171 0,2-2-244 15,2-8-88-15,5-5-96 0,0-7-104 16,4-1-216-16,0-5-384 16,0-7-316-16,4-3-44 0,5-9-441 0,3 0-239 15,-1-7 552-15,6 1 348 0,-2-4 688 16,1 3 900-16,5 5 1092 0,-2-2 668 15,1 8 112-15,1 2 44 0,2 7-343 0,-3-1-25 16,4 7-76-16,-5 0-200 16,2 10-180-16,3-1-296 15,-5 7-252-15,1 0-176 16,4 4-60-16,-3-1 12 0,2 0-192 0,-3-5-128 0,4 3-184 16,-1-4-272-16,5-1 260 0,-4-5-644 0,1 2-556 15,3-3 24-15,-8-2-404 0,12 5-6065 0</inkml:trace>
  <inkml:trace contextRef="#ctx0" brushRef="#br0" timeOffset="96926.343">22391 8550 12297 0,'0'0'1836'0,"0"0"-960"16,0 0-436-16,92 25 300 15,-60-18 288-15,-4-1-212 0,0-3-196 0,0-3-228 16,4 0-268-16,-4 0-124 0,-4 0-12 15,-1-3-88-15,1 0-600 0,-8-3-428 16,-8 2-588-16,0 4-2700 16,-8 0-3829-16</inkml:trace>
  <inkml:trace contextRef="#ctx0" brushRef="#br0" timeOffset="97096.859">22483 8794 12089 0,'0'0'1940'15,"0"0"-1112"-15,0 0-820 0,0 0 752 16,0 0 468-16,0 0-196 0,0 0-264 0,99 13-340 0,-63-19-280 31,5-7-148-31,-2 4-36 0,5-7-396 16,4 3-24-16,0-3-596 0,-5 0-628 0,-7 4-2372 0,16-1-4933 0</inkml:trace>
  <inkml:trace contextRef="#ctx0" brushRef="#br0" timeOffset="97681.771">23323 8360 10856 0,'0'0'1813'15,"0"0"-1493"-15,0 0 128 0,0 0 844 16,0 0 132-16,0 0-248 0,92 83-312 0,-79-52-220 16,-6 3-240-16,1 1-96 0,-4 1 8 15,0-5-44-15,-4-3-128 16,0-4-92-16,0-10-52 0,0 0-8 0,0-5-140 15,0-2-24 1,0-1-476-16,0-3-164 0,0-3-152 16,-4 0-412-16,0 0-1136 0,0-16-3741 0</inkml:trace>
  <inkml:trace contextRef="#ctx0" brushRef="#br0" timeOffset="97845.356">23316 8134 6320 0,'0'0'6249'15,"0"0"-4277"-15,0 0-1268 0,0 0 128 16,0 0 392-16,0 0-256 0,0 0-388 16,0 0-544-16,0 0-36 15,99 26-332-15,-71-17-396 16,0 4-328-16,-8-4-1136 0,16 10-3725 0</inkml:trace>
  <inkml:trace contextRef="#ctx0" brushRef="#br0" timeOffset="98287.664">23929 8436 5592 0,'0'0'7809'15,"0"0"-6225"-15,0 0-952 0,-88 61 524 16,64-40 456 0,-4 4-324-16,9 1-152 0,3-1-404 15,8-6-331-15,4-3-253 0,4-2-28 0,0-6-24 16,0-2-72-16,8 1-24 0,4-7-4 0,0 0 4 0,8 0 4 15,-4-9-4-15,4-8-44 0,4-1-28 0,-5-5-36 0,2-2 8 16,-6 0-105-16,5-4-39 0,-3 1-24 16,-2-7-96-16,2-3-148 0,2-4-112 15,-3-8-28-15,4-4-48 0,-4-7 44 16,-1-6-124-16,-2-2-188 16,-2-4-112-16,-3 0 4 15,-3 2 284-15,-5 8 792 0,0 5 80 0,0 15 224 16,-5 7 168-16,-3 8 48 0,1 9 48 0,3 10 188 0,0 2 96 15,0 4-52-15,4 3-120 0,-5 0-164 0,5 6-132 16,0 7-224-16,-4 13 36 0,1 2 136 16,3 14-16-16,0 8 16 15,0 7 68-15,0 8-20 0,-4 4-124 0,4 3-136 16,-4 5-24-16,4 2 28 0,-4-3-124 16,4-5-8-16,0-8-224 15,0-3 48-15,4-12 64 0,0-10-380 0,3-6-100 16,2-7-84-16,3-3 20 0,3-8-112 15,2-2-504-15,3-10-1128 0,-9 3-1553 16,17-5-2179-16</inkml:trace>
  <inkml:trace contextRef="#ctx0" brushRef="#br0" timeOffset="98730.659">24666 8356 13921 0,'0'0'1932'0,"0"0"-1352"0,0 0-368 16,0 0 548-16,0 0 416 16,-84 38-240-16,69-8-240 0,-1 1-232 15,0 7-148-15,8 10 24 0,-4 2 12 0,8 2 245 16,0 1-257-16,4-2-196 16,0-7-48-16,4-6-8 0,4-5-40 15,4-12-48-15,4-5-40 0,4-6-20 16,-1-1-28-1,2-6 16-15,3 1-60 0,-5-4 60 0,9-10-64 0,-4-6-56 16,4-7-64-16,0-4-85 0,-4-9-83 16,4 2 44-16,-1-7 16 15,1-4 96-15,0 1 12 0,-4-8 72 0,-3 2-124 16,-2-4 28-16,-3-1-68 0,-4-1 116 0,-8 2-16 16,-4 2-24-16,0 8 148 0,-4 9 124 0,0 13 336 15,-4 10 256-15,-3 5 120 0,2 7-136 16,1 4-296-16,-8 5-24 0,0 10-72 15,-4 3 96-15,1 13 48 0,-5 3-84 16,0 7 21-16,-4-1-33 0,4 1-40 16,0 2-104-16,-4 1-88 0,4-7-148 15,0 0-264-15,0 1-73 0,5-7-151 16,-2 0-192-16,6-7-192 0,2-6-572 0,6-6-1220 16,3-9-1629-16,4-7-555 0</inkml:trace>
  <inkml:trace contextRef="#ctx0" brushRef="#br0" timeOffset="98931.985">24778 8503 4304 0,'0'0'7521'0,"0"0"-5301"0,0 0-1256 15,0 0 28-15,8 79 556 0,-16-48-260 16,-4 7-100-16,0-2-332 0,-4 2-224 0,4 0-135 16,-4-4-133-16,4-2-204 0,-4 1-160 15,4-5-80-15,1-6-116 16,-2-3-265-16,5-6-243 0,1-4-128 0,7-9-36 0,0 0-240 15,0 0-644-15,0-12-1188 16,0-1-1409-16,4 0 1101 0,3-6 4 16</inkml:trace>
  <inkml:trace contextRef="#ctx0" brushRef="#br0" timeOffset="99063.944">24778 8760 8960 0,'0'0'2309'0,"0"0"-961"16,0 0-96-16,79 12 592 0,-51 1-44 15,-3-1-896-15,3 4-424 0,3 3 72 16,1 0 892-16,0 1-592 0,4-4-659 15,3 0-189-15,-3-4-4 0,5 4-48 16,-6 0-425-16,1-3-307 0,-4 2-212 16,0 2-336-16,-4 1-800 0,-8-2-2272 0,3 7-3453 15</inkml:trace>
  <inkml:trace contextRef="#ctx0" brushRef="#br0" timeOffset="99254.428">25905 9210 12537 0,'0'0'168'0,"0"0"-168"0,0 0-9605 16</inkml:trace>
  <inkml:trace contextRef="#ctx0" brushRef="#br0" timeOffset="124584.142">7250 11218 12837 0,'0'0'1716'0,"0"0"-1440"16,0 0 80-16,0 0 348 0,-23 69 796 16,15-34-104-16,0 3-412 15,-4 6-432-15,5 7-224 0,-2 6-24 0,-3 9-168 16,0 5 32-16,-4 5-96 15,0 0-72-15,1-3 0 0,-2-3-72 0,6-6 0 16,-1-10-40-16,7-7-128 0,1-12-408 16,4-7-48-16,9-9 80 0,3-8-36 15,8-9-280-15,-1-4-244 0,1-21-676 16,8-9-752-16,-12 7-1957 0,12-29-1123 0</inkml:trace>
  <inkml:trace contextRef="#ctx0" brushRef="#br0" timeOffset="124830.267">7394 11364 9912 0,'0'0'1445'0,"0"0"-841"15,0 0-4-15,0 0 640 16,0 0 200-16,-20 69-128 0,12-34-304 0,1 6-440 16,-1 7-224-16,-5 6-24 0,6 6-108 15,-9 3-64-15,0 4-136 0,-1 3-12 16,-6 0-64-16,3-3-56 0,0-7-212 0,0-6-152 15,8-12-96-15,0-11 68 16,8-12 140-16,1-6-28 0,3-10-168 0,0-3-364 16,0 0-540-16,3-14-192 0,5 6-829 15,0-21-2283-15</inkml:trace>
  <inkml:trace contextRef="#ctx0" brushRef="#br0" timeOffset="125245.249">7342 11296 8200 0,'0'0'2745'0,"0"0"-1613"0,0 0-648 0,0 0 196 0,76-76 512 16,-51 63 60-16,-6 1-100 16,9 6-292-16,-4 2-304 0,4 1-124 15,-4 3-64-15,4 3-160 0,-9 4-36 0,-2 2-12 16,-6 8-88-16,2 2-72 15,-9 2 4-15,0 4 48 0,-4 11-52 16,-13 5-88-16,-6 0-204 0,-5 6-64 0,-4 1 96 16,0 0 112-16,0-7 148 15,0 0 0-15,0-2-12 0,1-8 0 0,3-2 8 16,3-4 4-16,6-6-8 0,-2-3 8 16,10-6-4-16,3-4 0 0,4 1 4 15,0 1 112-15,4 2 156 0,7 3 4 0,2 3-4 16,2 0-84-16,6 0 60 0,-2 3-84 15,5 0 48-15,0-3-48 0,0 0 24 16,-1-1 32-16,1-2 28 16,4-1-84-16,-3-1-28 0,-5-5-124 0,3 0-8 15,-7-3-84-15,5 0-24 0,-6 1-236 16,-3-4-140-16,0 0-116 0,0 0-200 16,-3 0-112-16,-6 0-292 0,1 0-644 0,-4 0-1348 15,0-4-4145-15</inkml:trace>
  <inkml:trace contextRef="#ctx0" brushRef="#br0" timeOffset="126629.054">9374 11651 4396 0,'0'0'2876'15,"0"0"-1268"-15,0 0-416 0,0 0 189 16,0 0 207-16,0 0-176 0,0 0-116 0,0 0-292 16,0 0-292-16,0 0-380 15,0 0-132-15,20-2 120 0,-3 2 64 0,-2-3 180 16,6 0-120-16,3-1-116 0,3-2-72 15,1 3-96-15,0-4 96 0,7 4-60 16,2-3-28-16,3 0-20 0,-1-1 12 16,9 1 20-16,0-4 16 0,8 3 33 0,0 1 379 15,0-2-280-15,-1 1-208 0,4-3-36 16,-3 0-36-16,0 4-36 0,4-3 84 16,-4-1-48-16,0 4 12 0,-1-4 52 15,-3 4-104-15,-4-3 0 0,0-1 64 16,-4 1-60-16,-4-2-8 15,-1 3-4-15,-7-2-8 0,0 0 8 0,-8 1-144 16,0 3 92-16,-5-5-8 0,2 6-96 16,-5 2-36-16,-4-4-4 0,-5 3-56 15,2 2 8-15,-5-2-24 16,0 1-97-16,0 0-95 0,-1 1-100 0,-3-5-124 16,0 3-308-16,0-5-592 0,0 2-848 0,-7-2-1424 15,3 3-849-15,-9-4-635 0</inkml:trace>
  <inkml:trace contextRef="#ctx0" brushRef="#br0" timeOffset="126880.25">10809 11255 8612 0,'0'0'2845'0,"0"0"-1809"0,0 0-728 16,0 0 508-16,0 0 504 0,0 0-176 0,0 0-92 15,0 0-368-15,0 0-228 0,0 0-112 16,75 10-60-1,-58-1 36-15,-6 0-48 0,6 4 44 0,-6 0-144 16,2 0-88-16,-2 2 4 0,-3 1-88 0,1 0 48 16,-5 4-48-16,-4 2-124 15,0 0 16-15,-9 3-40 0,-3 1-24 0,-3 5-84 16,-9-2-76-16,0-1-36 0,-1 1-52 0,-2 3-48 16,-5-7-44-16,4 4-72 15,-4-4-372-15,0 0-416 0,4-2-720 16,5-7-1869-16,-5 0-1919 0</inkml:trace>
  <inkml:trace contextRef="#ctx0" brushRef="#br0" timeOffset="142245.549">12897 11020 5448 0,'0'0'404'0,"0"0"3648"15,0 0-3368-15,0-83-15 0,0 52 51 0,0-4 268 16,0 3 120-16,0 4-136 16,0 2-40-16,0 0-104 0,-4 4-156 0,-1 3-252 15,5 1-60-15,-4 1-4 0,1 2-24 16,-1 2-12-16,0 7-36 0,4 0 56 16,0 2-80-16,-4 1-52 0,4 3-64 15,0 0-8-15,-4 7 20 0,0-1-156 16,-4 10-180-16,-4 6-76 0,0 13 72 0,0 9-24 15,-4 14 36-15,0 11 24 0,1 4-132 16,-6 4-16-16,5-1-24 0,0-3 160 16,5-10 12-16,-2-9 88 15,6-13 60-15,3-9 8 0,0-13-8 0,4-2-52 16,0-12-20-16,0-2-28 0,0-3 0 16,0-3-72-16,4-2-76 0,0-5 148 15,3-3 100-15,6 0 16 0,-5 0-16 0,-1 4 0 16,5-1-124-16,-7 7 124 15,2 3 108-15,1 6 240 0,0 10 108 0,1 4-220 16,-2 9-172-16,-3 1-16 0,0 6 24 16,0-1-8-16,0 3-16 0,1-3-48 0,-2 3-72 15,1-3-64-15,0 3 24 16,-4-4-272-16,4 1-248 0,0-6-12 16,-4 0-172-16,4-8-228 0,-4 2-388 15,4-4-48-15,0-3-245 0,0-6-983 16,0-4-2124-16</inkml:trace>
  <inkml:trace contextRef="#ctx0" brushRef="#br0" timeOffset="152761.371">13681 10976 980 0,'0'0'1328'0,"0"0"-64"15,0 0-260-15,0 0-144 0,0 0-52 16,0 0 0-16,0 0-84 0,0 0-216 15,9-39-184-15,-9 33-12 0,4 3 0 0,-4-3 1713 16,0-1-893-16,0 4-352 16,0-3-80-16,0 3 48 0,0 0-104 0,-4-1-128 15,4 1-36-15,-5 3-44 0,5 0-88 16,-4 0-72-16,1 0-68 0,-5 3-96 16,0 7 12-16,-1 2 0 0,2 4-12 0,3 3-64 15,-4 4 52-15,-1 0 0 16,6 2 36-16,-1 2-76 0,0 3 124 15,0 1-120-15,0 4 60 0,4 3-64 16,0 0-56-16,0-3 80 0,0 0-84 16,8-3 16-16,0-4 80 0,4-5-96 0,-4-7-48 15,7-4 8-15,-2-2 40 0,2-4 0 16,-2-3-64-16,2-3-20 0,-2 0-188 0,2-3-332 16,-2-3-140-1,2-7-104-15,-3 1-172 0,0-1-232 0,0 1-596 16,0 1-1121-16,0-1-2111 0</inkml:trace>
  <inkml:trace contextRef="#ctx0" brushRef="#br0" timeOffset="153024.286">13872 11176 8748 0,'0'0'1680'0,"0"0"-687"0,0 0-157 15,0 0 388-15,0 0-168 0,0 0-200 0,0 0-140 16,0 0-248-16,0 0 28 0,0 0-48 16,0 0-12-16,69-7-116 0,-50 7-196 15,1 0-116-15,-4 0 4 0,4 0-12 16,4-3-100-16,-3-3-516 15,-2-1-444-15,5-2-396 0,-9-1-1084 0,13-2-3645 16</inkml:trace>
  <inkml:trace contextRef="#ctx0" brushRef="#br0" timeOffset="153602.872">14650 10876 10424 0,'0'0'1237'0,"0"0"-789"0,0 0 192 15,0 0 724-15,0 0-24 0,0 0-48 16,23 81-248-16,-18-66-340 0,-5 5-284 16,4 2-124-16,-4 1-40 0,0-2-108 15,-4 8-72-15,-8-1-64 0,0-2-8 0,-1-3 8 16,-2-5-12-16,3-3 0 0,-8 2-124 16,8-8-84-16,-4-2-76 0,-4 0 16 15,8-5-92-15,1-2 104 0,-6-2-116 16,10-5 60-16,-6-3 4 0,2-6 44 15,-1 1 52-15,3-5-72 0,2-2-8 16,-1 3 76-16,4 0 132 0,0 0 44 16,4 7 40-16,0-1 4 0,0 3 72 0,0 3 24 15,4 2 40-15,0 1 0 16,7 4 84-16,-3 0 40 0,5 0-28 0,2 0 64 16,5 4-40-16,4 1 84 0,1 5-8 15,-2 0 8-15,9 3 40 0,-4 2-140 16,3 1-96-16,-3-3-64 0,4 3-76 15,-4-7 80-15,0 1-4 0,0-6-20 0,0-2 80 16,0-2-80-16,-4-2-60 0,-1-9 56 16,2-1 0-16,-5-7-12 15,-1 0-48-15,1-6-8 0,-8-2-76 16,4 0-112-16,-4-2 88 0,-3 3-28 0,-6 1 88 16,-3-1-188-16,0 8 76 0,-12-1 64 15,-4 3 20-15,-4 2 20 0,1 6 52 0,-1 4-4 16,-4 4 8-16,-1 0 0 15,2 7 0-15,-1 5-60 0,0 4-76 16,0 3 0-16,0 0 72 0,4 3 4 16,0 3 12-16,1-2-88 0,6-1-64 15,-2 0-132-15,6 0-80 0,2-2-136 16,3-1-144-16,4 0-312 0,0 0-480 0,0-7-808 16,11 4-2377-16</inkml:trace>
  <inkml:trace contextRef="#ctx0" brushRef="#br0" timeOffset="153771.711">15296 11195 9200 0,'0'0'3173'0,"0"0"-2089"0,0 0-664 16,0 0 252-16,-37 83 260 0,25-61-216 15,-3-3-136-15,2 3-336 0,-2 1-244 0,2-5-188 0,6 1-236 16,-5-2-332-16,3-2-352 0,6-2-648 15,-5-8-2413-15,0 2-3167 0</inkml:trace>
  <inkml:trace contextRef="#ctx0" brushRef="#br0" timeOffset="155152.377">15825 10843 4136 0,'0'0'4112'15,"0"0"-2736"-15,0 0-552 0,0 0 609 16,0 0-77-16,0 0-340 0,0 0 56 0,0 0-204 16,88 63-352-16,-76-44-168 0,-1 6 12 15,-2 1-72-15,3-1-128 16,-9 0 12-16,1 0-72 0,-4 2-12 0,0-5-76 16,5-3 36-1,-5-4-48-15,0-2 4 0,0-3 44 16,0-7 16-16,4-3-16 0,-4 0 16 0,0 0 72 0,0 0 24 15,0-3 48-15,0-7-48 0,0-3-64 16,0-9-40-16,0 0-48 0,0-10 44 0,0 4-52 16,0-3 0-16,0 1 32 15,8 2-32-15,-4 2 0 0,3 4-4 16,2 0-8-16,3 6-88 0,-1 0 16 0,2 3-4 16,-6 5-8-16,5-3-40 0,0 5 12 15,0-1-160-15,1 5-308 0,-2-5-76 16,5 4-80-16,-4-1-220 0,4 2-372 0,0-2-676 15,-1 4-485-15,2 0-3775 0</inkml:trace>
  <inkml:trace contextRef="#ctx0" brushRef="#br0" timeOffset="155814.692">16514 10646 8840 0,'0'0'1464'16,"0"0"-1140"-16,0 0 189 0,0 0 491 16,0 0 32-16,0 0-172 0,0 0-116 15,0 0-296-15,0 0-212 0,0 0 0 16,4 0 24-16,-4 0 28 0,0 0-32 0,4 0 68 15,-4 0 104-15,5 0 176 16,-5 0-160-16,4-3-140 0,-4 3-88 0,4-4 76 16,-1 1-64-16,1-4-48 0,4 2-36 15,1-1-76-15,-2-1-72 0,1 0 0 16,0 2-12-16,0-2-36 0,4 0 40 0,-4 0-40 16,4 1-16-16,0 0 16 0,-1 3 0 15,-2-3-16-15,-1 2-8 16,3 4 24-16,-2-3 40 0,3 3-4 15,-5 0-64-15,2 0 4 0,-1 0-4 16,0 3 64-16,-1 3 4 0,2 1 8 0,-1 5 0 16,-1 4 44-16,1 3 8 0,1 0-48 15,-5 4 4-15,3 5 64 0,-3-2-68 16,4 6-4-16,-3-1 0 0,2 1 4 16,-3 3 8-16,0 0-8 0,0 0 4 0,0 0-8 15,0-3 0-15,1-4 12 0,-2 0 0 16,5-2 36-16,-4-6 0 0,4-2 16 15,-3-2 116-15,2-3-32 0,-3-1-24 16,4-2-116-16,-4-4 4 0,0-2-12 16,0-1 4-16,-4-3 44 0,0 0-44 0,0 0 8 15,0 0 60-15,0 0 16 16,0 0-4-16,0 0 4 0,0 0-76 16,0 0-12-16,0 0-48 0,-4 0-112 0,0 0-96 15,-4-3-28-15,0-1-72 0,1 4 36 16,-6 0 40-16,-2 0 20 0,-2 0-24 15,-3 0-24-15,1 0-116 0,-5 7-96 16,-1-3-312-16,1 1-436 0,1 2-512 16,-5 2-893-16,12-2-1563 0,-16 2-892 15</inkml:trace>
  <inkml:trace contextRef="#ctx0" brushRef="#br0" timeOffset="159635.772">7215 12712 6796 0</inkml:trace>
  <inkml:trace contextRef="#ctx0" brushRef="#br0" timeOffset="184810.623">9374 11290 6612 0,'0'0'456'16,"0"0"5389"-16,0 0-5069 0,0 0-344 0,0 0 152 0,0 0 248 15,0 0 48-15,0 0-44 16,0 0-264-16,-71 25-352 0,67-15-20 16,-8-4-16-16,4 4-48 0,0 2-76 0,-4 1-52 15,4 3 4-15,0-1-12 0,-4 2 4 16,4 2 4-16,0-1 0 0,-4 5 0 15,5-4 4-15,-2 0-12 0,1-3 0 16,4 0 8-16,-3 0-8 0,7-4-12 16,-4 1 4-16,-1-3 8 0,5 3-52 15,0-3 4-15,0-5-12 0,0 2 48 0,0-4-76 16,0 3 80-16,5-2 8 0,-5-1 4 16,4 0 80-16,-4-1-76 0,4 5-4 15,-1-3 56-15,-3-1-56 0,4 3-4 16,0-3 4-16,0 4 0 0,0-4 0 15,1 3 32-15,-1-3-36 0,-1 0-4 16,1 1-92-16,0-1 96 0,4 0 8 16,-4-3 52-16,4 3 52 0,0-3 0 15,0 0-16-15,4 0 52 0,-4 0-36 16,0 0-28-16,4 0-36 0,-4 0 4 16,0 0-44-16,-1-3-8 0,6 3-8 0,-5 0 4 15,-1-3-60-15,6 3 16 0,-5-3 48 16,3 3 8-16,2-4-8 0,-5 1 76 15,3 0-76-15,-2 0 8 16,2 0 64-16,-3 0-24 0,0 0 28 0,1-1-4 0,2 1-12 16,-3 0-60-16,1 0-52 15,-6-4 52-15,5 4 4 0,0-3-4 0,1 3-44 16,-2 0-4-16,-3-1-52 0,4 2 28 16,-4-2-16-16,0 4 40 0,4-3-12 15,0 3 44-15,0-4-44 0,-1 1-36 0,2 3 84 16,-5-3-96-16,4 1-128 15,-1 2-36-15,2-4-12 0,-1 1-124 16,-1 0-160-16,1-1-412 0,-3 4-516 16,3 0-1248-16,-4 0-3057 0</inkml:trace>
  <inkml:trace contextRef="#ctx0" brushRef="#br0" timeOffset="195380.954">17630 11090 5196 0,'0'0'4232'15,"0"0"-1667"-15,0 0-977 16,0 0-320-16,0 0 76 0,0 0-108 0,0 0-220 15,0 0-168-15,0 0-124 16,-44-7-28-16,40 2-76 0,1-5 49 0,-1-3-205 16,0-5-248-16,-1-5-144 0,1-6 48 15,-4-3-32-15,5-3-76 0,-1 0 84 16,0 1-24-16,-5-1 0 0,5 3-60 16,0 0 0-16,-3 4 48 0,3 2-56 15,0 1-4-15,4 0 8 16,0-3 0-16,0 2-8 0,0 0-48 15,0 1 36-15,4-1-60 0,0 4 60 0,3 0-48 0,-3 2 0 0,4 1 60 16,1 5 8-16,-5-3 4 16,3 4-4-16,-3 4 32 0,0 2-40 15,5 4-84-15,-2 3 20 0,1 0 64 0,5 3 12 16,2 7-4-16,1 2 40 16,4 7-36-16,0 0 48 0,0 4-60 0,3 3-8 15,2-1 0-15,-1 3-4 0,0 4 8 16,-5 1 0-16,5 4 0 0,4 1-4 15,-4 3-136-15,-1 3 92 0,2 4-8 16,-1 3 48-16,-4-3 4 0,-5-4 8 16,2-2-8-16,-2-4 4 0,2-6-8 15,-6-4 0-15,2-9-96 0,-2-3 48 0,1-7-72 16,-3-2-76-16,-2-7-156 16,5-4-25-16,-3-5-87 0,-2-7-168 15,-3-3-312-15,0-6-436 0,0-4-968 0,-4 8-2200 16,0-19-2333-16</inkml:trace>
  <inkml:trace contextRef="#ctx0" brushRef="#br0" timeOffset="195893.435">18634 10150 10981 0,'0'0'3828'0,"0"0"-2920"15,0 0-328-15,0 0 1160 0,0 0-324 16,0 0-560-16,0 0-340 0,0 0-276 16,0 0-236-16,-15 68 4 0,10-35 248 0,5 9-24 15,-4 6-24-15,4 5-3 16,0 4-45-16,0 7-28 0,0 3-72 0,0 2 0 16,0-5 16-16,0-7 80 0,12-3 72 15,4-6-44-15,0-7-64 0,7-6-120 0,5-7-80 16,-3-5-4-16,3-10 36 0,0-7-76 15,-4-6 40-15,4-2 84 16,-5-17 60-16,5-4-60 0,-4-9-60 0,0-6 12 16,0-6-120-16,-5-4-136 0,-2-2-97 15,-6 1 13-15,2-1 60 0,-5 3 32 16,-4-5 52-16,-4-2 28 0,0-3-80 0,-12-4-8 16,-4-2 44-16,0 3 76 15,-4 7-12-15,-4 1 124 0,3 11 8 16,2 6 64-16,7 9 124 0,-4 11 112 15,9 5 216-15,-6 7-72 0,5 3-4 0,-3 3-56 16,2 9-188-16,-3 11-124 16,1 6 4-16,-2 8 148 0,2 8 44 0,-2 6 52 15,2 6-35-15,-1 7-65 0,-1 3-80 16,2 2-76-16,-6 1-136 0,2-7-109 16,-1-2-347-16,0-11-176 0,4-11 92 15,4-11 4-15,0-12-204 0,4-10-492 0,0-6-808 16,4-2-2337-16,0-21-2127 15</inkml:trace>
  <inkml:trace contextRef="#ctx0" brushRef="#br0" timeOffset="196213.908">18730 10578 7172 0,'0'0'5709'0,"0"0"-3737"0,0 0-852 0,0 0 404 0,24 87-252 0,-24-59-376 16,4 4-136-16,-4 2-152 0,0 6-216 15,0-3-116-15,0-2 5 0,0 3-121 16,0 0-160-16,0-7-108 0,-4 2-233 15,4-12-203-15,-4-2-188 0,4-8 144 16,0-8 172-16,0-3-88 0,0-7-172 16,0-8-204-16,0-8 120 0,0-2 256 15,0-1 204-15,4-2-4 0,0 2 4 16,3 4 300-16,2 0 36 0,3 6 432 16,-1 4 224-16,9 5 120 0,5 1-32 15,-1 2 156-15,3 4-212 0,1 0-184 0,3 0-124 16,1 6-160-16,0 1-52 0,1 3-128 15,-6-4-16-15,-3 4 0 0,0-1-4 16,-4 0-56-16,0-2-60 0,-4 3-60 0,0-7-320 16,-8 0-256-16,0-3-76 0,-4 0-188 15,4 0-544-15,-5 0-964 0,6-6-2157 16,-1 2-271-16,0-11 3384 0</inkml:trace>
  <inkml:trace contextRef="#ctx0" brushRef="#br0" timeOffset="197561.129">19515 9937 80 0,'0'0'9504'0,"0"0"-7043"0,0 0-1297 16,0 0 144-16,0 0-44 15,0 0-188-15,0 0-156 0,0 0-140 0,0 0-240 16,36-69-196-16,-29 52-60 0,1 2-64 16,1 3-36-16,-1-5-76 15,-1 4 4-15,1 7-16 0,1-3-24 0,2 2-20 16,-7 4-40-16,4-3 72 0,-3 3 0 15,-1 3-8-15,-1 0 20 16,1 0-12-16,0 0-72 0,0 0-12 0,-4 6-4 0,4 3 4 16,4 10 52-16,-4 4-52 15,4 11-132-15,0 8-16 0,-4 2 96 16,4 7 52-16,4 0 12 0,-8 6 0 0,3 4-4 16,-3 0-8-16,5-5 8 0,-9-5 92 15,4-10 44-15,0-13 88 0,0-4-172 16,-1-6-60-16,6-5-60 0,-1-4 52 15,3 1-136-15,-3-4-140 0,5-4-32 16,-6-2-24-16,-3 0 32 0,0 0 52 16,0-5 96-16,1 2 24 0,-5 0 68 15,0 0 68-15,4 3 0 0,-4 0-68 16,0 0 68-16,4 0 12 0,-1 0 160 16,1 6 60-16,4 0-108 0,1 1-40 15,-2 2-12-15,5 4 4 0,1-1 20 0,-2 7-36 16,5 0-8-16,0 6 8 0,0 4 220 15,4 0 64-15,-4 6-128 0,-1 0-56 0,2 3 60 16,-6 0-88-16,2 4 40 16,-1 2 45-16,-5-3 87 0,6 3-148 0,-5-5-56 15,-1-1-28-15,-3-3 0 0,5-7-24 16,-5 1 0-16,0-10-36 0,-4 0 36 0,0-3-48 16,0-3 12-16,-4-1 0 15,-5-2-12-15,-3-1-96 0,-3-3-60 16,-9 0-76-16,0-1-216 0,-8-5-125 0,0 0 25 15,-4-5-24-15,1-1-236 0,-6-2-176 16,5-3-680-16,1 1 8 16,-1 5-1440-16,12-2-1637 0,-8 7-2231 0</inkml:trace>
  <inkml:trace contextRef="#ctx0" brushRef="#br0" timeOffset="197754.594">19693 11134 11189 0,'0'0'6152'16,"0"0"-6152"-16,0 0-612 0,0 0 604 15,0 0 8-15,0 0-564 0,0 0-128 16,0 0-964-16,0 0-5009 0</inkml:trace>
  <inkml:trace contextRef="#ctx0" brushRef="#br0" timeOffset="200560.379">9310 12693 5536 0,'0'0'756'0,"0"0"4793"0,0 0-3873 0,0 0-484 0,0 0 168 16,0 0-472-16,0 0-352 15,0 0-40-15,0 0 184 0,0 0 44 16,49 83-260-16,-34-43-84 0,-2 9-100 0,-2 2-156 16,-3 9-112-16,5-3-12 0,-6-3-48 15,5-7 36-15,-3-9-148 0,-2-8 112 16,-3-11-64-16,0-7-96 0,0 1-256 15,1-7-100-15,-1-3-188 0,-4 0-188 16,3-3-464-16,1 0-1008 0,0-9-1577 16,-4 3-435-16,0-10-372 0</inkml:trace>
  <inkml:trace contextRef="#ctx0" brushRef="#br0" timeOffset="200947.868">9478 13068 3588 0,'0'0'4480'0,"0"0"-2720"0,0 0-147 0,0 0-165 15,0 0-96-15,0 0-216 0,0 0-40 16,0 0-112-16,0 0-244 0,0 0-256 16,88-28-128-16,-65 21-24 0,5-3-52 0,8 1 64 15,5-3 0-15,-2 1-128 0,9 3-140 16,0-3-76-16,8 3 0 0,0-3 196 16,7 2-196-16,1-1-8 0,3 4-112 15,5-3 116-15,4 2 4 0,-1 1-40 16,2 0 32-16,2-1-44 0,-3 4 48 15,3-3 0-15,1 3-80 0,0-3 84 16,3 2 44-16,-3-2-40 0,4-1 76 16,-5 1-80-16,-2-3 0 0,-6 2 0 15,0-2-4-15,-7-2-132 0,-4 3 128 16,-4-5-112-16,0 4 32 0,-4-5 76 16,-5 6-84-16,-2-3 20 0,-6 5 28 0,-3-2-24 15,-4 1 68-15,-4 3 4 0,-8 1-60 16,3-3 60-16,-7 2 0 15,0 1 0-15,-7 0-184 0,2 0-136 0,-3 0-196 16,-3-3-176-16,-5 2-124 0,0-2-116 16,0-3-304-16,-5 2-740 0,-3 1-825 0,0 3-1555 15,-12-1-104-15</inkml:trace>
  <inkml:trace contextRef="#ctx0" brushRef="#br0" timeOffset="201229.37">11737 12586 9140 0,'0'0'1472'0,"0"0"-915"16,0 0 59-16,0 0 448 0,0 0 20 0,0 0 140 15,0 0-88-15,0 0-424 0,80 18-104 16,-64-11-88-16,4 3-40 0,0-4-48 16,-1 3-112-16,-2 1-136 0,2-4 12 0,1 4-112 15,-4-1 28-15,0 1-52 16,-4-1-48-16,0 1 88 0,-4-1-16 0,0 4-36 15,-8 4 28-15,0-3 20 16,-4 9-20-16,-8-2-76 0,-4 9-84 0,-3-1-88 16,-5-1 76-16,-1 7-52 0,1-3-72 15,-4 0-112-15,0-7 40 0,5 0-68 16,-1-3-68-16,8-6-204 0,0-3-388 16,5-7-728-16,2-3-1396 0,1-3-3633 0</inkml:trace>
  <inkml:trace contextRef="#ctx0" brushRef="#br0" timeOffset="202110.295">13395 12493 1772 0,'0'0'5080'0,"0"0"-1932"0,0 0-1855 0,0 0-805 15,39-82 692-15,-31 66 280 16,-3-3-336-16,-1 7-156 0,-4-2-120 15,0 3-240-15,4 0-128 0,-4 2-108 16,0-1-16-16,0 4-24 0,0 0-64 16,0-1-48-16,-4 4-48 0,-5 0-52 0,1 0-32 15,1 3-40 1,-1 0-48-16,-5 0-4 0,2 6-156 0,-6 4-108 0,6 2-36 16,-6 4 80-16,6 3 52 0,-1 3 88 15,0 3 72-15,4 0-76 0,0 5 88 16,-4 2 76-16,4-4-76 0,4 0-12 15,0 2-52-15,0-8 56 0,4 0-52 16,-3 0 0-16,3 0-4 0,0-3 4 16,0 3-40-16,0 0 52 0,0 2 40 0,0-6-104 15,0-3-48-15,3 2-12 0,1-9 24 16,0 3 48-16,0-5 92 16,0 1-116-16,0-1-24 0,1-3 60 0,2 3 88 15,-3 1 56-15,4-1 28 16,0 1-8-16,0 2 0 0,0 4 20 0,0 6 104 15,-1 3 84-15,2 0-16 0,-1 1-196 16,0-1-72-16,0 0-4 0,-4 3-32 16,4-3 36-16,0-2 0 0,-5-5-72 0,6-5 12 15,-5-1-76-15,4-6-88 0,-4 4-132 16,3-4-80-16,-3-3-120 16,1 0-236-16,3-3-480 0,-1-4-900 0,-3-2-2025 15,5-7-1815-15</inkml:trace>
  <inkml:trace contextRef="#ctx0" brushRef="#br0" timeOffset="203330.429">14267 12633 4252 0,'0'0'1432'0,"0"0"1284"0,0 0-904 0,0 0-611 16,0 0-353-16,0 0 656 0,0 0-276 15,-83-67-272-15,74 61 24 0,-2 6-236 16,-1-3 24-16,4 3-104 0,0 0-136 0,0 0-88 15,-4 3-220-15,0 6-84 0,0 1 12 16,0 2-40-16,0 8 24 16,0 2-32-16,0 7-16 0,8 2 40 0,0 8 44 15,1 1 4-15,3 2 84 0,0-7 205 16,0-3-37-16,3-10-184 0,5-3-80 16,0-7-160-16,4-5-68 0,0-4-92 15,4-3-32-15,4 0-100 0,0-10-72 0,0-5-1 16,0-4 1-16,0-3 60 0,-1 0-24 15,1-1-28-15,-3 1 0 0,-6 2 148 16,1 1 100-16,0 4 108 0,-8 5 0 16,0 2 84-16,0 3 76 0,-4 3 48 15,0 2 24-15,0 0 112 0,0 0-104 16,0 7-80-16,0 1-148 0,0 5 148 0,0 3-4 16,4 3 40-16,0 0 60 15,1 0-39-15,-2 0 27 0,5-6 48 16,4-3-40-16,0-1-44 0,0-6-100 0,8 0-100 15,-1-3-8-15,-2 0-220 0,7 0-44 16,-5-6 20-16,2-3-108 0,3-4-109 16,0-6-171-16,-1-1-100 0,5 1-212 15,0-2-920-15,-8 2-2164 0,8-4-3433 16</inkml:trace>
  <inkml:trace contextRef="#ctx0" brushRef="#br0" timeOffset="205145.501">15251 12322 8476 0,'0'0'1784'0,"0"0"-571"16,0 0 67-16,0 0 84 15,0 0-240-15,0 0-220 0,0 0-60 16,0 0-548-16,-88 3-216 0,65 13-72 0,3 3-4 16,-4 7 60-16,0-1 72 15,4 0 72-15,0 4 4 0,0 3-40 16,8-1 0-16,-3 5 40 0,6 2-52 0,2-1-24 15,-1-2-76-15,4 0-48 0,4-3 64 16,0-7 120-16,8-5 0 0,3-9-48 0,2 3 12 16,2-9 84-16,2 2 12 15,-2-7 0-15,1 0-12 0,0 0-84 16,0 0-44-16,-4-7-116 0,4-1-108 0,-4-5-136 16,-1 1-172-16,-2-5-208 15,-1 4-224-15,-4 1-264 0,0-4-400 0,-4 3-860 16,0 7-2085-16,-8-3-1627 0</inkml:trace>
  <inkml:trace contextRef="#ctx0" brushRef="#br0" timeOffset="205294.654">15028 12658 5216 0,'0'0'4744'0,"0"0"-2955"0,0 0-417 16,0 0 204-16,0 0-220 0,0 0-64 16,0 0 32-16,0 0-356 0,0 0-440 15,80-35-332-15,-56 26-104 0,0-3-92 16,-4-1-84-16,8-4-188 15,0 2-312-15,-1-3-364 0,6-2-388 0,-1-2-812 16,-13 6-2529-16,20-9-3987 0</inkml:trace>
  <inkml:trace contextRef="#ctx0" brushRef="#br0" timeOffset="205727.156">15790 12065 12953 0,'0'0'1704'0,"0"0"-1072"0,0 0 196 15,0 0 524-15,0 0-328 0,0 0 156 16,-77 85-188-16,66-52-456 16,3 5-244-16,-1 3 0 0,2 6 49 0,-1 4 167 15,4 3-192-15,-5 0-148 0,6 3-60 16,-1-3-96-16,4-3 72 0,0-7-76 16,0-6 52-16,7-9 40 0,6-10-100 0,2 0-80 15,6-9-68-15,-1-4 40 16,3-4 60-16,5-2 0 0,0-2-72 15,4-10-52-15,0-7-20 0,3-6-64 0,-3-5-108 16,5-5-145-16,-5-3-51 0,-4-3-16 16,-1-1 52-16,-3 1-28 15,-4 3-52-15,-4 0 88 0,-4-3 168 0,-8 3 112 16,0 0 164-16,-4 0 72 0,-8 0 148 0,-8 3 224 16,0 3 60-16,-4 3-100 15,0 4 148-15,0 9 24 0,4 7-52 16,1 5 84-16,-2 4-60 0,2 4-136 0,-2 11-144 15,-2 5-63-15,-1 8-37 16,0 3 76-16,0 5 20 0,-4 2-56 0,4 3-136 16,-4-3-112-16,4 4-264 0,-4-1-341 15,0-3-183-15,0-3-216 16,5-3-848-16,2-7-2024 0,6-10-989 0,-1-8-291 16</inkml:trace>
  <inkml:trace contextRef="#ctx0" brushRef="#br0" timeOffset="206027.787">15793 12465 7564 0,'0'0'6001'16,"0"0"-4821"-16,0 0-600 0,0 0 1016 15,-3 79 4-15,-6-54-288 0,1 3-52 16,1-2-447-16,-1 0-485 16,4-1-184-16,-5-2-80 15,2-1-64-15,3-2-168 0,-4-2-465 0,3-3-131 16,1-1-44-16,4-5-108 0,0-7-184 0,0-2-204 0,4 0-128 15,5-2-136-15,-1-7 408 0,3-5 660 16,6 2 424-16,-2-4 76 0,5 0 124 0,0 3 272 16,8 4 356-16,0-4 292 0,4 7-60 15,4 0 176-15,-4 6 8 0,4 0-228 16,-1 0-252-16,-3 0-148 16,0 3-136-16,0 0-136 0,-4 0-144 0,-4 4-124 15,0-4-56-15,-5-3-136 0,2 3-360 16,3-3-308-16,-9 0-212 0,5-3-496 15,-4 0-1212-15,4-7-4313 0</inkml:trace>
  <inkml:trace contextRef="#ctx0" brushRef="#br0" timeOffset="206326.687">16419 11801 12405 0,'0'0'1960'0,"0"0"-1400"0,0 0 180 0,0 0 1248 16,44 89-296-16,-32-51-188 0,3 3-251 16,2 4-405-16,3 6-388 0,-1 3-124 15,1 6-32-15,4 0 80 16,-4 7-120-16,4 3-140 0,-4 0-76 0,-1 3-44 15,2 3-4-15,-5-3-8 0,-4-2-92 16,-1-8-140-16,2-7-24 0,-2-8-148 0,-3-10-72 16,1-3-60-16,2-10-108 15,-3-6-213-15,5-2-439 0,-2-8-776 0,-3-6-2316 16,1-3-3621-16</inkml:trace>
  <inkml:trace contextRef="#ctx0" brushRef="#br0" timeOffset="207365.335">17753 12372 7172 0,'0'0'104'0,"0"0"4649"16,0 0-3689-16,0 0-48 0,0 0 48 15,0 0 168-15,-64-66-248 0,53 57-152 16,3 2-168-16,-1 1-112 0,2 6-100 16,-1 0-20-16,0 0 308 0,0 6-252 15,-4 7-292-15,0 9-63 0,4 6-1 0,-4 5 40 16,8 8 8-16,1 0 28 0,3 0-4 15,0 0-80-15,0-5-112 0,0-8 0 0,3-9-12 16,1-3 0-16,4-9-52 0,1-5-56 16,2-2-84-16,1 0-28 0,4-6-80 15,0-10-17-15,0 1 1 0,-1-9-52 16,-2 6 52-16,-1-4 60 0,-5 4 84 16,2-2 40-16,-1 4 32 0,-4 3 92 0,-1 1 8 15,1 2 100-15,0 4 44 16,-4 2 4-16,0 2 36 0,5 2 48 15,-5 0 0-15,4 0 8 0,0 6-128 16,0 6 44-16,3 1 273 0,6 6-117 16,-2 0-104-16,-3 3 80 0,1-3-68 15,-1 1-136-15,-1-4-84 0,1-4-156 0,1-3-112 16,2 1-204-16,1-4-173 0,0 1-107 16,8-4-276-16,0 4-744 15,-4-5-1240-15,11-2-1609 0</inkml:trace>
  <inkml:trace contextRef="#ctx0" brushRef="#br0" timeOffset="208044.51">18614 12071 6064 0,'0'0'3028'0,"0"0"-1103"16,0 0-433-16,0 0 240 0,0 0-192 16,0 0-124-16,0 0-364 0,0 0-496 15,0 0-300-15,0 0-108 0,-60 61 12 0,41-43 24 16,-2 1-48-16,2 3-28 0,-1 1-60 16,0 0-44-16,0 2 8 0,-4-3-4 15,8 0-8-15,-4 0 52 0,8-6 104 16,0 0 28-16,5-7-24 0,-2 1-12 15,9-3-28-15,-4-2-108 0,4-1-12 16,0 3 0-16,4-1 136 0,5 0-16 0,-2 3 40 16,5 1-4-16,4 0 4 0,4 3 8 15,4-1 125-15,0 4 363 16,0-3-332-16,4 2-188 0,0 1-96 0,-1 0-40 0,1 0-8 16,4-4-40-16,-4 5 44 15,-4-9-4-15,0 3-64 0,0-5-40 16,-1-6-224-16,-2 0-224 0,-1 0-181 15,-1-3-75-15,1-6-556 0,-3-2-1232 16,-6 6-2456-16,5-9-2833 0</inkml:trace>
  <inkml:trace contextRef="#ctx0" brushRef="#br0" timeOffset="208493.675">18997 12112 7808 0,'0'0'2692'0,"0"0"-1003"0,0 0-553 0,0 0 388 16,67 71-76-16,-46-46-264 0,-2 4-120 15,1-4-304-15,4 3-268 0,-4-3-136 16,0 4 60-16,-4-1 216 0,0 2-232 16,-5-9-216-16,6 2-39 15,-10-4-49-15,1-3-20 0,1-4-68 0,-5 1 52 16,0-7-48-16,-4 1 0 0,3-7-8 16,-3 3 0-16,0-3-4 0,0 0-48 15,0-3-88-15,0-4-20 0,-3-5-65 16,-5-1 89-16,4-6 72 0,-5-6-100 15,2-2 28-15,-1-3 72 0,4-6-40 0,-5 5-84 16,9-1 4-16,-4 3 20 0,4 4 40 16,0 3 8-16,9 2 52 0,-1-2-28 15,0 3 40-15,8 1 36 0,-4-2-60 0,4 5-40 16,-1-4-156-16,-3 3-188 16,4 3-304-16,5 1-668 0,-10-2-1036 0,6 5-2805 15,-2-4-3934-15</inkml:trace>
  <inkml:trace contextRef="#ctx0" brushRef="#br0" timeOffset="209233.74">19785 11789 15661 0,'0'0'2076'0,"0"0"-2076"0,0 0 0 16,0 0 224-16,0 0 332 0,0 0-64 16,0 0 12-16,0 0-432 0,0 0-72 0,0 0-208 15,0 0 196-15,65-77 0 16,-54 61-64-16,1 1-8 0,1 2 80 15,-2 0 0-15,-3 4-48 0,0 0 52 0,-4-2 12 16,4 5 72-16,-4 0-24 16,0 0-48-16,0 2 4 0,-1-3-16 15,-3 7-8-15,0 0-4 0,0 0 12 0,0 7 76 16,0 7-16-16,-3 1 136 16,-1 10-36-16,-4 7-48 0,0 10-16 15,0-2 136-15,0 8-108 0,0 0-4 0,1 3-48 16,-6-1 76-16,5-3 72 15,4-7 364-15,1-6-75 16,3-5-205-16,0-7-232 16,0-6-24-16,3-4 16 0,5 2-8 0,-4-8-56 15,5-4-220-15,-2-2-44 0,5 0-53 0,0 0 49 0,0-8 60 16,0-6 100-16,0 2 48 0,0-4-28 0,0 0 16 16,-4 3-12-16,-4 4 80 0,4 3 4 15,-5 6-64-15,-3 0 64 0,4 0 72 0,-4 3 60 16,5 3 16-1,-1 7-28-15,0 0-48 0,0 2-72 0,0 4 12 16,3 0 0-16,6 4 52 0,-2 2 8 16,2 7 120-16,2 0 29 0,2 3-25 15,-2-1 8-15,-3 4-20 0,4-3-64 16,-4 4-12-16,0-5-36 0,0 4-12 0,-1-5-48 16,-2-2 40-16,-1-2 32 0,-4-4 36 15,0-3-24-15,-1 0-48 0,-3-6-48 0,5-3-4 16,-5-3-44-16,0-1-36 0,0-5-60 15,0-2-28-15,-8 4 4 16,0-2-24-16,0 3-16 0,-8-4 28 16,0 0 8-16,-4-1-25 0,-4-2-43 15,1 0-4-15,-9 0-84 0,-5-2-28 0,-2-4-56 16,-5-1-164-16,0 0-188 0,-7 2-544 16,3-2-1060-16,12 3-2905 0,-20 2-4554 15</inkml:trace>
  <inkml:trace contextRef="#ctx0" brushRef="#br0" timeOffset="211287.731">9291 10439 10981 0,'0'0'2036'16,"0"0"-308"-16,0 0-292 0,0 0-148 15,0 0 8-15,0 0-312 0,0 0-240 16,44 67-132-16,-37-45-164 0,2 7-143 0,-5-4-61 16,-4 4-28-16,4-1 16 0,-4-2-76 15,0-8-156-15,0-1-52 16,0-8-68-16,0-3-404 0,0-3-205 0,0 1-63 15,0-4-124-15,-4 0-476 0,4-4-1252 16,-13-11-4681-16</inkml:trace>
  <inkml:trace contextRef="#ctx0" brushRef="#br0" timeOffset="211444.39">9411 10213 1488 0,'0'0'5380'0,"0"0"529"0,0 0-4509 15,0 0-176-15,0 0-164 16,0 0-500-16,0 0-496 0,0 0-64 16,0 0-476-16,0 0-592 0,79 26-512 0,-75-19-1545 15,0-2-4603-15,-4 6 4820 0</inkml:trace>
  <inkml:trace contextRef="#ctx0" brushRef="#br0" timeOffset="211792.711">9630 10509 912 0,'0'0'9860'0,"0"0"-7143"0,0 0-529 15,0 0-448-15,0 0-352 0,0 0-492 0,8 67-372 16,-5-61-304-16,-3-3-220 16,4 0-48-16,-4-3-12 0,4 0 8 0,0 0 44 15,1 0-124-15,3-3-16 0,-5-4 0 16,5 1 28-16,0-3 20 0,1-1 40 15,-2-2 48-15,1-1 12 0,-4 0 4 0,1-2 68 16,-1 2 16-16,-1-3-28 0,1 3-56 16,0 4 44-16,0 3 88 0,0-1-4 15,-4 7-68-15,4 0 20 0,1 0 100 16,2 0 12-16,-3 7-52 0,4 1 52 16,0 3-36-16,0 1-76 0,-4 4-80 0,4-3-4 15,0-1-232-15,0 1-364 0,-4 0 92 16,4-1-316-16,-4-2-276 15,3 3-48-15,-2-1-1172 0,-1-6-1865 0,-4 7-1999 16</inkml:trace>
  <inkml:trace contextRef="#ctx0" brushRef="#br0" timeOffset="212476.349">10418 10293 2752 0,'0'0'1108'0,"0"0"3240"0,0 0-1648 0,0 0-659 16,0 0-501-16,0 0-40 16,0 0-124-16,0 0-288 0,-79 10-224 15,63 2-204-15,-4 7-160 0,0 4-144 0,0 8-116 16,1 7-32-16,2 1 48 0,2 2 48 15,6-6-59-15,5-7-53 0,4-3-192 16,0-6-68-16,0-6-76 16,4-3 8-16,5-3 136 0,2-1-133 0,1-6-195 15,4 0 36-15,0 0-36 0,4-10-28 0,0-3-48 16,-4 0-12-16,4-6-12 16,-1 1 36-16,-2 1 60 0,-1-1-16 0,-1-1 52 15,-3 6 48-15,1 0 100 0,-6 4 144 0,1 3 4 16,-4 1 100-16,-4 5 96 15,5 0 40-15,-1 0 48 0,-1 0 88 16,1 7-64-16,0 0 8 0,4 3 40 0,-3-1-24 16,2 0-100-16,1 1-60 15,0-4-172-15,1 1-160 0,-2-4-96 16,1 0-344-16,4 0-236 0,0-3-280 0,0 0-1100 16,0 0-1952-16,-4 0-2705 0</inkml:trace>
  <inkml:trace contextRef="#ctx0" brushRef="#br0" timeOffset="213456.276">10949 10268 6084 0,'0'0'468'0,"0"0"4581"0,0 0-3665 15,0 0-340-15,0 0 384 0,0 0 92 16,0 0-332-16,0 0-252 0,43 73-260 15,-39-55-272-15,0 2-148 0,4 0-12 16,-3-6-96-16,-2-1-92 0,1-3-56 16,0-3-112-16,-4-1-32 0,0-4-332 15,4 2-88-15,-4-4-88 0,0 0-272 0,0 0-504 16,0 0-1020-16,-15-9-4417 0</inkml:trace>
  <inkml:trace contextRef="#ctx0" brushRef="#br0" timeOffset="213627.31">11013 10036 9172 0,'0'0'4933'16,"0"0"-4121"-16,0 0-296 0,0 0 652 0,0 0-60 16,0 0-452-16,0 0-448 0,0 0-208 15,0 0-668-15,0 0-560 0,75 21-700 16,-67-21-3997-16</inkml:trace>
  <inkml:trace contextRef="#ctx0" brushRef="#br0" timeOffset="213955.165">11172 10211 3724 0,'0'0'6988'0,"0"0"-4843"0,0 0-237 15,0 0-160-15,0 0 116 16,0 0-340-16,0 0-416 0,15 70-440 0,-15-68-327 15,4 2-241-15,-4-4-100 0,5 3-76 0,-1-3-96 16,3 0-13-16,1-3-43 16,0-1-64-16,4-3-36 0,0-1-88 15,-4 2 72-15,4-5 88 0,-4 3 48 16,0 1 60-16,-3-3 40 0,2 4 8 16,-7 4 52-16,4-3 40 0,0 3 8 15,-4 2 184-15,0 0 72 0,4 0 28 0,0 0 20 16,-4 2 24-16,4 3-44 0,0-3-16 15,0 2-52-15,0 1-20 0,-4-2-28 16,4 4-68-16,0-3-92 0,-4 2-8 0,0-4-172 16,0 5-264-16,0-1-200 15,0-2-96-15,0 2-420 0,0-4-1244 0,0 3-2396 16,0-5-3005-16</inkml:trace>
  <inkml:trace contextRef="#ctx0" brushRef="#br0" timeOffset="214194.452">11462 10185 5216 0,'0'0'560'0,"0"0"5217"0,0 0-4381 0,0 0-336 16,0 0 428-16,24 73 268 15,-16-48-356-15,0 7-212 0,-3 0-344 16,2 3-224-16,-3-4-47 0,4 5-17 0,-4-2-132 16,-4 1-180-16,0-3-112 0,0 0-72 15,0-7-52-15,0 0-8 0,-4-2-60 16,4-2-96-16,-4-4-76 0,4-7-92 15,-4-1 20-15,4-3-48 0,-4-6-161 16,-3 0-119-16,-6 0-308 0,5-6-152 16,-3-3-332-16,-2-7-204 0,2-3-508 0,3 2-2413 15,-1-16-3107-15</inkml:trace>
  <inkml:trace contextRef="#ctx0" brushRef="#br0" timeOffset="214336.813">11438 10115 5312 0,'0'0'7513'0,"0"0"-6277"0,0 0-512 16,0 0 740-16,0 0-184 16,0 0-400-16,0 0-352 0,0 0-416 15,88-16-112-15,-68 10-344 0,4 0-420 0,-4 2-556 16,0-3-416-16,-5 7-896 0,2-2-3121 16</inkml:trace>
  <inkml:trace contextRef="#ctx0" brushRef="#br0" timeOffset="214642.425">11717 10179 5440 0,'0'0'820'0,"0"0"4621"16,0 0-4353-16,0 0-68 0,20 70 372 16,-12-57 80-16,1-4-340 0,2-4-444 0,-3-5-280 0,8 0-236 15,0 0-172-15,0-2-12 16,3-10-232-16,-2 1-176 0,-1-4-124 16,0-1-128-16,-5 0 24 0,-2 4 32 0,-5 2 88 15,0 0 88-15,-4 1 212 16,0 5 228-16,0-2 228 15,-8 3 252-15,-1 3 32 0,-2 0-68 0,3 0-8 0,-5 3-312 16,2 10 212-16,3 3 172 0,-4 6 12 16,4 3-40-16,-4 4-12 15,8-4 220-15,-4 1 56 0,4-1-280 0,0-9-196 16,4 0-160-16,0-10-108 0,4-2-8 0,4-4-140 16,4 0-104-16,4-10-104 15,0-3-144-15,4-6-220 0,-1-3-276 16,6 0-516-16,-5-4-952 0,-1 5-2109 0,1-4-1519 0</inkml:trace>
  <inkml:trace contextRef="#ctx0" brushRef="#br0" timeOffset="-214589.32">12104 9832 64 0,'0'0'1464'0,"0"0"7920"15,0 0-7623-15,0 0-829 0,0 0 44 16,0 0 472-16,0 0-196 0,0 0-336 15,0 0-136-15,-28 90-144 0,24-62-108 16,4 1 44-16,0 3 24 16,-4-4-192-16,4 4-103 0,0 0-69 0,0-1-64 15,0-6-116-15,4 1-52 0,0-4-48 16,4-5-12-16,4-2 60 0,0-5 0 16,0-1 0-16,0-5-252 0,3-2-77 0,-2 2-59 15,2-4 8-15,2 0 40 0,-2-6-28 16,-2-5-108-16,2 3-148 0,1-6-348 15,-4-2-480-15,-4 2-360 0,0-3-476 16,-4 4-981-16,-4-6-3195 0</inkml:trace>
  <inkml:trace contextRef="#ctx0" brushRef="#br0" timeOffset="-214369.26">12012 10106 3484 0,'0'0'7300'0,"0"0"-5783"0,0 0-773 0,0 0 260 0,0 0-144 16,0 0-104-16,0 0 12 0,0 0 44 15,0 0-116-15,0 0-128 16,64-16-164-16,-44 7-220 0,-1-1-108 0,2 1-76 0,-1-2-76 16,-1-4-392-16,5 3-232 15,-3-5-132-15,-6 2-360 0,5 2-652 0,-8 3-2029 16,0-2-2495-16</inkml:trace>
  <inkml:trace contextRef="#ctx0" brushRef="#br0" timeOffset="-214159.794">12327 10013 9580 0,'0'0'2373'0,"0"0"-1261"0,0 0 200 16,0 0 528-16,12 70-160 0,-8-47-260 15,0 5-320-15,0-3-504 0,0 1-204 16,0-4-104-16,-1 0-127 0,2-5-161 0,-1-1-45 16,0-4-79-16,0-5-192 15,-4-1-268-15,4 0-208 0,0-6-128 16,-1 0-436-16,1 0-948 0,-4-3-2172 0,5-11-3481 16</inkml:trace>
  <inkml:trace contextRef="#ctx0" brushRef="#br0" timeOffset="-213969.498">12327 9874 12177 0,'0'0'2460'16,"0"0"-1428"-16,0 0 288 0,0 0 276 0,0 0-368 16,0 0-212-16,0 0-496 0,0 0-520 15,0 0-84-15,84-31-316 16,-73 27-408-16,2 1-268 0,-2 3-384 0,-3 0-1008 15,1 3-3057-15,-5 7-3403 0</inkml:trace>
  <inkml:trace contextRef="#ctx0" brushRef="#br0" timeOffset="-213503.902">12510 10103 11477 0,'0'0'1512'0,"0"0"-1144"0,0 0 424 0,0 0 732 15,0 0-56-15,0 0-280 0,0 0-472 16,0 0-348-16,0 0-160 0,52 56 0 0,-36-62-208 15,0-7-180-15,4 1-212 0,-4-4-76 16,0 3-136-16,0-3 36 0,-4 7 184 16,-4-1 124-16,-4 3 232 0,-4 1 28 0,0 1 252 15,0 5 156-15,-8-3 136 16,-1 3 160-16,-2 0-200 0,-1 0-148 0,0 8-136 16,0-2 36-16,-4 5 24 0,4-3 244 15,4 3 168-15,0-2-387 0,0-6-293 0,8 1-12 16,0-4-60-16,0 0-121 15,0 0-331-15,0-4-256 0,8-2-76 16,4-4-224-16,0 1-516 0,4-3-200 16,0 1-436-16,0 3-829 0,-1 4 29 0,2 1 1172 15,2 3 1848-15,1 0 1236 16,-3 0 1620-16,-2 3-1316 0,-2 4-523 0,-2-2 683 16,-7 1 48-16,4 1-348 0,-4-3-344 15,-4 2-152-15,5-4-68 16,-5 3-140-16,0-3-268 0,3-2-172 0,-3 0-144 0,0 4 44 15,4-4-88-15,0 0-64 16,4 0 44-16,0 0-40 16,4 0-8-16,0 0-12 0,0 3-52 0,4-3 60 0,-5 0 4 15,6 3-8-15,-10-3-40 0,6 3-12 16,-9 0 12-16,3 4-88 0,-7-4-460 16,0 6-436-16,0 1-644 0,0-1-1340 15,-7 11-5149-15</inkml:trace>
  <inkml:trace contextRef="#ctx0" brushRef="#br0" timeOffset="-213053.135">9370 11309 1880 0,'0'0'8780'0,"0"0"-6927"0,0 0-565 15,0 0 932-15,101-35-608 0,-54 19-612 0,9 1-324 16,4-5-112-16,7 4-108 0,5-2-164 16,4-2-72-16,3 4-4 15,5-6-68-15,0 3-64 0,4-3-84 0,0 0 0 16,2-3-4-16,2 0-4 0,8-1 8 16,3-2 148-16,6-2-148 15,9-4 0-15,2-1-76 0,7 0-116 0,2-1-76 16,-2 6-112-16,0-3-144 0,-7 5 8 15,-4-1 124-15,2 4 84 0,-6 2 200 16,0-2 20-16,-1 0-136 0,-7-1-332 0,-4 1-164 16,-5 3-180-16,-11-5-548 0,-1 6-856 0,-23 2-1777 15,24-10-1475-15</inkml:trace>
  <inkml:trace contextRef="#ctx0" brushRef="#br0" timeOffset="-212894.852">13539 10194 4820 0,'0'0'2224'0,"0"0"-536"16,0 0 316-16,0 0 221 0,0 0-285 16,0 0-216-16,0 0-232 0,0 0-484 15,0 0-332-15,0 0-676 0,-49 13-172 0,29-9-576 16,-8-4-600-16,9 2-1588 16,-26 3-6905-16</inkml:trace>
  <inkml:trace contextRef="#ctx0" brushRef="#br0" timeOffset="-205870.466">21658 11893 1332 0,'0'0'10541'0,"0"0"-8865"0,0 0-824 15,0 0 320-15,0 0 620 0,0 0-260 16,0 0-292-16,0 0-352 0,0 0-364 16,-96-19-135-16,81 19 35 0,-9 0 352 15,-4 4-400-15,-4 2-220 0,0 3-60 0,0 7-12 16,-3 0-84-16,3 6 4 0,-5-3 40 16,1 10-44-16,-3-1-60 0,3 5 20 15,4-2 40-15,1 1 8 0,10-1 88 16,6-5-16-16,2 0-80 0,9-5-4 15,4-1 4-15,0 2 64 0,17-6-16 16,-2 0-48-16,9-4 4 0,4-2 8 16,0-4-8-16,8-6-4 0,-4 0-48 15,4 0-24-15,-5-3-88 0,-3-7-8 16,0 1-256-16,0-1-60 0,-7 1-108 0,-6 3-101 16,-7-1-295-16,1 4-936 0,-9 3-1924 15,0-3-1129-15,-13 3-1471 0</inkml:trace>
  <inkml:trace contextRef="#ctx0" brushRef="#br0" timeOffset="-205694.7">21192 12408 3828 0,'0'0'276'0,"0"0"5456"16,0 0-3263-16,0 0-681 0,0 0-448 0,0 0 128 16,0 0-276-16,0 0-256 0,0 0-164 15,0 0-160-15,76 41-124 0,-44-41-220 16,-4 0-136-16,4-3-44 0,0-4-64 0,0-5-24 15,3 1-184-15,1-3-436 16,-4-2-164-16,7-1-220 0,2 1-680 0,-9 7-1260 16,19-10-4285-16</inkml:trace>
  <inkml:trace contextRef="#ctx0" brushRef="#br0" timeOffset="-205125.306">22558 11528 4968 0,'0'0'156'0,"0"0"5941"0,0 0-4305 16,0 0-252-16,0 0-420 0,0 83 36 15,5-51-136-15,-1 9-120 0,4 3-40 16,-1 11-200-16,-3 1-184 15,1 8-96-15,-5 5-140 0,0 8 4 0,0 2-96 16,-5 7-64-16,1 0-84 0,-3-3-60 16,3-1 52-16,0-6-40 0,4-9 40 0,0-7-8 15,0-16-68-15,8-5-328 16,-1-18 60-16,2-4-88 0,-5-11-88 16,0-6-60-16,0-4-124 0,-1-11-412 0,5-4-956 15,-4-10-1840-15,1 7-1965 0,-1-22 777 16</inkml:trace>
  <inkml:trace contextRef="#ctx0" brushRef="#br0" timeOffset="-204801.717">22618 11678 4152 0,'0'0'740'0,"0"0"4356"0,0 0-3391 0,0 0-413 15,76-60-208-15,-52 46 164 0,0 7-240 0,3 5-284 16,1-1-212-16,0 3-168 16,4 0-60-16,-4 9-24 15,0 1-76-15,0 2 112 0,-4 4-124 0,0 0-12 0,0 3-36 16,-4 0 24-16,-9 3-136 16,-2 4 60-16,-5 0 52 0,-4-1-64 15,-9 6 12-15,-6-3-68 0,-5 2 8 0,-4-2 4 16,-3-3 92-16,-1-2-108 0,0-4-72 15,-4-4-100-15,0-2 0 0,0-1-96 16,-5-5-64-16,6 0-188 0,4-7-160 16,2 0-52-16,5 0-208 0,5-7-264 15,-2-5-1404-15,6-4-2401 0,2 4-1847 0</inkml:trace>
  <inkml:trace contextRef="#ctx0" brushRef="#br0" timeOffset="-204325.155">23650 11246 4096 0,'0'0'1132'16,"0"0"3856"-16,0 0-3351 0,0 0-473 15,0 0-180-15,0 0 240 16,0 0-164-16,-80 28-212 0,69-6-92 15,-1 4-176-15,0 9-136 0,4 3-52 0,0 10 40 0,0 2 68 16,0 7-108-16,4 11-88 16,-4-2-144-16,1 10-88 0,-2 3-12 15,1 4-60-15,4-4 72 0,-3 4-64 16,7-10-8-16,0-7 0 0,3-11 8 16,9-8-8-16,4-8-36 0,0-12-24 15,4-4-88-15,-1-10-168 0,5-4 60 0,1-9-60 16,3 0-112-16,0-13-100 0,7-8-24 15,1-5-364-15,0-9-564 0,4-3-1340 16,0-7-2913-16,-12 10-1327 0,11-22 6564 16</inkml:trace>
  <inkml:trace contextRef="#ctx0" brushRef="#br0" timeOffset="-203585.933">24228 11420 7080 0,'0'0'5445'0,"0"0"-3561"16,0 0-848-16,0 0-472 15,0 0 540-15,0 0 320 0,0 0-356 16,-52 64-212-16,41-29-356 0,2 10-172 16,1 2-24-16,4 10 161 0,1 3 307 15,-1 4-372-15,4-1-268 0,-4 1-56 16,4-5-68-16,0 0-8 0,0-12-4 0,0-6-72 16,4-6 28-16,7-12 36 15,-3-4-60-15,8-10-12 0,0-6 12 0,4-3-36 16,4-6-40-16,0-13-140 0,8-6-100 15,0-11 71-15,0-5-131 0,0-3 44 16,0-4 4-16,-4-3 56 0,0-3 16 16,-5-3-16-16,-3-4-24 0,-4-2-160 15,-4-3 8-15,-4-5 88 0,-1 2 132 16,-7 3 116-16,0 1 120 0,-3 8 64 16,-5 10 176-16,0 9 208 0,-4 12 220 0,4 11 24 15,0 4-72-15,4 9 16 0,-3 2-144 16,-6 2-268-16,1 15-76 0,-4 6 40 15,-3 7 44-15,-2 9 16 0,1 8 144 16,-4 1 25-16,1 7-37 0,-1 1-84 16,-4-2-128-16,4 0-104 0,0-6-208 15,4-10-313-15,4-6-219 0,8-14 128 16,4-8 40-16,4-7-80 0,0-3-148 0,0-3-912 16,8-7-1224-16,0-2-205 0,4-7 33 15,0-3-156-15,4-4 432 0,-4 5 2144 16,4 2 688-16,-4 2 352 0,-1 5 1056 0,-2 6 284 15,-1 6 1448-15,-1 0-860 0,-3 9-227 16,0 7-249-16,-4 6-120 16,0 3-476-16,0 4-260 0,-4 6-68 0,-3-1-20 0,-5 5-112 15,3-1-112-15,-6 0 108 16,2 0-51-16,2-3-245 16,-1-4-300-16,-4-2-148 0,4 0-68 0,0-10-356 15,0-3-245-15,8-3-71 0,0-10 16 0,4-3-8 16,0 0-44-16,0-7-528 15,4-2-528-15,4-7-4 0,0-3 276 0,4-3 323 16,0-3 125-16,4-1 452 16,0 1 660-16,4 2 404 0,0 1 576 15,3 6 81-15,1 7 247 0,4 5 208 0,4 1 24 16,-4 3-96-16,4 7-168 0,4 2-160 16,0 4-160-16,4 6-200 0,-4-3 313 15,-1-1-149-15,1-2-484 0,0 0-388 16,-4-9-48-1,0-2-48-15,-1-2-280 0,-3 0-532 0,0-6-209 0,0-7-99 16,-11 0-2980-16,-2-9-5097 0</inkml:trace>
  <inkml:trace contextRef="#ctx0" brushRef="#br0" timeOffset="-203374.2">25136 11344 10856 0,'0'0'2705'0,"0"0"-917"0,0 0-32 0,0 0-48 16,77 93-508-16,-62-59-308 0,5 10-104 16,-4 5-335-16,4 7-201 0,-5 5 64 15,2 5-188-15,-6 3-128 0,-6 2-144 16,-5 6-24-16,-5-4-112 0,-10 2-253 16,-13-2-355-16,-4-2-68 0,-11 1-308 0,-6-3-656 15,-3-1-944-15,-4-5-2465 0,13-15-2319 16,-32 12 7516-16</inkml:trace>
  <inkml:trace contextRef="#ctx0" brushRef="#br0" timeOffset="-182145.396">7522 16523 3056 0,'0'0'10289'0,"0"0"-9017"0,0 0-1272 15,0 0-40-15,0 0 40 16,0 66 264-16,12-25 428 0,4 10 52 16,0 10-120-16,-1 5-164 0,6 5-112 0,-2 1-28 15,-3 1 0-15,5-4-156 0,-2 2-164 16,-3-1-48-16,0-4 0 0,-7-2-12 15,-2-7-16-15,1-13 76 16,-4-5-4-16,-4-14-52 0,4-6 4 0,-4-9-44 16,0-7-488-16,-4-3 24 0,-4-10-344 15,-3-10-264-15,-6-7-268 0,-3-9-224 16,1-8-561-16,-2-10 121 0,-7 1-580 16,-4-5-1852-16,8 14 4305 0</inkml:trace>
  <inkml:trace contextRef="#ctx0" brushRef="#br0" timeOffset="-181720.48">7497 16767 3892 0,'0'0'832'0,"0"0"4804"0,60-76-4579 16,-32 50-145-16,4 1-160 0,5 3 104 16,-5 2-96-16,0 5-80 0,-1 2-4 15,1 4-156-15,-4 4-108 0,-5 3-64 16,1 2-64-16,1 0-124 0,-5 7-96 0,-5 5-52 16,-3 4-4-16,0 6 116 0,-4 4-64 15,-4 5-48-15,-4 1-8 0,0 6-4 16,-4-3 52-16,-11 7-48 0,-2-8-4 15,2 4-8-15,-5-8 4 0,-1-5 8 0,2-6-12 16,-5-4 8-16,4-5-76 16,-5-3-132-16,2-1 32 0,7-3 4 15,1 0 164-15,6-3-64 0,-3 3 72 0,8-3 4 16,1 0-4-16,3 0 12 16,0 0-12-16,0 0-12 0,0 0 12 15,0 0 80-15,0 0 8 0,0 0-4 0,0 3 4 16,7-3 0-16,5 4 96 0,8 5-12 15,8 1 28-15,4 3-4 0,11 2 40 0,6 7 316 16,3-2-112-16,3 2-284 0,1 3-156 16,3 0-8-16,5 4-68 15,-4-4 76-15,-4 4-4 0,-4-4-4 0,-9-3 8 16,1 1 0-16,-7-4 0 0,-9 0-4 16,-5-6 4-16,-7 2-84 0,-4-5-260 15,-9 0-268-15,1-4-128 0,-4-3-352 0,0 0-492 16,-11-3-480-16,-9-3-2109 15,-7-6-331-15,2-1 256 0</inkml:trace>
  <inkml:trace contextRef="#ctx0" brushRef="#br0" timeOffset="-181319.453">7143 16687 5640 0,'0'0'1004'0,"0"0"-692"15,0 0 3693-15,0 0-2757 16,0 0-316-16,0 0-156 0,-7 67-152 0,7-35-284 16,4 6 40-16,3 3 120 0,5 6 20 15,0 5-172-15,9 2-84 0,-6 0-28 16,5 5-112-16,0-1-112 0,-4 2-12 16,3-3-4-16,-2-2 4 0,-10-8-8 15,6-1-152-15,-1-9 32 0,-5-9-144 16,2-2 72-16,-5-7-204 0,0-6-124 0,0-7-240 15,-4-3-260-15,3 0-424 0,-3-3-805 16,0 0-1663-16,0-9-1648 0</inkml:trace>
  <inkml:trace contextRef="#ctx0" brushRef="#br0" timeOffset="-175716.875">8171 12830 2752 0,'0'0'1488'0,"0"0"4740"0,0 0-5003 15,0 0-357-15,0 0 792 0,84-14-324 0,-52 14-428 16,3 7-248-16,6 9-116 0,-9 1-160 16,4 5 12-16,-1 6 36 0,-3 0 72 15,-4 4-172-15,0 4-136 0,-4 2-52 16,-5 3-132-16,-2 0-4 0,-2 3-8 16,-2 1 0-16,-5-1-48 0,-5-6 0 15,-3-6 44-15,0-6 0 0,0-5 4 0,0-7 44 16,0-9 56-16,0-1 56 15,-3-1 52-15,-1-3-96 0,0-3-104 0,-9-6-8 16,2-5-52-16,-2-7 4 16,-2-8 36-16,-2-3 12 0,6-6 0 0,-1 0-92 15,7 0 80-15,5 6 12 0,0-3 0 16,9 7 4-16,6 2 4 0,2 4 36 16,2 3-44-16,1 7-108 0,5-1 20 15,-5 7-44-15,3-1-16 0,-7 3-24 0,4 1-60 16,0 3-136-16,-4 0-420 0,0 0-376 15,0 0-1184-15,-8 7-2505 0,-4 8-2915 16</inkml:trace>
  <inkml:trace contextRef="#ctx0" brushRef="#br0" timeOffset="-174931.528">7168 12871 2692 0,'0'0'416'0,"0"0"3900"16,0 0-2720-16,0 0-628 0,0 0 129 16,0 0 203-16,0 0 88 0,0 0-336 0,31 68-268 15,-23-41 8-15,0 5-8 0,4 3-336 16,-4 3-76-16,0 3-28 0,4 0-72 0,-4 4-72 15,0 6-28-15,-1 0-40 16,6 7-20-16,-5-2-64 0,3 5 28 0,2 3-64 16,-2-1-12-16,6 3 4 15,-9 1-4-15,3-4 0 0,-2 1 0 0,-1-4 0 16,-1 4-60-16,1 2 8 16,-4 1-20-16,5 3 64 0,-6 3-68 0,-3 0 4 15,4 6 24-15,0-3-16 0,0 4 16 16,0-1 40-16,1-3 0 0,2-3-56 15,1 1-20-15,4-5-164 0,0-2 176 0,7 4 60 16,-2-6-40-16,3 2-20 0,-4 3-16 16,4-3 28-16,-5-1-112 0,2-1 48 15,-6-7 120-15,6-4-48 0,-6-2-72 16,2-11 76-16,-5-6-40 0,-1-6 84 16,1-11-60-16,-4-5-44 0,1-3-192 15,-1-3 76-15,-4-5 136 0,0-2 88 0,0 0 24 16,0 0-12-16,0 0 88 0,0 0 100 15,-4-2-200-15,-5-5-336 0,1 1-152 16,-7-4-256-16,2-2-152 16,-2-1-808-16,-5-4-505 0,-1 5-2115 0,6-1-1136 15,-13 0 5276-15</inkml:trace>
  <inkml:trace contextRef="#ctx0" brushRef="#br0" timeOffset="-174636.844">7411 15433 1084 0,'0'0'8820'0,"0"0"-7467"16,4 74-529-16,-4-44 236 0,3 12-4 15,5-3-220-15,0 2-92 0,1 0-176 0,2-3-160 16,-3 1-80-16,4-5-44 16,0-2-24-16,-1-7-12 0,-2-6 12 15,-1-2 24-15,-4-12 72 0,3-2-60 16,2-3-88-16,-1 0 88 0,3 0 144 0,2-3 440 15,2-2-308-15,6-6-208 0,-6-1-119 16,9-7-29-16,-3-3-32 0,3-3-16 16,-1-1-84-16,1-7-84 15,0 0-96-15,-4-3-280 0,0 1-133 0,-4 1-99 0,-1 2-160 16,-2-3-284-16,-1 3-700 16,-9 4-2556-16,-3 9-2093 0</inkml:trace>
  <inkml:trace contextRef="#ctx0" brushRef="#br0" timeOffset="-173968.2">6203 14144 6140 0,'0'0'2960'0,"0"0"-119"16,0 0-1461-16,0 0-324 0,0 0 404 16,0 0-368-16,0 0-124 0,0 0 20 15,0 0-80-15,0 0-124 16,0 0-188-16,8-41 0 0,-24 50-584 0,-3 7-12 16,-2 7-160-16,-3 3 40 0,-4 5 0 15,0 4 56-15,0 3 4 0,-7 3 12 16,3 1 0-16,0 2 36 0,-8 3 8 0,5-5 4 15,-1 2 8-15,3-2-8 0,1-1-56 16,0-6-20-16,4-1 4 16,9-5-24-16,3 0-28 0,0-8 64 0,13-2-88 15,-1-2-32-15,4-1-16 0,7 3 48 16,9 0 64-16,4 3 84 16,4-2 108-16,8-2 16 0,0-2-124 0,0-3 4 15,-4-3-4-15,0-8 96 0,-5 1 4 0,1-3-92 16,-4 0 52-16,0-8 72 15,0-6-44-15,-4-1 20 0,0-5 76 16,0-2-64-16,-4-3-76 0,-1 0-44 0,2-4-12 16,-9 0-96-16,-1 4 12 15,1 3-64-15,-4 4 0 0,0 4 16 0,-7 1-16 16,-1 7 76-16,-5-1-100 0,2 1-84 0,-6 0-188 16,-2 3 52-16,-1-1 32 15,-4 1-8-15,4 0-28 0,0 3-128 16,5 0-372-16,-2 0-340 0,10 6-748 0,3 1-741 15,0-1-2351-15,-1 3 8 0</inkml:trace>
  <inkml:trace contextRef="#ctx0" brushRef="#br0" timeOffset="-172878.854">9168 17938 820 0,'0'0'5948'15,"0"0"-1880"-15,0 0-2231 16,0 0-81-16,0 0-116 0,0 0-216 16,0 0-384-16,0 0-168 0,0 0 168 0,0 0-76 15,0 0-479-15,-21 10-169 16,6 0-244-16,-5 2-72 0,-1 7-72 0,-3 0 64 16,1 3 4-16,-1 4-44 0,-4 2 0 15,4 0-28-15,5 2 4 0,-2 1-12 16,10-2-1-16,-2 0 85 0,6-1-100 15,7-3-32-15,0 1 0 0,0 0 20 0,3-7 28 16,9-1 0-16,1-5-12 0,2 0 96 16,1-10 196-16,4 3-188 0,0-6 4 15,0 0-8-15,0-6-4 0,0-4 0 0,-4-2-132 16,0-1 128-16,-5-3-60 0,2-4-68 16,-6 6 132-16,1-5 48 15,-3 2-40-15,-5 2-8 0,4 3-48 0,-4 1-60 16,0 1-40-16,0 4 28 0,-4 3 8 15,-5 0 40-15,2 3-64 0,-1 0-156 0,-9 0 96 16,6 0 36-16,-9 0-60 16,4 3 84-16,0 4 24 0,0-1 100 15,4 4-132-15,4 2-104 0,0-3-24 16,8 4-72-16,0-3-28 0,0 3-36 16,8-4-732-16,4-3-472 0,0 4-756 15,4-8-2021-15,4 3-1159 0,-9-5 4284 0</inkml:trace>
  <inkml:trace contextRef="#ctx0" brushRef="#br0" timeOffset="-172639.244">9534 17894 2100 0,'0'0'664'15,"0"0"5312"-15,0 0-3279 0,0 0-917 0,-28 73-204 16,25-51-244-16,-6 3-416 0,9 1-208 15,0 2 8-15,0-2-24 0,0-1-216 16,4-2-60-16,1-4-48 0,2 0-136 16,1-7-144-16,0-2-88 0,-4-4-120 15,4-2-52-15,-4-2-12 0,0-2-340 16,0 0-40-16,4 0-152 0,-5-6-260 16,2-3-952-16,-1-4-2080 0,-4 7-2101 15,0-13 857-15</inkml:trace>
  <inkml:trace contextRef="#ctx0" brushRef="#br0" timeOffset="-172354.96">9662 17951 3208 0,'0'0'208'0,"0"0"5876"15,0 0-4003-15,0 0-353 0,0 0 296 16,0 0-576-16,88 10-432 0,-73-1-188 16,1 1-4-16,0 2-160 0,0-2-228 15,0 2-204-15,-4 4-84 0,0 1-16 16,-1-2-120-16,-2 4 4 0,-5 1-8 0,-4-2-8 15,0-1-8-15,0-5 4 16,0-2-96-16,-4-4-32 0,4-6 120 16,0 0 12-16,0 0 0 0,0 0-52 0,0-3-32 15,0 0 24-15,0-7-76 0,0 0 64 16,4-2 0-16,4-8 64 16,-1 1-56-16,1-2-44 0,1-2-76 0,-2-2-500 15,1-1-144-15,1 1-296 0,-1 0-1448 16,-5 6-2737-16,1-3-3587 0</inkml:trace>
  <inkml:trace contextRef="#ctx0" brushRef="#br0" timeOffset="-172128.504">10048 17824 9944 0,'0'0'1449'0,"0"0"-385"15,0 0 540-15,0 0-224 0,0 0-60 16,0 0-276-16,76 41-404 0,-61-31-368 0,-2 6-88 15,-2-1 100-15,1 5-64 0,-3 5-120 16,-2 1-96-16,1 5 40 0,-4-2-44 16,-4 2 0-16,0-1-8 0,0-2-56 15,0-3-180-15,-8 1-184 0,4-8-92 16,-3-1-60-16,-2-8-216 16,5-3-184-16,-4-6-432 0,5 0-1240 0,-1-6-2313 0,-5-3-223 15,5-1 5084-15,-7-12-1507 0</inkml:trace>
  <inkml:trace contextRef="#ctx0" brushRef="#br0" timeOffset="-171644.286">10766 17649 4224 0,'0'0'640'0,"0"0"3696"0,0 0-3004 0,0 0-31 0,0 0 399 16,0 0-4-16,0 0-188 15,86 35-476-15,-65-13-388 0,-1 10-248 0,-1 3-164 16,-2 0-72-16,-2 4-156 16,-6-2 4-16,-2-2-8 0,1 0-52 15,-4-3-132-15,-4-4-284 0,4-2-312 0,-4-10-128 16,0-4-308-16,0-5-744 16,-4-3-965-16,0-4-2707 0,-4-13 545 0</inkml:trace>
  <inkml:trace contextRef="#ctx0" brushRef="#br0" timeOffset="-171287.366">11247 17872 4380 0,'0'0'1200'0,"0"0"2000"16,0 0-2408-16,84 7 536 0,-56-5 457 0,4-2-393 16,0 3-116-16,3-3 116 0,5 0-360 0,0-3-584 15,8-3-92-15,0-4 24 16,3-1 52-16,5-6-136 0,4-2-128 15,4-4-68-15,-1 1-100 0,10 0-8 0,2 0 8 16,1-1 220-16,3 4 720 16,5 0-760-16,-5 0-172 0,5 4 4 15,0-5-4-15,0 8 4 0,-1-4-12 0,1 3-8 16,-4 1-88-16,-1-1 88 16,1 3 4-16,-1 1-4 0,1-3-52 0,-4 1-16 15,0 3-20-15,-5-3 12 0,2 5-64 16,-10 0-96-16,-3-1 12 0,-9 1 0 15,-2 3 48-15,-10 0 12 0,-3 3-60 16,-8 0-112-16,-8 0-96 0,-4 0-192 0,-8 0-496 16,-4 3-856-16,-4 0-420 0,-4 0 279 15,-8 0-671-15,-8 1-1640 0,0-4 1932 16,4 0 1996-16</inkml:trace>
  <inkml:trace contextRef="#ctx0" brushRef="#br0" timeOffset="-171068.322">13662 17351 3488 0,'0'0'208'0,"0"0"4136"0,0 0-2504 0,0 0-872 0,0 0-207 16,0 0 175-16,96 3-80 0,-73 4-132 0,1-1 212 16,4 3-68-16,-4 1-312 15,0-1-168-15,-1 4-16 0,-2 0 24 0,-1 0-96 16,-5 0-68-16,-2-1-60 16,-6 8-108-16,1-1-52 0,-8 2-12 15,0 5 0-15,0-1-8 0,-11 4-40 0,-2-1 32 16,-6-1 4-16,2-2-84 0,-7 0-116 15,5-6-172-15,-5 3-236 0,-4-6-220 16,9 0-240-16,-6-7-480 0,1 0-1117 0,4-2-2439 16,8-7-635-16</inkml:trace>
  <inkml:trace contextRef="#ctx0" brushRef="#br0" timeOffset="-170428.792">15088 16935 992 0,'0'0'8892'16,"0"0"-6931"-16,0 0-757 0,0 0-84 0,0 0 220 16,0 0-112-16,0 0-184 15,0 0 140-15,0 0-716 0,0 0-468 16,-24 76-48-16,12-35-28 0,5 7 16 0,-2 3 60 16,1 0 136-16,1-4-64 15,-2-5-20-15,1-4-52 0,4-9-76 0,0-7 76 16,4-10-48-16,-3-5-12 0,3-4-64 15,0-3-172-15,0-3-136 0,0-1-24 0,7-5 232 16,1 3 224-16,5-1 60 0,2 1-16 16,1 6-40-16,0 0-4 15,4 9 64-15,0 10 20 0,-4 3 176 0,4 8-36 16,-4 2-28-16,0 1-72 0,-4 0 24 16,-5-1-28-16,6-4-68 0,-5 1 20 15,-1-7-68-15,-3 1-4 0,1-4-8 16,-1 0 4-16,0-7-108 0,3 1-60 0,-3-7-60 15,0 4-460-15,0-7-152 0,5-3-296 16,-6 0-168-16,5-7-380 16,5-5 36-16,2-4-1193 0,2-4-2607 15,-2 8 2868-15,13-7 2168 0</inkml:trace>
  <inkml:trace contextRef="#ctx0" brushRef="#br0" timeOffset="-170057.766">16044 17259 5092 0,'0'0'5500'16,"0"0"-3011"-16,0 0-1177 0,0 0-164 15,-80-10 356-15,57 10-460 0,-1 0-172 0,4 7 256 16,0 5-332-16,4 1-408 16,4 6-168-16,4 7 48 0,4 2-51 0,4 4-33 15,0-1-40-15,0-1 28 0,0-5-88 16,4-6-84-16,4 0-124 0,4-6-8 15,-4-5 60-15,4-1 64 0,0-7-52 16,-1-2-112-16,2-8-45 0,-1-4-27 16,0-4-24-16,0-1 36 15,-1-2-12-15,-2 1 52 0,3 3-16 0,-5 5 12 16,6 2 60-16,-2 10 16 0,1 0 56 16,0 0 64-16,0 7 84 0,4 6-12 15,-4 2 16-15,1-2-76 0,-6 6 156 0,5-2-68 16,-4-5-28-16,0 3-20 0,0-4-52 15,0-2-96-15,-4-4-52 0,4 2-168 16,-4-3-336-16,0-4-108 0,4 0-428 16,-1-4-592-16,-3 2-956 0,5-8-2097 15,-5 3-1839-15</inkml:trace>
  <inkml:trace contextRef="#ctx0" brushRef="#br0" timeOffset="-169629.504">16701 16929 808 0,'0'0'6796'0,"0"0"-4112"16,0 0-987-16,0 0-301 0,0 0-268 0,0 0-408 0,0 0-264 16,0 0 44-16,-67 73-60 15,55-41-164-15,4 2-104 0,0 8 68 16,4 2 92-16,0 1 212 0,4 5 124 0,0 5-188 15,4-1-88-15,8-4-40 0,-4-2-156 16,4-6-120-16,-1-11-76 16,2-6-4-16,-5-9-48 0,4-6 40 0,0-7 8 15,-1-3-56-15,2 0-124 0,-1-13-144 16,-1-3-200-16,2-2-164 16,-6-6-184-16,1 3-232 0,-3-2-792 0,-5 4-1152 15,0 4-1677-15,-9 2-1383 0</inkml:trace>
  <inkml:trace contextRef="#ctx0" brushRef="#br0" timeOffset="-169476.671">16650 17399 2692 0,'0'0'404'0,"0"0"5908"16,0 0-4387-1,0 0-837-15,0 0 24 0,0 0 180 0,0 0 28 0,0 0 8 16,0 0-152-16,83 41-344 0,-59-34-292 0,1-7-112 16,2-4-232-16,1-5-196 15,0-4-168-15,4-6-160 0,0-3-88 16,4-7-372-16,0 1-272 0,-5-2-800 0,1 2-2196 15,-8 6-1893-15,8-6 113 0</inkml:trace>
  <inkml:trace contextRef="#ctx0" brushRef="#br0" timeOffset="-168768.411">17296 16893 796 0,'0'0'6644'0,"0"0"-1535"0,0 0-4265 0,0 0-132 0,0 0 540 16,0 0 192-16,0 0-476 0,0 0-212 15,0 0 104-15,-80 77-260 0,76-32-196 0,4 5 60 16,0 2 360-16,4 4-167 0,3-2-293 16,2 0-144-16,3 0-88 0,-1-6-72 0,6-4-52 15,-2-9-8-15,5-6-12 0,1-8-48 16,-2-2-48-16,5-5 60 0,4-5-28 16,-4-5-56-16,4-4-48 0,-5-4-40 15,-2-8-48-15,3-4-9 0,-9-10 69 16,5-2-156-16,-8-7-40 0,1-3-108 0,-2-7-88 15,-3 1-36-15,0-4 8 16,-4-3 8-16,0 4 88 0,-4-5 132 16,0 2 0-16,0-1-104 0,-11 1-124 15,-2-1 136-15,2 6 316 0,-6 4 176 16,6 13 112-16,-2 8 572 0,5 11 248 16,1 9-124-16,-1 0-12 0,-1 13-156 0,1 9-468 15,-3 3 76-15,-2 10 32 0,2 7 88 16,-1-1 88-16,0 7 20 15,4-4-148-15,-4 3-48 0,0-2-60 0,0-4-220 16,0-3-24-16,4-3-160 0,-4-6-400 16,5-8-4-16,-2-2 88 0,5-8-64 15,0-8-252-15,4-3-412 0,0 0-944 0,0-9-1068 16,0-2 123-16,0-2 925 16,8 4 876-16,1 0 1316 0,2-1 284 0,-3 7 564 15,0 3 192-15,0 0 348 0,0 0 232 16,-4 10-7-16,4-3 63 0,-5 5 48 15,6 1-180-15,-9 6-596 0,4 0-344 0,-4 0-184 16,0 3-88-16,0-3-60 16,0 0-76-16,-4-3-96 0,4-4-100 15,-4-2 0-15,-1-4-124 0,5-3-136 0,0-3-316 16,0 0-40-16,0 0-56 16,0-6-148-16,0-2-76 0,5-6-12 15,3 1 212-15,4 1 364 0,0-1 220 0,4 3 60 16,4 1 52-16,-1 2 88 0,1 1 484 0,8 6 76 15,0 0-20-15,4 0 76 16,0 3 248-16,0 0 216 0,4 1-392 0,-5-1-728 16,1-3-36-16,0 0-12 0,4 0-220 15,-8 0-224-15,4 0-300 0,-4-3-436 16,0 3-520-16,-8-4-452 0,4 4-1757 16,-12-3-2211-16</inkml:trace>
  <inkml:trace contextRef="#ctx0" brushRef="#br0" timeOffset="-168425.292">18125 16487 11653 0,'0'0'3112'0,"0"0"-2520"0,0 0-440 15,0 0 48-15,23 69 456 0,-15-27 552 16,4 6-12-16,0 6-336 0,4 7-396 0,-4 5-144 16,4 5 56-16,-1-2 320 15,6 7-235-15,-6 4-253 0,9-1-124 0,-3 3 108 16,-2 1-192-16,5-1-40 0,-8-5-152 15,4-8 72-15,0-8-76 0,0-7-145 16,-1-10-95-16,-2-9-88 0,-2-10-28 16,2-5-24-16,-6-11-36 0,6-3-548 15,-10-6-1108-15,5-12-2192 0,-3-1-1885 16</inkml:trace>
  <inkml:trace contextRef="#ctx0" brushRef="#br0" timeOffset="-167794.776">19176 17034 3692 0,'0'0'1352'0,"0"0"3648"16,0 0-3619-16,0 0-545 0,0 0-196 0,0 0 200 16,0 0 188-16,-44-70-72 15,32 57-140-15,0 0-180 0,4 4-236 16,-3-1-56-16,3 3 116 0,3 5 132 0,-3 2-188 16,4 0 24-16,-3 0 196 0,-1 7-16 15,-1 2-496-15,-2 10-104 0,3 3-8 16,-1 6 12-16,2 11 84 0,7-1 64 0,-4 0-28 15,4 0-36-15,0-6-96 16,0-4 0-16,4-6-72 0,3-5 24 16,-3-12 48-16,9 2 48 0,-6-7-48 0,6 0-132 15,2-7-40-15,2-2-48 0,-6-7 16 16,5 0-28-16,-4-3-88 16,0 0 28-16,-4 4 108 0,4 2 64 0,-4 6 8 15,0 0-12-15,0 7 40 0,4 0 84 16,-4 4 48-16,4 6 52 0,0 3-4 15,-1-1-32-15,2 4-20 0,-5-3-44 0,3-1-4 16,2-2-72-16,-6-1-44 0,6-2-360 16,-1-7-236-16,-1 0-308 0,6 0-708 15,-2 0-304-15,-2-7-2193 0,2-2-2083 16</inkml:trace>
  <inkml:trace contextRef="#ctx0" brushRef="#br0" timeOffset="-167334.574">20032 16608 10408 0,'0'0'2337'0,"0"0"-1289"0,0 0-24 0,0 0 284 15,0 0-540-15,0 0-396 0,0 0-184 16,-47 71-188-16,35-50 4 0,-4 8 84 15,-1-4 64-15,6 7-16 0,-1-3-24 16,-4 2 48-16,4 2 100 0,5-2 196 16,-6-3-4-16,9 1-204 0,0-7-40 15,1 0 0-15,3-3-88 0,0-6-44 16,3 0 20-16,9-1 76 0,1-1 36 16,-2-3 96-16,9-2 208 0,0 1-196 15,4-3-171-15,4-4-145 0,0 0-65 0,-4 0-227 16,4 0-160-16,0-4-144 0,-1 2-196 15,1-5-192-15,4 3-364 0,-4 1-1008 16,0 3-1745-16,-8 0-1727 0</inkml:trace>
  <inkml:trace contextRef="#ctx0" brushRef="#br0" timeOffset="-166787.675">20714 16519 3148 0,'0'0'8837'0,"0"0"-7441"16,0 0-1004-16,0 0 320 0,0 0 912 15,0 0-136-15,0 0-328 0,0 0-680 16,0 0-356-16,0 0-120 0,-59 67 68 0,38-38 136 16,5 2-72-16,-3 4-76 0,2 3-56 0,-2 6 48 15,-1 1 8 1,4 3-12-16,0 0-36 0,-1 2-8 0,6-2-4 16,3-7 8-16,4-5 128 0,4-11-76 0,0-3-48 15,4-10-12-15,8-2 0 16,4-7-8-16,-1 0-100 0,6-3-16 15,3-3-12-15,-1-10-96 0,1 1 72 16,0-4-12-16,0-3 12 0,-4 0 16 16,0-4 80-16,-4 8 52 0,-4-4-48 15,-1 3-4-15,-2 0 16 0,-1 6 0 0,-4 1 44 16,-4 6 4-16,0 0 68 16,0 3 80-16,0 0-12 0,-8 0-136 0,-5 0 148 15,6 0 24-15,-9 3-172 0,0 0-100 0,0 6 40 16,-4 1-40-16,0-4-20 15,1 7 20-15,-2-4 12 0,10 1-32 0,-6-4-92 16,10 1-196-16,-1-1-184 0,8-3-244 16,-5 3-520-16,5-3-620 0,5 1-941 15,-1-4-2431-15,7 0 876 0</inkml:trace>
  <inkml:trace contextRef="#ctx0" brushRef="#br0" timeOffset="-166585.473">21012 16652 5916 0,'0'0'7429'16,"0"0"-6169"-16,0 0-784 15,-11 77 480-15,3-39 608 0,4 3-268 16,-4 0-288-16,8-3-300 0,0 1-272 16,0-1-180-16,0-9-108 0,3-1-44 15,10-6-104-15,-1-3-96 0,0-2-136 0,4-12 0 16,0-2-180-16,-1-3-272 0,2-3-116 15,2-9-124-15,-2-8-812 0,-6-2-2632 16,-3 0-3709-16</inkml:trace>
  <inkml:trace contextRef="#ctx0" brushRef="#br0" timeOffset="-166320.844">21203 16704 4636 0,'0'0'6857'0,"0"0"-4073"0,0 0-2000 16,0 0-192-16,0 0 640 0,0 0 20 0,0 0-120 15,84 57-176-15,-71-42-432 16,-1 2-340-16,-1-2-88 0,-2 4 16 16,2-3 32-16,-3 3-104 0,1 0-40 15,-5-2 0-15,0-3 8 0,-1 0-8 16,-3-9-84-16,0-1 24 0,0-4-12 16,0 0 20-16,4 0-80 0,-4-9 0 0,4-5 132 15,0 0 4-15,5-9 8 16,-5-6 36-16,3 1-48 0,1-1-88 0,1 1-8 0,-5 2-64 15,3-3-460-15,-7 4-376 16,4-4-772-16,-4 7-2996 0,0-6-2901 16</inkml:trace>
  <inkml:trace contextRef="#ctx0" brushRef="#br0" timeOffset="-166101.678">21559 16556 3068 0,'0'0'9097'0,"0"0"-7665"0,0 0-468 16,0 0 828-16,80 62 20 16,-65-46-728-16,-2-4-520 0,2 4-100 15,-3 3-144-15,4 0-52 0,-4 0-24 16,-4 4 8-16,-4-2-252 0,-4 5-76 0,0 3-228 16,-12-1-220-16,0 1-208 0,-4 0-176 15,-4-4-204-15,0-3-360 0,-4-3-672 16,1-6-748-16,-1-3-2037 0,3-4-143 15,-3-6 4092-15</inkml:trace>
  <inkml:trace contextRef="#ctx0" brushRef="#br0" timeOffset="-165150.888">21873 16291 1120 0,'0'0'9364'0,"0"0"-7215"0,0 0-1297 16,0 0-52-16,0 0 160 0,0 0 12 16,0 0-60-16,0 0-268 0,88-35-384 15,-64 9-172-15,-5-2-76 0,2-1-4 16,-1 1-8-16,-5 2-4 0,2 5-4 0,-6 2-4 16,-3 2-40-16,1 7 44 0,-5 4 4 15,-1 3-44-15,-3 0 36 16,4 3-36-16,-4 0 48 0,0 3 48 0,0 6 112 15,0 7 160-15,0 3-132 0,-4 10-104 16,1 6-72-16,-1 3 0 0,0 10 0 0,-1-1 0 16,1 7-12-16,-4 4-12 15,5 2-96-15,-5-4 32 0,4-1 64 16,-1-7 8-16,1-14 4 0,4-4 0 16,0-11-4-16,0-5-96 0,0-3 56 15,0-5 44-15,4-4 124 0,5-2-124 16,-5 0-196-16,3-2 72 0,1-1 48 0,1 0 64 15,-1-1-88-15,3 4-36 0,-2 0 28 16,-1 0-44-16,3 7 68 0,-3 5-4 0,4 8 88 16,0 2 72-16,4 6-60 0,0-2 0 15,4 2 72-15,-5 3 16 16,6-1-12-16,-1-5 12 0,-1 3-96 0,2-2 0 0,-5-4 44 16,-1 3-36-16,-3-6 64 15,1 4 84-15,-6-4-64 0,1-3 116 16,-4 3-16-16,-4-3-60 0,0-1-24 0,0 1-16 15,-8 0-16-15,-3-3-80 0,-6-4-100 16,2 4-24-16,-9-4-36 16,-4-2-148-16,0-4-184 0,-4 0-52 0,-4-3-92 15,0 0-192-15,-3-3-696 0,6 0-1632 16,-14-9-4385-16</inkml:trace>
  <inkml:trace contextRef="#ctx0" brushRef="#br0" timeOffset="-165003.747">22300 17093 5868 0,'0'0'12929'0,"0"0"-12029"0,0 0-900 16,0 0-1072-16,0 0-88 15,0 0-744-15,0 0-936 0,-79-2-4133 0</inkml:trace>
  <inkml:trace contextRef="#ctx0" brushRef="#br0" timeOffset="-155632.764">16976 13783 1544 0,'0'0'1968'0,"0"0"3836"0,0 0-4652 16,0 0-107-16,0 0 259 0,0 0 200 15,0 0-368-15,0 0-368 16,0 0-216-16,0 0-156 0,-7 60-48 0,22-22 196 16,5 6 172-16,8 10-236 0,4 10-48 15,4 9 68-15,4 9-172 16,4 7-204-16,-5 7-44 0,6 2-76 0,-6 4-4 15,5-4 0-15,-4-2-12 0,0-8 12 0,-4-6-12 16,-5-8-160-16,-3-11-84 16,0-12 88-16,-3-7-68 0,-10-12 56 0,1-13-140 15,-4-6-48-15,-4-7-52 0,0-6-112 16,-4-9-372-16,-4-10-336 0,0-11-312 16,0-7-676-16,0-5-793 15,-8-5-1911-15,0 12 757 0</inkml:trace>
  <inkml:trace contextRef="#ctx0" brushRef="#br0" timeOffset="-155286.199">17279 13798 5884 0,'0'0'1300'0,"0"0"1076"0,0 0-1204 16,0 0-219-16,0 0 343 0,0 0 52 15,0 0-212-15,0 0-368 0,0 0-416 16,0 0-64-16,0 0 72 0,28 73-12 0,-7-38 36 0,2 6 196 16,1 7-212-16,0 3-196 15,4 9-96-15,4 4-72 16,-4 6 40-16,4 6-44 0,0 3 0 0,3 7-48 16,-3-3-112-16,0-1 72 0,-4-3 16 15,0-2-4-15,0-5-8 0,-4-5-16 16,-1-6-12-16,-3-8-48 0,1-1-12 0,-6-8 0 15,1-6-76-15,-4-6 60 0,0-7-108 16,-4-3 84-16,0-6-100 0,-4-3-112 0,0-6-144 16,0-2-100-16,-1-2-64 0,-3-3-412 15,0 0-456-15,0-3-841 16,0 1-1763-16,0-5-96 0,-7-3 3776 16</inkml:trace>
  <inkml:trace contextRef="#ctx0" brushRef="#br0" timeOffset="-152068.818">9024 14791 496 0,'0'0'1436'16,"0"0"-1204"-16,0 0-60 0,0 0-68 16,0 0 76-16,0 0 2976 0,0 0-1636 15,0 0-660-15,0 0-160 0,0 0 192 16,0 0 192-16,-48-19 37 0,44 26 43 16,4 0-248-16,-4-2-296 0,0 6-264 0,4-2-80 15,-4 4-12-15,0 3-12 0,4 3 48 16,0 3 4-16,0 6-92 0,8 4-12 0,4 10 36 15,-4 2-48-15,8 8 12 0,4 4-104 16,-4 11 16-16,8 3-64 16,0 6-48-16,0 6-4 0,4 4-72 0,0 3 68 15,-5-1 0-15,1-2 0 0,0-3 0 16,-3-7 8-16,-2-9 0 16,1-10 12-16,-1-3-12 0,-2-9-88 0,-6-8-36 15,2-5 36-15,-5-13 16 0,-1-6-116 16,-3-7-48-16,-4-6-252 15,0-6-292-15,0-7-116 0,0-6 96 0,0-9-40 0,-4-11-312 16,-3-1-989-16,-1-9-1075 0,-1-4-1912 16,1 15 4412-16,-7-26 76 0</inkml:trace>
  <inkml:trace contextRef="#ctx0" brushRef="#br0" timeOffset="-151766.954">9187 15014 692 0,'0'0'7444'0,"0"0"-5436"16,0 0-1027-16,0 0-261 0,0 0-80 15,0 0-76-15,0 0 188 0,-12 67 160 16,12-36-408-16,8 4-228 0,0 7-100 16,4 6-24-16,4 8-28 0,0 5-24 15,5 6-92-15,-6 5 0 0,5 5 4 16,-1 2-12-16,-2 1-4 0,-2 2-160 0,2-2 88 15,-2-4 12-15,2-3 4 0,3-1-80 16,-1 2 76-16,-2-4 16 0,-2-3-80 16,1-7 4-16,-4-10 80 0,-4-9 36 0,0-3 4 15,4-8-96-15,0-5-264 16,0-3-220-16,-4-6 76 0,0-10-272 16,-5-6-436-16,2 0-1509 0,-5-9-2435 0,-5-7 2824 15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32767" units="deg"/>
          <inkml:channel name="T" type="integer" max="2.14748E9" units="dev"/>
        </inkml:traceFormat>
        <inkml:channelProperties>
          <inkml:channelProperty channel="X" name="resolution" value="3854.94116" units="1/cm"/>
          <inkml:channelProperty channel="Y" name="resolution" value="5461.1665" units="1/cm"/>
          <inkml:channelProperty channel="F" name="resolution" value="91.01945" units="1/deg"/>
          <inkml:channelProperty channel="T" name="resolution" value="1" units="1/dev"/>
        </inkml:channelProperties>
      </inkml:inkSource>
      <inkml:timestamp xml:id="ts0" timeString="2023-06-27T08:38:23.550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</inkml:brush>
    <inkml:brush xml:id="br2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4299 1419 1880 0,'0'0'9337'0,"0"0"-8145"0,0 0-768 16,0 0 592-16,0 0 768 15,0 0-504-15,0 0-412 0,0 0-136 0,0 0 92 16,-72-67-152-16,60 64-244 0,4 0-52 16,3-4-104-16,-2 7-8 15,3-2 116-15,0 2 21 0,4 0-125 0,-4 0-140 0,0 0 8 16,4 0 0-16,-4 0-44 16,-4 0-100-16,0 2-100 0,-4 8 4 15,0 3-96-15,0 6 56 0,5 7 52 0,-6 5 12 16,5 7 0-16,-3 6 72 15,6 10 8-15,-3 7 0 0,4 6 4 16,4 5-8-16,-3 5 8 0,-1 2-4 0,-4-2 40 16,3-2-40-16,-3 1-8 0,1-6 0 15,-5-3 4-15,0-6-4 0,-4-7 0 16,4-7-8-16,0-6 0 0,4-6 8 0,0-5 8 16,4-16 4-16,-4 0-12 0,8-11 0 15,0-3-252-15,0 0 56 0,0-3 11 16,0-11-19-16,0-5-52 0,0-6 0 15,4-6-12-15,4-4 96 0,0 3 40 16,0 4 44-16,4 9 84 0,0 2 4 0,4 9 136 16,-9 3-52-16,6 3 40 15,-2 2-28-15,-3 2 88 0,5 9 36 16,-6 4 36-16,1 4-16 16,5 6-92-16,-6 4-39 0,-3 6-49 0,4 10 52 15,-3 2-108-15,-1 10-4 0,3 6-8 16,-3 4-68-16,0 3-8 0,0 0 35 0,0-6 45 15,4-4-56-15,0-9-28 0,0-4-56 16,0-9-124 0,0-9 48-16,0-6-60 0,4-8-168 15,-4-8-348-15,8-7-324 0,0 0-904 0,0-4-1176 0,4-5-3337 16,-9 0-3-16,10-11 6433 0</inkml:trace>
  <inkml:trace contextRef="#ctx0" brushRef="#br0" timeOffset="1258.347">5355 2174 1512 0,'0'0'9268'0,"0"0"-7687"16,0 0-661-16,0 0 100 16,0 0-188-16,0 0 988 0,-72-69-256 0,56 62-668 15,-1 1-480-15,2-1-60 0,3 7 532 16,0-3-328-16,-4 3-303 0,4 3-221 15,-4 7 12-15,0 3 12 0,1 3 52 16,-2 9-108-16,2 3-4 0,2 8-4 16,5 5-8-16,1 9 8 0,7 2-8 0,0 2-60 15,4-4 20-15,3-6-20 0,6-4-13 16,-2-13 25-16,1-7 48 0,1-8-88 16,-2-5 40-16,6-4 12 0,-6-3 0 15,5-3-184-15,0-7-24 0,4-6 184 16,-4-3-124-16,4-2 76 0,0-9-52 0,-4 2 64 15,0-4 48-15,-1 4 56 16,-3-4 0-16,-3 7 4 0,-2 0 8 0,-3 2 68 16,-4 4 56-16,0 3 28 0,0 3-52 15,0 3 16-15,0 4-16 16,0 3-108-16,0 3-8 0,0 0-100 0,0 3 108 16,4 3-76-16,0 4-140 0,5 6 216 15,-2 3 108-15,1 6 52 16,0 5-28-16,4 1-8 0,-4-4-64 0,4 3-60 15,-4-8-112-15,0-6 16 0,4-3 24 16,-4-1 12-16,4-5-16 0,-1-1-32 0,6 4-208 16,-2-3-200-16,6-7 0 0,-5 2-220 15,3-2-488-15,2 0-104 0,3-7-524 0,-1 1-768 16,-3-6-2545-16,-3 5-907 0,6-9 5800 16</inkml:trace>
  <inkml:trace contextRef="#ctx0" brushRef="#br0" timeOffset="1620.776">6251 2044 3968 0,'0'0'11037'0,"0"0"-9329"0,0 0-1360 16,0 0 76-16,0 0 812 0,0 0 224 15,0 0-472-15,0 0-492 0,0 0-275 16,-88 4-213-16,68 11 76 0,1 4-8 0,-6 10-76 16,5 4-88-16,1 4 88 15,-1 3 8-15,4 9 40 0,4-2-48 16,0 1-8-16,4 3 4 0,0-4-4 0,4-2-64 16,0-7 60-16,4-9-36 0,0-4 48 15,8-6 0-15,0-6 0 0,0-7-12 16,4-3 12-16,4 1 40 0,-1-4 20 15,2-4-52-15,-2-5-8 0,2-4-84 16,-2-3-37-16,5-3-207 0,-8-2-320 16,4-3-204-16,-8 6-340 0,0-5-876 15,1 7-2084-15,-9 4-1505 0,0-7-227 16</inkml:trace>
  <inkml:trace contextRef="#ctx0" brushRef="#br0" timeOffset="1790.362">6060 2384 3312 0,'0'0'4464'0,"0"0"-1408"15,0 0-1615-15,0 0-125 0,0 0 368 16,0 0-104-16,0 0-376 0,0 0-168 16,0 0-32-16,0 0-256 0,60 4-164 15,-41-4-147-15,1-4-133 0,4-6-160 16,0 1-88-16,3-7-56 0,1 0-545 16,4 0-183-16,-4 1-276 0,4-1-244 0,-4 3-884 15,-4 0-2616-15,4 1-3441 0</inkml:trace>
  <inkml:trace contextRef="#ctx0" brushRef="#br0" timeOffset="3043.096">6900 1898 1032 0,'0'0'2516'0,"0"0"3868"0,0 0-4695 0,0 0-509 16,0 0-8-16,0 0 196 0,0 0-24 16,0 0-300-16,0 0-252 0,0 0-240 15,0 0-172-15,-39 35-120 0,31-16-64 0,-5 10-16 16,2 6-56-16,2 12 24 15,1 4-4-15,8 6-8 0,0 7-16 16,0 3-56-16,0 0 44 0,8-1-96 0,5-3-8 16,-2-9 4-16,2-12 40 15,2-10-40-15,-2-10 92 0,2-10-88 0,6-5 0 16,-2-7 60-16,1 0-24 0,0-10 0 16,3-9-48-16,2-3-4 0,-1-10-44 0,0-3-84 15,0-3-64 1,-5 0 0-16,5-3 12 0,-8-3 4 0,0 0 116 15,1-5-44-15,-6-1-28 0,-3-4-84 16,-4 0 48-16,-4-7 52 0,0 4 112 16,-4-4-200-16,-8 5 48 0,0 2 56 0,0 6 104 15,1 10 8-15,2 6 164 0,1 10-60 16,1 12 120-16,3 4 220 16,0 3-84-16,-1 3-88 0,1 3-280 15,0 7-12-15,-3 8-60 0,-5 11 72 0,-1 6 8 16,-2 9 64-16,-5 8-60 0,-1 5 24 15,2 2-36-15,-1 2-120 0,-4 3-308 0,0-1-76 16,4-2-32-16,0-11-68 0,5-6-236 16,-2-6-132-16,10-12 44 0,3-8 32 15,0-7-104-15,4-8-272 0,0-3-156 16,0-7-393-16,0-5-1019 0,8-8-156 16,-5-2 1416-16,9-3 800 0,-3 3 388 0</inkml:trace>
  <inkml:trace contextRef="#ctx0" brushRef="#br0" timeOffset="3304.909">6921 2273 768 0,'0'0'1528'0,"0"0"-524"0,0 0 340 15,0 0 4096-15,0 0-3583 0,0 0-797 16,0 0-232-16,23 90 288 0,-27-69-172 0,-4 2-328 0,4-2-192 16,-3 2-148-16,3-1-128 15,-5-3-92-15,5 0-56 0,0-3-136 16,4 1-48-16,0-5-292 0,0-3-240 16,0 1-52-16,0-8 8 0,0 2-64 0,0-4 148 15,4 0 152-15,0 0 228 0,0-4 116 16,1-2 180-16,2-2 0 0,1 1 80 15,4-5-68-15,0 1-12 0,9 5 0 16,2 0 440-16,8 2 288 0,10 4 140 0,-1 0 4 16,7 4 640-16,-3 2-428 15,3 6-452-15,-2-2-240 0,-6 4 4 16,6-2-176-16,-9 1-36 0,-5-1-184 0,-3-2-40 16,0 1-452-16,-5-4-296 0,2 0-80 15,-5-4-712-15,-1-3-2596 16,-6 0-5025-16,-6-6 7477 0</inkml:trace>
  <inkml:trace contextRef="#ctx0" brushRef="#br0" timeOffset="3610.851">7697 1448 4528 0,'0'0'7457'0,"0"0"-5733"0,0 0-1328 16,21 66 376-16,-14-31 1052 0,1 7-148 15,5 5-388-15,-6 7-308 0,5 3-396 0,0 10-292 16,-4 9-24-16,4 3-27 0,-5 7-129 16,2 3-112-16,3 3-112 0,-5 3 112 15,6-2 0-15,-5-2-116 0,-1 2-53 16,-3-8 117-16,0 1-128 0,1-10-196 15,-1-10-16-15,0-7-32 0,3-13-140 16,1-10-112-16,1-8-408 0,-2-12-776 16,1-10-968-16,0-6-3009 0,-8-3-487 15,0-16 5177-15</inkml:trace>
  <inkml:trace contextRef="#ctx0" brushRef="#br0" timeOffset="4399.195">8844 2216 4716 0,'0'0'104'16,"0"0"5820"-16,0 0-4267 0,0 0-189 15,-35-67-92-15,23 55-28 0,-4-1-144 16,0 6-140-16,0 1-216 16,-4 0-200-16,4 6-236 0,-4 0-156 0,5 6-108 15,-2 7-76-15,6 9 76 0,-6 9-76 0,6 13 0 16,3 5 24-16,4 8 88 15,4 0-39-15,0 0-21 0,4-6-120 0,4-10-4 16,-1-5-48-16,6-11 36 0,-5-12-60 16,3-4-36-16,6-6 11 0,-2-3-123 0,5-3-12 15,4-13-108-15,0-3 36 16,0-6-76-16,0-4 40 0,-4-3 96 0,-5 0 72 16,6 1 72-16,-6 6-24 0,-2 2 64 15,-2 4 12-15,2 6-28 16,-5 5-8-16,-1 3 84 0,1 5 108 0,1 0 164 15,6 7-16-15,-3 3-36 0,4 5-12 16,1 2 52-16,-2-2-16 0,-3-2-76 16,4 6-20-16,-5-6-136 0,6-1-12 15,-6 1-112-15,6 0-276 0,-2-4-540 16,2-6-132-16,-2 1-1012 0,5-4-1104 16,1 0-2605-16,-10-4-611 0,10-8 5377 0</inkml:trace>
  <inkml:trace contextRef="#ctx0" brushRef="#br0" timeOffset="4704.526">9841 1902 14261 0,'0'0'4176'0,"0"0"-3696"0,0 0-476 15,0 0 404-15,-76 69 388 0,52-44-40 16,-4 0-332-16,5 2-192 0,-1 1-220 0,-4 1-8 15,3 3 56-15,1 2-60 0,5-2-44 16,-1 0-52-16,8-4 48 16,0-5 48-16,4-5 120 0,8-5-36 0,0 0 16 15,0-4-92-15,0 1 76 0,8-1 13 16,8 2 39-16,0 1-28 16,4 3 12-16,4-1 0 0,0-3-20 0,8 0-88 15,-5-2 56-15,6 1-68 0,-1-4-48 0,-5-3-52 16,4 0-360-16,2 1-233 15,-1-4-283-15,4 0-212 0,-4 0-1360 16,-1 0-1620-16,5-4-1189 0</inkml:trace>
  <inkml:trace contextRef="#ctx0" brushRef="#br0" timeOffset="5683.263">10889 1784 456 0,'0'0'940'0,"0"0"6944"0,0 0-5763 15,0 0-749-15,0 0 116 0,0 0 188 0,0 0-64 16,0 0-228-16,0 0-400 16,0 0-400-16,-13-15-240 0,-11 23-164 15,-4 6-92-15,-3 8-76 0,-5 3 60 0,4 7 24 16,-4 3-36-16,4 4 16 0,1 1 8 15,-1 4-36-15,4 1-48 0,0 6 0 16,9-1-48-16,2 2-12 0,2-5-40 0,6-3 40 16,9-5 0-16,0-11 52 0,0-5-4 15,9-4 0-15,-2-7 12 16,1-5-8-16,4-1-4 0,0-6 12 0,4 0 164 16,4 0 8-16,4-6-76 0,-1-7-96 15,1-3 12-15,0-6-4 0,1-3-8 0,-6 0-4 16,1-2-104-16,0 2-88 0,-8 0 28 15,1 6 44-15,-2 3-44 16,-11 3-28-16,4 3 24 0,-4 4 64 0,-8-1 8 16,-4 2-96-16,0-2 40 0,-8 0-52 15,4 1 60-15,0 0 48 16,1 4-20-16,-2 2 44 0,2 0-120 0,2 0-112 16,2 2-60-16,-1 4-40 0,7 4 0 15,-3 0-176-15,8 2-848 0,0 1-936 16,0 3-2017-16,0-7-1839 0,13 1 5428 15</inkml:trace>
  <inkml:trace contextRef="#ctx0" brushRef="#br0" timeOffset="5912.699">11323 1921 1644 0,'0'0'9477'16,"0"0"-7553"-16,0 0-920 0,0 0 676 15,0 0 72-15,-76 73-344 0,64-48-476 0,0 4-368 16,4 3-164-16,4 2-80 16,0 8 32-16,4-4 0 0,0 0-183 15,4 0-169-15,4-6-40 0,5-4 28 0,2-2-60 16,1-11 59-16,4-2-107 16,-4-6-500-16,4-4 132 0,4-1-64 15,-4-2-72-15,0-5-188 0,3-5-872 0,-10 0-2532 16,6-9-2785-16</inkml:trace>
  <inkml:trace contextRef="#ctx0" brushRef="#br0" timeOffset="6368.91">11502 1876 2756 0,'0'0'300'0,"0"0"4368"16,0 0-1740-16,0 0-923 0,0 0-401 0,0 0-252 15,0 0-24-15,0 0-296 16,0 0-192-16,0 0-164 0,76 38-152 16,-56-22-36-16,-4 3-60 0,4 3-124 15,-5 1-36-15,6-1-112 0,-6 3 16 16,1 1-15-16,0 2-21 0,-7 1-16 0,-2 3-60 15,1 0-52-15,-4 1-8 0,1 6-44 16,-5-7 44-16,4-3 8 0,-4-6 4 16,0-9 48-16,0-1-16 0,0-7-44 0,0-2-4 15,0-4-128-15,0 0 48 0,0 0 72 16,0-4-48-16,0-4-52 16,0-9 52-16,-4-8-85 0,4-7-99 0,0-6 48 15,0-3 188-15,7-4-40 16,1 4-72-16,0 6 48 0,4 7 56 0,-4 2 16 0,4 6 88 15,4 1-88-15,-4 8-8 16,0-3-92-16,4 6-8 0,-4-3-52 16,0 2-168-16,-1-1-284 0,2 4-124 0,-5-3-336 15,3-1-984-15,-2 4-2260 0,-1 0-2781 16</inkml:trace>
  <inkml:trace contextRef="#ctx0" brushRef="#br0" timeOffset="6648.531">12203 1800 8928 0,'0'0'5893'0,"0"0"-4697"0,0 0-764 0,0 0-8 16,0 0 704-16,64 70 176 15,-52-51-348-15,-4 0-380 0,4 3-284 16,0 0-124-16,0 3 4 0,0 5 8 0,-4 1 137 15,-4 1 23-15,-4 3-244 0,0-1-88 16,-8 4-8-16,-4 1-100 0,-4 2-92 16,-4-6-52-16,0-3-181 0,0-7-111 15,-4-3-36-15,0-5 32 0,-4-5-24 16,9-5-212-16,-5-7-724 16,4 0-1052-16,0-13-1981 0,8 0-3263 0,-4-22 7508 0</inkml:trace>
  <inkml:trace contextRef="#ctx0" brushRef="#br0" timeOffset="11901.05">12609 1226 3876 0,'0'0'8069'0,"0"0"-6309"16,0 0-732-16,0 0-168 0,0 0 256 0,0 0-20 15,0 0-272-15,-3 22-220 0,6-19-224 16,6 3-24-16,3-6 108 16,-1 4 244-16,6-4-356 0,-1 0-108 0,3 0-51 15,5-10-57-15,-3 0 44 0,2-5-84 16,5-4-84-16,0-4-12 0,0 1 0 15,0 4-8-15,-4 1-40 0,0 4-36 16,-9 4-24-16,-7 2-28 0,1 7-21 0,-1 0-111 16,-8 10 0-16,3-1 60 0,-3 11 196 15,0 5 12-15,0 9 0 0,-3 2 0 16,-5 2 4-16,3 6 4 0,1 4-8 0,-4 6-12 16,8 6 0-16,-7 3-48 15,7 11 60-15,-4-2 0 0,0-1 12 0,-1-6 88 16,5-1 56-16,0-16-20 0,0-7-4 15,0-13-92-15,0-11-40 0,5-8-72 16,-1-5-24-16,4-4-28 16,-1-6 80-16,1-7 44 0,8-6 0 15,-4-6-36-15,1-7-208 0,2 0-12 16,-2 3 24-16,-2-3 148 0,1 9 84 0,-4 2 12 16,-4 9-12-16,0 1 0 0,-4 5-8 15,4 6-4-15,-4 0-76 0,0 0 88 16,0 6-12-16,0 8-24 0,4-3 36 0,0 8 172 15,4 4-64-15,-4 3-96 0,4-1 112 16,4 4 20-16,0 5-32 0,4 4-52 16,-4 4 208-16,4 2-60 0,-9 4-148 0,6 3 12 15,-5 0 0-15,-1-1 16 16,-3 5 20-16,5-1-108 0,-2-4 4 0,1 1 1 16,-4-6-5-16,5-1 96 0,-9-9-12 15,0-3 16-15,0-4 8 16,0-6 0-16,-4-6-24 0,-5-3 40 0,-2-3-40 15,-2 2-36-15,2-3-36 0,-5 2-8 16,-4-5 4-16,0-4-8 0,-5 2-60 16,-2-4-352-16,-4 0-25 0,-1 0-51 15,-1-6-24-15,1 0-72 0,5-5-40 16,3 2-124-16,4-1-104 0,8-2-564 16,0-4-1004-16,8 3-2765 0,4-9-1983 15</inkml:trace>
  <inkml:trace contextRef="#ctx0" brushRef="#br0" timeOffset="12299.917">13853 1971 664 0,'0'0'11141'0,"0"0"-8725"0,0 0-904 0,0 0-196 16,0 0 172-16,0 0-408 0,0 0-112 16,0 0-68-16,88 23-111 0,-56-17-305 0,3 1-108 15,-3-5-84-15,4 5-76 0,-4-7-120 16,0 0-48-16,0-3-44 0,-4-8-4 16,3 0-72-16,-3-3-388 0,0 0-120 15,-4-3-88-15,-4 1-169 0,-12 7-555 0,-4 2-1520 16,-4 7-2492-16,-12 7-2549 0</inkml:trace>
  <inkml:trace contextRef="#ctx0" brushRef="#br0" timeOffset="12464.99">13928 2213 6776 0,'0'0'3308'0,"0"0"613"0,0 0-2181 0,0 0-472 0,0 0 44 15,0 0-228-15,0 0-312 0,0 0-112 0,0 0-52 16,96 28-87-16,-59-28-253 15,-2 0-164-15,5-3-104 0,3-3-48 0,-2-5-120 16,-2 3-697-16,1-2-295 0,-12 3-1248 16,8 7-4873-16</inkml:trace>
  <inkml:trace contextRef="#ctx0" brushRef="#br0" timeOffset="19323.508">16172 1219 1336 0,'0'0'1368'0,"0"0"6140"0,0 0-5731 16,-21-75-1057-16,18 48-84 15,-1-1 484-15,-4 0 28 0,8-1-292 16,-4 6-344-16,0 4-140 0,4 0-124 0,0 6-112 16,-4 7-24-16,4 0 112 0,0 2 8 15,-4 4 152-15,4 0 168 16,-4 0-112-16,4 0-340 0,-8 0-100 0,0 7-84 16,1 9-176-16,-10 7-108 0,1 10 24 15,-4 12 148-15,4 13 184 16,-3 6 12-16,-1 5-4 0,-1 1-60 0,2 3 60 15,-1 0-40-15,4-2 44 0,-4-8 12 16,8-10 48-16,0-5 28 0,4-7-40 16,0-13 40-16,5-5-80 0,-2-7-4 0,5-6-4 15,0-4-124-15,0-6-172 16,0 0-48-16,0 0 56 0,0-11-96 16,8 3-236-16,4-9 292 0,0 2 112 0,0-4 64 15,0 6-8-15,0 3-4 16,-4 10-36-16,0 0-4 0,3 17 140 15,-2 4 64-15,3 11 216 0,0 10 200 0,0 5-104 16,-1 4 180-16,-2 2-56 0,3 2-124 16,-1-4-100-16,2 4-76 0,-6-2-56 0,5 1-80 15,-3 0 0-15,2-4 0 16,-3-5-8-16,4-4-116 0,-4-6 76 0,-4-6-128 16,4-4-108-16,-4-5 160 0,-4-8-212 15,4-2-168-15,0-7-236 0,-4-3-536 16,4-13-884-16,0-5-625 0,0-12-1763 15,0 11 516-15,0-25 3401 0</inkml:trace>
  <inkml:trace contextRef="#ctx0" brushRef="#br0" timeOffset="19885.617">16869 1635 468 0,'0'0'2908'0,"0"0"4068"16,0 0-4447-16,0 0-873 0,0 0-220 15,0 0-24-15,0 0-324 0,0 0-276 16,0 0-160-16,-80-35-68 16,73 42-168-16,-10 5-148 0,2 10-60 15,-6 7-28-15,6 9 28 0,-1 3 61 0,0 4 31 16,4-7 284-16,0 0-212 0,4-6-200 16,0-7-76-16,8-6-24 0,0-9-72 15,0-1-4-15,0-5-128 0,3-2-100 16,6-2 4-16,7-2-4 0,0-9-104 15,-1-3 224-15,6-6 4 0,-1-2-72 0,-1 0-28 16,2-4 51-16,-6 0-3 0,1 5 76 16,0 2 36-16,-4 5 48 0,-4 2-88 0,-4 8-56 15,0 4 48-15,1 0 96 0,-2 4 144 16,-3 3 52-16,4 5 108 16,0 7 25-16,0 2-53 0,0 9-20 0,-4-1-4 15,4 2 28 1,0-3 0-16,0 4-88 0,4-3-48 15,-4-3-100-15,4-4-44 0,-1-3-84 0,6-4 12 0,-5-5 0 0,3 3-60 16,-2-1-4-16,3-2-200 16,-1 0-260-16,2-3-265 0,2-2-15 15,5 2-300-15,5-5-548 0,6-2-488 0,-10 0-2761 16,10-9-3455-16</inkml:trace>
  <inkml:trace contextRef="#ctx0" brushRef="#br0" timeOffset="20136.365">17694 1602 9020 0,'0'0'6729'0,"0"0"-4989"16,0 0-1320-16,0 0-84 0,0 0 376 0,0 0 444 16,-84 61-328-16,72-32 36 0,0 6-171 15,1 0-197-15,2 3-124 16,5 3-8-16,4 1-12 0,0-4 8 0,0-3-132 15,0-3-132-15,4-7-92 0,5-3-4 0,2-9 0 16,-3-1-48-16,4-5-108 0,0-4-108 16,4-3 24-16,-4 0-88 15,3-3-204-15,-2-7 48 0,-1 1-12 16,-4-1-149-16,-4-2-559 0,0-1-1108 16,-4 2-2260-16,-4 0-2201 0</inkml:trace>
  <inkml:trace contextRef="#ctx0" brushRef="#br0" timeOffset="20304.182">17506 1885 7312 0,'0'0'7189'0,"0"0"-6177"0,0 0-748 15,0 0 488-15,0 0 704 16,80 20-272-16,-52-20-192 0,4 0-336 0,0-7-372 16,4-6-284-16,-1-2-160 0,2-4-232 0,-5 0-240 15,3-4-388-15,1 5-624 16,0 1-2672-16,-8 5-3533 0,11-4 2825 0</inkml:trace>
  <inkml:trace contextRef="#ctx0" brushRef="#br0" timeOffset="20781.704">18344 1358 900 0,'0'0'12925'16,"0"0"-10953"-16,0 0-1596 0,0 0-24 0,0 0 296 16,0 0 196-16,-52 86 56 15,44-38-76-15,-5 4-200 0,9 11-148 16,-3 3-52-16,3 5 305 0,4 1-97 0,-4-3-220 16,4-5-136-16,0-11-80 15,8-4-76-15,-1-15-72 0,10-5-4 0,-6-10-44 16,10-6-12-16,-2-7-48 0,1-6 0 15,4 0-160-15,4-13 76 0,-5-5 36 16,9-8-24-16,-4-6-124 16,0-10 40-16,0 2-16 0,0-11 4 0,-4-3-53 15,0-3-95-15,0-6-40 0,-8-4 40 16,-4-1 20-16,-4 2-24 0,-8 0 64 16,0 5 96-16,0 7 220 0,-8 13 72 15,4 13 284-15,-4 6 144 0,4 12 64 16,-4 4-44-16,0 6-44 0,-4 0-219 0,1 9-101 15,-10 10-156 1,-3 6 0-16,0 10 48 0,1 4 196 0,-5 8 8 16,4 1-20-16,0 0-40 0,0 3-60 0,0-1-132 15,0-3-4-15,-4 1-404 0,4 0-140 0,4-8-181 16,1-1-111-16,-2-7-136 16,6-3-620-16,2-11-1276 0,2-8-2029 0,3-3-1067 15,-1-7 2576-15</inkml:trace>
  <inkml:trace contextRef="#ctx0" brushRef="#br0" timeOffset="21098.945">18363 1777 4396 0,'0'0'7889'0,"0"0"-6241"15,0 0-852-15,0 0 324 16,0 0 568-16,9 71-108 0,-9-49-404 16,0 0-396-16,0 3-376 0,0-3-272 0,-5-3-124 15,1 0-8-15,4 0-68 0,-4-6-344 16,0 4-236-16,4-8-96 15,0-3-16-15,0-3-192 0,0-3-352 0,4-3-444 16,9-6 572-16,-2-7-48 0,1-4-629 16,4 5-719-16,0-3-188 0,-4 1 624 0,7 4 1628 15,-2 7 508-15,3 0 1968 0,-4 6 480 16,8 0 56-16,-5 0-19 16,1 6-317-16,4 0-480 0,0 5-276 0,0-6-320 0,0 4-320 15,0-2-340-15,0 2-224 16,0-2-124-16,-5 0-84 0,2-1-72 15,-2-4-444-15,1-2-344 0,4 4-452 0,-3-2-1200 16,6 3-3581-16,-11-3-1583 0,12 2 6705 16</inkml:trace>
  <inkml:trace contextRef="#ctx0" brushRef="#br0" timeOffset="21597.948">19527 495 9920 0,'0'0'2101'0,"0"0"-989"0,0 0 248 0,0 0 340 16,35 101-324-16,-18-49-240 0,2 8-288 16,-3 6-284-16,5 11-200 0,-6 9 4 15,1 5 116-15,0 11 101 0,-5 6-341 0,2 0-100 16,-5 3-36-16,3 1 16 0,-2-5 68 16,3-2-192-16,-5-10 0 0,6-6-168 15,-2-13 44-15,2-12-116 0,-5-13 120 16,3-11-40-16,-3-8-169 0,1-9-207 15,2-4-120-15,-3-7-116 0,1-5-284 0,-2-4-928 16,1-3-1916-16,0-3-1845 16</inkml:trace>
  <inkml:trace contextRef="#ctx0" brushRef="#br0" timeOffset="22332.565">20842 1111 1228 0,'0'0'5336'0,"0"0"-1344"0,0 0-2383 15,0 0-497-15,51-73 84 0,-42 60 76 16,-2 7-192-16,-3 3-196 0,-4 3-168 16,0 0-28-16,0 3 0 0,-4-1-160 0,-7 12-104 15,-10 2-44-15,-7 6-176 0,-7 7-140 16,-5 8-52-16,-4 1 84 0,0 6-24 0,0 5-12 15,-3 1-52-15,-5 4 4 0,3 7 0 16,6 2 88-16,3-3-15 16,5-2 23-16,7-7-20 0,7-10-16 0,14-12-32 15,-1-4-40-15,8-13-108 0,4 2-40 16,7-6 27-16,6-4 61 16,6-2 60-16,5-2 0 0,8-6-4 0,-5-9-120 15,6 3-68-15,-1-11 68 16,0 4 4-16,-5-3 108 0,-3 2 8 15,0-2-44-15,-8 3 40 0,0 1 4 0,-9-1 4 0,2 6 0 16,-9 0-12-16,0 1-72 0,-4 1 12 16,0 5 68-16,-4 0 4 0,-8-1-72 15,0-2 60-15,0 3-64 0,-4-1-8 16,-3 1-52-16,-2 0 64 0,5 6 0 16,-3 0-40-16,6 0-56 0,-2 0-28 15,7 6-40-15,-1 3-56 0,1 1-4 16,5-1-12-16,3 4 12 0,0 0-96 0,0-1-652 15,7 2-912-15,10-5-2200 0,-6 0-2949 16,17-2 4053-16</inkml:trace>
  <inkml:trace contextRef="#ctx0" brushRef="#br0" timeOffset="22566.785">21308 1305 1172 0,'0'0'11925'0,"0"0"-9557"0,0 0-1412 15,0 0 152-15,0 0 560 0,0 0-468 16,0 0-372-16,-88 19-244 0,68-4-123 16,0 4-121-16,4 7-148 0,1 6 28 0,-2 3 8 15,6 6 16-15,3 0 32 0,-1 3 28 16,-2 0-160-16,7 2-144 16,0-5 0-16,4-5-60 0,0-6-36 0,4-8-28 15,3-2-320-15,10-4-16 0,2-10-96 16,9-3-161-16,0-3-75 0,4-9-268 15,0-10-1008-15,3 0-2260 0,-7-1-2857 16</inkml:trace>
  <inkml:trace contextRef="#ctx0" brushRef="#br0" timeOffset="22690.418">21594 1479 1016 0,'0'0'0'0,"0"0"-584"0</inkml:trace>
  <inkml:trace contextRef="#ctx0" brushRef="#br0" timeOffset="23037.851">21594 1479 1860 0,'-24'4'652'0,"24"-8"-496"0,0-2 6384 0,0 0-3831 16,0 2-1045-16,-4-2-548 0,0 6 328 15,4-3 68-15,-3 3-216 0,-1 0-252 16,-4 7-384-16,-1 5-332 0,-2 7-144 15,-1 9 60-15,-4 4 168 0,4 7 169 0,0-2-57 16,0 2-116-16,8-8-80 0,-3-5-160 16,7-4-100-16,0-10-68 15,0-1-8-15,3-6-64 0,5-5 0 0,4 0-72 16,4 0-24-16,3-9-52 0,2-7-144 16,3-3-84-16,0-6 0 15,-1-1 83-15,1-2-23 0,0-2 36 0,-3 5 8 16,-2 0 64-16,1 6 72 0,-8 4 36 0,0 5 40 15,-8 10 132-15,0 0 144 16,0 3 164-16,0 11 192 0,-4 0-72 0,3 5-152 16,-3 4-68-16,0-2 36 0,0 6-63 0,0-8-105 15,4 3-76-15,5-3-96 16,-5-7-73-16,4-2-147 0,-1-7-328 16,2-3-100-16,3 0-164 0,-1 0-1020 0,2-6-2384 15,6-4-4529 1</inkml:trace>
  <inkml:trace contextRef="#ctx0" brushRef="#br0" timeOffset="23375.732">22021 1317 6624 0,'0'0'5721'0,"0"0"-3809"0,0 0-752 16,0 0-136-16,0 0 380 0,88 67-244 16,-68-38-20-16,-1-1-336 0,1 4-208 15,0 3-207-15,-4-4-85 0,1 1-112 16,-2-1-80-16,-7 5-100 0,4-1-8 15,-8-3 4-15,-4 0-8 0,0 0-8 16,-13-1-188-16,-2 1-168 0,-5-1-73 16,-8-5-75-16,5-4-96 0,-9-3-88 15,4-3-116-15,0-10-360 0,0-2-1292 16,0-4-3013-16,8 0-2891 0,-8-7 7600 0</inkml:trace>
  <inkml:trace contextRef="#ctx0" brushRef="#br0" timeOffset="23849.764">23153 1133 11177 0,'0'0'2216'0,"0"0"-1012"15,0 0 172-15,0 0 248 16,0 0-108-16,0 0-424 0,0 0-508 0,0 0-360 15,0 0-224-15,0 0-56 0,-88 76 56 16,60-41 12-16,0 0 60 0,0 0-8 16,0 3 8-16,0 0-12 0,5 0 0 0,-1 4 0 15,7-7 40-15,2-7 56 0,2 1-32 16,9-10-124-16,0 0-4 0,4-3-84 16,0 3 8-16,8-3 80 0,5 0 148 15,6 0 57-15,1-1 3 0,4 1-16 16,1 0-108-16,3-7-20 0,-1 1-24 15,4-3-40-15,2-5-88 0,-1-2-336 0,8 0-157 16,-1-6-311-16,1-2-256 0,4-9-740 16,-12 7-2880-16,7-12-4805 15</inkml:trace>
  <inkml:trace contextRef="#ctx0" brushRef="#br0" timeOffset="24308.313">23810 1130 8764 0,'0'0'4237'0,"0"0"-2333"16,0 0-1324-16,0 0-28 0,0 0 1160 0,0 0 12 15,0 0-452-15,0 0-420 0,0 0-511 16,0 0-293-16,-44-22-48 15,20 38 0-15,-4 12 12 0,0 8 40 0,0 8 32 16,-4 10 72-16,4 4 76 0,0 7-28 16,0 2 100-16,1 1 120 0,7-3-148 0,0-4-156 15,8-7-24-15,8-13 28 16,4-10-16-16,0-11-96 0,12-8-12 16,4-5-4-16,4-7-68 0,8 0 68 15,0-14-44-15,7-5-76 0,1-2-92 16,-4-8-36-16,5-3 8 0,-6 1 52 0,-3 2 60 15,-5 1-16-15,-2 3 16 0,-6 2 72 16,-6 8 56-16,-5-2 4 0,-4 4 84 16,-4 1-84-16,-9-1-80 0,-2 1-16 0,-5 2 88 15,0 4 4-15,0 3-72 0,0-1-92 16,1 4-64-16,-6 7 39 16,5-1 21-16,1 7-44 0,2-4 44 0,2 1-24 15,2 3-96-15,2-4-304 0,2 3-704 16,1 1-1220-16,1-3-2808 0,3 0-3849 15,4-5 9061-15</inkml:trace>
  <inkml:trace contextRef="#ctx0" brushRef="#br0" timeOffset="24597.945">24193 1308 12465 0,'0'0'5312'0,"0"0"-4892"16,0 0-284-16,0 0 212 0,0 0 632 15,-56 73-124-15,43-33-320 0,2 6-48 0,-1 4-27 16,7 4-37-16,-3 3-12 0,5 0 96 16,3-3-24-16,0-5-300 0,16-9-40 15,7-8 180-15,1-9-288 0,4-4-36 16,4-7-180-16,-4-5 12 0,4-4-256 15,0-3-132-15,-4-7-96 0,0-8-173 16,-4-7-395-16,-5-4-1432 0,-6 7-3200 0,-2-14-4249 16</inkml:trace>
  <inkml:trace contextRef="#ctx0" brushRef="#br0" timeOffset="24883.402">24408 1352 796 0,'0'0'12573'15,"0"0"-10837"-15,0 0-1132 0,0 0 648 16,0 0 360-16,0 0-360 0,0 0-456 0,92 67-200 16,-77-51-208-16,1-3-156 0,-4 2-39 15,0 1-21-15,-9 0-52 16,2 6-108-16,-5 5 36 0,-5 0-48 0,-6 4-36 0,-1 2-132 16,-4 2-52-16,0-7 63 15,4-2 89-15,4-11 68 0,4-2 48 16,0-9 49-16,4-4 35 0,0 0 40 0,0-7 108 15,8-5-136-15,4-8-48 0,0-5-24 16,4-7-72-16,4-2 0 16,0-1-48-16,3-1-24 0,-2 1-60 0,-1 4-280 15,-1 3-317-15,-2 2-211 0,-2 4-212 0,1 3-760 16,-8 6-2740 0,0-3-3765-16</inkml:trace>
  <inkml:trace contextRef="#ctx0" brushRef="#br0" timeOffset="25148.279">24885 1279 4712 0,'0'0'10097'16,"0"0"-8457"-16,0 0-968 15,0 0 504-15,0 0 384 0,0 0-412 0,88 79-440 16,-72-60-319-16,0 6-197 0,-4 1-120 15,4 3 76-15,-4 0 44 0,0-1-148 16,-4 2-44-16,-4-3-48 0,-4 2-84 0,0-1-88 16,-4-2-168-16,-9-1-377 15,-2-6-27-15,-5 0 108 0,0-6-104 16,0 1-472-16,0-6-812 0,-3-4-1772 0,2-4-2189 16,5 0 437-16</inkml:trace>
  <inkml:trace contextRef="#ctx0" brushRef="#br0" timeOffset="26031.557">25320 832 4244 0,'0'0'7325'0,"0"0"-4961"16,0 0-1088-16,0 0-420 0,0 0 656 15,0 0-180-15,0 0-424 0,0 0-492 0,0 0-124 16,0 0-144-16,59 22 24 16,-31-38-52-16,4-6-120 0,0-4-24 15,0-2-148-15,0-1-20 0,-4 4 8 0,-4 3-12 16,-5 3 60-16,-2 3 4 0,-10 7-64 0,1 5 12 16,-8 4-12-16,0 0 12 15,0 4 12-15,0 8 172 0,0 7 12 16,0 3 60-16,0 7 16 0,-4 9-40 0,0 2 24 15,-7 9 28-15,3 1-92 16,-8 7-8-16,4 4-60 0,-8 6-40 16,4-4-60-16,0 1 148 0,4-7 12 0,4-13 136 15,4-9 208-15,4-13-240 16,0-5-104-16,0-9 0 0,4-4 0 0,1-4 0 16,2 0-84-16,1-4-88 0,4-4 60 15,0-6 28-15,4-2 20 0,-4-3 52 0,0 4-36 16,-1-1 48-16,-2 6 12 0,-5 4-12 15,0 0-108-15,-1 6 20 0,1 0 88 16,-4 6 172-16,4 4 160 0,-4 2-24 16,4 7-128-16,5 3-44 0,-5 4 72 15,3 2 24-15,1 1-84 0,5 6 8 16,-2 3 88-16,-3 0-24 16,4 4 304-16,0-1-147 0,1 0-89 0,-2 3-116 15,6 1-28-15,2-5 184 0,5 2 604 16,0-3-656-16,-1-5-204 0,1 1-72 15,-3-6 0-15,-6-1-96 0,-2-5-244 0,-2-4-80 16,-7 0-88-16,-4-4-28 0,0 2-44 16,-8-5-101-16,-7 1 9 0,-2-1 148 15,-7 1 96-15,0 0-28 0,-8-1-172 16,-3 2-720-16,-5 2-636 0,-8-4-532 16,-3 7-1713-16,10-9-2043 0,-34 9 6104 15</inkml:trace>
  <inkml:trace contextRef="#ctx0" brushRef="#br0" timeOffset="29452.005">21785 1565 1368 0,'0'0'300'16,"0"0"-12"-16,0 0 196 0,0 0 4484 0,0 0-3216 15,0 0-508-15,0 0-227 16,0 0 11-16,0 0-172 0,0 0-172 0,-32-63-112 16,29 56-232-16,-1 1 0 0,4 3-24 15,-4-4-52-15,0 4 192 0,4 0-32 16,-4-3-52-16,4 2-84 0,-4-2 8 0,-1 0-8 15,2 6-4-15,-1-3 12 0,0-1-40 16,0 1-20-16,0 0-16 0,-3 0-48 16,2 0-36-16,1 3-76 0,0-4 0 15,0 4-8-15,0 0-52 0,-3 0 0 0,3 0-64 16,-1 0-56-16,-7 0-64 16,5 7-88-16,-10-1 16 0,6 4 44 15,-6 0-60-15,2 2 76 0,2 1-76 0,-2-1-188 16,-2 4-136-16,6 0-484 0,-1 3-1084 15,-4 1-2713-15,8-5-2283 16,-5 8 6664-16</inkml:trace>
  <inkml:trace contextRef="#ctx0" brushRef="#br0" timeOffset="33435.497">4354 4457 5564 0,'0'0'7541'0,"0"0"-6409"0,0 0-804 16,0 0 140-16,-79 27 360 0,47-13 4 15,0 2-12-15,0 6 24 0,-3 1-352 0,-2 2-148 16,-3 1-64-16,5 2-72 15,-1 1-96-15,0 2-16 0,0 2-44 0,0 2 8 16,4 2-56-16,4 5 4 0,5-1 36 16,3 1-44-16,3-2-120 0,10-1 68 0,3-4-56 15,4-10 36-15,0-3-4 0,11-6-8 16,2-7 84-16,2 1-4 16,6-6-4-16,-1-4 8 0,3 0 0 0,1-11 120 15,-4-1-32-15,4-4-88 0,0-3-48 16,-8 0-100-16,3-3 12 0,-6 3 0 15,-2-3 16-15,-2 2-52 0,-5 1 0 0,-4 4-64 16,0 5 124-16,0 0 112 16,-4 5 156-16,-8-1 4 0,0 1-148 15,-4 3 100-15,0-2-104 0,-4 4-8 0,4 0-12 16,-4 0-88-16,4 0-72 16,0 6-112-16,9-1-60 0,-6 1-40 15,9-1-76-15,0 2-300 0,4 3-476 0,0-1-548 16,0 0-588-16,4 1-1785 0,0-3-1883 0,9-7 5388 15</inkml:trace>
  <inkml:trace contextRef="#ctx0" brushRef="#br0" timeOffset="33749.044">4474 4298 5884 0,'0'0'6821'16,"0"0"-5281"-16,0 0-868 0,0 0 120 0,0 0 512 16,0 0-300-16,0 0-360 0,0 0-240 15,0 0-332-15,0 0-20 0,12 63 156 16,-8-21 356-16,4 6-28 0,-1 12-168 16,2 7-112-16,-1 3-160 0,3 10-48 15,-7 5-36-15,5 7 36 0,-1 4 40 16,-4 1-88-16,-1 2-80 0,1-12 20 15,0-10-36-15,1-9-28 0,3-11-44 16,-1-12 44-16,-3-10-84 0,4-7-204 0,-3-12-56 16,3-3-96-16,-5-7-100 0,1-6-188 15,0 0-520-15,0-6-684 16,0-7-1156-16,-4 1-3025 0,0-14 1625 0</inkml:trace>
  <inkml:trace contextRef="#ctx0" brushRef="#br0" timeOffset="34332.177">4976 5185 2812 0,'0'0'9445'0,"0"0"-8081"0,0 0-880 16,0 0 148-16,0 0 100 15,0 0 64-15,0 0-24 0,-48 82-100 0,44-46-252 0,4 4-200 16,0 8 28-16,0 6 48 15,4-1 48-15,0 5 196 0,4-1-40 16,-4 0-220-16,8-5-180 0,-4-8-44 0,4-6-56 16,0-10-4-16,3-6 0 15,2-9-4-15,-1-3-40 0,7-7 36 16,-2-3-36-16,3-7-16 0,4-9 60 16,4-6-140-16,-5-3-4 0,5-10-108 15,-5-4-40-15,1-5 4 0,0 0 20 16,-4-4 112-16,1-2 52 0,-5-4-88 0,-9 0 48 15,1 0-124-15,-8 2 48 0,-4 2 12 16,-4 2 152-16,-8 7 60 0,-4 5 128 16,1 11 144-16,-2 6 160 0,6 7-52 15,-6 10 112-15,6 2-136 0,-5 2-124 16,0 14-96-16,-5 6-128 0,2 10-4 16,-5 6 116-16,4 6 76 0,1 4-36 0,-2 0-160 15,1 2-36-15,5-2-76 0,-2-1-328 16,2-5-440-16,2-4-144 0,5-9-452 15,5-10-892-15,-1-10-364 0,4-5-513 16,0-4-2207-16,0-7 2724 0</inkml:trace>
  <inkml:trace contextRef="#ctx0" brushRef="#br0" timeOffset="34493.968">5143 5477 1696 0,'0'0'7092'0,"0"0"-4635"0,0 0-1121 15,0 0-368-15,4 84 328 0,-8-54 152 16,-3 2-240-16,-6-4-168 0,5 5-352 15,-3-6-344-15,2-2-216 0,1 2-128 16,1-9-124-16,-1-2-280 0,4-3-484 16,-1-1-228-16,5-5-624 0,0-7-1244 0,0 0-1989 15,9-13-499-15,-5 4 4208 0,7-13 529 16</inkml:trace>
  <inkml:trace contextRef="#ctx0" brushRef="#br0" timeOffset="34633.53">5227 5648 3056 0,'0'0'184'0,"0"0"7529"16,0 0-5889-16,0 0-336 0,96 3 112 15,-72 0-296-15,-5 4-288 0,5 2-28 0,-7 1-84 16,2-1-232-16,-3 5-244 0,0-6-208 16,0-2-148-16,3 1-72 15,-2 0-280-15,-2-4-356 0,6-3-168 0,-1 0-92 16,-1 0-340-16,-2-3-1168 0,-2-13-4025 16</inkml:trace>
  <inkml:trace contextRef="#ctx0" brushRef="#br0" timeOffset="34824.957">5924 5086 15485 0,'0'0'3960'0,"0"0"-3712"16,0 0 116-16,0 0 200 0,0 0-116 0,91-7-8 15,-74 1-3-15,2 3-217 0,5-6-220 16,-3 2-96-16,-1-2-393 0,-5 2-351 15,2 1-224-15,-10 6-472 0,1 0-1288 16,-8 3-2621-16,-4 16-2279 0</inkml:trace>
  <inkml:trace contextRef="#ctx0" brushRef="#br0" timeOffset="34982.536">5905 5407 11277 0,'0'0'4176'0,"0"0"-3900"0,0 0 24 16,0 0 828-16,0 0 236 0,0 0-136 15,0 0-128-15,79 0-444 0,-55-13-340 0,4 0-195 16,-4-2-121-16,4-1-169 0,-9 2-599 16,5 2-160-16,-3-1-396 0,-6 7-1724 15,5-1-5865-15</inkml:trace>
  <inkml:trace contextRef="#ctx0" brushRef="#br0" timeOffset="35835.825">6889 4721 768 0,'0'0'7992'16,"0"0"-6144"-16,0 0-843 0,0 0-313 0,0 0 168 15,0 0 220-15,0 0-308 0,0 0-268 16,0 0-256-16,0 0-184 16,0 0-64-16,4-12 0 0,-4 12 0 0,0 0-88 15,0 0 0-15,0 0 76 0,0 0 12 16,0 0 4-16,0 0 72 0,0 0 36 0,3 0 16 16,-3 0 32-16,0 0 20 0,0 0 72 15,0 0 120-15,0 0 124 16,0 0-148-16,0 0-100 0,0 0-100 0,0 2-48 15,0-2-28-15,0 3 28 0,0-3 0 16,0 0-16-16,0 0-76 0,0 0 44 16,0 0-4-16,0 3 0 0,0 4 4 15,4 3 80-15,4 3 28 0,-4 6-36 16,5 3 36-16,-2 6 48 0,1 4-12 0,0 6-48 16,-3-3-88-16,-2 3-52 0,1-3-8 15,0-6-52-15,0-7 40 0,0-3-124 16,0-10-108-16,1-3-296 0,-5-6-272 15,0 0-132-15,3-6-396 0,-3-6-1224 16,0-4-3289-16</inkml:trace>
  <inkml:trace contextRef="#ctx0" brushRef="#br0" timeOffset="35993.369">6784 4470 5592 0,'0'0'8301'0,"0"0"-6621"0,0 0-884 15,0 0 236-15,0 0 156 0,0 0-500 16,0 0-624-16,0 0-64 0,0 0-88 16,0 0-48-16,96 22-96 0,-68-9-384 0,4-1-500 15,0 5-640-15,-8-4-2977 16,11 6-5127-16</inkml:trace>
  <inkml:trace contextRef="#ctx0" brushRef="#br0" timeOffset="36452.418">7379 4664 6292 0,'0'0'6989'0,"0"0"-5577"16,0 0-832-16,0 0 224 0,-84 67 420 15,56-39-168-15,8 10-112 0,0 3-160 16,4 5-148-16,8 1-232 0,4-6-4 16,4-3 13-16,0-6-145 0,12-7-220 0,-4-6-44 15,8-7 4-15,-1-5 40 0,2-3-48 16,3-4 0-16,3-6-180 0,-2-11-52 15,3-8-73-15,-5-7-131 0,-3-3-76 16,5-3-88-16,-6-7-36 0,2 4-4 16,-2-3 24-16,1-7-88 0,-4 0 104 15,-4 0-100-15,-5-6 172 0,-3 0 348 0,0 0 180 16,0-3 164-16,-11 0 184 0,-1-1-16 16,-4 4 80-16,1 6 0 15,2 6 72-15,1 7 60 0,9 10-36 0,-1 10 104 0,-1 4 64 16,1 8-68-16,4 2-68 15,0 4-200-15,0 0-88 0,0 0-55 0,0 0-113 16,0 7-84-16,0-1-145 0,4 10 145 16,1 7 24-16,2 7 185 15,1 12-41-15,0 9-48 0,1 9-36 0,-2 6 4 16,1 11-88-16,-4 6-4 0,0-1 4 16,1 1-76-16,-2-3 16 15,1-4-60-15,0-13-136 0,4-7-133 0,-1-10-35 16,-2-8-64-16,7-13-112 0,-4-6-156 15,8-10-416-15,-1-4-1108 16,2-5-2140-16,-2-7-3121 0</inkml:trace>
  <inkml:trace contextRef="#ctx0" brushRef="#br0" timeOffset="36916.905">7960 4909 7672 0,'0'0'8369'0,"0"0"-6981"15,0 0-668-15,0 0 608 0,-48 76-20 16,32-45-332-16,1 4-139 0,2 3-101 16,1 4-300-16,5 5-192 0,3-2 32 15,4 5-48-15,0-2-72 0,0-3-32 0,11-4-40 16,1-6-84-16,4-10 4 16,1-3-8-16,2-6 4 0,1-6-8 15,5-8-4-15,-2-2-136 0,1-6 16 0,0-9-36 16,0-8-108-16,-1-5-100 15,1-4-36-15,0-6 52 0,-3-3 56 0,2-4 60 16,1 1 28-16,-4-4-64 0,1-2-1 16,-6-8 41-16,-3 1 104 15,0-3-44-15,-8-1-28 0,0 1 36 16,-4 3 112-16,-4 3 60 0,-8 6 60 16,4 7 100-16,-4 13 132 0,-4 8 12 0,8 8 24 0,-4 5 133 15,5 7-145-15,-6 4-268 0,-2 9-48 16,-2 9-44-16,2 6 44 0,-2 7 108 15,-3 7 88-15,5 2-4 0,-2 4 0 16,-2 5-72-16,-1 2-104 0,-1 5-16 16,-2-3-68-16,3 1-256 0,0-5-220 15,1-8-76-15,6-11-25 0,1-5 1 16,5-7-264-16,3-10-208 0,-1-5-272 16,5-7-480-16,0 0-492 0,0-9-1897 15,0-8 193-15,5-5 172 0,-1 7 3828 0,11-17-248 16</inkml:trace>
  <inkml:trace contextRef="#ctx0" brushRef="#br0" timeOffset="37090.425">8040 5020 1240 0,'0'0'1748'0,"0"0"4744"0,0 0-3655 16,0 0-1117-16,0 0-392 0,0 0 52 15,16 85-124-15,-16-56-244 16,-5 3-128-16,-2 3-104 0,-1-1-256 0,4-2-184 16,-4 4-60-16,0-3-75 0,0 3-113 15,-4-5-92-15,4 1-112 0,0-6-265 0,0-3-183 16,4-9-60-16,1-3-52 0,-2-5-164 15,5-6-572-15,0 0-1108 16,0-10-2577-16,5-6-1975 0,-2 4 4213 0</inkml:trace>
  <inkml:trace contextRef="#ctx0" brushRef="#br0" timeOffset="37249.674">8139 5336 3192 0,'0'0'6808'0,"0"0"-4091"0,0 0-1289 0,0 0-344 15,80 11 264-15,-59-2-156 16,6 3 312-16,-3 1 232 0,4 3-871 0,-4 0-513 15,4-3-48-15,-4-1-172 0,-1 4-120 16,5-3-12-16,0 4-72 0,-4-3-160 16,4 3-264-16,-4-1-333 0,-1 0-231 0,-2 3-204 15,3-4-1168-15,-13-2-2961 0,2 6-5031 16</inkml:trace>
  <inkml:trace contextRef="#ctx0" brushRef="#br0" timeOffset="39595.356">14471 4245 10256 0,'0'0'4081'0,"0"0"-3157"15,0 0-236-15,0 0-168 0,0 0 684 0,0 0-176 16,0 0-256-16,0 0-148 0,0 0-292 16,0 0 228-16,47 39 305 0,9-39-381 15,0 0-216-15,4 0-148 0,-4-5-72 16,-9 3-48-16,1-5-4 0,-4 1-104 15,-4-1 0-15,-4 1-16 0,-4 0-176 16,-8-1-273-16,-5 4-219 0,-6 0-256 16,-10 3-676-16,1 0-1428 0,-8 6-2793 0</inkml:trace>
  <inkml:trace contextRef="#ctx0" brushRef="#br0" timeOffset="39784.553">14641 4534 680 0,'0'0'9184'0,"0"0"-6147"0,0 0-1729 0,0 0-320 0,0 0 708 15,97 2-232-15,-58-7-468 0,5-2-360 0,8-6-292 16,0 0-248-16,3 1-96 0,1-4-160 16,0 3-84-16,0 1-504 0,0-4-420 15,-5 3-788-15,-10 0-1860 0,14-2-2725 0</inkml:trace>
  <inkml:trace contextRef="#ctx0" brushRef="#br0" timeOffset="65582.285">16813 3505 9804 0,'0'0'1573'0,"0"0"-685"0,0 0-736 16,-16-76 208-16,16 60 392 0,-4-1 36 0,0 9 800 0,4-3-336 15,-4 9-680-15,4-2-324 0,-3 2 60 16,-1 2 88-16,4 0 96 0,-4 0-124 0,-5 2-136 16,1 2-124-16,1 9-44 0,-6-1-16 15,2 11-48-15,-1 5-36 0,-1 10-12 16,2 7-16-16,-1 9 60 0,0 6-92 15,-4 6-40-15,4 4 16 0,0 6 32 16,4 4-48-16,-4-10 64 0,4-1 68 0,4-14 4 16,0-7 48-16,4-14-48 15,0-8-44-15,0-8-80 16,0-5-12-16,0-7-36 0,4-1-48 0,0-3 8 16,4-2-8-16,0 0 96 0,4 0 112 0,0 0-52 15,4-2 64-15,0 2-4 0,-4 0-156 16,4 5 84-16,0 8 76 0,-1 2 124 15,2 8-36-15,-2 3 112 0,2 4-52 16,-6 3-40-16,2 2 92 0,-2-1-116 16,1 4 52-16,0 4-72 0,-4-1 80 15,4 4-144-15,-4 2 16 0,-4-2-4 0,4 0 92 16,-4-1-100-16,0-10-8 0,0 1-4 16,0-9-52-16,0-7-16 15,0-6-44-15,0-4-200 0,0-5-212 0,0-4-212 0,3-4-28 16,2-9-136-16,3-8-356 15,-5-5-864-15,2 8-2409 0,7-18-2335 16</inkml:trace>
  <inkml:trace contextRef="#ctx0" brushRef="#br0" timeOffset="65998.348">17598 4153 13449 0,'0'0'2440'16,"0"0"-1424"-16,0 0-284 0,0 0 516 0,-87-13-48 16,71 13-392-16,0 9-152 15,4 8-279-15,0 1-205 0,3 11-16 0,2 6 12 16,-1 6-68-16,0 6 20 0,8-1-60 16,-4-2-60-16,4-6-48 15,0-6-24-15,4-7 12 16,4-10 12-16,-4-4-88 0,3-5-20 0,2-3-28 0,-1-3 3 0,3-7 73 15,2-6 8-15,2-6-68 0,-2-2-28 16,2-5-12-16,-3-2-12 16,4-4 28-16,-4 4 20 0,1-1 64 0,-6 4-16 15,5 2 120-15,-4 4 0 0,0 6-44 16,-4 4-40-16,4 5 76 16,0 4 12-16,0 4 284 0,4 9 56 0,-5 5-36 15,6 4-72-15,-1 7-112 0,0 0 64 16,0 6-28-16,-1 0 5 0,6-3-149 15,-2 0-12-15,2-5-12 0,3-7-173 16,-5-8-567-16,2-5-116 0,2-7 208 16,1 0 132-16,0-9-460 0,0-4-1388 0,0-6-684 15,4-4-1929-15,-8 4 2193 0,4-16-1664 16</inkml:trace>
  <inkml:trace contextRef="#ctx0" brushRef="#br0" timeOffset="66214.004">18160 4045 10588 0,'0'0'2581'15,"0"0"-1285"-15,0 0-324 0,0 0 496 16,0 0 20-16,-8 76-236 0,0-41-260 16,4 3-276-16,0 0-312 15,0 0-111-15,4-3-5 0,0 0-92 16,12 0-52-16,-4-3-84 0,4-7-36 0,4-3-24 0,-4-3-120 16,4-6-48-16,4-3-28 15,-5-8-156-15,2-2 107 0,-6 0-71 0,2-2-328 16,-5-8 20-16,-1 1 28 0,1-1-352 15,-8-3-624-15,0 1 176 0,0-1-1556 16,-4 3-3781-16,-11-2 1197 0</inkml:trace>
  <inkml:trace contextRef="#ctx0" brushRef="#br0" timeOffset="66365.284">18080 4342 4212 0,'0'0'8609'15,"0"0"-6965"-15,0 0-1228 0,0 0 152 0,0 0 700 16,84 49-48-16,-60-44-260 0,3-5-308 0,6-2-384 15,3-8-120-15,0-8-148 16,3-2-84-16,1-5-452 0,0-1-252 16,4-2-116-16,-5-1-544 0,6 1-696 0,-14 6-3585 15,17-17-1899-15</inkml:trace>
  <inkml:trace contextRef="#ctx0" brushRef="#br0" timeOffset="66836.062">19044 3594 11569 0,'0'0'2656'0,"0"0"-1484"16,0 0-920-16,0 0 680 0,0 0 868 15,-79 83-436-15,63-55-364 0,4 1-172 0,-1 2-439 16,6 5-133-16,3 5 12 0,-4 6-64 16,0 4 4-16,4 10-100 0,0-2-36 15,0 2 48-15,4 0-108 0,4-1-4 16,4-7-4-16,12-2 4 0,0-3-8 15,4-10-256-15,-1-6 96 0,-2-12 160 0,-1-8-108 16,4-10-84-16,-5-2-40 16,2-6 52-16,3-7-4 0,3-9-73 0,-3-3-95 15,0-11-96-15,4-1-116 0,-4-11-20 16,-5 1-104-16,5-7-152 0,-3 0-236 16,-2-4 84-16,-3-2-392 15,-8-7 448-15,0 1-288 0,-3-1 160 0,-5 4 568 16,0 2 496-16,-9 7 168 0,1 7-80 15,-3 11 620-15,2 8 264 0,-3 13 124 16,1 4-120-16,2 11 52 0,-2 0 4 0,-1 11-264 16,-1 4-152-16,2 7 12 15,-6 10 268-15,2 3-224 0,-1 9-124 0,-4 8-76 16,0 5-31-16,0 0-77 0,-8 7-100 0,5-5-92 16,-5 2-172-1,4-7-64-15,-1-6-200 0,1-7-280 0,9-6-177 16,-2-10-155-16,10-9-200 0,3-10-228 15,4-6-152-15,0-3-404 0,0-13-780 16,0 1-2001-16,11-17-1167 0</inkml:trace>
  <inkml:trace contextRef="#ctx0" brushRef="#br0" timeOffset="67113.525">19092 3930 9824 0,'0'0'2985'0,"0"0"-1317"0,0 0-408 0,12 64 304 0,-12-32-188 15,-4 2-188-15,-4 4-220 0,1 4-324 16,-6 0-171-16,2-5-133 15,-1 4-72-15,-1-3-196 0,-2-2-72 0,2-4-144 16,2-4-320-16,-2-9-253 0,6-3-63 16,3-7-76-16,4-5 36 0,0-4 4 15,0-7-100-15,0-5-188 0,4-8-52 16,3 1-140 0,2-4 428-16,3 4 308 0,4 5 560 0,-1-3 376 0,6 8 324 15,-2 2 192-15,5 4-84 0,0 3 24 0,0 0-24 16,4 0-36-16,0 6-80 0,4-2-76 15,4 3-148-15,0-2 316 0,-5-2 0 16,5 1-784-16,-4-4-440 0,0-7-172 16,7 2-260-16,2-9-188 0,-5 3-868 15,-5 0-1216-15,5-5-3997 0</inkml:trace>
  <inkml:trace contextRef="#ctx0" brushRef="#br0" timeOffset="67415.906">19961 3133 13665 0,'0'0'2160'15,"0"0"-1656"-15,0 0 20 0,0 0 1128 16,16 83-96-16,-8-45-420 0,0 10-103 15,8 6-209-15,-4 6-328 0,4 3-88 16,-1 10-80-16,2 7-4 16,-2 9-68-16,2 6-148 0,2 6 0 0,-3 1-36 15,4 0-32-15,0-4-40 0,0-6-204 16,-1-7-88-16,2-4-140 0,3-11-76 0,0-7-48 16,-1-9-24-16,-3-7-112 15,1-5-209-15,2-7-467 0,1-10-1048 0,0-6-1720 16,-4-9-1177-16,8-7-1695 0</inkml:trace>
  <inkml:trace contextRef="#ctx0" brushRef="#br0" timeOffset="68498.077">21873 3470 9168 0,'0'0'1744'16,"0"0"-583"-16,0 0-649 0,0 0 596 15,0 0 312-15,0 0-84 0,0 0-392 16,0 0-384-16,0 0-168 0,0 0 4 16,-83-57 108-1,67 67 120-15,-1 2-244 0,-2 10-148 16,-1 7-84-16,1 8 8 0,-2 8-56 0,5 10 32 0,0 1-32 16,4 5-28-16,0 0 12 0,8-5-48 0,1-4-36 15,3-8-4-15,3-9-4 0,5-10 8 16,0-6 56-16,4-6-56 15,0-7-48-15,4-3-36 0,0-3 72 0,4-6 0 16,0-7-60-16,0-9-28 0,4-3-168 16,-4-4-84-16,-1-6-100 0,2 0-76 15,-1-3 24-15,-5 3 0 0,2 3 84 0,-6 0 112 16,-3 3 20-16,-4 1-8 16,-4 0-4-16,0 2 88 15,0 1 112-15,0 3 100 0,-4 3 12 16,0 0 188-16,-4 5 0 0,5 2-88 0,3 3 36 0,-4 2-24 15,4 2 88-15,0-2-52 0,0 7 64 0,0 0 12 16,0 0-28-16,0 0-8 16,0 7-40-16,0 1 12 0,4 9-24 15,3 1 12-15,-3 7 24 0,9 8 96 0,-6-2-48 16,5 7-60-16,4 0-60 0,0 8-4 16,0-6 112-16,0 2-172 15,4-1-36-15,-5-3 52 0,2-3-64 0,-2-6 8 16,2-1 40-16,3-6-48 0,-5-6-4 15,2-6-44-15,6-1-40 0,1-9-32 16,0 0-160-16,0-6-248 0,4-10-284 16,0 0-284-16,-5-6-468 0,-2 0-1140 15,-5 6-2705-15,-1-10-2594 0</inkml:trace>
  <inkml:trace contextRef="#ctx0" brushRef="#br0" timeOffset="69214.259">23547 3229 9168 0,'0'0'2197'0,"0"0"-1081"0,0 0-820 16,0 0 468-16,0 0 744 0,0 0-108 15,0 0-332-15,0 0-608 0,0 0-336 0,0 0-112 16,-72 44 112-16,44-22 48 0,-4 4-60 16,0 2-40-16,-4 5-60 15,5-5 88-15,-5 7-52 0,4-4-44 0,4-2 0 16,-4 0 60-16,8 0-56 0,0-8 88 15,5-2-20-15,6 1-4 0,2-5 64 16,3-5 0-16,4-1-16 0,4 1 4 16,0-4-76-16,0 0 28 0,0 1-4 0,8 2 12 15,3 1 28-15,6 6-16 16,2-3 40-16,5 2 108 0,4 1 256 16,0 1-280-16,0-5-160 0,-4 1-60 15,4-1 0-15,-5-2-4 0,1-4-68 16,1 1-268-16,-5-1-188 0,-1-3-32 0,1-3 56 15,5 3-160-15,-6-3-128 0,5 0-312 16,4-6-620-16,-8 3-1332 0,12-10-3261 16</inkml:trace>
  <inkml:trace contextRef="#ctx0" brushRef="#br0" timeOffset="70832.883">24124 3123 6776 0,'0'0'2932'0,"0"0"-1599"16,0 0-1153-16,0 0 256 0,0 0 552 15,0 0 388-15,0 0-164 0,69 68-480 16,-42-33-204-16,-3 3-192 16,0 3-60-16,0 6-28 0,-5-3 12 0,-2 5-100 15,-2-5-36-15,-2 1 112 0,-2-2-28 0,2-4 28 16,-5-7-76-16,-5-3-60 0,1-8 60 16,0-5-64-16,0-3-84 0,-4-6 64 15,5-4-64-15,-5 0-8 0,0-3 44 16,0 0 88-16,0-3-136 0,0-7-60 15,0-3-52-15,-5-3 0 0,5-5-32 16,-4-2 140-16,4-5 4 0,0-2 0 16,0-3 136-16,-4-3-76 0,4-2-56 0,-4-3 4 15,4 3-4-15,-3-1 8 16,3 5-12-16,0 2-100 0,0 6 96 0,7 7-52 16,6 4 4-16,-2-1-68 0,10 6-4 15,-2-2 24-15,5 5 28 16,4 1-112-16,0 3-4 0,0 0-332 0,0 3 24 15,0 0-188-15,-1 3-336 0,-3 2-664 16,-4-1-1365-16,0 3-3087 0</inkml:trace>
  <inkml:trace contextRef="#ctx0" brushRef="#br0" timeOffset="71565.383">25076 2949 572 0,'0'0'12549'0,"0"0"-10609"16,0 0-1624-16,0 0-128 0,0 0 844 0,0 0 76 31,0 0-404-31,0 0-284 0,0 0-288 0,81-38-116 15,-66 22-12-15,1 0-4 16,0-3-104-16,0 0-280 0,0-3-32 0,0-1 104 0,0 2 76 0,0 2 0 16,-4 0 64-16,0 6 108 0,0 3-8 15,-5 4 20-15,-2 0 52 0,-5 6 76 0,0 0 84 16,0 9 200-16,0 7 24 0,-5 6-100 16,-2 6-48-16,-5 11-40 0,0 8-8 15,0 4-28-15,-4 6 60 16,4 4 60-16,-3-1-132 0,-2 0-36 15,2-2 48-15,2-8 60 0,5-8-40 16,1-10 4-16,7-7-24 0,0-9-64 0,0-3-44 0,0-7-52 16,4-6-72-16,3 0-8 15,1-6 80-15,1 0 48 0,2-11 0 0,1 1-48 16,4-6-144-16,-4 0 56 0,4-4 28 0,-8 4-48 16,4 3 20-1,-4 4 76-15,0 2-48 0,-4 6-28 0,0 4 28 0,0 3 60 16,-1 3 60-16,-3 7 112 0,5 3 24 15,-5 6-84-15,4 3-4 16,-4 3-48-16,4 4-56 16,-4-1 56-16,4 5-8 0,0-5-48 15,-1 3-4-15,1 4 4 0,0 1 92 16,-4 1-12-16,5 2-8 0,-1-1-16 0,-4 0-48 0,0-4 84 16,0 5-48-16,0-1 40 0,0-3-16 15,0 0-72-15,0-3 4 0,0 3 0 16,0-7-4-1,-4 3 0-15,-1-6 0 0,5-2 0 0,-4-4 0 16,0-3-8-16,1-3 0 0,-5-1-52 0,4-2-4 0,0-1 60 16,-1-2-68-16,-2 0 24 15,-1-5 0 1,0 1-12-16,0 1-40 0,-4-1-56 0,0-3-16 0,0 0-36 16,-4 0-96-16,0 0-52 0,-3-3-48 0,-5-4-100 0,-1-5-172 0,1-1-32 15,-4 1-136-15,0-1-464 16,0 0-312-16,1 0-500 0,7 7-697 15,-12-3-2327-15</inkml:trace>
  <inkml:trace contextRef="#ctx0" brushRef="#br1" timeOffset="-30589.809">665 6604 5156 0,'0'0'5676'15,"0"0"-4891"-15,0 0-361 0,0 0-216 16,0 0 596-16,0 0 480 0,0 0-524 0,0 0-296 16,0 0-112-16,92 9-8 15,-69-5-108-15,1-4 140 0,4 0 32 0,0 2-184 16,4-2 100-16,0 0-228 0,0 0-44 15,7 0 28-15,2 0-76 0,2 3 4 16,-3-3 92-16,4 0-100 0,0 0-72 16,4 0 68-16,-5-3-4 0,5 1-68 15,0-2 64-15,0 1 8 0,-1 0-4 0,5 3 0 16,0-3 0-16,0 3 4 0,4 0 8 16,0-4 124-16,3 4-128 0,5 0-12 15,-4 0 8-15,4-3 4 0,-1 0 0 16,5 0 4-16,0 0 8 0,0-4 24 15,-1 4-36-15,1 0-12 0,-1 0 4 0,-3 0-4 16,5 0-112-16,-6 3 124 16,1-3 0-16,0 3 4 0,-1 0 32 15,1 0-32-15,0 0-4 0,-1 0 124 0,5-4-100 16,-1 4-24-16,2-3 0 0,2 0 24 16,-3 0 28-16,8 0-92 15,-4-1 40-15,3-3-4 0,-3 5-20 0,3-4-88 16,2 2 112-16,-2 2-108 0,1-3 104 15,-1 3-60-15,2 2-8 0,-6-4 72 16,4 4 92-16,-2-2-84 0,-2 2 0 0,4-4-8 16,-2 2 8-16,2-2 4 0,-3 1-12 15,0-1 0-15,-1 4 40 0,1-3-36 16,4 3-8-16,-5 0-108 0,2 0-48 16,2 0 156-16,-4 0-96 0,2 0 12 0,-6 3 52 15,4 1 36-15,2-1 12 0,-6 1-12 16,5-2 8-16,-1-2-8 15,2 0 92-15,-2 0-92 0,-4 0 0 0,6 0 72 16,-6 0-68-16,1 0-8 0,-1 0 0 16,-3 0 0-16,5 0 4 0,-6-2 0 15,1 2-76-15,4 0 76 0,-5 0 0 16,1-4-28-16,3 4 24 0,1 0 8 16,1 0 92-16,-2 0-96 15,1 0 4-15,-1 0 76 0,1 4-72 0,0-4-8 16,0 0 0-16,-1 0 0 0,1 2 8 15,-1-2-8-15,6 0-4 16,-6 0 0-16,1-2-92 16,-1-2 92-16,6 1-32 0,-6-1 28 0,5 1 12 0,0 3-12 0,-1-3 4 15,5 3-84-15,-4 0 88 0,7 0 120 16,-3 0-120-16,0 0 4 0,4 3-4 16,-5 0 0-16,5 1-4 0,-5-1-44 15,5 1-64-15,-4-4 112 0,4 0 0 16,-1 0-8-16,1 0 8 0,0 0 0 0,-1 0-64 15,1 0-24-15,4 0 76 0,-1 0-60 16,-3 0 72-16,4 0 0 0,-1 0 100 16,-3 2-96-16,4 2-4 0,-1-2-164 15,-3 2 164-15,4-2-88 0,-1 3 88 16,5-5-8-16,-4 0-4 0,0 0 8 16,3 0 4-16,1 0-12 0,-1-7 12 15,1 1 24-15,0 2-24 0,0-2-60 16,0 3 60-16,2-1 72 0,-6 1-72 0,4 0-4 15,-4 3-40-15,4-2 40 16,-5-2-40-16,4-3 32 0,-3 4-72 16,4 0-4-16,0 0 88 0,-5 0 0 0,5 1-88 15,3-3 80-15,-3 5 8 0,0-2 0 16,0-2 32-16,4 4-32 0,-6-3-4 0,6 3-56 16,0-3 60-16,-1 3 12 0,1-3-12 15,4-1 8-15,4 4 104 16,-1 0-100-16,1-3 56 0,-1 0-60 0,5 0 68 0,-4 3-76 15,-1-4 0-15,5 1-4 16,-1 1-56-16,-3-2 56 0,4 1 8 16,-1 0 4-16,1 0 4 0,0-1 64 0,-1-2-28 15,0 3 0-15,1 0-44 0,0 0 240 16,-1-1-196-16,-3-2-48 16,4 3 0-16,-5-3 8 0,5 3 16 0,-4-1-24 15,-1-2 12-15,5 6-16 0,-1-6 8 16,-3 2 68-16,-1 1 16 0,5-3-88 15,-4 6 12-15,-1-6-12 0,0 2 0 16,2 2 104-16,-6-3-100 0,5 3-4 0,-1-4 100 16,5 0-4-16,0-1-88 0,-1-3 156 15,5 1-160-15,-5-1-4 16,5-3 4-16,-5 1-80 0,1 2 76 0,4-3 0 0,-5 4 0 16,-4-4 48-16,9 7-44 15,-4 0 4-15,0-1 80 0,-1 1-84 16,0 3 120-16,2-3-12 0,2-1-100 0,1 1-12 15,-1-4 0-15,5 4-88 0,-5-6 88 16,5 1 0-16,0-2-44 0,-1 4 44 16,1 0 0-16,-2-1 0 0,6 1 0 15,-4 2 112-15,-1-2-104 0,1 3-8 16,0-4 8-16,-1 3-8 0,-3-2 0 0,3 3-12 16,1-4-68-16,4 1 72 15,-5 2 16-15,4-2 68 16,1 3 20-16,4-4 16 15,-4 4-112-15,-2-1-172 0,2 0 124 0,0-1 48 16,0 2 0-16,-1-1 24 0,0 1-24 0,5 0-36 16,-4 1 36-16,-5 5 96 0,1-2-20 0,4 2-76 15,-9-4-100-15,5 4 52 0,-5 0 96 16,1 0 28-16,3 0-76 0,-3 0-24 16,-1-3 24-16,5 3 4 0,-4-3 48 15,-1 1-52-15,-4 2-12 0,1-4-116 0,-4 4 128 16,3 0 8-16,-6 0-8 15,2 0-4-15,-4 0-44 0,1 0 48 16,3 6 0-16,-3 0 0 0,-1 0-16 0,-3 5 16 16,4-3 0-16,-5 3-12 0,6-5 12 0,-6 0-48 15,5 1 48-15,-1-4 0 16,1 0-112-16,-1 0 112 0,1 0 160 16,3-3-160-16,2 4 0 0,-2-4 76 15,0 0-76-15,1 0 0 0,-1 3 12 16,2-3-12-16,-6 2-84 0,4-2 84 15,1 0 56-15,-1 4-56 0,2-1 0 0,-2-3-52 16,4 0 152-16,1 0-104 0,0 0 4 16,-1 0 0-16,1 0 0 0,-1 0 4 0,-3 0-52 15,4 0 108-15,-1 0-132 16,0 0 32-16,2 0 28 0,-2 0 12 16,1 0 4-16,3 0 0 0,-4 0 144 0,2 0-144 15,-6 0-4-15,0 0 0 0,6 0-12 16,-10 0-16-16,4 0 24 0,-3 0 8 15,3 0 4-15,-3 0 4 0,4-7 40 0,-4 5 20 16,-1-1-24-16,1-4-20 16,-8 4-20-16,-1 0-8 0,-4 3 96 15,-2-3-20-15,-6 3-80 0,1-4 4 0,-8 4 0 16,-5 0-64-16,5-3 128 0,-8-1-64 16,-4 2 0-16,0-1-72 15,-4 3 72-15,-5-3 52 0,-3-1-52 0,-4 4 60 16,-1-2-52-16,-7 2-8 0,-4-5-12 15,-8 5-36-15,0 0-28 16,-8 0-20-16,-4 0 96 0,-4 0 60 0,-4 0-12 16,0 0 28-16,0 0 44 0,0 0 80 0,0 0 144 15,0 0-16-15,-4 0-328 0,-4-2 0 16,-4 2-340-16,-8-4-240 16,-4 4-220-16,-4-2-504 0,0 2-1876 0,-24 0-5501 15</inkml:trace>
  <inkml:trace contextRef="#ctx0" brushRef="#br1" timeOffset="-29206.478">5493 7922 1120 0,'0'0'1436'15,"0"0"5816"-15,0 0-5499 0,0 0-637 0,-7-79 120 16,-1 65 68-16,-5 4-196 0,6 4-220 16,-1 3-108-16,-4 0-236 0,0 3-152 0,0 3-84 15,-4 4-172-15,1 5-12 0,-2 8-64 16,-2 2 24-16,2 6 16 0,-3 7-52 16,5 3-48-16,-2 9 4 0,6 5-12 0,-1 8 8 15,3 3-60-15,6 4 60 16,-1 3 0-16,4-4-36 0,0-6 24 0,4-2 24 15,8-4 40-15,0-6-52 16,4-8-40-16,0-1 28 0,8-7-52 16,4-7-8-16,0-3 60 0,0-3 4 0,-1-6-80 15,4-7 88-15,-3-6 0 0,4 0 100 16,-4-16-100-16,8-6 72 16,-3-9-72-16,-1-7 0 0,-5-6-268 0,4-5 72 15,-6-4-100-15,3-1 36 0,-4-1-220 16,0-5 48-16,-9 0-4 0,6-3 36 0,-10 2 104 15,2 1-4-15,-9 3 68 0,-1-1 44 16,-3-2 176-16,-3 3-140 16,-5-4-112-16,-12 4 132 0,3 1 132 0,-2 4 8 15,-5 6 80-15,0 7 64 0,4 10-76 16,0 7 72-16,4 5 64 0,4 9 232 16,1 2-68-16,2 6-28 0,1 0-12 0,0 0-64 15,1 9-72-15,-6 3-68 16,2 8-20-16,3 5 24 15,-5 11-24-15,-2 1 48 16,2 5-148-16,-2 8 76 0,-2 1-40 0,6 6-48 16,-6 7 0-16,-2 2-104 0,3 4 44 0,0 0 52 15,0 0 8-15,0-3-60 0,0-4-28 0,5-9 76 16,2-10-64-16,1-9-144 0,0-6-188 16,5-10-64-16,3-9-216 0,-4-4-216 15,4-6-724-15,0 0-828 0,0-10-1589 16,0-2-571-16</inkml:trace>
  <inkml:trace contextRef="#ctx0" brushRef="#br1" timeOffset="-28873.755">5493 8268 340 0,'0'0'1760'0,"0"0"3728"0,0 0-4008 16,0 0-512-16,0 0 245 0,0 0 211 0,0 0-176 16,5 79-372-16,-10-47-396 0,2 2-268 15,-5 8-108-15,0 0 32 0,-1-1-136 16,2 0 0-16,7-7 0 0,-4-4-152 15,4-9-160-15,0-5-344 0,0-9-68 0,0-4 48 16,4-3-180-16,-4-7-468 0,7-5-469 16,-7-4-387-16,5-3-672 15,-1 0-68-15,4-1 1637 16,0 5 1283-16,0 5 0 0,4 4 743 0,3 6 561 16,6 0-40-16,-1 6 652 0,-1 4 88 15,5 5-380-15,0 1-8 0,4 3-47 0,0 0 475 16,0 6-856-16,0-2-512 0,-1 3-132 15,1-4-84-15,-4 0-136 16,1-3-224-16,-1 3-48 0,-5-6-52 0,1 1-4 16,1-9-168-16,-2 3-352 0,5-2-316 0,-8-4-384 15,4 2-796-15,0-3-3665 16</inkml:trace>
  <inkml:trace contextRef="#ctx0" brushRef="#br1" timeOffset="-27241.038">7012 8175 4156 0,'0'0'392'0,"0"0"5068"15,0 0-3899-15,0 0-537 0,0 0-196 16,0 0-64-16,0 0-244 0,0 0-128 0,0 0-92 16,0 0-36-16,0 0 0 0,19 0 80 15,6-3 44-15,-1 0-16 0,8 0-84 16,-1 0 8-16,9-4-12 0,1 1-36 16,2-1 172-16,5 0 96 0,-1-1-196 15,2 2-208-15,-2-1-16 0,-3 0 40 0,4 0-88 16,-4 5-48-16,-4-7-4 0,3 2-4 15,-2-5 0-15,-2 2-4 0,-3-2 4 16,-1-5-68-16,-3 2-56 0,0-1-236 16,-8 3-124-16,0 0-200 0,-4 4-212 15,0 3-112-15,-7-1-344 0,-2 4-472 16,-3 3-945-16,-4-3-2695 0</inkml:trace>
  <inkml:trace contextRef="#ctx0" brushRef="#br1" timeOffset="-26958.061">7909 7854 1084 0,'0'0'832'0,"0"0"2024"0,0 0-332 0,0 0-1236 16,0 0 236-16,0 0 65 0,0 0-361 15,0 0-236-15,0 0-140 16,47 68-236-16,-35-62-188 0,4-3-76 0,-4 2 0 0,0 2-188 15,-1 3-4-15,2-3-48 16,-5-1-36-16,-1 3-12 0,-3 1-52 16,1 6 108-16,-1 0-120 0,-4 5-56 0,0 2 52 15,-9 2 4-15,2 0-212 0,-5 0-36 16,-4 2 36-16,4-2-116 0,-4 0 12 16,-4 0-96-16,0 1-144 15,0-3-216-15,1-2-732 0,-2-1-1561 16,1-1-3383-16</inkml:trace>
  <inkml:trace contextRef="#ctx0" brushRef="#br1" timeOffset="-26223.691">9239 7578 2120 0,'0'0'340'0,"0"0"3840"16,0 0-2504-16,0 0-432 0,0 0 84 0,4 86-15 15,-8-47 131-15,-4 1-268 0,0 11-180 16,0 7-216-16,-4 8-72 0,-4 4-184 15,-3 6-168-15,-2 7-168 0,-3-1-68 0,0 4 92 16,-3-4-100-16,3-3-100 16,4-12-4-16,1-6-8 0,2-16-8 15,1-14-80-15,12-8 28 0,-4-14-16 0,8-9-356 16,0 0-348-16,4-19-484 0,4-10-700 0,0 1-2105 16,17-36-3043-1</inkml:trace>
  <inkml:trace contextRef="#ctx0" brushRef="#br1" timeOffset="-25975.575">9546 7613 1292 0,'0'0'7520'0,"0"0"-5712"0,0 0-519 0,-8 76 171 16,-4-34 72-16,-4 2-220 0,0 10-240 0,-3 0-364 15,-6 10-228-15,5-1-144 16,-8 10-192-16,5 4 4 0,-1-1-148 15,-4 3 4-15,0-3 0 0,4-5-4 0,0-8-68 16,4-9-8-16,4-13-96 0,1-10-208 16,6-8-52-16,1-14-100 15,4-5-228-15,0-4-260 0,4-11-480 0,0-10-592 16,8-14-2129-16,-4 6-1447 0,9-37 3908 16</inkml:trace>
  <inkml:trace contextRef="#ctx0" brushRef="#br1" timeOffset="-25569.414">9677 7683 1564 0,'0'0'6068'0,"0"0"-4552"0,0 0-364 15,0 0 149-15,0 0 147 0,84 16-316 16,-76-4-108-16,-8 2-244 0,4 4-100 16,-4 5-256-16,0 2-140 0,-4 1-136 0,-4 2-148 15,0 1 0-15,-4 3-40 16,-4-4 32-16,-4 7 0 0,0 0-252 15,-3-1 60-15,-1 4-188 0,-1-3 40 0,-3-3 44 16,9 0 40-16,-5-3 136 0,4-7 16 16,8-3 36-16,0-7 72 0,0 2-36 15,4-2 40-15,5-5 0 0,3 2 0 0,0-2-8 16,0-1 8-16,7 0 152 16,5 1 112-16,4 2 0 0,0-2-60 15,8 2 108-15,0 4-48 0,4-1 108 0,0 7 76 16,0-3-140-16,4 6-120 15,-4-3 84-15,4 1-124 0,-5 2 12 16,4 3 84-16,2-2-232 0,-1 2 408 0,0-3 204 16,0 0-344-16,-4-3-280 0,-1 1 0 15,1-1 0-15,-4-4-72 0,-4-2-100 16,-1 3-36-16,-2-7-84 0,-2 4-128 0,2-6-120 16,-6 2 196-16,2-3-228 15,-9 1-620-15,-1-4-676 0,1 0-680 0,-4 0-1901 16,0-3-2407-16,-11 0 6724 0</inkml:trace>
  <inkml:trace contextRef="#ctx0" brushRef="#br1" timeOffset="-17447.08">5207 9890 6064 0,'0'0'2184'16,"0"0"1061"-16,0 0-2117 0,0 0-628 16,0 0-80-16,39 63 672 0,-22-37 40 15,-2-1-188-15,2 3-532 0,-2 2-364 16,2-2-48-16,-2 0-8 0,-2 1 0 16,-2-4 4-16,2-5-56 0,-6-8-292 15,1 2-8-15,0-12-272 0,1 2-388 16,-6-4-352-16,1-4-1373 0,0-12-3147 0</inkml:trace>
  <inkml:trace contextRef="#ctx0" brushRef="#br1" timeOffset="-17254.86">5414 9922 1500 0,'0'0'9521'0,"0"0"-8209"0,0 0-508 0,0 0-64 16,-52 82 488-16,37-57-44 0,-2 1-260 15,2 2-452-15,-1-2-472 0,0 2-16 0,0 1-144 16,-1-3-136-16,6 2-440 16,-1-5-284-16,3-2-648 15,6-2-984-15,-1-6-1897 0,4-6-2007 16</inkml:trace>
  <inkml:trace contextRef="#ctx0" brushRef="#br1" timeOffset="-17081.443">5689 10144 1772 0,'0'0'10657'0,"0"0"-8985"0,0 0-748 15,0 0-256-15,-31 74 200 0,18-53 52 16,1-2-400-16,1-1-520 0,2-1-100 16,5-4-184-16,4-4-536 0,0 1-424 0,0-7-652 15,4-3-1313-15,5 0-2259 16</inkml:trace>
  <inkml:trace contextRef="#ctx0" brushRef="#br1" timeOffset="-16571.301">5972 9928 6564 0,'0'0'4733'0,"0"0"-2913"15,0 0-840-15,0 66-196 0,0-36 472 0,0 1 232 16,0 4-44-16,0 0-596 0,0-7-460 15,0 1-388-15,0-10 0 0,4-7-108 0,4-1-136 16,-5-9 132-16,10-2-20 16,2-2-164-16,2-11-144 0,2-4-240 0,1-5-136 15,1-3-132-15,3 0-32 0,-9-1 8 16,6 1 252-16,-2 5 160 0,-3 1 60 16,0 7 116-16,-4 5 332 0,0 5 52 15,0 2 652-15,0 6 52 0,-1 6-96 0,-2 5-40 16,-1 1-36-16,0 5-156 0,-1 2 92 15,-2 7 16-15,3 0 4 16,-4 3-28-16,0 3-4 0,-4 3-12 0,0 3-72 16,0 4-128-16,-8 2-72 0,0 1-112 15,-4-3 52-15,4-1 8 0,-5-5 116 16,2-4 32-16,-1-6 0 16,0-7-12-16,4-3-72 0,-4-2-76 0,4-8-20 15,0 1 32-15,-4-6 24 0,0-4-68 0,0-3-76 16,1 0-124-16,-2-3-8 15,-2-8 120-15,-2-1-136 0,-7-1 4 16,9-3 20-16,-6-3-32 0,10 7 32 0,-2-4 40 16,6 0-76-16,3 0-12 0,4 1 12 15,0-2-72-15,0-2-60 0,11-3-16 0,2 3 36 16,11-3 112-16,-1-4-12 0,1 4-296 16,8-3-312-16,-4 0-564 15,0-1-660-15,0 0-928 0,-8 8-2565 0,7-5 641 16</inkml:trace>
  <inkml:trace contextRef="#ctx0" brushRef="#br1" timeOffset="-15525.752">7306 9699 10552 0,'0'0'2021'15,"0"0"-685"-15,0 0-172 0,0 0 336 16,25 89-232-16,-18-53-172 0,2 4-372 16,-5 2-220-16,0-1-200 0,-4 0-120 15,0 0-76-15,0-6-84 0,-8 0-24 0,3-3-96 16,-3-4-88-16,5-8-192 0,-1-7-104 15,4-6-96-15,0-5-188 0,-4-2-376 16,4 0-1028-16,-4-2-1945 0,4-3-1867 0,-4-7 1488 16</inkml:trace>
  <inkml:trace contextRef="#ctx0" brushRef="#br1" timeOffset="-15341.08">7355 10046 1316 0,'0'0'3184'0,"0"0"3505"0,0 0-5505 0,0 0-472 16,75-3 384-16,-43 3 304 0,-4 3-192 15,0 0-28-15,4-1-464 16,-1 2-164-16,1-4-124 0,9 0-84 0,-5 0-136 16,7-9-72-16,-4-5-136 0,6-1-32 15,-6-1 16-15,1-3-116 0,1 0-248 0,-10 0-172 16,5 3-224-16,-8-3-248 0,-4 3-744 16,-5-3-2404-16,-2 7-2757 0,-6-1 2358 15</inkml:trace>
  <inkml:trace contextRef="#ctx0" brushRef="#br1" timeOffset="-15108.456">8056 9782 5016 0,'0'0'5392'0,"0"0"-4747"0,0 0-389 0,0 0 16 16,0 0 868-16,0 0 184 0,79 25-96 16,-62-15-272-16,-2-3-380 0,2 5-252 0,-2-2-176 15,-2 1-36-15,2 3-100 16,-7 2-8-16,0 0 8 0,0 3-12 15,-8-1-52-15,0 8-272 0,-8 0-76 0,0-1 52 16,-8 4 4-16,-4-1 96 0,1 1-56 16,-5-4-84-16,-1 0-44 0,-3-2-164 15,0 0-472-15,0-4-1025 0,0-5-2007 16,2-3-1128-16,9-3 4196 0</inkml:trace>
  <inkml:trace contextRef="#ctx0" brushRef="#br1" timeOffset="-14325.342">9151 9626 6036 0,'0'0'1312'16,"0"0"2693"-16,0 0-2913 15,0 0-200-15,0 0 24 16,0 0 44-16,0 0-80 0,0 0-128 0,0 0-276 0,21 80-228 15,-18-52-28-15,5 7 52 16,-4-3 88-16,0 3-40 0,1 3-160 16,-5-3-72-16,4 3-84 0,-4-3-4 0,0 0-12 15,0-1-52-15,0-4-20 0,0-5-100 16,0-6-88-16,0-10-88 0,3-3-24 16,-3-2-124-16,0-4-216 0,4-7-396 15,0-2-1060-15,0-10-841 0,4-3-2919 16,-3 6 1801-16</inkml:trace>
  <inkml:trace contextRef="#ctx0" brushRef="#br1" timeOffset="-13191.794">9187 9794 2520 0,'0'0'52'0,"0"0"-52"16,0 0 2360-16,0 0 268 0,0 0-1072 15,-4-69-468-15,0 56-95 0,-3 0 75 0,-1 1 68 16,-1-1-144-16,-2 3-476 0,-1 1 28 15,-1 3-144-15,6 0 96 0,-6-1-12 16,5 0-96-16,-3 4-80 0,3 1-20 16,-4-2 168-16,4 4-112 0,-4 0-96 0,4 0-64 15,0 0-24-15,0 6-148 16,1 0-8-16,-2 8-4 0,1 2-72 16,0 5-12-16,5 5 84 0,3 5 4 0,0 4-4 15,0 7 12-15,0 3 0 0,3 2-12 16,1-3 8-16,0 2 4 0,0-9-8 15,-4-2 8-15,4-10 136 0,0-6 48 16,1-3-72-16,-2-7-112 0,1-2-4 16,0-4 4-16,0 0 88 0,0-3-28 15,0 0-12-15,0 0 52 0,4-6-52 0,0-4-12 16,0-2 52-16,4-10-100 0,0-5-36 16,-5 2-112-16,6-9-36 0,-5-1-120 15,3-3-116-15,-2-7 52 0,3 1-16 16,-9-4 128-16,5 1-156 0,1 2 140 0,-5 1-12 15,3 2 72 1,1 5 60-16,-4-2-60 0,0 1-24 0,-4 4-56 16,5-2-108-16,-5 4 272 0,0 4-96 15,0 3 32-15,0-1 192 0,-5 4 4 0,5 3-4 0,-4 0 4 16,0 2 96-16,0 3-12 16,0 0 124-16,4 9-60 0,0-2 200 15,0 0 40-15,0 7 32 0,-3 0-24 16,3 0-68-16,0 0 92 0,0 0-152 15,0 0-164-15,0 7-56 0,-4 0 32 16,4 5-72-16,-4 3 64 0,-1 5 24 0,5-1 72 16,-4 3 12-16,4 4-64 0,0-1 16 15,-4 4-24-15,4 3 12 0,0-1 8 16,0 1-20-16,0 3-52 0,0 3-48 0,0 1 0 16,0-2-12-16,4 1 0 15,-4 0-4-15,4 3-4 0,1-2 4 0,-1-2-4 16,0 2 4-16,-1-4 4 0,5-1 8 15,0-2 4-15,1-2-4 16,-6-3 56-16,5-2 36 0,0 0-100 0,1-2-12 16,-6-4 4-16,5 0-40 0,-4-6-16 15,0-4 16-15,0 1-36 16,1-3-40-16,-2-4-232 0,-3 0-48 0,4-3-64 16,0 0-64-16,0 0-88 0,0-3-340 15,4-4-300-15,-4-6-684 0,4-2-1065 16,0-4-2035-16,-4 3 360 0,-1-6 4357 0</inkml:trace>
  <inkml:trace contextRef="#ctx0" brushRef="#br1" timeOffset="-12763.769">9709 9649 5824 0,'0'0'5068'0,"0"0"-2515"0,0 0-1553 16,0 0-544-16,0 0 300 0,0 0 512 16,0 0-412-16,0 0-224 0,0 0-236 15,0 0-68-15,-60 91 44 0,56-56 32 0,0 7-76 16,4 3-12-16,-3-1-8 16,3 0-76-16,-4 0 8 0,0-2-92 0,4-7-4 15,-4-3-32-15,4-10-112 0,0-3-72 16,4-10-132-16,4 4-212 0,-1-10-44 15,6 0 56-15,-5-3-136 0,3 0-220 0,6-13-288 16,-6-2-840-16,2-7-1240 16,2-4-1929-16,-7 6-1599 0,8-10 5588 15</inkml:trace>
  <inkml:trace contextRef="#ctx0" brushRef="#br1" timeOffset="-12589.54">9913 9728 2540 0,'0'0'756'0,"0"0"5220"16,0 0-3907-16,0 0-585 0,0 0 108 15,79 9-56-15,-55 7-244 0,-4 3-216 16,0 8-116-16,0-2-224 0,0 2-100 16,-9 3-148-16,6-5-260 0,-6 0-156 0,1-6-72 15,-3 0-124-15,-5-6-412 0,3-3-160 16,-3-3-100-16,5-7-112 0,-1 0-520 16,3-5-1188-16,-3-1-2385 0,-3-3-2667 0,2-7 6536 15</inkml:trace>
  <inkml:trace contextRef="#ctx0" brushRef="#br1" timeOffset="-12415.836">10244 9712 4728 0,'0'0'7065'0,"0"0"-4981"0,0 0-1020 15,0 0 28-15,0 0 148 16,-81 80-64-16,61-55 16 16,-3 7-324-16,3 0-244 0,-4-1-164 0,4 1-95 15,0-4-121-15,0 1-164 0,1-4-80 16,2 0-144-16,2-2-453 0,6-4-135 15,1-6-168-15,4-7-180 0,4-6-664 0,4 0-1128 16,4-6-3217-16</inkml:trace>
  <inkml:trace contextRef="#ctx0" brushRef="#br1" timeOffset="-12256.216">10454 9999 5136 0,'0'0'9657'0,"0"0"-8033"16,0 0-1088-16,0 0 184 0,-16 72 652 15,9-60-124-15,-2 1-272 0,5-3-636 16,0-7-340-16,0 0-136 0,4-3-424 16,0-3-184-16,0-7-224 0,4-6-400 15,9-3-868-15,-2-6-1908 0,1 6-1481 16</inkml:trace>
  <inkml:trace contextRef="#ctx0" brushRef="#br1" timeOffset="-11824.14">10637 9722 1500 0,'0'0'12289'0,"0"0"-10181"0,0 0-1180 16,0 66 28-16,-4-34 464 0,0 3-124 16,1 0-4-16,-1-3-371 0,0-7-329 15,4-6-300-15,0-6-292 0,0-7-140 0,4-3-92 16,3-3-180-16,6-3 100 16,2-10 104-16,2-6-192 0,2-3-137 15,1-6-47-15,1 1-24 0,-2 2 68 0,-3 3 160 0,0 4 160 16,-4-1 132-16,0 2 80 15,-4 8 8-15,-1 3 64 16,2 3 228-16,-5 3-32 0,0 3 56 16,4 6 248-16,0 7-52 0,-4 6-196 15,4 0-156-15,-1 11-4 0,1-2 137 0,1 7 35 16,-5 0-124-16,0 10 4 0,-4-1-4 0,0 7-8 16,0 0-28-16,0 3-60 0,-4-3 88 15,-4 4-28-15,-1-5-48 16,-2-4-60-16,-1-5-48 0,0-6 132 0,4-6-20 15,0-4-124-15,0-6-12 0,4-3 8 16,0-2 4-16,-4-9 68 0,4-4-68 16,-8-4-108-16,0 0-184 0,-4-9 76 15,0-8-64-15,-4-8 100 0,-4-7-88 0,5-6-20 16,-2-6-184-16,2-3-89 0,-1-2-95 16,-1 2-116-16,6 0-356 0,-1 2-416 15,4 3-660-15,0 1-1016 0,8 3-2641 0,0 10 473 16,4-16 4677-16</inkml:trace>
  <inkml:trace contextRef="#ctx0" brushRef="#br1" timeOffset="-11579.839">11228 9620 7008 0,'0'0'7005'0,"0"0"-5945"16,0 0-340-16,75 54 284 15,-55-35 248-15,0 6-68 0,0 1-216 16,-5-1-468-16,-2 5-256 0,2-3-24 0,-2 2-88 0,-6-1-72 16,-3 4 4-16,-4-3 8 0,0-1-8 0,-11 1-64 15,-2-4-60-15,-6 4-64 0,-5-1-128 16,0-2-152-16,0-4-108 0,0-3-76 16,0-3-76-16,0-3-196 0,0-7-396 0,9-6-1136 15,-2 0-2953-15,6-6-1739 16,-6-16 6940-16</inkml:trace>
  <inkml:trace contextRef="#ctx0" brushRef="#br1" timeOffset="-11226.575">11773 9610 1788 0,'0'0'11477'0,"0"0"-9337"0,0 0-968 16,0 0-300-16,104 7-92 0,-85-7-216 0,2 0-220 15,-6 0-188-15,-6 0-156 16,2 0-96-16,-7 0-456 0,4-4-376 16,-8 4-596-16,5-3-1332 0,-5 3-5225 0</inkml:trace>
  <inkml:trace contextRef="#ctx0" brushRef="#br1" timeOffset="-11053.39">11797 9857 8776 0,'0'0'3989'0,"0"0"-2525"16,0 0-896-16,0 0 100 0,0 0 976 0,0 0-208 16,0 0-196-16,108 0-496 0,-72-8-400 15,3-5-176-15,5 1-156 16,4-5-12-16,0 2-548 0,-4-2-416 0,-1 8-476 15,-15 3-1700-15,13-1-5569 0</inkml:trace>
  <inkml:trace contextRef="#ctx0" brushRef="#br1" timeOffset="-7597.258">12972 9464 3512 0,'0'0'912'0,"0"0"4244"15,0 0-3155-15,0 0-325 16,0 0-344-16,0 73-160 0,0-47-164 15,0 5-140-15,0 1-372 0,0 6-188 0,0 1-84 16,0 5-52-16,4 1 24 0,-4-1-80 16,0 1-116-16,0-8-124 0,0 2 112 15,4-11-196-15,-4-6-76 0,0-5-200 16,5-12-136-16,2 2-276 0,-3-7-376 0,4-7-1176 16,5-5-2033-16,-2 2-2031 15,1-15 6188-15</inkml:trace>
  <inkml:trace contextRef="#ctx0" brushRef="#br1" timeOffset="-7381.701">13243 9703 3892 0,'0'0'76'0,"0"0"5476"0,0 0-3927 16,0 0 19-16,0 0-80 0,44 69-24 15,-32-49-412-15,4-1-260 16,4-1-248-16,-5-1-68 0,6 1-148 0,-5-6-256 15,3 2-148-15,-2-5-4 0,-6 1-104 0,2-4-140 16,-2 1-380-16,-3-1-212 16,1 0-140-16,2 0-376 0,-7 1-940 15,4-4-2317-15,-4 0-2435 0,5-3 6500 16</inkml:trace>
  <inkml:trace contextRef="#ctx0" brushRef="#br1" timeOffset="-7074.284">13546 9693 116 0,'0'0'10008'0,"0"0"-8771"16,0 0-645-16,0 0-80 0,0 0 472 0,0 0 108 16,-88 76-312-16,68-51-388 0,1-2-268 15,-5 3-116-15,4 2-8 0,0-3 0 16,0 4-160-16,4-4-120 0,0 0-436 16,5-6-276-16,2-2-180 0,5-8-368 0,4-3-337 15,0-3-511-15,0-3-2140 16,0 0 2520-16</inkml:trace>
  <inkml:trace contextRef="#ctx0" brushRef="#br1" timeOffset="-6745.09">13821 9734 3800 0,'0'0'364'0,"0"0"4492"0,0 0-3436 15,0 0 101-15,0 0 27 16,0 0-192-16,0 0-136 0,0 0-316 0,0 0-208 0,0 0-252 15,68 26-148-15,-53-26 0 16,6 0-112-16,-5 0-172 0,3-7 0 16,1 1-12-16,1-4-296 0,-6-2-160 0,5-1-284 15,0-3-384-15,0 1-652 16,-4-2-2045-16,-8 4-2647 0</inkml:trace>
  <inkml:trace contextRef="#ctx0" brushRef="#br1" timeOffset="-6174.845">14351 9413 4152 0,'0'0'7925'0,"0"0"-5921"0,0 0-1500 16,0 0-124-16,-16 80 276 0,12-42 448 15,-4 3 176-15,4 4-280 0,0 6-436 0,-3-4-124 16,2-2 0-16,1-1-36 16,0-9-236-16,4-6-104 0,0-10-64 15,0-3 0-15,0-10-112 0,13-3-192 0,-6-3-12 16,13-6-164-16,-4-7 176 0,8-9-88 16,4 0-64-16,-9-7-24 0,6 1 84 15,-1-1 60-15,-4 3 64 0,-5-2 36 16,2 6 160-16,-6 3 76 15,1 2 36-15,-3 5 128 0,-6 2 48 0,1 7 196 16,-4 1-60-16,4 2-128 0,-4 2 28 16,4 8-88-16,0 9 284 0,0 2-140 15,0 12-68-15,0 5 32 0,4 7 184 0,-4 6-88 16,0-1 4-16,-4 1-64 0,0 4-88 16,0 1-7-16,-8 1-113 0,0-3 16 0,-4 0 8 15,0-6-48-15,0-4-12 16,0-6-48-16,4-6 112 0,-4-7 8 15,4-6-24-15,4-2-60 0,-3-9 12 0,-1-1 16 16,-5-3 8-16,2 2 36 0,-6-6-48 16,2 0-24-16,-5 0-48 0,-1 0-40 15,-2-10-116-15,-1-2-112 0,0-5-8 16,4 1-16-16,-3 2-36 0,2-6-1 16,5 0 37-16,4 2-84 0,1-1-112 15,2-3-64-15,1 3-184 0,5-4-248 16,3 1-296-16,0-1-516 0,3-2-1080 15,5-4-2573-15,-3 10-983 0,6-15 6153 16</inkml:trace>
  <inkml:trace contextRef="#ctx0" brushRef="#br1" timeOffset="-725.499">15148 9245 5520 0,'0'0'6885'0,"0"0"-5569"16,0 0-252-16,0 0-120 0,0 0 24 0,0 0 164 16,0 0-156-16,0 0-288 15,0 0-260-15,0 0-52 0,-28 45-44 0,28-23-4 16,0 4-12-16,0-1-72 0,0 6-48 15,0-1-76-15,0 1-43 0,0 1-77 16,0-1-73-16,0-2-23 0,-4 6-4 16,0-4-80-16,0 2-224 0,0-3-156 15,4 3-52-15,-4-8-196 0,0 1-352 16,4-7-712-16,0 3-780 0,0-6-1357 16,-4-4-1195-16,0 8 1416 0</inkml:trace>
  <inkml:trace contextRef="#ctx0" brushRef="#br1" timeOffset="1024.312">5478 12376 432 0,'0'0'4956'0,"0"0"-2132"0,0 0-1748 16,0 0-368-16,0 0 80 0,0 0 257 15,0 0 15-15,0 0-292 0,0 0-312 16,-24-29-176-16,24 29-28 0,0 0 28 16,0 0 72-16,0 0 48 0,0 0 4 0,0 0-52 15,0 0 0-15,0 0 32 0,0 0 16 16,-4 0-40-16,4 0-104 0,0 0-32 15,0 3-4-15,-4-3 4 0,4 0 20 16,-4 3-20-16,4-3-40 0,-4 4-28 16,4-1-20-16,-8 1-36 0,4 1-88 15,-4 5 84-15,1 2-12 0,-2 5-8 0,-3 2-16 16,1 3 12-16,-2 3-68 16,-2 4 12-16,2 2 44 0,-2 7-12 0,2 1-40 15,5 6-4-15,5 2-4 0,-1 3-8 16,4 11 0-16,4 0 8 15,7-2 48-15,6 2 36 0,3-1-8 0,-1-9 8 0,1-4 12 16,5-11 28-16,-6-9-16 0,5-7-32 16,-4-10-64-16,4-4 36 0,3-6 120 15,1-9-68-15,4-7 56 0,0-7-32 16,0-9-40-16,5-1-84 0,-11-13-72 16,7 2-4-16,-6-3-44 0,-3-2 60 15,1 2-244-15,-1-1 120 0,-5 1-24 16,-3-4-72-16,5 0-24 0,-10-2-64 15,1-6-24-15,-7-4 12 0,-5 3-88 16,0-3-48-16,-5 5 204 0,-3 5 176 16,0 2 88-16,-4 10 48 0,0 9 84 0,-3 6 80 15,2 10 32-15,-2 7 88 0,2 3 112 16,2 2-28-16,-2 4-108 0,2 4-64 16,-1 2-12-16,-4 10-16 0,0 0-84 0,0 10-80 15,0 2 40-15,-4 10 40 16,0 3-68-16,1 10 68 0,-6 3-80 0,1 7 56 15,0 2-52-15,1 4-8 0,-1-4-96 16,4-6-28-16,0-3-204 0,8-12-176 16,0-8-112-16,3-8-100 0,6-10-88 15,3-10-528-15,0-6-192 0,0-3-672 16,3-10-849-16,2-9-1979 0,-1 3 1724 16,8-13 2948-16</inkml:trace>
  <inkml:trace contextRef="#ctx0" brushRef="#br1" timeOffset="1218.642">5633 12627 4468 0,'0'0'5124'0,"0"0"-2251"16,0 0-1381-16,21 70-580 0,-21-39-196 16,4-2 468-16,-4 5-140 15,0 2-280-15,0-1-368 0,-4 3-28 0,-1 3 36 16,-7 1-124-16,5 2-176 0,-6 0-104 16,1 1-64-16,-4-1-68 0,4-2-432 15,5-8-28-15,-1-8-12 0,-1-7-200 16,5-7-92-16,4-5 0 0,0-7-112 0,0 0-440 15,0-13-925-15,0-3-411 16,4-6-480-16,0 0-24 0,1-3 3236 0,3-1-964 16</inkml:trace>
  <inkml:trace contextRef="#ctx0" brushRef="#br1" timeOffset="1377.671">5613 13106 352 0,'0'0'1748'0,"0"0"-1032"0,0 0-508 16,0 0 3956-16,0 0-1736 16,88-31-635-16,-77 31-433 0,10 3-24 15,-1 3-148-15,-1 3-140 0,9 4-252 0,0 3 244 16,0 6-324-16,0-2-300 0,0 2-132 15,0-4-124-15,0 5-56 0,0-4-104 16,0 3-12-16,-1-3-72 0,-3 0-52 16,4-3-316-16,-4 1-312 0,4-5-252 15,-3-3-448-15,-2 0-1268 0,1-6-2409 0,-8 1-1887 16,3-4 6001-16</inkml:trace>
  <inkml:trace contextRef="#ctx0" brushRef="#br1" timeOffset="2078.08">7080 13046 1448 0,'0'0'10529'0,"0"0"-8601"0,0 0-360 0,0 0-512 16,0 0 288-16,0 0-220 0,0 0-232 15,0 0-180-15,0 0-140 0,0 0-148 16,0 0-71-16,-8 6-37 0,16-6-60 16,12 0-4-16,7-3 4 0,5 0 228 15,5-3-124-15,6 2-224 0,5-2-40 16,3-1 12-16,5 0-24 0,0 2 12 0,12-4-88 15,-1 2 0-15,10-2-8 0,2-1 8 16,1 0-8-16,0-3-36 0,-5 4 32 0,-4-3 4 16,-2 2-44-16,-5 0 40 0,-4 1-40 15,-9 3 36-15,-7-1-64 16,-8 4-60-16,-8 0-28 0,-5 0-32 0,-7 0-60 16,-4 3-28-16,-3-3-60 15,-6 3-120-15,1-4-12 0,-4 1-125 16,0 0-131-16,0-4-448 0,-4-2-1060 15,-3-1-2628-15,-2 1-1709 0</inkml:trace>
  <inkml:trace contextRef="#ctx0" brushRef="#br1" timeOffset="2342.137">8335 12693 3268 0,'0'0'8809'0,"0"0"-7737"0,0 0-852 15,0 0 452-15,0 0 720 16,0 0 200-16,0 0-388 0,0 0-480 0,0 0-316 15,0 0-76-15,83 35-100 0,-67-24 36 16,9-3-96-16,-6 5-28 0,1-4-44 16,-4 5-28-16,0 0-12 0,-5 5 28 15,2 1-40-15,-9 2-44 0,0 4 8 0,-4 2-12 16,-4 4-12-16,-9 0-52 16,2 0-8-16,-1 0-72 0,-4-1-64 0,0-2-48 15,0-1-52-15,-3-5 64 16,-2-2 72-16,5-2-112 0,-3-6-96 15,2-1-236-15,6-5-188 0,3 0-308 0,-1-7-984 16,2-3-3029-16,3-1-2811 0,-4-15 7348 16</inkml:trace>
  <inkml:trace contextRef="#ctx0" brushRef="#br1" timeOffset="3149.017">9757 12233 5368 0,'0'0'1184'15,"0"0"4117"-15,0 0-4185 0,0 0-124 0,0 0 460 16,0 0-44-16,0 0-4 0,0 0-260 16,0 0-460-16,0 0-364 0,-44 0-140 0,36 19-80 15,-3 7-28-15,-6 8 0 0,6 7 4 16,-2 8-76-16,5 1 8 15,1 7 0-15,-1 6 0 0,4 1 40 0,4 3-40 16,0-4 4-16,0 1 60 0,4-10 124 16,4-10-36-16,3-6-52 15,2-6 84-15,2-9-68 0,-2-8-75 0,2-5-49 0,2-4 12 16,6-3 208-16,1-3-76 16,4-9-132-16,4-7 60 0,-1-3-68 15,5-9 4-15,-4-4-8 0,0-3-4 0,5-6-140 16,-6-1-76-16,1 0-97 0,0-2 53 15,0-3-4-15,-4-1-52 0,-5-2 28 16,1-2 12-16,-7 2 24 0,-2-1 48 16,-7-1 0-16,-3 2 84 0,-5 0 28 15,0 2 84-15,-13 3 4 16,-2 5-40-16,-2 8 44 0,-2 3 8 0,-1 13 180 16,3 3 64-16,-2 10 32 0,2 3-72 0,2 0-112 15,-1 13-48-15,-4 3-48 0,0 6 0 16,0 3 52-16,1 7-4 15,-2 3 124-15,-3 7-76 0,5 2-20 16,-5 0-76-16,0 3-132 0,-1 5-40 0,1-5-60 16,1-3-36-16,3 1-408 0,0-3-120 15,4-5-320-15,4-8-472 0,0-4-168 0,4-9 60 16,5-5-221-16,-1-9-1011 0,4-2-2572 16,0 0 5096-16,0-7-548 0</inkml:trace>
  <inkml:trace contextRef="#ctx0" brushRef="#br1" timeOffset="3346.481">9832 12539 3648 0,'0'0'3176'0,"0"0"1025"0,0 0-2849 0,0 0-40 16,0 0 232-16,0 0-96 0,0 0-208 15,0 0-364-15,36 84-284 16,-31-55-188-16,-5 3-112 0,0 3-56 16,-5-1-44-16,1 4-56 0,-3 4-52 15,-5 3-84-15,-4-4-12 0,4 4-132 0,-4-7-4 16,4 0-144-16,0-7-456 0,4-9-88 15,4-6 108-15,0-6-92 0,4-7-560 16,0-3-1128-16,4-10-2273 16,4-5-643-16,0-1 4916 0,8-16-1316 0</inkml:trace>
  <inkml:trace contextRef="#ctx0" brushRef="#br1" timeOffset="3486.177">10083 12804 2784 0,'0'0'1992'0,"0"0"3492"0,0 0-3875 0,88 10 131 0,-60-1-44 16,0 4-436-16,0 0-264 15,-4 3-208-15,-4-3-268 0,0-4-324 16,0 1-196-16,-5-1-72 0,2-3-248 0,-6-2-396 0,6-1-304 16,-6 0-648-16,6-3-2468 15,-6 0-4093-15,1-10 6809 0</inkml:trace>
  <inkml:trace contextRef="#ctx0" brushRef="#br1" timeOffset="3949.553">10654 12741 11369 0,'0'0'4628'16,"0"0"-3988"-16,0 0-328 0,0 95 360 15,3-56 724-15,5 2 36 0,1 7-432 16,-5 4-431-16,3 3-117 0,1 6-152 0,0 2-104 16,-3 0-148-16,-5-2-40 15,0-1-8-15,0-6-4 0,0-10-56 0,0-5-160 16,0-11 16-16,0-12-136 0,0-6-85 15,4-8-39-15,-4-2 28 0,3-12-28 16,5-9-112-16,-4-9 0 0,0-8-112 16,5-6-452-16,-6-11-536 0,1-1-792 15,-4-5-225-15,4-5-311 0,-4-7 308 16,0 3 456-16,0 0 988 0,0 3 1252 16,4 14 324-16,4 5 812 0,0 9 1616 15,4 14-180-15,-4 6-488 0,0 6-319 16,4 4-41-16,-8 3-256 0,4 2-320 15,0 1-228-15,0 3-100 0,0 0-56 16,4 3-224-16,-4 4-100 0,3 2-48 0,2 4-24 16,-5-1-100-16,-1 5-88 0,1 1-44 15,-4 2-28-15,-4-1-60 0,0 0-48 16,0 3 0-16,-8 4-72 0,-3-1-84 16,-6 0-16-16,-2 1-60 0,-5-5-96 0,0 2-64 15,0-4 12-15,1 0-48 0,-5-3-76 16,0-3-264-16,-4 0-524 15,-4-4-912-15,-1 4-1845 0,9-4-3183 0,-23 1 5576 0</inkml:trace>
  <inkml:trace contextRef="#ctx0" brushRef="#br1" timeOffset="4838.469">5211 14379 7480 0,'0'0'2656'16,"0"0"-967"-16,0 0-601 15,0 0 148-15,35 76-36 0,-14-44-168 16,-1 3-112-16,3 1-248 0,1 4-228 0,0-2-48 16,-3 3-140-16,-6-4-212 15,2-4-44-15,-2-8-48 0,-7-1-64 16,4-12 4-16,-4-2-76 0,0-7-460 0,0-3-312 15,0 0-320-15,0-7-580 0,-1-2-2217 16,2-7-2223-16,-5 4 4876 0</inkml:trace>
  <inkml:trace contextRef="#ctx0" brushRef="#br1" timeOffset="5042.736">5518 14490 4324 0,'0'0'1044'0,"0"0"4456"0,0 0-4407 16,0 0-465-16,0 0 124 0,0 0 428 15,0 0-56-15,-88 35-244 0,69-13-316 16,-2 3-204-16,-3 5-64 0,0 4-72 16,1 2-52-16,-5 1-36 0,4 5-76 0,-4-2-56 15,0-1-4-15,4-1-108 16,1-6-424-16,6-7-40 0,6-6-112 0,7-9-312 16,4-6-828-16,0-4-2585 15,4-4-3059-15,7-9 7248 0</inkml:trace>
  <inkml:trace contextRef="#ctx0" brushRef="#br1" timeOffset="5220.277">5709 14777 3132 0,'0'0'4'0,"0"0"6988"0,0 0-5651 16,0 0-149-16,8 63 20 0,-8-41 240 0,-5-3-344 15,-2 4-372-15,-1-5-324 0,4-2-272 16,0 4-140-16,1-12-212 0,3 5-296 0,0-6-596 15,0-7-272-15,7 0-620 0,1-7-1017 16,3-9-2267-16,-2 4 1216 16</inkml:trace>
  <inkml:trace contextRef="#ctx0" brushRef="#br1" timeOffset="5716.881">6000 14608 3056 0,'0'0'8989'0,"0"0"-7429"0,0 0-988 0,4 82 252 15,-4-47 784-15,0 4 68 0,0-5-236 16,0-5-636-16,0-4-424 0,0-5-236 16,4-8-144-1,-4-3-132-15,4-5-64 0,8-4-256 0,0 0 24 16,-1-10-12-16,10-3 96 0,-5-6-48 0,3-3-128 16,-2-3-36-16,2 0-28 0,-3 2 24 0,5-2 240 0,-6 6 184 15,-3 0 60-15,0 6 12 16,0 1 64-16,-5 8 196 0,2 1 272 0,-1 3 80 15,0 0-48-15,-1 7 32 0,-2 8 8 16,3 5-96-16,-4 5-76 0,-4 3-108 16,4 3 80-16,-4 2 28 0,0 8-16 15,3 1-84-15,-3 5-60 0,4 7 12 16,1 3 156-16,-5 3 61 0,0-2-205 16,0-4-100-16,-5-7-48 0,-2-2-36 0,-1-4-36 15,0-6 0-15,-1-7 48 0,2-2-56 16,3-11 108-16,-4-5-16 15,4-3 12-15,-1-7-24 0,-2 0-84 0,-1-4-192 16,-4-4-16-16,-4-9 88 16,1-2-24-16,-6-3-76 0,1-8-44 0,5 2-113 15,2-3 37-15,2 3 156 0,3 3-72 16,4-2 96-16,4 8 52 0,0 0-28 0,8 7-8 16,-1-4 72-1,1 2 8-15,5 0-32 0,2 0 48 0,-2 2-52 16,2-1-60-16,5 1-168 0,0-2-200 15,0 5-28-15,0-3-172 0,-1 2-416 16,-2 0-504-16,-2 4-768 0,2-3-1573 0,-10 2-1007 0,14 1 1628 16</inkml:trace>
  <inkml:trace contextRef="#ctx0" brushRef="#br1" timeOffset="6707.356">7271 14408 2344 0,'0'0'1108'0,"0"0"5880"15,0 0-5583-15,0 0-317 0,0 0-196 16,0 0 476-16,0 0 176 16,0 0-488-16,0 0-376 0,0 0-248 0,0 0-64 15,35 82 100-15,-18-44-76 0,-6 4-52 0,2-1-72 16,-5 0-12-16,-4-3-96 0,-1-3-76 16,1 0-80-16,-4-6-4 0,0-7-108 15,0-3-88-15,0-6-256 16,0-4-184-16,0-9-136 0,0 0-64 0,0 0-232 0,0 0-936 15,0-9-988-15,0-1-2181 16,0 4-503-16,4-10 5272 16</inkml:trace>
  <inkml:trace contextRef="#ctx0" brushRef="#br1" timeOffset="6971.274">7406 14652 220 0,'0'0'9324'0,"0"0"-8160"15,0 0-595-15,0 0 123 0,0 0 588 16,0 0-200-16,0 0-160 15,84-31-88-15,-60 31-152 0,0-3-160 0,12 3-36 16,-1-4-148-16,5 4 192 0,4-3 16 0,4-3-128 16,-4 3-124-16,3-8-72 15,-2 6-72-15,-2-4-24 0,2-2-40 16,-6 3-44-16,1-3-40 0,-5 3-8 0,-3-3-64 16,0 5 24-16,-4 2-52 0,-8 2 4 15,1-2-112-15,-6 4-124 0,-2-3-60 16,-10 3-24-16,5 0-52 0,-8 0-140 15,4-2-148-15,-4-2-388 0,0 1-800 16,0-4-780-16,-4-2-1645 0,-4 2-895 0,0-5 4248 16</inkml:trace>
  <inkml:trace contextRef="#ctx0" brushRef="#br1" timeOffset="7212.326">8135 14372 992 0,'0'0'7340'0,"0"0"-4251"15,0 0-1757-15,0 0-616 0,0 0 224 16,0 0 160-16,0 0-144 0,0 0-308 15,0 0-340-15,0 0-132 0,0 0 60 0,17 7 12 16,-2 3 20-16,2-4-92 16,-2 1-52-16,1 5-16 0,0-2 76 0,-4-1 28 15,0 4-56-15,0-4-68 0,0 4-16 16,-4 0-20-16,-1 3-4 0,2-4-44 16,-5 4-4-16,0 0-60 0,-4 3-248 0,0 0 88 15,0 4-28-15,-13-1-108 0,2 3-116 16,-1 0-108-16,-4 1-20 15,0-4 36-15,-4 3-252 0,-4-2-856 0,0-2-2193 16,1-1-2171-16,2-7 4772 0,-10 3-732 16</inkml:trace>
  <inkml:trace contextRef="#ctx0" brushRef="#br1" timeOffset="11873.252">9478 14490 3928 0,'0'0'316'0,"0"0"3788"0,0 0-1944 16,0 0-551-16,0 0-353 0,0 0-192 15,0 0-4-15,0 0 84 0,0 0-136 16,-72-28-388-16,64 31-276 0,-3 6-120 0,3 1-52 15,-1 6-76-15,5 2 16 16,-3 5-28-16,7 2 4 0,-4 4 36 0,4 0-52 16,0-1 0-16,0 1-60 0,4-3-8 15,-4-8-4-15,4 1-48 0,-1-9 40 16,1-4-76-16,0 0 76 0,1-6 8 16,-1 0 0-16,0 0-52 0,3 0-8 15,-3-2 48-15,4-4-112 16,1-8 40-16,-2-1-28 0,1-7 52 0,5-4-148 0,-6-3-116 15,1-2-108-15,0-1-76 16,-3-4-124-16,2 1-4 0,-3-2-8 16,0 2 28-16,0 0 8 0,-4 1-228 0,0 1 196 15,0-2 296-15,0 0 24 0,0 1 204 16,0-1 64-16,0 2 92 0,0 2-40 16,-4 2 204-16,4 7 156 0,0 0 176 15,0 6-52-15,0 4-40 0,0 2 100 0,0 1-76 16,0 2-116-16,0 4 76 15,0 0-88-15,-4 0 12 0,4 3-92 0,0 0-48 16,0 0 0-16,0 0-76 0,0 0 100 16,-4 0-28-16,4 3 28 0,-3 7-148 0,3-1 60 15,0 7-148-15,0 6-12 16,0 7 12-16,0 9 56 0,0 2-48 16,7 6-8-16,1 7-8 15,5 1-4-15,-6 4-36 0,5 2 36 0,0-3-64 16,0 1 68-16,-4-8-52 0,4-9 8 15,0-6 48-15,-5-5-108 0,6-12 28 0,-5-3-264 16,3-4-160-16,-2-5-192 0,3-4-320 16,-5-2-508-16,6 0-352 15,-5 0-2009-15,3-6-1607 0,-7 0 4676 0,5-4-959 0</inkml:trace>
  <inkml:trace contextRef="#ctx0" brushRef="#br1" timeOffset="12169.14">10107 14287 3820 0,'0'0'1500'16,"0"0"3232"-16,0 0-2671 0,0 0-297 0,0 0-296 15,0 0-436-15,0 0-172 16,0 0-116-16,0 0-400 0,-75 38-184 0,67-16-36 15,4 3 36 1,0 11 24-16,4-1-12 0,0 3-24 0,0 3-48 0,4 1-16 16,4-1-84-16,0 0-8 0,0-3-52 0,4-4-12 15,-4-5-64-15,4-10-284 0,0-2-36 16,-4-9-100-16,3-1-276 0,6-7-512 16,-6 0-400-16,10-9-1265 0,-6-8-3003 15,-2 5 3000-15,6-16 1448 0</inkml:trace>
  <inkml:trace contextRef="#ctx0" brushRef="#br1" timeOffset="12366.727">10382 14372 28 0,'0'0'1420'0,"0"0"6704"16,0 0-5867-16,0 0-393 0,0 0-168 16,0 0-288-16,77 83-228 0,-58-54-48 15,1-1-236-15,1 1-308 0,-2 0-212 16,-3-4-168-16,-4 4-208 15,4-4-36-15,-4-2-100 0,-5-5-340 16,1-1-328-16,-3-6-156 16,3-4-52-16,-1 0-444 0,1-7-828 0,-3 0-620 0,3-7-2237 15,-4 0-327-15,-1-7 5352 0</inkml:trace>
  <inkml:trace contextRef="#ctx0" brushRef="#br1" timeOffset="12534.723">10685 14414 3360 0,'0'0'1292'15,"0"0"5441"-15,0 0-5501 0,0 0-632 16,0 0 116-16,0 0 496 0,-71 70 36 0,51-42-216 16,3 4-360-16,-2 1-228 0,3-5-136 15,-4 3-124-15,4-2-184 0,-3-4 0 0,2 1-112 16,1-3-380-16,4-4-348 16,1-5-244-16,2 0-552 0,5-4-908 15,-4-4-2037-15,8 0-1803 0,-3-3 6280 0</inkml:trace>
  <inkml:trace contextRef="#ctx0" brushRef="#br1" timeOffset="13141.833">9845 14766 1748 0,'0'0'1068'0,"0"0"-860"0,0 0 4988 16,0 0-3384-16,0 0-343 0,0 0-277 0,0 0-80 15,0 0-12-15,0 0-268 0,0 67-312 16,0-41-120-16,0 5-4 0,4 4 28 16,0 1-64-16,0 5-40 0,-1 3-60 15,1 3-100-15,0 1-100 0,-4 0-60 16,0 0 0-16,0-4-8 0,0-2-76 15,0-4 20-15,0-10-8 0,0-6-28 16,0-9-48-16,0-7-124 0,0-3-260 16,0-3-264-16,0 0-136 0,0-3-228 0,0-3-468 15,0-7-789-15,0-2-875 0,0-4-2328 16,0 3 5556-16,0-16-952 0</inkml:trace>
  <inkml:trace contextRef="#ctx0" brushRef="#br1" timeOffset="13407.655">9845 14951 3056 0,'0'0'276'0,"0"0"-264"16,0 0 4652-16,0 0-3072 16,0 0-532-16,0 0 9 0,0 0 83 0,0 0-132 0,0 0-156 15,0 0-172-15,0 0-88 16,71-26-64-16,-59 26-180 0,-7 4-72 16,3-1-76-16,-1 3-28 0,-3 0-72 0,0 1-36 15,-4 0 36-15,4 1-60 16,-4 5-48-16,0 4-8 0,-4-2 4 15,-4 1 0-15,1 0-60 0,-1 0-104 16,-5-1 4-16,2-2-12 0,2 0-40 16,-3-1-64-16,5-5-60 0,-1 3-64 0,-1-7-68 15,5 0-84-15,1-1-144 0,-5-2-280 16,4 0-608-16,-5-2-1697 0,5-4-4091 16,-7-4 7164-16</inkml:trace>
  <inkml:trace contextRef="#ctx0" brushRef="#br1" timeOffset="14140.844">10981 14649 2388 0,'0'0'636'15,"0"0"4528"-15,0 0-3168 0,0 0-359 0,0 0-229 16,0 0-76-16,0 0-160 15,19 67-204-15,-15-48-320 0,-4 4-216 16,0-2-132-16,0 2-128 0,0-4-100 0,0 0-72 16,0-4-48-16,-4 2-64 15,4-2-160-15,-4-2-408 0,4-4-168 16,0-5-188-16,0-4-200 0,0 0-780 0,0-13-2025 16,8 3-1443-16,1-18 4220 0</inkml:trace>
  <inkml:trace contextRef="#ctx0" brushRef="#br1" timeOffset="14624.294">11215 14436 820 0,'0'0'4232'0,"0"0"724"0,0 0-3383 0,13 73-101 16,-13-43-176-16,4 1 68 0,-1 1-96 16,1-1-312-16,-4-5-376 0,0-4-404 15,4-3-176-15,0-5-172 0,-4-10-28 16,8 0-8-16,-3-4-128 0,2 0-24 15,5-8-72-15,4-9-132 0,-4-6 24 16,4-2-64-16,-4 0 24 0,-1-1 72 16,2 0 192-16,-1 5 164 0,0 2 76 0,-4-1 76 15,3 8 4-15,2 2 8 0,-2 4 176 16,1 3 232-16,1 3 48 0,2 0 36 16,-2 3-24-16,-2 6-128 0,6 7-72 0,-2 0 44 15,-2 3-88-15,2 7 76 16,1-1 48-16,-4 10 24 0,0 0-4 0,0 7 4 15,-4 2-16-15,-4 3 0 16,0 4-84-16,-1 0-76 0,-3 3-48 0,0-3-52 16,0-1-8-16,-3 2-52 0,-5-5 36 15,0-3 0-15,-1-2 16 0,2-8-4 16,-1-4-24-16,0-5 4 0,0-3-64 16,-4-7 36-16,4-2-44 0,-4-3-4 0,4-8 0 15,-4 3-160-15,0-5-84 16,0 0 16-16,-4 0-8 0,0-7-8 0,0-3-108 15,-3-8 44-15,2-6-124 0,-2-1 24 16,3-6-108-16,0-1-56 16,4-3-112-16,4 4-488 0,0-5-572 0,4 5-908 0,4 2-1945 15,0 7-859-15,0-10 5300 0</inkml:trace>
  <inkml:trace contextRef="#ctx0" brushRef="#br1" timeOffset="14885.407">12001 14268 4164 0,'0'0'7237'0,"0"0"-5865"15,0 0-240-15,0 0 148 0,86 57-48 0,-65-38-136 16,-5 3-340-16,3 3-300 0,-6 5-136 15,2 1-124-15,-7 4-72 0,-3 6-120 16,-5 1-4-16,0 2-100 0,-5 1-208 16,-7-4 28-16,-3 0-104 0,-1-5-60 15,0-2-116-15,0-5-72 0,-1-10-300 0,2-4-416 16,7-2-1000-16,-4-7-2117 0,4-6-1599 16,0 0 5972-16</inkml:trace>
  <inkml:trace contextRef="#ctx0" brushRef="#br1" timeOffset="15114.601">12586 14395 5184 0,'0'0'7953'0,"0"0"-6125"0,0 0 8 15,76 16 108-15,-52-13-288 16,0 1-452-16,4-4-427 0,0 0-353 15,-1 0-216-15,5 0-148 0,-1-4-60 0,-3-2 0 16,-3-4-352-16,-5 3-364 0,-9 5-181 16,-3-1-191-16,-8 3-420 0,0 0-1676 15,-4 5-3361-15</inkml:trace>
  <inkml:trace contextRef="#ctx0" brushRef="#br1" timeOffset="15317.256">12554 14735 3188 0,'0'0'1432'0,"0"0"4580"0,0 0-3267 16,0 0-961-16,0 0-24 0,0 0-160 15,0 0-360-15,0 0-140 0,104 12-360 16,-76-18-339-16,3-3-145 0,1-5-100 16,0 0-156-16,-4-3-144 0,4 2-100 15,-4 2-97-15,0 3-35 0,-4 1-464 16,-1 2-432-16,-3 4-780 0,-8 0-2804 15,4 3-3461-15</inkml:trace>
  <inkml:trace contextRef="#ctx0" brushRef="#br1" timeOffset="28656.228">13849 14277 6232 0,'0'0'4012'0,"0"0"-2595"0,0 0-597 16,0 0-16-16,0 0 368 0,0 0 212 15,0 0-192-15,0 0-296 0,0 0-416 0,0-6-260 16,16 19 312-16,0 6 188 15,3 6-316-15,6 7-60 0,-5 6-100 16,4 0-52-16,-1 7-44 0,1-1-40 16,0 1-32-16,-3 3-76 0,2-7-52 15,-3 0-32-15,-5-6 12 0,2-6-52 0,-1-10-240 16,-4-6-160-16,-1-7-124 0,-2-6-28 16,3 0-300-16,-5-6-872 0,1-4-1956 15,1 1-2189-15,-9-14-238 0</inkml:trace>
  <inkml:trace contextRef="#ctx0" brushRef="#br1" timeOffset="28858.14">14231 14436 6796 0,'0'0'2672'0,"0"0"-391"0,0 0-1189 16,0 0-404-16,0 0 352 0,0 0 108 16,0 0-204-16,0 0-136 0,-84 80-312 15,65-45-276-15,-5 3-72 16,4 6-84-16,-3 0-64 15,-2-3-52-15,5-1-168 0,0-7-100 16,4-3-304-16,5-8-296 0,6-3-392 0,1-7-620 0,4-7-893 0,0-3-1171 16,0-2-444-16,0-2 3332 0,9-15 704 15</inkml:trace>
  <inkml:trace contextRef="#ctx0" brushRef="#br1" timeOffset="29050.544">14387 14539 208 0,'0'0'2532'16,"0"0"4568"-16,0 0-5475 0,0 0-229 16,0 0 308-16,84-7 36 0,-60 7-408 0,-1-4-380 15,9 1-300-15,-4-4-236 16,4-2-168-16,-1 3-116 0,-3-4-132 0,4-2-60 16,-4 2-76-16,0 1-180 15,0-4-288-15,-4 0-196 0,0 4-356 16,-8-4-740-16,0 7-2289 0,-8 0-2143 0</inkml:trace>
  <inkml:trace contextRef="#ctx0" brushRef="#br1" timeOffset="31459.393">13215 14172 9292 0,'0'0'1432'16,"0"0"-787"-16,0 0-233 0,0 0 0 0,0 0 148 15,0 0-20-15,0 0-96 0,0 0 1100 16,0 0-652-16,0 0-288 0,56 17-96 16,-40-1-24-16,-4 0-52 0,4 9-24 15,0 3-112-15,-4 5-184 0,0 4 24 16,0 5-88-16,-1 5-48 0,-2 7 0 16,-5 3-8-16,4 4-140 0,-1 2 48 0,2 1-144 15,-1-5-264-15,0 2-108 16,-1-6-132-16,2-8-4 15,2-3-152-15,-3-9-312 0,-4-6-572 16,5-10-853-16,-2 0-1907 0</inkml:trace>
  <inkml:trace contextRef="#ctx0" brushRef="#br1" timeOffset="32092.628">16527 13823 1188 0,'0'0'8228'0,"0"0"-6912"0,0 0-527 15,0 0-73-15,0 0 192 0,-80 32 148 0,68-22-96 16,3-1-180-16,2 4-224 0,-1 6-56 16,4 3 8-16,0 10-36 0,-1 3-64 15,2 13-64-15,-1 3-36 0,4 6 60 0,0 3-124 16,0 6-192-16,0 4-4 16,0 1-44-16,0 1 4 0,0-2 64 15,0 0-72-15,0-3-8 0,0-6-40 16,0-5-76-16,0-5-108 0,4-7-196 15,-4-6-80-15,0-6 4 0,3-3-16 16,-3-13-64-16,5-3-260 0,-1-10-576 0,0-3-1424 16,-4-13-2337-16</inkml:trace>
  <inkml:trace contextRef="#ctx0" brushRef="#br1" timeOffset="32792.56">15052 14265 7160 0,'0'0'1804'16,"0"0"573"-16,0 0-1441 0,0 0-4 0,0 0 328 15,0 0-276-15,0 0-296 0,0 0-144 16,-28 86-144-16,40-42 20 0,1 1 52 16,-2 5-140-16,6 1-172 0,-2-6-60 15,1-4-100-15,0-9-144 0,4-7 44 0,-4-12-36 16,4-10-108-16,0-6 168 0,-1-10-12 16,2-6-184-16,-2-10-164 0,1-2 64 15,0-4-4-15,-8-3 112 0,4 6 24 16,-4 0 88-16,0 4-48 0,-4 6-88 15,4 2 236-15,-4 11-88 0,0 6 28 16,0 3 112-16,0 3 12 0,-1 13 392 0,-2 6-40 16,7 3-76-16,-4 7 120 0,-1 0-160 15,2 5-24-15,-1 5 0 16,-1-1-24-16,-3 7 84 0,-4 0 52 16,0 3-76-16,0-1 24 0,-4 1-48 0,1-3 20 15,-1-1-36-15,-8-12-36 16,7 0-36-16,-6-10 88 0,3-6 32 0,-5-3 208 0,-2-6-136 15,-1-4-60-15,0-6-60 16,-4 0-208-16,1-6 72 0,-6-4-84 0,1 1-4 16,0-4-80-16,-8-2-108 15,1-5 20-15,-1 1-208 0,0-3-316 0,0 0 72 16,4 3-16-16,4 0-224 0,8 0-192 0,9 3-580 16,2 4-960-16,5-2-2377 15,5-2-2482-15</inkml:trace>
  <inkml:trace contextRef="#ctx0" brushRef="#br1" timeOffset="33314.795">16862 14652 8520 0,'0'0'120'0,"0"0"2605"15,0 0-1725-15,0 0 76 0,0 0 168 16,0 0 112-16,27 89-364 15,-19-51-124-15,-4 13-236 0,0 6-16 0,0 7 180 16,0 12-296-16,0 4-292 0,-1 2-200 16,-3 3-4-16,0-1-4 0,0-2-72 0,0-3 20 15,0-2 44-15,0-14-40 0,0-10 0 16,0-9 36-16,0-14-136 16,5-11 16-16,-5-13-200 0,4-6-244 15,0-3-12-15,0-14 44 0,-4-8-188 0,0-10-152 16,4-9-512-16,-4-3-560 15,0-7-741-15,-4 9-151 0,-8-28-1404 0</inkml:trace>
  <inkml:trace contextRef="#ctx0" brushRef="#br1" timeOffset="33567.929">16834 14796 5532 0,'0'0'5056'0,"0"0"-4243"0,0 0-377 15,0 0 180-15,0 0 240 0,0 0 44 0,86-52-188 16,-69 47-284-16,3 1-64 0,-1 1-40 15,2 3-128-15,-6 0-188 0,2 3 72 16,-2 1 8-16,-2 4 12 0,-6 3-48 16,-3 3 8-16,0 3-48 0,-4-1 40 0,-4 6 60 15,-7 0-108-15,-2 1 32 16,-2 2-36-16,-6-3-124 0,2-3 12 0,-1 1-64 16,-4-6-240-16,4 0 92 15,-4-2-56-15,4-5-148 0,1 2-180 16,-6-5-288-16,5-1-452 0,0 0-873 0,5-3-1759 15,-17 0-1143-15</inkml:trace>
  <inkml:trace contextRef="#ctx0" brushRef="#br1" timeOffset="35941.317">14020 15516 248 0,'0'0'732'15,"0"0"7196"-15,0 0-6612 0,0 0-527 16,-19 63 175-16,23-37 340 0,7-1-20 15,6 1-440-15,2-3-264 0,5 2-164 16,0-6 20-16,0-4 12 0,-1 1 112 16,2-7-40-16,-1 1-252 0,-4-4-80 15,-1-2-128-15,-2-1-60 0,-2-3-12 0,-2 0-48 16,-2-7-4-16,1 1-8 0,0-4 8 16,-4-2-20-16,4-8-76 0,0 1 24 15,4-2 124-15,0-5-64 0,4 4 4 16,-4 0-52-16,4 6 72 0,3 2 16 0,-3 2 24 15,4 6 24-15,1 3 0 0,-2 3-12 16,1 3-12-16,0 3 12 16,0 6 8-16,-5 5 128 0,2-1-132 0,-1 0 0 0,-5 0 44 15,-2 2-44-15,-1-1-4 16,-1-4-108-16,-6-5 44 0,3-1-48 0,-5-3-36 16,-3-4 60-16,4 0 28 15,0-7 24-15,4-3 36 0,1 2 112 16,2-11-52-16,6-1-12 0,2-2-48 0,5 0 88 15,4-4-88-15,4 7-48 16,0 0-4-16,3 5-32 0,-3 10-4 16,4 0 64-16,1 4-28 0,-6 0 104 0,1 0-40 15,0 4 0-15,-4-2-4 0,4 0-8 16,-9-2-8-16,1 0 8 0,0 0 0 16,-8-2 0-16,0-4-24 0,0 0-312 0,-8-5-288 15,0 6-296-15,0-2-556 16,-4 0-860-16,-4 5-1845 0,-8 2-2951 0</inkml:trace>
  <inkml:trace contextRef="#ctx0" brushRef="#br1" timeOffset="36474.658">14673 16316 7460 0,'0'0'1520'0,"0"0"-988"0,0 0-184 0,0 0 296 15,-32 70 401-15,29-45-249 0,-5 7 36 16,4-1-172-16,4 5-24 0,0 2-104 15,4 7 120-15,7 2-112 0,2 0-100 16,2 4 36-16,6-3-152 0,-1-4-40 0,3-9-88 16,1-7-196-16,4-9-4 15,-8-12-44-15,5-7-100 0,-2-9 48 0,-3-14 100 16,4-5 124-16,-1-10-116 0,-2-3-8 16,-5-8-12-16,-1 2-260 15,-2-3-52-15,2-4 0 0,-7 3 12 0,5 1 8 16,-6-5 28-16,-3 4 52 0,0 4 96 15,0 2 80-15,-4 4 36 16,0 6 12-16,-8 7 88 0,-3 5 100 0,-2 7-140 16,1 7 204-16,1 3-12 0,-2 6 88 15,2 0-20-15,-2 3-32 0,-2 9 8 16,2 6-12-16,-2 6 40 0,-2 7-64 0,2 1-40 16,-1 9 0-16,0-2-144 0,0 1-52 0,4-1-12 15,-4-4-88-15,4-4-20 16,4-1-188-16,-4-9-388 0,4-2-120 15,0-3-64-15,8-7-176 0,-3-2-428 0,3-7-820 16,0 0-1725-16,0-14-543 0,0 0 2464 16</inkml:trace>
  <inkml:trace contextRef="#ctx0" brushRef="#br1" timeOffset="36616.137">14765 16456 1580 0,'0'0'1132'0,"0"0"-504"16,0 0 2196-16,0 0-612 0,0 0-956 16,0 0-96-16,0 0 37 0,0 0-249 15,0 0-372-15,0 0-336 0,68 89-12 0,-68-54-24 16,0 0 24-16,0 2-88 15,0 2 48-15,0-4-36 0,-3 0-112 16,-2-7-40-16,1-2-152 0,0-7-192 0,4-4-596 16,-4-5-220-16,4-7-449 15,-4-3-887-15,0 0-2624 0,4-10 2636 0</inkml:trace>
  <inkml:trace contextRef="#ctx0" brushRef="#br1" timeOffset="36740.258">14905 16763 4788 0,'0'0'1396'0,"0"0"4373"16,0 0-4273-16,95 23-520 0,-59-13 172 15,0 2-316-15,4-2-444 0,-4 2-388 16,4-2-24-16,-1 2-64 0,2-2-352 16,-6 3-452-16,1-1-488 0,-12-1-1112 15,4 8-3057-15</inkml:trace>
  <inkml:trace contextRef="#ctx0" brushRef="#br1" timeOffset="46080.803">20618 8071 4700 0,'0'0'9593'0,"0"0"-8253"15,0 0-900-15,0 0 124 16,0 0 444-16,0 0 288 0,0 0-436 0,0 0-308 15,-40 9 32-15,48 17-172 0,8 4 16 16,0 16-99-16,4 4 35 0,0 11-76 0,4 9-116 16,0 5-88-16,-4 12 44 0,0 5-128 15,-4 6-84-15,0 0-36 16,-4 4-4-16,-1 0-32 0,-2-7 48 0,2-6 36 16,-3-10-100-16,5-12 64 0,-9-13-76 15,3-19-93-15,-3-14-39 0,0-14-220 16,1-9-184-16,-5-21-40 0,0-12-188 15,0-12-300-15,0-14-220 0,-5-11-884 16,-3 14-2473-16,-16-40-2859 0</inkml:trace>
  <inkml:trace contextRef="#ctx0" brushRef="#br1" timeOffset="46332.462">20623 8086 6048 0,'0'0'4901'0,"0"0"-4269"16,0 0-504-16,32-67 884 0,-21 49 184 15,9 2 44-15,0 3-384 0,4 4-300 16,4 2-172-16,0 7 40 0,0 0 96 0,0 4-196 16,-4 8-56-16,-1 4-32 0,-3 3-88 15,-8 3-24-15,0 6-4 0,-4 5-8 0,-8 2 48 16,0 3-24-16,-8 3 48 16,-4 0-124-16,-4 4-48 0,-4-4 124 15,-4-3-52-15,5-3-84 0,-5-7-232 0,-1-5-196 16,6-10-100-16,-5-5-116 15,4-8-84-15,-8 0-384 0,4-5-524 16,1-9-1040-16,-2 2-2029 0,-3-13-1515 0</inkml:trace>
  <inkml:trace contextRef="#ctx0" brushRef="#br1" timeOffset="47069.238">21029 7664 5928 0,'0'0'4360'0,"0"0"-2675"0,0 0-825 0,0 0 220 15,0 0 36-15,0 0-224 16,0 0-388-16,0 0-164 0,75-60-80 0,-58 57-36 15,-6-1 0-15,2 4-64 0,-6 0-72 16,5 13-84-16,-4 3 0 16,0 7 204-16,-4 6-204 0,4 1 76 0,-4 5 56 15,0 4-128-15,-4-4-4 0,3-3-4 16,-3-3 8-16,0-8 68 0,5-5-76 16,-5-6 0-16,4-7-124 0,-4-3-88 0,0 0 52 15,4-3-36-15,0-11-92 16,0-1-48-16,0-7-160 0,-1-7-300 15,-3 1-492-15,0-4-520 0,0 7-829 0,0-13-2531 16</inkml:trace>
  <inkml:trace contextRef="#ctx0" brushRef="#br1" timeOffset="47252.162">21061 7334 8536 0,'0'0'1824'0,"0"0"-691"0,0 0 723 15,0 0 136-15,0 0-536 0,0 0-500 16,0 0-176-16,0 0-412 0,79-60-172 16,-55 44-196-16,-4 3-156 0,4 0-384 0,-1 0-276 15,5 4-404-15,-7 3-1128 16,7-4-3565-16</inkml:trace>
  <inkml:trace contextRef="#ctx0" brushRef="#br1" timeOffset="47831.882">21826 8301 5412 0,'0'0'6077'0,"0"0"-4145"0,0 0-560 16,0 0 52-16,0 0-104 0,0 0-180 15,0 0-328-15,0 0-276 0,0 0-120 0,0 0 84 16,0 0 96-16,32 46-183 16,-8-43-181-16,-1 0-52 0,5 0-20 0,4-3-40 15,12 0-48-15,0 0 36 0,8-9-8 16,4-4-76-16,4-3-24 16,3-1 0-16,5-1-4 0,-5-4-68 0,1 4 60 15,-8-1-72-15,-9 5-256 0,-2 1-168 16,-13 7-37-16,-4 3-43 0,-9 0-44 15,1 0-288-15,-12 3-684 0,0 0-1176 16,-4 0-2569-16,-4 0-3491 0</inkml:trace>
  <inkml:trace contextRef="#ctx0" brushRef="#br1" timeOffset="48457.9">22324 7426 4940 0,'0'0'5184'0,"0"0"-3483"0,0 0-641 16,0 0 88-16,0 0 64 0,0 0-152 0,-84-41-236 16,68 38-280-16,4 3-96 0,0 0 56 15,0 6 28-15,0 6-176 16,4 12-64-16,-4 6 28 0,4 5 20 0,4 10 64 15,-3 6 56-15,3 2-68 0,0-2-127 16,4 1-129-16,0-5-76 0,0-11-60 16,0-11-4-16,0-10-56 0,4-5-12 0,3-6-40 15,1-4 3-15,0 0 1 16,1-7-4-16,6-7 40 0,-7-5-60 16,8-2-76-16,-4-8-24 0,0 1-24 0,0-1-12 15,0-3 48-15,0 1 84 0,-4 1 40 16,8 5-16-16,-8 3 64 15,3 0 48-15,2 6-12 0,-5 6 4 0,-1 1 8 16,2 3 4-16,-5 6 132 16,0 0 48-16,0 0-16 0,3 3-32 0,-3 7 12 15,0 2 44-15,1 4-56 0,-1 6 20 16,-4-3-44-16,0 3 8 0,4 0-108 16,-4-5-12-16,3-5-96 0,1 1-64 0,4-6-68 15,5-2-4-15,-2-2 0 0,9 4-52 16,5-7-180-16,1 0-76 0,2 0-248 15,8 0-588-15,5 0-712 0,-13 0-1060 16,23-3-3689-16</inkml:trace>
  <inkml:trace contextRef="#ctx0" brushRef="#br1" timeOffset="49281.668">22412 8497 8172 0,'0'0'2408'15,"0"0"-623"-15,0 0-417 0,0 0-40 0,0 0 144 16,0 0-412-16,35 88-244 16,-27-49-92-16,0 5-96 0,0 3-80 15,0 7-20-15,-4 1-44 0,-4 1-144 0,0-2-180 16,0 0-111-16,0-10-49 0,0-2-61 15,0-13-99-15,0-7 16 16,0-9 48-16,0-10-88 0,0-3-48 0,4 0-72 16,3-7 168-16,6-9 136 0,-5 1 184 15,8-8-148-15,-4 5-24 16,3-1-24-16,2 2-48 0,-1 4 0 0,3 4 60 16,2 2 44-16,-2 4 16 0,5 1 64 15,-4 2-76-15,-4 0 24 0,0 0-24 0,-4 2-48 16,0 5 8-16,-4-4 80 0,-4 3-16 15,-4 1 24-15,0 0 64 0,0-2-16 16,-4 4-60-16,-4-2-84 0,-4 3-56 16,0-3-52-16,-4-1-76 0,0-3-32 15,-4 2-128-15,5-1-32 0,-6-1-152 16,1-3-204-16,-3 0-244 0,-1 0-512 0,0-7-728 16,8 2-1741-16,-12-9-1679 0</inkml:trace>
  <inkml:trace contextRef="#ctx0" brushRef="#br1" timeOffset="55905.66">19367 6670 11777 0,'0'0'1688'0,"0"0"-988"15,0 0-156-15,0 0 688 0,0 0 48 16,0 0-204-16,0 0-396 16,-59 80-264-16,47-48-24 0,3 3 12 0,2 0 84 15,-1 2-172-15,4 5-108 16,4-1-100-16,-5 4-104 0,5-3-4 0,0-2-36 15,0-11 36-15,9-4 0 0,-1-9 0 16,-1-3-12-16,2-7-84 0,3 0 36 16,-5-6-28-16,6 0-20 0,-2 0-100 0,1-6-84 15,-3-4-88-15,2-2-132 0,1-1-152 16,0-6-260-16,-4 2-356 0,-4 3-636 16,-4-3-744-16,0 11-2065 0,-4-3 261 0</inkml:trace>
  <inkml:trace contextRef="#ctx0" brushRef="#br1" timeOffset="56059.162">19248 6985 7736 0,'0'0'2500'0,"0"0"-815"0,0 0-417 16,0 0-24-16,0 0-32 0,0 0 4 0,0 0-220 15,0 0-504-15,0 0-72 0,0 0 72 0,0 0-76 16,67 9-244-16,-43-9-168 0,4 0-4 16,0-6-340-16,4-7-276 15,0-3-172-15,4 0-440 0,-1-5-672 16,-10 5-2993-16,10-13-3711 0</inkml:trace>
  <inkml:trace contextRef="#ctx0" brushRef="#br1" timeOffset="56508.496">19861 6522 184 0,'0'0'12057'0,"0"0"-10397"0,0 0-1088 15,0 0 236-15,0 0 448 16,0 0-148-16,0 0-132 0,-80 31-248 0,73-6-288 15,-1 1 12-15,0 9-12 0,3 3 72 16,-2 2-184-16,3 9-60 0,0-2-99 16,0 4-69-16,4 0-96 0,-4-3 4 15,-1-4 4-15,5-2 0 0,0-11-12 16,9 0-72-16,-1-8-12 0,3-4 80 16,6-6-4-16,3-4-89 0,-1-9-11 0,5 0-28 15,4-9 4-15,4-10-124 0,4-6-48 16,0-8-184-16,-1-4-112 15,-3-5-76-15,1 1-136 0,-6-4-188 16,-3 5-268-16,-4-2-252 0,0 4 224 0,-8-3-344 16,-4 2 607-16,-4 1 273 0,-4 0 320 15,0 3 428-15,-8 3 12 0,0 4 708 16,-4 6-72-16,0 6 817 0,1 6-125 0,2 8-120 16,1-2 76-16,-3 4-96 0,-2 4-256 15,2 4-340-15,-6 9-88 0,2 2-64 16,-6 9 64-16,6 4 56 0,-5 3-108 15,-1 0-52-15,2 10-108 0,-1-4-135 16,0 0-157-16,0 3 0 0,0 0-132 0,-4-2-341 16,5-1-319-16,-2-6-116 15,6-10-96-15,2-1-308 0,10-16-568 0,-1-4-1128 16,0-4-3209-16</inkml:trace>
  <inkml:trace contextRef="#ctx0" brushRef="#br1" timeOffset="56806.623">19940 6785 548 0,'0'0'12233'0,"0"0"-10377"0,0 0-1288 0,0 0 212 16,-3 74 868-16,-5-47-216 0,0 2-108 15,-4 3-532-15,0-4-524 16,1 4-196-16,2-7-68 0,-3 4-4 0,5-4-160 16,-1-2-388-16,-5-1-280 0,9-6-204 0,1 0-312 15,3-7-380-15,0-6-296 16,0-3-372-16,3-6-425 0,5-4 77 15,5-6-88-15,-6-3 896 0,9 1 1932 0,-4-2 1956 16,4-2-184-16,-4 3 208 0,8 3 228 16,-4 4-115-16,4-1-133 0,0 3-284 15,4 4-152-15,0 0-252 0,4 2-356 16,-5 1-216-16,5 0-196 0,-4 0-164 16,0 3-316-16,0 0-24 0,-1 0-244 15,2 0-588-15,-5 0-576 0,-5 0-620 0,2 3-2144 16,-6 3-3233-16</inkml:trace>
  <inkml:trace contextRef="#ctx0" brushRef="#br1" timeOffset="66640.663">25447 7936 3584 0,'0'0'0'16,"0"0"192"-16,0 0-60 0,0 0 3032 0,0 0-1076 16,0 0-728-16,0 0-355 0,0 0-29 15,0 0-32-15,0 0-44 0,0 0-216 16,-19-43-156-16,19 43-24 0,0-4-28 15,-4 1-76-15,4 3-124 0,-5-3-68 16,5 0-44-16,0 1-4 0,0-2-48 0,0 1 48 16,0 0 0-16,0-1 12 0,-4-3-20 15,4 7 32-15,0-3 12 16,0 1 12-16,0 2 12 0,-4 0 16 0,4-3-28 16,0 3-24-16,0-4-40 0,-4 4 28 15,4 0-60-15,0 0-16 0,-3-2-36 16,3 2 4-16,0 0-4 0,0-5-12 15,0 5 0-15,-4 0 0 0,4 0-40 16,0-2 44-16,0 2 20 16,-4 0-24-16,-1 0 0 0,1 0-48 0,0 0-44 15,-7 2-28-15,-2 5 24 0,2 5-28 0,-5 5 68 16,0 5-40-16,4 4 48 16,4 2 68-16,-4 4-4 0,4 3-4 0,0 2-60 15,4-1-8-15,0-1-4 0,4-7 0 0,0-6 12 16,0-6-8-16,8-6-80 15,0-4-20-15,0-6 36 0,7 0 72 16,2-3-8-16,3-7-116 0,-5-6-168 0,6-2-64 16,-2-1-24-16,1-4 112 15,-3 1 120-15,2 0 0 0,-6-1 36 0,-2 4-48 16,1 4 160-16,-4-1-8 0,-4 6 8 16,0 1 0-16,-4 5 52 0,0 4-52 15,4 0 0-15,-4 4 72 0,4 5-12 16,0 4 176-16,1 2-64 0,2 9 48 0,5 1 12 15,0 3-108-15,-4-2 108 16,8 2-96-16,0-6-136 0,-1-3 0 16,6-6-52-16,3 0-168 0,4-6-304 0,0-7-264 15,4 0-104-15,-4 0-376 16,3-5-888-16,-4-1-2273 0,-6 0-2215 0,10-7 3660 0</inkml:trace>
  <inkml:trace contextRef="#ctx0" brushRef="#br1" timeOffset="69851.275">26120 8101 1228 0,'0'0'3168'0,"0"0"912"0,0 0-2348 15,0 0-467-15,0 0 3 0,0 0 324 16,0 0-156-16,0 0-192 0,0 0-228 0,0 0-312 16,4 5-188-16,-4 4-48 0,-4 10-64 15,-3 0-184-15,-1 6-124 0,-1 1-24 16,-2-1-72-16,3 3-48 15,-1-5-84-15,-2-2-176 0,3-4-244 0,4-1-184 16,0-7-40-16,0-2-92 0,0-7-300 0,4 0-776 16,0-7-2489-16,0 2-2227 15,8-21 4648-15</inkml:trace>
  <inkml:trace contextRef="#ctx0" brushRef="#br1" timeOffset="70240.105">26504 7747 3124 0,'0'0'68'16,"0"0"1768"-16,0 0 1000 0,0 0-828 15,0 0-395-15,0 0-177 0,0 0-304 16,0 0-196-16,0 0-80 0,0 82-112 16,0-59 52-16,0 3-64 0,0 4-312 15,0 9-40-15,0 2 76 0,3 9 20 0,1 11-108 16,0 6-64-16,0 5-108 0,-4 5-184 16,0 2 88-16,0 1-100 0,0-4 0 0,-4-6-88 15,0-14-20-15,4-4 32 0,0-14-8 16,0-10 84-16,0-5-84 15,0-11-40-15,0-3-168 0,0-4-112 0,4-5-136 16,-4 0-188-16,4-14-124 0,0-2-360 16,4-6-376-16,-4-9-804 0,0-11-2329 0,0 11-1571 15,0-24 6188-15</inkml:trace>
  <inkml:trace contextRef="#ctx0" brushRef="#br1" timeOffset="70758.372">26579 7832 2480 0,'0'0'8172'16,"0"0"-7191"-16,0 0-817 15,0 0 376-15,0 0 620 0,0 0-204 0,0 0-516 16,0 0-312-16,0 0-116 0,0 0 88 16,0 0 0-16,56-22-88 0,-45 31 92 15,-3-2 44-15,1-1-32 0,-5 5 48 0,3-9-156 16,-3 5-8-16,0-2-16 0,1-5 16 15,-1 4 0-15,0-1 8 16,-4 1-8-16,0-4 4 0,0 0 4 0,0 0 0 16,0 0-8-16,0 0-12 0,0 0-4 15,0 0 16-15,0 0 64 0,0 0-64 16,0 0-12-16,0 0-100 0,0-4 12 0,0 4-40 16,0-3 52-16,-4-1 36 0,0 4-20 15,-1-3 64-15,1 3 8 0,4-2 8 16,-4 2 0-16,0 0 40 0,4 0-48 15,-3 0 8-15,3-3 56 0,0 3-52 16,0 0 76-16,0 0-76 0,0 0 64 16,0 0-24-16,0 0 24 0,0 0 12 15,0 0 48-15,0 0-12 0,0 0 4 0,0 0-76 16,3 3 0-16,1 2 96 16,4 9 240-16,1 1-12 0,-2 5-4 0,-3 2 12 15,0 3-28-15,0 4-120 0,-4-1-40 16,0-2-84-16,-8 2-4 0,1 1-92 15,-1-7 56-15,-5-3-72 0,2 0-60 16,-2-6-140-16,2-4-204 16,-10-2-228-16,2-1-136 0,-9-6-276 0,0 0-668 15,-8 0-1308-15,-4-6-2817 0,13 2 470 16,-18-2 5367-16</inkml:trace>
  <inkml:trace contextRef="#ctx0" brushRef="#br1" timeOffset="71189.669">24543 7699 8624 0,'0'0'2096'0,"0"0"-935"16,0 0-229-16,-24 70 216 0,20-38-172 16,-4-1-236-16,8 8-144 0,-4 5-260 15,4 4-100-15,0 6-96 16,0 5-128-16,0 6 40 0,4 1-52 0,0 1-72 0,4-7-68 16,4-3-132-16,0-5-184 15,3-12-32-15,-2-5-40 0,6-10-120 0,1-8-240 16,8-2-992-16,0-8-2073 0,0-4-863 15,16-3 2180-15</inkml:trace>
  <inkml:trace contextRef="#ctx0" brushRef="#br1" timeOffset="71477.222">27157 7543 2480 0,'0'0'2044'15,"0"0"3804"-15,0 0-4867 0,0 0 47 16,95 64 564-16,-71-42-112 0,0 3-412 16,0 7 28-16,-4 0 176 0,-8 0-644 0,-4 3-420 15,-4-3-172-15,-4 5-36 0,-9 5-48 16,-6 3 0-16,-5 2 44 0,-8 1-176 15,-4-1-260-15,-8-2 32 0,1-1-48 16,-6-3-284-16,-2 1-688 0,-5-4-1340 16,0 3-2801-16,12-15-1639 0,-31 15 7104 0</inkml:trace>
  <inkml:trace contextRef="#ctx0" brushRef="#br1" timeOffset="72070.535">25080 9232 888 0,'0'0'5976'0,"0"0"-1699"0,0 0-2429 16,0 0-412-16,0 0 76 15,0 0-368-15,92-25-412 0,-72 42-240 0,-3 4-144 0,-2 8 20 16,2 9-24-16,-6 0-40 16,-7 4-56-16,4-2 8 0,-4 2-136 15,-4-1-44-15,0 1 12 0,0-5-88 0,0-7-84 16,0-8 84-16,0-6-4 0,0-10 0 16,-4-3 4-16,4-3 0 0,0 0 0 15,0-3-136-15,0-3-12 0,8-1-72 0,0 1 172 16,0-4 36-16,8 3-36 0,0 1-40 15,0 4 16-15,-1 2-40 0,2 0 112 16,-2 0 88-16,-2 2-40 0,-2 1-48 16,1 4 0-16,-3 0 4 0,-2 1 8 15,-3-2 88-15,0 5-28 0,-4-5-72 16,0 1 124-16,0-1-124 0,-8 3 0 16,-3-2-136-16,-6-1-120 0,1-3-64 15,1 0-36-15,-6-3-112 0,6 0-140 0,-5 0-196 16,4-3-340-16,-4-6-648 15,8-1-1112-15,0-7-2009 0,4 9-307 0,8-5 5040 16</inkml:trace>
  <inkml:trace contextRef="#ctx0" brushRef="#br1" timeOffset="72276.748">25933 9506 272 0,'0'0'9280'0,"0"0"-5275"0,0 0-3573 15,0 0-64 1,12 79 556-16,-20-54 284 0,0 1-472 0,-3 2-264 0,2 1-376 16,-2 0-96-16,3-4-60 15,-1-3-164-15,5-3-324 0,4-6-268 16,0-3-352-16,0-8-760 0,0-2-2493 0,0-2-1771 16,0-5 4692-16,0-15 796 0</inkml:trace>
  <inkml:trace contextRef="#ctx0" brushRef="#br1" timeOffset="72555.498">26328 9328 104 0,'0'0'11405'0,"0"0"-10009"0,0 0-812 16,0 66 700-16,0-34 204 15,4 6-404-15,4 4-192 0,0 2-228 0,8 10-100 0,-5 4-160 16,6 5-208-16,-2 6-184 15,-2 5-8-15,-2-2-8 0,-2 5-64 16,-1 2-68-16,-5-3-96 0,-3 3-100 0,0-5 52 16,0 0 132-16,0-11 24 0,0-7 16 15,-3-11 108-15,-1-14 24 0,0-7-24 16,-1-13-68-16,1-4-288 16,4-7-104-16,-4-10-384 0,0-12-320 0,-3-6-1000 15,-2-14-565-15,1-9-1655 0,-3-6-680 0,3 13 5056 16,-12-32-1423-16</inkml:trace>
  <inkml:trace contextRef="#ctx0" brushRef="#br1" timeOffset="72773.052">26308 9509 2752 0,'0'0'8725'16,"0"0"-7661"-16,0 0-576 0,0 0 72 0,87-38 516 15,-62 31-140-15,-5 0-296 0,3 7-252 16,-3-2-200-16,1 2-124 0,-10 0-16 15,5 2-48-15,-8 9-44 0,0-3-68 0,-8 9 36 16,0 2-24-16,-4 3-176 16,-8 7-264-16,-8 0-28 0,0 3-88 0,-8-5 60 15,-4-4 48-15,0-1 24 0,1-6-320 16,-9 0-1473-16,0-7-2827 0,9-2 748 0,-25 2 4388 16</inkml:trace>
  <inkml:trace contextRef="#ctx0" brushRef="#br1" timeOffset="73124.56">24451 9264 272 0,'0'0'7104'0,"0"0"-4488"0,-7 83-1339 0,7-42-325 16,0 10 352-16,7 6 0 0,-3 0-232 15,4 7 20-15,1 2-472 0,-2 4-212 16,-3 3-172-16,4-3-164 15,1 0-72-15,2-4-96 0,5-5 20 0,0-4-172 16,8-8-384-16,4-9-228 16,0-8-160-16,8-10-292 0,3-12-796 0,10-10-2081 0,-14-7-1159 15,29-27 5256-15</inkml:trace>
  <inkml:trace contextRef="#ctx0" brushRef="#br1" timeOffset="73348.84">27372 9166 8688 0,'0'0'9289'0,"0"0"-8157"16,56 77-800-16,-41-44 172 0,-3 12 616 16,-3 3-131-16,-9 0-289 0,0-1-360 15,0 1-184-15,-9 0-96 0,-3-1-60 16,-3 1-60-16,-9 0-216 0,0-1-208 15,-4 2-28-15,-4-5-57 0,0-4-223 16,-4 2-200-16,1-8-904 0,-10 1-2004 16,6-5-1337-16,3-11-1575 0,-20 0 5220 15</inkml:trace>
  <inkml:trace contextRef="#ctx0" brushRef="#br1" timeOffset="74924.509">18156 9528 1384 0,'0'0'976'0,"0"0"5116"0,0 0-4048 16,0 0-575-16,0 0-177 16,0 0 356-16,0 0-324 0,0 0-128 0,0 0-328 15,0 0-240-15,0 0 0 0,24 76 144 16,-16-37-176-16,0 5-172 0,0 6-20 15,-1 7 33-15,-3 0 71 0,5 4-180 16,-1 2-172-16,-4 5-24 0,-1-2-120 16,1 1-12-16,1 0-44 15,-5 2 40-15,0-5-44 0,4-8-36 0,-4-5-108 16,0-9-136-16,4-10 24 0,-4-13 0 16,4-3-109-16,0-9-171 0,-1-5-108 15,1-2-92-15,9-2-448 0,-5-12-920 0,7-5-2024 16,-6 3-2685-16</inkml:trace>
  <inkml:trace contextRef="#ctx0" brushRef="#br1" timeOffset="75756.189">18905 10029 8140 0,'0'0'2652'16,"0"0"-811"-16,0 0-593 0,0 0-72 15,0 0-32-15,0 0-104 16,-35 74-296-16,35-46-252 0,0 7-36 0,3-2 0 0,5 0-76 15,4-1-112-15,-4-6-60 0,4-4-96 16,-1-9 8-16,2-4-48 0,2-2-56 16,2-7-16-16,-2 0-60 0,6-10 48 15,-1-3-256-15,-1-5 0 16,-2-6-148-16,3-1-88 0,-5 0-40 0,2-2-48 0,-6 0 36 16,1 2 8-16,-4 3 48 15,-4 3 156-15,-4 3 344 0,0 0 16 16,-4 6 312-16,-8 1-192 0,0 0 40 0,0 2 160 15,-7 4 64-15,2 3-164 0,2 3-236 16,-6 7-12-16,6-2-88 0,-1 9 12 16,0-4 0-16,4-1-84 0,0-2-128 15,4-1-604-15,3-2-1332 0,2-4-2685 0,3-3-2087 16,0-3 6148-16</inkml:trace>
  <inkml:trace contextRef="#ctx0" brushRef="#br1" timeOffset="76012.966">19283 9646 2948 0,'0'0'104'16,"0"0"7732"-16,0 0-5271 0,0 0-753 0,0 0-580 16,0 0-88-16,0 0-192 0,0 0-240 15,21 91-48-15,-14-56-104 0,1 10-84 16,1 0 12-16,-5 5-3 0,3 7-265 15,-3-2-148-15,0 4-72 0,-4-2-84 16,0 4-48-16,0-4-345 0,0-3-119 16,0-3-36-16,0-7-44 0,0-5-120 0,4-9-292 15,0-3-560-15,-4-12-632 0,5-2-989 16,-1-3-2727-16,-4-10 3048 0</inkml:trace>
  <inkml:trace contextRef="#ctx0" brushRef="#br1" timeOffset="77259.573">19639 10413 3244 0,'0'0'1588'0,"0"0"2608"16,0 0-2828-16,0 0-411 0,0 0-137 16,0 0 356-16,0 0-144 0,0 0-236 15,0 0-192-15,0 0-304 0,0 0 52 0,11 49 112 16,1-21-40-16,0 7-104 0,0 3-20 16,0 3 32-16,-4 4 88 0,0 2-4 15,-1 1-156-15,-7 7-136 0,0 1-116 16,0 1-8-16,0 0-12 0,-7-2-40 0,3-8-8 15,0-12-16-15,0-7 28 0,4-12 0 16,0-6-40-16,0-6-144 0,0-4-188 16,0-4-196-16,0-9-216 0,0-3-148 15,4-9-568-15,0-3-936 0,0-4-2345 16,-4 6-1739-16,0-12 6564 0</inkml:trace>
  <inkml:trace contextRef="#ctx0" brushRef="#br1" timeOffset="77466.872">19710 10537 3764 0,'0'0'64'0,"0"0"6840"0,0 0-5819 0,0 0-433 16,0 0 536-16,0 0 64 0,0 0-308 15,84-25-136-15,-69 25-260 0,-2 3-116 16,-2 7-108-16,-3 2 20 0,1 1-120 0,-9 6-124 16,0 0-100-16,0 4-60 0,-9 2-124 15,-2 1-40-15,-2-5-120 0,-2 2 68 16,-2-4-120-16,2 0-116 0,3-10-92 15,-4 2-100-15,8-9-228 0,-5-2-520 16,2 0-1077-16,3-7-2043 0,-1-2-272 16,6 0 4596-16,-5-10 248 0</inkml:trace>
  <inkml:trace contextRef="#ctx0" brushRef="#br1" timeOffset="77642.488">20136 10306 5532 0,'0'0'6005'0,"0"0"-4289"16,0 0-104-16,76-6 60 16,-56 6-180-16,-5 0-616 0,-2 0-508 0,-2 0-316 15,2 0-52-15,-1 0-148 0,-1 0-544 16,-2 0-420-16,-1 0-716 0,-5 0-2480 16,1 0-3081-16,-4 12 4701 0</inkml:trace>
  <inkml:trace contextRef="#ctx0" brushRef="#br1" timeOffset="77799.573">20247 10557 10260 0,'0'0'1881'0,"0"0"-401"15,0 0 456-15,0 0-208 0,0 0-464 0,0 0-428 16,84 19-384-16,-63-19-292 0,-2-4-160 16,5-5-148-16,0-4-576 0,0-3-296 15,4 0-548-15,-5-2-1488 0,-2 1-3961 16,7-4 613-16</inkml:trace>
  <inkml:trace contextRef="#ctx0" brushRef="#br1" timeOffset="78074.273">20758 10420 456 0,'0'0'11637'16,"0"0"-10281"-16,0 0-644 0,4 80 196 0,-1-55 988 16,6-6-260-16,-1-4-516 0,0-2-596 15,3-3-352-15,2-10-40 0,2 0 76 16,2-4-208-16,3-8 0 0,3-7-232 15,-3-3-108-15,1-3-16 0,2-4-12 0,-3 1 36 16,0-2 16-16,-4 5 8 16,-4 0 120-1,-4 3 116-15,-4 3 72 0,-4 0 92 0,0 3 84 16,-12 3 92-16,-8 3-68 0,0 1-56 0,-8 3 80 0,-4 0-224 16,4 6-64-16,-8 3-96 0,4 9 76 0,-3 4-136 15,-1 6-16-15,0 7-380 16,0 3-352-16,0 3-452 0,0 2-868 15,0 2-2765-15,8-7-2551 0,-11 15 7184 0</inkml:trace>
  <inkml:trace contextRef="#ctx0" brushRef="#br1" timeOffset="83537.104">18774 7106 1616 0,'0'0'6684'0,"0"0"-6684"16,0 0-12-16,-84 66-1532 15,71-53-972-15,-2-1-456 0</inkml:trace>
  <inkml:trace contextRef="#ctx0" brushRef="#br1" timeOffset="84300.047">18905 6677 3656 0,'0'0'588'0,"0"0"4680"0,0 0-3976 16,0 0 173-16,32-80-417 0,-28 61 80 15,0 4-316-15,0 2 4 0,-4 6 224 16,3 5-344-16,-3 2-240 0,5 0-160 15,-5 12-36-15,0 7 84 0,0 9 392 0,-5 11-80 16,-2 8-252-16,-1 1-88 16,-8 6-36-16,4 0-12 0,-4 0-63 0,-4 3-81 15,-4 3-28-15,0 4-84 0,0 0 36 16,-3-1-40-16,-1-3-8 0,0-7 4 0,4-1-4 16,0-14 8-16,0-3 40 0,0-13-48 15,4-4-8-15,5-4 4 16,-5-7 4-16,3-7-144 0,-2 0-52 0,2-7 28 15,2-7 119-15,2-4 49 0,-2-4-160 16,6-10 64-16,2-3-72 16,3-4-64-16,4 2 48 0,0 2-24 0,0 3 196 15,7 7-144-15,2 3 144 0,3 3-64 16,-1 3 4-16,2 2 12 16,2 6-4-16,6 4 56 0,-1 2 0 0,3 2-4 0,5 0 12 15,0 9 52-15,-4 7 44 16,4 3 88-16,-4 3-40 0,4 0-96 0,-5 6 136 15,-2 5-136-15,3-5 40 0,-9 4-76 16,2-4 60-16,-2 1-72 0,-2-7 0 0,-2-3-8 16,1-3-64-16,-4-7-76 0,-4 1-24 15,0-7-288-15,0 1-80 16,-4-4-24-16,0 0 12 0,-4-4-16 16,0-2-224-16,-8-3-424 15,0 2-824-15,4-2-2197 0,-20-3-3075 16</inkml:trace>
  <inkml:trace contextRef="#ctx0" brushRef="#br1" timeOffset="84593.148">17734 7252 8536 0,'0'0'4257'15,"0"0"-3073"-15,0 0-600 0,0 0-180 16,0 0 300-16,0 0 164 16,0 0-32-16,0 0-20 0,99-26-308 0,-71 13-324 15,8-3-116-15,-4 4-68 0,-4-1-12 16,4 0-48-16,-8 1 12 0,0 1-544 15,-9 6-340-15,2 2-180 0,-13 3-792 16,-1 6-1072-16,-3 1-2009 0</inkml:trace>
  <inkml:trace contextRef="#ctx0" brushRef="#br1" timeOffset="84730.852">17845 7363 5612 0,'0'0'4136'15,"0"0"-2151"-15,0 0-985 0,0 0-172 0,0 0 532 16,0 0-116-16,0 0-204 0,88-22-360 15,-60 9-384-15,3-7-196 0,-3 1-16 0,4-3-84 16,-4 0-112-16,4-4-432 0,-4-2-440 16,-4 3-600-16,-5 6-1392 0,-2-6-3141 15</inkml:trace>
  <inkml:trace contextRef="#ctx0" brushRef="#br1" timeOffset="84915.982">17945 6928 8400 0,'0'0'3141'0,"0"0"-1949"0,0 0-552 16,-44 63 336-16,36-30 172 15,0 2-128-15,-4 5-96 0,4 4-308 0,0 1-304 16,1 2-312-16,2-2 72 0,-3 3-144 16,4-4 20-16,-3 1-232 0,3-5-632 15,-5 2-200-15,-3-7-472 0,5-9-988 0,-14 5-2953 16</inkml:trace>
  <inkml:trace contextRef="#ctx0" brushRef="#br1" timeOffset="85239.028">17044 7407 860 0,'0'0'9636'0,"0"0"-8259"15,0 0-365-15,100-38 72 0,-64 35-296 16,-4 3-300-16,0 6-296 0,-4 7-92 16,0 6 88-16,-4 1 24 15,-5 5-212-15,1 4 0 0,-12-1 100 0,0 0-48 16,-4-6-4-16,-4 0 56 0,-4-6 60 16,-4 0 24-16,0-7-52 0,-4-2 40 15,-4-4 24-15,5-3-88 0,-6-3 24 0,-3-6-124 16,5-7-12-16,-6-3-76 0,2-7-40 15,-1-2 108-15,3-4-68 0,6 7-124 16,3-1 48-16,8 10-244 0,0 4-324 16,4 5-404-16,8 4-464 0,-5 3-1629 0,6 0-4571 15</inkml:trace>
  <inkml:trace contextRef="#ctx0" brushRef="#br1" timeOffset="86506.457">15582 6911 900 0,'0'0'7916'15,"0"0"-6816"-15,0 0-412 16,0 0-680-16,0 0 437 0,0 0 595 16,0 0 88-16,36 96-188 0,-20-51-208 0,4 6-128 15,4 5 0-15,0 4-348 16,0 7-132-16,4 0 0 0,-5 4-72 0,1-6 108 15,-4-7-160-15,5-8-88 0,-2-9 88 0,-3-11 52 16,-5-9-4-16,6-4 40 16,-10-5-80-16,6-5 96 15,-6-1-96-15,-2-6 132 16,-1 0 24-16,-1-6 20 0,1-8 200 0,5-8-60 0,-6-3-140 0,1-3-180 16,5-4 96-16,-10-3 20 0,5 2-120 15,-4 0 0-15,4-3-12 0,-8-5 40 16,5-3-104-16,-2-2 16 0,-3-1-64 15,0 0 116-15,4 5 0 0,-4 5-64 16,0 8 68-16,4 6-128 0,0 8 48 16,0 3-288-1,5 2-100-15,-9 7-88 0,3-1-184 0,-3 4-360 0,0 7-420 16,-3 5-796-16,-2 1-1717 0,-11 12-1695 0</inkml:trace>
  <inkml:trace contextRef="#ctx0" brushRef="#br1" timeOffset="86672.658">15721 7388 380 0,'0'0'8416'0,"0"0"-6336"0,0 0-755 0,0 0-225 0,0 0 168 15,0 0-336-15,0 0-60 0,0 0 12 16,17-29-376-16,11 20-248 0,7-7-260 0,13 6-124 16,0-3-136-16,8 1-248 0,0-1-404 15,3 1-400-15,-3 2-848 0,-12 0-2021 0,12-2-2895 16</inkml:trace>
  <inkml:trace contextRef="#ctx0" brushRef="#br1" timeOffset="91405.736">24092 6404 7400 0,'0'0'4725'0,"0"0"-3233"0,0 0-832 15,0 0 88-15,0 0 524 16,0 0 48-16,0 0-456 0,0 0-444 0,0 0-224 16,45 55 100-16,-30-50 12 0,-2 4-40 15,2-2-136-15,-2 5-44 0,-2-1 20 16,-3 1-44-16,0 4-64 0,-8 3 4 0,0 0 0 15,0 6 72-15,-4-2-76 0,-8 5-92 16,5-6 88-16,-2-3 4 16,1-2-64-16,4-11 52 0,4 0-144 0,0-6-16 15,0 0-72-15,0-4-52 16,0-8-108-16,0-3-152 0,4-5-308 0,0-9-676 16,-4 1-984-16,4-7-2753 0,-4 10-2427 15,0-13 7496-15</inkml:trace>
  <inkml:trace contextRef="#ctx0" brushRef="#br1" timeOffset="91573.723">24025 6077 2672 0,'0'0'4912'0,"0"0"-839"0,0 0-3073 0,0 0-32 16,0 0 780-16,0 0-168 0,0 0-436 16,0 0-344-16,84-38-284 15,-69 38-248-15,5 0-160 0,-3 0-108 0,2 0-72 16,-2 0-52-16,2 0-588 0,1 3-412 15,0 6-536-15,-4-3-2216 0,4 14-2889 0</inkml:trace>
  <inkml:trace contextRef="#ctx0" brushRef="#br1" timeOffset="91827.564">24734 6366 1448 0,'0'0'11753'0,"0"0"-9789"0,0 0-984 15,0 0 224-15,-47 63 228 0,30-38-388 0,2 1-212 16,-5 5-420-16,3 1-228 16,2 0 72-16,2 3-12 0,2 0-164 15,7-3-80-15,0-4 0 0,4-2 0 0,8-4 0 16,8-6-52-16,-1-3 52 16,10-1 85-16,-1-6-73 0,-1-2-12 15,1-4-57-15,0 0-27 0,0-7-308 0,0-2-168 16,0-4-184-16,-4 1-360 0,0-4-652 15,-5-3-1300-15,-7 6-2945 16,-3-6-1811-16</inkml:trace>
  <inkml:trace contextRef="#ctx0" brushRef="#br1" timeOffset="91972.97">24638 6547 4492 0,'0'0'664'0,"0"0"5000"16,0 0-3867-16,0 0 215 0,0 0-504 0,88 6-380 15,-56-12-632-15,0 0-300 0,4-4-196 16,-1 1-136-16,6-4-524 0,-2 0-628 16,-11 3-1320-16,12-9-4249 0</inkml:trace>
  <inkml:trace contextRef="#ctx0" brushRef="#br1" timeOffset="92374.167">25463 6369 2996 0,'0'0'9169'0,"0"0"-7497"16,0 0 176-16,0 0 360 0,76-3-792 0,-48 0-484 16,7-1-88-16,1-5-348 15,5 2-107-15,-2-2-133 0,6 3-208 0,-6 0-44 16,-3-1-4-16,-1 3-84 0,-3 4-100 16,-11 0 100-16,-6 0-121 0,-2 6 21 15,-10 5 40-15,-3 1 32 0,-3 7 4 0,-14 0 104 16,-2 3 4-16,-1 4 0 0,-8 0-132 15,-4 6-48-15,-4-1-52 0,0 4 24 16,0 0 36-16,-4 2-12 0,4 5 112 16,1-1 72-16,3-5 24 0,4-2 24 15,12-5 64-15,0-4 168 0,8-2 36 0,5-11-60 16,3 4 24-16,0-7 24 0,7 1 1 16,5-3-1-16,8-4 36 15,-1-1-52-15,5-2 332 0,1 0-308 0,3 0-156 16,3-2-56-16,-3-4-96 15,4-1-4-15,0-3-8 0,-4 1-80 16,4-4-20-16,0 1-400 0,-4-2-96 0,-4-1 0 16,-1 2-77-16,-3-3-391 0,1 0-868 15,-6 1-916-15,-2 2-2341 16,-6-6-2291-16</inkml:trace>
  <inkml:trace contextRef="#ctx0" brushRef="#br1" timeOffset="92584.364">26093 6454 11477 0,'0'0'2112'16,"0"0"-1276"-16,0 0-432 0,0 0 644 0,-100 82 252 16,68-52-344-16,-3-2-476 15,-5 4-160-15,0 3-84 0,0 0-88 16,-3 3-136-16,-6-3-12 0,1 0-308 0,-3-1-480 15,-1-2-216-15,5 1-964 16,6-12-2016-16,-6 8-2329 0</inkml:trace>
  <inkml:trace contextRef="#ctx0" brushRef="#br1" timeOffset="108530.269">21315 7794 2568 0,'0'0'264'0,"0"0"-264"16,0 0-276-16,0 0 276 0,0 0 3220 15,0 0-1580-15,0 0-916 0,0 0-384 16,0 0 124-16,0 0 68 0,0 0-68 16,0 0-152-16,36-51-260 0,-32 49-52 0,-4 2-4 15,0-5 0-15,0 3-48 0,0 2-92 16,5-3-436-16,-5 0-316 16,0 0-152-16,4-4-812 0,0 0-1176 0,-1 4 584 15</inkml:trace>
  <inkml:trace contextRef="#ctx0" brushRef="#br1" timeOffset="110583.105">21407 11862 2668 0,'0'0'2712'0,"0"0"1404"16,0 0-2627-16,0 0-257 0,0 0-96 16,0 0 124-16,0 0-204 0,0 0-200 0,0 0-156 15,0 0-104-15,-8 72-52 0,8-40-16 16,0 10-24-16,0 2-196 0,0 7-4 15,4 6-48-15,0 6-84 0,-4 4 0 16,4 7-128-16,-4-2-44 0,0 4-8 0,0 1 8 16,4-1-60-16,-4 0 48 15,5-3-40-15,-1 0-8 0,3-2-36 0,1-6-160 16,0-4 108-16,4-4 60 0,0-9 4 16,0-14-40-16,-4-5 16 0,4-10-200 0,0-9-84 15,-4-4-152-15,3-3-60 16,2-3-104-16,-5-6-436 0,7-7-508 0,-2-9-1080 15,-6-4-2149-15,5 5-739 16,-3-17 4649-16</inkml:trace>
  <inkml:trace contextRef="#ctx0" brushRef="#br1" timeOffset="111131.29">22300 12309 468 0,'0'0'9792'0,"0"0"-7795"0,0 0-745 15,0 0-224-15,0 0 4 0,0 0 76 16,11 67-212-16,2-39-168 0,-6 11-208 16,1 5-16-16,5 8-16 0,-6 4-24 15,-3 7-108-15,0 7-112 0,-4 4-100 0,0-1-88 16,0 3-48-16,0-4-16 0,-4 2-28 15,4-7 24-15,-4-4-84 0,4-12-136 0,0-7-36 16,0-8 12-16,4-11-64 16,0-10-60-16,0 1-136 0,5-9-36 15,-5-7-204-15,-1 0-376 0,1-10-552 16,0-6-800-16,-4-10-1885 0,4 8-1159 16</inkml:trace>
  <inkml:trace contextRef="#ctx0" brushRef="#br1" timeOffset="111414.685">22324 12297 7236 0,'0'0'1492'0,"0"0"-392"16,0 0 193-16,0 0 107 0,91-26-392 15,-66 20-324-15,3 3-264 16,-2-1-116-16,-1 4-80 0,-5 0 4 0,-5 4-152 15,-2 5 12-15,-5 1-84 0,-5 6 48 16,-3 6-52-16,0 0-152 0,-7 6 24 0,-6 0-48 16,-2 2-100-16,-2-1 48 15,-2-4-36-15,3-3 36 0,-4-3-52 16,4-2-76-16,-4-9-128 0,8-2-476 16,-3-6-445-16,2-3-1443 15,-2-6-3064-15,6-4 5000 0,-3-12-87 16</inkml:trace>
  <inkml:trace contextRef="#ctx0" brushRef="#br1" timeOffset="111826.908">22773 11862 7052 0,'0'0'2308'0,"0"0"-87"0,0 0-1337 16,0 0-296-16,0 0 720 0,0 0-84 0,0 0-528 15,0 0-348-15,0 0-172 0,84-73 0 16,-71 69-4-16,-5 2-68 0,3 2-104 16,2 6 0-16,-6 2 64 0,1 9 120 15,-4 2-48-15,0 6 0 0,1-2-48 16,-5 5-80-16,0-3 68 0,0 1-68 16,0-3-4-16,0-5 4 15,0-3-8-15,0-5-4 0,0-3-48 0,0-3-132 16,0-4-40-16,0 0-408 0,0 0-136 15,0-11-592-15,0-1-876 0,0-5-2633 0,0 5-1691 16,0-13 5672-16</inkml:trace>
  <inkml:trace contextRef="#ctx0" brushRef="#br1" timeOffset="111986.641">22829 11604 312 0,'0'0'8568'15,"0"0"-6383"-15,0 0-733 0,0 0-228 0,0 0 220 0,0 0-652 16,0 0-500-16,92-28-292 16,-68 21-232-16,0-2-772 0,4-1-364 15,0 4-1256-15,-5-1-3309 0</inkml:trace>
  <inkml:trace contextRef="#ctx0" brushRef="#br1" timeOffset="112491.199">23762 11623 2696 0,'0'0'1044'0,"0"0"4136"0,0 0-3408 16,0 0-319-16,0 0-85 0,0 0-88 16,0 0-272-16,0 0-152 0,-80 32-172 15,73-6-64-15,-2 5 8 0,1 7-12 16,4 1-140-16,-3 2-168 0,7-3-124 15,0-6-64-15,0-10-32 0,3-3-52 0,5-10-36 16,9-6-148-16,-2-3 16 16,9 0 20-16,-4-9 16 0,8-7-76 15,-1-6-84-15,-3-3-16 0,1-1 16 0,-1 1 80 16,-9-1 128-16,5 5-100 0,-8 5 88 16,1-1-4-16,-6 8 4 0,-3 2 0 15,0 7-128-15,0 0 188 0,1 0 156 16,-1 10 264-16,3 3-136 0,-3 2-100 0,4 5-60 15,4 2-76-15,-4-3-48 0,0 3-80 16,4-3-104-16,0-3-356 0,8 0-312 16,-4 0-32-16,0-6-296 0,3-1-588 15,-2-3-804-15,-6 0-1929 0,2 1-2322 16</inkml:trace>
  <inkml:trace contextRef="#ctx0" brushRef="#br1" timeOffset="112791.992">23407 12608 156 0,'0'0'9416'0,"0"0"-8140"15,0 0-771-15,0 0 715 0,0 0 688 0,0 0-296 16,0 0-496-16,112-22-336 0,-68 12-224 15,4-2-76-15,3-2-64 16,1 5-36-16,4 2 36 0,-5 1 96 0,1 3-220 0,-3-3-132 16,-2-1 8-16,1 1-128 15,-5 0-40-15,2 3-124 0,-2-4 40 16,-3 4 0-16,-3-3-4 0,-6-1-508 0,-4 1-112 16,-3 0-164-16,-3 0-252 0,-6 2-1128 15,-10 1-3369-15,-5 3-3883 16</inkml:trace>
  <inkml:trace contextRef="#ctx0" brushRef="#br1" timeOffset="113262.217">23953 12734 7736 0,'0'0'5461'0,"0"0"-3937"0,0 0-1156 16,0 0-356-16,0 77 504 0,0-42 752 0,0 3 44 15,0 3-608-15,-3 3-408 0,3 3-52 16,0 2 52-16,0 2-64 16,0-3-124-16,0-1-100 0,0-6-8 0,0-9-80 15,0-10 68-15,0-9-100 0,0-10-192 16,3-3-16-16,1 0 172 0,4-6 148 0,5-7 148 15,2-3-84-15,5-6-64 16,0 0-136-16,0 0 0 0,4 3 0 16,-5 3 52-16,-2 2-40 0,-6 8 12 15,2 4-12-15,-6-2 16 0,1 4 20 16,1 0 88-16,-1 6 76 0,-5 0 48 16,1 5 36-16,0-3-48 0,0 3 24 0,-4-2 24 15,0 3-12-15,-4 1-12 0,-4 0 36 16,-3 0 24-16,-2 0-64 0,-2-4-20 0,-5 4-16 15,-1-4-20-15,-2-3 8 0,-1-2 12 16,0-4-96-16,0 0-96 16,-4-4-124-16,0-8-160 0,5-4-380 0,-5-10-140 15,4-2-732-15,-1-11-1188 0,10-1-2861 16,6 8-1279-16,2-22 6504 0</inkml:trace>
  <inkml:trace contextRef="#ctx0" brushRef="#br1" timeOffset="113622.467">24997 11569 5348 0,'0'0'6081'0,"0"0"-3917"0,0 0-1124 15,0 0-184-15,0 96 788 0,0-65-368 16,0 7-416-16,4 6-232 0,0 8-264 16,0 5-132-16,0 9 24 0,-4 7-36 15,0 4-24-15,0 5-184 0,-4 4-12 0,0 0 0 16,0 3-100-16,4-3-116 15,0-2 164-15,0 0-68 0,8-8-244 0,0-6 56 16,0-4-144-16,0-9 36 0,0-5-496 16,0-11-144-16,0-6-548 15,-4-10-736-15,4-6-717 0,-4-7-1427 0,-1-5-156 16,-3-7 4472-16</inkml:trace>
  <inkml:trace contextRef="#ctx0" brushRef="#br1" timeOffset="114404.73">25583 12875 11005 0,'0'0'1924'0,"0"0"-1196"0,0 0-80 16,0 69 424-16,4-30 184 0,0 5-320 15,7 10-332-15,-7 6-256 0,5 3 20 16,-1 8 76-16,-1-5-88 0,-3 4-164 0,0 0-80 15,1-7-112-15,-1-2 36 16,3-8-36-16,-3-5-96 0,4-13-136 0,-3-10-100 16,-1-8-76-16,3-11-232 0,1-6-212 15,-4-3-396-15,0-13-720 0,1-7-1873 16,-5-8-1367-16,0 5 492 0</inkml:trace>
  <inkml:trace contextRef="#ctx0" brushRef="#br1" timeOffset="114621.335">25638 12852 5612 0,'0'0'5881'0,"0"0"-4817"0,0 0-424 0,0 0-40 0,0 0 364 15,80-41 168-15,-60 38-340 16,-4 3-232-16,0 0-164 0,0 6-84 0,0 1-104 16,-8-1-84-16,3 6-76 0,-6 1 28 15,-5 6-16-15,0 3-60 16,-8 4-48-16,-8 2-64 0,-4 4-136 0,1-3-160 15,-6-1 0-15,-3-2-16 0,4-4-48 16,0-6-172-16,5-7-152 16,2-2-252-16,2-7-740 0,6-4-933 0,2-8-2587 15,3-4 2804-15,4-19 1448 0</inkml:trace>
  <inkml:trace contextRef="#ctx0" brushRef="#br1" timeOffset="114789.005">26204 12379 1880 0,'0'0'9081'0,"0"0"-6861"15,0 0-480-15,0 0 68 0,92-19-304 0,-68 12-792 16,4 4-488-16,-1-6-188 0,5 0-36 16,-4 2-284-16,0-3-492 0,0 4-428 0,-8 3-628 15,-4 3-1416-15,-4 0-2901 0</inkml:trace>
  <inkml:trace contextRef="#ctx0" brushRef="#br1" timeOffset="114942.677">26292 12604 64 0,'0'0'7376'16,"0"0"-3343"-16,0 0-2125 0,0 0-236 16,0 0-160-16,0 0-492 0,0 0-8 0,0 0-272 15,96-2-336-15,-64-14-232 0,-4-4-172 16,3 1-304-16,-3-3-432 0,0 3-424 15,4-3-476-15,-12 9-2556 0,11-2-3525 0</inkml:trace>
  <inkml:trace contextRef="#ctx0" brushRef="#br1" timeOffset="115804.49">27451 12001 10268 0,'0'0'1829'16,"0"0"-689"-16,0 0-176 0,0 0 388 16,0 0-160-16,0 0-172 0,0 0-276 0,24 80-204 15,-11-46-12-15,-6 11 48 16,5 6 20-16,-4 6-144 0,0 3-160 0,-4 9-24 15,0 5-39-15,-4 5-105 0,0 1-112 0,0-1-12 16,-4-2-36-16,0-5-12 0,1-5-124 16,-2-9 27-16,5-5-51 0,0-11-12 15,0-14-20-15,0-6-16 0,0-9 12 16,0-3-100-16,0-10-156 0,0 0-136 16,0 0-188-16,5-10-452 0,-5-6-808 15,3-6-1060-15,-3-6-2017 16,0 2 61-16,0-19 3576 0</inkml:trace>
  <inkml:trace contextRef="#ctx0" brushRef="#br1" timeOffset="116043.188">27520 12223 664 0,'0'0'5188'0,"0"0"797"0,0 0-4857 16,0 0-544-16,0 0 472 0,0 0 340 15,67-66-432-15,-48 56-280 0,6 4-324 0,-1-3-52 16,0 2-72-16,0 4-52 0,-1 0-72 15,-3 3-76-15,1 0-36 16,-10 0-148-16,1 3 12 0,-8 3 52 0,0 5 84 16,-4 3 60-16,-4 5-60 0,-12 6-36 15,-8 1-248-15,0 7-88 0,-8-5-48 16,4-3-116-16,-4 0-64 0,5-6-144 0,-1-3-236 16,4 1-548-16,0-8-1013 15,9-2-2503-15,-10-5 804 0</inkml:trace>
  <inkml:trace contextRef="#ctx0" brushRef="#br1" timeOffset="116682.17">28014 11662 1420 0,'0'0'9661'0,"0"0"-7049"0,0 0-1004 16,0 0-728-16,0 0 60 0,0 0 272 0,0 0-348 15,0 0-324-15,0 0-320 0,0 0 60 16,0 0-12-16,63 12-84 16,-43-12-76-16,0 0-108 0,-5 0 0 0,2-3-72 15,-1-6-344-15,-1 2-256 0,2-5-320 16,-6-1-732-16,1 1-2940 0,4-5-4629 15</inkml:trace>
  <inkml:trace contextRef="#ctx0" brushRef="#br1" timeOffset="116994.018">28579 11401 6836 0,'0'0'2440'0,"0"0"565"15,0 0-1321-15,0 0-608 0,0 0 120 0,0 0-260 0,0 0-512 16,0 0-300-16,0 0-124 16,84-41-8-16,-76 45-40 0,-1 4 48 15,-3 9 112-15,0 2 12 0,-4 10 24 0,0-1-48 16,0 7-52-16,-4-4 16 0,0 2 8 16,4-2-60-16,-3-6 176 0,3-6 192 15,0-3 356-15,0-3-440 0,3-7-284 16,5 1 60-16,1-4-12 0,2-3 40 0,-3 0-4 15,8-6-96-15,0-7-96 0,0-6-136 16,5-4-36-16,-6-5-248 0,5 0-444 16,-4-2-432-16,-9-1-1188 0,2 9-2861 15</inkml:trace>
  <inkml:trace contextRef="#ctx0" brushRef="#br1" timeOffset="117171.56">28583 10925 220 0,'0'0'11373'15,"0"0"-8401"-15,0 0-1296 16,0 0-476-16,0 0-260 0,0 0-508 0,88-35-248 16,-68 21-184-16,3 6-156 0,-3-2-524 15,4-2-748-15,-8 5-1280 0,4-2-4649 16</inkml:trace>
  <inkml:trace contextRef="#ctx0" brushRef="#br1" timeOffset="151391.395">10251 17742 3116 0,'0'0'10481'0,"0"0"-9001"15,0 0-1480-15,0 0 0 16,0 0 28-16,0 0 752 0,0 0 324 0,0 0-236 16,0 0-460-16,111-19-124 0,-66 13-148 0,-2 1 72 15,5 3-12-15,0 2-72 0,0 0 304 16,4 0 12-16,-5 0-180 15,-2 0-252-15,-6 0 52 0,-3 0-60 0,-8 2-12 16,-4 3 0-16,-5-3-36 0,-6 2 36 16,-2-1-4-16,-3 0-80 0,-3 6 96 15,-5 1 0-15,0 6 72 0,-9 0 12 16,-6 6-84-16,-6 3-136 0,2 2 88 16,-9-2 0-16,-4 2-52 0,4 3 96 15,-3 1-40-15,-6-3 40 0,1 1-4 16,0 1 0-16,1 0 4 0,-1-2 0 0,0 2-8 15,5-5 12-15,-1 3 0 0,0-5 48 16,8-4-4-16,0 0-44 0,7-7-4 16,6 4-104-16,3-6-64 0,4 2-12 0,4-5 112 15,0 3 60-15,8-2 12 0,7 3 8 16,5-2 124-16,5 1 124 16,3-4-96-16,3-3 136 0,5 0-16 0,-4-3-112 15,8 0 52-15,-5 0 36 0,6 0-36 16,-2-3 24-16,-3 0-63 15,0-3-133-15,-4 0 12 0,-1-4-60 0,2 7-48 16,-10-3 0-16,1-1 0 0,-3 1-85 16,-2 0-147-16,1-1-440 15,-8 1-48-15,4 0 32 0,-4-5-360 0,0 3-1148 16,-4-5-2672-16,0 3-2525 0,-4-9 5237 0</inkml:trace>
  <inkml:trace contextRef="#ctx0" brushRef="#br1" timeOffset="151630.671">11140 17795 6796 0,'0'0'7333'0,"0"0"-6205"0,0 0-804 16,0 0 180-16,0 0 400 0,0 0 236 15,0 0-376-15,-88 67-444 0,68-45-184 16,1 0-76-16,-6 3-16 0,1 5-44 15,0 1-84-15,-4 1-40 0,5 3-120 0,-5 0-248 16,0 2-64-16,4-1-52 16,0-4-104-16,0 0-216 0,8-7-208 15,0 0-352-15,0-2-1233 0,9-4-2551 0,2-4 480 16,1-5 4780-16,4-3-40 0</inkml:trace>
  <inkml:trace contextRef="#ctx0" brushRef="#br1" timeOffset="151902.759">11363 18123 5684 0,'0'0'4288'0,"0"0"-1919"0,0 0-1525 15,20 89-56-15,-16-52 592 0,0 5-48 16,-4 3-252-16,4-1-448 0,-4 3-424 15,0 5-36-15,0-5-48 0,0-3-36 16,0 0-88-16,0-2-88 0,0-7-8 0,0-6-52 16,0-7-136-16,-4-6-124 0,4-7-52 15,0-3-100-15,-4-6-124 0,0 0-164 16,-1-6-364-16,-2-10-1700 16,-1-6-2745-16,4 3 513 0,-4-18 4657 0</inkml:trace>
  <inkml:trace contextRef="#ctx0" brushRef="#br1" timeOffset="152114.407">11374 18221 3672 0,'0'0'704'0,"0"0"4496"16,0 0-3988-16,0 0-167 0,0 0 235 15,0 0 128-15,77-57-172 0,-66 54-280 0,2 3-248 16,-2 0-212-16,-3 0-88 0,5 0-112 16,-6 9-60-16,1 1-128 15,-4 2 4-15,-4 1 12 0,0 3-52 0,0 3-72 16,0-3-76-16,-8 1-36 0,-3-3-48 15,-2 3-108-15,-2-2-140 16,-6 2-76-16,6-2-112 0,-5-2-432 0,-1 0-480 16,2-1-952-16,-5-2-1837 0,4-1-1583 15,4-5 4704-15,-8-2 357 0</inkml:trace>
  <inkml:trace contextRef="#ctx0" brushRef="#br1" timeOffset="154805.24">12147 17992 1868 0,'0'0'1280'15,"0"0"180"-15,0 0 1560 0,0 0-1180 16,0 0-576-16,0 0-15 0,0 0 43 15,0 0-200-15,0 0-232 0,0 0-268 0,0 0-176 16,0 0-52-16,-4 0-28 16,4 0 0-16,0 0-64 0,0 0-48 0,0 0-24 15,0 0-40-15,0 0-36 0,0 0-40 16,0 0-8-16,0 0-16 0,0 0-52 16,0 0-4-16,0 0 4 0,0 0 44 0,0 0 8 15,0 0-8-15,0 0-4 0,0 0-40 16,0 0 40-16,0 0 4 15,0 0-4-15,0 0-40 0,0 0 40 0,0 0-36 16,0 0 0-16,0 0 0 0,0 0 40 16,0 0-48-16,0 0 0 15,0 0 8-15,0 0-4 0,0 0 0 0,0 0-4 16,0 0-4-16,0 0 0 0,0 0-48 16,0 0-4-16,0 0-8 0,0 0 48 0,0 0 4 15,0 0-4-15,0 0 4 0,0 0 4 16,0 0 4-16,0 0 0 15,4 0-4-15,-4-3-4 0,9 0 8 0,2 0 72 0,1 0-24 16,8-4-36-16,-3 4-12 16,6 0-48-16,5-3 48 15,0 6 0-15,0-3 0 0,0 3-12 0,0 0-60 16,0 0-16-16,-4 0 76 0,-5 0 0 0,1 0-112 16,-4-4-12-16,0 4-220 15,-4-3-204-15,0 3-196 0,-4-3-248 0,-4 3-624 16,0 0-1432-16,-4 0-3689 0</inkml:trace>
  <inkml:trace contextRef="#ctx0" brushRef="#br1" timeOffset="155060.792">12128 18221 652 0,'0'0'8324'0,"0"0"-6127"0,0 0-685 16,0 0-504-16,0 0-16 0,0 0-148 16,0 0-244-16,0 0 144 0,0 0-200 15,0 0-156-15,103 3-180 0,-75 0-84 0,0-3 0 16,0 0-64-16,0 0-60 0,0-3-72 16,-5 0-16-16,5-4-36 0,-4 1-332 15,4 0-268-15,-4-1-252 0,1 1-424 0,-6 0-1024 16,5 0-2509-16,-8 2-1075 15,0-2 4893-15</inkml:trace>
  <inkml:trace contextRef="#ctx0" brushRef="#br1" timeOffset="161374.073">13172 17417 928 0,'0'0'6188'16,"0"0"-3196"-16,0 0-1111 0,0 0-321 15,0 0-64-15,0 0-136 0,0 0-176 16,0 0-184-16,0 0-312 0,-13-44 132 0,10 51-136 16,3-4-112-16,0 0-84 15,-8 3-123-15,0 7-73 0,-4 9-184 0,-4 7-108 16,-4 13-96-16,0 8 8 0,0 4 4 16,-4 6-36-16,4 4-24 0,4-4 8 15,0-3-45-15,4 1-99 16,1-5 60-16,6-8 36 0,1-7 64 0,0-13-16 15,4-3 40-15,0-8 0 0,0-8-64 0,0 0 0 16,0-4-32-16,0-2-104 0,4 0 28 16,5 0 48-16,-1 0 52 15,3 0 168-15,6-2 132 0,-2-2-32 0,1 4 0 16,0 0 32-16,0 0-32 16,-4 11 20-16,0 3-108 0,0 6-8 0,-4 6-4 15,4 5 104-15,-4 4-96 0,-4 3-12 16,4 0 4-16,-5 4-112 0,2-4-44 15,-1-4-164-15,4 2 172 0,-4-7-160 16,0-8-392-16,-1-2-292 0,1-6-236 0,1-3-564 16,-5-4-528-16,4-3-273 15,-4-3-1379-15,4 0-500 0,0 0 4288 16,0-12-487-16</inkml:trace>
  <inkml:trace contextRef="#ctx0" brushRef="#br1" timeOffset="173236.617">14012 17634 9580 0,'0'0'3037'15,"0"0"-2029"-15,0 0-676 0,0 0 112 16,0 0 416-16,0 0 160 0,0 0-136 15,0 0-312-15,0 0-212 0,80-42-100 0,-68 52-4 16,-4 2 76-16,4 8 100 16,-8 5-52-16,0 10-124 0,0 2-120 0,-4 12-136 15,0 1 0-15,-8 1 8 0,-1-1 0 16,-2-4 4-16,-1-9 36 0,-8-4 0 16,5-8-12-16,-6-6-36 0,1-6-72 15,1 0-76-15,-2-7 52 0,1-6 48 16,1 0-64-16,-1-4-32 0,-1-9-80 15,2-2-20-15,3-1 60 0,0-5 12 16,0-3-136-16,4 2 60 0,5 0 52 0,-2 0-4 16,9 3 28-16,0 5 72 15,0 2 52-15,4 5-64 0,8 5 112 0,-4-2 0 16,8 2 184-16,4 2 40 0,0 2-24 16,8 4 84-16,0 5-40 0,0-3-20 15,4 6-16-15,0 2-96 0,-1 0 4 16,1-1-112-16,-4 1-4 0,0 0 0 15,-1 3-12-15,-3-3-72 0,-3-3-112 0,-2-1-28 16,-3 2-84-16,5-6-36 0,-6-2-28 16,5 1-236-16,-8 0-796 0,0-4-1612 15,0-1-2925-15</inkml:trace>
  <inkml:trace contextRef="#ctx0" brushRef="#br1" timeOffset="173649.924">14877 17698 5216 0,'0'0'5436'0,"0"0"-4571"16,0 0-185-16,0 0 88 0,0 0 388 16,-88 31-472-16,73-12-156 15,-2 3-172-15,2 3-8 0,2 1 32 0,6 7-4 16,3 0-16-16,4 3-72 0,0 2 32 15,11 3-36-15,6-6 12 16,-6 0-148-16,9-6-132 0,-4-7 76 16,0-7-92-16,-4-5 0 0,4-4 0 15,0-6-60-15,0 0 56 0,-4-9-72 0,0-5 16 16,-4 0-140-16,4-5-540 0,-9-7-496 16,1 1-872-16,-4 5-2309 0,0-2-2487 0</inkml:trace>
  <inkml:trace contextRef="#ctx0" brushRef="#br1" timeOffset="173821.607">14733 17961 4668 0,'0'0'6285'0,"0"0"-5181"0,0 0-284 15,0 0 316-15,84 6-112 0,-52-6-132 16,0 0-76-16,3 0-92 0,2-6-376 16,-1-4-224-16,-1-3-124 0,1 1 0 15,-4-8-224-15,4 1-536 0,-4 0-392 16,-4-2-528-16,-4 1-1248 15,8-5-3261-15</inkml:trace>
  <inkml:trace contextRef="#ctx0" brushRef="#br1" timeOffset="174238.585">15435 17364 3008 0,'0'0'7536'0,"0"0"-6299"0,0 0-457 0,0 0 128 15,0 0 184-15,0 0 32 0,0 0-132 16,-80 38-232-16,72-10-144 0,0 4 4 0,4 10-56 15,4-1 12-15,0 6-232 0,0 1-40 16,4 3-48-16,4 0-96 16,4 2-148-16,0 1 36 0,4-2-40 0,0-8 4 15,4-3 96-15,-1-13-20 0,5-2-16 16,-3-10-72-16,3-4 0 0,-5-8-12 16,5-4-220-16,-4-4 76 0,4-8 80 15,-4-10-20-15,0-7-4 0,-1-6-68 16,-2-6-164-16,-2-4-32 0,-2-2 20 0,-2-4-52 15,2 1-84-15,-5-2-112 0,-1-2 72 16,-3 1-52-16,-4-1-72 16,0-1 284-16,-11 8-220 0,-6-1 364 0,2 6 216 15,-2 11 64-15,2 10 164 0,2 4 48 16,6 11 376-16,-5 6 212 16,3 6-228-16,-2 11-264 0,-1 8-128 0,0 9-32 0,0 8 32 15,-4 5-8-15,4 1-52 16,1 3-12-16,-6 0 12 0,6-4-124 15,-2-3-60-15,5-2-136 0,1-4-144 0,-1-6-532 16,3-7-144-16,1-9-240 16,4-7-504-16,-4-9-416 0,4 0-977 15,0-18-2443-15</inkml:trace>
  <inkml:trace contextRef="#ctx0" brushRef="#br1" timeOffset="174505.221">15522 17614 2904 0,'0'0'1056'0,"0"0"740"0,0 0 3304 16,0 0-3567-16,0 0-385 0,0 0-96 15,0 0-484-15,8 87-124 0,-12-59 20 16,0-3-112-16,-3 4-240 0,3-4-112 16,-5 1-56-16,5-4-20 15,0-3-116-15,4-3-84 0,0-3-504 0,0-5-16 0,0-1 112 16,0-7-184-16,0 0-980 16,4-9 195-16,5 0-35 0,2-1 624 15,5 0 880-15,0 1 184 0,5 5 28 0,-2 4 792 16,5 0 412-16,0 0 52 0,4 4 133 15,4 5 227-15,-4 1-232 0,-5 0-540 16,1-1-140-16,-4 0-52 0,0-2-392 16,-4-2-204-16,4 2-84 15,0-7-148-15,0 4-112 0,4-4-48 0,-5 0-392 0,-6 0-1440 16,-5-6-6373-16</inkml:trace>
  <inkml:trace contextRef="#ctx0" brushRef="#br1" timeOffset="174726.979">16048 17754 6188 0,'0'0'6741'0,"0"0"-5505"0,8 73-908 16,1-32 280-16,-2 10 640 0,1 7 576 0,0-1-468 16,4 0-696-16,-4 0-280 0,0-3-40 15,0 3-156-15,0-3-184 16,0-3-88-16,0-3-20 0,-5-11-416 0,2-7 96 15,-1-8 12-15,-4-13-28 0,0-2-48 0,0-7-284 16,0-13-368-16,-4-7-920 16,-4-10-832-16,4 0-297 0,-8-24-2147 15</inkml:trace>
  <inkml:trace contextRef="#ctx0" brushRef="#br1" timeOffset="174911.846">16060 17910 4044 0,'0'0'180'15,"0"0"6665"-15,0 0-5113 0,0 0-864 0,0 0 196 16,0 0-220-16,0 0-264 15,88-54-104-15,-72 54-100 0,-1 0-80 16,-2 0-96-16,-1 6-12 0,-5 4-40 0,2 2 36 16,-5 5-24-16,-4 5-12 0,-4 0-148 15,-5 3-72-15,-6 0-152 0,-5-2-84 16,0-1-76-16,0-6-140 0,0-4-104 16,0-1-164-16,0-11-292 15,4 0-676-15,0 0-501 0,0-17-3651 0</inkml:trace>
  <inkml:trace contextRef="#ctx0" brushRef="#br1" timeOffset="175161.849">16658 17180 10676 0,'0'0'5105'0,"0"0"-4253"0,0 0-252 0,15 79 244 15,-15-45 276-15,5 4 116 0,-1 4-396 16,0 2-452-16,4 4-131 0,-1 4-37 16,6 4-64-16,2 5-36 0,-2-1-120 15,-1 7-276-15,-1-4-77 0,-2 4-123 16,2 0-84-16,-3-4-220 0,5 0-176 16,-6-2-228-16,1-7-752 0,0-4-1872 15,-8-1-1429-15,5-18-547 0,-5 4 4952 0</inkml:trace>
  <inkml:trace contextRef="#ctx0" brushRef="#br1" timeOffset="177561.975">17694 17281 1632 0,'0'0'300'0,"0"0"456"0,0 0-172 16,0 0 3444-16,0 0-2600 16,0 0-444-16,0 0-248 0,0 0 221 15,0 0-73-15,0 0-168 0,0 0-116 0,23-19-204 16,-19 29 44-16,1 2 344 0,3 4-68 16,-4 7-296-16,0 2-36 15,-1 3-32-15,-3 4-20 0,0 0-32 0,0 3-64 16,0 0-4-16,0 0-132 0,0-3-36 0,-7-1 44 15,-1-2-8-15,-5-1-100 16,-2 1-4-16,-1-4-4 0,0-6-40 16,-4 1-100-16,4-5-112 0,-4-5 48 15,4-7 112-15,0-3-96 0,5 0 32 16,-6-3 116-16,1-3 36 0,4-7-112 16,1 0 24-16,-2-2 12 0,2-4 40 0,-1 0-40 15,3 0 24-15,2 2 56 0,-1-2-64 16,8 3 20-16,0 3-36 0,0 4 40 15,0 3-76-15,8 2 72 0,-1 1 40 0,6 0 12 16,6 3 0-16,2 0 92 16,3 6 96-16,4 4-64 0,-5-1 52 0,5 4 48 15,0 3 36-15,-4-3-160 0,0-1 8 16,0 1-68-16,-5 0-40 0,2-1-188 16,-1 1 116-16,-5-3-216 0,6-1-236 15,-6-2-192-15,1 2-100 0,0-2-260 0,-4 2-708 16,0-2-873-16,-4-4-2363 15</inkml:trace>
  <inkml:trace contextRef="#ctx0" brushRef="#br1" timeOffset="179841.927">17276 17230 3232 0,'0'0'232'0,"0"0"-152"16,0 0 4960-16,0 0-3476 0,0 0-519 0,0 0-157 15,0 0 60-15,0 0-276 0,0 0-48 16,0 0-16-16,0 0-156 16,-8 82-12-16,8-49-64 0,4-2-20 0,0 5-60 0,-1 1 80 15,5 5-180-15,-4 5-72 16,5 4 124-16,-2 3 0 0,-3 1-184 0,0-2-64 16,5-2-76-16,-2-4-36 0,-3-5 40 15,4-4-188-15,0-3-76 16,0-7-148-16,0-8-148 0,4-5-144 0,-4-5-248 15,8-10-388-15,-5-3-228 0,6-13-505 16,-6 0-2755-16,10-19 828 0</inkml:trace>
  <inkml:trace contextRef="#ctx0" brushRef="#br1" timeOffset="180110.061">18136 17170 328 0,'0'0'10316'16,"0"0"-8927"-16,0 0-941 0,0 0 116 16,-4 82 440-16,4-50 424 15,0 3-396-15,-4 4-608 0,4 2-188 0,0 0-196 16,0 6-40-16,0 2-52 0,0-2-148 31,0 4-260-31,0-6-208 0,4-5-568 16,0-1-1220-16,-4-11-1825 0,4-6-963 0,-4-6 2804 15</inkml:trace>
  <inkml:trace contextRef="#ctx0" brushRef="#br1" timeOffset="180352.768">18383 17958 8188 0,'0'0'1232'16,"0"0"-844"-16,12 96-180 0,-8-56 528 0,0 2 253 15,0-1-269-15,0-4-532 16,-4-2-188-16,4-3-168 15,0-7-460-15,-4-5-168 16,0-8-381-16,0-8-219 0,0-4 252 0,-4-13-676 0,0-6-2596 16,-4 0 4220-16,4-18-156 0</inkml:trace>
  <inkml:trace contextRef="#ctx0" brushRef="#br1" timeOffset="180591.766">18391 17736 2568 0,'0'0'2308'0,"0"0"2000"0,0 0-3560 15,0 0 116-15,0 0 297 0,0 0-85 0,0 0-172 16,84 12-172-16,-69-2-224 0,-2-1-220 16,-2 4-48-16,2-1-16 15,-9 4-12-15,0 0 20 0,0 3 28 0,-4 0-72 0,0 0-52 16,-8 1-48-16,-1-2 12 16,-2 1 0-16,-5-3 12 0,4 0-12 15,-9-3-52-15,6-4-48 0,-5 1-140 0,0-7-332 16,0 0-104-16,0 1-104 15,1-4-188-15,-6 0-148 0,5-7-412 16,1 1-1057-16,-1-4-2243 0,4 4-340 0,-4-7 5025 16</inkml:trace>
  <inkml:trace contextRef="#ctx0" brushRef="#br1" timeOffset="181395.097">18316 17792 260 0,'0'0'1160'0,"0"0"-624"0,0 0-404 16,0 0-128-16,0 0 216 0,0 0-48 15,0 0 1952-15,0 0-236 0,0 0-692 16,0 0-276-16,-9-3-52 0,9 3-220 0,0 3 124 16,0 0 117-16,0 1-401 15,9 2 152-15,-5 7 60 0,3-1-180 16,1 7-48-16,-4 4-156 0,5-1-92 0,-6 3-8 15,5 1-104-15,-4 2-60 0,5-2-48 16,-6 2-4-16,1 1-96 16,0-1 44-16,0 0-88 0,0-2-24 0,0 0-264 15,0-4-228-15,4-3-340 16,-4-6-360-16,4-4-789 0,-4-3-1099 16,0-6-2076-16</inkml:trace>
  <inkml:trace contextRef="#ctx0" brushRef="#br1" timeOffset="181990.283">19124 17249 3108 0,'0'0'1044'0,"0"0"2256"0,0 0-1316 16,0 0-664-16,0 0-227 0,0 0 135 16,0 0 32-16,0 0-172 15,0 0-324-15,0 0-284 0,0 0-168 0,0 3-64 16,0 1-36-16,-4-4-64 0,4 6-24 16,-3 4 48-16,-6-1-84 0,1 8-44 15,0 2-44-15,-3 2-72 0,-6 2 20 16,6 2 40-16,-6 1 0 0,2 2-48 0,-5-3-16 15,3 8 64 1,2-5-64-16,3 0 16 0,0-2 52 0,0-4-52 16,8-6 60-16,-1-4 0 0,2-2 0 0,3-1-88 15,0-2-20-15,0-1 32 0,0 0 76 16,8 1 48-16,0-1 64 16,4 0 88-16,8 5-16 0,-5-3 128 0,9 3 68 15,1 1 40-15,3 1-100 0,3 3-36 16,-3-4-4-16,4 1-168 0,-4-1-100 15,0 1-12-15,0 0-72 0,-5-4 0 0,1-2-16 16,1-1-92-16,-5 0-448 16,-1 1-324-16,-2-4-576 0,-6 0-1672 15,2-3-4629-15</inkml:trace>
  <inkml:trace contextRef="#ctx0" brushRef="#br1" timeOffset="182469.773">19693 17117 9560 0,'0'0'2089'0,"0"0"-1117"16,0 0-228-16,0 0 424 0,0 0-124 16,0 0-360-16,0 0-324 0,-15 78-172 15,15-46 60-15,4 6 112 16,0 3 12-16,0 11-100 0,-1-2 28 0,2 4-80 16,-1 3-120-16,0-3-16 0,-4 3-84 15,4-3-48-15,-4 0-40 0,0 0-8 0,4-9-240 16,0-7 28-16,-1-7 100 0,1-8-116 15,1-10-272-15,3-4-424 16,-4-9-608-16,3 0-1068 0,2-6-1773 0,-1-8-1199 0,-4-7 4872 16</inkml:trace>
  <inkml:trace contextRef="#ctx0" brushRef="#br1" timeOffset="183186.008">20049 16931 2340 0,'0'0'2828'0,"0"0"768"0,0 0-2276 0,0 0-776 15,0 0 177-15,0 0 483 0,0 0-104 16,0 0-404-16,0 0-316 0,0 0-188 16,48-47-4-16,-33 31 12 0,-3 4-12 15,0-1-84-15,4 4 20 0,-4-4-80 16,0 3-44-16,-1 1-48 0,-2 3-28 0,-1-1-24 15,0 4 0-15,-5 0-64 16,6 0 64-16,-5 3-40 0,0 0 0 16,4 3 48-16,-5 3 92 0,-3 4 140 15,4 6 72-15,-4 6-72 0,0 6-64 0,0 5-24 16,0 7-4-16,-4 8 4 0,1 3 4 16,-5 10-48-16,0 2 0 0,-1 0-8 15,2-3-4-15,-1-2 4 0,4-11 72 16,0-9 356-16,4-11 488 0,0-6-520 15,0-9-396-15,0-5-48 0,4-3 0 0,4-2 48 16,0-2 12-16,4-9-12 16,0-3-40-16,-1-8-196 0,6 1-100 0,-6-4-36 15,6 5 28-15,-6 2 132 0,-2 9 124 16,3 4-12-16,-5 3 84 0,1 3 16 16,1 10 156-16,-2 6 156 0,5 7-92 15,-3 2-60-15,-2 1-144 0,1 6-8 16,0-7 4-16,4 4-8 0,0 0 4 0,-4-1 4 15,4 4 76-15,-4-2 0 0,0 4-16 16,0-2 28-16,-4 3-88 0,0 3 64 16,-4-3 24-16,0 1 0 0,0-1-88 15,-4-3 124-15,0-4 12 0,-4-5 16 16,4-3-28-16,-4-2-48 16,0-9 20-16,-4-1-40 0,4-2-68 0,-3-6-324 15,-6-3-196-15,2 0-140 0,-6 0-172 16,-3 0-252-16,-4 0-824 0,0-3-897 15,-4-3-1879-15,4 6 376 0</inkml:trace>
  <inkml:trace contextRef="#ctx0" brushRef="#br1" timeOffset="204502.597">18834 17868 5156 0,'0'0'3056'0,"0"0"-844"15,0 0-951-15,0 0-413 0,0 0 340 16,0 0 164-16,0 0-76 0,0 0-368 16,0 0-288-16,-17 13-124 0,17-15-64 15,0 2-28-15,0 0-60 0,0 0-76 16,0 0-36-16,0 0-12 0,4 0-108 16,-4 0-52-16,8 0-12 0,1 0 64 0,-2 2 56 15,9 4-32-15,-4 1-28 16,0 0-48-16,4-2-8 0,-4 1-40 0,-1 1 84 15,6 0 0-15,-1-2-96 0,4 0-60 16,4 1 60-16,0 0 40 16,0 0-40-16,3 1-80 0,1-1 76 0,-4 0-4 15,4 1-76-15,-4-1 76 0,0 3-92 16,3-2 100-16,-6 3-12 0,-1-4-180 16,-1 3-40-16,1-2 24 0,-3 2 12 15,-2-3-72-15,2 4 268 0,-6-3-308 16,1-1 40-16,-4-3 84 0,0 3-40 0,-4-3-32 15,0 0 8-15,0 1-36 0,0-4 24 16,-4 3 52-16,0-3-28 16,0 0-64-16,0 0-100 15,0 0-304-15,0-3-500 0,0-4-948 0,-4-5-1937 16,0 6-2247-16,-8-13 5712 0</inkml:trace>
  <inkml:trace contextRef="#ctx0" brushRef="#br1" timeOffset="-214027.708">27711 14240 3348 0,'0'0'1304'0,"0"0"2844"15,-96 34-3216-15,59-14-224 16,-10 2 29-16,-1 6 199 0,-3 0 76 0,-5 11 108 16,-4-1-540-16,0 6-100 0,-4 7 160 0,1 3 292 15,-1 3-336-15,0 4-164 16,-3 0-36-16,2 5-64 0,6-2-60 15,-5 1 12-15,5 0-88 0,3 5-60 0,0-5-136 16,8 6-4-16,0 2 0 0,4 0-72 16,8 3-8-16,-3 7 8 15,3-1 16-15,0 4-40 0,8 3 88 0,0 4-84 16,4-2 88-16,4 4-4 0,5 1-64 16,2 3-48-16,5 2-60 15,1-2 172-15,-1 2-36 0,8-2-16 0,0-5-12 16,0 1 72-16,8 1 4 0,3-4 0 15,6 0 0-15,2 3 40 0,5-3-40 0,8 7-8 16,0-2 4-16,8 2 4 0,0 2 8 16,7 5 68-16,5-5-16 15,0 1 24-15,8 0-80 0,4-7 0 0,3-3 0 16,5-7-4-16,8-1-32 0,0-5 32 16,12-2 64-16,3-8 8 0,8-6-64 15,9-2 36-15,3-7-36 0,9-7 80 0,-1-3-80 16,1-15 0-16,4-10 0 0,-1-9 44 15,1-10 32-15,3 0 40 16,0 0-124-16,9 0 196 0,4 0-196 0,-5 0 4 16,4 0 108-16,0 0-48 0,-3 0-60 15,4-3-8-15,-5-20-4 0,8-9 8 16,-3-12 8-16,-1-6-8 0,1-8 0 16,-9-5 48-16,1-1-24 0,-5-5-24 15,0-5 0-15,-3-2-12 0,-5-4-120 0,-3-3 124 16,-4-5-68-16,-4-1 76 0,-9-6-12 15,-4-3-60-15,-7-7 20 16,-8 3 52-16,-5-5-108 0,-3-2-4 0,-8 1 72 16,-5 1 40-16,-7-1 12 0,-4 3-8 15,-8-3-4-15,-5 4-8 16,-11-1 0-16,-3-1 4 0,-9 2 4 0,-4 0 0 16,-12-2 8-16,0 5 4 0,0-4 48 15,-12 6-60-15,-4 1 76 0,0 2 4 16,-8 8-80-16,0 0-4 0,-8 5 4 0,0 5 80 15,-3 3-76-15,-6 4-4 16,-2 3 36 0,-5-3 48-16,0 5-84 0,-4-1 8 0,1 3-4 15,-5 0-4-15,-4 2-48 0,0 1-12 0,0 1-52 0,-3 3 52 16,3 3 52-16,0 0-104 0,0 2-72 16,0 8 184-16,1 4 4 0,-1 4 56 15,4 1-60-15,-3 7-8 0,-6-1 4 16,5 3-4-16,-3 5-32 0,3-2 40 0,1 4 12 15,-1 0 48-15,0 0 16 0,4 3 12 16,-3-2-84-16,3 2-8 0,0 0-32 16,-4 2 32-16,-4 2 4 0,4-1-4 15,-3 5 0-15,-1 1 0 0,0 0 8 0,1 7 16 16,-5 0-20-16,4 0 0 16,-3 0-12-16,3 7-32 0,0 0 44 15,-4-2 0-15,4 2 0 0,-3 0-12 0,-1-1 0 16,5 0 4-16,-10-4 8 15,10 3 4-15,-9-3 4 0,5-2 4 0,-1 0-12 16,-4 0-80-16,4 0 76 0,1-2 0 16,-1-5 4-16,0 1 64 0,4 2-64 15,-4-3 0-15,9 5 8 0,-5 2-8 16,4 0-24-16,-4 7-28 0,5 1-8 16,3 9-52-16,-4 2 16 0,5 3-28 15,3 0 24-15,0 3-48 0,4 1 76 0,4-5-40 16,4 2-172-16,5-4 48 0,7 0 24 15,4-7-96-15,8-1-20 0,4-8-376 16,8 0-616-16,4-3-880 0,0 0-2457 0,4 0-2135 16</inkml:trace>
  <inkml:trace contextRef="#ctx0" brushRef="#br1" timeOffset="-213292.508">30444 14589 272 0,'0'0'8964'0,"0"0"-7468"16,0 0-811-16,0 0 99 0,-72 85 580 16,56-52-32-16,4 4-276 0,-4 5-264 15,9 2-204-15,-6 5-32 0,5 4 64 16,4 1-92-16,1 0-208 0,3 3-28 15,0 0-60-15,7 0-96 0,5-6-24 0,0-1-4 16,4-8-20-16,4-7-28 0,-1-10-52 16,6-6 52-16,-1-6 36 0,4-7 444 15,0-6-348-15,-4-3-92 0,4-13 32 16,-5-9 48-16,1-6-180 0,0-9-144 0,0-4-136 16,-1 0-24-16,-2-7-24 0,-1 0-4 15,-5 4 4-15,2-4 8 0,-6 4-20 16,-3-1 8-16,-4 1-76 0,-4 2 0 15,0-3-36-15,-4 0 196 16,-7 4 248-16,-1 6 36 0,-4 3 88 0,0 7 76 16,0 5 60-16,-5 11 132 0,6 9-84 15,2 3 76-15,-2 0-164 0,-1 12-36 16,4 7 24-16,0 7 0 0,0 2-12 0,-4 8-12 16,4-1-40-16,-4 5-44 15,0 2-100-15,1-1-4 0,-2 1-180 0,6-8-144 16,-6 0-284-16,10-4-176 0,-1-5-300 15,0-6-1064-15,3-3-1888 16,1-6-1177-16,4-3 41 0,0-7 4576 0</inkml:trace>
  <inkml:trace contextRef="#ctx0" brushRef="#br1" timeOffset="-213116.19">30536 15014 3092 0,'0'0'1500'0,"0"0"3116"0,0 0-2871 0,0 0-717 15,0 0 328-15,0 0 320 16,0 0-140-16,71 73-516 0,-52-48-96 15,-2 0-72-15,-2 1-252 0,2 0-236 0,3-7-172 16,-1 0-192-16,2 0-60 0,-6-10-48 16,5 1-456-16,0-7-184 15,-4-3-92-15,0 0-288 0,4-3-956 0,-4-7-2193 16,-4 4-2771-16,4-3 5260 0</inkml:trace>
  <inkml:trace contextRef="#ctx0" brushRef="#br1" timeOffset="-212726.464">30993 15161 4016 0,'0'0'1108'15,"0"0"5037"-15,0 0-4617 16,0 0-928-16,0 0 164 0,0 0 660 0,37 79-56 16,-30-54-412-16,5 3-472 0,1 8-104 15,-2 1 100-15,-3 5 304 0,0-1-344 16,0 3-184-16,-4 0-156 0,0-2-100 15,-4 0-8-15,0-4-4 0,0-6-72 0,0-4 12 16,0-6-112-16,4-7-132 0,0-8-224 16,-4-7-96-16,0-9-56 0,0-10-348 15,0-7-1104-15,-4-2-896 0,4-7-1365 16,-4-3 33-16,-4-4 2544 0,8 11 980 0,-8-20 576 16</inkml:trace>
  <inkml:trace contextRef="#ctx0" brushRef="#br1" timeOffset="-212560.96">31113 15268 3544 0,'0'0'116'0,"0"0"5348"0,0 0-3011 0,0 0-1045 15,0 0-504-15,0 0 300 0,80-50 80 16,-72 50-348-16,-1 0-156 0,2 0-104 0,-1 0-120 16,-4 3-128-16,-4 0-136 15,0 3-132-15,0 1-76 0,0 2 4 16,-8 4-28-16,-5 7-60 0,2-2-148 16,-10 1-72-16,-2 2-156 0,-1 5-180 15,-4 0-156-15,-4-1-140 0,0 4-244 16,-3 0-480-16,-6 3-1120 0,13-7-3221 0,-19 12 381 15</inkml:trace>
  <inkml:trace contextRef="#ctx0" brushRef="#br1" timeOffset="-210762.805">28033 17021 2408 0,'0'0'600'16,"0"0"-272"-16,0 0 5708 0,0 0-3879 16,0 0-657-16,0 0-116 0,0 0-136 0,0 0-128 15,0 0-252-15,0 0-236 0,0 0-200 0,0 0-100 16,-12 0-48-16,16 0 8 16,-4 0-8-16,4 0-16 0,0 0 24 0,0 0 0 15,-4-3-24-15,0 3-72 0,0 0-24 16,0 0-40-16,0 0-24 15,0 0-48-15,0 0-8 0,0 0-4 0,0 3 61 16,0-3-109-16,0 3-12 0,0-3-85 16,-4 0-39-16,0 3-20 0,0-3-4 15,0 0 52-15,0 3-12 0,4-3 44 16,0 0 4-16,0 0-100 0,0 0-84 16,0 0 12-16,0-3 12 0,0 3 12 15,0-3-60-15,0 0 84 0,4 0 36 16,0 3 100-16,-4 0 52 0,4 0 8 0,-4 0 8 15,0 0 36-15,0 0-44 0,4 0-100 16,-4 0-48-16,0 0-292 0,0 0-80 16,0 0-224-16,0 0-496 0,0 0-1188 0,-4 0-4297 15</inkml:trace>
  <inkml:trace contextRef="#ctx0" brushRef="#br1" timeOffset="-209441.098">27782 16548 1772 0,'0'0'172'0,"0"0"-160"0,0 0 184 15,0 0 5396-15,0 0-3984 0,0 0-884 0,0 0 12 16,0 0 201-16,0 0-25 15,0 0-272-15,-52 8-80 0,44-1-132 0,4 0 4 16,-3-1 24-16,-6 4-68 0,9 0-48 16,-4-1 4-16,1 4-44 0,-2-1-16 15,1 1-60-15,1 0-36 0,-5 3-40 0,3-1 12 16,2 4-72-16,-1 1-24 16,0-1-56-16,0-3 52 0,0 3 16 0,0 0 24 15,-1-3-28-15,6 3-72 16,-5-4 12-16,4 4 40 0,0 0-52 0,0 0-8 15,0 1-4-15,4-1-72 16,-4 0 72-16,4-3-88 0,0 3 96 0,0 0 0 16,0 3 4-16,0 0-8 0,0 0-52 15,4-2 60-15,0 2 12 0,0-3-8 0,4 0 68 16,0-3-68-16,4 3 0 0,-4 3 84 16,3-3-76-16,2 0-8 15,-1-3 68-15,4 2-56 0,-4-1 36 16,-1-1-52-16,5-4-60 0,-4 4 60 0,4-3 0 15,0 0 60-15,0-4-60 16,5 4 4-16,2 0 4 0,-3-1 40 0,8-2 152 16,-4 0-128-16,-1-1-68 0,5 0 96 15,0-2-40-15,0 0 4 16,0-7 48-16,8 0 20 0,0 0-20 0,0-4 36 0,4-6 12 16,-1 4 24-16,1-6-64 15,0 2-112-15,0-6 56 0,0 3-64 16,-5-3-116-16,2 0 44 0,-5 1-4 0,0-1 72 15,-1 0 0-15,-3-1-44 0,-4-2 40 0,4 1-4 16,-8-1 12-16,0-3 0 16,-1 3-8-16,-2-4-104 0,-6 1 104 15,2 0-52-15,-2-3 48 0,-3 0 0 0,1-5-52 16,-1 5 56-16,-8-7 8 16,3 4-8-16,-3-1 16 0,0-2-4 0,0-1 0 15,-3 3 0-15,-5-3 8 0,-1 4 4 16,1-4-8-16,-3 7 52 15,-2-1-60-15,-6 0 0 0,3 5-64 0,-8-5-72 16,-1 7 124-16,2-3 4 0,-5 6 0 16,0 0 8-16,0-1-4 0,-4 3 4 0,1-2 72 15,-1 2-72-15,0 6 4 16,0-5 44-16,0 6 88 0,4-3 24 0,0 8 0 16,0-5 48-16,4 7-84 0,-4 0 20 15,9 0-20-15,-5 7-112 0,0 0-12 16,4-2 0-16,0 4-4 0,0 2-72 15,4-3 76-15,0-1 0 0,4 3-8 0,-4-4-64 16,4 4 60-16,1-1-48 0,-6 0-4 16,6 1-20-16,-5 3-12 0,0-1-28 15,0 8 24-15,0-4-20 0,0 6-76 16,0-3 48-16,0 4-112 16,4-2-60-16,0-2-100 0,0-3-148 0,8-3 8 0,1 0-132 15,-2-7-516-15,5 1-1140 0,5-1-2309 16,2-3-1971-16,13 3 6420 0</inkml:trace>
  <inkml:trace contextRef="#ctx0" brushRef="#br1" timeOffset="-208750.951">28431 16942 2904 0,'0'0'1004'0,"0"0"4988"15,0 0-3651-15,0 0-733 0,0 0-276 16,0 0 40-16,0 0-216 0,0 0-268 16,80-16-148-16,-64 16-152 0,0 0-160 15,-4 0-88-15,4 0-84 0,-8 0-84 16,4 0-100-16,-9 0-16 0,6 3-56 0,-5-1-8 16,0 2-4-16,-4-1-132 0,4 4 68 15,-4 2 64-15,0 4-96 0,0 0-88 16,-12 2-12-16,3 5-36 0,-2 2-24 15,-1 0-40-15,-4 0 52 0,4 1 84 16,-4-1 36-16,4-3 28 0,1 0 20 0,-2-3 76 16,5-1 8-16,1-5 0 0,2 0 4 15,1-8-4-15,4 5 0 0,0-7-36 16,0 3 40-16,0 0 72 0,9 1 112 16,2-1 52-16,-3 0 8 15,8 0 24-15,0 1-48 0,0-4-12 0,4 0-48 16,0 0-76-16,0-4 4 0,-1 1-16 15,-2-3-60-15,3-1-4 0,-4 1-8 0,0 0-316 16,-1-4-124-16,2 0-172 0,-6 1-116 16,6-1-324-16,-6 1-1024 0,1 0-2837 15,-3 2-3107-15,-6 1 7732 16</inkml:trace>
  <inkml:trace contextRef="#ctx0" brushRef="#br1" timeOffset="-208513.661">28897 17126 208 0,'0'0'732'0,"0"0"8976"0,0 0-7959 15,0 0-1061-15,0 69 344 0,4-43 536 0,1 5-164 16,3 1-524-16,3 7-348 16,-3 2-240-16,5 3 16 0,-2 4-48 15,2 2-52-15,-6 2-112 0,5 2-24 0,1-1-68 16,-2-1 0-16,6-8 0 0,-10-10-4 15,5-8-4-15,-3-10-72 0,-6-10-240 0,-3-6-312 16,4 0-384-16,-4-9-32 0,4-7-276 16,-4-7-732-16,0 1-2001 0,0-9-2443 15,0 8 5832-15,-8-15-524 0</inkml:trace>
  <inkml:trace contextRef="#ctx0" brushRef="#br1" timeOffset="-208246.091">28922 17199 3284 0,'0'0'912'0,"0"0"4380"16,0 0-3523-16,0 0-1049 0,0 0 124 0,0 0 800 16,44-68-372-16,-33 63-316 0,1-2-308 15,4-2-216-15,0 5-48 0,0-2-76 16,-4 4-96-16,0 2-64 0,-4 0-16 16,0 0 28-16,0 2-100 0,0 4-60 0,-8 0 0 15,4 8 4-15,-4-2 92 16,0 4-32-16,-4 3-64 0,-4 0-112 0,-4 0-36 15,0 0-72-15,-4 0-100 0,1-3-40 16,-2 0-160-16,2 1-124 0,-2-5-104 16,6 1-36-16,-2-1-248 0,2-2-688 15,-2-1-737-15,5-2-1887 0,1-1-320 16,-1 0 4156-16</inkml:trace>
  <inkml:trace contextRef="#ctx0" brushRef="#br1" timeOffset="-207411.18">28220 16980 1448 0,'0'0'484'0,"0"0"-288"0,0 0 140 16,0 0 3940-16,0 0-2160 0,0 0-772 15,0 0-311-15,0 0 175 0,0 0 80 16,0 0-36-16,13-32-344 0,-6 29-168 0,1 0-92 16,1-1-88-16,2 1-92 0,1-1-108 15,4 2-92-15,4 2-56 0,0-3-80 16,4 3-44-16,0 0-80 0,-1 0-8 16,-2 0-4-16,3 0 0 0,-9 0-44 15,5 0-16-15,-8 0 64 0,0 0-8 0,-4 0-76 16,-4 3-64-16,0-3 36 15,-4 6-36-15,0-3 0 0,0 7-60 0,0 0 132 16,-4 2-60-16,0 7-96 16,-4-3 44-16,1 3 52 0,-6 0 0 0,2 3-36 15,-6-3 32-15,6 1 128 0,-6 2 12 16,6-3 12-16,-6 0-12 0,6-3 0 16,-1 3 0-16,0-3 4 0,0-1-4 15,-1-2 0-15,6 0-4 0,-1-4 8 16,4 1-4-16,0-4 0 0,0 0-8 0,0-2-40 15,4-2 44-15,0 3 4 0,0-5 8 16,0 2 164-16,0 2-72 0,0-2 36 16,8 2 112-16,-4-2-36 0,8 5 24 0,0-3 48 15,4-1-40-15,0 0-120 16,3-1-64-16,-2-2-48 0,2 0 52 16,1 0-60-16,1 0-4 0,-6-5-100 0,1-2-132 15,0 0 36-15,0-1-76 0,-4-3-112 16,4-1-164-16,-8 3-148 15,0-4-360-15,-1 3-828 0,-2-2-1389 0,-5 5-2863 16,4-2 2864-16,-4 3 2293 0</inkml:trace>
  <inkml:trace contextRef="#ctx0" brushRef="#br1" timeOffset="-207150.712">28455 17030 2620 0,'0'0'1408'0,"0"0"-1004"0,0 0 2564 16,0 0-1720-16,0 0-564 0,0 0 144 16,0 0-92-16,0 0-219 0,0 0-221 0,0 0-220 15,0 0-76-15,-76 45-8 0,72-36-44 16,1 5-12-16,-1-2-12 0,-4 4-156 15,0 0-245-15,3 0-27 0,-2 2-76 0,-1-2-340 16,4 3-688-16,-4-3-1128 16,4-3-1136-16,-8 3 3548 0</inkml:trace>
  <inkml:trace contextRef="#ctx0" brushRef="#br1" timeOffset="-202628.786">2944 15798 132 0,'0'0'9840'15,"0"0"-8239"-15,0 0-757 0,0 0 116 16,0 0 408-16,0 0-308 0,0 0-132 16,0 0-268-16,0 0-152 0,0 0-64 0,0 93 28 15,0-58 104-15,4 2-100 0,-4 8-144 16,0-1-160-16,0 8-40 16,0-2-44-16,-4 7-88 0,-1 6-12 0,2 5-112 15,3-2 28-15,-8 0-28 0,4 2 4 16,0-8-260-16,4-6 24 0,-4-6 48 15,4-7-24-15,-4-10-48 0,4-5 68 0,0-10-208 16,0-4-324-16,0-8-516 16,4-4-600-16,0-7-569 0,0-12-1339 0,0 7-936 15,0-23 3448-15</inkml:trace>
  <inkml:trace contextRef="#ctx0" brushRef="#br1" timeOffset="-202200.332">3251 16052 1016 0,'0'0'8716'0,"0"0"-7439"0,0 0-121 15,0 0-184-15,0 0 288 0,51 90 40 16,-47-55-296-16,0 6-356 0,-4 0-276 16,0 4-112-16,0-4-52 0,0-3-96 15,-4-6 12-15,-4-4-36 0,5-6-76 0,-5-3 28 16,-1 1-40-16,1-8-124 15,1-2-184-15,3-5-28 0,-4-1 40 16,-1-4 72-16,6 0-48 0,-9-4-92 0,4-4-8 16,-8-5 116-16,4 1-44 15,0-5 72-15,0 1 140 0,0 0 12 0,4 0 64 16,0 4-36-16,8 2 48 0,0 4 88 16,0-1 136-16,0 5 4 0,12-1-28 15,0 3-76-15,4 0 20 0,4 0 92 16,0 0 76-16,3 9 76 0,2-3 44 15,-1 7 4-15,4-1-68 0,-4 1-60 0,-5 3-124 16,5 1 0-16,-4 2-108 0,0-1-68 16,0 1 52-16,0 2-12 0,-4 3-32 15,0-6-16-15,0 5-4 0,-5-7-564 0,6-1 112 16,-10-2-160-16,6-3-380 16,-2-1-576-16,1 0-1212 0,1 2-2089 15,-6-9-1499-15,1 2 5524 0</inkml:trace>
  <inkml:trace contextRef="#ctx0" brushRef="#br1" timeOffset="-199927.293">4092 17135 9020 0,'0'0'1200'16,"0"0"-1056"-16,0 0 12 16,0 0 681-16,0 0-337 0,0 0 104 0,-40-92-144 15,27 57-204-15,6-6-64 0,-1-3-40 16,-5 0-40-16,6-5 56 0,-5-1 48 16,3 1-116-16,2 2-100 0,-1 0 8 0,4 3 4 15,0-1 92-15,4 3-92 0,0 8-8 0,0-1 8 16,0 9 128-16,4 4-40 15,0 3-96-15,0 5 188 0,4 6-68 16,-8 2-32-16,3 2-88 0,1 4-4 16,-4 0-60-16,0 0 56 0,5 0-92 0,-5 7-32 15,4 2 128-15,-4 4 176 16,4 0-12-16,0 0-112 0,0-4-40 16,-1 0-12-16,1-5-84 0,5-1-104 0,-1-3 24 15,-1 0 164-15,6 0 76 16,-1 0-24-16,-1-3-52 0,6 3-12 15,-6-4 12-15,2 4-8 0,-2 0-44 0,-7 0-24 16,4 0 76-16,-3 7 332 0,-2-1 20 16,1 3-12-16,0 4 48 0,-4 3-60 0,0 3-76 15,0 0-52-15,0 0-200 16,-8 0 4-16,0 4-4 0,-4-4-144 0,5-3-192 16,-6 3-144-16,1-4-124 0,1-2-64 15,-6-4-184-15,6 1-244 0,-2-7-520 16,2-3-1425-16,-6-3-3007 0,10-3 4364 0</inkml:trace>
  <inkml:trace contextRef="#ctx0" brushRef="#br1" timeOffset="-199656.891">4230 16049 3908 0,'0'0'8633'0,"0"0"-7281"0,0 0-896 16,0 0 64-16,0 0 488 0,0 0 68 16,13 80-328-16,-9-53-352 0,0 6-224 15,3 2 36-15,2 0-72 0,-5 4-36 16,4 1-52-16,-1 2-48 0,-3 2 0 16,0 0-72-16,-4 0-4 0,5 5-20 0,-1-5-336 15,-4-3-152-15,4-3 64 0,-4-3-68 16,0-6 8-16,0-7-100 15,0-3-128-15,0-6-516 0,0-4-624 0,0-2-1133 16,0-7-1719-16,0 0 1944 0,0 0 2660 16</inkml:trace>
  <inkml:trace contextRef="#ctx0" brushRef="#br1" timeOffset="-199244.739">4498 16640 10880 0,'0'0'1453'15,"0"0"-969"-15,0 0-188 16,0 0 364-16,11 86 444 0,-11-61-8 16,5 4-468-16,-5 6-340 0,4-4-128 15,-4 7-24-15,4 1-24 0,-4 2 0 16,0 3-100-16,0-3 4 0,0 3-8 15,0-6 52-15,-8-2-12 0,-1-8-48 0,6-2-8 16,-5-7-52-16,0-7-188 0,4-5-212 16,-1-7-308-16,5 0-300 0,-7-12-928 15,3-11-897-15,0-2-2227 0,0 2 189 16</inkml:trace>
  <inkml:trace contextRef="#ctx0" brushRef="#br1" timeOffset="-199024.215">4466 16808 1136 0,'0'0'336'0,"0"0"8092"15,0 0-7319-15,0 0-349 0,0 0 148 16,0 0 672-16,0 0-544 0,0 0-244 16,0 0-252-16,0 0-140 0,71-54-52 15,-62 54-24-15,3 7-116 0,-5-1 16 16,2 3-28-16,-1 1-60 0,-4 3-72 16,-1 3 32-16,-3-1-32 0,0 1 8 0,0 3-72 15,-3 0-48-15,-5 1-148 16,-5-5-188-16,6 1-148 0,-5-6-152 0,3-1-108 15,5-2-136-15,-3-4-312 0,-1 0-804 16,-1-3-1893-16,2 0-2339 0,3-3 6160 16,-4-7-1463-16</inkml:trace>
  <inkml:trace contextRef="#ctx0" brushRef="#br1" timeOffset="-198843.666">4724 16621 312 0,'0'0'10681'0,"0"0"-9333"0,0 0-404 16,0 0 152-16,0 0 288 0,88-10-276 0,-75 10-364 16,-5 0-348-16,-1 0-268 0,6 4-128 15,-9-4-148-15,3 3-360 0,-3 0-276 16,-4 6-348-16,4 1-712 0,-4 6-1145 16,0-4-3691-16,0 11 3656 0</inkml:trace>
  <inkml:trace contextRef="#ctx0" brushRef="#br1" timeOffset="-198669.969">4816 16808 236 0,'0'0'10793'15,"0"0"-9289"-15,0 0-812 0,0 0 284 16,0 0 728-16,0 0-276 0,0 0-428 0,0 0-528 16,0 0-288-16,0 0-172 15,84 3-12-15,-71-6-100 0,2 0-492 16,5 0-288-16,0 0-200 15,8 0-764-15,0-4-2653 0,-4 7-2771 16,11-3 5192-16</inkml:trace>
  <inkml:trace contextRef="#ctx0" brushRef="#br1" timeOffset="-198225.819">5375 16202 7476 0,'0'0'3096'15,"0"0"-695"-15,0 0-1677 0,0 0-632 16,0 0 428-16,0 0 500 0,0 0 116 16,0 0-376-16,0 0-464 15,0 0-148-15,0 89 52 0,4-54 72 0,3 2 60 16,1 2 28-16,-4 2-140 0,5 3-96 15,-9 0-40-15,4 1-76 0,-4 3-8 16,0 0-84-16,0-3 72 0,0-1-64 16,0-3 16-16,0-6-348 0,0-7-60 0,0-6-76 15,-4-5-176-15,4-9-348 0,0-1-712 16,0-7-1136-16,-5 0-2849 16,5-7 777-16,-4-5 4609 0</inkml:trace>
  <inkml:trace contextRef="#ctx0" brushRef="#br1" timeOffset="-197544.229">6060 16356 28 0,'0'0'10528'0,"0"0"-8815"15,0 0-689-15,0 0-404 0,0 71 268 16,0-46 156-16,0 4-64 0,-9 0-344 0,5-1-376 15,-7-3-148-15,3 1 0 0,-1-7 8 16,-2 0 44-16,-1-6-4 0,0-1-92 16,-4-2-68-16,0 0-232 0,-3-1-140 15,-2-6-12-15,1 4 124 0,1-5 84 0,2-2 76 16,6 0-72-16,-6 0-56 0,2-6 116 16,2 0-24-16,2-3 132 15,-6-1-48-15,10 0 0 0,-1-2-40 0,4-1 92 16,4 1 100-16,0 2 4 15,0-2 108-15,4-1 0 0,4 3 36 0,-1 1 4 16,2 2-68-16,3 4 28 0,-1 0 12 16,6 3 48-16,3 0 36 0,-1 6 72 15,1 1 112-15,1 5-48 0,-2 8-128 16,1-2-192-16,-4 1-76 0,-4 3-48 0,0-2-380 16,0-8 24-16,-4-3 0 15,-4-2 12-15,4-3-88 0,-5-4-160 16,6 0-316-16,-1-11-800 0,-4-1-652 0,0-10-2413 15,-1 6-1667-15,-3-12 5372 0</inkml:trace>
  <inkml:trace contextRef="#ctx0" brushRef="#br1" timeOffset="-197312.31">6180 16119 11413 0,'0'0'1844'0,"0"0"-1080"0,0 0 8 15,0 0 728-15,0 0-352 16,15 89-272-16,-15-57-432 0,0 2-260 0,0 4-24 16,0 1-24-16,0 6-124 0,4-1-12 15,0 3-84-15,0 4-64 0,0 0-48 16,0 0-112-16,0 2-164 0,0 2-120 0,0-4 8 16,0-4 32-16,-4-6-52 15,3-2-228-15,-3-11-460 0,5-9-576 16,-1-3-2085-16,-4-10-1759 0,0-2 4996 0</inkml:trace>
  <inkml:trace contextRef="#ctx0" brushRef="#br1" timeOffset="-197067.087">6466 16884 432 0,'0'0'9908'0,"0"0"-8463"15,12 74-881-15,-9-43 24 16,6 7 532-16,-1 3 248 0,0 1-388 16,-5-1-392-16,1 0-376 0,1 1-112 0,-1 3-100 15,-4-5-8-15,0 5-76 16,0-7 76-16,0-3-44 0,-4-10-136 0,4-6-208 16,-5-6-172-16,5-9-84 0,-4-4-108 15,1-4-432-15,-5-11-1361 0,0-8 241 16,-4-6-2532-16,4 7 2548 0,-4-22 905 15</inkml:trace>
  <inkml:trace contextRef="#ctx0" brushRef="#br1" timeOffset="-196852.824">6455 16893 3836 0,'0'0'192'0,"0"0"2844"16,0 0-804-16,0 0-1084 0,0 0-127 16,0 0 323-16,79-37-44 0,-67 37-136 0,-4 3-8 15,0 3-332-15,-1 8-252 0,2-2-80 16,-5 3-60-16,0 2-208 0,-4 2-92 15,0-3-44-15,0-1-28 0,0 1 16 16,-8-3-76-16,-5 0-112 0,6-1-208 16,-5 1-60-16,0-4-140 0,0-2-188 15,-1-1-252-15,6-6-248 0,-5 3-720 16,0-3-1013-16,0-3-2531 0,4-3 1288 0,-4-7 3768 16</inkml:trace>
  <inkml:trace contextRef="#ctx0" brushRef="#br1" timeOffset="-196569.474">6781 16323 2612 0,'0'0'9777'0,"0"0"-8653"16,0 0-860-16,0 0 244 0,0 0 188 0,0 0 224 15,0 0-80-15,-4 79-340 16,4-48-240-16,4 4 24 0,3 3-72 16,2 4 36-16,-1 3 60 0,-4-1-64 15,-1 0-120-15,1 4-116 0,-4-4-8 16,0 4-96-16,0-4 8 0,0-3-60 16,0-2-432-16,0-8-88 0,0-5-4 15,0-7-84-15,0-6-264 0,0-4-820 16,0-9-2153-16,0 0-2903 0,0-6 6520 0</inkml:trace>
  <inkml:trace contextRef="#ctx0" brushRef="#br1" timeOffset="-195967.289">7282 17304 7688 0,'0'0'5433'0,"0"0"-4249"16,0 0-1184-16,0 0 4 0,0 0 564 15,0 0-76-15,-51-83 416 0,44 45-272 0,-2-3-348 16,-3-10-276-16,8-3-12 16,-3-3-76-16,-2-4 64 0,5 4-64 15,0 0 76-15,0 3-4 0,4 1-68 0,0 1-4 16,0 4-88-16,8 6 52 0,0 5 52 16,4 9-4-16,-4 5 64 0,4 7 156 15,-4 10-8-15,-4 0-72 0,4 6 136 0,-8 0-4 16,4 6-8-16,0 4 12 15,-1 6-100-15,-3 3 0 0,0 9-64 16,0-2-48-16,0 2 0 0,0 1-8 0,-3-7 8 16,3-3 8-16,0-3 4 0,0-3-12 0,0-6 0 15,0-2-112 1,8 2 12-16,4-5 100 0,-1 3 100 0,6-5 48 16,-2 0-100-16,-2 0-48 0,-2 0-12 15,2 0 12-15,-5 0 0 0,-1 0 8 16,-7 0-8-16,4 0 0 0,-4 2 132 15,4 4 192-15,-4 5 156 0,0-2 36 0,0 3-224 16,-4 4-292-16,-3 0 0 0,-1 0-244 16,-5 0-76-16,2-3-60 15,-1-4-40-15,0 1-60 0,0-4-116 0,-1-3-224 16,2-3-264-16,-1 0-672 0,4-6-856 16,-4-4-1761-16,4-6-627 0,5 4 3876 0,-2-14 517 15</inkml:trace>
  <inkml:trace contextRef="#ctx0" brushRef="#br1" timeOffset="-195705.166">7518 16240 40 0,'0'0'10532'15,"0"0"-8799"-15,0 0-861 0,0 0-120 16,0 0 588-16,0 0 28 15,0 0-372-15,16 79-452 0,-12-53-220 0,-4 2-32 0,0 7 4 16,0 0-12-16,0 6 8 0,0 1-72 16,0 2-84-16,0 7-132 0,0 0-4 0,0 0-96 15,-9 2-4-15,5-2-268 16,1-3-232-16,3-6-128 0,-4-8-104 16,4-5-12-16,0-10-164 0,0-3-828 0,7-7-2361 15,-3 1-2863-15,5-1 6120 0</inkml:trace>
  <inkml:trace contextRef="#ctx0" brushRef="#br1" timeOffset="-195390.086">7690 17098 808 0,'0'0'10161'0,"0"0"-8377"0,0 0-1068 0,0 0-68 16,11 75 440-16,-7-49 132 0,-4 2-248 15,4 1-264-15,-4-1-388 0,0 0-136 16,4 5-96-16,-4-5 24 0,5 1-16 16,-5-1-52-16,0 1-44 15,0-1-108-15,0-5-40 0,0-7 84 0,0-6 52 16,0-4-36-16,0-6-396 0,0 0-300 0,0-11-140 15,-9-1-200-15,5-7-544 0,-4-6-676 16,1-7-721-16,3 1-1059 16,-1-5 1192-16,1 2 2448 0,4-2 428 15</inkml:trace>
  <inkml:trace contextRef="#ctx0" brushRef="#br1" timeOffset="-195174.12">7681 17202 116 0,'0'0'1712'0,"16"-71"-868"0,-4 44-216 16,0 2 6092-16,0-2-5327 0,1 2-597 0,-2 0 60 15,1 3 100-15,4 3-248 0,-8 0-116 16,3 6-36-16,2 1-164 0,-5-1-44 15,-1 7-84-15,2 1-28 0,-5 5-52 16,0 0 52-16,0 7 0 0,-4-1 88 16,3 7-16-16,-3-1-76 0,0 8-96 0,0-4-12 15,-3 3-48-15,-5 0 56 0,-5 0 16 16,2 0-36-16,-6 0-104 0,2 0-8 16,-5 0-8-16,-3-2-140 0,2-3-172 0,-7 3-136 15,4-1-224-15,-4 0-28 0,0-4-268 16,0-2-396-16,5-1-752 15,-5-5-1161-15,4-4-3227 0,4 0 5948 0,-8-7-1572 16</inkml:trace>
  <inkml:trace contextRef="#ctx0" brushRef="#br1" timeOffset="-188160.826">12745 11681 7628 0,'0'0'5761'0,"0"0"-4809"15,0 0-420-15,0 0-228 0,0 0 84 0,0 0 396 16,0 0 312-16,0 0-380 15,0 0-308-15,-12 15-212 0,12-2-96 0,0 3 12 16,0 6-16-16,5 3 52 0,2 4-24 16,-3 3-52-16,4 0-12 0,-4 3 4 15,5 6 8-15,-6-4-60 0,1 8-12 0,0 0-4 16,-4-1-104-16,0-3 20 16,0 3 28-16,0-4-16 0,0-3 28 15,0-2-76-15,0-10-244 0,0-2-40 0,0-11-72 16,0-2-116-16,4-3-100 0,0-7-540 0,8-3-256 15,-4-11-768-15,0-2-2029 16,0 2-1687-16,0-13 5232 0</inkml:trace>
  <inkml:trace contextRef="#ctx0" brushRef="#br1" timeOffset="-187685.746">13287 11564 4348 0,'0'0'8161'15,"0"0"-7065"-15,0 0-512 0,0 0 76 0,24 82 596 16,-20-47 144-16,-4-1-312 16,0 8-460-16,0-2-248 0,0 6-136 0,-8-2-60 15,-7 3-72-15,-2 2-44 0,2-2-68 16,-9-3-12-16,3-3-32 0,1-6 40 15,1-9 4-15,6-5 0 0,-2-7-12 16,3-4 8-16,4-8-204 0,0 2-24 0,-4-4 8 16,4-4-56-16,0-5-128 15,4-3 112-15,-4-5-60 0,4-2-64 16,0-3 120-16,0 0-8 0,0 0 56 0,4 0 4 16,-4 2 12-16,4 5 56 0,0 2 180 15,0 6 92-15,0 0 156 0,8 5-236 16,-4 2 40-16,8 0 96 0,0 0 52 15,0 6 48-15,4 4 100 0,0 3-48 16,0 2-116-16,0 1-12 0,3 3-24 0,1 0 16 16,-3 1-56-16,-2 1-32 0,2-2-16 15,-2 0-48-15,2 4 52 16,-6-7 68-16,1 0-132 0,0-4-68 0,-4 1-20 16,4-6-20-16,-4-4-128 0,0 0-404 15,4 0-156-15,-4-3-172 0,0 0-768 0,4 0-996 16,-5-6-1981-16,2-1-655 0,-1-2 4364 15</inkml:trace>
  <inkml:trace contextRef="#ctx0" brushRef="#br1" timeOffset="-187409.275">13602 12106 7764 0,'0'0'6129'0,"0"0"-4865"0,0 0-760 0,0 0 104 15,0 0 152-15,0 0-116 0,0 0 172 16,0 0 280-16,88 6-336 0,-52-6-248 0,-1-6-196 16,1 0-172-16,-4-1-56 15,-4-2-88-15,0-1-4 0,-4-2-276 0,-1-1-428 16,-2 1-100-16,-5-2-124 0,-1-1-468 15,-3-2-1412-15,-7 4-3109 0,-1-5-1851 16</inkml:trace>
  <inkml:trace contextRef="#ctx0" brushRef="#br1" timeOffset="-187228.193">13869 11767 10933 0,'0'0'1388'0,"0"0"-712"0,-4 66 88 16,0-28 604-16,4 3-20 0,0 0-204 0,0 7-452 16,0-3-344-16,0-1-200 0,-4 0-148 15,0 1 0-15,-4-8-160 0,4 3-224 0,4-12-372 16,0-3-188-16,0-9-656 16,0-2-1648-16,4-9-4653 0,4-5 5605 15</inkml:trace>
  <inkml:trace contextRef="#ctx0" brushRef="#br1" timeOffset="-186708.445">14403 12639 4940 0,'0'0'8153'15,"0"0"-7365"-15,0 0-584 16,-32 64 240-16,24-52 324 16,8-5 516-16,0-4-352 0,0-3-288 0,0 0-88 15,0-6-140-15,0-4-20 0,0-9-388 16,0-3 100-16,0-10-72 0,0-7-36 0,0-1-96 16,0-8 12-16,0-3-4 0,0-3-196 0,-8 0-8 0,4-3 8 15,0-3 36-15,4-1 64 16,0 1 0-16,0 0 8 0,0 3-48 0,8 6 64 15,3 7-28-15,-2 9 188 0,3 3 28 16,0 13 44-16,-4 6-8 16,0 4 108-16,-1 6-48 0,-7 3 24 0,4 0-60 15,1 8 272-15,-5 9 96 0,0-1-188 16,0 9-144-16,0 1-76 16,0 2 4-16,-5-3-48 0,1-2 4 0,4-8-4 15,0-2-4-15,0-3-48 0,0-4-52 16,4 4 88-16,5-5 0 0,3 2 12 15,-5 0 0-15,6 0-4 0,-2 2-8 0,-3-3-32 16,5 4 44-16,-6-4 0 16,-3 4 48-16,0-1 148 0,-4 4 12 15,0 2-36-15,0 2-96 0,-12-2-76 0,1 2-280 16,-2-5-188-16,-2-3-184 0,-1-3-152 16,4 0-204-16,-1-6-692 0,2-2-1040 15,3-4-3137-15,-1-14 61 0</inkml:trace>
  <inkml:trace contextRef="#ctx0" brushRef="#br1" timeOffset="-186468.104">14718 11550 1800 0,'0'0'11361'15,"0"0"-9573"-15,0 0-796 0,0 0 248 16,7 89 184-16,-3-54 0 0,0 3-300 15,1 0-580-15,3 4-287 0,-5 3-109 0,1 5-40 16,0 0-108-16,-4 4-44 0,0 1-92 16,0-1-217-16,-4-4-179 0,-3-3-68 15,-1 2-84-15,-1-8-52 0,5-3-148 16,1-3-344-16,-1-6-944 0,0-7-1028 16,4-3-2805-16,-4-10 1257 0</inkml:trace>
  <inkml:trace contextRef="#ctx0" brushRef="#br1" timeOffset="-185834.198">15296 11567 5852 0,'0'0'5865'0,"0"0"-4877"0,0 0-400 16,0 0-232-16,0 0 468 0,0 0 876 0,0 0-488 16,0 0-432-16,0 0-372 0,-56 66-272 15,32-37-124-15,-4 2 100 0,3 4-16 16,-3 1-20-16,1-3-16 0,-1 0-60 16,4-1 0-16,4-10 100 0,8 0 8 15,0-9 28-15,8-4 24 0,0-3 0 16,4-3-4-16,0 4-8 0,4-1-36 0,9 4 96 15,2 8-52-15,9-1 40 0,0 2 0 16,4 0-124-16,-5 0 24 16,2-6 4-16,-1 0-16 0,-4-4-12 0,-1 1-64 15,-2-1-8-15,-6-3-8 0,2-3-4 16,-6 4-108-16,1-7-488 0,-4 3-152 16,-4-3-148-16,0 0-200 0,0 0-540 15,0 0-1208-15,0 0-2241 0,-12 0-2915 16</inkml:trace>
  <inkml:trace contextRef="#ctx0" brushRef="#br1" timeOffset="-185610.41">15008 12153 1188 0,'0'0'9781'0,"0"0"-7841"0,0 0-808 0,0 0-396 0,0 0 256 15,0 0 352-15,0 0-156 16,0 0-204-16,0 0-224 0,69 63-124 0,-54-42-112 15,5-6-184-15,3-2-144 0,-2 0-112 16,-1-1-84-16,-1 1-60 0,5-4-28 16,4 1-228-16,4-4-192 0,-4 0-472 15,4 1-172-15,0-4-592 0,-8 0-2460 16,8 0-3253-16</inkml:trace>
  <inkml:trace contextRef="#ctx0" brushRef="#br1" timeOffset="-178377.645">15710 11712 4548 0,'0'0'7605'0,"0"0"-6709"0,0 0-260 15,0 0-316-15,0 0 300 0,0 0 212 0,0 0-12 16,0 0-296-16,0 0-364 0,3-25 92 16,5 31 244-16,5 7-28 0,-2 3-160 15,2 6-208-15,2 3-100 16,-7 7 0-16,4 4-12 0,-8 5-36 0,0-4 36 16,0 1-124-16,0-2-124 0,-4-11-36 15,0-6 196-15,4-9 44 0,-4-4 48 0,0-6-68 16,0 0-200-16,0-6-108 0,5-7 84 15,-5-6 140-15,3-3 84 16,1-7 64-16,0-3 12 0,4 4-76 0,-4 2-24 16,4 1 100-16,-4 6 68 0,0 3-60 15,0 6 60-15,0 3-68 0,0 5-12 16,-4-1-76-16,0 3 48 0,0 0 28 16,0 0 12-16,4 9 0 0,-4 1 0 15,4 2 180-15,0 4-96 16,0 0-80-16,0 0 48 0,-4 0-52 0,4-10-100 0,0 1 0 15,-4-7-16-15,0 0 116 16,4 0 40-16,-4 0 224 0,3-4-16 16,6-2 104-16,-5-3-80 0,0 2-124 0,4 1-60 15,-5 0-88-15,1 2-12 0,5 4 12 16,3 0 60-16,-5 0 4 0,6 7-4 0,-2-1 28 16,2 4-76-16,-1-1 136 15,-1 4 40-15,5 3-4 0,-4-3-72 16,1 2 168-16,-2-2-192 0,1 3-40 0,-4-3-36 15,4-1-12-15,-4 1-48 0,0-4-196 16,0 1-312-16,4 0-176 16,0-4-176-16,8-6-152 0,-4 0-2040 0,3-12-2421 15,-2-2-1246-15,3-14 6767 0</inkml:trace>
  <inkml:trace contextRef="#ctx0" brushRef="#br1" timeOffset="-178027.948">16447 11709 2792 0,'0'0'8453'16,"0"0"-7169"-16,0 0-404 0,0 0 252 0,0 0 116 16,-80 83 4-16,60-59-172 0,8 6-304 15,0-2-184-15,4-2-152 0,1-4-196 0,2-3-244 16,5-7-36-16,0-5-112 16,0-3-60-16,0-4-12 0,0 0 48 15,5 0 24-15,-1-4 148 0,-1-6 88 0,5 1-88 16,4-7-72-16,-4-3 0 0,0 3-28 15,-4 0-36-15,4 0-8 0,0 7 32 16,-4-1-12-16,0 8-12 0,4 2 12 16,-4 0 64-16,3 0 60 0,2 6 72 15,-1 2 252-15,3 6-8 0,-2 2-80 0,3-4-76 16,-5 1 48-16,2 3-36 0,3-4-100 16,-5 1-72-16,1-3-96 15,-3-3-52-15,3-5-48 0,-8 1-88 16,4-3-292-16,-4 0-156 0,3 0-160 0,1-3-428 15,0-6-780-15,0-4-877 0,1 1-1851 16,-1-1-648-16,3-6 5476 0</inkml:trace>
  <inkml:trace contextRef="#ctx0" brushRef="#br1" timeOffset="-177892.965">16614 11764 3588 0,'0'0'88'0,"0"0"5996"16,0 0-4727-16,0 0-149 0,0 0 272 0,91 31-304 0,-67-15-20 15,-3 3-200-15,-1 0-140 16,-1 0-36-16,1 0-152 0,-4-3-272 0,0-4-356 15,-4 1-180-15,0-7-152 0,0 1-372 16,0-7-184-16,0 0-220 0,-4 0-696 16,3-9-1064-16,-6-1-2145 0,-1-3-1115 15,0-6 5481-15</inkml:trace>
  <inkml:trace contextRef="#ctx0" brushRef="#br1" timeOffset="-177706.415">16917 11719 6280 0,'0'0'2920'16,"0"0"289"-16,0 0-1641 0,0 0-744 15,0 0-56-15,0 0-36 0,-83 64 264 0,62-36 8 16,1 0-276-16,-3 1-188 0,3 3-112 16,-1-4-136-16,2-3-192 0,3 0-100 15,0-6-124-15,4 0-60 0,0-2-292 16,0-4-212-16,4-1-188 0,4-2-252 16,0-4-580-16,4-2-792 0,0-4-1669 15,0 0-1559-15,0 0 3316 0</inkml:trace>
  <inkml:trace contextRef="#ctx0" brushRef="#br1" timeOffset="-176976.417">17232 11569 1108 0,'0'0'1564'0,"0"0"3468"16,0 0-4408-16,0 0-156 0,0 0 344 16,0 0 160-16,0 0-135 0,-5-66-93 15,5 59-64-15,-4 1-156 0,4-3-92 0,-3 2 12 16,3 4 36-16,0-3 12 0,-4 6 88 16,4 0-40-16,0 0-52 0,-4 0 60 15,0 6 132-15,0 1-492 0,-5 2-188 0,2 7-324 16,-5 6-8-16,0 6 108 15,0 4 124-15,-4 6 24 0,4 1 28 16,-3 2 8-16,2 0 40 0,5-2 4 16,-4-8-4-16,4-6 0 0,4-6 0 15,4-9 0-15,0-4-124 0,0-2 48 16,0-4 0-16,4 0 76 0,4 0 92 0,4 0 8 16,4-4-40-16,-4-2-48 0,4 3-12 15,-4 3-44-15,0 0-68 16,-1 0 76-16,2 6 36 0,-1 7 72 0,-5 3 128 15,2 6-36-15,-1 3-152 0,-4 4 60 16,-1 3 116-16,1-3-88 0,-4 2-100 0,0-6-64 16,0-3-60-16,0-3-172 0,0-3-316 15,0-2-104-15,0-9-492 0,0-5-560 16,-4 0-453-16,4 0-1083 0,-3-3-3068 16,-1 1 6360-16</inkml:trace>
  <inkml:trace contextRef="#ctx0" brushRef="#br1" timeOffset="-176170.33">17534 11411 1460 0,'0'0'8528'0,"0"0"-7495"0,0 0-389 16,0 0-284-16,0 0 268 15,0 0 416-15,0 0 288 0,0 0-276 0,0 0-416 16,0 0-240-16,-4 67-16 0,8-33 0 16,0 14 48-16,1 0 112 0,-1 6-88 15,-4-1-140-15,4 4-96 0,-4 1-120 0,0-1-40 16,0 3-60-16,0-6-84 0,0 1 8 16,0-8-20-16,-4-9-40 0,4-7-268 15,0-6 0-15,0-8 132 0,0-8-12 0,0-9-312 16,0 0-408-16,4-2-596 15,-1-11-684-15,5-4-793 0,-4-2-1407 0,1 0 116 16,-1-9 3517-16</inkml:trace>
  <inkml:trace contextRef="#ctx0" brushRef="#br1" timeOffset="-175712.164">17877 11465 9048 0,'0'0'1100'0,"0"0"-287"0,0 0 99 16,0 0 548-16,0 0 24 0,0 0-452 15,36 85-164-15,-32-52-256 0,0 2-44 0,0 5 52 16,-4 2-128-16,0 2-212 15,-4 4-120-15,-9-3-84 0,6-1-76 0,-9-3-12 16,0-10 12-16,0-1 56 0,4-16 0 16,-3 0-56-16,7-9-72 0,-5-5-212 15,6-2-48-15,3-8-172 0,-4-3 12 16,-1-6 56-16,9 0 152 0,0-6 60 16,0 3 12-16,0-3 88 0,4 2 60 15,1 4 60-15,3 3 0 0,-4 7 8 16,3-1 0-16,-3 3-4 0,5 5 260 15,-1 2-20-15,-1 0 32 0,5 0 100 16,0 6 72-16,4 4-84 0,-4-1-188 0,4 1-72 16,0 3-16-16,-4-1 4 0,0-2-88 15,0-1-68-15,-4 1-80 0,-1-1-480 16,2-2-128-16,-5-4-216 0,4 0-412 16,-1-3-828-16,-3-6-1017 0,1-4-2687 0</inkml:trace>
  <inkml:trace contextRef="#ctx0" brushRef="#br1" timeOffset="-175492.428">18152 11443 6140 0,'0'0'4945'0,"0"0"-3173"16,0 0-1440-16,0 0-128 0,4 72 472 15,0-43 536-15,0 3 144 0,0 3-348 16,4 3-424-16,-4 0-180 0,-1 3-180 0,6 3-224 15,-1 4-136-15,0 3-12 0,4 0-12 16,-4-1 48-16,-4-6-432 16,0-8-140-16,-1-14 0 0,1-6-60 0,1-6-532 0,-1-7-1172 15,0-3-3309-15,-4 0 161 16,0 0 5029-16</inkml:trace>
  <inkml:trace contextRef="#ctx0" brushRef="#br1" timeOffset="-175176.244">18670 11960 2996 0,'0'0'11121'0,"0"0"-10045"0,0 0-988 16,4 70 36-16,-4-42 392 0,-8 4 228 0,0-3 52 16,-4-1-500-16,4 1-296 15,-4-3-48-15,8-5-116 0,-4-1-404 16,0-7-264-16,0-1-108 0,5-6-504 0,-5-2-1232 15,3-4-2949-15,-3 0 166 0</inkml:trace>
  <inkml:trace contextRef="#ctx0" brushRef="#br1" timeOffset="-174895.399">18774 11455 4804 0,'0'0'7809'0,"0"0"-7005"0,0 0-572 0,0 0 60 0,-5 73 480 16,10-44 512-16,-1 6-96 16,4 3-368-16,-1 6-324 0,6 4-128 0,-5 2-60 15,3 8-188-15,2 5-120 0,-6 4 8 0,1-4-16 16,-4 1-44-16,5-4-352 15,-5-10-104-15,-1-8-120 0,1-10-144 0,4-3-408 16,0-10-852-16,-4-10-1021 16,4-5-3203-16,0-4 1845 0</inkml:trace>
  <inkml:trace contextRef="#ctx0" brushRef="#br1" timeOffset="-174379.326">19227 12674 1592 0,'0'0'11197'0,"0"0"-9773"16,0 0-688-16,0 0-68 0,0 0 236 16,0 0-280-16,0 0-624 0,0 0-112 15,0 0 52-15,-63-70 60 0,59 19 0 0,4-12-12 16,0-6-136-16,0-5-12 0,0-8 8 0,0 2-72 15,0-2-56-15,0 5 40 16,8 8 28-16,0 12 100 0,4 8 112 16,-1 14 188-16,2 11 48 0,-5 4-8 0,3 5-48 15,-2 2-56-15,-5 6 40 16,0 2 20-16,0 1-32 0,-1 4-80 16,-3 0 4-16,0 0 100 0,0 4-76 0,0 5 36 15,0 3-76-15,0 4 52 16,0 7-72-16,-3-4-40 0,3-4-72 15,0-2 8-15,0-6-120 0,0-7-140 0,3 3 108 0,5-3 216 16,5 0 176-16,-2 0-80 16,6 2 44-16,-6 2-4 0,10 3 36 0,-6-1 16 15,1 0 60-15,-4 4-4 0,4-1 16 16,-8 4 60-16,0 0 100 16,0 0 72-16,-4 2 56 0,-4-2-72 15,0 5-220-15,-4 5-108 0,-4-4-88 0,-4 4-48 16,-4 2-4-16,4-6-8 0,-4 0-12 15,4-6-440-15,1-4-168 0,2-5-152 16,-3-4-92-16,9-10-408 0,-1-6-156 0,0-6-1296 16,4-6-1605-16,0 2-799 0,0-19 1908 15</inkml:trace>
  <inkml:trace contextRef="#ctx0" brushRef="#br1" timeOffset="-174169.679">19491 11583 5804 0,'0'0'2796'15,"0"0"1489"-15,0 0-3453 0,0 0-200 0,0 0 532 16,0 0 376-16,0 0-104 0,0 0-400 16,0 0-500-16,0 0-144 0,24 82-40 15,-20-51-20-15,0 7 8 0,-4 4-96 16,0 5-51-16,0 1-101 0,0 0-92 16,0 2-84-16,-4-3-49 0,-4-1-135 15,3-2-244-15,1-6-180 0,1-6-56 0,-1-6 0 16,0-5-68-16,4-5-328 0,0-6-688 15,0-3-456-15,0-7-853 16,0 0-2667-16,0-7 2664 0,0-9 2700 0</inkml:trace>
  <inkml:trace contextRef="#ctx0" brushRef="#br1" timeOffset="-173512.974">19674 11567 1136 0,'0'0'11353'15,"0"0"-10001"-15,0 0-1172 0,0 0-104 16,0 0 544-16,0 0 524 0,0 0 0 16,0 0-500-16,0 0-272 0,88-71-64 15,-73 68-60-15,2 3-64 0,-2 0 0 0,-2 0 88 16,-2 7 120-16,1 2 12 0,1 7-60 15,-10 6 32-15,5 7-84 0,-8 3-132 16,0 6-64-16,-4 0-24 0,-3 3-8 16,-1-2-52-16,-5-6-8 0,2 3 0 15,2-7 8-15,1-4-4 0,1-3-4 0,-1-6-4 16,4 0-4-16,-1-7-56 0,5-2-4 16,-4-4 4-16,4 1-12 0,0-2-24 15,0 1-40-15,0 0 4 0,0 3 32 16,4 1 4-16,1 3 8 15,3 3 4-15,-4-1 12 0,-1 5 0 16,5 2 56-16,-4-4-32 0,5 7 48 0,-5-3 8 16,3 1 4-16,1-2-12 0,1-2 0 15,-2 1-8-15,1-3-4 0,0 0-36 16,1 2 48-16,-2 0 4 0,-3-3 4 16,4-4 4-16,-4 4 48 0,4-1-8 15,-4 4 32-15,0 0 24 0,-4 1 16 16,0-3-60-16,0 5-64 0,-12 0-132 0,0 1-308 15,-7-8-12-15,-5 1-140 0,-4-3-108 16,-4-4-92-16,-4-2-240 0,-5-2-768 16,10-2-2181-16,-20 0-3203 0</inkml:trace>
  <inkml:trace contextRef="#ctx0" brushRef="#br1" timeOffset="-165029.899">16151 12811 4848 0,'0'0'5168'15,"0"0"-3903"-15,0 0-509 0,0 0 12 16,0 0 508-16,0 0 176 0,0 0 28 0,0 0-364 16,0 0-228-16,9-3-32 0,-9 3 48 15,0 0-4-15,-9 0-219 0,2 0-401 16,-9 6-112-16,-4 1-168 0,-4 2-104 16,-4 0-40-16,0 4-4 0,5 0 28 15,-5 0 36-15,8-1 24 0,-5 1-36 0,6-4 8 16,3 1 16-16,0-4 23 0,8 0 41 15,-4 1 0-15,8-4-76 16,4 0-52-16,0-3 16 0,0 4-16 0,0 3 136 16,12 1 88-16,0 2 68 0,4 5-8 15,4-2-15-15,4 4-61 16,-1-8-72-16,-2 4-12 0,-1-4-36 0,-1 1-1 16,-3-4 1-16,-4 1 0 0,-4-1-112 15,0-3-108-15,-4 0-156 16,0 0-148-16,-4-3-224 0,0 7-472 0,0-4-900 0,-4 3-320 15,-8-3-657-15,4 4-1575 16,-7-1-164-16</inkml:trace>
  <inkml:trace contextRef="#ctx0" brushRef="#br1" timeOffset="-164884.756">15853 13169 5168 0,'0'0'4956'0,"0"0"-3447"0,0 0-601 16,0 0 64-16,0 0 16 0,0 0 136 15,0 0-220-15,0 0-368 0,0 0-88 0,0 0 48 16,44 67 36-16,-24-57-224 15,-1-4-148-15,5 0-148 0,1-2 0 0,3-1-12 16,-4 0-196-16,4 0-212 0,0 1-384 16,-5-1-304-16,5-3-336 0,-8 0-1444 15,16 3-4757-15</inkml:trace>
  <inkml:trace contextRef="#ctx0" brushRef="#br1" timeOffset="-163444.141">16546 12602 7312 0,'0'0'388'15,"0"0"168"-15,0 0 1980 16,0 0-823-16,0 0-249 0,0 0-148 0,0 0-184 16,0 0-232-16,0 0-220 15,0 0-200-15,4 0-160 0,1 6-120 0,-1 9 168 16,3 1 84-16,1 10 0 0,0 6-144 15,0 3-128-15,0 2 28 0,-4 2-36 16,4 5-100-16,-4 1-64 0,0 2-8 16,0 0-8-16,0 2-40 0,0-5-52 15,0-3 28-15,0-2-36 0,3-12-76 0,-2-4-144 16,-1-7-28-16,0-3-96 0,4-7-152 16,-4-6-184-16,4 0-328 0,0-3-388 15,4-7-928-15,-5-3-2457 0,2-15-2435 16</inkml:trace>
  <inkml:trace contextRef="#ctx0" brushRef="#br1" timeOffset="-163100.465">17084 12652 7020 0,'0'0'4889'15,"0"0"-3837"-15,0 0-380 0,0 0 572 16,20 89 344-16,-15-58-160 0,-5 5-356 15,0-1-444-15,-5 3-272 0,-3-3-88 0,-4 2-48 16,0-1-172-16,-3-4 0 16,-2-7-48-16,2-6 8 0,-2-3-8 0,6-7 0 15,-6 1-316-15,6-7-40 0,-1-3 4 16,0 0-4-16,4-6-212 0,-4-4 36 16,4-2 152-16,0-1 104 0,0-3 52 0,4 0-24 15,0-3 76-15,4 3 44 16,0 4 68-16,0 1 60 0,0 3 4 15,8 4 108-15,0 2 24 0,3 2 52 0,6 2 112 16,-2 4-40-16,2 4-88 0,3 3 16 16,-1 0 8-16,2-1-24 15,-6 1-124-15,1-4-48 0,0 1-108 0,0-4-388 16,1-3-212-16,-6-3-156 0,5-3-420 16,0-6-544-16,-4-4-2257 0,0-9-2979 0</inkml:trace>
  <inkml:trace contextRef="#ctx0" brushRef="#br1" timeOffset="-162878.634">17399 12719 10124 0,'0'0'1789'16,"0"0"-993"-16,0 0-56 0,0 0 692 0,0 83 328 15,4-58-356-15,0 4-588 0,0 2-424 16,-4 4-132-16,3 1-76 0,-3 1-184 15,0 4 0-15,0-2-136 0,0-2-136 16,0-5-204-16,0 0-156 0,0-6-208 16,0-1-260-16,0-3 56 0,0-3-312 15,0-3-852-15,0-7-2901 0,5-5-1335 16</inkml:trace>
  <inkml:trace contextRef="#ctx0" brushRef="#br1" timeOffset="-162514.252">17798 12986 364 0,'0'0'13249'0,"0"0"-11377"0,0 0-1244 0,0 0 64 15,0 0 264-15,0 0 108 16,83 25-120-16,-63-25-332 0,0-3-296 15,0-10-72-15,0 4-244 0,4-8 0 0,-9 1-440 16,5-3-244-16,-3 1-260 0,-6-1-352 16,-3 0-644-16,1 6-2156 15,-9-3-2761-15</inkml:trace>
  <inkml:trace contextRef="#ctx0" brushRef="#br1" timeOffset="-162311.354">17913 12830 7536 0,'0'0'4253'0,"0"0"-3253"0,0 0-424 0,0 0 312 16,-5 79 300-16,10-54 204 0,-1 5-348 15,0 1-412-15,4 1-252 16,-1 3-72-16,-2 0-76 0,-1 0-120 0,0-1-112 16,0-2-148-16,-4 0-196 15,0-7-124-15,4-5-260 0,0-5-340 0,3-8-352 16,2-4-620-16,-1-3-1997 0,7-13-1427 0</inkml:trace>
  <inkml:trace contextRef="#ctx0" brushRef="#br1" timeOffset="-162098.077">18275 12751 13105 0,'0'0'1752'16,"0"0"-1324"-16,0 0-112 0,0 0 464 0,0 0 652 15,0 82-140-15,0-50-616 0,5 6-284 16,3 0-28-16,-8 4-20 0,4-2-4 16,-1 5-132-16,-3 3-148 0,0 0-60 15,0 2-12-15,0 1-72 0,4-4-124 16,0 1-428-16,5-3-144 0,-5-4-44 16,3-10-148-16,5-8-744 0,-8-11-1244 0,5-12-3941 15</inkml:trace>
  <inkml:trace contextRef="#ctx0" brushRef="#br1" timeOffset="-161566.809">18705 13830 13061 0,'0'0'1828'0,"0"0"-1272"0,0 0-28 0,0 0 124 16,0 0 256-16,0 0 72 15,0 0-660-15,-7-105-320 0,7 61-4 0,4-7-8 16,-1-7-136-16,2-5 36 0,-1 0 36 16,-4-4-132-16,4-3-4 0,0 1 4 15,0 1-52-15,0 8 24 16,-1 10 36-16,10 4 112 0,-5 13 88 0,-1 1 0 15,1 6 236 1,5 10 100-16,-9 4-76 0,3 2 76 0,-3 7-28 0,0 3-136 16,1 0-24-16,-5 0 0 0,0 3 108 0,4 7-20 15,-4-1-28-15,0 1 0 16,0 2-64-16,0 1-80 0,0-3-64 0,0-1-4 16,0-5-96-16,0 1-48 0,0-5-132 15,4 7 108-15,3 0 48 0,6-1 116 16,-2 0-40-16,5 7-12 0,0-5-64 0,0 3 120 15,0 2 4-15,-4-4 0 0,0 4 40 16,0-4-28-16,-8 7 112 16,-1-3 84-16,-3 3-12 0,0 0 0 0,-3 3-12 15,-9-1-12-15,-4 4-52 0,-4-2-56 16,0 2-64-16,-4-3-96 0,1 0-72 16,-1-6-152-16,3-4-232 0,6-5-172 15,2-4-180-15,2-7-204 0,7-5-200 16,0-11-760-16,-1 8-1837 0,5-23-2363 15</inkml:trace>
  <inkml:trace contextRef="#ctx0" brushRef="#br1" timeOffset="-161366.51">19081 12725 11145 0,'0'0'1620'0,"0"0"-996"0,0 0 292 0,0 0 896 0,23 70 60 16,-14-44-396-16,-2 9-460 15,-3 2-576-15,0 4-64 0,0 8 24 0,0 1 65 16,-4 7-261-16,0 0-108 0,0 7-96 16,0-4-76-16,-12 3-236 15,5-2-457-15,-6-1-131 0,5 1-104 0,1-5-548 16,-1-1-420-16,-1-14-700 0,5 10-5065 16</inkml:trace>
  <inkml:trace contextRef="#ctx0" brushRef="#br1" timeOffset="-142230.698">10614 7207 8688 0,'0'0'1344'0,"0"0"-712"0,0 0 337 16,0 0-793-16,0 0-112 16,0 0 208-16,-44 70 456 0,32-55 100 0,4 1-228 15,-4 4-196-15,4-1-100 0,-3 0 8 16,-2 3-48-16,1-3-60 0,-4 3-68 15,4 1-48-15,-4-1-88 0,-3 0 0 16,2-3-64-16,2 0-36 0,-5 0-136 16,3-9-320-16,2-1 140 0,-2-6-180 15,6-3 100-15,-1 0-180 0,0-12-452 16,4-4-933-16,0 3-1895 0,1-10 684 0</inkml:trace>
  <inkml:trace contextRef="#ctx0" brushRef="#br1" timeOffset="-142011.092">10299 7274 1420 0,'0'0'4776'0,"0"0"-3632"16,0 0 0-16,0 0-240 0,0 0 40 0,0 0 37 16,0 0-105-16,0 0-264 0,0 0-112 15,-16 82-32-15,12-53-112 0,4 3-100 16,0 3-92-16,0 2-52 16,0-2 28-16,4 4 0 0,0-5 36 0,8 5-64 15,0-11 16-15,0 1 60 0,4-11 24 16,-1-1-72-16,2-4-80 15,-2-7-60-15,6-6 0 0,3 0-224 0,-1 0-280 16,1-6-12-16,4-1-28 0,0-5-284 16,0-4-28-16,4-4-348 0,-8 5-1109 0,8-11-2271 15</inkml:trace>
  <inkml:trace contextRef="#ctx0" brushRef="#br1" timeOffset="-141691.092">10976 7292 11085 0,'0'0'2664'0,"0"0"-1296"16,0 0-816-16,0 0 168 16,92 14 240-16,-64-14 28 0,-1 0-112 0,1-3-396 15,-3-8-360-15,-1-1-20 0,-1-4-100 16,-3-3-76-16,0-2-424 16,-4-6-28-16,0-1-16 0,-4 0-324 0,-4-2-292 15,0-1-832-15,-4 5-960 0,-4 4-2065 16,0 0-1258-16</inkml:trace>
  <inkml:trace contextRef="#ctx0" brushRef="#br1" timeOffset="-141296.283">11155 6953 10412 0,'0'0'1377'0,"0"0"-837"0,0 0-248 16,4 79 372-16,5-47 660 0,2 7 20 16,1 5-440-16,4 0-268 15,0 3-104-15,4-2-88 0,-3 0 0 0,-2-7-244 16,-2-7-200-16,-6-4-148 15,5-13-304-15,-8-3-192 0,4-11 0 0,0-4-140 16,0-9 52-16,0-6-100 0,4-3-196 16,-4-3-104-16,0-5 184 0,4 5-381 15,0 3 333-15,4 4 468 0,-1 8 528 0,2 10 284 16,2 0 544-16,-2 6 193 0,6 7-137 16,-3 3 144-16,4-1 128 15,-4 5-180-15,-4-8-112 0,-5-2 80 0,2-7-88 16,-5-3-276-16,-1 0-332 0,2-15-248 15,-5-2-112-15,-4-8-108 16,4 0 20-16,-4-4 28 0,0 1-24 0,0-1 32 16,0 4 156-16,-8 3-32 0,-1 5 40 15,-2 4 136-15,-1 8 36 0,-4 5-72 16,0 0 72-16,-4 0 64 0,4 9-52 16,4 4-100-16,-4 6-84 0,4-3-64 15,1 3-32-15,2-1-52 0,-3 1-76 16,5 0-356-16,-1 1-368 0,3-7-476 0,-3 2-1140 15,4-9-3169-15,1 8-1042 0</inkml:trace>
  <inkml:trace contextRef="#ctx0" brushRef="#br1" timeOffset="-140866.062">11817 7024 10076 0,'0'0'2085'16,"0"0"-1189"-16,0 0-652 0,36 93 176 16,-21-47 288-16,6 1 656 0,-1 7-100 0,3 4-420 15,-3-2-100-15,4 4-240 16,1-2-160-16,-6-1-188 0,5 0-116 0,-4-6-40 15,-4-6-16-15,0-10 4 0,-4-10 4 16,-8-9-164-16,4-10-280 0,-8-3-104 16,0-3-96-16,0-3-180 0,-8-10-12 15,-4-6-400-15,-1-3-724 0,-6-6-769 16,3 5-1623-16,-4-17 12 0</inkml:trace>
  <inkml:trace contextRef="#ctx0" brushRef="#br1" timeOffset="-140651.917">11829 7117 6824 0,'0'0'1988'0,"0"0"-772"0,0 0-376 16,0 0 225-16,36-75-13 0,-24 62-148 16,0 3 60-16,4 4-624 0,-4 3-24 15,-1 3 8-15,-2 0 68 0,2 3 184 16,-3 8-4-16,-4 3-236 0,0 7-188 0,1 0-148 16,-5 5-96-16,0-1-16 0,-5 3 112 15,-7 1-4-15,1-4-40 16,-2 0-92-16,2-2-200 0,-6-4 12 0,2-3-100 15,3-1-220-15,-4-2-172 0,-1-3-312 16,2-1-212-16,-5-2-357 0,8-4-851 16,-8 0-1948-16</inkml:trace>
  <inkml:trace contextRef="#ctx0" brushRef="#br1" timeOffset="-139946.628">12626 7163 7448 0,'0'0'5093'0,"0"0"-3981"0,0 0-668 16,0 0 200-16,75 6 200 15,-38-3 176-15,-2-3-172 0,1 0-416 0,0 0-160 0,-4-6-100 16,0-7-116-16,-8 1-56 16,0-7-188-16,-5 0-120 0,-3-7-112 15,-4 1-304-15,-3-3-292 0,-5-5-472 0,-4 5-1132 16,0 1-2209-16,-4 0-967 0</inkml:trace>
  <inkml:trace contextRef="#ctx0" brushRef="#br1" timeOffset="-139696.389">12781 6785 8928 0,'0'0'1320'0,"0"0"-483"0,0 0-1 0,12 67 496 15,0-39-12-15,8 7-172 0,0 3-332 0,0 0-180 16,3 6 24-16,1 5-8 15,0-2-196-15,1 4-148 0,-1 2-60 16,-5 1 80-16,1 0-32 0,-4-3-76 0,-4-3-52 16,0-4-20-16,-8-6-16 0,4-2-60 15,-8-5-72-15,4-5-52 0,-4-5-8 16,0-2-136-16,-8 2-204 0,0-10-92 16,0-1-96-16,0-6-28 0,-4-4-12 0,4 0-144 15,0-10-180-15,-4-5-636 16,0-6-908-16,8 2-2045 0,-8-18-719 0</inkml:trace>
  <inkml:trace contextRef="#ctx0" brushRef="#br1" timeOffset="-139528.644">13232 7204 8960 0,'0'0'2673'0,"0"0"-1457"16,0 0-464-16,0 0 868 0,55 82-148 15,-47-57-368-15,-4 5-348 16,-4-2-436-16,0-3-196 0,0-6-124 0,-4-3-272 15,-8-7-480-15,0-5-492 0,-4-4-780 16,4-6-1989-16,-8-13-983 0</inkml:trace>
  <inkml:trace contextRef="#ctx0" brushRef="#br1" timeOffset="-139379.298">13116 6994 80 0,'0'0'11089'0,"0"0"-9613"0,0 0-812 16,0 0 176-16,0 0 596 15,84 23 244-15,-69-16-676 0,-2-5-756 16,-2 4-248-16,1-3-188 0,-3-3-156 0,2 3-660 16,1 1-376-16,-3-1-1168 0,-2-3-2385 15,1 4-2775-15</inkml:trace>
  <inkml:trace contextRef="#ctx0" brushRef="#br1" timeOffset="-139079.633">13431 7111 2660 0,'0'0'8785'0,"0"0"-7513"0,0 0-736 0,0 0 140 15,55 80 548-15,-43-64-76 16,-3-10-336-16,-2-2-504 0,1-4-308 0,0-7-72 16,4-9-116-16,-4-6-136 0,-4-7-212 15,4-3-20-15,-3-5-84 0,-2 1 20 16,-3 5 64-16,0 2 160 0,0 7-12 0,0 2 88 16,0 8 320-16,0 5 244 15,-8 5 380-15,8 2 176 0,-4 9 160 16,4 3-220-16,0 11-136 0,0 3-68 0,4 6-80 15,4 3 40-15,-4-1 32 0,4 2-24 16,4-5-96-16,-4-9-252 0,-4-6-156 16,0-7-80-16,0-9-152 0,4-3-100 15,-5-12-72-15,2-14-16 0,-1-9-212 16,0-6-324-16,0-10-400 0,4-4-836 16,-5 2-877-16,1-2-959 0,1 17 864 15,-1-22 1116-15</inkml:trace>
  <inkml:trace contextRef="#ctx0" brushRef="#br1" timeOffset="-138913.789">13702 6517 3464 0,'0'0'6008'16,"0"0"-3611"-16,0 0-697 0,0 0-608 16,31 83-372-16,-23-44-56 0,0 2 304 15,4 7 184-15,-4 2-204 0,9 4-28 0,-6 0-200 16,9 3-196-16,-4 0-208 0,0-5-180 16,-4-8-136-16,-1-6-12 0,2-13-76 0,-5-2-92 15,-1-11-184-15,2 1-28 16,-1-7 0-16,0 0-180 0,-5-6-288 15,1 0-412-15,1-6-1020 0,-1-7-564 0,-4 4-1605 16,0-7-2071-16</inkml:trace>
  <inkml:trace contextRef="#ctx0" brushRef="#br1" timeOffset="-138786.047">14072 7038 9216 0,'0'0'5197'0,"0"0"-3873"0,0 0-732 15,0 0 20-15,0 0-348 0,0 0-264 0,0 0-52 16,-92 71-936-16,72-58-664 0,5-4-1244 16,-9 7-4033-16</inkml:trace>
  <inkml:trace contextRef="#ctx0" brushRef="#br1" timeOffset="-137675.382">11024 11687 1488 0,'0'0'456'15,"0"0"1540"-15,0 0 2224 0,0 0-2872 16,0 0 109-16,8-73-249 0,-8 67-172 16,0-1 20-16,0 3-208 0,0 2-180 15,0 2-64-15,0 0 20 0,0 6 48 16,-4 4-104-16,-4 5-260 0,1 8-200 0,-6 6-108 16,1 5-112-16,-4 1 36 15,1 1-44-15,2-5-4 0,-2-6-100 16,-2 1-208-16,-2-7-116 15,-1-3-12-15,4-7-208 0,-4 1-420 0,4-7-312 16,-4-3-745-16,4-3-355 0,4-7 336 0,-4-3 520 16,8 1-680-16,0-4 689 0,5-3 1735 15,3 0 391-15,0 3 25 0,0-3 28 0,0 0 312 16,0 3 340-16,3 0 3812 0,-3 4-3264 16,4 2-67-16,-4 7-281 15,0-1-376-15,0 4-132 0,0 4-220 0,0 2-40 16,0 3-72-16,0 4-340 0,0 7-116 15,0 2-112-15,4 0 60 0,0 4 44 16,0-1 0-16,0 0-44 0,4-3 40 0,0 1-48 16,4-2-4-16,0 2 12 15,4-4-84-15,0 0 132 0,3 0-148 16,2-3 140-16,3-3-180 0,4-4 80 0,-4-2 104 16,-1-4 0-16,-3-3-144 0,4 0 52 15,-4-7-52-15,0 1-244 0,-5-6-352 16,-2-1-416-16,-1-4-433 0,-4 5-759 15,0-11-1912-15</inkml:trace>
  <inkml:trace contextRef="#ctx0" brushRef="#br1" timeOffset="-137518.074">11271 11595 2752 0,'0'0'8064'0,"0"0"-6739"16,0 0-597-16,0 0 128 0,0 0 484 0,84 0-92 15,-72-3-424-15,-5-6-500 16,2-5-252-16,-1-5-72 0,-4-3-296 0,-1-3-464 16,1-7-272-16,-4-2-640 0,0 8-1285 15,-7-13-2855-15</inkml:trace>
  <inkml:trace contextRef="#ctx0" brushRef="#br1" timeOffset="-137260.231">11243 11268 9308 0,'0'0'1861'0,"0"0"-693"16,0 0-464-16,17 82 352 16,-2-50 56-16,1 4 84 0,4-3-336 0,0 9-80 15,4-1-212-15,4 3-296 0,-5 1 72 16,5 0-232-16,-4-1-16 0,-3-6-8 16,-2 1-76-16,1-5 48 0,-8 1-48 0,4-3-8 15,-8-3 8-15,0-4-8 0,-4-3-4 16,0 1-84-16,-4-4 8 15,0-4-216-15,0-1-128 0,0-2 12 0,-4-9 16 16,-4 1-92-16,4-4-224 16,-4-10-460-16,-3-6-388 0,-2-6-1232 15,5 3-2033-15,-8-20-1555 0</inkml:trace>
  <inkml:trace contextRef="#ctx0" brushRef="#br1" timeOffset="-136824.613">11625 11369 4044 0,'0'0'1484'16,"0"0"4221"-16,0 0-4397 0,0 0-504 16,0 0 0-16,0 0 256 0,-19 68-68 15,27-50-76-15,3 5-160 0,2-5-224 0,7-2-384 16,-5 0-16-16,2-7-132 0,-2-2-64 16,-3-7-32-16,0 0-40 0,-4-3-124 15,0-10-48-15,-3 0-228 0,-1-6 64 16,-1 1-128-16,-3-5-284 0,0 5-60 15,0-5-112-15,-3 4 84 0,-1 0-452 16,-5 7 351-16,1-2 309 0,1 8 764 16,-2 3 0-16,1-1 400 0,-3 4 468 15,3 0 73-15,-1 4-133 0,1 2-76 16,1 0-44-16,3 5-40 0,0-6-204 16,4 4-244-16,0-2-200 0,0-3-124 0,0 2-192 15,0-6-652-15,0 0-1092 0,0 0-2733 16,0-13-955-16</inkml:trace>
  <inkml:trace contextRef="#ctx0" brushRef="#br1" timeOffset="-135894.949">11140 11306 1408 0,'0'0'664'0,"0"0"-168"0,0 0 4080 0,0 0-2924 15,0 0-180-15,0 0-259 0,0 0-237 16,23-69 20-16,-14 64 32 0,-2 3-184 16,1 2-100-16,1 0 108 0,-1 0-44 0,3 2 8 15,-3 9-80-15,1-6-172 0,2 5-72 16,1 3-56-16,-4-1-68 16,4 5-76-16,-4-2-88 0,4 4-32 0,0 4-75 15,0-2-1-15,4 5-44 0,0 3-44 16,0 3-8-16,0 6-4 0,7 0-8 15,1 6-4-15,-3 1-44 0,3-1 48 16,-1-3-36-16,-3-3 0 0,0 1 48 16,-4-8 0-16,0-5 0 0,-4-4-4 15,-1-3-8-15,-2-3 7 0,3 0 1 16,-5-6-4-16,2 2 8 0,-1-6-8 0,-1 1-4 16,1-4-36-16,1-3 40 0,-1 0 0 15,-1 0-44-15,1-7 4 0,5 1 0 16,-6-9-132-16,1-2-16 0,-4-2 36 0,1-3-84 15,-5-1-156-15,0-2-40 16,0 0-308-16,0 2-152 0,-9-2-288 16,1 4-428-16,1 1-728 0,-1 8-1801 0,-9-4-819 15</inkml:trace>
  <inkml:trace contextRef="#ctx0" brushRef="#br1" timeOffset="-135668.557">11275 11734 6820 0,'0'0'3036'0,"0"0"-1399"15,0 0-533-15,0 0 44 0,0 0-56 16,0 0-124-16,0 0-176 0,0 0-280 16,0 0-128-16,0 0-12 0,80-72-24 15,-61 61-152-15,5-1-96 0,1-1-100 16,-1 1-108-16,4-5 8 0,-5 3-172 15,5-2-496-15,-4-4-460 0,0-2-584 0,-8 6-1208 16,8-6-2685-16</inkml:trace>
  <inkml:trace contextRef="#ctx0" brushRef="#br1" timeOffset="-135284.9">11924 11226 10000 0,'0'0'1305'0,"0"0"-1049"16,0 0-248-16,45 74 684 0,-30-46 724 16,5 10-12-16,0 0-460 0,4 6-276 15,-4 4-132-15,4 3-116 0,-4 3-172 0,0 0-160 16,0 3-80-16,-1-2-4 16,-2-6 0-16,-2-3 144 15,-2-12 0-15,-6-5-36 0,1-13-100 0,-4-10-12 0,-4-6-236 16,0 0-544-16,-4-6-64 15,-7-7-140-15,-2-9-468 0,-6-6 424 16,-2-4-472-16,-3-10-993 0,5 10-675 0,-13-18-1200 16</inkml:trace>
  <inkml:trace contextRef="#ctx0" brushRef="#br1" timeOffset="-135100.107">11941 11246 5392 0,'0'0'2108'0,"0"0"-604"0,0 0-324 15,0 0-187-15,0 0-249 0,75-68-76 16,-55 66-260-16,-8-2-24 0,4 4 188 15,0 4 164-15,-4 5-32 0,0 7-240 16,-1 3-148-16,-2 0-88 0,-5 7-76 0,0-4-40 16,-4 3-104-16,0-3-8 15,0-3-52-15,-4-3-184 0,-4-3-120 16,0-3-196-16,4-1-380 0,-4-6-416 0,0-3-548 16,3 0-2321-16,2-3-1271 0</inkml:trace>
  <inkml:trace contextRef="#ctx0" brushRef="#br1" timeOffset="-134879.682">12662 11024 13657 0,'0'0'3932'0,"0"0"-3832"0,0 0 24 0,0 0 36 0,0 0 356 15,0 0 224-15,0 0-4 16,87-25-508-16,-75 8-228 0,4-6-148 0,-4 1-280 16,0-3-308-16,-4-4-336 0,0 4-424 15,-4-1-852-15,0 8-2537 0,-4-7-2359 16</inkml:trace>
  <inkml:trace contextRef="#ctx0" brushRef="#br1" timeOffset="-134636.597">12634 10696 10965 0,'0'0'1736'0,"0"0"-1072"16,0 0-56-16,0 0 328 0,31 89 360 15,-14-56-120-15,2-5-332 0,1 7-228 16,1-4-28-16,-2 7 60 0,1 1-196 0,0-2-132 16,0 2-128-16,-4-1-32 15,-4 0-52-15,-5-7 16 0,2 1-64 16,-5-6-52-16,0-8-8 0,-4-1 0 0,0-4-8 15,0-4-64-15,0-6-172 0,0-3-196 16,0 0-208-16,-4-3-172 0,-4-10-236 16,0 1 0-16,0-7-536 0,0-1-456 15,4 1-1941-15,0-9-879 0</inkml:trace>
  <inkml:trace contextRef="#ctx0" brushRef="#br1" timeOffset="-134488.384">12957 10978 8752 0,'0'0'1876'0,"0"0"-899"15,0 0-53-15,0 0 516 0,0 0 88 16,83 59-172-16,-71-45-348 0,-8 6-500 0,0-4-312 16,-4 0-196-16,0-7-220 0,-4-2-384 15,-4-4-264-15,-4-3-540 0,-4-7-912 16,4-2-2853-16,-4-14-2547 0</inkml:trace>
  <inkml:trace contextRef="#ctx0" brushRef="#br1" timeOffset="-133954.552">12873 10700 9140 0,'0'0'2669'0,"0"0"-1745"16,0 0-360-16,0 0 540 0,0 0 156 0,0 0 60 15,80 25-552-15,-65-19-668 0,-3-3-100 16,0 4-348-16,-4-1-400 16,5 4-168-16,-2-1-152 0,-3-3-356 0,0 4-188 15,4 0 763-15,4-3 849 16,-4 1 321-16,4 5 415 0,0 3 108 15,0-3 8-15,-4 3 116 0,4 0 0 0,-4-4 76 16,4 1-48-16,-9-7-280 0,2 0-308 16,-1-6-316-16,-5 0-84 15,1-3-16-15,4-6-16 0,-8-7-76 0,5-3-184 0,-1-1-24 16,-4-1-88-16,0-2-28 0,0 8 64 16,4 1 148-16,-4 5 100 15,0 6 108-15,3 3 4 0,-3 0 388 0,0 0 96 16,0 6 36-16,0 0-148 0,0 5-76 0,0-6-112 15,0 2-88-15,0-1-88 16,0-6-4-16,0 0-4 0,0 0-416 16,0-6-164-16,-3-6-28 0,3-5 60 0,0-5 60 15,0 0 148-15,0-3-140 0,0-2-124 16,-4 0 88-16,4-4 8 16,-4 1 152-16,4 1-40 0,-5-2 12 0,1 6 284 15,4 5 100-15,0 5 176 0,0 9 272 16,0 2 188-16,4 4-28 15,5 13 164-15,2 6 4 0,6 6-156 0,2 7-272 0,1 3 76 16,4 3 244-16,0 7 144 16,0-4-184-16,0 3-128 0,-4 0-120 15,-1-6-220-15,-6-5-160 0,-2-5-232 0,1-6-404 16,-7-6-16-16,-1-3 24 0,0-7-112 16,-4-3-356-16,0-3-944 0,0 0-2833 0,-4 0-2503 15</inkml:trace>
  <inkml:trace contextRef="#ctx0" brushRef="#br2" timeOffset="-110044.039">1051 10985 6688 0,'0'0'140'0,"0"0"1564"15,0 0-332-15,0 0-171 0,0 0-97 16,0 0 388-16,0 0-136 15,0 0-376-15,0 0-288 0,-28 93-132 0,21-56 160 16,-1 12-140-16,-1 5-148 0,1 9-112 0,-7 6-52 16,2 4-12-16,-6 7-72 0,-1 2 0 15,0-2-172-15,0 2 0 0,-4-6 0 16,0-6-12-16,5-6 0 0,2-13 8 16,1-13 0-16,4-13-4 0,5-9-4 15,3-10-292-15,4-6-224 0,0-3-208 16,0-9-88-16,0-14-184 0,0-10 132 0,4-11-648 15,0-10-920-15,-1 10-1729 16,5-40-1551-16</inkml:trace>
  <inkml:trace contextRef="#ctx0" brushRef="#br2" timeOffset="-109677.83">956 11157 4832 0,'0'0'3252'0,"0"0"-1980"0,0 0-704 15,0 0 208-15,0 0 369 0,95 47 123 16,-71-21-124-16,-3 6-184 0,2 9-116 0,1 6-204 15,4 11-180-15,0 5-172 16,-4 3 20-16,-5 1-48 0,2 0-76 16,-5-6-36-16,-4-8-84 0,-5-12-4 0,-3-5-48 15,0-14-4-15,-4-3-8 0,0-7-240 16,0 1-156-16,-8-4-136 0,1-2-80 16,-5-1 96-16,-1-3-112 0,2-3 64 0,-6 0 132 15,2 0-112 1,-1-6 124-16,-4-7-320 0,-4-2-16 0,-4-4-208 15,4-7 567-15,-4 1-871 0,0-4 1128 16,9 6 140-16,2 9 620 0,10 0 268 16,3 9-215-16,0 1-201 0,4 1-176 0,8-1 164 15,3 1 104-15,6 3 48 0,2-3-44 16,1 3-288-16,0 0-52 0,0 0-116 16,4 0-104-16,-4 0-8 0,-1 0-12 0,2 0-568 15,-5-6-436-15,3-3-608 0,-6 2-1269 16,2-12-2219-16</inkml:trace>
  <inkml:trace contextRef="#ctx0" brushRef="#br2" timeOffset="-109397.366">1402 11597 4424 0,'0'0'2112'0,"0"0"988"0,0 0-1888 16,0 0-295-16,27 68 451 0,-22-49 4 16,-1 3-260-16,0-3-308 0,0 3-280 0,0-5-200 15,0-5-136-15,-1-5-188 0,-3-1-56 16,4-3-68-16,1-3-48 0,-5 0-204 15,4-9-216-15,4-2 92 0,-4-8-192 0,3-2-56 16,-3-5-256-16,5 1-404 16,-1 2-21-16,-1 2 253 0,2 7 512 15,3 5 200-15,-5 6 240 0,-3 3 224 0,5 3 712 16,-5 9 492-16,3 5 177 16,-3 2-85-16,4 3-236 0,-4 3-172 0,1-2-180 15,-2-5-76-15,-3 1 48 0,4-5-192 16,-4-5-376-16,4-4-112 0,-4-5-188 0,0 0-212 15,4-8-168-15,0-5-8 16,-4-6 20-16,4-10-372 0,4-6-1040 16,-4 4-1129-16,4-20-2171 0</inkml:trace>
  <inkml:trace contextRef="#ctx0" brushRef="#br2" timeOffset="-109211.804">1713 11119 3800 0,'0'0'5748'16,"0"0"-3991"-16,0 0-485 0,0 0-188 0,28 70 272 15,-24-36 40-15,0 5 0 0,-4 5-472 16,8 3-272-16,-5 1-40 0,1 2-64 16,0 5-132-16,1-8-416 0,-5 1-24 15,0-6-112-15,0-7-204 0,0-7 12 0,0-2-260 16,-9-11-200-16,5-2-124 0,1-6-220 16,-9-5-324-16,3-2-1096 0,2 0-2509 15,-14 0-519-15</inkml:trace>
  <inkml:trace contextRef="#ctx0" brushRef="#br2" timeOffset="-109064.714">1545 11646 7988 0,'0'0'2372'0,"0"0"-1291"16,0 0-565-16,0 0 292 15,0 0 488-15,0 0 84 0,0 0-272 0,0 0-364 16,92-38-260-16,-68 34-248 0,0-3 0 16,-1-1-140-16,5 2-96 0,-4-8-80 15,4 5-68-15,-4-4-460 0,4 3-624 0,0 1 96 16,0 0-752-16,-8 5-4313 15,12 1-611-15</inkml:trace>
  <inkml:trace contextRef="#ctx0" brushRef="#br2" timeOffset="-108813.887">2091 11201 7868 0,'0'0'4461'0,"0"0"-2653"0,0 0-820 16,0 0-308-16,0 0 276 0,0 0 372 15,0 0-24-15,0 0-532 16,0 0-444-16,-31 95-84 0,31-60 12 0,0 10 12 16,3 2 48-16,1 8 1 0,4 1-13 15,4 7-112-15,-4 2-80 16,4-2-76-16,4-3-36 0,0-6-184 0,-4-6 124 16,4-10-72-16,0-13-76 0,4-6-361 15,0-10-235-15,0-9-88 0,4-2-328 16,-1-17-1196-16,-3-1-1984 0,8-30-1769 0</inkml:trace>
  <inkml:trace contextRef="#ctx0" brushRef="#br2" timeOffset="-108396.576">2518 11258 6432 0,'0'0'3152'0,"0"0"1605"16,0 0-3745-16,0 0-184 0,0 0 408 15,0 0 296-15,0 0-340 0,-45 73-436 16,42-38-332-16,3 7-96 0,0 5 65 0,0 7 247 15,7 1-180-15,2 4-192 0,6-4-136 16,-2-1-36-16,2-8-92 0,-2-8-4 16,6-5-48-16,-6-11-148 0,6-6 52 15,-3-3-24-15,9-7-24 0,-6-6 128 16,9 0-56-16,0-13 0 0,0-6-112 16,0-6-20-16,0-8-65 0,0-7-35 15,-5-2-196-15,-3-5-24 0,0-3-40 16,-4-4-4-16,0-4-256 0,-8 1-172 15,4-3-32-15,-12 2 324 0,0 1 348 0,0 3 48 16,-8 4-404-16,-4 2 760 0,-4 7 0 16,0 6 468-16,0 9 256 0,4 11 16 15,4 9 180-15,-4 6 60 0,5 6-52 16,-6 13-32-16,1 6-440 0,-3 7-116 16,2 12 64-16,-2 7 72 0,-1 5-148 0,0-1-72 15,0 3-256-15,4-8-76 0,0-2-444 16,0-7-176-16,0-3-88 15,4-12-60-15,4-8-132 0,-4-6-280 0,8-12-556 16,0-2-748-16,-4-15-1385 0,4-11-383 16,0-3 385-16</inkml:trace>
  <inkml:trace contextRef="#ctx0" brushRef="#br2" timeOffset="-108092.86">2737 11164 3120 0,'0'0'236'0,"0"0"5820"0,0 0-3771 0,0 0-889 15,0 0 100-15,0 0-96 0,0 0-60 16,0 0-56-16,24 91-200 0,-24-50-304 15,-4 4-196-15,-1-1-108 16,-2 4-75-16,-5-3-217 0,3-1-184 16,-2-2-112-16,3-5-277 0,4-1-243 0,0-8-112 0,-1-3-160 15,5-9 116-15,-3-10 132 0,3-6-12 16,0 0-460-16,0-6-396 16,0-10-500-16,0 0 896 0,8 0 768 0,0 1 268 0,0 2 92 15,3 6 52-15,2 4 580 16,-2 3 228-16,2 0 20 0,2 0 160 0,2 3 172 15,-2 4-32-15,2 2-136 0,-6 1-192 16,6 3 8-16,-6-4-236 16,6-2-196-16,-6-1-260 0,1 0-168 0,-4-6-100 0,0 0-72 15,4 0-304-15,0 0-456 16,0-9-324-16,3-4 0 0,2 3-1392 16,3-15-5801-16</inkml:trace>
  <inkml:trace contextRef="#ctx0" brushRef="#br2" timeOffset="-107888.652">3214 11544 3968 0,'0'0'3100'0,"0"0"3741"0,5 74-5749 16,-10-41-416-16,2 9 532 0,-1-1 240 15,0 3-80-15,4 1-208 0,-4 0-480 16,4-1-219-16,-4 1-97 0,4-1-120 16,-4-2-116-16,-1 2-128 0,2-6-48 15,3 1-208-15,-4-8-192 0,0-3-121 16,4-12 105-16,0-6 148 0,0-10-76 0,0 0-220 15,0-10-248-15,0-8-240 16,0-12-56-16,0-8-368 0,-4-6-812 0,4-9-2501 16,-8-12-539-16,4 18 2933 0</inkml:trace>
  <inkml:trace contextRef="#ctx0" brushRef="#br2" timeOffset="-107679.495">3183 11525 2072 0,'0'0'6108'0,"0"0"-1383"0,0 0-3365 15,0 0-424-15,0 0-208 0,0 0 264 0,0 0-48 16,0 0-204-16,84-35-320 0,-73 35-236 15,2 0-116-15,2 10-64 0,-2-4 0 16,-2 3 84-16,6 7-84 0,-6 0 0 16,1 4 108-16,0 2-4 0,-4 3 188 15,-4 4-284-15,-4-1 168 0,0 1-116 0,-8-1-64 16,-3 1 0-16,-10-3-136 0,5-8 64 16,-7-3-76-16,3-5-132 15,-5-3-164-15,1-7-160 0,1-3-36 0,-1-13-192 16,-4-9-676-16,0-11-808 0,13 5-2877 15,-13-36-2391-15</inkml:trace>
  <inkml:trace contextRef="#ctx0" brushRef="#br2" timeOffset="-107478.807">3347 11037 6504 0,'0'0'2648'0,"0"0"381"0,0 0-1773 15,0 0-292-15,86 6 260 16,-69 2 4-16,-1 9-196 0,0-2-144 0,0 5-456 15,-8 5-164-15,3 4-144 0,-7 3-24 0,0 9-92 16,-4 7-8 0,0-1-184-16,-11 10-260 0,-1-2-148 0,-8 1-148 15,-1 1-192-15,-2 1-284 0,-5-4-812 0,0-4-881 16,-7-2-1083-16,-2-7-796 16,10-9 3376-16,-25 9 945 0</inkml:trace>
  <inkml:trace contextRef="#ctx0" brushRef="#br2" timeOffset="-107166.461">824 12903 5348 0,'0'0'8753'16,"0"0"-7441"-16,0 0-1108 0,0 0-40 16,0 0 488-16,80 36 260 0,-56-34-304 15,8 1-424-15,3-3-184 0,-3-3-4 16,5-6-72-16,-5-1-8 0,-1 0-488 0,-7-2-512 15,-4 2-516-15,-4 4-1048 0,-8 3-2653 16,-8 0-971-16</inkml:trace>
  <inkml:trace contextRef="#ctx0" brushRef="#br2" timeOffset="-106991.462">920 13166 2540 0,'0'0'9853'0,"0"0"-8373"0,0 0-936 0,0 0 404 15,0 0 372-15,0 0-364 0,88 17-52 16,-53-17-264-16,1 0-188 16,0-7-328-16,3 0-124 0,-2-2-36 0,-1 0-196 15,3-3-604-15,-7 1-552 0,-4 2-1212 16,8-1-3237-16</inkml:trace>
  <inkml:trace contextRef="#ctx0" brushRef="#br2" timeOffset="-106573.937">1633 12893 5580 0,'0'0'5072'0,"0"0"-3015"0,0 0-1841 16,0 0-76-16,0 0 12 0,0 0 916 0,0 0 184 16,80-15-120-16,-64 8-536 15,0-2-236-15,-1 3-64 0,2-4-12 0,-2 3-120 16,-2 1-116-16,-2 3 12 0,1 0 16 15,0 3-16-15,-4 0 4 0,0 3 20 16,1 6 52-16,-2 8 12 0,1 2-36 16,-4 3-4-16,4 6 4 0,-4 5-12 15,0-5-100-15,0 2-12 0,-4-3-36 0,0-5-36 16,0-3-52-16,0-6 72 16,0-4-156-16,0-6-124 0,-4-3-224 0,-8 0-252 15,4-12-480-15,-7-7-1512 0,2 3-3289 16,-6-19 385-16</inkml:trace>
  <inkml:trace contextRef="#ctx0" brushRef="#br2" timeOffset="-106413.811">1721 12589 2904 0,'0'0'10113'16,"0"0"-8649"-16,0 0-884 0,0 0 112 0,0 0 528 0,0 0-32 15,0 0-484-15,0 0-644 0,0 0-60 16,95 54-72-16,-74-45-312 15,7 4-380-15,-1 0-308 0,-7-4-1156 0,16 10-4057 16</inkml:trace>
  <inkml:trace contextRef="#ctx0" brushRef="#br2" timeOffset="-105994.555">2254 12833 3828 0,'0'0'10017'0,"0"0"-8549"0,0 0-508 15,0 0-224-15,0 0 504 0,-84 83-144 0,73-58-44 16,-1 0-492-16,8 4-268 0,0-1-84 16,4-2 60-16,0-4 9 15,0-3-57-15,0-6-100 0,4-4-48 0,4-5-28 16,-4-1-44-16,4-3-148 0,-1 0-92 16,2-7 104-16,3-5-205 0,0-10-95 15,0-4 156-15,-1-5-196 0,-2-7-24 16,-1-1-40-16,3-2-100 0,-7-4-212 15,0-2-240-15,1 0-204 0,-1-5-296 0,-4 2 188 16,0-1 316-16,0 4 571 0,-9 2 517 16,5 4 69-16,-3 6 87 0,3 3 256 15,0 10 228-15,0 2 64 16,4 8 124-16,0 5 88 0,0 4 28 0,0 3 124 16,0 0-96-16,0 6-280 0,0 5-188 15,0 1-244-15,0 9-136 0,4 5-40 16,0 9 76-16,3 4 96 0,6 3 136 15,-5-2-96-15,3 8-176 0,-2-4-108 16,3 4-8-16,-5-1-4 0,1 3-84 0,4-1-52 16,-4-2-60-16,4-1-232 0,-4-2-148 15,4-6-200-15,-4-3-252 0,4-4-724 16,-8-12-2348-16,8 3-3529 0</inkml:trace>
  <inkml:trace contextRef="#ctx0" brushRef="#br2" timeOffset="-105111.709">2724 12865 4468 0,'0'0'900'0,"0"0"3944"0,0 0-3603 16,0 0-357-16,0 0-68 0,0 0 496 0,0 0-176 15,0 0-256-15,0 0-244 16,0 0-204-16,0 0-144 0,-51 69-40 16,43-43-64-16,4 9 0 0,0 3 0 0,4 7 28 15,0 5-28-15,8 5-12 0,4-2-24 16,3 1-88-16,-2-5-48 0,2-9 76 16,-2-5-84-16,2-13 8 0,-6-6 36 0,3-6-44 15,-1-7-4-15,2 0 0 16,-2-3-8-16,6-6-40 0,-2-10-4 15,2-3 44-15,-6-10-308 0,6-3 44 16,-6-9-60-16,1 0-152 0,0-3-36 16,-4 2-36-16,4-3 68 0,-4 1-40 0,-4 3 24 15,4 0 40-15,-4 3 260 0,0 0-124 16,-4 3 148-16,0 3 180 0,-8 10 76 16,0 3 368-16,4 9 200 0,-4 4 124 0,0 2-32 15,0 4-124-15,-4 4-32 0,0 2-112 16,0 10-48-16,-4 3-248 15,1 6-124-15,-2 7 0 0,-3 7-32 0,8-1-16 16,-3-4 0-16,2 5-124 0,6-5-268 16,-5-2-312-16,3-1-252 15,6-5-296-15,-5-3-1088 0,4-11-2601 0,4-9-1059 16,0-3 3389-16</inkml:trace>
  <inkml:trace contextRef="#ctx0" brushRef="#br2" timeOffset="-104944.115">2797 13103 1580 0,'0'0'924'0,"0"0"3968"0,0 0-2752 15,0 0-243-15,0 0-561 0,0 0-128 0,0 0-120 16,28 76-56-16,-24-53-180 16,-4-2-340-16,0 8-316 0,0-3-72 15,0 2-112-15,0-2-12 0,0 0 0 0,0-5-184 16,0-2-464-16,0-3-480 0,0-7-372 16,0-5-256-16,0-4-97 0,3-4 57 15,1-5-516-15,0-7-996 0,0 1 372 16,8-4 2612-16,-4 2 277 0</inkml:trace>
  <inkml:trace contextRef="#ctx0" brushRef="#br2" timeOffset="-104830.405">2924 13312 1704 0,'0'0'1056'0,"0"0"-560"0,0 0 4940 16,88 16-3264-16,-64-5-567 0,-5-3-661 0,2 5 136 15,-6-7-84-15,1 4-212 16,0-3-436-16,-4-4-348 0,0 0-68 16,0-1-72-16,-4-2-540 0,0 0-532 0,-4-5-1040 15,0-9-3605-15</inkml:trace>
  <inkml:trace contextRef="#ctx0" brushRef="#br2" timeOffset="-104462.259">3255 13458 4256 0,'0'0'6560'16,"8"74"-4699"-16,-4-42-877 16,3 12-124-16,-3 0 592 0,5 3 84 0,-5 1-276 15,0-4-364-15,-1-2-320 0,1-1-208 16,-4-3-176-16,0-3-192 0,0-10 0 15,0-6-4-15,-4-5 0 0,4-11-176 16,-3-3-212-16,-1-3-96 0,-4-13-300 0,-5-3 64 16,6-10 152-16,-10-6 28 0,6-9-144 15,-5-4-696-15,4-8-264 0,0-5-284 16,3-3 303-16,9 3 697 16,0 8 584-16,9 5 348 0,7 4 12 15,0 6 272-15,3 2 156 0,-2 11 184 0,-2 3 112 16,5 6 113-16,-8 7-25 0,4 6-148 15,-8 0-104-15,5 3-252 0,-6 0 36 16,-3 3-40-16,0 3 124 0,0 3 256 0,-4 4-28 16,0 3-244-16,0 3-424 0,-4 4-12 15,-4-1-488-15,1 3-220 0,-10-3-148 16,6-3-136-16,-10 4-16 0,1-8-404 16,-3 1-697-16,-1-3-1807 0,7-4-384 15,-14-3 3740-15</inkml:trace>
  <inkml:trace contextRef="#ctx0" brushRef="#br2" timeOffset="-103763.025">1374 12369 10424 0,'0'0'1377'16,"0"0"-697"-16,0 0 112 0,0 0 352 15,0 0-172-15,0 0-192 0,0 0-28 16,0 0-44-16,44 67-300 0,-40-29-196 16,0 7-52-16,-4 5-112 0,0 8-12 0,0 2-36 15,0 6-132-15,0-3-4 0,0 2-64 16,0-5-160-16,0-12 84 15,0-7 276-15,0-9 88 0,0-10-28 0,-4-6-60 0,4 0-156 16,0-7 20-16,0-2-88 0,0-5-152 16,4 5-188-16,4-4 60 0,0 4 340 15,7 2 164-15,2 3 4 0,-2 5 112 16,6 2 20-16,-1 3 548 0,-1 6-148 16,1 4-100-16,-4 3-52 0,4 4 24 15,-4-1-76-15,0 3-108 0,-4 3-76 16,0 1-140-16,-4 6-8 0,-1-4-124 15,6 4 24-15,-5-4-220 0,-1-3-136 16,6-8-40-16,-1-8-92 0,-5-9-104 16,6-6-424-16,-2-10-1032 0,2-3-1097 0,2-13-2883 15</inkml:trace>
  <inkml:trace contextRef="#ctx0" brushRef="#br2" timeOffset="-103279.454">3219 12449 8240 0,'0'0'4889'0,"0"0"-4241"16,0 0-456-16,0 0 228 0,0 0 148 16,0 0 88-16,0 0-68 0,0 0-308 15,0 0-204-15,0 0 72 0,79 13 276 0,-71 9 72 16,-4 6-100-16,1 7-124 0,-1 4-160 16,-4 2 12-16,4-3-16 0,-1-3-108 15,1-3-60-15,0-4-28 0,5-2 88 16,-1-8 0-16,-5-1-60 0,5-2-148 0,5-2 20 15,-2 3 40-15,5 0 100 16,-4 0-16-16,7-1 64 0,-2 5 0 0,-1-5 80 16,4 4-32-16,-4 1 40 0,3-4 84 15,-2 3 0-15,-6-4-120 0,2 4 8 16,-2 1-60-16,1-2 76 0,-3 5-76 16,-2 2-200-16,-3 0-96 0,4 4 112 15,1-1 84-15,-6 4 40 0,5-3 4 16,-4-1 56-16,0-1 12 0,0-6-12 15,1-2-88-15,-2-7-608 0,-3-1-532 16,0-2-644-16,0-6-1229 0,-3-3-3199 0</inkml:trace>
  <inkml:trace contextRef="#ctx0" brushRef="#br2" timeOffset="-103175.06">3740 13341 4164 0,'0'0'9461'15,"0"0"-5325"-15,0 0-3048 0,0 0-156 0,0 0 92 0,0 0-328 16,0 0-648-16,0 0-48 15,0 0-1072-15,0 0-752 0,-99 12-4444 16</inkml:trace>
  <inkml:trace contextRef="#ctx0" brushRef="#br2" timeOffset="-96380.7">9351 13614 5852 0,'0'0'484'0,"0"0"568"15,0 0 2845-15,0 0-2117 16,0 0-356-16,0 0-240 0,0 0-276 0,0 0-212 16,0 0-160-16,-5 2-180 0,14 5-168 15,2 0-16-15,10 3 60 0,3-1 88 0,8 4-112 16,3-4-8-16,9 1-8 15,0-4-128-15,3 1 108 0,6-2-160 16,3 2 60-16,3-4 12 0,1 0-84 0,-1 1 52 16,6-1-52-16,-6 0 0 0,5-3-52 15,-5 0-32-15,1 0 72 16,0-3-64-16,-4-4 68 0,0 1 4 0,-4-3-48 0,-5-1 48 16,-3-3-128-16,-4 4 56 15,-4-1 72-15,-5 1-56 0,-3-1-12 16,-3 4-76-16,-6-1-88 0,-3 5 16 0,1-3 0 15,-10 3-64-15,1 2 12 0,-4 0-112 16,0 0-112-16,-4 0-40 0,4 0-168 16,-4 2-516-16,0 3-816 0,0-3-2173 15,0 5-2687-15</inkml:trace>
  <inkml:trace contextRef="#ctx0" brushRef="#br2" timeOffset="-95879.688">11562 13344 168 0,'0'0'9176'15,"0"0"-7059"-15,0 0-569 0,0 0-412 0,0 0 0 0,0 0-140 16,0 0-124-16,0 0 96 0,0 0-216 16,96 39-284-16,-56-24-176 15,7 8-108-15,-3-4-48 0,4-1-4 0,-4 1 28 16,-5-3-84-16,-3 0-76 0,0-6-52 0,-4-1-20 15,-4-5 24-15,-4-4-4 16,0 0-44-16,-9-7-136 0,-2 1-332 16,-1-4-64-16,-9 1-164 0,1-4-200 0,-4 1-568 15,-4-1-1056-15,-3 3-2537 0,-9-6-2279 16</inkml:trace>
  <inkml:trace contextRef="#ctx0" brushRef="#br2" timeOffset="-95646.436">11550 13312 692 0,'0'0'10525'0,"0"0"-9013"0,0 0-808 16,0 0-96-16,0 0 292 0,-48 86 156 16,40-61-416-16,0-2-540 0,1 2-100 0,-2-6-84 15,5 0-16-15,-4-3-128 16,4-7-428-16,1 1-160 0,3-7-328 15,0-3-388-15,0 0-125 0,0-13-51 0,0-2-616 16,3-11-1616-16,1 8 1393 0,-4-17 2547 16</inkml:trace>
  <inkml:trace contextRef="#ctx0" brushRef="#br2" timeOffset="-95508.094">11550 13312 2692 0,'-48'-34'232'0,"56"34"316"15,0-3 4616-15,4-1-3392 0,0 4-307 0,4-3-57 0,4 3-188 16,0-3-284-16,0 3-104 15,0 0-220-15,0 0-252 0,-1 0-188 16,5 0-172-16,1-3-84 0,-6-1-28 0,5 4-112 16,0-6-464-16,4 0-572 0,-9 0-772 15,6 2-2689-15,-9-2-2763 0,-1 6 6716 16</inkml:trace>
  <inkml:trace contextRef="#ctx0" brushRef="#br2" timeOffset="-94947.405">12554 13386 612 0,'0'0'13093'0,"0"0"-11333"15,0 0-1272-15,0 0-20 0,8 69 308 16,0-34 620-16,-4 3-180 15,4 4-716-15,0 2-328 0,4 4 108 0,-5-1-12 16,6 2-72-16,-5-2-140 0,3-3-56 16,2-6-60-16,-5-9-220 0,-1-6-208 15,-2-11-12-15,-1-5-124 0,-4-7-128 16,0 0-348-16,0-11-864 0,-4-4-1264 0,-5-5-1581 16,2 2-651-16,-5-14 3700 0</inkml:trace>
  <inkml:trace contextRef="#ctx0" brushRef="#br2" timeOffset="-94744.158">12538 13553 3056 0,'0'0'208'0,"0"0"2384"0,0 0 1680 16,-8-78-3047-16,20 58-325 16,0 5 56-16,4 2 380 0,0 7-264 0,4 1-256 15,0 5-204-15,0 0-152 0,-1 11-136 16,2 2 32-16,-6 2 52 0,-2 5 24 16,-6-2-76-16,1 5-148 0,-4 0-48 15,-4-2-12-15,0-2-16 0,-8 4 40 16,0-2-48-16,-8-1-40 0,1 2-84 15,-2-3-52-15,2-4-232 0,-5-2-252 0,4 0-80 16,4-3-60-16,-4-1-104 0,8-2-292 16,-4 0-580-16,0-7-1176 0,0 0-2181 15,4 0-1139-15,0-7 5404 0</inkml:trace>
  <inkml:trace contextRef="#ctx0" brushRef="#br2" timeOffset="-94443.496">12777 13551 11285 0,'0'0'2164'16,"0"0"-1024"-16,0 0-104 16,0 0-508-16,0 0-176 0,0 0 372 0,0 0 20 15,79 19-424-15,-51-17-124 0,0 5-124 16,0-3-72-16,-4-4-60 0,4 0 44 16,-3 0-156-16,-2 0-444 0,-3-4-428 15,0-3-620-15,0 1-2553 0,-8 0-4515 16,12 4 6736-16</inkml:trace>
  <inkml:trace contextRef="#ctx0" brushRef="#br2" timeOffset="-94079.813">13335 13443 1332 0,'0'0'13573'16,"0"0"-11761"-16,0 0-1240 0,0 0 0 15,-96 54 180-15,80-35 84 0,-3 4-76 16,6 2-404-16,6 0-200 0,7 0 52 16,0 4-76-16,3-4-132 0,14-3 0 15,-2-3 136-15,5-6 36 0,1-3-172 16,-2-10-132-16,5 0-40 0,-4-7-192 0,0-9 0 16,0-6 56-16,0-3-108 15,-4-4-112-15,0-2 112 0,-8 1-4 0,3 5-52 16,2 3 64-16,-5 3 96 0,-1 3 188 15,1 7 112-15,-3 5 0 0,-1 4 12 16,0 0 300-16,-1 4 244 0,5 5-48 0,-4 7-152 16,5-3-24-16,-2 2-72 15,-3 4-64-15,4-6-88 0,-4 0-96 16,8-3-160-16,-4-1-36 0,0-5-24 0,4-4-432 16,0-4-516-16,4-8-1740 0,-8 2-3565 15,11-13 141-15</inkml:trace>
  <inkml:trace contextRef="#ctx0" brushRef="#br2" timeOffset="-93731.463">13769 13436 7716 0,'0'0'6929'0,"0"0"-6009"0,0 0-136 0,-36 92 720 16,25-60-88-16,2-1-8 15,5-8-400-15,0-4-615 0,4-9-393 0,0-4-128 16,0-6-89-16,4-3-39 0,4-7 108 15,1-3 88-15,2-8-184 0,1-5-144 0,-3-6-124 16,-2-3-200-16,1-3-100 0,0 3 24 16,0-3-244-16,0 4-176 0,0-5 24 0,-4-2 76 15,4 0 124-15,-4 0 112 0,-4 3 524 16,0 2 348-16,4 8 376 16,-4 6 648-16,0 9 76 0,4 6-112 15,-4 4-144-15,4 3-12 0,-4 10 68 16,4 6 4-16,0 6-200 0,0 7-212 15,-4 3-36-15,4 2 276 0,-4 4-160 0,4-3-244 16,0 0-240-16,-4-2-88 0,4 0-112 16,0-3-240-16,0 1-268 0,-1-6-152 15,2-6-260-15,-1-3-592 0,0-9-1044 16,0-7-596-16,4 0-1197 0,-8-13-1059 16,3 3 5440-16,1-12-831 0</inkml:trace>
  <inkml:trace contextRef="#ctx0" brushRef="#br2" timeOffset="-93598.34">13988 13427 3024 0,'0'0'1096'0,"0"0"5781"0,0 0-5145 16,0 0-828-16,32 79 60 0,-28-57 208 0,1 3-104 16,-1-6-24-16,-1 0-536 0,-3-5-508 15,0-5-64-15,0-7-256 0,0-2-448 16,0 0-296-16,0-5-776 0,0-4-2393 0,-3-4-3351 16,-6-6 5252-16</inkml:trace>
  <inkml:trace contextRef="#ctx0" brushRef="#br2" timeOffset="-93446.819">14036 13341 6188 0,'0'0'8077'0,"0"0"-6461"15,0 0-1304-15,0 0 192 0,0 0 80 16,0 0 112-16,0 0-264 0,0 0-432 0,0 0-632 16,0 0-336-16,0 0-212 0,76 12-1124 15,-60-21-2745-15,8-1 597 16,-4 1 1636-16,-4 0 2152 0</inkml:trace>
  <inkml:trace contextRef="#ctx0" brushRef="#br2" timeOffset="-93264.544">14308 13278 572 0,'0'0'1488'16,"0"0"-248"-16,0 0 5148 0,0 0-3351 0,0 0-1521 15,0 0 108-15,-21 82-132 0,14-56-280 16,3-1 4-16,-5 4-252 0,9-1-368 16,-4-3-108-16,4 1 117 0,0-4-141 0,0-10-296 15,8 1-168-15,1-7 4 0,-6 5 4 0,9-5 52 16,-4-4-60-1,4 2-36-15,-4-1-84 0,4 1-280 0,0-4-184 16,0 0-241-16,4 0-175 0,3 3-792 16,2 0-2344-16,-1-3-173 0,8 0-263 15</inkml:trace>
  <inkml:trace contextRef="#ctx0" brushRef="#br2" timeOffset="-92908.889">14821 13551 1736 0,'0'0'11729'0,"0"0"-9489"15,0 0-1272-15,0 0-100 0,0 0 308 16,16 72 76-16,4-55-228 0,0-8-464 0,8-3-316 16,0 1-63-16,0-7-21 15,0-10-92-15,-5-6-68 0,1-4-72 16,0-7-245-16,-4-2-159 0,-4-6-252 15,0 0-216-15,-4 0-236 0,-4 1-604 0,0 8-1384 16,-8-5-2909-16</inkml:trace>
  <inkml:trace contextRef="#ctx0" brushRef="#br2" timeOffset="-92686.559">14993 13221 796 0,'0'0'784'0,"0"0"5836"15,0 0-4276-15,0 0-891 0,0 0-45 0,0 0 192 16,-36 82-304-16,40-51-124 15,4 7-172-15,8 1-164 0,-5 2 24 0,10 7-104 16,-6 3-220-16,5 6-160 0,0 0-83 16,0-3-65-16,0-1-44 15,-4-4-52-15,0-8-60 0,-8-6-72 0,0-7-8 0,-5-9 0 16,1-3-4-16,-4-6-72 16,0-3-172-16,0-5-168 0,0-2-173 15,0 0-107-15,0-9-212 0,-7-8-412 0,3-8-572 16,0-6-840-16,0-11-1681 0,0-2-919 15</inkml:trace>
  <inkml:trace contextRef="#ctx0" brushRef="#br2" timeOffset="-92537.505">15216 13509 3008 0,'0'0'196'15,"0"0"6868"-15,0 0-4659 0,0 0-773 0,0 0-436 16,0 0 76-16,0 0-180 16,52 77 128-16,-49-55-300 0,-3 3-320 0,0-3-224 15,0-3-168-15,-3 1-124 0,-6-8-84 16,1 1-316-16,1-7-524 15,-1-3-400-15,-5-3-604 0,6-3-2252 16,-1-3-2353-16,0-10 249 0</inkml:trace>
  <inkml:trace contextRef="#ctx0" brushRef="#br2" timeOffset="-92393.01">15176 13369 92 0,'0'0'11329'0,"0"0"-9089"0,0 0-848 15,0 0 368-15,0 0-420 0,0 0-304 16,0 0-44-16,0 0-384 0,0 0-412 15,79-28-196-15,-66 26-88 0,-2-3-388 0,2 3-428 16,-2 2-268-16,-3 0-980 0,5 0-3269 16,-6 7-4195-16</inkml:trace>
  <inkml:trace contextRef="#ctx0" brushRef="#br2" timeOffset="-92075.488">15491 13709 6188 0,'0'0'2572'0,"0"0"2189"0,0 0-4037 15,0 0-16-15,0 0 552 0,0 0-36 0,0 0-296 16,0 0-32-16,0 0-284 0,87 0-268 16,-75-32-308-16,-4-5-36 15,0-5-488-15,0 2-52 0,-4 1 60 0,0 7 24 16,0 3 184-16,-4 11 64 0,0 1-4 16,0 8 92-16,0 3 120 0,-8 3 8 15,0 3 364-15,0 0 96 0,0 9-208 0,0 4-52 16,4 6-60-16,-4 6 76 0,5 1 32 15,-2 2-12-15,5 5 28 16,0 0 8-16,0 6 124 0,0-4 144 0,0-3 96 16,0-4-363-16,0-9-281 0,0-5 0 15,0-8-124-15,0-6-9 0,5 0-171 16,-2-11-292-16,1-1 232 0,4-13-40 16,0-7-268-16,0-3-708 0,0-6-1368 15,4-1-2397-15,-8 8-1947 0</inkml:trace>
  <inkml:trace contextRef="#ctx0" brushRef="#br2" timeOffset="-91811.234">15670 13151 4444 0,'0'0'468'0,"0"0"6233"0,0 0-5481 15,0 0-484-15,0 0 520 0,0 0 272 16,0 0-396-16,0 0-428 0,0 0-556 0,0 0-148 16,-28-19-96-16,28 21 20 0,4 5 68 15,0 3 8-15,0-1 124 16,-1 0 172-16,2 8 196 0,-1-5 208 0,0 4-88 15,-4 6-148-15,4-3-16 0,0 7 16 16,-4-1-99-16,4 3-125 0,-1 2-68 16,-3 1-88-16,4 4-72 0,5 0-12 15,-5 0-48-15,4-1-12 0,-1-2-88 0,2 4-228 16,-1-5-85-16,-1 1-135 16,1-7-40-16,5 1 52 0,-2-7 252 0,2-7-12 15,-2-8-1288-15,1-4-1268 16,0-4-2697-16,0-2-1379 0,8-10 5396 15</inkml:trace>
  <inkml:trace contextRef="#ctx0" brushRef="#br2" timeOffset="-91476.376">16028 13655 444 0,'0'0'12265'0,"0"0"-9841"16,0 0-1140-16,0 0 372 0,0 0-168 0,0 0-280 15,-71 70-172-15,63-63-391 0,4 0-333 16,4-5-140-16,0-2-148 0,0 0-24 15,0 0-12-15,0 0-36 0,0-6-136 16,8-4-28-16,-1-3 208 0,2-2 0 16,-1-11-252-16,0 1-72 0,-1-5-85 0,2 3-27 15,-1-4 76-15,-1-2 36 0,1-2-16 16,5 0 28-16,-10 3-52 0,5 4-28 16,-4 5 188-16,4 4 208 0,-3 10 100 15,-5 6 316-15,3 3 64 0,-3 0-40 16,4 6-88-16,-4 7-8 15,4 6-88-15,-4 4-16 0,4 5 4 0,0 4 1 16,0-1-89-16,1-2-156 0,2 0-36 16,-7-1-72-16,4-2-245 0,0-4-183 0,-4-3-24 15,4 0-100-15,-4-3-212 0,0 0-560 16,0-1-1280-16,-4 1-2517 0,0-3-2471 16,-7 6 7100-16</inkml:trace>
  <inkml:trace contextRef="#ctx0" brushRef="#br2" timeOffset="-91179.756">14710 13986 6948 0,'0'0'7329'16,"0"0"-6621"-16,0 0-504 15,0 0 272-15,0 0 632 0,0 0 344 0,0 0-308 16,92-39-508-16,-64 31-232 0,3 1 36 16,9 0 120-16,-4 4-63 0,3 3-253 15,9 0-124-15,5 0-36 0,2 6-36 0,8 1 124 16,10 2-100-16,-2-2-68 0,5 0-4 16,3-7-8-16,5 0 4 0,4 0 0 0,0 0-52 15,-1 0-28-15,-3 0-452 16,-4 0-193-16,-5-5-247 0,-7-1-644 15,-20 3-2744-15,12-2-5185 0</inkml:trace>
  <inkml:trace contextRef="#ctx0" brushRef="#br2" timeOffset="-91032.6">16957 13699 16789 0,'0'0'4308'0,"0"0"-3704"16,0 0-275-16,0 0-313 0,0 0-16 15,-84 13-64-15,56-9-44 0,-4-4-781 16,1 3-651-16,3-3-1428 0,-21 9-6709 16</inkml:trace>
  <inkml:trace contextRef="#ctx0" brushRef="#br2" timeOffset="-47969.215">29069 1396 10348 0,'0'0'2173'0,"0"0"-1521"0,0 0-320 16,0 0 1012-16,0 0 292 0,0 0-416 0,-64 83-516 16,48-60-284-16,4 8-16 0,5 5 184 15,-6 4 60-15,6 8-244 16,-5 3-40-16,3 10-84 0,2-2-72 0,-5 2 21 15,3-1-81-15,5 0 8 16,1-6-48-16,3-3-104 0,0-9-4 16,0-10 0-16,3-7-4 0,1-10-4 0,9-5-76 15,-5-3-48-15,3-7 36 0,6 0-161 0,3-4-143 16,-5-9-248-16,5-2-304 0,5-7-176 16,-6-6-672-16,-3 4-1312 15,0-10-3733-15</inkml:trace>
  <inkml:trace contextRef="#ctx0" brushRef="#br2" timeOffset="-47446.343">29181 1648 12297 0,'0'0'1468'16,"0"0"-1364"-16,0 0 136 0,0 0 1112 0,0 0 140 15,0 0-312-15,0 0-500 0,91 0-300 16,-58-4 72-16,6-2 248 0,5-4-104 0,8 1-464 16,0-1-32-16,3-3 108 15,1 5-148-15,-4-3-12 0,0 3-36 16,-5 1 60-16,-2 3-72 0,-2 1-4 0,-7 3 4 16,-4 0-8-16,-8 0-4 0,-4 0-84 15,-12 3-124-15,-4 4 36 0,-4 2 176 16,-4 8-40-16,-13 1 48 0,-2 5 112 15,-5 5 44-15,-12 4-72 0,0 0-76 16,-4 6-4-16,-4 0 100 0,-4 0-104 16,1 4 0-16,-1-1 0 0,4-4 60 0,9-1-16 15,3-4-44-15,8-1 0 16,3-6-60-16,10 1 60 0,-6-7 108 0,10 0-36 16,3-2-60-16,0-9 4 0,4 2 44 15,0 0-52-15,0-7 40 0,8 3 1 16,3-3 35-16,6 1 52 0,3-2-28 15,-1-2 36-15,9 0-8 0,-4 0 8 16,4 0 0-16,0 0-20 0,0 0-76 16,-5 0 36-16,5 0 48 0,0-2-92 0,4 2-40 15,0-4-12-15,4 1 12 0,-4-1 0 16,-1 4-64-16,-3-2-56 16,-3-1-88-16,-5 0-228 0,-5 3-205 0,6 0-91 0,-5-4-96 15,-1 1-128-15,2-4 228 16,-2-2-1356-16,-3 2-2656 0,-4-7-1885 0</inkml:trace>
  <inkml:trace contextRef="#ctx0" brushRef="#br2" timeOffset="-47154.17">30153 1769 1280 0,'0'0'11529'0,"0"0"-10149"15,0 0-1372-15,0 0 84 0,0 0 944 0,0 0 612 16,0 0-608-16,-79 50-572 0,58-34-232 16,-3 3 96-16,0 0 36 0,-4 6 36 15,-4 7-124-15,0-4-84 0,1 5-84 16,-1-3-20-16,-4 0-88 16,4 1-8-16,4-2-72 0,0-3 76 0,9-5 0 15,3-2-8-15,0-2-116 0,7-8 28 16,9-3-52-16,-3-6-84 0,3 0-184 0,0 0-136 15,0 0-116-15,3-2-100 16,10-9-364-16,-1-4-660 0,-1-1-1412 0,17-12-2757 16</inkml:trace>
  <inkml:trace contextRef="#ctx0" brushRef="#br2" timeOffset="-46881.886">30404 1514 11009 0,'0'0'2344'0,"0"0"-1604"16,0 0-488-16,0 0 708 0,0 0 548 16,0 0-404-16,0 0-312 0,0 0-312 15,80 51-112-15,-73-35-24 0,-3-1-64 0,0 8-108 16,-4 2-40-16,0 4-20 16,-8 6-28-16,-3 3 36 0,-6 4-32 0,2-4-40 15,-5-1-36-15,-1-2 28 0,2 0-40 16,3 1 0-16,-4-9-4 0,0 3-52 15,0-2-16-15,1-2-392 0,-9-1-296 16,0 0-112-16,0-3-52 0,-4 0-284 0,4 0-816 16,0-9-2417-16,-16 10-3095 15</inkml:trace>
  <inkml:trace contextRef="#ctx0" brushRef="#br2" timeOffset="-46390.51">26957 3803 12357 0,'0'0'1712'15,"0"0"-1384"-15,0 0-204 0,0 0 624 16,96 13 536-16,-68-10-416 0,-4-3-508 0,0-3-236 15,0-3-112-15,-1-3-12 0,1-1 0 16,-7 1-508-16,-2-2-312 16,-2 3-540-16,-6 1-704 0,-3 3-2141 0,-4 4-3239 15</inkml:trace>
  <inkml:trace contextRef="#ctx0" brushRef="#br2" timeOffset="-46230.153">27112 4013 10676 0,'0'0'1841'0,"0"0"-1205"16,0 0-112-16,0 0 820 0,0 0-48 0,0 0-396 15,92 22-444-15,-68-25-304 0,0-6-152 16,0-4-92-16,0 4-580 0,0-4-532 16,-8 7-804-16,3-5-3573 0</inkml:trace>
  <inkml:trace contextRef="#ctx0" brushRef="#br2" timeOffset="-43215.074">28272 3568 600 0,'0'0'1684'15,"0"0"3224"-15,0 0-3092 0,0 0-264 16,0 0-479-16,0 0 167 0,0 0 8 0,0 0-196 16,0 0-200-16,0 0-196 15,-4 0-108-15,4 0-16 0,0 3 24 0,0 3 0 16,4 5 20-16,4 4-72 0,1 8-152 16,-2 5-32-16,9 7-140 0,-4 10 128 15,-4 3-104-15,7 5-56 0,-6 7-88 16,-1 1-20-16,0 6-40 0,-1-4-12 15,-2-3-48-15,-1-5-100 0,0-8-56 16,0-9 20-16,-4-7 48 0,4-6-32 0,-1-6-76 16,-3-9-64-16,0 1-144 15,0-11-100-15,0 0-92 0,4 0-196 16,-4-11-332-16,0-4-480 0,0-5-244 0,0-5-613 16,0-7-1551-16,0-2-628 0,-4 5 3340 15</inkml:trace>
  <inkml:trace contextRef="#ctx0" brushRef="#br2" timeOffset="-42976.475">28400 3667 9512 0,'0'0'1292'0,"0"0"-571"0,0 0-117 16,0 0 620-16,0 0-68 0,0 0-408 16,0 0-272-16,76-29-76 0,-61 29-68 15,2 0 4-15,-6 10-64 0,6 2-132 16,-10 5 20-16,1 1-148 0,0 1-12 0,-4 4-48 15,-4-1-12-15,0 1 60 16,-4 2 12-16,-4-3 40 0,0 0-44 16,-4 0-8-16,-4-3-12 0,0-2-224 0,-3-5-28 15,2-3-196-15,-2-2-208 0,-1-4-176 16,-4-1-336-16,-1-2-840 0,2 0-1981 16,-5 0-1575-16,8-2 3800 0</inkml:trace>
  <inkml:trace contextRef="#ctx0" brushRef="#br2" timeOffset="-38129.706">27308 1483 6796 0,'0'0'5789'0,"0"0"-5241"0,-63 98-496 16,38-53 100-16,1 8 512 0,-4 7-284 15,4 1 88-15,5-7 72 0,6-6 240 16,6-13-52-16,3-14-356 0,4-8-204 16,11-7-168-16,6-2 0 0,7-4 152 15,4-4-144-15,4-4 144 0,7-5-140 0,1 1 52 16,-1-2 56-16,-2 8-120 0,-1 3-152 16,-4 3 152-16,-8 9 188 0,-5 5-88 15,1 5-4-15,-12 2 4 16,0 2 48-16,-3 2 36 0,-5-3-24 0,0 4-24 15,-13-1-76-15,1 0 16 0,-4-3-64 16,-3 0-12-16,-2-2-120 0,-3-7-224 0,0-4-212 16,5-4-200-16,-1-5-240 0,4-2-216 15,-4-14-780-15,12 4-2061 0,-4-23-1883 16</inkml:trace>
  <inkml:trace contextRef="#ctx0" brushRef="#br2" timeOffset="-37915.935">27495 1813 3512 0,'0'0'7545'0,"0"0"-6429"0,0 0-348 16,52 85 428-16,-40-44 32 0,4 11-220 16,-4 1 136-16,0 11-228 0,-5 2-264 15,6 11-220-15,-1-4-52 16,0 6-112-16,4-3-196 0,-5-3 12 0,2-6-84 0,-6-13-136 16,6-10 136-16,-5-12-12 0,-5-16-184 15,1-6-332-15,-4-8-232 16,0-2-92-16,0-14-116 0,0-16-240 0,0-8-840 15,0 0-1197-15,-7-28-2207 0</inkml:trace>
  <inkml:trace contextRef="#ctx0" brushRef="#br2" timeOffset="-37684.898">27623 1933 2980 0,'0'0'8737'0,"0"0"-6285"16,0 0-1364-16,0 0-388 0,32-66 432 15,-25 56-288-15,1 4-276 0,5 3 8 0,-2-4 40 0,6 4-152 16,-6 3-232-16,6-3-232 15,-2 3-36-15,-2 6 24 0,-2 7 0 16,-3 3-100-16,0 9 100 0,-8 10-48 0,0 4-368 16,-4 1-124-16,-8 2 20 15,-4-4 52-15,0 0 136 0,-4-7 32 16,5-1-24-16,-6-11 88 0,10-5-40 0,-2-7-264 16,9-7-252-16,-3-2-272 0,7-11-476 15,0-9-569-15,0-4-327 0,7-9 148 16,1 0-216-16,8 0-144 0,1 3 2065 15</inkml:trace>
  <inkml:trace contextRef="#ctx0" brushRef="#br2" timeOffset="-37243.309">27774 1939 1132 0,'0'0'1040'0,"0"0"20"16,0 0 2064-16,0 0-2096 0,0 0-40 0,76-25 240 15,-68 25-128-15,4 3-159 0,-4 4-69 16,-1-1-68-16,2 3-16 0,-5 1-40 16,4-1-272-16,-5 4-108 0,1-3 44 15,5 0 56-15,-5-5 168 0,0 1-140 16,-1-1-200-16,1-3-148 0,0 2-72 15,5-1 20-15,-5 0-44 0,0-1-48 16,-1-2 4-16,5 0 52 0,-8 0-8 16,4 0 68-16,-4-5 28 0,4-4-36 15,-4-2-40-15,5 3-68 0,-5-6-4 0,0-2-92 16,0 2-104-16,0 0 60 0,0 1 24 16,0-2-60-16,0 5 48 0,-5 1 112 15,1-1 12-15,-4 4 0 0,1 2 8 16,3 4 140-16,-9 0-148 0,5 0-4 0,1 10-156 15,-6 2 12-15,6 8 52 16,-5 2 96-16,3 7 76 0,2-1 60 16,3 1-4-16,-4 2 68 0,0-2-52 15,3 0 12-15,2-4 60 0,3-3 16 0,0-2-64 16,0-8 72-16,0-2 100 0,8-5-40 16,0 6-144-16,4-9-52 0,4 5-20 15,3-4 20-15,1-3-4 0,1 0-104 16,2 0-4-16,1 0-8 0,0 0 12 0,0-3-8 15,-4 0-40-15,-4-3-84 16,4-5-164-16,-4 3-8 0,-5-6-308 16,2 3-4-16,-2-6-60 0,-2 1-416 0,-1-3-364 15,-4 3-492-15,-1 1-1997 0,-3-5-1803 16</inkml:trace>
  <inkml:trace contextRef="#ctx0" brushRef="#br2" timeOffset="-36978.031">28340 1752 1200 0,'0'0'10593'16,"0"0"-9093"-16,0 0-916 0,0 0 364 15,0 0 480-15,0 0-420 0,0 0-216 16,0 0-296-16,0 0-372 0,0 0-124 0,0 0 12 16,-72 69 72-16,61-33 40 15,-2 2-52-15,5 4 64 0,5-2 36 0,-1-1-36 16,4-7-24-16,0-7-68 0,0-3-44 15,4-9-40-15,7-4 40 16,2 1 256-16,2-7-120 0,5-3-52 16,4-3-72-16,-4-7 72 0,4-2-84 0,0-4-84 15,4-3-112-15,-9 3-132 0,5 0-324 16,1-3-584-16,-10 2-588 0,-2 6-1016 16,-6 4-2929-16</inkml:trace>
  <inkml:trace contextRef="#ctx0" brushRef="#br2" timeOffset="-36849.306">28511 2057 9096 0,'0'0'6497'0,"0"0"-5445"16,0 0-540-16,0 0 776 0,0 0 40 15,0 0-692-15,0 0-364 0,-80 13-272 16,69-13-244-16,3 0-552 0,-8 3-308 16,4 4-708-16,-12 2-4137 0</inkml:trace>
  <inkml:trace contextRef="#ctx0" brushRef="#br2" timeOffset="-35688.215">29300 4057 3452 0,'0'0'9089'0,"0"0"-7965"15,0 0-932-15,0 0-68 16,0 0 448-16,0 0 148 0,0 0-268 16,0 0-316-16,0 0-120 0,0 0 76 0,-44 83-92 15,37-61-76-15,-2-2-124 0,1-1-356 16,4-1-352-16,-3 1-380 0,-1-3-1037 15,-1 0-3567-15</inkml:trace>
  <inkml:trace contextRef="#ctx0" brushRef="#br2" timeOffset="-34049.577">29913 3771 536 0,'0'0'676'0,"0"0"-204"0,0 0-472 16,0 0 4-16,0 0-4 0,0 0 156 16,0 0 12-16,0 0-48 0,0 0-112 15,0 0 488-15,17-29 1316 0,-17 29-1032 0,0-2-416 16,0-1 40-16,4-4 248 16,-4 4 24-16,0-3-40 0,4-1-64 0,-4 2 8 15,0 1-36-15,0-3 24 16,3 1 92-16,-3 0 9 0,0-1-65 15,0 5-144 1,0-2 0-16,0 4-24 0,0 0-4 0,0 0-64 0,0 4-104 16,0 1-12-16,0 8-112 0,-3 6-88 0,3 1-44 15,0 9 116-15,0-1 52 0,0 4 76 16,3 2-88-16,10 1 36 0,-1-6-112 0,-5-4 92 16,6-6 72-16,-2-6-104 0,1-3-136 15,0-7 52-15,-4 0-4 16,4-3-60-16,4-10 100 0,-4-3 76 0,4-2-40 15,-4-7-124-15,4-3-4 0,-4-5-12 16,-5 2 4-16,6 3-172 0,-9-5 36 16,0 5 76-16,0 6 56 0,-4 1 8 0,0 1 68 15,-4 5 52-15,-4-1-112 0,-5 3 64 16,-2 5 96-16,-5-2-168 0,4 7-4 16,-4 0 0-16,0 0-4 0,-3 0-124 15,2 7 16-15,1 2-64 0,1 3-332 16,-5 4-12-16,3 4-32 0,2 2-348 0,-1-1-420 15,-4 9-1133-15,4-11-3059 16</inkml:trace>
  <inkml:trace contextRef="#ctx0" brushRef="#br2" timeOffset="-33296.855">28192 3340 236 0,'0'0'8900'15,"0"0"-8020"-15,0 0-816 0,0 0 244 16,0 0 249-16,-67 67-121 0,47-42-112 16,-4 10-184-16,4 0 128 0,-4 3 56 15,4 4-96-15,-4-1-12 16,4 0-24-16,5-7-12 0,-2-2 48 0,9-6-124 0,-3-7 84 16,6-6 28-16,1-5-12 0,4-1-204 15,0 0-36-15,0-1-284 0,9 1 256 16,-1 2 16-16,3 1 32 0,2-1-184 15,-2 7 72-15,6 3 128 0,-6 4 64 0,1 2 112 16,0 4-112-16,0-1-52 16,4 4 192-16,-8 2 76 0,4 4-16 15,0-3-160-15,-4 1 96 0,4 1-32 16,-9 2-96-16,2-2-68 0,3 8-8 0,-4-1-4 16,0 4 8-16,0 0-4 15,-1-7-56-15,-3-10-904 0,4-1 316 0,-4-14-236 16,9-4-540-16,-1-5-1149 0,-1-7-1331 15,-3 0-304-15,9-19 3897 0</inkml:trace>
  <inkml:trace contextRef="#ctx0" brushRef="#br2" timeOffset="-32798.237">30523 3095 5564 0,'0'0'6105'0,"0"0"-6105"15,0 0 40-15,0 0-40 0,0 0 732 16,0 0-80-16,0 0-232 0,0 0-52 15,0 0 64-15,76-22-16 0,-68 31-176 16,0 7-64-16,0 3-48 0,-5 4-4 16,2 2-24-16,-5 4-88 0,0 0 136 15,0 2-144-15,0 4 8 0,-5-3 76 0,-2 3-88 16,3 0 0-16,-4 0-112 0,4-4 112 16,4 1 0-16,-4 0-152 0,4-7-60 15,0 0 100-15,8-2-292 0,0-7 124 16,0-3 152-16,4-1-8 0,0-2-324 15,-5 2 384-15,10 1 64 0,-9 6-76 0,4 1 88 16,0 5 272-16,-5 4-72 16,1 2 44-16,1 4 436 0,-1 3-200 0,-5 0-64 15,5 3-380-15,1-3-36 0,-5 1-12 16,0-5-100-16,-4 1-356 16,0 1-84-16,-4-5-68 0,-5 1 124 0,1-4 188 15,-3-2 220-15,3-1 88 16,-5-6 24-16,2 1-24 0,-2-8-432 0,6-5-260 0,-5-1-801 15,3-4-3091-15</inkml:trace>
  <inkml:trace contextRef="#ctx0" brushRef="#br2" timeOffset="-32693.68">30559 4232 13917 0,'0'0'0'16,"0"0"-10653"-16</inkml:trace>
  <inkml:trace contextRef="#ctx0" brushRef="#br2" timeOffset="-31462.494">28145 3623 3336 0,'0'0'480'0,"0"0"2280"16,0 0-824-16,0 0-820 0,0 0-148 15,0 0 269-15,0 0-73 0,0 0-232 16,0 0-224-16,0 0-116 0,0 0-164 15,-20 15-212-15,16 4-80 0,4 6 108 16,0 5 4-16,0 0 0 0,0 3-48 16,4 2-88-16,-1 0-36 0,10-1-76 15,-5 4 76-15,3-6-76 0,2 1-88 16,2-8-112-16,2-6-148 0,-6-10-320 0,6-6-112 16,2-3-192-16,-3-6-304 0,0-3-969 15,0-20-2523-15</inkml:trace>
  <inkml:trace contextRef="#ctx0" brushRef="#br2" timeOffset="-31233.037">28686 3563 6232 0,'0'0'2856'0,"0"0"-1836"15,0 0-604-15,0 0 101 0,0 0 151 16,88 78 128-16,-76-59-452 0,-4 0-140 15,-4 4-52-15,4 2-152 0,-8 7-108 16,0 0-148-16,0 3-320 16,-8-1-312-16,0 1-141 0,-8-2-123 15,0 2-352-15,-4-7-564 16,-4 0-136-16,5-5-272 0,2-5 1533 0</inkml:trace>
  <inkml:trace contextRef="#ctx0" brushRef="#br2" timeOffset="-30763.315">29683 3584 2832 0,'0'0'1028'0,"0"0"784"0,0 0-316 0,0 0-1028 16,0 0-52-16,0 0 476 0,0 0 376 16,0 0-27-16,-64 83-241 15,60-55-120-15,-1 4-156 0,5 4-64 0,0 2-28 16,0-1-56-16,9 11-156 0,3-4-260 15,0 4-156-15,4-3-8 16,0-4 0-16,0-13-272 0,4-8-592 0,-1-11-268 16,1-9-292-16,4-7-769 0,-4-5-911 15,8-20-2088-15</inkml:trace>
  <inkml:trace contextRef="#ctx0" brushRef="#br2" timeOffset="-30549.104">30268 3521 6216 0,'0'0'888'0,"0"0"112"16,0 0-848-16,0 0 252 16,0 0 708-16,0 0-52 0,0 0 341 15,0 0-197-15,64 86-64 0,-56-58-308 0,-4 7-392 16,0 0-340-16,0 2-48 0,-4 5-4 16,0 3-48-16,-8 5-160 15,-4 1-332-15,1 3-200 0,-10 0-296 0,5 0-368 16,-7 0-429-16,3-9-611 0,-8-4-580 15,7-13-2096-15,-14 7 4941 0</inkml:trace>
  <inkml:trace contextRef="#ctx0" brushRef="#br2" timeOffset="-26745.771">27288 796 3220 0,'0'0'2176'0,"0"0"2368"15,0 0-3147-15,0 0-257 0,0 0 364 16,-88-6-440-16,69 12-72 0,2 0 88 16,-7 8-412-16,0 5-332 0,1 0 32 15,-1 6-20-15,-4 4-164 0,0 0-88 0,0 8 4 16,-4 2 84-16,-4 5-84 0,1 7-44 15,-1 3-52-15,0 5 88 16,-4 12-8-16,4 2-80 0,-3 6 76 0,3 10-80 16,-5-1 48-16,6 11-48 0,-1 2 52 15,0 11-52-15,4-1 0 0,4 8-4 16,4-3 16-16,0 8-64 0,5 3 104 16,6 3-116-16,6 1 128 0,3 1-64 15,4-1 60-15,8 3-12 0,4-5-48 31,7 2-104-31,5-2 92 0,4 6 12 0,0-2 0 16,8-3 44-16,4 4-40 0,4-1-4 0,7-7-68 0,5-2 16 0,8-6 4 16,12-7-40-16,7-3 80 0,14-6-48 15,6-10-28-15,9-4-4 0,11-11 4 16,5-11 80-16,11-9 0 0,4-7-48 16,9-8 48-16,3-10 0 0,8-10-96 15,9-6-36-15,6-10 136 0,6-6-4 16,8-12 0-16,3-10 4 0,3-10 0 15,6-6-48-15,3-9 0 0,9-4 48 0,-1-13 48 16,4-6-36-16,0-9-12 0,0-7-284 16,0-8 100-16,0-9 72 15,-4 1 112-15,-7-9 64 0,-1-3-64 0,-8-4-156 16,-8-5 152-16,-8-4 8 0,-11-6-16 0,-9-10-24 16,-12-3 32-16,-7-6-116 15,-13-4-88-15,-7-6 84 0,-16-6 24 0,-9-7 40 16,-15-6 20-16,-16 0-20 0,-12 3 56 0,-20 0-48 15,-17 1 52-15,-10 2 120 16,-13 3 4-16,-20 1 88 0,-17 6 84 16,-27 0-136-16,-11 6-160 0,-25 0-72 0,-16 7 60 15,-15 6 12-15,-12 0-8 0,-12 9-152 16,-17 33 160-16,-15 37-16 16,-17 31-56-16,-11 36 72 0,-15 0-144 0,-13 0 140 15,-16 0 8-15,-9 0-4 0,-10 0 0 16,-13 0 0-16,-8 0-12 0,-7 0-64 15,-10 0 4-15,2 0-104 0,0 0 176 16,-6 0-112-16,10 0-484 0,-5 0 60 16,4 0-220-16,4 4-124 0,8 43-468 0,9 33-444 15,15 35-673-15,12 25-1567 16,76-36-1095-16,-69 48 5127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32767" units="deg"/>
          <inkml:channel name="T" type="integer" max="2.14748E9" units="dev"/>
        </inkml:traceFormat>
        <inkml:channelProperties>
          <inkml:channelProperty channel="X" name="resolution" value="3854.94116" units="1/cm"/>
          <inkml:channelProperty channel="Y" name="resolution" value="5461.1665" units="1/cm"/>
          <inkml:channelProperty channel="F" name="resolution" value="91.01945" units="1/deg"/>
          <inkml:channelProperty channel="T" name="resolution" value="1" units="1/dev"/>
        </inkml:channelProperties>
      </inkml:inkSource>
      <inkml:timestamp xml:id="ts0" timeString="2023-06-27T08:53:11.556"/>
    </inkml:context>
    <inkml:brush xml:id="br0">
      <inkml:brushProperty name="width" value="0.05292" units="cm"/>
      <inkml:brushProperty name="height" value="0.05292" units="cm"/>
      <inkml:brushProperty name="color" value="#7030A0"/>
    </inkml:brush>
    <inkml:brush xml:id="br1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19777 3200 364 0,'0'0'588'0,"0"0"-420"0,0 0-116 16,0 0 28-16,0 0-28 0,0 0 40 0,0 0-80 15,0 0 92-15,-3 0 1056 0,3 0-572 16,0 0-328-16,0 0 4 0,0 0 192 16,0 0 128-16,0 0-36 0,0 0-104 15,0 0-132-15,0 0-68 0,0 0-72 16,0 0-172-16,0 0-52 0,0 0-92 0,0 0 28 15,0 3-184-15,0-3-312 0,0 4-184 16,0-4-36-16,0 3 112 16,0-3 44-16,0 0 88 0,0 3 236 0,0-3 144 15,0 3 52-15,0-3 148 0,0 0-72 16,0 3-64-16,0-3-36 0,0 4 8 0,0-4-100 16</inkml:trace>
  <inkml:trace contextRef="#ctx0" brushRef="#br0" timeOffset="1714.826">2868 5813 5764 0,'0'0'7149'0,"0"0"-5813"16,0 0-920-16,0 0 280 0,0 0 372 16,0 0 412-16,0 0-260 0,32 90-236 0,-24-65-448 15,-4 6-256-15,0 7-48 16,0 10-12-16,0 5-4 0,4 8-8 0,-4 9-111 16,4 4 51-16,-8 1-112 0,4 1-36 15,-4-2-124-15,0-8 64 0,0-1-37 16,0-7-87-16,0-6-216 0,-4-8-76 15,4-9 52-15,0-13 44 0,0-6-72 0,0-6-212 16,4-10-364-16,4 0-768 16,3-16-820-16,6-5-1421 0,-2-3-1079 0,9-20 1132 15</inkml:trace>
  <inkml:trace contextRef="#ctx0" brushRef="#br0" timeOffset="2037.349">3506 6105 5288 0,'0'0'2964'15,"0"0"-219"-15,0 0-1153 0,0 0-240 0,0 0 176 16,0 0 316-16,0 0-620 0,0 0-500 16,-84 67-368-16,56-39-112 0,-4 4-132 15,-4 3-60-15,1 1-52 0,-1 1-120 16,0 1-76-16,0-3 84 0,0 0-36 16,8-3-12-16,0-3 0 0,5-7 76 0,3 0 84 15,-1-3 4-15,10 0 40 16,3 0-44-16,4-3-172 0,4 0 100 15,0 1 72-15,12 1 160 0,-1 1-64 0,10 0 28 16,7 2-24-16,-4 2 84 0,4 0-180 16,3-1 192-16,-4 0-100 15,1 0-84-15,0-3 36 0,-3 3-48 0,-1-2-4 16,-5 2-164-16,-3-3-288 0,5 3-208 16,-10 0-252-16,6 3-216 0,-6 1-716 15,-3 3-2049-15,-4-4-2127 0,0 7 1604 0</inkml:trace>
  <inkml:trace contextRef="#ctx0" brushRef="#br0" timeOffset="3328.227">3023 11703 1840 0,'0'0'2008'0,"0"0"4388"16,0 0-4955-16,0 0-709 0,0 0-144 0,0 0 192 15,0 0 344-15,0 0-80 16,0 0 88-16,0 0-116 0,100-3-192 16,-60 3-172-16,0 3-128 0,3 0-120 15,2-3-124-15,-2 3-48 0,-2-3-84 16,-2 0-16-16,5 0 40 0,-9-3-132 0,2-3-40 16,-9-1-84-16,-1-2-28 0,-7-1-192 15,-3 1-160-15,-2-1-144 0,-2 4-216 16,-10-4-136-16,1 1-156 0,0-1-388 0,-4 1-648 15,-8 2-1021-15,-4 0-2219 0,4 2 708 16,-12 5 4553-16</inkml:trace>
  <inkml:trace contextRef="#ctx0" brushRef="#br0" timeOffset="3554.006">3315 11734 560 0,'0'0'4200'0,"0"0"648"0,-20 77-3840 0,16-45-451 0,4 9-69 16,0 7 472-16,0-2 328 0,7 6-108 15,5 2-352-15,-3-4-212 0,2 7-140 16,-3-2-92 0,5 2 52-16,-10 0-188 0,5-1-100 0,-4 2-64 15,-4 0-72-15,4-4 52 0,-4-4-60 0,0-2 56 0,0-7-60 16,0-6 0-16,5-4-8 16,-5-1-300-16,0-8-40 0,0-3 76 0,0 0-148 15,0-10-304-15,0 1-72 0,0-7-236 16,-9-3-560-16,1-6-1053 0,-3-10-2323 15,-2 6 576-15,-6-15 3504 0</inkml:trace>
  <inkml:trace contextRef="#ctx0" brushRef="#br0" timeOffset="3759.634">3378 12423 612 0,'0'0'10284'0,"0"0"-9191"15,0 0-593-15,0 0-12 0,0 0 376 0,100-32 452 16,-72 27-232-16,4 2 28 15,3 3-408-15,1 0-220 0,5-4-264 16,-2 4-72-16,1 0-28 0,-1 0-120 0,-7 0-112 16,0-3 52-16,-4 3-136 0,0-7-300 15,-4 4-172-15,4-3-80 0,-8 3-92 16,0-1-244-16,0 1-820 0,-5 0-1285 16,-6 3-2683-16,3 0 2560 0</inkml:trace>
  <inkml:trace contextRef="#ctx0" brushRef="#br0" timeOffset="10400.033">3242 7366 6036 0,'0'0'4688'16,"0"0"-2607"-16,0 0-1009 15,0 0-260-15,0 0 196 0,0 0 344 16,0 0-52-16,0 0-180 16,-3-30-288-16,3 30-148 0,0 0-148 0,0 0-147 0,0 0-1 15,0 5-108-15,0-3-76 0,0 5-168 16,0 6-36-16,0 2-144 0,0 14 48 15,0 6 96-15,3 9-56 0,-3 4 52 16,4 3-52-16,1 2 44 0,3 5-64 0,-4-1 4 16,0 0-12-16,-1 1-84 0,1-8-89 15,0-2-59-15,1-10-72 0,-5-10-100 16,4 1-40-16,-4-10-192 0,0 0-624 16,0 0-928-16,0-3-884 15,-4-3-2045-15,-9 6-695 0</inkml:trace>
  <inkml:trace contextRef="#ctx0" brushRef="#br0" timeOffset="10685.706">2892 8668 10124 0,'0'0'2045'16,"0"0"-1161"-16,0 0-360 0,0 0 680 16,0 0 320-16,84-19-452 0,-52 15-180 15,0 2-56-15,7 2-196 0,1-5-140 16,4 3-208-16,-4 2-168 0,3-4-124 0,2-2-72 16,-10 4 72-16,1-9-8 15,-8 5-200-15,0-7-308 0,-4 4-168 0,-5-4-168 16,-2-3-148-16,-6 7-328 0,-7 0-1072 15,-4 2-3209-15</inkml:trace>
  <inkml:trace contextRef="#ctx0" brushRef="#br0" timeOffset="10886.546">3151 8753 10636 0,'0'0'1801'16,"0"0"-1101"-16,0 0 12 0,12 90 416 0,-8-57 296 15,4 3-340-15,0 5-352 0,-5 0-400 16,2 3-172-16,-5 1-76 0,0 3-84 0,-5-4-84 16,2 1-140-16,-9-3-316 15,4-8-56-15,0-5 96 0,0-10-60 0,0-3-260 16,4-7-556-16,0-6-1128 16,1-3-2085-16,-10-3-975 0</inkml:trace>
  <inkml:trace contextRef="#ctx0" brushRef="#br0" timeOffset="11043.938">3227 9138 11429 0,'0'0'1716'0,"0"0"-1052"0,0 0 300 0,79-4 380 15,-59 4-264-15,1-3-164 0,-2 0-92 16,-3 3-440-16,0-3-200 0,0-1-184 0,-8 1-212 16,0 1-192-16,0-2-300 0,-8 4-312 15,0 0-488-15,0 6-596 0,-5 4-1001 16,-14 12-4679-16</inkml:trace>
  <inkml:trace contextRef="#ctx0" brushRef="#br0" timeOffset="11203.556">3179 9493 11865 0,'0'0'1828'0,"0"0"-1308"16,0 0-328-16,0 0 176 16,0 0 400-16,0 0 264 0,0 0-76 0,0 0-260 15,99 0-340-15,-71-10-164 0,0 1-192 16,0 3-196-16,0-5-248 0,0 5-288 0,-4 4-40 15,-5-2-332-15,2 4-732 16,-10 4-1329-16,6 11-2591 0</inkml:trace>
  <inkml:trace contextRef="#ctx0" brushRef="#br0" timeOffset="11547.853">3386 9918 9440 0,'0'0'2389'0,"0"0"-1481"0,0 0-396 0,4 86 60 16,-4-54 264-16,0 3-104 15,0 3-228-15,0 0-136 0,0 0-68 16,4 1-64-16,0 5-124 0,0 0-36 15,0 7-16-15,0 4-52 0,0 1-4 16,0 4-4-16,0 0-108 0,-4 1 36 16,4-4 56-16,-4-3-44 0,0-2-204 0,0-5 140 15,4-6 12-15,-1-3 36 16,-3-10-16-16,5 1-144 0,-1-10-52 0,0-2 60 16,-4-8-136-16,4-4 60 0,-4-1-64 15,0-4-88-15,0 0-204 0,0 0-120 16,0-7 24-16,0-2 124 0,0-4-261 0,0 5-1047 15,0-15-1076-15</inkml:trace>
  <inkml:trace contextRef="#ctx0" brushRef="#br0" timeOffset="18202.162">15000 3207 9248 0,'0'0'3169'15,"0"0"-1881"-15,0 0-1004 0,0 0-272 16,0 0 332-16,0 0 476 0,0 0 36 0,0 0 0 15,0 0 60-15,0 0 84 0,40 34-384 16,-12-34-224-16,4 0-148 0,3 0-108 16,2 0 96-16,3 0 84 0,-1 0-72 15,2 0-96-15,2 4-40 0,4-1-100 16,2 3 88-16,3 0-88 0,4 1-8 16,3-1 8-16,0 3-8 0,5-2 52 15,8-1-40-15,4-3 84 0,4 1-88 16,8-4-4-16,-1 0 40 0,9 0-32 0,-1-7-12 15,1 4 0-15,-4 0-56 0,3 0-40 16,-7 3-4-16,0 0 52 0,-9 0 40 16,1 0-148-16,-5 0 80 0,-2 0 16 15,-6 0-72-15,1 3 32 0,-5 0-68 16,1 0 20-16,-8 0 64 0,-4 1-52 0,-8-4 128 16,-5 3-104-16,-7-3 52 15,-4 0-72-15,-8 0-64 0,-4 4-52 0,-8-4-44 16,0 0-80-16,-4 0 4 0,0 0-140 15,-4 0-308-15,0 0-652 0,0 0-964 16,0 2-2349-16,-12-2-2403 0</inkml:trace>
  <inkml:trace contextRef="#ctx0" brushRef="#br0" timeOffset="20428.333">23308 3175 64 0,'0'0'4536'0,"0"0"1580"0,0 0-5483 15,0 0-285-15,84 7 176 0,-61-7 536 16,5 2 112-16,-4-2-328 0,4 4-76 15,0-4-4-15,-4 3-92 0,8 2-116 16,-4-1-108-16,-1 3-68 0,5-4-84 16,0 0-64-16,1 3 24 0,-2-2-36 0,5-4 16 15,4 0-28-15,-1 0-76 16,6-4-32-16,-6-2-32 0,9-4-68 16,-8 1-160-16,3 3 16 0,-2 0 56 15,-2 6 80-15,-3-5-76 0,0 5-4 16,-4 5 76-16,-1 1-48 0,-3 0 60 0,0 0 48 15,-3 4-40-15,-1-1 0 0,-1-2 0 16,1-1 44-16,4-3-40 0,-4 0 72 0,0-3-24 16,4 0-48-16,-1 0-12 0,6 0 64 15,-1 0-60-15,4 0-4 0,-1 0-4 16,5-6-8-16,-1 3 12 0,2 0-64 16,2-4 56-16,-3 4 4 0,4-3 4 15,-4 3 0-15,-1-4 0 0,2 3-8 16,-2-1-76-16,1-2 76 0,1 0 8 15,-2 1-4-15,1 0-4 0,0 4-4 16,0-3-52-16,-5 5 64 0,5 0 124 16,-4 0 0-16,0 0-76 0,0 0-36 0,-4 5 60 15,0-3-68-15,3 2 56 16,1-4 4-16,0 0 8 0,4 0-64 16,4 0 52-16,8 0-16 0,4-6-44 0,8-5-48 15,-1 3-12-15,5-3-12 0,3 1 64 16,2 1-92-16,-2 0-32 0,0-1-16 0,2 4 64 15,-6-1-52-15,1 4 24 0,-5-3 52 16,-3 6 56-16,-8 0 4 16,-4-3 72-16,-4 3 76 0,-4 0 108 0,-9-3 40 15,-3 3-68-15,0-3-80 0,-8 3-88 16,-4-4 0-16,0 1-52 0,-8 0 8 16,0 0 68-16,-4 3-80 0,-4 0 8 0,0 0 84 15,0 0-96-15,0 0-144 16,-12 0-332-16,-4 0-368 0,-8-6-568 15,4 6-1760-15,-32-10-7853 0</inkml:trace>
  <inkml:trace contextRef="#ctx0" brushRef="#br0" timeOffset="21969.755">8737 5289 9140 0,'0'0'1332'0,"0"0"1057"0,0 0-1217 16,0 0-224-16,0 0-192 0,0 0 164 16,0 0 284-16,8 83-216 0,-8-35-216 0,0 16 12 15,0 8-164-15,0 14-216 0,-8 8-28 16,5 9-23-16,-6 8-149 0,1 9-68 16,0 1-16-16,-4 3-120 0,4 0-12 15,-7-10-96-15,6-3-124 0,-3-12 52 16,9-10-77-16,-1-19 85 0,4-14-68 15,0-17 128-15,0-11-180 0,0-14-96 0,4-9-284 16,-1-5-360-16,5-3-252 16,1-16-464-16,-1-6-704 0,-5-1-2113 0,-3-29-2087 15</inkml:trace>
  <inkml:trace contextRef="#ctx0" brushRef="#br0" timeOffset="22245.833">8661 5603 10196 0,'0'0'2213'0,"0"0"-1141"16,0 0-4-16,56-75 292 0,-32 56-292 15,0 2-312-15,0 9-200 0,0 1-124 0,4 3-136 0,-8 4-124 16,-1 6-160-16,-2 11-12 16,-6 4 8-16,-2 9 32 0,-9 11 60 15,0 3 32-15,-9 10-132 0,-6 0 64 0,-6 6-64 16,-3-3-44-16,1 1 32 15,-1-7-52-15,0-4 16 0,0-3 40 16,5-9-104-16,-2-10-132 0,5-6-64 0,0-8-12 16,5-5-152-16,-2-6-284 0,2-3-220 15,-2-7-156-15,2 1-352 0,-1-7-508 16,-1-3-709-16,6 3-1443 0,7-13-388 16</inkml:trace>
  <inkml:trace contextRef="#ctx0" brushRef="#br0" timeOffset="22504.28">9063 5832 9168 0,'0'0'1744'0,"0"0"-675"16,84 0 147-16,-59 7 256 0,-1 2-464 15,-5 0-300-15,-6 4 4 0,-2 1 32 16,-3 0-212-16,-4 10-200 0,1 1-196 16,-5 6-52-16,-5 4 76 0,-3 3-160 15,-4 0 4-15,-4-3-8 16,4-6-40-16,5-7 44 0,-2-6 8 15,1-7 76-15,4-5 40 0,4-4 112 0,0 0-40 0,0-4-124 16,0-5-72-16,0-7-196 16,8-3-12-16,0-6 60 0,4-1-36 0,4-2 24 15,-4-1-48-15,8 3-104 0,-4-2-256 16,0 2-200-16,0 5-360 0,-5-2-752 16,2 4-2181-16,-1-6-3247 0</inkml:trace>
  <inkml:trace contextRef="#ctx0" brushRef="#br0" timeOffset="22786.028">9514 6109 12941 0,'0'0'1552'0,"0"0"-1148"0,0 76 276 15,0-57 1012-15,0-7-428 0,0-2-612 16,4-10-224-16,0 0 112 0,8-4-188 0,4-8 4 16,0-7-140-16,3-3-112 0,6-11-104 15,-5 2-316-15,3-7 8 16,-7 0-20-16,0 0 60 15,0 6-88-15,-8 4 60 0,-4 6 28 16,-4 2 108-16,0 8 160 0,-8 2 4 0,-7 7 204 0,-6 3-96 0,1 0-40 16,-3 9-68-16,-1 7 72 0,4 4 96 15,-4 5-40-15,8 0 16 0,-4 4 24 16,8-4-36-16,0 1-88 0,4-4-48 16,0-3-184-16,4-3-108 0,4-3-384 15,0 0-200-15,4-4-588 0,4-6-904 16,0-1-2453-16,12-4-2327 0</inkml:trace>
  <inkml:trace contextRef="#ctx0" brushRef="#br0" timeOffset="23135.968">9920 6039 10981 0,'0'0'2216'16,"0"0"-1400"-16,0 0-172 0,0 0 628 0,45 66-68 0,-41-60-696 16,-1-6-260-16,5 0-36 15,0 0 108-15,1-8-96 0,2-6-224 16,1-5-96-16,4-6-88 0,-4 0-176 15,0-4 88-15,-4 4 84 0,0 2 188 16,-8 8 0-16,4 2 88 0,-4 3 136 0,-4 3-124 16,-4 5 220-16,0 2-96 0,-8 0 68 15,4 0-144-15,-8 0-148 16,5 7-4-16,-2 1-116 0,2 5-92 16,2-1-72-16,2 5 52 0,3-2 8 0,3 2-60 15,1 2-140-15,4-1-260 0,0-1-96 16,4 1-116-16,5 2-220 0,-2-11-32 0,5 1 224 15,4-8 924-15,4-2 412 0,0-6 88 16,8 0-92-16,0-7 228 0,0-3-48 16,4-2-132-16,-4 1-228 0,0-5-180 15,4 0-48-15,-4-3-152 0,0 0-188 16,-1-7-132-16,-3-3-432 0,-4 9-852 0,-1-15-3049 16</inkml:trace>
  <inkml:trace contextRef="#ctx0" brushRef="#br0" timeOffset="23324.081">10259 5566 8200 0,'0'0'1092'0,"0"0"2141"0,-20 66-2073 0,20-34-412 0,-4 7 176 16,0 5 256-16,0 6-108 0,4 7-32 0,-4 4-96 0,-3 9-220 16,-2 2-288-16,1 5-216 0,-7 2-136 15,-2 0-84-15,2-8-60 0,-2-5-304 0,-3-9 60 16,5-12 44-16,3-7-44 15,-8-7-248-15,0-2-212 0,0-4-472 0,-4 1-708 16,0-10-2028-16,-23 10-2857 0</inkml:trace>
  <inkml:trace contextRef="#ctx0" brushRef="#br0" timeOffset="23642.307">8008 6978 2584 0,'0'0'9101'0,"0"0"-7741"0,0 0-788 15,0 0 924-15,0 0-288 0,0 0-520 16,0 0 8-16,0 0-104 0,88-28 24 16,-32 21-208-16,7 5-16 0,13-3-124 0,4 5 12 15,4 0-24-15,2 0-36 0,6 5 12 16,4-3-48-16,8 2-76 0,-1-4-108 15,1 0-8-15,7-4 8 0,1 2 120 0,4-5-104 16,-5 4 56-16,5-4-24 16,3 5 12-16,1-3-56 0,-5 5 0 15,1-2 40-15,-4-2-44 0,-9 4-216 0,1-5 8 16,-8 2-156-16,-1-8-356 0,-7 5-288 16,-5-3-508-16,-19 2-1380 0,12-2-3533 0</inkml:trace>
  <inkml:trace contextRef="#ctx0" brushRef="#br0" timeOffset="23796.688">11685 6684 15001 0,'0'0'2332'0,"0"0"-1416"0,0 0-508 0,0 0 108 15,0 0 72-15,0 0-588 0,0 0-72 16,0 0-420-16,-75 40-544 0,55-30-1072 15,-16 9-4745-15</inkml:trace>
  <inkml:trace contextRef="#ctx0" brushRef="#br0" timeOffset="25927.323">14100 5479 6308 0,'0'0'1340'0,"0"0"3093"0,0 0-3537 15,0 0-120-15,0 0-40 0,-39-72 348 16,22 62 36-16,2 4-300 16,-6 3-200-16,1 0-140 0,1 3-136 0,-5 0-132 15,0 3-52-15,-4 6-16 0,-4 4 104 16,0 6-64-16,-4 6-88 0,1 7-24 16,-6 10-8-16,2 11-16 0,-5 5 88 15,4 12-52-15,-4 2 48 0,8 11 40 0,1 3-64 16,7-1 40-16,8 2-40 0,12-9 4 15,4-5 68-15,4-6-32 0,15-13-4 16,2-3-80-16,7-12-16 0,3-8 85 16,10-5 15-16,-2-11 20 0,1-5 0 15,7-7-32-15,-2-3 8 0,2-3-140 16,-7-7 128-16,5-3-132 0,-10-2-56 16,5-4-112-1,-8-4-196-15,-5 1-49 0,1 0 13 0,-11-1-148 0,-2 4-172 16,-3 4-212-16,-8 2-476 0,-4-3-500 0,0 7-2124 15,-20-4-2313-15</inkml:trace>
  <inkml:trace contextRef="#ctx0" brushRef="#br0" timeOffset="26099.528">13717 6242 2964 0,'0'0'8093'16,"0"0"-6145"-16,0 0-1232 0,0 0 548 0,0 0 312 0,0 0-296 15,0 0-196-15,97 22-248 0,-74-19-260 16,1-3-296-16,4 0-164 0,-4-3-116 15,0-7-120-15,-1 1-284 0,-3-1-232 16,1 1-200-16,-6-1-264 0,2 1-232 0,-6 6-560 16,1-4-1120-16,-7 7-1933 15,2 0 2001-15</inkml:trace>
  <inkml:trace contextRef="#ctx0" brushRef="#br0" timeOffset="26238.68">14064 6257 1264 0,'0'0'3220'0,"0"0"-148"0,0 0-364 0,-8 79-879 15,8-49-449-15,0-2-124 0,0 4-324 16,0 1-112-16,0-3-84 0,0 3-32 15,0-5-12-15,0 0-236 16,0-2-208-16,0-4-224 0,5-6-24 0,-2-4-224 16,1-2-268-16,4-7-124 0,4 0-28 0,0-3-92 0,0-9-232 15,4-4-368-15,3-3-896 16,-2 1-2777-16,7-14-2003 0</inkml:trace>
  <inkml:trace contextRef="#ctx0" brushRef="#br0" timeOffset="26586.843">14948 5524 14645 0,'0'0'1928'0,"0"0"-1716"15,0 0-208-15,0 0 680 16,-75 32 192-16,51-10-60 0,0 3-32 0,4 7-64 15,-4 6-244-15,8 6-260 0,0 7-56 16,0 3 36-16,5 10 145 0,3 6 95 16,-1 3-76-16,1 1-164 0,5-2-76 15,-1-2 60-15,4-6-144 0,0-14-36 16,4-2 0-16,3-13 8 0,6-4 44 0,2-1-48 16,5-9 44-16,1-4-48 0,-2-5-36 15,5-2-112-15,0-4-68 0,4-6-100 16,0 0-120-16,-1-6 36 0,-3-4-25 15,4-2-219-15,-4-5-396 0,1-2-892 0,-1 0-1072 16,-5 3-1317-16,5-9-2731 0</inkml:trace>
  <inkml:trace contextRef="#ctx0" brushRef="#br0" timeOffset="26868.303">15347 5603 3484 0,'0'0'9665'0,"0"0"-7649"15,0 0-1572-15,0 0-268 0,0 0 716 16,0 0 460-16,28 67-280 0,-21-39-128 16,-2 10-76-16,-1 7-344 0,4 9-196 0,-8 3-111 15,0 14-45-15,0-2-4 0,-8 10-84 16,-4 1-32-16,0 2-52 15,0-2-44-15,0-1-16 0,0-8-84 0,5-15-305 16,-2-11-63-16,9-14-24 0,0-12-136 16,9-12-196-16,2-7-540 0,5-2-740 0,4-15-604 15,-4-3-2001-15,12-21-1963 0</inkml:trace>
  <inkml:trace contextRef="#ctx0" brushRef="#br0" timeOffset="27140.697">15777 5956 5868 0,'0'0'7741'0,"0"0"-7117"0,0 0-612 0,0 0 532 0,-103 35 300 0,67-16-76 0,0 3-168 15,0 3-80-15,0 2-160 0,4-2-188 16,0 2-168-16,8 3 96 16,1-5 36-16,7 0 24 15,0-2-12-15,8-5 64 0,4 2 144 0,4-5 316 0,0 2-244 16,12-2-132-16,0 1 20 0,8 3-72 0,-1-3 108 15,6 0 61-15,-1-3-133 0,-4 0-64 16,3-4-68-16,1 0-100 0,0 1-48 16,-4-3 0-16,4 0-44 0,-4-5-272 15,4 4-121-15,4 0-123 0,4 5 184 0,0-6 132 16,0 5-588-16,-1-4-372 0,-3 0-520 16,0 5-488-16,-4-9-2449 0,4 2-2271 15</inkml:trace>
  <inkml:trace contextRef="#ctx0" brushRef="#br0" timeOffset="27560.126">16594 5559 11325 0,'0'0'2408'0,"0"0"-1016"16,0 0-1064-16,0 0 248 0,0 0 464 15,0 0 64-15,-48 67-128 0,33-39 40 16,-6 7-272-16,1 4-296 0,-3 8-204 0,-1 7 1 15,-4 9 47-15,-8 4 288 0,0 6-60 16,-4 6-276-16,-3 1-220 16,-6 2-24-16,-2 1-48 0,3 3-40 0,4-6-92 15,0-2-12-15,5-5 20 16,7-5 16-16,8-15 36 0,4-12 24 16,8-9 32-16,4-13-20 0,8-6-168 0,0-6-165 15,0-7 17-15,8 0-100 0,4-10-36 16,0-6-200-16,8-10-408 0,-1-5-692 15,2-10-1004-15,-1 6-2497 0,3-23-2519 0</inkml:trace>
  <inkml:trace contextRef="#ctx0" brushRef="#br0" timeOffset="27780.926">16514 6131 14145 0,'0'0'1852'0,"0"0"-1084"0,0 0-172 16,84 9 876-16,-52-6-296 0,0 1-332 16,0-4 165-16,3 0-161 0,-3 0-292 15,9-11-312-15,-6 3-244 0,1-9 0 16,4 4-196-16,-1-1-92 0,-7-3-148 0,5 1-48 16,-9 4-261-16,-9-1-327 0,5 3-584 15,-7 4-552-15,-10 6-164 0,-3-3-3193 16,-8 6-2627-16</inkml:trace>
  <inkml:trace contextRef="#ctx0" brushRef="#br0" timeOffset="27969.877">16834 6147 8716 0,'0'0'2493'0,"0"0"-1145"0,-45 66-720 0,38-37 504 16,-5 9 380-16,3 4-120 16,-2-1-156-16,7 6-164 0,-5-3-292 15,1 5-216-15,1 1-248 0,-1-6-96 0,-1 1-116 16,-2-3-104-16,3-9-84 0,0-3-208 15,0-2-196-15,0-9-332 0,0 0-260 16,4-6-392-16,-1-7-812 0,5 0-2005 16,-7-6-2499-16</inkml:trace>
  <inkml:trace contextRef="#ctx0" brushRef="#br0" timeOffset="28119.851">16789 6575 12477 0,'0'0'2204'0,"0"0"-1084"16,0 0-540-16,80-22 404 0,-56 16 104 15,0 2-384-15,-4-3-128 0,0 5-112 0,-1-4-276 16,2 2-188-16,-1-3-344 16,-1 5 112-16,-6-2-380 0,-5 4-720 0,-8 4-1104 15,0 5-728-15,-4 1-2085 0,-20 15-1683 16</inkml:trace>
  <inkml:trace contextRef="#ctx0" brushRef="#br0" timeOffset="28286.981">16733 6810 5792 0,'0'0'6793'0,"0"0"-4693"0,0 0-1092 15,0 0-4-15,0 0 388 0,0 0-160 0,-23 67-156 16,35-64-40-16,12 1-355 0,0-4-281 16,8-7-124-16,3-6-140 15,1-6-136-15,0-3-56 0,-4-7-292 0,0-2-272 16,-8-1-157-16,4-3-151 16,-4 3-704-16,-9 7-2304 15,9-14-2145-15</inkml:trace>
  <inkml:trace contextRef="#ctx0" brushRef="#br0" timeOffset="28533.121">17658 5804 14557 0,'0'0'2088'0,"0"0"-1228"16,0 0-588-16,0 0 236 15,76 80 576-15,-57-53-8 0,1 2-100 0,-3 3-163 16,2 3-353-16,1 3-280 15,-4 1-104-15,-4 5 92 0,0 0-60 0,-8 3-96 16,-4 1-8-16,-4 0-4 0,-8 3-12 16,0 0-120-16,-7-1-84 0,-2-2 8 15,-3 0-8-15,1-11 56 0,-1-2-32 16,0-3-77-16,-4-3-71 0,0-1-100 16,0-5-32-16,-4-1-56 0,0-6-168 15,0-4-288-15,0-5-680 0,-3-7-920 0,7 0-1981 16,-16-4-2539-16</inkml:trace>
  <inkml:trace contextRef="#ctx0" brushRef="#br0" timeOffset="29435.162">19698 5839 8372 0,'0'0'1796'0,"0"0"-375"0,0 0-525 16,0 0 496-16,0 0-88 0,0 0-248 15,76-71-156-15,-69 69-156 0,-7-1-64 0,4-1-128 16,-4 4-72-16,0 0-4 0,0 0 208 0,-4 0-24 16,-3 0-236-16,-5 0-243 15,-1 0-129-15,-2 0-44 0,-1 0-8 16,-4 4-4-16,-4-1-120 0,0 3-33 0,-4 3 33 15,0 4 16-15,-4-3-12 0,4 6-4 16,-7-1 40-16,3 4 12 16,-8 0-28-16,1 6 16 0,-6 1 80 0,6 3-56 15,-6 3 0-15,6-1 60 16,3-2 4-16,4-1 4 0,8-3 0 16,0-1 76-16,9-6 100 0,2 1-52 0,5-6-84 15,1-4-36-15,7 1-4 0,0-4 40 16,0 4-44-16,3-4-4 15,5 3 96-15,5 1-12 0,2 3 24 16,2-4 40-16,6 1-3 16,1-4 3-16,4 4-52 0,0-1 12 0,4-2-36 15,3 0 28-15,1-5-4 0,1 2-12 16,6-2-72-16,-3-2 48 0,4 0-24 16,-1-6-36-16,-3-1-48 0,1 1-24 0,-10 0-172 0,-3-3-104 15,-5 2-93-15,-2 1-31 0,-1 3-124 16,-12-4-80-16,-1 5-168 0,-3 2-428 15,-4 0-776-15,0 0-1020 0,-11 0-2965 0</inkml:trace>
  <inkml:trace contextRef="#ctx0" brushRef="#br0" timeOffset="29706.572">19124 6607 8624 0,'0'0'5209'0,"0"0"-3765"15,0 0-1080-15,0 0 380 0,0 0 464 16,0 0-368-16,0 0 144 0,0 0 252 16,0 0-264-16,112-10-339 0,-76 7-305 15,3-6-88-15,5 2 52 0,-4 1 240 0,0 0-156 16,-1-1-196-16,2 1-60 0,-1 0-120 16,-1 2 0-16,-3 2-84 15,0-3 72-15,-4 3-72 0,0 2-60 0,-4-3-160 16,-5 3-120-16,5 0-72 0,-7 0-48 15,-1 0-53-15,-5 0-11 0,-3 0-356 0,0 3-620 16,-4 4-928-16,-4-5-2344 16,-4 5-4269-16</inkml:trace>
  <inkml:trace contextRef="#ctx0" brushRef="#br0" timeOffset="31935.012">21431 5607 1720 0,'0'0'2296'0,"0"0"-916"0,0 0-208 16,0 0-40-16,0 0 244 0,0 0-124 15,0 0-103-15,0 0-185 0,0 0-160 0,0 0-80 16,0 0-180-16,12-57-64 0,-12 50 24 15,0 4 76-15,0-3-128 0,0 0-64 16,0 2-28-16,0 1-36 0,0-1-88 16,0-2-52-16,0 4-48 0,0 2 12 0,0-4 64 15,0 4-40-15,0 0 36 16,0 0-12-16,0-2 28 0,-4 2 44 0,0 0-48 16,0 0-84-16,-3-5-40 0,7 5-8 15,-4 0-4-15,-1 0 12 0,5 0-80 16,-4-2 32-16,4 2-40 0,-4 0 4 15,4 0 108-15,-4 0-44 0,4 0 8 16,-4 0-12-16,4-4 40 0,-3 4-16 16,-1 0-36-16,-1 0 16 0,1 0 8 15,4 0-36-15,-4 0-40 0,-4 0 40 16,5 0 0-16,-1 0-36 0,4 0 0 16,-4 4 40-16,-1-4-44 0,5 0 52 15,0 0-52-15,0 2 76 0,-4-2-24 0,4 0-52 16,-4 0 4-1,4 0 48-15,-4 0-56 0,1 5-4 16,-1-3-8-16,-4-2 4 0,3 4-8 0,1-2 12 0,-3 2 0 0,3-2 52 16,0-2 8-16,0 4-48 15,4-4 73-15,-5 3-81 0,5-3 8 0,-4 4 48 16,0-4-60-16,1 0 0 0,3 3 0 16,-4 0 0-16,0-1 0 0,-4 2 4 15,3-4 0-15,1 3 0 0,1 1 4 16,-1-4 40-16,0 3 4 0,4 0-4 15,-4-3 0-15,0 3-40 0,0 0 76 16,-1-1-12-16,-2 5-68 0,3 0 56 0,-4 3-52 16,-4 3 4-16,4-1 40 15,-4 7-40-15,4 3 0 0,0 0 60 0,-4 10 24 16,0-1-48-16,4 11 36 0,-3 2-24 16,-2 7 40-16,5 4 92 0,1 2-12 15,-1 3-80-15,3 0-16 0,1-6-24 16,4-3 24-16,0-7 12 0,0-6 0 15,4-6-24-15,9-3-60 0,-2-7 0 16,2-3 148-16,2-3-52 0,5 0 12 0,5-3-12 16,1-4-36-16,2-3 0 0,4-1 0 15,0-3-68-15,1-2 8 16,-1 0-4-16,-5-2-8 0,1-5-164 0,-8 0-4 0,0-3-132 16,-4 4-76-16,0-4-12 15,-8 1-20-15,0-4-116 0,-8 4-205 16,0-7-427-16,-4 3-904 0,-8-3-1820 15,0 7-1981-15,-16-8-2479 0</inkml:trace>
  <inkml:trace contextRef="#ctx0" brushRef="#br0" timeOffset="32236.264">21184 6181 12297 0,'0'0'2156'16,"0"0"-972"-16,0 0-504 0,0 0 156 0,0 0 416 15,0 0 0-15,0 0-128 0,92 4-356 0,-68-4-379 16,4 0-265-16,-1 0-76 0,-3-4-48 15,0-5-196-15,-3 0-313 0,2-1-235 16,-3-3-184-16,-4 4-252 0,0 0-480 16,-5-2-756-16,2 3-468 0,-9 1 379 15,0 3 1129-15,-4 1 1376 16,0 3 428-16,-4 0 688 0,-4 7 152 0,-5 2-251 0,6 8 291 16,-1 1-36-16,4 5-84 0,-5 5-128 15,9 3-128-15,-3 4-160 0,3 0-144 16,0-3-64-16,3 3 36 0,2-6-120 15,3 2-224-15,0-5-140 0,3-7-116 16,2-3-160-16,2-7-120 0,6-6-136 0,-1-3-48 16,8-8-100-16,4-12-352 15,0-9-600-15,-4 7-1452 0,15-19-4221 16</inkml:trace>
  <inkml:trace contextRef="#ctx0" brushRef="#br0" timeOffset="32472.101">22081 5743 13401 0,'0'0'2240'0,"0"0"-1812"15,0 0-48-15,0 0 812 0,-77 92 264 0,58-54-256 0,3 4-152 16,4 6-255-16,4-1-225 0,0 0-180 16,4 5-112-16,0-5 40 0,4-6-52 15,0-3-44-15,0-6-100 0,4-10-120 16,5-6-80-16,2 1-76 0,1-11-16 0,4 0-8 15,3-6-124-15,-2 0-176 16,3-3-92-16,3-11-109 0,-3-5-119 16,5-6-388-16,-1 0-844 0,-9 3-1140 0,13-19-3385 15</inkml:trace>
  <inkml:trace contextRef="#ctx0" brushRef="#br0" timeOffset="32695.901">22380 5420 11297 0,'0'0'2940'16,"0"0"-1692"-16,-4 66-908 0,4-31 328 0,-5 12 652 15,5 8-4-15,0 2-16 0,0 6-300 16,0 4-307-16,-4 7-269 0,0-2-160 16,0 4-56-16,-3 3-52 0,-1-5-36 15,-5-5-120-15,6-8-12 0,-6-10-240 16,5-13-232-16,5-7-88 0,3-5-157 15,0-14-87-15,7-5-112 0,10-7-340 0,3-10-1116 16,-5-1-2384-16,17-26-3125 0</inkml:trace>
  <inkml:trace contextRef="#ctx0" brushRef="#br0" timeOffset="32988.638">22874 5807 8248 0,'0'0'4573'0,"0"0"-2461"0,0 0-1120 15,-84 32-376-15,48-17 160 0,0 4 248 16,1 4-368-16,-2-2-288 0,1-2-344 16,8 4-24-16,0-4-160 0,0 0 48 0,9 0 16 15,-1 4 32-15,1-5-8 0,6 2-16 16,5-5 88-16,-4 2 84 0,12-2 112 0,0-3 0 16,0 5 0-16,0-1 12 0,12-4 0 15,-4 4 28-15,12-3 56 0,-1-4 84 16,2 1 28-16,7-4-160 0,0-2-100 15,-4-4-144-15,4 0-24 16,-5 0-120-16,-3-7-100 0,1 1-220 0,-6-4-184 16,1 4-184-16,4-4-312 0,0 4-612 15,4-3-1024-15,4 2 708 0,-9 4 963 16,5-6-6411-16</inkml:trace>
  <inkml:trace contextRef="#ctx0" brushRef="#br0" timeOffset="33261.813">23048 5696 12317 0,'0'0'4416'0,"0"0"-3172"0,0 0-764 15,0 0 52-15,88 15 436 0,-60-11-212 16,-4-4-208 0,4 0-84-16,4-6-111 0,-4 0-209 0,4-8-144 0,-4 2-316 15,0-4-49-15,-5 3-99 0,-3-6-216 16,-3 3-224-16,-2 1-404 0,-7 2-628 16,-4 0-1052-16,-4 7-1657 0,0-4-1031 0</inkml:trace>
  <inkml:trace contextRef="#ctx0" brushRef="#br0" timeOffset="33467.849">23308 5620 8248 0,'0'0'2705'0,"0"0"-1061"0,0 0-776 0,-28 91 260 16,24-52 232-16,0 5-92 0,0 1-80 15,4 2-44-15,-4 1-204 16,0 3-184-16,4-1-159 0,-4-1-89 16,0-2-12-16,-4-3-108 0,4-6-156 0,0-3-164 0,4-10-68 15,-4-2-72-15,4-8-52 0,0-2-176 16,0-3-100-16,4-8-96 0,0 2-65 15,0-4-119-15,4 0-140 0,4-9-136 16,0-5-412-16,0 0-656 0,4-9-876 0,-8 4-2433 16,3-13-1415-16</inkml:trace>
  <inkml:trace contextRef="#ctx0" brushRef="#br0" timeOffset="33629.063">23347 5972 11561 0,'0'0'2468'16,"0"0"-1444"-16,0 0-180 0,0 0 444 15,0 0 28-15,0 0-64 0,81 16-204 0,-62-16-352 0,5 0-295 0,4-7-169 16,0-2-136-16,0-4-96 0,0-3-156 16,4-5-173-16,0 2-183 0,7-7-208 15,-3 3 0-15,4 1-236 16,-4 0-864-16,4 0-1368 0,-16 9-2321 0,11-6-2395 16</inkml:trace>
  <inkml:trace contextRef="#ctx0" brushRef="#br0" timeOffset="34160.337">23216 5264 11429 0,'0'0'1540'0,"0"0"-892"0,0 0-496 16,0 0-60-16,0 0 656 0,0 0 508 0,0 0-88 15,0 0-520-15,0 0-228 16,0 0-52-16,0 0-156 0,-24 79 108 0,9-37 220 16,-2 8 120-16,-3 7-208 15,1 10-112-15,-5 0-96 0,-1 5 0 16,-3 5 0-16,-3 2-27 0,-1 7-69 0,-4 0-4 0,-3-1-84 15,3-2-52-15,4-4 40 16,0-9 12-16,4-6-48 0,4-10 64 16,8-10-4-16,4-8 24 0,4-2-24 15,5-5-72-15,3-7-100 0,0-3-240 0,7-5-48 16,1-9-109-16,8-5-175 0,0-5 40 16,8-12-68-16,0-3-360 0,-1-8-240 15,5-3-696-15,-8 2-620 0,8-19-3105 16</inkml:trace>
  <inkml:trace contextRef="#ctx0" brushRef="#br0" timeOffset="34769.28">24041 5413 15369 0,'0'0'2452'0,"0"0"-1712"0,0 0-616 16,0 0-124-16,0 0 368 0,0 0 76 16,0 0 20-16,0 0-108 0,0 0-224 0,0 0-132 15,79-22-108-15,-66 19 44 16,-2-4 52-16,1 4-60 0,-3 0-12 15,-2 3-40-15,-3-3 112 0,0 3 0 0,-4 0-76 16,0 0 40-16,0 0 40 0,0 0 8 16,0 0 72-16,0 0-60 15,0 0 0-15,0 0 48 0,0 3 36 0,0-3-84 16,0 0 0-16,0 0 40 0,0 0-4 16,0 3-40-16,0-3 40 15,0 7 28-15,0-1 152 0,4 4-8 0,5-1 0 0,-2 4-60 16,-3 2 20-16,4-2 64 15,0 3-60-15,0 3 21 0,0 0-9 16,0 0-40-16,-4 0 4 0,4-1-76 0,0 6 24 16,-4-2 0-16,4 3 4 15,-4 0-40-15,-1 4 24 0,2 0-36 0,-1 6 24 16,0 0-36-16,-4 2-44 0,0 5 44 16,0-1 36-16,-8 4-84 0,3-1 52 15,-2 4-4-15,-1-4 12 16,0-2-52-16,0-4 88 0,4-7-36 0,-4-2-52 15,4-7 0-15,0 0 0 0,0 0-8 16,1-3 0-16,-2-2-4 0,-3 2 0 0,4-7-8 16,-4 4-156-16,-4-3-88 15,4-4 16-15,0 4-76 0,-8-4-156 0,4 1-149 16,1 0-119-16,-6-1-4 0,6-3-224 16,-2-1-488-16,-2-3-744 0,7-2-1000 15,-8 0-2277-15</inkml:trace>
  <inkml:trace contextRef="#ctx0" brushRef="#br0" timeOffset="35687.56">15909 7315 4680 0,'0'0'7437'0,"0"0"-6373"16,0 0-592-16,0 0 60 0,0 0 380 15,0 0 220-15,0 0-32 0,0 0-100 0,0 0-272 16,55 79-200-16,-34-41-196 0,3 4-64 16,-5 2-24-16,1 1 24 0,0-1 0 15,0 1-108-15,-8-8-92 0,4 2-68 0,-4-7-12 16,-4-10-160-16,4-3-156 16,-9-7-232-16,6-6-212 0,3-6-116 0,-5-2-400 15,2-5-1224-15,-1-15-3341 0</inkml:trace>
  <inkml:trace contextRef="#ctx0" brushRef="#br0" timeOffset="35843.966">16367 7317 12137 0,'0'0'2356'0,"0"0"-1572"0,0 0-120 15,0 0 464-15,-4 83-72 0,4-51-268 0,0 0-112 16,8 7-16-16,-4-6-280 0,8 6-248 15,-4-4-132-15,4 4-72 0,-4-5-368 0,-4 5-316 16,3 2-108-16,-7-3-236 16,0 4-336-16,0-14-1256 0,0 16-2889 15</inkml:trace>
  <inkml:trace contextRef="#ctx0" brushRef="#br0" timeOffset="36288.082">16989 8049 9924 0,'0'0'5077'16,"0"0"-4221"-16,0 0-848 0,0 0 124 16,-20-77 408-16,12 58-64 15,-5 7 32-15,2 2 36 0,-1 4 160 0,0 6-260 16,0 0-444-16,-4 9-88 0,0 10 88 15,0 10-8-15,-3 6 8 0,-2 9-4 16,-3 3 4-16,5 1 196 0,-1 3-132 16,-4-3-52-16,8-4 48 0,0-5-8 15,4-8-44-15,3-9-8 0,6-6-72 0,-1-6-100 16,4-3-36-16,0-7-64 0,0 0 40 16,4 0-64-16,4 0 76 0,4 0 216 15,-1 0 4-15,6 2-96 0,-6 8 96 16,6 3 64-1,-6 6 208-15,-3 6 24 0,1 7-136 0,-1 6 0 0,-8 0-12 16,3 4-36-16,-3-2-4 0,0-2-108 0,0 4-52 16,0-4 4-16,0-1-52 15,0 1 40-15,0 1-140 0,-3-4-56 0,3 0-28 16,-4-3-64-16,4-4 40 0,0-2-128 16,0-7-100-16,0-3-292 0,0-10-676 15,0-2-1508-15,0-8-3921 0</inkml:trace>
  <inkml:trace contextRef="#ctx0" brushRef="#br0" timeOffset="37468.806">18013 8297 2868 0,'0'0'8273'0,"0"0"-6641"0,0 0-472 16,0 0-388-16,0 0 336 16,0 0 232-16,0 0-124 0,0 0-344 0,0 0-332 15,0 0-236-15,0 0-292 0,-45-21 64 16,30 35 32-16,-5 2 52 0,0 9 12 15,0 4-40-15,-4 5-20 0,0 1-28 0,5 7 12 16,-6 2 16-16,5 1-16 0,5-1-36 0,-2 3-56 16,10-5 72-1,3-4-76-15,0-3-4 0,4-7-60 0,4-2 4 16,3-8-12-16,6-1 24 0,2-8-52 16,2-2-68-16,2-7 20 0,5 0 16 15,4 0 44-15,-4-9 4 0,4-4-52 16,0 0-8-16,-5-3-16 0,5-3 12 15,-3 0 52-15,-5 0 84 0,-1-3-52 0,-2 6 4 16,-6-3 56-16,-3 6-56 16,-3 0-16-16,-2 4 28 0,-3-5 36 0,-3 8 12 15,-10-7 0-15,2 7-60 16,-6 0 60-16,2 0 140 0,-2 6 84 0,-2 0 44 16,3 0-96-16,-5 6-52 0,6 6 16 0,-2 1-76 15,2 4-60-15,-1-5-4 16,4 1-168-16,0 0-60 0,8-1-232 15,0-2-200-15,0 3-224 16,4-4-516-16,0 4-888 16,8-7-1953-16,4 4-1755 0</inkml:trace>
  <inkml:trace contextRef="#ctx0" brushRef="#br0" timeOffset="37743.196">18726 8334 13133 0,'0'0'2596'0,"0"0"-2040"0,0 0-308 15,0 0 388-15,0 0 160 0,-72 73-168 0,48-42 48 16,4 2 244-16,1 2-272 0,2 2-368 16,6 5-112-16,-2-1 52 0,5 1 12 15,5 2-75-15,3-6-97 0,0 0 28 16,3-9 20-1,9-3-24-15,1-7-80 0,2-7-4 16,1-6-72-16,5 1-76 0,2-7 16 0,-3 0-13 0,4-4 9 16,0-5-168-16,-4-3-168 0,0-1-116 15,-5 0-108-15,-2 1-228 0,-5-2-648 16,-1 5-2272-16,-7-4-3513 0</inkml:trace>
  <inkml:trace contextRef="#ctx0" brushRef="#br0" timeOffset="37923.705">18554 8734 8128 0,'0'0'5573'15,"0"0"-3225"-15,0 0-1456 0,0 0-468 0,0 0 308 0,0 0 180 16,76-6-224-16,-48-1-164 0,4-6-220 0,0-2-304 16,0-2-84-16,-4 3-452 0,0-3-152 15,-4 1-160-15,-1 0-440 0,-3 4-1012 0,-4 2-2949 16,0 4-3739-16</inkml:trace>
  <inkml:trace contextRef="#ctx0" brushRef="#br0" timeOffset="39267.968">19949 8143 4164 0,'0'0'848'0,"0"0"3472"15,0 0-2936-15,0 0-251 0,0 0 123 0,0 0 64 0,44-69-160 16,-44 66-52-16,0 0-212 15,-4-1-156-15,-4 4-308 0,-5 0-112 16,-2-3-160-16,-1 3 88 0,-8 0-128 0,0 10-32 16,-4 5-84-16,0 7-4 0,-3 4 4 0,-5 9 36 15,4 6 104-15,0 10 40 16,4 3 88-16,-4 10 20 0,8 2-36 16,0 1-48-16,9 6-40 0,-2-3-84 0,10-4 64 0,7-2-28 15,0-11 28-15,3-8-63 16,9-10 23-1,4-6-36-15,5-7 28 0,2-9-92 16,-3-3 52-16,8-8-56 0,0-2-4 0,0-6-88 0,4-7 76 16,0-2-172-16,-4-4-61 15,-4-4-143-15,-5 1-136 0,-2 0-72 0,-2-1-164 16,-3 1-200-16,-4 0-540 0,-4 3-776 16,-4 0-1705-16,0 6-983 0,-4-2-44 15</inkml:trace>
  <inkml:trace contextRef="#ctx0" brushRef="#br0" timeOffset="39458.372">19753 8649 6492 0,'0'0'2568'0,"0"0"-563"32,0 0-693-32,0 0 12 0,0 0-132 0,0 0-236 15,0 0-148-15,0 0-124 0,0 0-188 0,0 0-112 0,-28 2 120 16,49 2 24-16,-5-4 12 16,3 2-52-16,2-2-168 0,-1 0-128 0,-5-6-80 15,2 4-112-15,-2-4-160 0,-2-5-168 0,2 3-76 16,-3-3-108-16,0 2-92 0,0-4-172 15,0 4-204-15,0-1-500 0,-1 4-1052 16,-2 0-1705-16,-1-1-1923 0</inkml:trace>
  <inkml:trace contextRef="#ctx0" brushRef="#br0" timeOffset="39703.883">19945 8601 7324 0,'0'0'1620'0,"0"0"-792"0,0 0 128 0,12 75 665 15,-4-52 51-15,0 3-208 16,4-4-220-16,-1 3-324 0,2-3-264 0,-1 4-188 0,-5-3-112 16,6-2-84-16,-5 2-148 15,-1-7-124-15,-3-1-8 0,5-2-164 16,-5-3-296-16,0-1-160 0,-4-6-140 15,3 0-116-15,1-3-448 0,-4 0-864 16,4 0-2129-16,-4-3-2055 0</inkml:trace>
  <inkml:trace contextRef="#ctx0" brushRef="#br0" timeOffset="40131.542">20662 8115 12249 0,'0'0'2024'0,"0"0"-1604"0,0 0-16 15,0 0 464-15,0 0 296 16,0 0-248-16,0 0-188 0,0 0-260 0,-76 32-208 16,61-4-104-16,-2 7 92 0,-2 10 276 15,2 6 292-15,2 6-268 0,-1 4-147 16,4-2-109-16,-1 1-76 0,6-2-48 0,-1-4-8 15,8-6 8-15,0-4-36 0,8-9 28 16,8-4-64-16,3-8-96 0,2-4-8 16,-1-3-112-16,3-11-76 0,5 2-128 15,0-3-88-15,4-4-24 0,-4-7-161 16,0-5-59-16,0-1-176 0,-4-6-420 16,0-4-952-16,-8 7-2280 0,0-15-2561 0</inkml:trace>
  <inkml:trace contextRef="#ctx0" brushRef="#br0" timeOffset="40370.144">20913 8057 5564 0,'0'0'7317'0,"0"0"-6181"0,0 0-504 0,4 77 88 15,0-39 600-15,-4 9-40 0,4 8-148 16,-4 2-176-16,5 3-224 0,-5 0-268 15,0 1-136-15,0-4-132 0,0-2-160 0,0-5-36 16,-5-6-148-16,1-9-336 16,4-3-272-16,0-13-112 0,0-6-104 0,9-13-276 15,2 0-444-15,4-13-660 0,2 0-2277 16,11-18-2355-16</inkml:trace>
  <inkml:trace contextRef="#ctx0" brushRef="#br0" timeOffset="40596.782">21263 8375 4832 0,'0'0'1812'0,"0"0"4621"0,0 0-5617 0,0 0-536 16,-83 26 136-16,55-10 556 0,-3 5-28 15,3-2-284-15,0 7-164 0,3-3-124 0,10-1-200 16,-1-3 4-16,4 0 8 16,4 0 48-16,3 0 40 0,5-3 220 15,0 0 44-15,0-1-252 0,13-2-28 0,-5-3-100 16,3 3-20-16,6-7-124 0,-2-3-12 15,5 0-124-15,5-3-216 0,-1 0-172 16,-1-6-64-16,1-7-188 0,0 1-272 16,0-5-616-16,-5 2-964 0,-2 3-2665 15,11-5-2591-15</inkml:trace>
  <inkml:trace contextRef="#ctx0" brushRef="#br0" timeOffset="40854.964">21626 8071 8052 0,'0'0'5289'0,"0"0"-3477"16,0 0-1156-16,0 0-648 15,0 0 496-15,-39 65 544 0,27-26 128 0,-1 5-180 16,-2 8-104-16,2 8-248 0,-6 3-252 16,-1 5-136-16,0 1 9 0,-3 1-81 15,-2 3-88-15,-3-3-96 0,8-4-140 16,-4-8-153-16,5-8-207 0,-2-8-8 0,10-10-44 15,2-14-60-15,9-4 60 16,0-14-136 0,0 0-536-16,13-14-988 0,-6 1-1808 15,18-18-2489-15</inkml:trace>
  <inkml:trace contextRef="#ctx0" brushRef="#br0" timeOffset="41002.329">21671 8556 8400 0,'0'0'6849'0,"0"0"-5549"0,0 0-580 0,75 4 504 15,-43-4 92-15,-1 0-252 0,5-4-104 0,-4-2 181 16,5-3-757-16,-5-1-384 16,-1-6-276-16,1 4-280 0,-4-4 8 15,-5 0 39-15,-2 0-527 0,-10-1-1012 16,-7 8-1088-16,1 4-1797 0,-10-2-2271 16</inkml:trace>
  <inkml:trace contextRef="#ctx0" brushRef="#br0" timeOffset="41156.841">21841 8541 9700 0,'0'0'2425'0,"0"0"-1173"0,-15 69-312 0,11-36 624 16,-1 4-112-16,-3 4-80 0,5-2-108 15,-1-5-300-15,0-2-332 0,0-3-364 0,0-1-268 16,-5-5-48-16,2-4-352 16,-1-3-200-16,-1-4-96 0,2-2-124 0,-5-4-348 15,4-3-1104-15,0 0-2480 0,0-3-2321 0</inkml:trace>
  <inkml:trace contextRef="#ctx0" brushRef="#br0" timeOffset="41324.502">21774 8810 12953 0,'0'0'3000'0,"0"0"-1820"0,0 0-52 16,0 0 432-16,103-9-412 0,-71 2-103 0,5 4-257 16,-2-6-316-16,1-1-368 15,0-2-104-15,-1-4-144 0,-3 0-220 0,4-6-240 16,-4-1-137-16,1 2-147 0,-7-3-396 15,-1 3-852-15,-5 5-1836 0,-5-6-2249 16</inkml:trace>
  <inkml:trace contextRef="#ctx0" brushRef="#br0" timeOffset="41569.525">22352 8197 7200 0,'0'0'184'0,"0"0"5445"16,0 0-4113-16,0 0-372 0,56 79 24 16,-37-54 284-16,1 2-296 0,-4 1-188 0,4 1-248 15,-4 3-260-15,0-4-167 0,0 3-61 16,-4-1-16-16,-1 2-68 0,-7-4-136 16,-4 0-12-16,0 2-208 0,-11-3-168 15,-5-2-73-15,-4 2-75 0,-4-5-48 16,0-3-4-16,-4-10-48 0,8-2-216 0,-4-7-188 15,9-4-888-15,2-5-2364 0,6-20-2657 16</inkml:trace>
  <inkml:trace contextRef="#ctx0" brushRef="#br0" timeOffset="41889.742">22846 7794 9532 0,'0'0'5585'0,"0"0"-4225"15,0 0-1036-15,0 0 348 0,4 77 760 0,-1-49 52 16,1 1-316-16,0 3-219 0,0 2-309 16,1 8-216-16,-1 5-148 0,0 4-68 15,-1 6-28-15,-3 9-60 0,0 5-112 16,0 5-4-16,-3 3-4 0,-1 4-8 0,0-4-172 15,-1 1-160-15,1-1-132 0,0-3 52 16,0 0-16-16,4-3-100 16,0-3-97-16,0-6-11 0,4-7-28 0,0-9 244 0,0-10-752 15,1-10-820-15,-5-2-132 16,0-7-636-16,0-6-1641 0,0-1-791 16,0-9 4612-16,0-3-348 0</inkml:trace>
  <inkml:trace contextRef="#ctx0" brushRef="#br0" timeOffset="43704.188">24335 8128 4820 0,'0'0'52'16,"0"0"664"-16,0 0 2456 0,0 0-1080 15,0 0-663-15,0 0-265 0,0 0 28 16,0 0-108-16,0 0-104 0,8-13-232 15,-16 20-192-15,1-1-172 0,-1 0-164 0,-8 7-8 16,0 6 44-16,-4 0-8 0,0 6 32 16,-3 8-60-16,-2 0 0 15,1 3-36-15,0 8-12 0,5-3-28 0,-1 5 4 16,3-2-80-16,6-6-68 0,3-3-8 16,4-4-40-16,4-9 36 15,0-3-60-15,4-6-64 0,4-7 52 0,3 0 0 16,2-6-40-16,6 0 24 0,5-2 16 0,0-10-40 15,0-2 16-15,-4-2-16 16,0 0-48-16,0-2-60 0,-8 2 24 0,-4 3 0 16,0 1-40-16,-4-1 28 0,0 6 84 0,-4-3 84 15,0 8-28-15,-4-5 76 0,0 1 8 16,-8 3 0-16,4-4-4 16,-4 0 0-16,-4 2 4 0,1 2-4 0,-2-1-160 15,2 2 36-15,-2-3-40 0,2 5-8 16,2 0-40-16,2 0-60 0,2 0-140 15,1 0-332-15,1-2-488 0,3-4-780 16,0 0-2005-16,4-11-1451 0</inkml:trace>
  <inkml:trace contextRef="#ctx0" brushRef="#br0" timeOffset="44003.265">24726 7797 6884 0,'0'0'196'15,"0"0"4129"-15,0 0-3621 0,0 0 28 0,-7 71 184 16,7-40 388-16,3 4-104 0,1 3-428 16,4 7-224-16,0 6-116 0,0 6-84 15,-4 0-4-15,0 4-72 0,0 2-4 16,-4 0-120-16,0 0-100 0,0-2-48 15,0 2-72-15,-8-2-148 0,-4-2-124 16,0-1-4-16,1-4-168 0,-2-6 92 0,1-8-36 16,5-7 12-16,-2-11-80 15,5-6-164-15,4-7-444 0,-4-5-456 16,4-4-761-16,0 0-1567 0,0-7-1736 0</inkml:trace>
  <inkml:trace contextRef="#ctx0" brushRef="#br0" timeOffset="44196.155">24949 8690 8928 0,'0'0'5529'0,"0"0"-4245"0,0 0-192 16,80 0 324-16,-52-3-188 0,0-1-408 15,-1-3-256-15,5 2-236 0,-4-4-252 0,0-2-76 16,0-2-280-16,-4 1-304 15,0-4-176-15,-4 3-284 0,-8 4-452 16,-4 3-1500-16,-8-1-2825 0</inkml:trace>
  <inkml:trace contextRef="#ctx0" brushRef="#br0" timeOffset="44369.817">25057 8747 5184 0,'0'0'5708'0,"0"0"-3143"0,-20 70-957 15,20-42-408-15,0 3 80 0,0 5 104 0,0-4-328 16,0-1-396-16,0-2-420 16,0-4-240-16,-4-3-172 0,0-2-364 0,0 2-248 15,-4-3-140-15,-4 0-376 0,4 0-1184 0,-4-6-2857 16,0-1-2511-16</inkml:trace>
  <inkml:trace contextRef="#ctx0" brushRef="#br0" timeOffset="44538.863">25001 9064 4668 0,'0'0'5664'0,"0"0"-3091"0,0 0-845 16,0 0-392-16,100-40 176 0,-72 29-228 15,0 5-448-15,0-4-336 0,0 5-204 16,0-2-184-16,-5-3-112 0,-3 4-144 0,0 0-224 16,-4 3-148-16,-4-4-208 15,-4 7-264-15,-4 0-480 0,-4 3-1264 16,0 1-2069-16,-12 11-1239 0</inkml:trace>
  <inkml:trace contextRef="#ctx0" brushRef="#br0" timeOffset="44685.116">25129 9166 4048 0,'0'0'5972'0,"0"0"-3551"0,0 0-1377 16,0 0-472-16,0 0 200 0,0 0 576 16,0 0-296-16,0 0-296 0,0 0-312 0,87-9-208 15,-59-7-236-15,4-4-40 0,0 2-256 16,0-5 0-16,0 0-160 15,-4 2-1096-15,-4 5-2432 0,15-12-2785 0</inkml:trace>
  <inkml:trace contextRef="#ctx0" brushRef="#br0" timeOffset="44928.801">25758 8407 5460 0,'0'0'10393'0,"0"0"-8529"15,0 0-1236-15,0 0-316 0,100 3 632 0,-64-6 192 16,-1 0-392-16,-3 3-211 16,0-3-241-16,-4 3-188 0,4 0-104 0,-8 0-84 15,-5 0-84-15,-2 0-221 0,-6 0-307 16,-7 0-204-16,5 0-264 0,-9 0-728 15,0 0-1964-15,-9 9-1681 0</inkml:trace>
  <inkml:trace contextRef="#ctx0" brushRef="#br0" timeOffset="45106.693">25862 8597 6888 0,'0'0'120'0,"0"0"4909"0,0 0-3825 0,0 0-152 0,0 0 164 16,0 0 188-16,0 0-264 0,0 0-324 15,83 23-348-15,-55-30-188 0,0-5-280 0,4-4-108 32,-4 0-336-32,0-3-320 0,0 0-560 15,-8 0-1268-15,3-6-4525 0</inkml:trace>
  <inkml:trace contextRef="#ctx0" brushRef="#br0" timeOffset="45310.639">26499 8287 5732 0,'0'0'10565'0,"0"0"-8665"0,0 0-1652 15,0 0-148-15,-4 88 576 0,4-59 632 16,-4-1-152-16,4 4-387 0,0-3-333 16,0 0-340-16,0-1-96 0,0-3-136 15,0-6-92-15,0 0-100 0,-4-3-205 16,0-7-111-16,0-2-164 0,-3-1-208 0,-2-6-848 15,5 0-2504-15,-7-8-4389 0</inkml:trace>
  <inkml:trace contextRef="#ctx0" brushRef="#br0" timeOffset="45454.269">26423 8141 6460 0,'0'0'8397'0,"0"0"-6401"16,0 0-1440-16,0 0-552 0,0 0 228 15,0 0 80-15,0 0-232 0,0 0-80 16,100 12-680-16,-72-5-696 0,-8-4-1152 16,12 6-4613-16</inkml:trace>
  <inkml:trace contextRef="#ctx0" brushRef="#br0" timeOffset="45880.163">26865 8297 5928 0,'0'0'168'0,"0"0"5933"0,0 0-4089 15,0 0-232-15,-59 85-232 0,39-54 216 0,0 1-332 16,5-1-311-16,-2-1-369 0,6-8-292 16,7-3-208-16,-1-3-168 15,5-7-72-15,0 1 36 0,0-7-48 0,9 0-84 16,2-3-132-16,1 0 0 0,4-6-28 16,4-4-36-16,4-9-56 0,0 0-117 15,4-3 17-15,-4-7 8 0,0 3 88 0,4-5-112 16,-5-1-148-16,1 1-140 15,0-7-208-15,0-4-172 0,-4-3-468 16,-4-2-340-16,0-3-48 0,0 2 387 0,-4 0 1137 16,-5 0 452-16,-2 4 532 15,3 2 192-15,-4 5 61 16,0 8 103-16,-1 8 124 0,1 7 44 0,-4 8-8 0,5 6-180 16,-5 0 24-16,0 6-84 15,0 8-100-15,0 5 116 0,-9 6-140 0,2 10-180 16,-5 3 32-16,0 3 437 0,0 3-293 15,-4 6-196-15,-4 8-136 0,0-4-68 16,-4 3-88-16,0-3-156 0,1-3-36 16,-2-4-144-16,1-6-256 0,5-8-204 15,6-5-160-15,2-9-109 0,7-3-91 16,-1-7-596-16,5-2-1416 0,0-4-3489 0</inkml:trace>
  <inkml:trace contextRef="#ctx0" brushRef="#br0" timeOffset="46066.376">27336 8547 3940 0,'0'0'12633'0,"0"0"-9997"16,0 0-1756-16,0 0-184 0,0 0 669 0,0 0-277 16,0 0-424-16,0 0-360 0,79 22-148 15,-58-22-156-15,-2-3-168 0,1-3-340 16,-3-4-144-16,-2 1-184 0,1-4-257 0,-8 3-1051 15,-4-2-2860-15,0 3-2565 0,-4 2 1182 16</inkml:trace>
  <inkml:trace contextRef="#ctx0" brushRef="#br0" timeOffset="46235.689">27380 8508 352 0,'0'0'2320'0,"0"0"8041"0,0 0-8305 0,0 0-1040 0,-21 93-124 16,18-62 756-16,-1 1-92 0,4 0-252 15,0 0-383-15,0-7-385 0,0 1-392 16,0-8-144-16,0-2-352 0,0-5-144 0,-4 1-245 0,0-3-135 16,4 1-288-1,-8-3-992-15,0 2-2636 0,4-6-3173 0</inkml:trace>
  <inkml:trace contextRef="#ctx0" brushRef="#br0" timeOffset="46403.039">27348 8829 1684 0,'0'0'11373'0,"0"0"-8929"15,0 0-1412-15,0 0-284 0,80-25 464 16,-57 15-212-16,1 4-268 0,0 0-220 16,-3-1-356-16,-6 1-156 0,-3 3-244 0,-4 0-280 15,0 0-100-15,-4 3-92 16,-4 0-272-16,0 0-656 0,-8 3-1200 16,-4 6-1197-16,-4 4-495 0,-8 3-104 0</inkml:trace>
  <inkml:trace contextRef="#ctx0" brushRef="#br0" timeOffset="46518.6">27372 8909 2204 0,'0'0'1396'0,"0"0"4172"0,0 0-947 0,0 0-2813 16,0 0-752-16,0 0-248 0,0 0 204 16,0 0-284-16,0 0-384 0,24 57-124 0,-5-67-160 15,5-2-60-15,4-1-404 16,4-3-332-16,0 0 92 0,4-3 300 16,0 3-940-16,-8 1-2976 0,11-5-3681 0</inkml:trace>
  <inkml:trace contextRef="#ctx0" brushRef="#br0" timeOffset="47391.317">28014 7772 704 0,'0'0'10873'0,"0"0"-8777"0,0 0-880 16,0 0-360-16,0 0 400 15,0 0-16-15,0 0-196 16,0 0-368-16,0 0-468 0,0 0-160 0,0 0 76 16,47-12-4-16,-31-1-24 0,4-3-56 15,0 3-40-15,0 1-12 0,-4-1-52 16,4 3-20-16,-5 1 72 0,2 3-36 0,-2-1 48 16,1 0 0-16,-4 5 0 0,1-5 8 15,-6 5 32-15,1-3-40 0,0 3-48 16,-3 2-28-16,-5 0-44 0,3 0-76 15,-3 0 60-15,0 9 136 0,0 10 64 0,-3 13 240 16,-6 6 12-16,-3 10-156 0,1 2-12 16,-10 7 44-16,5 1-44 0,-3 2-28 15,-2 1-112-15,1-7 40 0,5-1-48 16,2-11 52-16,6-4 68 0,-1-10-12 16,4-3-60-16,4-5-48 0,0-5 12 15,0-2 48-15,0-6-60 0,4-1-64 16,4-6-152-16,4 0-212 0,0 0 4 0,4-9 68 15,-1-1 16-15,2 1-40 16,-6-1 96-16,1 4 64 0,1 3 120 0,-2 3 100 16,-3 0 88-16,1 9 84 15,-6 3 96-15,5 8 64 0,-8-1-52 16,4 6-20-16,-4 0-200 0,0 0-60 0,4 5 0 16,0 1-48-16,1-2 44 0,-2 3 4 15,1 2 8-15,-4 2 64 0,4 2-60 0,-4-4 60 16,0 5 52-16,0 2-120 0,-4-4 80 15,-3 1-24-15,-2 1 64 0,1-1-64 16,-3-3 100-16,-2-3-88 0,5-3-24 16,-3-4 24-16,-6-3-72 0,6-2-152 0,-2-5-176 15,-2-5-88-15,2-1-48 16,2-6 48-16,-6-3-52 0,2 0-184 0,-5 0-460 16,0-6-708-16,4 0-2488 0,-8-14-3221 15</inkml:trace>
  <inkml:trace contextRef="#ctx0" brushRef="#br0" timeOffset="51139.405">5598 3163 8444 0,'0'0'284'0,"0"0"3705"16,0 0-3313-16,0 0-360 15,0 0 92-15,0 0 252 0,0 0 84 0,0 0-92 16,0 0 36-16,4-5-64 0,-1 5-228 16,-3 0-224-16,4 0-48 0,-4 5 0 15,4 1 0-15,5 2 100 0,-5 6-92 16,3-2 40-16,-3 4-84 0,4 0-4 15,1 0-32-15,-2-3-12 0,1-1-40 16,9-2-88-16,2-1-32 0,1-6-76 0,8 1 188 16,0-4 8-16,4 0-12 15,4 0-160-15,3-7 24 0,9 1-36 16,0-1 60-16,4-2 32 0,8-7 84 0,-1 4-84 16,1-1-156-16,4 0 60 15,-4 4-120-15,0-1 184 0,-4 6 124 0,-2 4 0 16,-1 0 44-16,-5 7-32 0,-5 0-12 15,-3 2 52-15,-5 4-48 0,2-4 0 16,-5 4 44-16,-4-3 40 0,0 2-84 16,-1-2 84-16,-3-1-40 0,0 1 52 15,0-1 12-15,1 0 36 0,-2-2-12 0,-3 3 24 16,0-4-36-16,-4-3-76 16,4 4-36-16,-1-7 36 0,1 0-48 0,5 0 0 15,-1-4 68-15,8-8-16 16,-1-1-52-16,9-3-176 0,-1 0 52 0,6-3-8 15,-2 3-44-15,-3 1-8 0,0 2-28 16,-4 4 100-16,0 5 40 0,-8 1 72 16,0 0 0-16,0 3 124 0,-4 0 72 15,-5 6-36-15,1-2 28 0,0 2-180 0,0 0 92 16,0-3 24-16,-1-3-16 16,2 0-32-16,3 0-76 0,0 0 4 0,-1-6 4 15,1 0-8-15,4 3-4 0,-4 3-60 16,1 0 64-16,-2 0-8 0,1 0 8 0,0 3 76 15,-4 6 12-15,-1-3-28 0,6 1-12 16,-1 2 16-16,0-6-4 16,3 1-56-16,1-4-4 0,4 0-56 0,4-4-192 0,4-5 100 15,-4-1-12-15,3-2 36 16,-3 2-48-16,4-2 8 0,-4 1 104 16,4 3 60-16,-5-3 0 0,2 3 60 15,-1 2 52-15,-1-1 112 0,-3 0 284 16,4 4-236-16,-4-3-272 15,3-1 0-15,1 1 100 0,1-4-64 0,2 1-36 0,1-1-64 16,4 4 64-16,0 0 0 0,-1-1 60 16,-2 1 52-16,6 6 36 15,-6-3-40-15,2 3-44 0,0 0 68 0,2 0-44 16,-2 0 120-16,2 0 72 0,2 0-84 16,1 0 24-16,4 0-72 0,-5 0-100 15,9 0-48-15,-3-3 0 0,5 0 0 16,-2-4 4-16,4 1 68 0,-4 0-72 0,-4-1-12 15,4 4-48-15,-9 0-20 0,2-1 80 16,-2 2 48-16,1 2-40 0,-4 0-4 16,-5 0 4-16,2 0 88 0,-2 0 16 0,-7 2-4 15,4 5-36-15,-4-4-8 16,0 4-64-16,-5-4 48 0,5 0 0 16,-4 3-40-16,4-3 76 0,-8 4-24 0,4-1-8 15,-7-3-4-15,2 3-36 0,-3-2-4 16,0 2 4-16,-4-3 36 0,-4 4 0 15,0-4 0-15,-5 0-36 0,1 0-4 16,1-3-4-16,-1 0 48 16,3 0-52-16,-2 0 60 0,-1 0 169 0,3-3-117 0,2 0-28 15,-2 0-72-15,1-1 36 16,0 1-48-16,0 0 4 0,-4 0 8 16,4 0 96-16,0 3-60 0,0-4-40 0,0 4 44 15,0-3 8-15,0 3-48 0,0-3 36 16,0 0-48-16,0 0 72 0,-1 0 0 15,-2 3 12-15,-1-3-72 0,-1-1 40 16,-3 4-44-16,0-3 0 0,0 3 4 0,-4-3-8 16,0 3 8-16,0 0 0 0,0 0-12 15,0 0-56-15,-4-3-176 0,-4 3-216 16,-3-3-365-16,-13-4-455 0,7 4-1392 16,-26-3-4449-16</inkml:trace>
  <inkml:trace contextRef="#ctx0" brushRef="#br0" timeOffset="64652.63">4135 6597 6540 0,'0'0'192'0,"0"0"576"16,0 0-132-16,0 0 0 0,0 0 52 15,0 0 100-15,80-50-116 0,-65 37 9 0,-2 1-25 16,2-5-56-16,-2 4 36 0,2 1-152 16,2-1-180-16,-6 0-176 0,1 1 200 15,1-1-12-15,-2 1-40 0,2-1-188 16,-6 3-76-16,1-3 112 0,5-2 216 15,-6-1-116-15,5 0-92 0,0-7-132 16,0 4 4-16,0-6 40 0,0 0 44 16,4-4-24-16,-4 4-56 15,0 0-8-15,-1-4-4 0,2 0 4 16,-2 1 8-16,-3 2 80 0,1-3 36 16,-1 4-120-16,-5 0-4 0,5-4-4 0,1 1 4 15,-5-1 4-15,3-3 44 0,-3-2-48 16,0-1-4-16,0 0 4 0,1 0 0 0,-1-3 12 15,-4 3 88-15,0 0-36 0,0 3-16 16,-4-3 92-16,-9 4-28 0,6 1-100 0,-5-1 60 16,-4 3 16-16,-1 2 60 0,2 0-36 15,-9 1 0-15,4 3-24 0,-4-3-16 16,0-1-72-16,0 4 0 0,0 0 64 16,1-1 132-16,-5 1-96 0,4 0-100 15,-4-3-208-15,0 0 208 0,0 2 76 16,0 1 96-16,0 0-60 0,-8 3-112 15,4-1-64-15,0 2 64 0,0 1 88 16,1 5-88-16,-1-1-64 0,0 4 64 0,0 3 60 16,8-1-56-16,-4 3 44 0,5 1-48 15,-1 0 16-15,0 1 8 16,-1-2-24-16,1 4 0 0,1 0 84 0,-1 0-76 16,0 0 376-16,0 4-188 0,4 4-196 15,-4 3 0-15,0 4 0 16,0 8 376-16,-4-1-180 0,1 10-196 0,3-1-60 0,0 4-40 15,0 0 88-15,4 0-60 0,0-3 60 16,4 3-76-16,0-4-8 16,0-1 88-16,4-3-128 0,1-2 0 0,2-2-12 15,1-4 0-15,1-3-24 0,-1-7 112 0,3-2-40 16,5-4-160-16,-4 0-360 16,4-3-424-16,0 0-128 0,0 0-280 15,0-3-568-15,0-3-1013 0,0-10-2551 0</inkml:trace>
  <inkml:trace contextRef="#ctx0" brushRef="#br0" timeOffset="64950.419">3219 4961 10784 0,'0'0'1133'0,"0"0"-1121"15,0 0 376-15,0 0 300 0,0 0 0 16,0 0 76-16,0 0 80 0,0 0-16 0,0 0-260 15,0 0-568-15,-44 68-76 0,32-36-84 16,-4 3 20-16,0 3 132 0,0 3-68 16,4 0-16-16,0 0-20 0,0-6 12 15,5-3 100-15,-2-6 0 0,5-4 100 0,0-9-24 16,4-1 80-16,0-6-68 16,0 4-16-16,4-3-56 0,9 2 220 0,-2 0-64 15,6 1-44-15,2-1-56 0,1 1-60 16,8-4-24-16,4 0-44 0,4-1 52 15,3-3-80-15,6 1-292 0,6-3-680 16,1 0-1452-16,-13 0-669 0,21 0-3771 16</inkml:trace>
  <inkml:trace contextRef="#ctx0" brushRef="#br0" timeOffset="65417.001">5263 4978 7776 0,'0'0'5121'15,"0"0"-4385"-15,0 0-580 0,0 0 276 16,0 0 36-16,0 0-228 0,0 0 112 15,0 0 100-15,-84 38-76 0,65-19-172 0,-5 7-92 16,-1 5-36-16,5 1 8 16,1 3-84-16,-1 3 0 0,4-3 12 15,0 0 0-15,-1 3-8 0,10-7 84 0,-1 5-76 16,0-1 76-16,8-4-28 16,0-2 16-16,0-4-68 0,4-6 4 0,4-2 100 15,3-5-48-15,6-5 24 0,-1-4-4 16,3-3 16-16,6-3 12 0,-1-10 52 15,4-4-4-15,0-4-12 0,-1-5 24 0,-3 1-76 16,0 0-96-16,-4-1-88 16,-8 7 40-16,-1 3-76 0,-2 7-88 0,-5 2 76 15,-4 0 112-15,-4 5 16 0,-9-1 8 16,-2 0-76-16,-9-1-48 0,-4 1-36 16,-4-1-112-16,-7 4-16 0,-2 0-268 15,-2 11-208-15,-6 1-536 0,14 1-1372 16,-25 15-4489-16</inkml:trace>
  <inkml:trace contextRef="#ctx0" brushRef="#br0" timeOffset="87400.687">25400 4807 2996 0,'0'0'3192'0,"0"0"-404"0,0 0-2140 16,0 0-160-16,0 0-8 15,0 0 525-15,-73 70 163 0,58-49-188 0,-5 5-268 16,0 3-260-16,0-1-96 0,-4 4-16 15,0 0-64-15,-4 2-64 0,1 1-148 16,-1-2-64-16,0-2-64 0,0-6 64 0,8-5-12 16,0-5-64-16,0-2-24 15,4-3-40-15,0-4-248 0,5-6-292 16,-2 0-260-16,2-3-452 0,-2-10-1145 0,5-3-2795 16,-3 1 956-16</inkml:trace>
  <inkml:trace contextRef="#ctx0" brushRef="#br0" timeOffset="87633.52">24945 4867 144 0,'0'0'9276'0,"0"0"-8060"0,0 0-984 0,0 0 49 16,0 0 467-16,0 0 148 0,-63 86 20 16,51-54-216-16,-1-1-208 0,-2 7-48 15,6 4-120-15,-2 2-108 0,-1 4-4 0,0-4-112 16,4 1-32-16,4-5-68 0,0-7-64 15,4-8 60-15,4-3-48 0,8-9-52 0,4-3 96 16,3-4-72-16,9-6 32 0,8 0-240 16,5-10-240-16,6-3-272 0,5-9-356 15,4 0-368-15,0-6-877 0,8 2-1587 16,-5-2 16-16,-15 5 3736 0</inkml:trace>
  <inkml:trace contextRef="#ctx0" brushRef="#br0" timeOffset="87984.609">25798 4961 4000 0,'0'0'1548'0,"0"0"3028"16,0 0-3235-16,0 0-393 16,0 0 76-16,0 0 496 0,0 0-132 0,0 0-280 15,0 0-576-15,0 0-236 0,0 0-148 16,-80 68 24-16,60-36 100 16,-3-1-16-16,6-2-56 0,6-7-96 0,2-6-104 15,5-7-72-15,0-2 68 0,4-4-132 16,0-3-12-16,4 0-120 0,5-6 28 15,2 0 240-15,10-10 0 0,-2 0-24 0,1-7-248 16,1 1-24-16,-2 0 84 0,-3 3 212 0,-4 0 4 16,-4 6 4-16,0 0 0 15,-4 7 92-15,0 3-36 0,-4 0-52 16,4 3 0-16,-4 0 308 0,0 6-72 0,0 7-200 16,0 3 284-16,-4 6-36 0,0 0-88 15,4 6-60-15,-4-5-52 0,4-4-96 16,0-9-24-16,0-1-232 0,4-7 60 0,4-2-12 15,3 0 36-15,2-11-28 16,6-5-304-16,-2-7-316 0,3-4-432 16,-1-3-728-16,1-1-1052 0,-4-4-1777 0,-4 0-863 15,0 10 5133-15</inkml:trace>
  <inkml:trace contextRef="#ctx0" brushRef="#br0" timeOffset="88356.241">26165 4334 10768 0,'0'0'2117'16,"0"0"-1325"-16,0 0 8 0,0 0 772 16,-5 69-156-16,1-37-268 0,-4 3-324 0,-3 0-408 15,2 2-208-15,1 5-36 16,-3 3-60-16,-2-4-72 0,2 0-40 0,3 1-8 16,-1-7-260-16,2-7 8 0,7-6 52 15,0-6 12-15,0-6-60 16,7-1-64-16,-2-3 72 15,3 4 28-15,4-3 108 0,-5 2 112 16,2 0 0-16,2 1-12 0,2 2 12 0,-1 5 8 0,-5-2 92 16,1 2-40-16,1 1 28 0,-2-5-88 15,-3 3 8-15,4-6-8 0,-4-1 4 0,-4 1 4 16,0-4 64-16,0 4-64 0,0-3 80 16,-4-2-40-16,-4 2-24 0,1 0-24 15,-10-1-144-15,6-1-80 0,-1-2 64 16,-1-3-12-16,6 0-52 0,-1-6-100 15,-1-7-108-15,6-6-92 0,3-3-168 0,0-9-288 16,0-7-644-16,7-3-881 0,10-1-615 16,-1 4-1604-16,3 6 2520 15,-2 10 1656-15,6 6 357 0</inkml:trace>
  <inkml:trace contextRef="#ctx0" brushRef="#br0" timeOffset="88645.88">26288 4826 1632 0,'0'0'1160'0,"0"0"-768"0,0 0 6328 0,32 83-4903 15,-28-58-385-15,4-3-120 0,0-3 148 0,0-6-332 16,0-4-580-16,0-3-364 15,3-6-48-15,6 0 64 0,-2-2-72 0,5-11-128 16,1-3-320-16,3-7-104 0,-5 2-196 16,1-2-60-16,-4 4-84 15,-4-3 44-15,-4 6 24 0,-4 0-144 0,-4 0 148 16,0 3 324-16,-4 4 368 0,-4-4 88 16,0 7 92-16,0-1 268 15,0 7 136-15,0 0 232 0,-4 10-576 0,0 6 88 16,1 3 64-16,-2 10 112 0,-2-1 124 15,-2 5 12-15,2-5-168 0,2 0-28 16,2-6-120-16,7-2-80 0,4-8-108 0,0-5-136 16,0-4-72-16,8-3-4 0,-1 0 76 15,10 0-4-15,-2-10-88 16,5-2-276-16,5-1-204 0,3-7-172 16,3 1-312-16,5 1 72 0,4-2 516 0,-12 5-4161 0,15-8-3295 15</inkml:trace>
  <inkml:trace contextRef="#ctx0" brushRef="#br0" timeOffset="89017.834">26902 4359 10324 0,'0'0'1509'0,"0"0"-841"15,0 0-20-15,-28 101 864 0,16-56-128 16,0 6-228-16,-1 6-180 0,6 0-136 15,-5 4-228-15,4-1-172 0,-4 0-192 16,4-6-164-16,0 0-84 0,5-10-156 0,3-9 36 16,0-6-128-16,3-10-264 15,5-7-80-15,4-5 112 0,4-7-152 16,3 0-312-16,6-9-528 0,2-8-988 16,1-5-1601-16,-3-3-659 0,-6 6 1564 0,5-6 2320 15</inkml:trace>
  <inkml:trace contextRef="#ctx0" brushRef="#br0" timeOffset="89160.054">27069 4909 2320 0,'0'0'600'0,"0"0"5956"0,0 0-4207 16,0 0-689-16,0 0-668 0,0 0 156 0,0 0 68 16,0 0-244-16,-24 66-308 0,16-56-416 15,0-4-248-15,5-3-168 16,-2-3-352-16,1 0-100 0,0 0-164 0,0-6-372 0,4-4-804 16,0-7-2061-16,0 3-827 15,0-5 444-15,0 0 4161 0,4-4 243 16</inkml:trace>
  <inkml:trace contextRef="#ctx0" brushRef="#br0" timeOffset="89472.246">27069 4909 1604 0,'20'-77'796'0,"-16"83"-432"16,4 1 4212-16,0 2-3876 0,-1 1-348 0,2-1 232 15,-1 4 644-15,-4-3 141 0,3 3-257 16,-2-5-384-16,-1 3-344 16,0-5-180-16,3 0-144 0,-3-3 44 0,0 1 112 15,5-2-216-15,-5 2-332 16,3-1 204-16,-3 2 28 0,4 2 0 0,1 0-16 15,-5 3 104-15,3 2 12 0,-3-6 88 16,0 4-24-16,-4-3 52 0,4-1 112 0,1-3-104 16,-5-3 28-16,4 0-48 0,-1 0-104 15,1 0-12-15,4 0-408 16,5-6-76-16,-2-7-232 16,9 0-232-16,0 1-81 0,0 2 989 15,0 3 52-15,0 7 0 0,-8 0 88 0,0 4 1137 0,-5 5-329 16,-3 1-208-16,5 2 72 0,-1-2 564 15,-5 0-292-15,1-4-808 0,0 0-176 0,4 1-36 16,1-4-12-16,-2 0-284 0,1-3 72 16,5 3-520-16,-6-3-1252 15,-7 0-252-15,0 3-4589 0</inkml:trace>
  <inkml:trace contextRef="#ctx0" brushRef="#br0" timeOffset="90716.547">11048 11090 8476 0,'0'0'5045'0,"0"0"-4005"0,0 0-624 16,0 0-76-16,0 0 76 0,0 0 276 0,0 0 96 16,107 32 312-16,-66-20-556 0,2 1-264 15,1-7-92-15,4 1-44 0,-1-3-68 16,1-4-72-16,1 0-4 0,-2-11-56 15,1-5 52-15,-4 1-292 0,0-4-160 16,-8-3-236-16,-4 3-312 0,-4 3-776 16,-13 7-1400-16,-7-2-3953 0</inkml:trace>
  <inkml:trace contextRef="#ctx0" brushRef="#br0" timeOffset="90901.332">11247 11458 1044 0,'0'0'10457'0,"0"0"-9301"0,0 0-364 16,80 32 664-16,-44-26-56 0,3-2-700 15,-3-4-316-15,1-4-72 0,2-8-176 16,1-4-136-16,-4-9-24 0,4 0-524 16,-8-4-300-16,0 0-560 0,-9 3-1252 15,1-8-3013-15</inkml:trace>
  <inkml:trace contextRef="#ctx0" brushRef="#br0" timeOffset="91170.433">11618 10839 3636 0,'0'0'6504'0,"0"0"-5691"15,0 0 151-15,83 12 368 0,-47 2-264 16,4-5-360-16,0 7-104 15,-4 0 16-15,0 6-296 0,-1 0-124 0,-3 4-200 0,-4-1 48 16,-4 4-48-16,-3-1-140 16,-10 4 140-16,1 3 0 0,-12 0 8 0,0 0-8 15,-8 7 0-15,-7-1-212 0,-6 6 60 16,-7-3 152-16,-4 1-4 0,-3-4-40 16,3-6-20-16,-4 0-164 0,0-7-248 0,0-3-192 15,4-6-272-15,4-2-524 16,5-13-829-16,3-4-2127 0,8 0-1303 15</inkml:trace>
  <inkml:trace contextRef="#ctx0" brushRef="#br0" timeOffset="91566.565">13163 11058 5548 0,'0'0'7797'16,"0"0"-5897"-16,0 0-1420 0,0 0 12 0,-95 16 108 16,59 0-212-16,-4 3-264 0,-4 6 236 15,5 5 172-15,-1-5 120 0,8 4-408 16,4-4-32-16,8-3-52 0,8-4-28 16,5 2-132-16,7-8-96 0,0 1-52 15,7 0 88-15,5-4 52 0,8-2-64 0,8 0-68 16,0-2 132-16,0-2-80 15,0 1 36-15,-1-2 40 16,-3 2 12-16,0 3-8 0,-3-4 16 0,-6 6-12 0,-7 1 4 16,0-1 0-16,-8 8 96 0,0 1 136 15,0 5 28-15,-8-1-76 0,-4 3-64 16,-3-3-60-16,-6 0-56 0,5-2-4 16,4-8-48-16,-4-2-256 0,4-7-116 15,5-3-44-15,-1 0-80 0,-1-13 0 0,6-3-128 16,-1-5-620-16,4-6-976 0,0-4-1993 15,7-4-1891-15,2 10 4444 0</inkml:trace>
  <inkml:trace contextRef="#ctx0" brushRef="#br0" timeOffset="91868.803">13228 11251 5440 0,'0'0'5541'0,"0"0"-3489"0,0 0-616 0,0 0 0 16,0 0-8-16,55 80-400 0,-51-58-256 15,-4 1 272-15,0-7-252 0,0-4-452 16,0-2-316-16,0-6-24 0,5-2-120 15,-2-2 24-15,1-2-124 0,4-12-108 16,4-1 156-16,4-10-280 16,-1-5-172-16,2 2-216 15,3-4 52-15,-8 4 4 0,4 2 236 0,-8 7 128 16,3 3 220-16,-3 7 152 0,-3 2-68 0,3 7 116 0,-5 0 476 16,1 7 268-16,0 6 88 15,0 5-176-15,-4 1-124 0,5 6-128 0,-5 5-120 16,0-5 56-16,0 3 112 0,0-9-36 15,0 0-320-15,0-6-96 0,0-3-156 16,0-8-284-16,4-2-172 0,-4 0-64 0,4-8 12 16,3-9-264-16,1-5-1140 15,1 0-3213-15,-2-19-4131 16</inkml:trace>
  <inkml:trace contextRef="#ctx0" brushRef="#br0" timeOffset="92177.069">13606 10830 1188 0,'0'0'10993'0,"0"0"-9725"16,0 66-644-16,-4-34 600 0,0 6 372 0,0 3-392 0,-4-2-84 0,4-2-212 15,0-5-580-15,4 0-328 0,0-3-132 16,0-8 44-16,8 2-8 0,0-6 20 16,4-6-80-16,4-1-116 0,0 0 88 15,8 0 88-15,-5-1-52 0,5-3-24 16,1 4 12-16,-6-1 72 0,1 4 28 15,0-1-12-15,-8 1 72 0,4 1 0 0,-4-2 12 16,0 1 60-16,-4-1 52 0,-4-2 244 16,0-1-84-16,-4 1-100 0,0-3 24 15,-4 2 36-15,-8 0-244 0,-4 4-36 16,-4-3-52-16,1-1-120 0,-9 0-60 16,-4-2 36-16,0-1-52 0,-5-3-48 0,2-3-188 15,-1 0-196-15,0 0-168 16,0-6-500-16,8-4-912 0,4-2-1885 0,9 6-1695 15,2-10 4088-15</inkml:trace>
  <inkml:trace contextRef="#ctx0" brushRef="#br0" timeOffset="93134.619">14291 11360 1004 0,'0'0'768'0,"0"0"7660"0,0 0-6867 0,0 0-665 16,0 0-68-16,0 0 264 0,0 0-296 15,0 0-4-15,0 0 24 0,0 0-220 0,-88-41-324 16,77 59-172-16,-2 11 36 0,2 6 60 16,-1 7 0-16,3 2-108 0,2-3-40 15,3-2-44-15,0-9-4 0,0-7-4 0,4-6-92 16,0-11-28-16,0-3 60 15,0-3-96-15,4-3 100 0,0-7 60 0,7-5 112 16,2-6-112-16,-1 0-144 0,0-5-4 16,-4 4-16-16,3 3 16 0,2 10 12 15,-2 2-100-15,5 7-52 0,0 3 228 16,8 13 60-16,-4 9 88 0,4 5-28 16,0 7 152-16,-4 2 148 0,3 2-236 15,-6 0 48-15,-2 1 16 0,-2-5 20 0,-5 5 16 16,-5 2-40-16,-3-2 112 15,0-5 364-15,-7 2-304 0,-1-8-172 16,-5-2-88-16,-6-7 4 0,-1-3-100 0,0-3-100 16,-8-2-204-16,1-9-28 0,-1-2 16 0,3-3-52 15,1-6 156-15,4-10-32 16,1-6-376-16,2-13-248 0,6-7-572 16,-1-1-852-16,4 4-2081 0,-4-21-2519 0</inkml:trace>
  <inkml:trace contextRef="#ctx0" brushRef="#br0" timeOffset="93365.643">14622 11420 7384 0,'0'0'4437'0,"0"0"-2993"16,16 95-640-16,-13-53 444 0,-3 9 360 15,0 3-528-15,0 3-436 0,0 2-140 0,0 2-52 16,0 6-280-16,5-1-76 15,-5-1-96-15,0-9-132 0,0-10-236 0,0-13-24 16,0-10-164-16,0-10 48 0,4-7 28 16,-4-4-280-16,0-4-648 0,0-10-328 15,0-11-736-15,0-9-2033 0,0 10-999 16,0-29 5336-16</inkml:trace>
  <inkml:trace contextRef="#ctx0" brushRef="#br0" timeOffset="93586.723">14705 11395 900 0,'0'0'8592'0,"0"0"-7208"0,0 0-523 16,0 0 191-16,0 0 312 0,0 0-368 0,84-19-64 16,-71 25 32-16,-2 7-232 15,-3 0-324-15,1 5-208 0,-6 2-40 16,1 5-60-16,-4 0-28 0,-4 4-72 16,-8-1-112-16,0 4-72 0,-8 1-160 15,-4-2-40-15,1-2 24 0,-5-1 12 0,0-6-28 16,0-3-76-16,0 1-28 0,0-9-212 15,4 0-372-15,1-8-720 0,2-3-2105 16,5 0-2231-16,0-20 5492 0</inkml:trace>
  <inkml:trace contextRef="#ctx0" brushRef="#br0" timeOffset="93976.858">15702 11468 6732 0,'0'0'4685'0,"0"0"-2777"0,0 0-1096 0,0 0 188 15,-84 44 608-15,76-28-624 16,0 0-476-16,4 4-100 0,4 1 68 0,0-2 16 0,8 0-248 15,0 1-156-15,7-12-76 16,-2 3 28-16,2-8-40 0,2 0-148 0,-2-3 40 16,6-10 20-16,-5-2-56 0,3-4-164 15,-2-6 24-15,-2-1-36 0,-2-2-124 16,-2-1-136-16,-3 4-156 16,1 0-4-16,-6 3-12 0,-3 3 232 0,0 7 244 15,-3 0 96-15,-10 5 180 0,1 1 228 16,-8-1 104-16,1 1-20 0,-1 3-20 15,-1 0-56-15,6 0-32 0,-1 7 8 0,0 0-212 16,7 2-112-16,2 0-276 0,7-2-380 16,-4-1-616-16,4-3-1297 15,0 0-2295-15,4-3 420 0,8-3 3237 0</inkml:trace>
  <inkml:trace contextRef="#ctx0" brushRef="#br0" timeOffset="94100.816">15921 11385 2856 0,'0'0'1488'0,"0"0"6121"0,92-3-5785 16,-65 3-416-16,5 0-52 0,0 0-668 15,0-6-404-15,-4-6-136 0,-4-2 12 0,4-5-160 16,-5-3-772-16,1-6-368 0,-3 2-676 16,-10 1-2121-1,2-4-2567-15</inkml:trace>
  <inkml:trace contextRef="#ctx0" brushRef="#br0" timeOffset="94349.737">16172 11074 5776 0,'0'0'676'0,"0"0"4641"0,0 0-4269 16,0 0-396-16,0 0 276 0,-36 92 232 15,36-57-216-15,0 7 176 0,4-2-8 16,4 8-324-16,0 3-240 0,0 4-180 16,4 4-16-16,-5 2 28 0,2 2-64 0,-1-2-124 15,-4-5-104-15,-4-1-88 16,3-8-36-16,-3-5-16 0,0-4 4 16,0-4-36-16,-3-2-60 0,-1-3-40 15,-8 0 52-15,3-7-100 0,-6-6 48 0,2 0 60 16,-2-4-56-16,-1-2-104 15,-4-4-44-15,-8-3-16 0,0-3-36 0,-3 0 208 0,-9-3-592 16,-1-7-468-16,2-5-20 16,-1-14-848-16,5-3-3281 0,7 4-1607 0,0-26 6440 15</inkml:trace>
  <inkml:trace contextRef="#ctx0" brushRef="#br0" timeOffset="94845.938">17661 11364 3464 0,'0'0'7064'0,"0"0"-5843"0,0 0-501 16,-47-68-184-16,36 46 520 0,-6 6-244 15,2 4-184-15,2 5 492 0,2 5 76 16,-2 2-468-16,2 0-324 0,3 9 52 16,-5 10 20-16,6 9-216 0,3 10-116 15,-4 9 40-15,4 8 12 0,4-4-24 16,0-4-112-16,0-9-60 0,4-10-64 15,4-7-96-15,-1-13 0 0,10-4-84 16,-2-8 124-16,6-11-176 0,3-7-44 0,-1-10-68 16,1-3 28-16,-4 0 84 0,-1-1 88 15,-2 5 160-15,-6 3 44 0,2 2-40 16,-1 7-140-16,-5 3-4 0,-2 7 16 16,-1 6 172-16,-4 3 52 0,0 9 332 15,4 10 136-15,-4 3 8 0,4 10-172 16,-4 0-60-16,4 0-40 0,-1-1-96 15,-3-8-160-15,4-8-92 0,0-2-188 16,1-10-320-16,3-3-52 0,-1-6 192 0,1-13 92 16,5-3-368-16,-2-13-1260 0,2 4-2765 15,-2-17-2883-15</inkml:trace>
  <inkml:trace contextRef="#ctx0" brushRef="#br0" timeOffset="95193.557">17945 10683 536 0,'0'0'11965'0,"0"0"-10337"0,0 0-980 0,8 70 260 16,-8-29 680-16,0 11-336 0,0 2-100 0,-8 5-148 15,4 8-432-15,-4-3-424 0,4-1-148 16,0-2-72-16,0-7-108 16,0-7-284-16,4-12-84 0,0-7 168 0,4-9 196 15,4-2 112-15,4-8-20 0,0-2 92 0,3 0 88 16,6-5-88-16,-1 5 0 0,8-2-48 15,0 6 48-15,-1-5 0 16,1 4-60-16,4-1 60 0,-4 0 0 0,-4 1 4 0,0 3-4 16,-9-1 84-16,-2 1-20 15,-5-4 8-15,-5 5 64 0,-3 2 24 16,0-4-4-16,-3 1 76 0,-13 2-72 0,-4-1-148 16,-4-2 0-16,0-3-12 0,-4 1-12 15,1-4-148-15,2-2-168 0,-2-4-136 16,-1 0-128-16,3-4-96 0,1-5-368 15,5-7-912-15,3 0-1276 0,4 3-3101 16,4-10 1053-16</inkml:trace>
  <inkml:trace contextRef="#ctx0" brushRef="#br0" timeOffset="95349.851">18503 11462 12045 0,'0'0'4544'0,"0"0"-3848"16,0 0-48-16,0 0 360 0,0 0-112 15,0 0-528-15,0 0-332 0,0 0-36 16,0 0-564-16,0 0-480 0,0 0-488 16,36-29-996-16,-33 19-4357 0</inkml:trace>
  <inkml:trace contextRef="#ctx0" brushRef="#br0" timeOffset="95926.88">19579 11271 7312 0,'0'0'5917'0,"0"0"-4889"0,-80 70-812 15,59-45-204-15,6 6 492 0,-2-2 40 16,10-4-292-16,-1-2-128 0,4-10 40 16,4-7-164-16,0-3-40 15,0-3-184-15,0 0 112 0,8-6 112 0,3-3 348 16,2-7-180-16,2-6-168 0,2-1-192 15,-6 0-8-15,2 2-40 0,-1-2 152 0,-1 4 88 16,2 10 0-16,-6-1-124 0,1 10-152 16,1 0 276-16,2 7 60 15,-3 8 232-15,5 12 108 16,-6 4-60-16,1 11-84 0,5-1-32 0,-9 6 112 16,7-3 136-16,-7 1 84 0,0-1-60 15,4-6-68-15,-8 0-72 0,4-3-48 0,-4-7-124 16,4-5-72-16,-4 0-108 0,0-4 44 0,0-3 12 15,-4 2 64-15,0-2-28 0,-8 0-20 16,0 3-4-16,0-2 24 0,-7 2-88 16,-2-5 40-16,-3 3-48 0,1-5-180 15,-1 1-92-15,0-6 16 0,0-1-48 16,-1-6-92-16,2 0-108 0,3-9-112 0,-4-8-116 16,5-1-64-16,-2-5-200 15,10-2-532-15,-2 2-1068 0,9-2-521 0,4-3 361 16,0 6-1812-16,4-14 4072 0</inkml:trace>
  <inkml:trace contextRef="#ctx0" brushRef="#br0" timeOffset="96143.818">19957 11455 3040 0,'0'0'8857'0,"11"105"-7185"0,-6-51-580 16,-5 13 320-16,4 9 48 0,-4 6-520 15,0 1-496-15,0-4-88 16,0 4-84-16,0-1-212 0,0-5-60 0,-4-8-124 16,-1-5-192-16,5-10-104 0,-3-16-208 0,3-13 168 15,0-12 128-15,0-10 20 0,-4-6-124 16,4-16-508-16,-4-10-760 0,0-8-868 16,-4-15-725-16,3-8-667 0,-2-3 1148 15,3 8 2072-15</inkml:trace>
  <inkml:trace contextRef="#ctx0" brushRef="#br0" timeOffset="96361.835">19981 11281 2964 0,'0'0'8693'0,"0"0"-7349"15,0 0-552-15,75-30 572 0,-47 30-52 16,-7 0-640-16,3 7-124 0,-9 0 80 16,2 2-60-1,-2 0-324-15,-7 8-144 0,0-2 24 0,-8 4-28 16,0 4 28-16,-8 2-16 0,-4 11-108 0,-12-3-120 0,-8 6-164 15,-4-4 28-15,-3 0-76 0,-2-3 60 16,6-6-12-16,-5-1-36 0,4-6-164 0,1-3-204 16,3-1-164-16,4-8-256 0,0-1-1020 15,4-6-2161-15,3-3-2235 0,6-16 6316 16</inkml:trace>
  <inkml:trace contextRef="#ctx0" brushRef="#br0" timeOffset="96743.693">21212 11262 8856 0,'0'0'3197'0,"0"0"-1613"16,0 0-796-16,0 0 120 0,60 72 164 0,-52-37-212 15,-4 7-240-15,-4 2-64 0,0-3-88 16,0 0-248-16,-8-9-220 0,4 0-56 16,-5-10-40-16,2-6-336 0,3-6-348 15,-4-4-324-15,0-6-608 0,-4 0-2733 16,0-6-5371-16,-8-13 9412 0</inkml:trace>
  <inkml:trace contextRef="#ctx0" brushRef="#br0" timeOffset="96890.013">21136 11026 1840 0,'0'0'11845'0,"0"0"-10629"0,0 0-760 0,0 0-168 0,88-6 188 15,-64 6-384-15,4 0-92 16,0-2-152-16,0-5-792 0,4 0-856 0,0 2-2421 16,-8 1-3007-16,8 1 6788 0</inkml:trace>
  <inkml:trace contextRef="#ctx0" brushRef="#br0" timeOffset="97131.502">21778 11268 9984 0,'0'0'5397'0,"0"0"-4657"0,0 0-96 0,-36 79 904 15,24-57-108-15,0 4-648 16,4-7-412 0,4-3-112-16,0-3-172 0,4-5-96 0,0 3-132 15,8-2 92-15,4-2 40 0,4 2 12 0,-1-3-8 16,6-3 44-16,-5 4-40 0,-4-4 0 0,-1 0-8 15,-7 0 0-15,1 4-12 0,-5 2 12 16,0 4-8-16,-13 6-16 0,-2 6-452 16,-5 1-12-16,-1-4 120 0,2 3-12 0,-5-5-232 31,8-2-276-31,0-2-156 0,5-6-324 0,2-4-1128 0,1-6-3317 16,1 0-1159-16</inkml:trace>
  <inkml:trace contextRef="#ctx0" brushRef="#br0" timeOffset="97751.113">23435 11258 3072 0,'0'0'576'0,"0"0"3132"16,0 0-996-16,0 0-795 15,0 0-637-15,0 0-160 0,0 0 28 0,0 0-204 16,0 0-12-16,-76-19 8 0,68 28-296 16,-3 8-204-16,3 5-132 0,-1 6-40 15,2 14 24-15,-1 2-20 0,0 1-4 16,3 2-40-16,-2-6-68 0,7-8-76 0,-4-11-36 15,4-7-36-15,0-5-12 16,0-6-72-16,0-4-24 0,7 0 12 0,6-10 84 16,2-6-88-16,6-9 16 0,-2-5-256 0,5-4-124 15,0-4 36-15,-3 3 172 16,-2 0 32-16,1 4 4 0,-3 8 0 16,-2 4-52-16,1 6-48 0,-4 4 12 0,-4 9 60 15,-1 0 236-15,2 12 448 16,-1 7 8-16,3 7-40 0,-2-1-144 0,-1 4-76 15,3-3-24-15,-2 2-112 0,3-6-12 16,-1-3-48-16,2-3-96 0,2-7-112 16,2-3-24-16,2-2-284 0,5-4 8 15,0-7-184-15,4-2-464 0,-4-1-1128 16,-1-5-2177-16,-2 5-1803 0,3-2 3928 0</inkml:trace>
  <inkml:trace contextRef="#ctx0" brushRef="#br0" timeOffset="98386.951">23997 10807 6948 0,'0'0'2800'0,"0"0"-571"15,0 0-1013-15,0 0-808 16,0 0 164-16,0 0 500 0,0 0-48 0,-4 111-288 16,8-51-328-16,-4 8-148 0,4 1 100 15,-4 1 344-15,0-4-4 0,0-2-344 16,0-10-356-16,0-5-60 0,4-12-64 0,0-8 28 15,0-13 20-15,4-7-96 16,0-3-24-16,-1-6 0 0,6 0 84 16,2 0 112-16,-2-6 0 0,6 0 0 15,-6-1 0-15,6 4-72 0,-3 0-16 0,1 3 28 16,2 0 60-16,-2 0 44 0,-2 0 32 16,-2 3-4-16,-2 4 100 0,-7-4-36 15,4 3-52-15,-4-3 16 16,0 0-28-16,-4 1 16 0,0 2 156 0,-4 0-12 0,-8 0-84 15,0 7-140-15,-4 1-4 16,-8-2 4-16,5-3 52 0,-6 3-60 0,1-5-48 16,5 3-136-16,-5-4-108 0,4-3-100 15,4-3-88-15,0 0-152 16,0-3-220-16,8-6-592 0,4-1-1556 0,0 1-3929 16</inkml:trace>
  <inkml:trace contextRef="#ctx0" brushRef="#br0" timeOffset="98543.95">24770 11509 13845 0,'0'0'4936'0,"0"0"-4332"16,0 0-260-16,0 0 484 0,0 0 172 0,0 0-1000 0,0 0-84 16,0 0-768-16,0 0-324 15,0 0-944-15,-28-51-3360 0,20 44-5429 16,-12 2 10893-16</inkml:trace>
  <inkml:trace contextRef="#ctx0" brushRef="#br0" timeOffset="101425.106">11801 5245 6836 0,'0'0'4773'16,"0"0"-3761"-16,0 0-80 0,0 0-272 15,0 0 328-15,0 0 284 0,0 0-128 0,0 0 128 16,-12 83-436-16,12-36-312 0,4 7-48 16,-4 6-60-16,4 4-100 15,0-1 0-15,-4 1-75 0,4-10-241 0,4-7 0 16,-4-6-84-16,8-12 0 0,-4-7-101 0,4-9-215 16,0-7 48-16,-5-6-100 15,6 0-148-15,-9-6-172 0,3-7-772 0,1-9-1236 16,-3-3-1849-16,-1 3-1179 0,-4-16 1580 0</inkml:trace>
  <inkml:trace contextRef="#ctx0" brushRef="#br0" timeOffset="101817.361">11538 5220 1280 0,'0'0'9372'0,"0"0"-8215"0,0 0-769 15,-95 25 724-15,71-3 512 0,-4 9-696 16,4 14-332-16,3 6 164 0,6 6-80 15,-1 7-112-15,12 2-136 0,4 4-100 0,0 1 0 16,8-2-272-16,8-6-60 0,4-2-4 16,3-13-44-16,10-7-12 0,3-13-40 15,7-6 88-15,2-12 12 0,2-10-4 16,1 0-164-16,-1-13 56 16,2-9 104-16,-2-3 4 15,1-11-240-15,8-4 236 0,-5-11 4 0,5-4-232 16,-4-1-120-16,-4-1-76 0,-4-4-16 0,-5 4 136 0,-7 0 312 15,-8-4 40-15,-3 4-40 0,-10 0-64 16,-3-4-148-16,-8 5 52 0,0 5 160 16,-19 3 136-16,-5 8-24 0,-8 7 100 15,-9 14 272-15,2 6-224 0,-9 7-172 0,-4 9 72 16,-4 10-100-16,-4 16 4 16,-7 8-52-16,-4 10-12 0,-2 15-112 15,-6 4-96-15,3 6 108 0,-3 12-188 0,3-1-232 16,0 5-192-16,-4 11-508 15,5 2-900-15,19-21-1757 0,-36 53-2771 0</inkml:trace>
  <inkml:trace contextRef="#ctx0" brushRef="#br0" timeOffset="102623.305">6702 13490 1368 0,'0'0'9120'0,"0"0"-7267"0,0 0-1113 0,0 0 128 16,75-9 560-16,-43 5-584 0,-1 4-332 16,5 0-36-16,-4 0 552 15,-4 0-596-15,-4 0-224 0,-4 7-152 16,0-1-56-16,-12 1-4 0,4 2-4 15,-12 4 4-15,0 2 4 0,0 11 0 0,-17 3-308 16,2 3-24-16,-5-1 248 0,-8 4 80 0,0 0 0 16,-4 1-44-16,-8 1 36 15,5 4 0-15,-5 0 12 0,0-2 60 16,4-2-56-16,4-4 96 0,8-8 72 16,9-3-48-16,2-9-36 0,9-7 156 0,4-3-196 15,9 1 4-15,10 2-40 0,13 0 124 16,4 0 36-16,12-2 24 0,0 2-52 15,3-3 40-15,5 1-108 0,-7-4 68 16,-2 0-144-16,-8 0-60 0,2 0-36 0,-9-7-152 16,-4-6-120-16,-5 1-332 0,1-7-116 15,-8-6-164-15,-4-7-980 16,-4 6-2217-16,-8-15-3083 0</inkml:trace>
  <inkml:trace contextRef="#ctx0" brushRef="#br0" timeOffset="103021.629">6481 13427 1772 0,'0'0'9461'0,"0"0"-7845"0,-58 105-688 0,45-58 88 16,5 14 192-16,5 2 44 16,6 4-88-16,9 6-412 0,16 0-176 15,4 2-100-15,3 5-196 0,14 0-132 16,-2-4-88-16,9-3-60 0,0-13 0 0,0-9 68 15,4-10-64-15,0-12 68 0,3-13-68 16,1-10 4-16,0-6-8 0,-5-10 0 16,1-12-112-16,-4-9-96 0,-5-14 124 0,1-3 0 15,-8-12-16-15,-4-6 40 16,0-8-160-16,-12-5-136 0,0 0 124 0,-4-7-52 16,-12 4 152-16,-1 0-16 0,-6-2-76 15,-5 5 4-15,-16 0 20 0,-5 3-20 0,-7 2 208 16,-11 11 12-16,-5 2 84 15,-8 14 196-15,-8 10-276 0,1 7 192 0,-9 14-136 16,4 7 16-16,1 9-76 16,-1 3-4-16,0 10-144 0,5 6 36 15,3 3-48-15,0 3-212 0,-4 7-76 0,4 0-308 16,5 3-340-16,-1-3-812 0,-1-4-861 16,6 0-2055-16,12-9-1247 0,-18-5 6071 15</inkml:trace>
  <inkml:trace contextRef="#ctx0" brushRef="#br0" timeOffset="106242.693">11243 4121 8068 0,'0'0'6033'0,"0"0"-4833"0,0 0-896 16,0 0-128-16,0 0 160 16,0 0 44-16,0 0 56 0,0 0 124 0,-43 75 232 15,43-48-200-15,0-2-124 0,7 0-28 16,5-6-36-16,8-2-136 0,1-5-36 16,2-2-72-16,9-5-52 0,4-1-36 0,0-4 16 15,7-6-88-15,2-7-8 0,6-3-92 16,1-3 92-16,0 0 0 15,3-3-48-15,1 0 56 0,4 2 0 0,4 1-56 16,3 3-32-16,-2 4 40 0,2 2 44 16,-3 4-44-16,-4 3-24 15,0 3 24-15,-1 0 44 0,-4 0 4 0,-3 3 4 16,1-1 44-16,-2 2-48 0,-3-1 4 16,0 1-4-16,-4-1-12 0,-5 3-52 15,2-2 4-15,-6-2 0 0,-3 5 0 16,4 0 56-16,-4 2 0 0,0-4-48 0,-1 6 52 15,5-5 8-15,0 0-8 0,8-2-12 16,0-4 0-16,4 0-184 0,-1 0 76 16,5-7-176-16,4 1-20 0,-5-8 96 15,2 6 96-15,-1-2 36 0,0 0 88 16,-5 4 0-16,1 0 0 16,0 3 12-16,0-4 52 0,-1 3-4 0,1 2 16 0,4-4-76 15,-4 0-28-15,4-5-44 16,-1 3 64-16,1-3-40 0,-4 2-64 15,0 4 12-15,0-6 4 0,-1 8 92 0,-3-3 0 16,0 2-8-16,4 1-40 0,-1 0 4 16,2 0 44-16,3 3 0 0,-5-3-4 15,5 3 8-15,-1 0 0 0,1 0 4 0,4 0-4 16,-4 0 0-16,3 0 8 0,1 0 0 16,-4 0-8-16,-3 0 48 0,2 3 76 15,-3-3 136-15,-1 0 268 0,2 0 72 16,-6 0-16-16,-2-3-48 0,-10 0 437 15,1 0-221-15,-9-1-332 0,-2 1-272 0,-5 0-76 16,-8 0-12-16,-4 3-60 16,-4-3 0-16,-4 3-240 0,-13-3-368 15,-6-4-252-15,-13 1-393 0,-16-1-619 16,8 0-2460-16,-44 5-3905 0</inkml:trace>
  <inkml:trace contextRef="#ctx0" brushRef="#br0" timeOffset="109021.525">10442 13871 3488 0,'0'0'1300'0,"0"0"3132"15,0 0-3420 1,0 0-83-16,-4-76 163 0,1 60 108 0,-5-3-224 0,3 0 124 16,-7 0-20-16,5 3-396 0,-1 0-148 0,-5 0-92 15,2 4-24-15,-2-1-88 16,-2 0-36 0,-1 4-76-16,0 3-100 0,0-1-8 0,0 1 36 15,-4 6-136-15,5 0 132 0,-6 0-80 0,1 6-60 0,1 3-4 16,-5 4-44-16,3 6-28 0,-3 7-12 15,1-1-16-15,-1 10 16 0,-4 1 44 16,4 8 32-16,0 0-48 0,1 7 52 16,-2 3 0-16,5-1-92 0,-4 5 8 0,9 2 76 15,-2 1 12-15,2 2 8 16,7 0 116 0,4 4-76-16,4-3-36 0,4-1 136 0,8-2 72 15,8-4-48-15,8-7 72 0,-5-1-48 0,9-16 96 0,0-3 12 16,0-8 132-16,4-9 101 0,0-4-257 0,-4-3-172 15,3-6-12-15,-7 0 12 16,0-6-24-16,0-3-8 0,-8-4-64 16,0 0-4-16,0 0-8 0,-8 1 0 0,-1-8-268 15,-2 5-192 1,-1-4-125-16,-4-4-191 0,-1 4-20 16,-3-3-380-16,0 3-880 0,0 0-928 0,-7 3-1229 0,-1 0-455 15,-8 4 124-15</inkml:trace>
  <inkml:trace contextRef="#ctx0" brushRef="#br0" timeOffset="109199.182">10180 14516 2948 0,'0'0'376'16,"0"0"6224"0,0 0-5011-16,0 0-245 0,0 0-236 0,0 0-68 0,0 0-200 15,0 0 476-15,0 0-224 0,0 0-8 0,99 12-216 16,-67-8-244-16,-4-4-248 16,4 0-156-16,0 0-76 0,-4-4-136 0,-5 1-8 0,-3-4-84 15,-3 5-52-15,2-2-336 16,-3 1-360-16,0 3-100 0,-4-2-412 15,0 2-1108-15,-1 0-1936 0,-6 0-1929 0,-5 0 2009 16</inkml:trace>
  <inkml:trace contextRef="#ctx0" brushRef="#br0" timeOffset="109317.857">10506 14572 1056 0,'0'0'7400'0,"0"0"-5976"16,0 0-508-16,-19 83-75 0,14-48 271 15,-3 7-180-15,4-2-44 0,-3 2 20 16,3-1-332-16,-1 1-576 0,1-4-84 15,0-3-672-15,4 0-700 0,0-10-1076 16,0 7-3385-16</inkml:trace>
  <inkml:trace contextRef="#ctx0" brushRef="#br0" timeOffset="112718.556">11419 13541 184 0,'0'0'10396'16,"0"0"-9367"-16,0 0-605 15,0 0 280-15,0 0 112 0,0 0-64 0,0 0 180 16,-64 73 164-16,52-54-396 0,0 3-316 15,0 4-84-15,-4 2 20 0,4 4 28 16,-4 6 20-16,-4-1-36 0,4 9-84 16,-4-2-52-16,1 8-52 0,6-2-44 15,-2 1 8-15,6 2 28 0,1 1-36 0,8-2-40 16,0-5-12-16,4 0 0 0,9-1 8 16,2-9-56-16,2-2-64 0,2-3 56 15,5-1 8-15,4-2-96 0,-4-4 32 0,4 0-68 16,-4-8-88-16,-1-8-260 0,1-2-120 15,1-7-92-15,-1 0-128 16,-1 0-208-16,1-7-520 0,0-2-716 0,4 3-1985 16,-8 0-1599-16,7-5 5680 15</inkml:trace>
  <inkml:trace contextRef="#ctx0" brushRef="#br0" timeOffset="116318.266">13311 13539 2780 0,'0'0'0'0,"0"0"-316"15,0 0 308-15,0 0 16 16,0 0-4-16,0 0 116 0,0 0-16 0,0 0 872 15,0 0-532-15,0 0-380 0,-8 0 4 16,8 0 164-16,0 0 160 0,0 0-16 0,0 0 120 16,0 0 220-16,0 0 144 15,0 0-44-15,0 0-76 0,0 0-16 0,0 0-76 16,0 0-80-16,0 0-27 0,0 0-29 16,0 0-24-16,0 0-40 0,0 0 12 15,0 0 12-15,0 0-40 0,0 0-40 16,0 0-24-16,0 0-4 0,0 0 0 0,0 0 76 15,0 0 64-15,0 0-32 16,0 0-48-16,0 0-64 0,0 0 0 0,4 0-4 16,-4 2 0-16,0-2-24 0,0 6-160 15,0 0-60-15,0 7 84 16,-8 4-76-16,-4 5-68 0,0 3-52 0,1 3-4 16,-10 8-12-16,1 2 4 0,-3 7-36 15,-5 1 0-15,-4 12 48 0,-8 5-8 16,-4 4-64-16,-4 6-4 0,1 3 16 0,-5-3 16 15,4 3 44-15,0-2 8 16,5-5 40-16,2-3 0 0,5-1 52 16,5-8-4-16,3-4-20 0,3-5 20 0,6-10 12 15,3-6 4-15,8-10-40 16,0-6-20-16,4-6-48 0,4-4-4 16,0-6-4-16,0 0 0 0,0 0 0 0,0 0-180 15,0-3-100-15,0-4-68 0,4 1-116 16,0-6-36-16,4-4-140 0,0-3-260 0,0-6-504 15,-4-5-1292-15,0 8-3069 16,-4-13-359-16</inkml:trace>
  <inkml:trace contextRef="#ctx0" brushRef="#br0" timeOffset="122977.388">11877 13525 2460 0,'0'0'7764'0,"0"0"-6435"0,0 0-493 0,0 0 400 15,0 0-32-15,0 0-144 0,0 0 144 16,0 0-76-16,60 41-204 0,-41-31-252 16,9 0 208-16,4-5-184 0,4 2-368 15,4-3-39-15,0-4-69 0,3 0-80 0,-2-7-136 16,-2 1-8-16,-3-7 4 0,0 1-96 15,-4-1-160-15,-4-4-85 16,-1 5-59-16,-6-4-184 0,-2 3-148 0,-6 7-248 16,-6 0-280-16,-7 6-516 0,-4 0-216 15,-3 0-888-15,-21 9-2401 0</inkml:trace>
  <inkml:trace contextRef="#ctx0" brushRef="#br0" timeOffset="123170.163">11984 13649 3520 0,'0'0'144'0,"0"0"5568"0,0 0-4456 15,0 0-23-15,-60 79 47 0,56-49-96 0,4 1-100 16,0 7-64-16,4 3 300 16,0 7-344-16,5 0-400 0,-1 2-340 0,-5 1-224 15,1 3 0-15,-4-7-12 0,0-5-320 0,4-10-160 16,-4-7 88-16,0-13-28 0,0-2 36 16,4-10-128-16,-4 0-224 15,4 0-384-15,-4-10-796 0,0-2-440 0,5-10-1605 16,-5 0-1087-16,4 3 3212 0</inkml:trace>
  <inkml:trace contextRef="#ctx0" brushRef="#br0" timeOffset="123315.526">11992 13986 3608 0,'0'0'8'0,"0"0"7064"15,0 0-5363-15,0 0-101 0,0 0 8 16,0 0-500-16,88-28-432 0,-60 23-260 0,-4-1-40 16,0 3-276-16,-1-2-108 15,1 1-12-15,-4 1-160 0,1-1-336 0,-10 4-372 16,1 0-276-16,-8 11-856 0,1-3-2125 15,-14 15-535-15</inkml:trace>
  <inkml:trace contextRef="#ctx0" brushRef="#br0" timeOffset="123452.012">11973 14287 5824 0,'0'0'7373'0,"0"0"-6177"0,0 0-704 16,0 0 592-16,0 0-280 0,0 0-508 15,83-3 64-15,-43-10 188 0,4-9-216 16,8 0-244-16,0-7-88 0,3 1-172 15,1-1-412-15,-4 0-536 0,0 4-1060 16,-16 9-1885-16,11-9-1415 0</inkml:trace>
  <inkml:trace contextRef="#ctx0" brushRef="#br0" timeOffset="123711.031">13020 14303 5956 0,'0'0'8737'16,"0"0"-7553"-16,0 0-996 16,0 0 216-16,0 0 280 0,0 0-148 0,0 0 8 0,0 0 524 15,76 25-196-15,-48-31-468 16,0-4-340-16,0-5-64 0,0-5-220 0,0-2-244 15,0 3-284-15,-5-3-224 0,-3 3-256 16,-8 3-668-16,-4 7-940 16,-4 3-1505-16,-8 2-383 0</inkml:trace>
  <inkml:trace contextRef="#ctx0" brushRef="#br0" timeOffset="123868.654">13116 14307 1512 0,'0'0'9705'0,"0"0"-8181"0,-28 76-516 0,24-41-196 0,4 9-68 16,0 3-176-16,4 8 284 0,0 2 292 15,0-1-416-15,0 2-260 0,-1-2-172 0,2-4-224 16,-1-5-72-16,0-5-96 0,-4-8-76 16,0-9-332-16,4-5-4 0,-4-7 12 15,0-10 40-15,0-3-404 0,0 0-732 16,4-9-940-16,-4-1-1385 0,0-9-2035 0</inkml:trace>
  <inkml:trace contextRef="#ctx0" brushRef="#br0" timeOffset="124029.186">13144 14709 5168 0,'0'0'7845'0,"0"0"-6405"16,0 0-760-16,0 0 668 0,0 0-156 0,0 0-584 16,79-37-104-16,-55 30 480 0,0-3-216 15,4 4-412-15,4-7-176 0,0 1-164 16,0-4-16-16,4-1-160 0,-9-2-376 16,1 5-260-16,-3-5-100 0,-6 2-80 0,1 4-612 15,-8 1-1356-15,-4-1-2653 16</inkml:trace>
  <inkml:trace contextRef="#ctx0" brushRef="#br0" timeOffset="124340.687">13977 13662 5764 0,'0'0'8945'0,"0"0"-7761"0,0 0-920 16,0 0 600-16,0 0 204 16,84 66-244-16,-61-36 84 0,1 3 120 15,0 6-372-15,4 5-279 0,-4 1-181 0,3 2-40 16,-3 5-72-16,0 1-76 16,-3 4-8-16,-6 1-32 0,-2 2 28 0,-13-3-4 15,0 0-52-15,-17 1-24 0,-7-2-52 16,-4 2-105-16,-4-4-51 0,-3-7-12 15,-9-3-24-15,0-5-124 0,-4-4-208 0,0-14-152 16,1-4-348-16,3-10-1152 16,4-12-2349-16,12-3-3735 0,-12-31 7392 15</inkml:trace>
  <inkml:trace contextRef="#ctx0" brushRef="#br0" timeOffset="124908.838">14989 14027 7432 0,'0'0'5049'0,"0"0"-3837"0,0 0-768 15,0 0 292-15,0 0 296 16,0 0-304-16,0 0-16 0,83-19 128 16,-51 2-236-16,4-2-220 0,8 0-140 0,-1 1-60 15,5-5 96-15,1 8-60 0,-6-5-12 16,0 8 12-16,2 2-60 0,-6 4-12 0,-7 6-140 16,0 0-4-16,-8 3 4 15,4 7 100-15,-9-1 40 0,2 4 32 16,-1 2 64-16,-5 2 425 0,2-1-245 15,-6 3-220-15,2-4-32 0,2 5-64 0,-7-4-36 16,5 0-12-16,-2-4-60 16,6 1-40-16,-6-7-4 0,9 0 40 0,0-2 0 15,4-4-68-15,0-4-280 0,0-5-156 0,-5-4-17 16,2 1-143 0,-5-1-36-16,0 0-92 0,-9 4-264 0,-3 0-488 0,-4-2-704 15,0 5-1789-15,-19-1-2051 0</inkml:trace>
  <inkml:trace contextRef="#ctx0" brushRef="#br0" timeOffset="125126.828">15112 14402 7384 0,'0'0'6669'0,"0"0"-5481"16,0 0-396-16,0 0 448 0,0 0-224 15,0 0-8-15,0 0 36 16,0 0-36-1,111 16-227-15,-59-20-213 0,4-5-96 0,4-1 156 0,8 1-216 16,-5-5-244-16,1 6-168 0,-4 2-4 0,0-5-44 0,-12 5-36 16,-1 0-108-16,-2 3-172 0,-2 3-144 15,-3 0-60-15,0 0 12 16,0 7-237-16,-1 1-707 0,1 3-1452 0,-12-5-2616 0,7 2-3737 16</inkml:trace>
  <inkml:trace contextRef="#ctx0" brushRef="#br0" timeOffset="126483.004">17957 13436 4712 0,'0'0'5272'0,"0"0"-3851"0,0 0-473 16,0 0-40-16,-44-72 592 0,28 59-144 15,4 3-304-15,-4 1-256 16,4 2-68-16,-4 1-212 0,4-1-232 0,-4 1 32 16,4 6 100-1,1-3 304-15,-6 3-308 0,-3 0-228 16,5 9 12-16,-9 4-100 0,-1 9-47 0,2 7-45 0,-5 6 4 0,4 6 40 15,-4 7-44-15,0 3-4 16,0 6 84-16,0 3-72 0,5 7 84 16,3 0-12-16,0 2-24 0,8-1 12 0,4-2 40 15,0-3-108-15,8-3 44 0,0-5 60 16,3-5-36-16,6-6-12 0,3-9-60 0,4-8 0 16,3-6-4-16,6-9 0 15,-1-5 4-15,4-3 172 0,0-4-112 16,3-6 12-16,-3-7-72 0,-1-4-112 15,1-5-264-15,-3-3-108 0,-5-1-125 16,-9 4-171-16,2-3-160 0,-9 3-252 16,-4 3-732-16,-9-1-1912 0,-2 1-1161 0,-5 4-2223 15,-16-1 6637-15</inkml:trace>
  <inkml:trace contextRef="#ctx0" brushRef="#br0" timeOffset="126626.551">17506 14055 1368 0,'0'0'4592'0,"0"0"2585"0,0 0-5133 0,0 0-872 0,0 0 120 16,0 0-328-16,0 0-212 0,0 0 664 15,0 0-356-15,97-3-259 16,-62 3-329-16,5-6-232 0,-4-7-240 0,3 1-12 16,-2-4-96-16,-1-3-316 0,-9 3-288 15,1-1-237-15,-4 5-283 0,-8-1-616 16,-4 7-2068-16,-9 0-1421 0,-3 6-2259 0</inkml:trace>
  <inkml:trace contextRef="#ctx0" brushRef="#br0" timeOffset="126766.816">17861 13989 5276 0,'0'0'3912'0,"0"0"881"15,0 0-3249-15,-24 70-700 0,20-45 264 16,4 3-56-16,0 4-264 0,0-4 116 0,8 2 132 16,1-2-355-16,-2-3-365 0,5-3-316 15,4-2-48-15,-4-5-477 0,4-5-423 16,0 0-128-16,8-3-152 0,-4-5-784 16,-4-2-2216-16,12-9-2741 0</inkml:trace>
  <inkml:trace contextRef="#ctx0" brushRef="#br0" timeOffset="127015.257">18602 13522 13805 0,'0'0'2172'0,"0"0"-1732"16,0 0 24-16,0 0 504 0,0 0 32 15,-91 54-300-15,66-22 252 0,6 3 48 16,3 9-415-16,0 4-249 0,0 8-56 0,0 2 12 15,4 5 20-15,0 4-92 16,5 0-148-16,2-4-72 0,5 0 12 16,0-8 192-16,12-5-204 0,8-9-12 0,0-12-168 15,12-4 0-15,0-8-52 0,3-8-44 16,10-5-172-16,-6-4-160 16,1 0-209-16,0-13-207 0,0 1-412 0,-8 1-1528 15,7-8-4085-15</inkml:trace>
  <inkml:trace contextRef="#ctx0" brushRef="#br0" timeOffset="129503.044">19152 13332 1472 0,'0'0'1228'0,"0"0"-876"16,0 0 2424-16,0 0-140 16,0 0-876-16,0 0-611 0,0 0-45 0,0 0 96 15,0 0-96-15,0 0-136 0,0 0-100 16,8 0-196-16,-4 9-164 0,4 8 172 0,0 8 440 16,4 6-372-16,0 7-224 0,4 10-100 15,-5 10-60-15,2 0-47 0,-5 7 11 16,-5 1-36-16,1 1-220 0,-4-4-64 15,4-1-8-15,-4-10-48 0,0 0-120 16,5-11 20-16,-5-6 40 0,4-10-112 0,-4-3-157 16,4-9-35-16,-4-3-136 0,4-8-64 15,-1 2-184-15,1-4-360 16,0-4-560-16,5-4-860 0,-1-3-2193 0,-1-10-2143 16</inkml:trace>
  <inkml:trace contextRef="#ctx0" brushRef="#br0" timeOffset="129886.851">19551 13621 6948 0,'0'0'2204'16,"0"0"-35"-16,0 0-1229 0,0 0-444 0,0 0 296 16,0 0 188-16,0 0-488 0,0 0-292 15,0 0-200-15,0 0-96 0,0 0-56 16,-88 44 40-16,68-25 112 0,0 3 84 0,0 4-80 15,-4 2 4-15,5 1 144 16,-2-4 72-16,5 1 44 0,4-4 20 16,9-3 12-16,-1-3 28 0,4-4 36 0,0 1 8 15,11-3 48-15,2 5 100 0,2-4-124 16,6 1-112-16,-2 1-40 0,5-1-20 16,-4 1 32-16,4 0-36 0,-1-1 112 15,-2-2 32-15,-1-1-96 16,-5 1-168-16,6-4-100 0,-6 3 0 0,-2-2-76 15,2-1 28-15,-2 1-48 0,-6-4-16 16,5 0-228-16,-8 0-148 0,1 0-88 16,-1-3-80-16,-4 3 16 0,3-3-144 0,-3 0-404 15,0 0-492-15,0 0-400 0,0-3-689 16,0 0-1951-16,-7-6 876 16</inkml:trace>
  <inkml:trace contextRef="#ctx0" brushRef="#br0" timeOffset="130852.628">20595 13360 900 0,'0'0'4716'0,"0"0"-2052"0,0 0-1356 15,0 0-608-15,0 0-19 0,0 0 671 16,0 0 140-16,0 0-140 0,0 0-228 16,0 0-288-16,0 0-204 0,4-51-52 0,-4 51 12 15,0 0 12-15,0 0-92 0,0 3-144 16,0-3-124-16,0 0-100 0,0 4-20 16,0-1 36-16,-4 3-76 0,-5 3-12 15,1 10-12-15,-3 11-12 0,-6 3 52 0,2 13 32 16,-5 4 28-16,-5 10-27 0,-3 11 11 15,1 2-44-15,-4 6-88 16,-6 0 0-16,-3 5 24 0,5-6-36 0,3 5-132 16,-4-7 56-16,8-6-8 0,4-3 84 15,4-10 60-15,4-6-56 16,0-10 68-16,4-4-68 0,5-8 0 0,-2-4-4 16,5-8 40-16,4-8-40 0,-4-2-76 15,4-7 4-15,0 0-85 16,0 0-27-16,0 0-48 0,0-3-60 0,4-1 64 15,5-3 32-15,-1-5-12 0,-1-1-148 16,1-6-60-16,1-3-72 0,-2 0-216 0,5 0-260 16,-4-4-900-16,4 1-824 0,0 3-2305 15,0-9-2443-15</inkml:trace>
  <inkml:trace contextRef="#ctx0" brushRef="#br0" timeOffset="131138.579">20571 13887 7340 0,'0'0'4785'0,"0"0"-3345"0,0 0-296 16,0 0 140-16,0 0 192 15,103-3-400-15,-75 0-376 0,0-4-88 0,4-2-12 16,3-1-232-16,1-2-332 0,1-4-36 16,-5-3-184-16,-1 0-464 0,1 0-260 15,-8 2-136-15,-4 3-272 0,-4 0-672 16,-8 5-676-16,-8 5-1829 0,0 1-2211 16,-17 3 5908-16</inkml:trace>
  <inkml:trace contextRef="#ctx0" brushRef="#br0" timeOffset="131333.272">20709 13958 1880 0,'0'0'2320'16,"0"0"3276"-16,0 0-4512 0,-27 85-131 0,19-51 379 15,4 5 280-15,0-2-292 0,0 5-244 16,0 3-156-16,1-4-268 0,-1 0-244 16,-1-3-212-16,1 4-76 0,4-8-112 15,-4 1-8 1,4-3-8-16,0-7-76 0,0-6-148 0,0-6-336 0,4-3-196 15,-4-8-308-15,4-2-636 0,-4 0-860 0,5-6-1949 16,-5-2-1243-16,4-6 3632 0</inkml:trace>
  <inkml:trace contextRef="#ctx0" brushRef="#br0" timeOffset="131459.576">20702 14255 3420 0,'0'0'9033'15,"0"0"-7581"-15,0 0-844 0,0 0 452 16,0 0 448-16,99-12-616 0,-75 9-336 0,4-7-64 15,0 4-212-15,4-7-280 0,-4-3-344 16,4-2-528-16,0-1-196 16,-4-7-512-16,-8 10-1596 0,3-10-4321 0</inkml:trace>
  <inkml:trace contextRef="#ctx0" brushRef="#br0" timeOffset="131759.133">21439 13602 7188 0,'0'0'5845'0,"0"0"-5121"0,0 0-240 0,0 0 424 16,84 66 164-16,-65-44-272 16,-6 7-32-16,7-1-48 0,-8 2-268 0,3 1-228 15,-2 4-216-15,2 6 64 0,-2 0 152 16,-6 4 216-16,1 3-272 0,-8-1-168 15,0 0 0-15,-12-1 0 0,-4-2-60 0,1-3-48 16,-10 0-224-16,5-7-84 0,-8 1 48 16,5 1 20-16,-9-11 4 15,4 1-128-15,0-7-160 0,-4-4-284 0,4-2-720 16,0-7-1160-16,13-2-3085 0</inkml:trace>
  <inkml:trace contextRef="#ctx0" brushRef="#br0" timeOffset="132373.644">22962 13189 940 0,'0'0'7944'0,"0"0"-6520"16,0 0-431-16,0 0 35 0,0 0 428 15,0 0-16-15,0 0-332 0,0 0-284 16,0 0-164-16,0 0-80 0,-49 82-28 0,33-50 16 16,-3 6-104-16,-2 10-72 15,-3 6-76-15,1 6 100 0,-5 9 92 0,-4 5-167 16,0 5-109-16,1 4-100 0,-6 3-24 16,-3 3-108-16,1 2-96 0,-10 5 12 15,6 2-72-15,-1-6 68 0,0 3-44 16,-3-6 47-16,3-3 77 0,4-2-68 15,1-9 72-15,2-5-4 0,5-10-4 16,4-7-96-16,9-7 0 0,-2-12-88 0,10-7-36 16,7-13-96-16,-1-3-148 15,5-8-36-15,0-3-264 0,0-3-408 0,13-8-296 16,2-3-808-16,-2 0-861 0,6-18-3803 16</inkml:trace>
  <inkml:trace contextRef="#ctx0" brushRef="#br0" timeOffset="133135.752">23153 14065 3604 0,'0'0'288'0,"0"0"4404"0,0 0-3360 0,0 0-183 15,7-79-69-15,-7 63 288 16,0-3-88-16,-4 7-196 16,1-5-232-16,-1 7-156 0,0 4-48 0,-5-1 4 0,5 5-112 15,-3-1-108-15,3 3-104 0,-9 0-72 16,2 9-96-16,-1 4-88 16,-8 12-20-16,-1 6 44 0,2 15 12 0,-1 7 28 15,4 8 60-15,0 2 56 0,0 4-8 16,8-1 245-16,-4-3-153 15,9-2-128-15,-1-10-52 0,4-7 4 0,4-5-16 16,7-14-12-16,6-6-44 16,2-6-88-16,5-4-92 0,4-6 92 0,0-3 0 15,0-6-108-15,0-7-232 0,-5-2-204 16,1-4-221-16,-7 0-307 0,-6 0-324 0,-7 2-820 16,-4 2-2156-16,-4 5-2469 0</inkml:trace>
  <inkml:trace contextRef="#ctx0" brushRef="#br0" timeOffset="133294.515">22965 14449 5396 0,'0'0'8765'0,"0"0"-7301"0,0 0-1140 15,0 0 732-15,0 0 480 0,0 0-344 0,104 16-336 16,-69-16-260-16,1-10-268 16,1 1-328-16,-2-4-124 0,-3 1-488 0,0-4 4 15,-4 2-188-15,-5 0-212 0,1 1-496 16,-7 2-860-16,-6 5-596 0,-3 0-3361 0</inkml:trace>
  <inkml:trace contextRef="#ctx0" brushRef="#br0" timeOffset="133451.611">23316 14377 3344 0,'0'0'1004'15,"0"0"6365"-15,0 0-5669 0,0 0-872 0,-36 85 44 16,36-57 488-16,-4 0-216 0,4 5-132 16,4-5-100-16,0 1-80 15,3-4-356-15,6-3-344 0,-1 0-132 0,4-6-132 0,3-2-444 16,2-5-36-16,3-9-12 15,4 0-92-15,-1-12-384 0,6-11-908 16,-6 4-2445-16,9-16-3415 0</inkml:trace>
  <inkml:trace contextRef="#ctx0" brushRef="#br0" timeOffset="133682.766">23866 14068 8492 0,'0'0'5389'0,"0"0"-3973"0,0 0-876 16,0 0 28-16,0 0 480 0,0 0-84 15,0 0-288-15,-81 64 96 0,66-30 132 16,-5 5-256-16,8 2-163 0,0 7 47 0,0-3 244 16,8-1-244-16,0 0-192 0,1-6-112 15,3 0-84-15,0-6-72 16,7-7-64-16,1-2-8 0,5-4-60 0,2 0-24 16,1-4 24-16,4-2-72 0,0-7-160 0,-1 1-32 15,1-4-52-15,5 0-144 16,-1-3-184-16,-1-3-413 0,5-3-955 0,-8 2-2316 15,8-5-1577-15</inkml:trace>
  <inkml:trace contextRef="#ctx0" brushRef="#br0" timeOffset="142676.523">24427 13852 7856 0,'0'0'2912'0,"0"0"-1651"16,0 0-533-16,0 0 76 15,0 0 568-15,0 0-104 0,0 0-228 0,0 0-344 16,0 0-116-16,0 0 220 0,0 0 276 15,0 0-368-15,80 42-248 0,-68-1-71 0,0 10-61 16,-4 9-72-16,0 6-100 16,-8 11-60-16,0 2 16 0,0 6-108 0,-4 2 8 15,0 1-8-15,-4-5-4 0,0-4-88 16,4-9-8-16,4-12-232 0,0-11-20 16,4-12-165-16,8-10-155 0,4-12-128 15,4-13-96-15,4-3-144 0,4-16-628 16,4-10-1140-16,-9 1-2085 0,13-26-1215 15</inkml:trace>
  <inkml:trace contextRef="#ctx0" brushRef="#br0" timeOffset="142957.287">25057 14052 6704 0,'0'0'6893'0,"0"0"-5021"0,0 0-1520 16,0 0-76-16,0 0 352 0,-108 76 132 15,61-44-276-15,-1 10-300 16,-1-1-84-16,-2 0-100 0,3 0-12 15,5-2 12-15,3-5-8 0,3 1-68 0,6-6 28 16,7-4 36-16,4 0 0 16,4-9 12-16,8 3 132 0,8-6 136 0,0-1-104 15,16 5 80-15,0-1 124 0,12 3 208 16,0 3 184-16,11 0-224 16,-3 0-136-16,8 2-23 0,0-6-121 0,4-3-136 0,-5-2-120 15,6-7-36-15,-6 0-72 16,2-6-245-1,-6 0-219-15,-3-6-100 0,3-2-208 0,2-6-176 0,2-5-492 16,-3-2-1344-16,-12 1-2565 0,16-18-3254 0</inkml:trace>
  <inkml:trace contextRef="#ctx0" brushRef="#br0" timeOffset="143182.513">25941 13836 12225 0,'0'0'1596'0,"0"0"-1188"16,-68 76 376-16,33-35 864 0,-9 11-380 0,-8 8-220 15,-4 3-144-15,0 7-144 0,0 3-224 0,1 3-196 0,3 7-120 16,-4 5-51-16,4 2-121 0,5-1-48 0,7 0-133 16,4-10-27-16,4-6 40 0,13-13-368 15,2-9-168-15,9-10-236 0,8-12 92 16,0-7-28-16,0-12-564 0,8-10-1628 15,0 0-2513-15,8-19-1059 0</inkml:trace>
  <inkml:trace contextRef="#ctx0" brushRef="#br0" timeOffset="143365.482">25523 14655 13845 0,'0'0'2260'0,"0"0"-1680"15,0 0-68-15,0 0 540 0,107-22 668 16,-75 16-780-16,9 0-296 0,2-4-131 15,9 1-65-15,8-7-224 0,0 0-224 16,0-3-72 0,-5 0-96-16,1-1-380 0,-12 5-329 0,-4-1-279 0,-12 3-392 15,-13 7-756-15,-6-1-2292 0,-9 7-2597 0</inkml:trace>
  <inkml:trace contextRef="#ctx0" brushRef="#br0" timeOffset="143526.495">25821 14747 13105 0,'0'0'1888'0,"0"0"-1280"0,-23 96 260 16,15-58 932-16,0 10-412 0,0-5-176 16,4-1-143-16,0-10-437 15,4-6-632-15,0-8-292 0,8-1-72 0,-4-5-121 16,4-2-175-16,-4-4-316 0,-4 0-612 16,0-3-1344-16,0 0-2245 15,0-3-1935-15</inkml:trace>
  <inkml:trace contextRef="#ctx0" brushRef="#br0" timeOffset="143667.338">25842 14958 2764 0,'0'0'8773'0,"0"0"-6753"0,0 0-928 16,80-39 80-16,-48 29-4 15,-1-2-424-15,5 2-164 0,-4 2-124 0,0 1-456 16,-8 0-100-16,0 4-468 0,-12 3-252 16,-5 0-256-16,-7 3-460 0,-4 6-752 15,-11 7-705-15,-9 3-199 0,-8 4 612 16,8-4 180-16</inkml:trace>
  <inkml:trace contextRef="#ctx0" brushRef="#br0" timeOffset="143790.715">25821 15112 1108 0,'0'0'4124'0,"0"0"-1172"0,0 0-468 0,0 0-479 16,-63 77-413-16,63-70-368 15,5-1-428-15,10-6-96 0,9 0-80 16,4-6-12-16,12-7-68 0,3-4-184 0,9-8-248 16,4 0-104-16,4-7-8 0,-4-3-544 15,-1 4-356-15,-7-4 12 0,0-1-176 16,-16 11-1960-16,-4-10-3853 0</inkml:trace>
  <inkml:trace contextRef="#ctx0" brushRef="#br0" timeOffset="144082.363">26806 14153 13133 0,'0'0'2092'0,"0"0"-1688"0,0 0-104 16,0 0 492-16,80 13 316 16,-60-2-504-16,3 7-48 0,1 1 44 0,0 10-24 15,4-1-296-15,-4 4 36 0,4 0-36 16,-8-1 0-16,0 8-96 0,-5-4-76 0,-6 2-104 16,-5 4 44-16,-4 5 16 15,-13-2-64-15,-10 3-76 0,-9 2 28 16,-8-2-60-16,0 0-172 0,-8 1-280 0,-3-7-124 15,3-3-88-15,0-5-64 0,4-8-356 16,1-10-992-16,15-2-1012 0,-12-13-2257 16</inkml:trace>
  <inkml:trace contextRef="#ctx0" brushRef="#br0" timeOffset="147532.518">19961 15856 2936 0,'0'0'872'0,"0"0"4636"0,0 0-3711 15,0 0-537-15,0 0-140 16,0 0 212-16,16-70-284 0,-16 61-184 0,0-2-80 15,0-1-176-15,-4 6-264 0,-1-4 52 16,-2 7 32-16,-1-1 188 0,-8 2-212 16,0 2-164-16,0 0-32 0,-7 0-48 15,-1 2 48-15,-4 8-88 0,0 3-36 16,0 3-8-16,0 3-76 0,-4 0-72 16,4 6-24-16,4-2 84 0,4 2-36 15,0 3-24-15,9 1-4 0,-2 0 76 16,5 6-8-16,4 0 8 0,1 0 0 15,3 2 8-15,0-1-4 0,0-1-4 0,3-4-20 16,9-2 20-16,-3-4 0 16,6-6-84-16,2-5-24 0,-2-6 96 0,5-4 12 15,4-4 64-15,-1 0-64 0,5-12 60 16,0-2-12-16,-3-5-48 16,3 0-72-16,-8-3 60 0,-1 0 0 0,-2 3 0 0,-6-1-36 15,-3 8 48-15,-4 3 72 0,-4 2-72 16,0 3-100-16,-4 2 16 15,-4-1-48-15,-7 0 20 0,-6-1 100 0,1 1-36 16,-4 3-48-16,1 0 8 0,-1 0-20 16,0 0 20-1,3 7 16-15,2-1-52 16,3 0 76-16,0 4-64 0,0-1-56 16,8-2-252-16,0 2-120 0,1 1-216 0,2-1-536 0,5 4-672 0,0-4-856 15,0-2-1861-15,5 2-1691 0</inkml:trace>
  <inkml:trace contextRef="#ctx0" brushRef="#br0" timeOffset="148242.498">18705 15926 4060 0,'0'0'1420'0,"0"0"-536"0,0 0-284 16,0 0-212-16,0 0 3601 15,0 0-2581-15,0 0-208 0,9 66-88 0,-5-43-104 0,0 2-292 32,4 7-132-32,-5 2 48 0,6 5-28 15,-1 2-76-15,0 0-208 0,-1 4-124 0,2-1-24 0,-5-4-12 16,4 2 12-16,-1-3-124 0,1-4-48 15,-3-7-92-15,3-2 40 16,-5-7-8-16,5-3 12 16,1-7-28-16,-5-3-20 0,0-2-28 0,-4-1-204 15,3-3-140-15,-3 0-124 0,4 0-64 0,-4-3-164 0,0-7-576 16,0 3-1356-16,0-5-2705 0</inkml:trace>
  <inkml:trace contextRef="#ctx0" brushRef="#br0" timeOffset="148751.158">18686 16389 6716 0,'0'0'1016'0,"0"0"-656"0,0 0 1816 15,0 0-1167-15,0 0-445 0,-91 0 12 16,70 4 116-16,-3-4-16 0,1 3-144 0,-5-1-140 16,-4-2-140-16,0 4-228 0,-4 2 40 15,-4-3 76-15,1 4 84 16,-6-1-32-16,-2 3-120 0,-1-2-20 0,0 2 0 15,0 1 44-15,-3-1-92 0,-1 2 40 16,-4-3-40-16,-4 5-4 0,0-3 0 16,0-1 4-16,1 3 136 0,-5-5-92 15,4 3-48-15,-4-4 0 0,5 1 0 16,-5-1-24-16,0 0 20 0,1-3 4 16,-5 1-140-16,0-1-32 0,9 0 32 15,-1 0 140-15,8-3 288 0,0 0-44 16,4 0-244-16,-4-6-452 0,0 3-76 0,1-1 488 15,-1 1 40-15,5-3 128 0,-5 6-52 16,3-4-76-16,-2 2-140 0,-1 2 140 16,4 0 0-16,-3 2-24 0,-1 2 16 0,-4 2-44 15,4 1 16-15,-4 2 28 16,1-2 16-16,2 2 40 0,2 1-44 0,-1 2 0 16,4-2 48-16,5-1-44 0,-6 1 4 15,10-1 88-15,3 1 28 0,4-1-16 0,4-2 128 16,8-5-140-16,4 3 36 0,4-3-84 15,8-2-28-15,4 0-24 16,0 0-124-16,4 0-152 0,8-2-88 0,4-3 148 16,0-1 4-16,8 3-168 15,-4-2-204-15,0-2-296 0,4 0-348 16,-5-2-821-16,-6 2-1951 0,6-2-1803 0</inkml:trace>
  <inkml:trace contextRef="#ctx0" brushRef="#br0" timeOffset="149101.044">16024 16386 7372 0,'0'0'1736'0,"0"0"-972"0,0 0 64 0,0 0 265 16,0 0 111-16,-83 10-336 0,59-1-288 15,-8 4-288-15,0 2-292 0,0 4-68 16,-3 3 68-16,-2 2 116 0,1-3-116 15,-3 5 4-15,-6-1-4 0,10 3 4 0,-9 4 104 16,9 0 96-16,-6-1 8 16,9 5 28-16,0-4-76 0,9 0-64 0,3-4 0 15,8 0-24-15,8 2-64 0,4-3 52 16,0-4-4-16,16 2 160 0,8-6 16 16,4 1-12-16,8-5 12 0,3 1 28 15,6-3 32-15,2-1 28 16,1-2-56-16,0-1-56 0,0-2-76 0,-5 2-52 15,2-2-84-15,-6 2-48 0,-3-3-24 16,0 5-76-16,-8-5-236 0,0 2-188 16,0-1-72-16,-4-3-540 0,-1 2-228 0,-11-3-1424 15,0 4-2153-15</inkml:trace>
  <inkml:trace contextRef="#ctx0" brushRef="#br0" timeOffset="150106.001">11319 16443 4804 0,'0'0'1364'0,"0"0"-464"0,0 0-368 0,64-67 2240 16,-49 47-1395-16,6 2-29 0,-6-1-104 15,2 6-232-15,-2 5-272 0,-2 1-136 16,-6 0-8-16,1 4 100 0,-4 3 8 15,-4 0-152-15,0 0-136 0,0 3-36 16,-4 6 184-16,-8 8-164 0,0 2-204 0,-7 3-88 16,-6 7-32-16,1-1-64 0,-4 7 36 15,0 1-40-15,1-3-8 0,-1 6-4 16,4 3 4-16,-4 2-8 0,4 0 0 16,5 4-40-16,-1 3-20 15,7-4 68-15,1-2 4 0,9-7 0 0,3-6-4 0,3-7 0 16,5-3-12-16,5-6 8 0,2-3-140 15,2-7 84-15,7-3 60 16,-5-3 0-16,9-3 0 0,-4-6 68 0,0-4-68 16,-1 0 0-16,-2-6 0 0,-5-3 0 15,3 3-44-15,-6-4-104 16,-2 1-36-16,-3 6-32 0,-4 0 20 0,1 7-12 16,-5 3 36-16,0 3-12 0,-9 3-12 15,1-4 160-15,-3 4-12 16,-6 0 48-16,2 0-124 0,-9 0-48 0,4 0-60 15,-4 4 84-15,4 2 36 0,0 3-48 0,0 1-48 16,8 3-64-16,1-1-64 16,2 2-60-16,5-8-224 0,0 2-800 0,4-3-1080 15,0-5-1985-15,13 0-2063 0</inkml:trace>
  <inkml:trace contextRef="#ctx0" brushRef="#br0" timeOffset="150418.663">11924 16186 6672 0,'0'0'4265'0,"0"0"-2865"0,0 0 244 0,0 0 164 16,-19 63-492-16,14-38-128 0,-3 5-8 15,5-3-272-15,3 5-336 0,-4 3-256 16,4 4-84-16,0 5 36 0,0 4-51 15,4 6 15-15,3 6 12 16,-3 7-112-16,1 3-48 0,-1-1-76 0,-4 5-8 16,0-4-60-16,0-4 12 0,0-6-88 15,0-3-8-15,0-9-72 0,0-7-149 0,4-6 97 16,0-9-60-16,3-7-52 0,-3-6-120 16,0-7-148-16,1-3-236 0,-1-3-416 15,0-6-804-15,-4-7-844 0,3 3-1193 16,1-9-371-16</inkml:trace>
  <inkml:trace contextRef="#ctx0" brushRef="#br0" timeOffset="150640.844">12179 17079 11473 0,'0'0'2072'0,"0"0"-776"0,0 0 264 0,0 0-240 16,80 14-172-16,-48-14 272 0,0 0-360 0,7 0-572 16,-2-6-255-16,3-6-113 0,-1-1-20 15,-3-2-100-15,-4-2-192 0,-4 2-237 16,-4-5-227-16,-4 1-64 0,-4 4-244 16,-9 2-416-16,-2 3-1160 0,-5 7-2117 0,-9 3-1935 15</inkml:trace>
  <inkml:trace contextRef="#ctx0" brushRef="#br0" timeOffset="150833.368">12311 17161 8460 0,'0'0'2537'16,"0"0"-1049"-16,0 0-452 16,4 91 156-16,4-59-148 0,0 3-176 0,-4-3 164 15,0 3-40-15,0-6-488 0,0-1-336 16,0-6-168-16,-4 0-100 15,0-3 12-15,0-2-292 0,0-4-176 0,-4-4-284 0,4 0-284 16,-4-5-592-16,4-1-1268 16,-8-3-2777-16</inkml:trace>
  <inkml:trace contextRef="#ctx0" brushRef="#br0" timeOffset="150994.211">12414 17399 5196 0,'0'0'2824'0,"0"0"1533"15,0 0-3325-15,0 0-244 0,0 0 36 16,84-19-196-16,-68 12-240 0,4 1-156 0,-3 0-232 16,-2-1-80-16,1-2-460 0,-4 2-316 15,3-5-196-15,-2 5-248 16,-5 0-953-16,-4 1-2231 0,-4 6-1219 0</inkml:trace>
  <inkml:trace contextRef="#ctx0" brushRef="#br0" timeOffset="151167.059">12446 17548 1528 0,'0'0'1172'16,"0"0"6124"-16,0 0-5835 0,0 0-769 0,0 0-128 16,0 0 72-16,-24 66-24 0,37-66 96 15,-2 0 124-15,6 0-204 0,2-2-348 16,5-8-80-16,4 0-200 0,4-2 0 0,0-1 4 16,7 4 20-16,-11-4-24 15,0 4-1380-15,-7-1-968 16,-10 3-2317-16,2 0-3578 0</inkml:trace>
  <inkml:trace contextRef="#ctx0" brushRef="#br0" timeOffset="170419.974">14980 14059 156 0,'0'0'52'0,"0"0"-52"16,0 0-12-16,0 0 12 15,0 0 124-15,0 0 8 0,0 0-132 0,0 0-4 16,0 0-180-16,-11-7-79 0</inkml:trace>
  <inkml:trace contextRef="#ctx0" brushRef="#br0" timeOffset="171556.941">16120 13989 2228 0,'0'0'0'0,"0"0"-460"0,0 0 408 0,0 0-336 16,0 0 388-16,0 0-80 0,0 0-756 15,0 0 425-15</inkml:trace>
  <inkml:trace contextRef="#ctx0" brushRef="#br0" timeOffset="171633.853">16120 13989 1508 0,'-76'0'40'0,"76"0"-40"16,-4 0-416-16,4 0 416 0,0 0 36 15,-3 0 748-15,3 0-628 0,0 0-156 0,0 0-340 16,0 0-296-16,0 0 88 0,0 0 12 16</inkml:trace>
  <inkml:trace contextRef="#ctx0" brushRef="#br1" timeOffset="181298.136">17721 14751 6128 0,'0'0'6965'0,"0"0"-5973"16,0 0-728-16,0 0 468 0,0 0 188 15,0 0-280-15,0 0 72 0,0 0 156 16,0 0-316-16,0 0-108 0,0 0-40 0,49 38 48 15,-18-29 88-15,9 7-224 16,4 0-268-16,4 3 20 0,8 4-64 0,0-5 92 16,3 5-24-16,9-7-60 0,3 2 48 15,9-2-60-15,8-2 256 0,12-2 12 16,-1-5-159-16,13-1-13 0,4 0-84 0,7-6 172 16,5 0-184-16,-1 0-72 0,8 0 60 15,5-6 12-15,-1 0 0 16,1-1 8-16,-1-3 52 0,-3 1-56 0,-1 0 32 15,-3 2-36-15,-5-3-84 0,-7 1 36 16,-1-1-40-16,-7 1-8 0,-4 0-37 16,-5-5-75-16,-8 5 16 0,1-1-16 15,-8-2-12-15,-8 2 0 0,-5 1 24 16,-7-1 16-16,-9 1-92 0,-6-4 80 0,-10 7-80 16,-7-3-120-16,-12 2-160 15,-8 1-500-15,-8 0-1048 0,-8-5-1848 16,-12 3-673-16,0-3-2239 0</inkml:trace>
  <inkml:trace contextRef="#ctx0" brushRef="#br1" timeOffset="181713.97">22049 12471 5836 0,'0'0'7581'16,"0"0"-6461"-16,0 0-716 0,0 0-164 0,0 0 436 15,0 0 740-15,0 0-324 0,-40 79-416 16,16-40-208-16,-4 5-200 16,0 4-120-16,-11 5-64 0,-2 8-84 0,-6-4 0 15,-2 3-124-15,-2-6-352 0,-1 1 96 16,0-11 96-16,1-6 0 0,7-9 12 15,-4-8-124-15,8-8-100 0,0-3-264 0,5-10-584 16,3-7-1004-16,4-11-2333 0,7 1-2419 16,6-20 6776-16</inkml:trace>
  <inkml:trace contextRef="#ctx0" brushRef="#br1" timeOffset="181938.421">21368 12690 3132 0,'0'0'4056'0,"0"0"549"16,0 0-3645-16,0 0-728 0,0 0 304 0,0 0 464 15,-45 76-164-15,26-47-208 16,2 6 40-16,2 3-72 0,-5 3-300 0,8 3-48 16,-4 1-12-16,4 3-64 15,3 3-108-15,6-7-60 0,3-2-4 0,0-11 76 0,8-5-76 16,4-8-148-16,12-5-48 16,4-3 196-16,8-7 12 0,3-3-12 15,13-6-196-15,4-4-68 16,12-9-180-16,-1-7-256 0,14-2-220 0,1-7-392 15,10 0-628-15,0-3-1113 0,-25 13-2611 0,25-16 2392 16</inkml:trace>
  <inkml:trace contextRef="#ctx0" brushRef="#br1" timeOffset="182299.683">22786 12557 11009 0,'0'0'3196'16,"0"0"-2472"-16,0 0-488 0,-92-25 244 15,60 25 340-15,-3 0 0 0,3 9-76 16,-5 3-28-16,5 7-164 0,9 6-244 0,-1 5-112 16,4 5-12-16,4 6 12 0,0 0-12 15,8 4-28-15,8-7-32 0,0-7-124 16,0-5-100-16,8-10-68 0,5-7 32 0,2-6-144 16,5-3 132-16,4-6-72 0,3-10-36 15,5-6-64-15,1-3 12 0,-1-7 60 16,-5 0 28-16,1 4 20 0,-4-1 76 15,-4 4 76-15,-8 2 44 0,4 5 0 16,-8 1 4-16,-4 8 100 0,0 6-88 16,-1 3 296-16,1 0 184 0,-4 6-136 15,5 4-96-15,-5 5 120 0,4 8-36 0,-4-1-52 16,0 0-60-16,4-6-148 0,-4-4-84 16,0-5-184-16,4-3-132 0,3-4-224 15,6-7 28-15,-1-9-68 0,4-6-372 16,3-10-996-16,-2 7-2600 0,-2-16-2173 15</inkml:trace>
  <inkml:trace contextRef="#ctx0" brushRef="#br1" timeOffset="182931.428">23009 12100 7008 0,'0'0'5741'0,"0"0"-4337"16,0 0-760-16,0 0-12 0,7 66 724 0,-7-35 84 15,0 9-248 1,-3-3-68-16,-5 8-184 0,0-4-307 0,-4 3-345 15,4-2-288-15,0-4 0 0,1-10-324 16,2-1 79-16,5-13 61 0,5-3-44 16,6-6 80-16,1 2 40 0,8-4 8 0,0 1-140 15,3-4 56-15,-2 0 60 0,-1 3 28 0,-1-3 24 16,-2 3 64-16,3 3 4 16,-9-4-4-16,1 5 8 0,-3 0 0 15,-5-2 12-15,-1 2 72 16,-3 3 64-16,0 0 56 0,-7 3-20 0,-6-1-36 15,-6 1-52-15,-1-1-84 0,-1 4-12 16,-3-3 0-16,5-3-72 0,-1-1-16 0,4-6-56 16,4 0-112-16,0-3-84 0,4 0-140 15,4-6-244-15,0-3-88 0,4-1-288 16,4-6-608-16,8-3-392 0,7 0-465 16,2-3-515-16,7-1-1628 0,-4 4 2100 15,4 1 2308-15,4 1 169 0,-4 5 131 0,-5 2 651 16,1 4 1109-16,-4 6-1184 0,-4 0 4692 15,-4 0-2976-15,-4 9 85 16,3 5-597-16,-2-6-372 0,-1 3-304 0,-4-3-372 16,3-2-312-16,6-1-260 15,-5-5-112-15,7 0 0 0,1-7 64 0,1-2-112 16,6-11-184-16,-3 1-188 0,1-3-24 0,-6 3 36 16,-2-3 100-16,-2 9 36 0,-7 0 132 15,0 1 92-15,-4 5 240 16,0-2 20-16,-12 2 36 0,0 5-96 15,0-5-4-15,-4 4 88 0,0 3 112 16,0 0-64-16,4 10-60 0,1 5-64 0,-6 5-48 16,6 2 60-16,-2 6 96 0,2 5 368 15,3-6-172-15,-1-2-220 0,5-2-147 16,4-7-145-16,0-3-97 0,4-4-51 0,9-3 28 16,-2-6-112-16,10 0 172 15,3 0-48-15,4-12-444 0,-5-7-448 0,5-6-180 16,-4-5-560-16,0 2-2156 15,-5 3-2649-15,5-10 529 0</inkml:trace>
  <inkml:trace contextRef="#ctx0" brushRef="#br1" timeOffset="183135.727">23706 11947 5004 0,'0'0'7461'15,"0"0"-5437"-15,0 0-1480 16,0 0-104-16,0 79 868 15,0-47 316-15,0 7-372 16,0-2-188-16,0 1-224 0,0 1-291 0,0-1-249 0,0 0-208 16,0 0-92-16,0 1-124 15,0-6-140-15,0 6-345 0,0-7-99 16,0-3-36-16,0-7 36 0,0-2-228 0,8-9-664 0,0-8-1020 16,8-3-1657-16,-8 0-1347 0,12-9 1337 0</inkml:trace>
  <inkml:trace contextRef="#ctx0" brushRef="#br1" timeOffset="183532.598">23925 12515 1760 0,'0'0'8240'0,"0"0"-5727"16,0 0-1177-16,0 0-408 0,0 0 328 16,0 0 232-16,8 71-388 15,-8-66-384-15,0 1-360 0,0-6-356 0,0 5 0 16,0-5-172-16,0 0-396 16,8-11 140-16,4 3-140 0,0-9-276 15,4-2-184-15,4-3-384 0,0 3-648 0,4-3-473 16,0 3-435-16,-1 6 860 0,1 4 2108 15,-3 2 1248 1,-6 7-520-16,2 0-624 0,-6 0 2516 0,-3 3-1420 0,-3 4-235 16,-5 3 395-16,0-1 136 0,-5 4-452 15,-3-1-360-15,0 4-124 0,-3-3 24 0,2-4-116 16,-2 2-280-16,7-6-116 0,0-2-72 16,4 0 0-16,0-3-160 0,0 0 100 0,0 3-100 15,8-3-100-15,-1 0 260 16,6 0 0-16,2-3-136 0,-3-3 28 15,4 3 104-15,0 1-8 0,0-3-72 16,0 3-92-16,4 2-60 0,4 0 76 16,4 0 160-16,0 0 324 0,0 0-188 0,4 7-132 15,-4-2 0-15,-1 4 180 0,1 2 64 16,-4 1-124-16,4 1-124 16,-4-5-64-16,-5 6-468 15,-2-2-508-15,-6-5-712 0,-6 2-3577 0</inkml:trace>
  <inkml:trace contextRef="#ctx0" brushRef="#br1" timeOffset="187233.363">17060 13341 6048 0,'0'0'884'16,"0"0"-324"-16,0 0-416 0,0 0-140 0,0 0 448 15,0 0 496-15,0 0 76 0,0 0 509 16,0 0-149-16,0 0-568 16,0 0-284-16,-59 17 48 0,59 11 152 0,0 2 0 15,7 9-196-15,-3 6-236 0,5 2-52 16,-5 8-40-16,0 5-56 0,-1 3-56 0,-3 10-32 16,0 6-64-16,0 8 0 0,0 8-12 15,0-1-212-15,0 8 100 16,0 1-136-16,4-6-64 0,-4-5 76 0,4-6 108 15,5-10 104-15,-5-8 36 16,3-12 4-16,1-5-4 0,5-10-60 0,-6-3 44 16,5-10-96-16,0-5-60 0,-4-10-48 15,4-3 32-15,0-7 188 0,0-3 72 16,4 0 64-16,0-3-48 16,0-4-72-16,3-2-8 0,2 2 0 0,3-2-8 15,-5 2 0-15,9 5-12 0,-4 2 12 16,4 0 76-16,-4 0 40 0,4 0-116 0,-1 0 60 15,6 0-60-15,-1 0 212 0,4 0 40 16,-4 0-168-16,7 0-20 0,1 0-16 0,0 0-32 16,4 0 44-16,0 0-48 15,-1 0 100-15,5 0 24 0,0 0-128 16,0 0-8-16,3 0 0 0,-2 2 4 0,3 2-4 16,-1 2 0-16,1 0-60 0,4 4 60 15,-1-4-36-15,5 4 36 16,3-1 0-16,2 1-8 0,-1-4 8 0,3 3 4 15,1 1-4-15,3-4 48 0,2 1-40 16,2 0 76-16,1-2-84 16,3-2-12-16,5 4-52 0,0-4 64 0,-1 0 0 0,9 4-8 15,-5-4-40-15,9 3 48 16,-1 0 0-16,6 5 0 0,-2-3 4 16,4 3 8-16,-3-2-4 0,4 1 52 0,3 2-60 15,-3-6-44-15,3 4 44 0,2-4 0 16,1-3 112-16,2 4 24 15,0-4-36-15,3 0-52 0,1 0-48 0,4 0 0 16,-1 0 148-16,-3 4-72 0,3-1-76 16,-4 5-60-16,5-6 48 15,0 4 4-15,3 5 8 0,5-5 104 0,-1 4-96 0,0-1 32 16,2 1 12-16,2-4-52 16,0 5 8-16,0-5-4 15,5-4 56-15,-4 6-8 0,8-5-52 0,-5-3 12 16,4 4 72-16,0-4-16 0,0 0-60 15,1 0-16-15,0 0-24 0,-5 4 32 0,4-4 0 16,1 0 44-16,0 3-40 0,-1-3 0 16,1 4 4-16,-5-1 40 0,5-3-48 15,-5 1-44-15,-4-2 36 0,5 3 0 0,-5-5 8 16,1 2 4-16,-1 1-4 0,-3 4 12 16,0-1 36-16,-5 1 16 15,1 1-64-15,-10 3-4 0,2 1-68 0,-4-3 72 16,-5 5 8-16,1-2-4 15,-4 1 8-15,0 0 40 0,-5-4-4 0,-7 1-44 16,-1-4 96-16,-3 0-16 0,-9-3-84 16,1-3 0-16,-8 0-40 0,-5-3 32 15,-3-3 8-15,-4-4 0 0,-8-5 12 0,4-2-4 16,-9-1 80-16,1-2-80 0,-8-5-8 16,0 0 4-16,-4-4 4 0,-8 0 4 15,-5-6-8-15,2 0 68 0,-5-5-8 0,-5-4-60 16,2-8-4-16,2-3-12 15,-3-8-112-15,5-3 36 0,-6-11-232 16,1-5 112-16,0 0-64 0,-5-6-124 0,-2-5 184 16,-1 0 124-16,-4 1 16 0,-4-3 60 15,0 3-64-15,0 1 68 0,0 1 4 16,-4 5-8-16,0 1-140 0,0 6-196 16,4 4-132-16,0 1 92 0,0 10 212 0,-4 3-112 15,4 9-168-15,-5 3 96 0,2 10 360 16,-5 10 164-16,0 2-24 15,-4 10 72-15,0 0 216 0,0 7 76 0,-4-4-200 16,4 4-236-16,-4 2-68 0,1-2-92 16,-6 3-72-16,1-1-100 0,1 4 116 15,-1 0 148-15,-5-1 0 0,6 4-140 0,-9 0-212 16,4 0 352-16,-4 0 64 0,0 0 288 16,-4 0-352-16,-3 0-12 15,-5 4-280-15,-1-4 292 0,-6 3 120 0,-1-3-120 16,-3 0-152-16,-9 0-36 15,0 3 176-15,-4-3-216 0,-3 3 152 16,-5 1-28-16,-4-1 100 0,-4 0 0 0,1 0 0 16,-9 3 4-16,0-3-4 0,1 1 0 15,-9-1-52-15,1 0 52 0,-1 0-52 0,-4-3-36 16,0 3 16-16,-3-3-136 16,0 0 32-16,-1 0 4 0,0 0 160 0,-4 3 16 15,-3-3 0-15,-1 0 68 0,-3 4 36 16,0-1-100-16,-1 3 0 0,0-3-8 15,1 3-40-15,0-1 44 0,-1 0-56 16,0-2 48-16,4 1-124 0,-3-4 40 16,0 2 28-16,-5-2 16 0,0 0-68 15,5 0 116-15,-4 0 0 0,-1 0 52 16,4 0-52-16,1 0 48 0,-5 0-40 0,4-2 0 16,-2 2-12-16,-6-4 4 0,4 4 0 15,1-3 60-15,-5 0-60 0,5 1-4 16,-1-3-4-16,4 3 8 0,-3-2-48 15,0 1 44-15,3 3-4 0,-7-6-92 16,3 6 24-16,0-7 76 0,-3 7-12 16,3-6 4-16,0 6-96 0,1-6 40 15,4 3-8-15,-5-1 72 0,5-2 140 16,-5 3-140-16,4-3-136 0,-4-1 132 0,6 1 4 16,-2-1 4-16,0 4 8 0,5-3 56 15,-1 0-60-15,4-1-8 16,1 4 0-16,0 0 0 0,-1 0 0 0,1-1-80 15,-1 4 28-15,1 0-24 0,2 0 68 16,2 0 12-16,-1 0-4 0,5-2 92 0,-1-3-16 16,5 3-28-16,-1-1-36 0,1 0 64 15,3-3 0-15,-4-1 28 0,5 1-92 16,-1 0 76-16,4-1-84 0,4 3 68 16,4 1 4-16,1 3 12 0,3 0-44 15,5 0-44-15,3 0-12 16,0 0 12-16,9 0 88 0,-1 0-24 0,4 0 164 15,4 0-52-15,5 0 128 0,-2 0-36 16,6 0-44-16,2 0-20 0,2 0-16 16,-1 0-36-16,4 0 24 0,5-3-40 0,3 3-136 15,-4-2 152-15,8-2-148 0,0 4 4 0,-1-2 132 16,10-3-88-16,-5 3 60 16,8-2 64-16,1 4-52 0,-2-3-76 15,5 3 40-15,4 0-76 0,1-3 76 0,3 3-4 16,0 0-84-16,0 0-88 15,0 0-100-15,0 0-72 0,0-2-132 0,7 2-172 16,1-5 224-16,12 5-116 16,0-2-264-16,8 2-364 0,7 0-1125 15,2 0-1979-15,-9 0-688 0,19 0 3272 0</inkml:trace>
  <inkml:trace contextRef="#ctx0" brushRef="#br1" timeOffset="188879.861">8212 15523 9336 0,'0'0'1693'0,"0"0"-637"0,0 0-108 16,0 0-32-16,0 0-348 0,0 0 240 0,0 0 60 15,82-14-116-15,-41 2-104 0,-1-1-216 16,7-3-172-16,1-3-24 16,4 0-52-16,-1-6-60 0,1-3-28 0,-3-1-96 15,-2-3-4-15,-3-3-144 0,0-3-432 16,-5 0-324-16,-7-1-396 0,0 2-744 16,-16 8-2709-16,0-3-3891 0</inkml:trace>
  <inkml:trace contextRef="#ctx0" brushRef="#br1" timeOffset="189118.771">8805 14996 6168 0,'0'0'4420'0,"0"0"-4304"0,0 0 669 16,0 0 139-16,79 6-296 0,-55-6 60 0,0 3 428 16,0-3-212-16,1 0-424 15,-6 3-264-15,1-3-204 0,-4 6 72 16,0 1-84-16,-8 5-72 0,-5 7 72 0,-3 8 0 15,0 3-76-15,-7 8-116 16,-9 4 40-16,-4-1 28 0,-4 3-52 16,0 5-100-16,1-6-100 0,-5 2-220 0,-4-1-204 15,4-2-488-15,-4-4-757 0,0-3-1843 16,8-9-1696-16,-15 5 5468 0</inkml:trace>
  <inkml:trace contextRef="#ctx0" brushRef="#br1" timeOffset="189959.832">5717 16170 9508 0,'0'0'2153'0,"0"0"-897"0,0 0-172 16,0 0 216-16,0 0-80 15,-80-47-12-15,56 43-368 0,9 1-312 0,-6-1-232 16,1 4-16-16,5 0 112 0,3 4-84 16,-4 6-212-16,4 2-96 0,3 6-160 15,2 6 52-15,-1 7 24 0,4 1 76 16,4 4-56-16,0-5-44 0,4-6-28 15,4-6 28-15,-4-6-76 0,4-7 36 0,4-6 0 16,-4 0 48-16,4-3-20 16,4-6-128-16,-5-4-160 0,6-4 176 15,-6-2 8-15,6 5-60 0,-10-3-28 0,10 4 128 32,-6 7 72-32,10 0-88 0,-6 6 200 0,1 0 112 15,4 9 124-15,0 5 48 0,-4 0-36 0,0 5 28 0,-5 0-56 16,2 1-20-16,-2-8-64 0,-3 1-136 0,1-6-88 15,-5-4-184-15,0-3 48 0,-1-3-508 16,1-10-356-16,5-6-968 16,-9-9-2061-16,4 3-2359 0</inkml:trace>
  <inkml:trace contextRef="#ctx0" brushRef="#br1" timeOffset="190365.368">5785 15558 1852 0,'0'0'9789'0,"0"0"-8393"0,8 72-760 0,-5-30 404 16,1 9 548-16,0 3-168 0,5 6-480 15,-5 3-436-15,0 0-260 0,3 4-244 16,2-6-24-16,-1-4-148 0,-4-3-136 16,3-10 112-16,1-6 36 0,1-10 48 0,-5-5-36 15,3-7-12-15,-3-6 12 16,0-4-76-16,0-3-84 0,1-3 60 0,2 0 120 15,5 0 68-15,1 0 60 0,2-3 4 16,5-1-4-16,-1 2-12 0,6-3 12 0,-1 3-4 16,0 2-56-16,0-3 60 15,-5 3-8-15,5 0 8 0,-8 0 52 16,-4 0 48-16,0 0 24 0,-3 0 172 0,-2 3-72 16,-3-1 12-16,0 3-76 0,-4 1 12 15,0 0 100-15,0 7 48 16,-4-3-196-16,-7 2-72 0,-2 1-52 0,2-1-4 15,-6-2-44-15,2-4-200 16,-6 1-72-16,-3-4-48 16,5-3-28-16,-1 0-312 0,-1-7-136 15,6-2-236-15,2-1-60 0,6-2-276 0,3-1-601 0,4 1-2067 16,0 2-908-16,4-9 3884 0</inkml:trace>
  <inkml:trace contextRef="#ctx0" brushRef="#br1" timeOffset="190858.827">6354 16268 2784 0,'0'0'10009'0,"0"0"-8357"0,0 0-1360 16,0 0-40-16,0 0 392 0,0 0 460 15,0 0-444-15,0 0-536 0,0 0-116 0,0 0 204 16,52 51 36-16,-40-64 24 15,4-6-272-15,-4-3 0 0,4-6-348 0,-4 2-108 16,0 1-56-16,-4 2 28 16,0 2-8-16,-1 5 228 0,-7-1-28 15,0 6-136-15,0 0 24 0,0 5 340 0,-11 4 64 16,-1-3 12-16,0 5 264 0,-4 5 240 16,4 3-124-16,-4 5-56 0,4 10-92 15,4 2 68-15,0 4 76 0,1 5-40 16,3-2-16-16,4 4-68 0,-5-9-104 15,5-2-148-15,0-5-12 16,0-8-124-16,0-5-136 0,5-7-100 0,-1 0-12 0,3-7 148 16,1-5-188-16,5-13-132 0,-2-3-312 15,5-8-540-15,-4-2-1449 0,0 10-2847 0,-5-17 1112 16</inkml:trace>
  <inkml:trace contextRef="#ctx0" brushRef="#br1" timeOffset="191208.427">6597 15621 8928 0,'0'0'4221'15,"0"0"-3709"-15,0 0-92 0,24 83 352 0,-16-49 764 0,1 1 20 16,-1 7-496-16,-1-5-400 0,5 4-268 16,-3-3-220-16,-2 1-172 15,1-1-64-15,-4 3-400 0,0-6-260 16,1 0-152-16,-2-3-228 15,1-6-376-15,0-11-76 0,4-5 64 16,-4-7-229-16,-1-3-907 0,6-3-1640 0,-1-10 1896 0,0-6 1300 16,0 0 1072-1,4-3 80-15,-1 2 624 0,2 9 548 0,-1-3 404 16,-1 9 908-16,2 5-640 0,-2 0-48 0,2 0-231 0,-2 5-313 0,-3 4-216 16,1 4-144-16,-1 4-180 0,-1-2-156 15,1 3-200-15,1 3-176 0,-2-6 300 16,-3-2-440-16,-4-7-120 0,0-2-420 15,0-4-460-15,0 0-388 16,0 0-344-16,0-7-700 0,0-3-1717 0,-4 1-771 16</inkml:trace>
  <inkml:trace contextRef="#ctx0" brushRef="#br1" timeOffset="191719.278">6952 16011 4144 0,'0'0'220'0,"0"0"4412"15,0 0-3892-15,0 0-560 0,0 0-180 16,0 0-64-16,0 0 56 0,88-31-264 0,-76 24-660 15,3 1-276-15,2 0-196 0,3-1 648 16,-5 1 80-16,6 6-132 0,-6 0-1712 16,-2 0 2508-16,-2 6 12 0,-3 3 2112 0,1 8 636 15,-6-5-876-15,1 4-328 16,4 0 97-16,-8-3-153 0,4-1-288 0,-4-5-340 16,0-1-216-16,4-3-192 0,-4 0-276 15,0-3-164-15,0 0-12 0,0 0-108 16,0 0-208-16,0 0-8 0,0 0-56 0,0 0 64 15,0 0 100-15,0 0 92 16,0 0 124-16,5 4 24 0,-2-2 316 0,-3 5-136 16,4-4-28-16,4 0-176 0,-4 1 0 15,0-2-188-15,4-2 124 16,0 0 60-16,4-6-124 0,0 0-364 0,7-7 172 16,2-3 320-16,-1 1 76 0,-1-1-76 15,-2 3-1172-15,-2 1 340 16,-7 5 576-16,1 4 216 0,-2 3 40 0,-3 0 8 15,-4 0 340-15,4 10 600 0,-4-4 72 16,0 3-160-16,0 1-204 0,0-4-180 16,0 0-200-16,0-6-276 0,4 0-24 0,-4 0-300 15,0 0-356-15,5 0 84 0,-1-6-24 16,-1 0-16-16,1 0-132 0,4-1 40 16,0 1 304-16,0 2 204 0,4 4 220 15,-1 0 732-15,2 10 52 0,2 3-72 16,6 3 92-16,-1 3 28 0,-5 4 404 15,6-4 148-15,-6-5-976 0,-2 0-404 0,-6-2-4 16,1 4-544-16,-4-3-720 0,-4 0-1220 16,-4 5-5013-16</inkml:trace>
  <inkml:trace contextRef="#ctx0" brushRef="#br1" timeOffset="192027.208">5557 17098 340 0,'0'0'11429'0,"0"0"-9361"16,0 0-1548-16,0 0 288 0,0 0 552 0,0 0 72 15,80-14-596-15,-36 9-320 0,4-6-24 16,8-1-64-16,8-1-160 15,7 0-108-15,5 1-112 0,12-4 88 0,8 0 20 16,7-3-108-16,0 0 64 0,9-3 44 16,0 0-148-16,-1-1 104 0,5-2-112 0,-1 3 0 15,5-4-8-15,-5 4-272 16,-7-1 36-16,-5 2-368 0,-7-2-132 16,-9 8-180-16,-6-2-412 0,-14 9-768 15,-19 1-2533-15,3 3-4127 0</inkml:trace>
  <inkml:trace contextRef="#ctx0" brushRef="#br1" timeOffset="192164.533">8434 16398 16409 0,'0'0'2948'0,"0"0"-2668"0,0 0-280 15,0 0-1252-15,0 0-700 0,0 0-916 16,-99-12-2841-16</inkml:trace>
  <inkml:trace contextRef="#ctx0" brushRef="#br1" timeOffset="209832.013">2748 11858 1880 0,'0'0'2984'0,"0"0"-2216"0,0 0 2404 0,0 0-1596 16,0 0-519-16,0 0-233 15,0 0 84-15,0 0-44 0,-39 0-168 0,35-3-104 16,0-1-24-16,-5 2-76 0,2-4 20 15,-1 0-40-15,0-1-88 0,0 0-148 16,-4-2-28-16,0-4 16 0,0 1 24 16,-4-1-64-16,-4-6 0 0,0-1-148 0,-3-2-36 15,-1 0-48-15,0 0 36 16,-4 0-40-16,0-4-44 0,0 4 8 16,0-3 20-16,1-4 64 0,-5 1-40 0,-5-4-40 15,-2-4 80-15,-5-4-80 16,-4-2-88-16,-4-5-136 0,5-1 36 0,-2-3 136 15,2 4 124-15,3-4 12 16,8 0-8-16,0 3 68 0,4-2-48 0,1-1 0 16,3 2 76-16,0-1 160 0,3 2-64 15,-3 1 4-15,5-1-16 0,-1 1 84 16,0 3-44-16,-4-4-140 0,0-3-72 16,0 1-144-16,-4-1 108 0,4 0 36 0,1 0 4 15,-1 0-4-15,0 4-112 0,4-5 8 16,0 5 104-16,5-3 0 0,2 1 0 15,2 5-4-15,2-3 4 0,6-1 244 0,-1 0-244 16,3 1-36-16,5-1 24 16,0-2-88-16,0-2 88 0,5 2 0 0,-1-4-84 15,4-1-4-15,-1 3-60 0,2-3 0 16,-1 4 72-16,-1 1 88 16,1 4 64-16,1 2 20 0,2 0-20 0,-3 3-64 15,5-1 8-15,-2-2 164 0,-3 3 36 16,4-1-144-16,-8 5 44 15,4-1-44-15,0 2 20 0,0-2-84 0,0 0-4 16,0-3 0-16,0-1 4 0,4-2-4 16,-4 0-100-16,7 2 44 0,-2 0-24 15,-2 2 76-15,2 5 0 0,-1 3-76 0,-1-3-28 16,6 0 108-16,-2 0-80 16,5 3-52-16,-3 1 136 0,2-1-52 0,1 4 52 15,0 2-60-15,4-2 16 0,-4 3 44 16,4-5 108-16,-5 5-108 0,5 0-36 15,-3 3-100-15,-2-4 136 0,1 0 0 0,0 1-4 16,5-3-132-16,-2-1-184 16,1 0 280-16,-4 4-32 0,-1 3 48 15,-2 2-28-15,-2 5 52 0,-6 5 88 0,3 2-76 16,-5 1-4-16,-3 0-8 0,1 0 188 16,-1 4-28-16,0 3-36 15,-4-2-76-15,0 2-40 0,4 0 40 0,-4-3 40 16,0-1 0-16,3 2-4 0,1-3-84 15,0-1-12-15,0-2 8 0,9-3-32 16,-6 2 36-16,10-7 48 0,-2 3-48 16,-2 1 52-16,2-1 68 0,-3-1 40 0,-4 6-60 15,0-2-40-15,0 3 4 16,-1 2-4-16,-2-2-60 0,7 0 8 0,-4 1 132 16,4-2 92-16,4-3 40 0,-4-2-4 15,4 4-132-15,0-4-72 0,-4 5-56 16,-1-3 32-16,2 2 108 0,-6-1-28 0,1 4-44 15,1 3-64-15,2-4-12 16,-7 4 120-16,4 0-60 0,1-3-12 0,-6 3 28 16,5-4-4-16,0 1-12 0,0-1 52 15,-4 0 20-15,4 2-48 16,-4 2-32-16,0-3-44 0,4 1 0 0,-5 3-4 16,2-2 4-16,-5 1 0 0,0 3 0 15,4 0-4-15,-4 0 4 0,0 0 4 0,0 0-4 16,0 0-8-16,0 0-12 0,0 0-60 15,0 0 60-15,0 0-52 0,0 0 64 16,0 0 4-16,0 0 44 0,4 0 4 16,-4 0 20-16,0 0 0 0,4 0 12 15,-4 0-8-15,4 0-16 0,0-2 1 0,-1-1-13 16,-3 3 0-16,0-4-36 0,5 4 76 16,-5 0-28-16,0 0-12 15,4 0-40-15,-4 0 64 0,0 0 24 0,0 0-36 16,0 0-48-16,0 0 0 0,0 0 64 15,0 0-28-15,0 0 12 0,0 0-48 0,0 0 84 16,0 0-48-16,0 0 0 0,0 0 0 16,0 0-36-16,0 0 0 15,0 0 52-15,0 0-56 0,0 0 40 0,0 0-44 16,0 0-4-16,0 0-4 0,0 0-4 16,0 0-4-16,0 0 0 15,0 0-36-15,0 0 44 0,0 0-4 0,0 0-4 16,0 0-64-16,-4 0-92 15,4 0-364-15,-5 4-405 0,-2 1-75 16,-1 4-660-16,0 2-2176 0,-12 14-4765 0</inkml:trace>
  <inkml:trace contextRef="#ctx0" brushRef="#br1" timeOffset="211547.587">3179 11312 9608 0,'0'0'556'15,"0"0"-556"-15,0 0-180 0,-92-54 180 0,64 33 516 16,0-2-232-16,5 1 141 0,-1-4 51 16,4 4-24-16,0-3 8 0,4-1-88 15,4-2 60-15,-4 0 28 0,4-5 148 0,-4 5 136 16,0-4-240-16,4-3-116 15,-3 0-144-15,-2-3-96 0,6-4 0 0,-10-5-60 16,6 3 8-16,-2-4-96 0,2 0-88 16,2 0 80-16,-2 4-36 0,2 5 44 15,6 6 12-15,-1 1 288 0,4 3-100 16,4 0 344-16,0-2-112 0,0-1-208 16,0 0-124-16,0 0-100 0,8 0 84 0,-4-3-20 15,8 4 8-15,-4 2-24 0,4-2 40 16,0 2-76-16,0 1 0 0,4 2-12 15,0 4-4-15,-5 3-84 0,6 0 16 16,-6 3-28-16,6 3 4 0,-6 4-104 0,5-2 76 16,-4 6-48-16,4-4-64 0,-4 2 76 15,0 3-40-15,0 2-72 16,-4-1-28-16,3 0 4 0,-2 3 32 16,-5 0 8-16,4 3-68 0,-4 0-144 15,3 3-96-15,-2-4-568 0,-1 5-556 0,0 0-449 16,-4-2-743-16,0 2-2308 0</inkml:trace>
  <inkml:trace contextRef="#ctx0" brushRef="#br1" timeOffset="212231.802">2765 8775 1280 0,'0'0'4244'0,"0"0"-2840"16,0 0-144-16,0 0 464 0,0 0 121 15,0 0-437-15,0 0-352 0,0 0-124 16,0 0 0-16,0 0-40 0,-28-9-236 15,20 3-196-15,-1-1-28 0,-2-2-76 0,-1-4-244 16,-4 0-100-16,0-6 84 0,0 0-88 16,1-4 68-16,-6-5-76 0,-3-4-144 15,4-2-88-15,-3-4 132 0,6-4 40 16,-3-3-64-16,5 1-100 0,3 0 52 16,3-5 36-16,6 3-48 15,3 1 32-15,0 1 40 0,0 0 52 0,7 2 12 16,2-2 36-16,3 2-136 0,-1-5 140 15,6 6-40-15,-6-4-40 0,6 3 76 16,-6 1-104-16,6-1 108 0,-2 2-60 16,5 1 64-16,0 1-108 0,-4 4 0 15,0 2 48-15,0 7 64 0,0 0 28 0,0 4 144 16,0 3-88-16,-4-1-84 0,0 6-96 16,-4 0 96-16,0 4 112 15,-1 3 48-15,-3 2-156 0,5-2-8 0,-1 3 4 0,-1-3-112 16,6 3 48-16,-2-1 20 0,1 1 40 15,0 0-120-15,-4 3-136 0,-4 0-132 16,-4 0-72-16,4 0-204 0,-4 3-384 16,4 7-324-16,-4-1-589 0,0 1-963 0,0 10-2196 15</inkml:trace>
  <inkml:trace contextRef="#ctx0" brushRef="#br1" timeOffset="-198598.284">15351 854 1656 0,'0'0'1748'16,"0"0"-1264"-16,0 0 1936 0,0 0 88 0,0 0-1008 15,0 0-763-15,0 0-197 0,0 0 36 16,0 0-52-16,-76 0-124 0,69 3-184 15,-2 0-28-15,5 0 44 0,-4 4-16 0,-3-1-64 16,2 7-24-16,-2-1 24 16,-1 7 76-16,-4 0-40 0,4 7 40 15,-1 3-52-15,-2-2-40 0,2 6-32 0,-2 2-4 16,7 0-24-16,-4 3 0 0,4 2-64 0,4 2 112 16,0 0-24-16,4 2 40 15,0 0 24-15,4-2 112 0,8-1-12 16,0-3-152-16,0-3 24 0,4-10-124 0,0-6 64 15,0-5 24-15,7-8-16 16,-2-6-8-16,3 0 36 0,4-6 0 16,0-11 60-16,3-2-136 0,-3-3-36 15,-1-10-136-15,1 1-112 0,0-4-60 16,-3-7-116-16,-5 4 12 0,-1-3-8 0,1 0-4 16,-8-3-80-16,4 2 60 0,-8 2 88 15,0 1 52-15,-3 0 36 0,-5 1 192 16,0 6 76-16,-5 1 76 0,-3 5 76 15,-4 1 52-15,0 6 52 0,0 7-132 0,1 2 232 16,-2 4 148-16,2 2-88 16,-6 4-164-16,6 0-40 0,-1 0-60 0,-4 10-60 15,0 3-44-15,0 2 52 0,-1 11-88 16,-2-1-12-16,-5 6-108 0,4 2-108 16,0 2-436-16,0 0-360 0,0-7-552 0,8 2-1005 15,1-12-647-15,-2-6-1968 0</inkml:trace>
  <inkml:trace contextRef="#ctx0" brushRef="#br1" timeOffset="-198383.555">15279 1127 168 0,'0'0'2076'16,"0"0"244"-16,0 0 1596 0,0 0-2364 16,4 89-43-16,-12-61-85 0,4 4 24 15,-8 3-260-15,4 0-284 0,-3 3-280 16,-6-1-228-16,2 5-220 0,2-3-176 15,-2-2-104-15,2-2-268 0,6-7-364 16,-1-9 80-16,4-8-72 16,4-8-96-16,0-3-140 15,0-3-764-15,8-13-765 0,-4 7-1479 16,3-21 832-16</inkml:trace>
  <inkml:trace contextRef="#ctx0" brushRef="#br1" timeOffset="-198232.058">15227 1454 1604 0,'0'0'784'15,"0"0"-200"-15,0 0 3448 0,0 0-2216 0,0 0-316 0,0 0-263 16,0 0-17-16,0 0-100 15,84 57-120-15,-76-41-192 0,4 3-28 16,0 0-120-16,0-3-112 0,4 3-128 0,0 0-160 16,0 0-76-16,0-3-184 15,0 0-64-15,0-3-168 0,3-1-240 16,2-5-296-16,3-4-160 0,4-3-240 16,0 0-740-16,-5-7-2481 0,9-8-3659 0</inkml:trace>
  <inkml:trace contextRef="#ctx0" brushRef="#br1" timeOffset="-197898.906">16080 930 3676 0,'0'0'7873'0,"0"0"-6589"16,0 0-660-16,0 0 164 0,0 0 764 16,0 0-24-16,0 0-516 0,-75 39-384 0,62-18-220 15,6 5-52-15,-5 12-28 0,8 3 4 16,-1 8-28-16,1 3-60 0,1 9-60 16,-1 2-16-16,0 1-56 15,4-4-16-15,-4 1-36 0,4-11-12 0,0-5 36 16,8-13-32-16,-1-4-52 0,6-9-148 0,-1-3-168 15,4-3-108-15,3-7-64 0,1-3-112 16,5-3-52-16,-2-9-220 0,-3-7-780 16,4-6-1060-16,-8 3-2313 0,4-16-1947 15</inkml:trace>
  <inkml:trace contextRef="#ctx0" brushRef="#br1" timeOffset="-197477.067">16312 1241 1304 0,'0'0'7320'0,"0"0"-4915"0,0 0-633 0,0 0-384 0,23 86 152 16,-11-58 176-16,4-2-532 15,-4 6-372-15,8-4-176 0,0-2-160 16,-4 2-108-16,4-6-148 0,0-2-180 0,-5-8-40 16,2-3-84-16,-2-2 32 15,2-7-32-15,-2 0-148 0,-3 0 48 16,4-3 28-16,-4-7-164 0,0-3-120 0,0 1 0 15,-4-10-28-15,0 3-88 16,0-6-100-16,-8-1-40 0,4-2-20 16,-4-5 128-16,0 3 120 0,-8-6 164 0,0-2 200 15,4 0 104-15,-4 2 88 0,0 2 88 16,4 5 52-16,0 7 312 0,4 3-36 0,0 6 24 16,4 4-44-16,4 0 28 0,0-1-104 15,4 3-40-15,3-2-32 16,6 2-8-16,-1 0-32 0,-1 2 0 0,5-2 44 0,4 0-44 15,-3 5-104-15,2-4-92 16,1 2-100-16,0 2-4 0,0-3-56 16,-1 3-40-16,-2-2-8 0,-5 1-124 0,-5 3-404 15,2 0-188-15,-6 0-52 0,2 3-380 16,-9 8-1168-16,-4 1-2657 16,0-3-2435-16</inkml:trace>
  <inkml:trace contextRef="#ctx0" brushRef="#br1" timeOffset="-197197.542">16849 1305 3220 0,'0'0'392'0,"0"0"2136"0,0 0 472 15,0 0-1023-15,0 0-361 0,0 0 128 0,0 0-196 16,0 0-380-16,0 0-328 0,84 3-88 16,-69-13-12-16,2 7-204 0,-2-3-240 15,-6 3-128-15,-1 3-128 0,-4 0-40 16,-4 0-88-16,3 0 84 0,-3 0 4 15,0 6 124-15,0 10-4 0,0 0 4 0,0 4-64 16,-3 1 0-16,-1-2-56 0,0-1-4 16,0 1 4-16,-1-2-4 0,5-4 0 15,0-3-8-15,0-1-88 0,0-3-16 16,0-3 16-16,5 4-16 0,-1-7 28 16,4 0-268-16,-1 0-52 0,10 0 36 0,-2-3-284 15,9-7-348-15,0-2 252 16,0-5-708-16,-4 5-5253 0</inkml:trace>
  <inkml:trace contextRef="#ctx0" brushRef="#br1" timeOffset="-197046.474">17423 1365 848 0,'0'0'1616'16,"0"0"8433"-16,0 0-8041 0,0 0-908 16,0 0 56-16,-20 83 456 0,12-61-260 15,-4-3-584-15,4 0-340 0,0 0-232 0,-3 0-196 16,-2-3-36-16,5-1-332 0,-3 2-240 15,2-4-152-15,-2-1-128 16,-2 1-300-16,1-4-880 0,5-2-2128 0,-6-4-2737 16</inkml:trace>
  <inkml:trace contextRef="#ctx0" brushRef="#br1" timeOffset="-196473.657">17590 1158 952 0,'0'0'8852'0,"0"0"-6111"0,-4 70-945 15,12-35-608-15,4 4 168 0,-4 5-16 16,8-2-296-16,0 2-296 0,-1-3 84 0,-2-6-104 16,2-6-375-16,2-8-217 15,-6-5-52-15,10-2 48 0,-1-8-120 0,3 0-12 16,1-4-180-16,-3-2-40 15,-2-11 63-15,-3-9-39 0,-4-2-84 0,0-7-12 16,0 1-36-16,-8 3-112 0,0-4 60 16,-4 4 64-16,0-4 20 0,-8 0-60 15,0-2 48-15,-4-4-64 0,0 0 100 16,0-3 100 0,0 3 160-16,0-2-52 0,1 4 64 0,2 5 52 0,9 6-40 0,0 5 100 15,0 1 148-15,0 7 84 0,13-1 88 16,-2 1 24-16,6-1-88 0,2 1-40 15,5-1-8-15,4 1-52 0,4-1-48 16,4-3 20-16,-1 4-44 0,6-1 36 0,-2-2-88 16,1 5-96-16,-4 1-48 0,-5 0-72 15,1 0 24-15,-4-1-84 16,-4 4-184-16,-3-3-308 0,-6 2-120 0,-2 4-128 16,-6 0-436-16,-7 0-1236 0,0 7-2953 15,0 2-2667-15,-16 10 7916 0</inkml:trace>
  <inkml:trace contextRef="#ctx0" brushRef="#br1" timeOffset="-196154.142">18144 1171 5624 0,'0'0'7749'0,"0"0"-5837"0,0 0-752 15,0 67-412-15,-4-42 820 0,0 1 124 16,0-1-572-16,0 0-535 0,1 1-269 0,-6-1-208 15,5-6-48-15,0 0-56 16,4-3 0-16,0-6 4 0,0 3-8 0,8-4 48 16,1 1-48-16,-2-1-12 0,9 4-60 15,-4-4-12-15,8 4 80 0,-4-4-4 16,-1 1 0-16,6 3 4 0,-10-4 4 16,6 4 0-16,-6-1 0 0,2-1 0 15,-5 1 48-15,-5-3 0 0,-3 1 0 16,0 0 24-16,0-1-4 0,0 1-68 15,-7-1-156-15,-6 0-112 0,5-2-84 16,-7-1-133-16,-1-2-135 0,-5-1-296 0,-2-3-420 16,3-7-900-16,0 1-2100 15,-12-16-2785-15</inkml:trace>
  <inkml:trace contextRef="#ctx0" brushRef="#br1" timeOffset="-195981.529">18196 1298 484 0,'0'0'6140'0,"0"0"1141"0,0 0-5073 0,0 0-176 0,0 0-372 16,92 4-476-16,-77-4-516 0,2-4-375 15,2-2-197-15,1-3-96 0,0-4-513 16,8-3-423-16,-5-3-276 0,9-3-676 16,-4 5-2124-16,13-10-5829 0</inkml:trace>
  <inkml:trace contextRef="#ctx0" brushRef="#br1" timeOffset="-195748.582">18917 873 1460 0,'0'0'6520'0,"0"0"-2431"0,0 0-2213 0,0 0-20 0,0 0 180 16,0 0 32-16,67 73-364 0,-46-50-743 16,-5 2-453-16,3 2-144 0,2 3 336 0,-1 5-304 15,-1-1-252-15,-6 4-60 0,-2 6-32 16,1-2-4-16,-8 6-40 15,0-3-8-15,-4 2-112 0,-8 1 52 0,-4-4-48 0,1 0-120 16,-10 1-36-16,5-3-76 16,-7-1-36-16,-5 0-116 0,0-3-8 0,-8 0 40 15,-1-1-185-15,-2-1-575 0,-8 2-512 16,10-12-2404-16,-31 5-2165 0</inkml:trace>
  <inkml:trace contextRef="#ctx0" brushRef="#br1" timeOffset="-193473.767">14203 876 3800 0,'0'0'728'16,"0"0"5332"-16,0 0-3775 0,0 0-693 15,0 0-396-15,0 0 148 0,0 0-80 16,-47-63-232-16,31 57-220 0,-5 1-132 15,2 3-228-15,-5 2-172 0,-4 0-96 16,0 7-3-16,0 2 27 0,-4 3-28 0,0 4-36 16,1 10-32-16,-1 2 8 15,0 7-24-15,0 6-92 0,0 6-4 16,0 11-84-16,4 0 72 0,0 5-28 0,4 0 40 16,5-2 60-16,11-8-56 0,3-2 52 15,5-6-56-15,13-7 0 0,2-3 4 16,6-7 92-16,3-2 40 0,0-5 44 15,-1-1-48-15,1-7 4 0,0-7 20 0,0 1 12 16,0-4-72-16,0-3-88 16,-4 0-8-16,-1-10-128 0,-2 1-100 0,-6-1-124 15,6-5-108-15,-10-2-220 0,1 2-205 16,-3-5-483-16,-5 4-800 0,0 2-2120 16,-5-3-1933-16,1 4-850 0</inkml:trace>
  <inkml:trace contextRef="#ctx0" brushRef="#br1" timeOffset="-193211.382">13833 1441 2492 0,'0'0'5968'0,"0"0"-2751"0,0 0-1157 16,0 0-616-16,0 0 88 0,0 0 32 0,0 0-224 15,80 3-400-15,-61-3-256 0,5 0-284 16,-3 0-252-16,-2 0-148 16,1-6-52-16,0 0-252 0,-4-5-292 0,4 3-188 0,0-5-148 15,0 3-112-15,-4 1-48 0,-4 5-768 16,0 1-1064-16,-8 3 139 0,0 0 189 15,-4 7-20-15,0 2 2616 0,0 8 584 16,0 2 1592-16,0 3 96 0,-4 3-271 0,4 7-349 16,0 0-212-16,0 2-268 15,0 4-164-15,0 1-272 0,0-4-140 16,0-1-128-16,4-2-196 0,0-4-272 0,4-5-148 16,-1-7-568-16,6-4-256 15,2-12-244-15,2-2-608 0,-2-8-928 16,9-18-4549-16</inkml:trace>
  <inkml:trace contextRef="#ctx0" brushRef="#br1" timeOffset="-192861.276">14857 819 12657 0,'0'0'4408'0,"0"0"-3564"0,0 0-792 15,0 0 404-15,0 0 808 16,0 0-368-16,0 0-544 0,-80 48-180 16,68-32-76-16,4 9 36 0,-3 4-44 0,-2 8-16 15,2 5 48-15,-1 5-8 0,-1 10 57 16,2 4-49-16,-2 2 88 16,2 4 276-16,-1 3-108 0,3-3-100 0,2-1-116 15,3-3-28-15,0-5-24 0,4-8 24 16,4-5-84-16,4-4-48 0,4-10-8 15,4 2 4-15,8-11-92 0,4 1-36 16,3-8-24-16,9-2 84 0,1-4-100 16,-2-5-384-16,8-4-84 0,6 0-105 15,-1 0-19-15,4 0-276 0,7 0-560 16,-3 0-1280-16,4 0-3065 0,-17 0-2895 0,21 0 8557 16</inkml:trace>
  <inkml:trace contextRef="#ctx0" brushRef="#br1" timeOffset="-192238.376">19925 609 10961 0,'0'0'2640'0,"0"0"-1008"0,0 0-484 15,0 0 172-15,0 0-76 0,-39 96-324 16,22-55-220-16,-2 13-104 0,-5 6-76 16,0 10-115-16,-8 2-93 0,4 9-32 15,-8 5 72-15,-4 2 84 0,4 1-232 0,-8 3-96 16,5 3-36-16,-2-7-12 15,2 2-12-15,3-10-48 0,4-8-96 0,4-11 12 16,8-14-24-16,5-9-60 0,7-9-76 16,3-13-192-16,1-3-96 0,4-7-77 15,0-6-143-15,9 0-16 0,6-16 44 0,2-3-556 16,2-10-688-16,1-6-736 0,-4 5-1481 16,8-22-2815-16</inkml:trace>
  <inkml:trace contextRef="#ctx0" brushRef="#br1" timeOffset="-191732.991">20232 1044 92 0,'0'0'7920'15,"0"0"-2063"-15,0 0-4481 0,0 0-468 16,0 0 392-16,0 0 232 0,0 0-332 15,0 0-516-15,0 0-200 0,-20 70-240 16,4-35 25-16,4 10 35 0,0 2-88 0,1 7 40 16,6 3-40-16,1 4 4 0,4-1-76 15,0-3 36-15,0 1-80 16,9-14-88-16,-2-6 0 0,5-13 48 0,0-6-60 16,4-6-12-16,4-7-84 0,-1-2 84 15,5-4 4-15,1-10-92 0,3-6-44 16,3-6-48-16,-3-4-64 0,4-5-8 15,0-5 8-15,-4-5-84 0,0 0 23 16,0-3 1-16,-5 0-24 0,-3-5-52 16,1 2 28-16,-2 0-52 0,-6-1 132 0,-6-3 152 15,1 4 132-15,-8-4 8 16,0 6 76-16,0 4 124 0,-8 3 0 0,-3 6 208 16,-2 3 12-16,-2 11-24 0,2 2-40 15,2 9 121-15,-1 4-61 0,-4 3-168 16,0 3-148-16,-4 10-108 0,0 6-40 0,0 3 40 15,-4 6 108-15,4 4 64 16,1 7-76-16,-2 2-92 0,1 3-4 0,-4 4-60 16,1 0-60-16,-1 2-464 0,3-2-145 15,2-1-75-15,3-2-136 0,0-8-396 16,8-4-852-16,0-11-756 0,4-9-897 16,4-10-147-16,0-3-348 0,0-13 3500 15</inkml:trace>
  <inkml:trace contextRef="#ctx0" brushRef="#br1" timeOffset="-191414.793">20395 1286 2824 0,'0'0'5336'0,"0"0"-2235"0,0 0-1393 0,0 0-336 16,0 0 316-16,0 0 112 0,0 0-456 15,9 72-464-15,-18-46-196 0,-3 6-160 16,0-4-124-16,-4 4-131 0,5 0-85 16,-2-3-76-16,2-4-108 15,3 1-64-15,-1-7-168 0,5 0-425 0,1-4-171 16,-1-5-4-16,4-4 60 15,0-6 44-15,0 0-128 0,4-3 72 16,3-3-248-16,2-4 324 0,3-2 532 0,-1-1 172 0,2 2-8 16,2 3 12-16,-2 2 112 0,2 2 368 15,5 1 136-15,0 3 4 0,4 0-24 16,0 10 164-16,4-1-116 0,0 4-200 16,-4 0-164-16,3 2-8 0,-3 1-16 0,0 0-132 15,-3 0-112-15,-2-3-12 16,1-1-232-16,4 1-324 0,-5-3 252 0,2-3-168 15,3-2-332-15,-5-5-156 0,-2 0-1396 16,7-5-2953-16,-9-2-935 0,5-10 5632 16</inkml:trace>
  <inkml:trace contextRef="#ctx0" brushRef="#br1" timeOffset="-184891.667">21312 752 3756 0,'0'0'3964'0,"0"0"-3624"16,0 0 112-16,0 0 1888 0,0 0-171 15,0 0-325-15,0 0-420 0,0 0-364 16,16-3-368-16,-4 16 36 0,3-1 132 0,5 10-308 15,4 3-16-15,1 5-120 0,6-2-16 16,1 7-59-16,0 3 11 0,0-2-12 16,4 4-88-16,-5-2-152 0,1 4-28 15,-8-1-64-15,1 0-8 0,-6 1-8 0,-7-1 4 16,-4 3-44-16,-4 4 36 0,-4 0-136 16,-4 0-32-16,-9-1 72 15,-2-3-4-15,-1 0 28 0,-4-2 24 0,0-4 52 16,0-3-124-16,1-7-76 0,-6 2-193 15,5-8-15-15,1-4-32 16,-1-6-64-16,-1-5-140 0,6-3-268 0,-2-4-332 16,2 0-588-16,4-6-364 0,6-1-801 15,-3-12-1979-15</inkml:trace>
  <inkml:trace contextRef="#ctx0" brushRef="#br1" timeOffset="-179633.541">22471 1216 1264 0,'0'0'2832'0,"0"0"-2572"0,0 0 80 0,0 0 3740 16,0 0-2192-16,0 0-511 0,0 0-533 0,0 0 128 16,0 0-12-16,0 0-76 15,8-7-116-15,-4 7-108 0,4 0-28 16,4 0-36-16,4 4-92 0,8-4-64 0,0 3-32 16,0-3-20-16,3 0-44 15,5 3-88-15,-4-3-36 0,0 0-124 16,0 2 0-16,0-2-96 0,0 0-8 0,-4 0-56 15,0 0 16-15,-1-2-24 0,1-1-52 16,-7 0-156-16,-2-1-208 16,2 2-160-16,-6-3-264 0,-3 5-288 0,-4 0-1020 15,-4 0-1724-15,0 0-1261 0</inkml:trace>
  <inkml:trace contextRef="#ctx0" brushRef="#br1" timeOffset="-179397.813">22507 1435 5184 0,'0'0'808'0,"0"0"2412"15,0 0-651-15,0 0-905 0,0 0-816 0,0 0-100 16,0 0 588-16,0 0-340 0,0 0-240 16,0 0-104-16,88 26-244 0,-65-26 32 15,1 2-36-15,4-2-136 0,4 0-108 16,0-2-160-16,-4-2-12 15,7-2-84-15,-3 3-40 0,-4-4-156 0,4 1-224 16,4-1-136-16,1-2-188 0,-2-1 60 16,5 1-1052-16,-12 3-2540 15,4-7-3101-15</inkml:trace>
  <inkml:trace contextRef="#ctx0" brushRef="#br1" timeOffset="-178428.033">23555 1038 5156 0,'0'0'116'0,"0"0"4596"0,0 0-3203 0,0 0-113 16,0 0-488-16,0 0 308 0,0 0-24 15,0 0-276-15,0 0 88 0,0 0-168 16,79-17-148-16,-42 17-148 0,6 0-16 0,1 4-12 16,0-1-52-16,3 4-91 15,-2-1-153-15,-6 1-8 0,1-4-64 0,-4 0-96 16,0 0-48-16,-4-3 0 0,-4 0-84 15,-5 0 24-15,-7 0 0 0,1 0-40 16,-6 0 52-16,-7 0-48 0,0 4-100 16,-4-2-69-16,0 1-139 0,-11 4 100 0,-2 3 36 15,-10 5 112-15,-1 7-40 16,-12 7-108-16,-1-1 96 0,-2 4 12 0,-5 3 0 16,0-3-40-16,1 3 64 15,-6-2 40-15,10-3 20 0,-5 3 64 0,8-2 48 16,4-2 4-16,5-4-4 0,7-3 184 15,3-3 124-15,13-3-28 0,0-7-100 16,4 2-176-16,13-3 116 0,2 3 112 16,10-3 24-16,3-2 48 0,11 5 0 15,1-5 24-15,4-4-24 0,3 3 25 16,-2-5-61-16,-2 2-24 0,2-2-112 0,-6 0-56 16,-3 0-76-16,-1-2-8 0,-3-5 0 15,0 1-52-15,-4 0-48 0,-4-5-476 16,0-1-73-16,-4-3-11 0,0-2-140 15,-5 2-408-15,2-8-1196 0,-6 7-2512 16,-2-6-2497-16</inkml:trace>
  <inkml:trace contextRef="#ctx0" brushRef="#br1" timeOffset="-178207.391">24343 1114 7584 0,'0'0'468'0,"0"0"3989"15,0 0-3693-15,0 0-344 0,0 0 544 16,0 0 612-16,0 0-364 0,0 0-532 16,0 0-372-16,-87 74-184 0,59-49-52 15,0 0 16-15,-3 7-80 0,-5-4-8 16,4 4 0-16,0 0-160 0,-4-4-212 0,4 3-84 16,4-1-104-16,8-5-200 0,0-3-384 15,0 0-516-15,12-9-1004 0,4 0-1901 16,4-10-683-16</inkml:trace>
  <inkml:trace contextRef="#ctx0" brushRef="#br1" timeOffset="-177898.993">24567 1394 5792 0,'0'0'2832'0,"0"0"1201"0,0 0-3001 0,0 0-244 16,0 0 700-16,0 0-412 15,0 0-208-15,0 0-248 0,0 0-300 0,0 0-160 16,60 76-100-16,-60-60-48 0,-4 3-4 16,-1 0-8-16,1 3-72 15,0-3-16-15,1 0 76 0,-1-1-148 0,0-1 64 16,0-1 92-16,4-3 4 0,0-1-12 16,0-5 4-16,0-1 8 15,4 0 52-15,0 0 108 0,7 1-24 0,-2-1-28 16,3-2-96-16,3 2-4 0,-2-6-8 0,6 0-116 15,1 0-56 1,0-3-200-16,8-7-184 0,-4 0-224 0,4-2-312 16,-1-1-596-16,-6 1-1468 0,11-4-3321 0</inkml:trace>
  <inkml:trace contextRef="#ctx0" brushRef="#br1" timeOffset="-177381.285">25244 1089 6948 0,'0'0'140'16,"0"0"4749"-16,0 0-3725 0,0 0 84 15,0 0 100-15,92 82 44 0,-60-51-128 16,-4 5-256-16,4 2-236 0,-4-3-212 15,-1 0-244-15,-3-7-120 0,0 0-144 16,-4-4-52-16,-4-6-96 0,0-1-28 16,-1-8-336-16,-2-6-224 0,2-3-100 15,2 0-192-15,-2-6-748 0,-7-4-2224 16,5-9-3441-16</inkml:trace>
  <inkml:trace contextRef="#ctx0" brushRef="#br1" timeOffset="-177199.115">25643 1171 7928 0,'0'0'2656'0,"0"0"-39"0,0 0-1321 16,0 0-412-16,-92 50 460 0,64-20-16 15,0-2-376-15,4 4-328 0,0 1-172 16,1-3-204-16,3-2-236 0,-1-2-12 16,6-3-380-16,-2-1-332 0,10-6-308 15,3-7-348-15,4-2-984 0,0-4-3081 16,8-9-3642-16</inkml:trace>
  <inkml:trace contextRef="#ctx0" brushRef="#br1" timeOffset="-176865.659">26081 1092 10304 0,'0'0'4241'0,"0"0"-3549"15,84-3-312-15,-52 0 712 0,0 3 396 0,-4 0-524 16,-5 0-316-16,1 0-316 0,-4 0-176 15,4 0-148-15,-4 0-8 32,-8 0-8-32,0 6-52 15,-5 0-24-15,-7 10-16 16,0 3-96-16,-7 10 0 0,-10 9 124 0,-6-3-112 16,-1 3-60-16,-8 3 112 0,0-3 132 0,0 4 8 0,1-4 76 0,-1 3 4 15,8-3 220-15,-1-3-4 0,10 0-60 0,3-3 0 16,12-7 0-16,0-3 40 0,3-3 44 0,10-3 256 15,6-3-75-15,1-1-145 16,5-8-84-16,3-1-88 0,0-3-96 16,3-3-96-16,1-7-84 0,4-2-72 0,0-7-100 15,-5-4-336-15,-3 1-29 0,-3 0-35 16,-1-3-212-16,-5 3-520 0,1-1-1152 16,-12 4-2444-16,4-3-2653 0</inkml:trace>
  <inkml:trace contextRef="#ctx0" brushRef="#br1" timeOffset="-176648.99">26615 1169 3240 0,'0'0'8941'0,"0"0"-7497"0,0 0-960 16,0 0-4-16,-68 85 856 0,44-53 192 0,5-1-416 15,-9 4-436-15,0 3-308 0,-4 0-220 16,0 4-112-16,0-1-36 15,0 0-84-15,0-2-164 16,4-4-352-16,0-7-252 0,8-3-204 0,5-9-260 0,6-3-352 16,5-10-684-16,4-6-2405 0</inkml:trace>
  <inkml:trace contextRef="#ctx0" brushRef="#br1" timeOffset="-176365.175">26682 1508 3788 0,'0'0'612'15,"0"0"7457"-15,0 0-7061 0,0 0-284 0,0 0 592 16,0 0 152-16,0 0-564 16,0 0-348-16,80 3-212 0,-80 3-156 15,0 4 8-15,0 0 96 0,0 5-8 0,-8 4-164 16,-4 4-56-16,0-1-52 16,-4 6 60-16,4 1-60 0,5 0 100 0,3-1 84 15,4-2 240 1,0-5 576-16,7-4-395 0,5-2-481 15,4-3-64-15,9 5 0 0,6-1 24 0,5-3-84 0,0 0-12 16,-1-8-144-16,5-5 132 0,4 0 12 16,-4-2-72-16,8-8-316 15,-4-3-197-15,0-6-59 16,-1-1-272-16,-11 1-1172 0,12-6-5845 16</inkml:trace>
  <inkml:trace contextRef="#ctx0" brushRef="#br1" timeOffset="-176230.262">27913 1651 11657 0,'0'0'8900'16,"0"0"-7728"-16,0 0-1172 0,0 0-548 0,0 0 144 16,0 0 272-16,-87-30-456 0,67 22-748 0,8 2-3988 0,-15-7-7337 15</inkml:trace>
  <inkml:trace contextRef="#ctx0" brushRef="#br1" timeOffset="-139467.259">2004 527 6988 0,'0'0'3868'0,"0"0"-2283"0,0 0-1113 15,0 0-168-15,0 0 816 0,0 0 304 0,0 0-92 16,0 0-452-16,0 0-240 0,0 0-108 15,0 0-56-15,-76-35-84 0,64 41-148 16,0 7 136-16,-8 3-184 0,4 9 20 0,-4 4-216 16,5 9-4-16,-2 10 0 15,6 5-4-15,6 8 8 0,5 2-8 0,0 7 8 16,12-3 36-16,0 0-36 0,8-1 0 16,1-6 0-16,2 1 12 0,5-7 0 0,0-4-4 15,4-5-8-15,-1-8-4 16,1-7-48-16,0-8-20 0,0-9-88 15,0-7 160-15,0-6 0 0,4-3 12 16,-4-13 76-16,4-13-76 0,0-2 120 16,-5-11-80-16,-3-2-52 0,-4-10-148 15,0-3-96-15,-8-1 60 0,-1-5 40 0,-6 3-64 16,-1-4 12-16,-8-2 60 0,0 3-84 16,-8-5-148-16,-8 2 148 0,-5 2 12 15,-2 3-40-15,-1 8-96 0,-4 9 256 16,4 9 88-16,1 12 60 0,7 8 276 15,-5 8-140-15,6 3-188 0,-2 4 56 16,-2 7 80-16,3 5 92 0,-5 9-76 0,2 4-76 16,-5 6-84-16,4 7 76 0,-3 9 8 15,2 8-84-15,1 5-8 0,1 0-52 16,2 1-164-16,2-1-280 0,6-6-160 0,2-6-528 16,3-8-844-16,4-10-1008 15,0-8-2893-15,0-9 14 0</inkml:trace>
  <inkml:trace contextRef="#ctx0" brushRef="#br1" timeOffset="-139165.158">2163 962 2692 0,'0'0'1588'0,"0"0"4912"0,12 76-5407 0,-12-41 203 16,0 9 364-16,0 1 4 0,-5 2-496 16,-2-2-240-16,-1-1-288 0,0-5-296 0,0-2-344 15,4-4-24-15,0-8-184 0,4-6-396 16,0-7-184-16,0-2-292 15,8-10-140-15,-4 0-192 0,4-10 12 0,4-9 0 16,0-4 163-16,0-4 9 0,-1-2-20 0,2 1 472 16,2 5 776-16,2 7 36 0,2 4 396 15,1 5 112-15,1 4 804 16,3 3-456-16,-1 7 141 0,1 5 175 0,0 1 104 16,0 6-56-16,-1 3-364 0,2-2-76 15,-1 1-268-15,0-2-64 16,0 0-448-16,-1-3-36 0,1-3-48 15,0 0-236-15,0-7-416 0,0 1-176 0,0-4-688 16,-4-3-1156-16,-1-3-3633 0</inkml:trace>
  <inkml:trace contextRef="#ctx0" brushRef="#br1" timeOffset="-138834.034">3040 701 4680 0,'0'0'7917'0,"0"0"-5857"0,0 0-1304 0,0 0-364 15,0 0 548-15,0 0 328 0,-80 45-24 16,64-22-204-16,-4 8-244 16,8 7-384-16,0 7-244 0,4 2-32 0,4 6 109 15,0 8-65-15,4-3-36 0,0 2-32 16,0 4-16-16,0-7 0 0,4-1-48 15,4-5-44-15,-4-3 92 0,8-3-96 0,-4-8-120 16,8-8-84-16,-4-1-4 0,7-5-20 16,2-4 92-16,-1-3-109 15,-1-3-71-15,2-7-216 0,-1-6-128 16,-1 0-172-16,1-3-80 0,1-10-300 0,-6-6-1540 16,1-4-2021-16,-4-4-275 0,0 4 397 15,-12-18 4651-15</inkml:trace>
  <inkml:trace contextRef="#ctx0" brushRef="#br1" timeOffset="-138498.816">3251 1158 6784 0,'0'0'6001'0,"0"0"-5161"0,19 68-180 16,-6-37 464-16,-1 4 196 0,-1 0-200 0,6-7-256 15,-6 1-324-15,2-4-268 16,2 1-100-16,-2-7-76 0,2 0-8 15,-3-6-88-15,0-7-84 0,0 0 0 16,0-6 28-16,-4 0 48 0,4-3-180 0,0-6-68 16,0-4-28-16,-5-3-36 15,-3-3-24-15,1-3-16 0,-1-4-24 0,-4-2-48 16,0-7 120-16,-4 0 36 0,-5-3-304 16,2-7 0-16,-1 5 240 15,4-2 268-15,4 4 60 0,0 6 24 0,4 10 432 0,11 8-4 16,-2 2-152-16,6 5 80 0,2 5 144 15,3 2-80-15,0 0-120 16,-1 0 244-16,1 0-172 0,0 2-268 0,0 3-112 16,-1-3 56-16,-2 5-48 0,3-4-12 15,0-1-100-15,-9 2-84 0,-2 3-1080 16,-1-4-200-16,-9 3-1256 0,1 1-4169 16</inkml:trace>
  <inkml:trace contextRef="#ctx0" brushRef="#br1" timeOffset="-138191.45">3768 1171 5488 0,'0'0'8661'0,"0"0"-7449"0,0 0-736 16,0 0 168-16,0 0 548 16,0 0-348-16,0 0-364 0,0 0-136 15,77-6-88-15,-74 10-72 0,1 1-176 0,0 5 52 16,-4 2 100-16,4 8 0 0,-4 2-12 15,0 7-76-15,-4-1-60 0,0 4 12 16,0-1-20-16,1-1-8 0,3-5-4 16,0-3 0-16,0-6-76 0,0 0 20 15,0-4 56-15,7-5 8 0,-3 2 52 16,4-6 60-16,1 1 8 0,2-1 16 16,2-3 8-16,2 0-92 0,1 0-52 15,4-3-4-15,0-7-424 0,4 1 36 16,-5-1-72-16,6-6-692 0,-9 3-1424 0,-1 1-2729 15,6-7-2911-15</inkml:trace>
  <inkml:trace contextRef="#ctx0" brushRef="#br1" timeOffset="-138014.614">4342 1416 6064 0,'0'0'1860'0,"0"0"2809"0,0 0-3637 0,-7 76-128 15,-6-51 744-15,5 4-136 0,-3-1-440 16,-2-2-456-16,2 0-248 0,-6-1-276 15,6-3-92-15,-10 0-132 0,2 0-128 16,-1-2-268-16,0-1-336 0,0-6-400 0,4-8-572 16,8 2-1080-16,1-11-2869 15</inkml:trace>
  <inkml:trace contextRef="#ctx0" brushRef="#br1" timeOffset="-137583.656">4541 1137 12645 0,'0'0'3884'0,"0"0"-3720"0,0 0-64 0,52 76 656 16,-31-45 480-16,-2 1-20 0,-3 0-156 15,0-3-352-15,0-1-307 16,4-5-305-16,-4-2-96 0,0-4-12 16,0-5 12-16,0 1 0 0,3-7 0 0,-2-2 48 15,-2-4-48-15,-2 0-36 0,-2 0-84 16,-7 0-100-16,5 0 63 0,-5-7 61 16,0-3 92-16,-4-6-40 0,3-5-76 15,-3-9-40-15,0-8-80 0,0-3-16 16,0-6-64-16,0-2 88 0,0 5-60 15,4 3 132-15,8 7 4 0,0 2 140 16,9 6 16-16,-6 3 224 0,9 4 20 0,-5 5 12 0,6 3 0 16,-5 5-72-16,0 0-16 15,-1 6 40-15,-2 0-12 0,-2 0-196 16,-2 0-112-16,-5 0 4 0,-1 3-40 16,-3 3-436-16,9 1-4 0,-6 2 24 15,1 1 172-15,0 5-608 0,-8 5-1724 16,0-4-2697-16,-8 9-1951 0</inkml:trace>
  <inkml:trace contextRef="#ctx0" brushRef="#br1" timeOffset="-137251.35">5068 1221 1812 0,'0'0'11253'0,"0"0"-9501"15,0 0-1220-15,0 0 32 16,0 0 376-16,0 0 400 0,0 0-388 15,0 0-352-15,-5 77-232 0,1-55-112 0,0 4-136 16,1-3-108-16,3-2 0 16,-4-2-12-16,4-2 0 0,0-8-108 0,4 0-4 15,3-2-44-15,6 3 44 0,-2-4 52 16,6 0 60-16,-2 0-8 0,2 4-92 16,-2-1 40-16,2 1 60 0,-2 2 52 0,5 1 0 15,-4 3 20-15,-4 0 208 0,0 0-120 16,-5-3-40-16,-3 2-20 0,-4-5 32 15,0 3-44-15,0-4-20 0,-7 1-68 16,-5-4-304-16,-4-3-124 0,-4-3-196 16,-4 0-164-16,0-9-184 0,-4-7-472 0,4-3-1260 15,5-1-2885-15,-9-18 2401 0</inkml:trace>
  <inkml:trace contextRef="#ctx0" brushRef="#br1" timeOffset="-137132.021">5100 1169 8748 0,'0'0'6341'0,"0"0"-5637"0,0 0-456 16,83 8 272-16,-55-4 288 0,-4 3 392 16,-4-5-672-16,-4 4-528 0,0 0-24 15,-1 1-344-15,6 3-932 0,-2-3-740 0,-3-5-3237 16,9 5-4539-16</inkml:trace>
  <inkml:trace contextRef="#ctx0" brushRef="#br1" timeOffset="-136941.861">5796 1498 3148 0,'0'0'8225'0,"0"0"-6049"0,-28 76-1300 0,21-48-68 15,-9 5 640-15,0 2-268 16,-1-3-500-16,-2-1-336 0,-1 1-112 0,-4-1-232 16,-3-1-60-16,-10-2-816 15,1-2-376 1,-7-1-632-16,-1-3-2693 0,8-5-3491 0,-4-12 6804 0</inkml:trace>
  <inkml:trace contextRef="#ctx0" brushRef="#br1" timeOffset="-136484.983">6199 1076 9368 0,'0'0'6633'0,"0"0"-6289"0,0 0-344 15,8 79 0-15,-4-40 748 0,8 2 416 16,4-3 28-16,0 0 104 0,4-3-612 0,4-7-404 16,-5 0-3-16,6-4 63 15,-5-9 256-15,-1-5-164 0,1 0-68 16,-8-8-268-16,1 2-92 0,-2-4 32 0,-3 0-36 15,1 0-132-15,-6 0-36 0,1-6 36 16,-4-4-76-16,4 0 76 16,-4-5 12-16,0-4-88 0,-4-4-20 0,0-6-88 15,-8-2 0-15,4-7 35 0,-3-4 37 0,-2-6-60 16,1-4-12-16,9 0 84 16,-1 1 64-16,4 6 44 0,0 4 84 15,7 10 40-15,5 2 184 0,1 7 24 0,-2 3-40 16,6 7-8-16,2 2-4 0,-3-1-8 15,7 9 8-15,-2-1-20 0,3 0-16 16,-4 3 16-16,3 0-3 0,-3 0-121 0,1 0 48 16,-2 0 0-16,-6 3-60 15,-2 0-301-15,-3 3-283 0,1 1-196 16,-2 5-360-16,-3 1-1296 0,-4 6-1984 0,0 0-5385 16,-20 10 7250-16</inkml:trace>
  <inkml:trace contextRef="#ctx0" brushRef="#br1" timeOffset="-136181.313">6610 1257 7128 0,'0'0'8109'0,"0"0"-6985"16,0 0-688-16,0 0 320 0,0 0 148 0,0 0-80 16,0 0-208-16,83-9-32 15,-67 5-48-15,3-2-196 0,2-4-180 0,3 3 120 16,-4 2-35-16,-1-2-125 0,2 0-48 15,-10 1 72-15,2 6-144 0,-2-2-36 16,-7 2-72-16,4 2 12 0,-3 4 24 16,-5 11 72-16,4 5 84 0,-4 7-12 0,0 3-36 15,0 3-36-15,-4 2-60 0,-1-2 12 16,5 0-88-16,-4-6-105 0,0-4-135 16,0-3-28-16,1-5-120 0,3-8-136 15,0-3-100-15,-4-6-264 0,4 0-680 16,0-13-1304-16,0 1-2089 15,-4-4-2487-15,4-16 6953 16</inkml:trace>
  <inkml:trace contextRef="#ctx0" brushRef="#br1" timeOffset="-135802.413">7454 733 3556 0,'0'0'8937'16,"0"0"-6557"-16,0 0-1336 0,0 0-276 16,0 0 140-16,0 0-44 0,0 0-160 0,0 0-240 15,0 0-60-15,0 0-60 0,0 0-100 16,64-19-136-16,-53 13-100 0,2 3 0 16,-2-4-8-16,2 1-48 0,-5 3-36 0,3 0-4 15,-2 3-20-15,-5-3-16 16,4 3 16-16,-5 0 36 0,1 0 60 15,4 0 0-15,-3 0-48 0,-1 0 12 0,0 0-12 16,-1 3 20-16,1 6 40 16,0 4 76-16,0 6-16 0,1 3 12 15,-1 10-8-15,0 3 8 0,-4 3 12 0,3 6-32 16,-3 4 20-16,0 0 0 0,0 6 76 16,0 3 8-16,-7 3-8 15,-2 1-52-15,-6 5-84 0,-2 4-4 0,-2 0-8 16,-5 6-52-16,-8-3-240 0,-4 3-636 0,-4-3-300 15,4-15-668-15,-32 11-4101 0</inkml:trace>
  <inkml:trace contextRef="#ctx0" brushRef="#br1" timeOffset="-134592.233">7813 1188 536 0,'0'0'8324'15,"0"0"-6155"-15,0 0-753 0,0 0-408 16,0 0 224-16,0 0 100 0,0 0-240 16,99-80-372-16,-63 64-216 0,0-3-84 15,4 3 48-15,0 7-16 0,-4 2-192 16,-1 1-64-16,1 3-100 0,-8 3-12 0,0 0-76 16,-4 0 0-16,0 3-4 0,-5 0-4 15,-2 3-52-15,-6-2 52 16,6 2-8-16,-6 3 8 0,2 1 0 0,-1 3-60 15,-1 3 60-15,2 2-4 0,-2 6 4 16,-3-3-84-16,5-2-296 0,-10-1 0 16,5-4 108-16,0-2 100 0,1-5-48 15,-2-4 24-15,5 0-52 0,-3-3-48 16,2 0-28-16,1-3-124 0,-4 0-248 0,0-4-360 16,-8 0-576-16,0 5-644 0,0-1-945 15,-8-4-2443-15,-12 7 3236 0</inkml:trace>
  <inkml:trace contextRef="#ctx0" brushRef="#br1" timeOffset="-134416.476">8148 1432 8728 0,'0'0'1412'0,"0"0"-780"16,0 0 1-16,0 0 279 15,0 0 160-15,0 0-144 0,0 0 32 0,0 0-16 16,103 60-332-16,-60-60-28 0,2 0-172 0,2 0-80 0,-2-3-160 0,-2-3-160 15,-3-4-12-15,4 4-72 0,-8 0-648 0,3-1-372 16,-2 1-636-16,-5 2-2449 16,-9 4-3795-16</inkml:trace>
  <inkml:trace contextRef="#ctx0" brushRef="#br1" timeOffset="-134026.55">9108 1054 12329 0,'0'0'4128'15,"0"0"-3768"-15,0 0-284 0,95-33 136 16,-67 21 60-16,-3 3 40 0,-2 3 32 16,1 0 16-16,0 1-176 0,-5 3-184 15,1 2-160-15,1 0-64 0,-14 2 128 0,5 9-92 16,-12 2 188-16,0 12 76 0,0 4 96 15,-12 8-172-15,-3 9 8 0,-5-2-16 0,-1 0 8 16,6 3 0-16,-9-2 12 0,4 0 64 16,4-5 8-16,0-5 16 15,4 0 0-15,5-6 48 0,2-4-12 0,5-3-64 16,0 0 16-16,8 1 8 0,8-4 100 16,0-3 28-16,8 0-16 15,3-4-40-15,5-5 64 16,1-1 40-16,-1-6 20 0,-5 0-136 0,1-6-68 15,0-7-88-15,-8 0-264 0,0-5-68 0,-4-6-168 16,0-1-284-16,-4-3-340 0,-5-4-884 0,2 1-2520 16,-5 6-3317-16,-4-10 4533 0</inkml:trace>
  <inkml:trace contextRef="#ctx0" brushRef="#br1" timeOffset="-133834.36">9526 1098 7052 0,'0'0'4049'16,"0"0"-2305"-16,0 0-1068 0,-16 83-232 0,4-48 468 0,4 0 448 16,-7 3-424-16,-2 0-452 0,2 0-196 15,-2-3-140-15,2 3-148 0,-5-3-60 0,3 0-100 16,2-4-236-16,-2 1-264 16,6-3-232-16,-1-3-276 0,0-4-868 15,0-3-1813-15,8-10-2191 0,-4 4 3964 0</inkml:trace>
  <inkml:trace contextRef="#ctx0" brushRef="#br1" timeOffset="-133576.233">9558 1483 3192 0,'0'0'1980'0,"0"0"4673"0,0 0-5133 0,83-42-580 16,-62 36 48-16,-2 3 120 0,-6-1-236 16,-2 4-412-16,-3 0-224 15,1 4-164-15,-6 5-8 0,5 1 32 0,-8 6 16 16,4 6 0-16,-4 3-40 0,0 5-4 15,-4-3-68-15,-4 4-88 0,1 2 40 16,2-8 0-16,5 0-16 0,0-5 64 16,0-5 8-16,0-5 80 0,5-1-88 15,2-2-52-15,1-4 52 0,0-3 88 16,4 0 24-16,4 0-64 0,0-10-48 0,4 1-56 16,4-7-104-16,0-3 72 0,0-3-36 15,-5 0-816-15,1-3-240 0,1-5-292 16,-6-1-1524-16,-2 5-3541 0</inkml:trace>
  <inkml:trace contextRef="#ctx0" brushRef="#br1" timeOffset="-133384.192">10060 1244 4924 0,'0'0'6821'0,"0"0"-5093"0,0 0-1004 16,55 80-64-16,-35-49 964 15,1 2 52-15,-2-2-236 0,1-2-560 16,-3-1-332-16,2-6-168 0,-6 0-212 0,2-3-168 15,1-6-44-15,-4-3-40 0,-4-7-488 16,4-3-320-16,-4-3 20 16,4-13-484-16,4-3-1260 0,-5-13-3149 0,2 10-2603 0,-1-23 7976 15</inkml:trace>
  <inkml:trace contextRef="#ctx0" brushRef="#br1" timeOffset="-133226.815">10386 1092 4288 0,'0'0'5200'0,"0"0"-467"0,0 0-3713 0,-63 79-592 15,35-48 268-15,0 11 684 16,-4 0-280-16,0 2-280 0,0 0-220 16,-4 8-220-16,1-5-260 0,-1-3-120 0,8-3-144 15,4-5-160-15,9-9-296 0,-2 0-260 16,9-8-188-16,5-10-448 0,3-6-700 16,0-3-1857-16,7-12-1615 0,1-4 1273 15</inkml:trace>
  <inkml:trace contextRef="#ctx0" brushRef="#br1" timeOffset="-132896.276">10502 1114 820 0,'0'0'11333'0,"0"0"-9573"0,0 0-1088 16,107-38 188-16,-70 28 784 0,-5 1-284 0,0 3-732 0,-4 3-148 16,0 3 20-16,-1 0-60 0,4 0-208 15,2 6-84 1,-6 1-88-16,-3-2 12 0,4 5-12 0,-7 0-52 15,-6 2-8-15,1 4 0 0,-8 3-4 0,-8 10-44 0,0 3 44 16,-8 9 4-16,-12 0-132 16,1 7 84-16,-1-3 48 15,-1-1 0-15,2 0 8 0,3-6 0 0,4-3 0 0,8-7-4 16,-1-2 68-16,5-8 76 0,0-1-4 16,5-1-12-16,3-3 4 0,3-4 20 0,2 1 53 15,2-4 311-15,6 0-228 16,3 0-100-16,-1-2-68 0,1-4-56 15,4 0-68-15,-8 0-268 0,0-10-228 0,0-2-221 16,0-7-51-16,-4-1-160 16,4-6-568-16,-1 1-1248 0,-2-3-2613 15,-6-1-1391-15</inkml:trace>
  <inkml:trace contextRef="#ctx0" brushRef="#br1" timeOffset="-132682.092">11172 1083 3588 0,'0'0'964'0,"0"0"6789"0,0 0-5989 0,0 0-1132 0,0 0-92 0,0 0 392 16,-24 66 80-16,12-34-32 16,-1 3-128-16,2 0-152 0,-5 3-272 0,-4 0-256 15,4 0-164-15,-4 4-8 0,0-5-48 16,0 5-48-16,1-4-100 16,2 0-308-16,6-6-132 0,-2-5-104 0,2-4-80 15,3-10-124-15,3-3-368 0,1-7-912 16,0-3-1005-16,4-7-3223 0,0 1 5188 15,4-13-595-15</inkml:trace>
  <inkml:trace contextRef="#ctx0" brushRef="#br1" timeOffset="-132440.33">11076 1527 208 0,'0'0'10184'0,"0"0"-7691"16,0 0-1421-16,0 0-272 0,0 0 104 16,83-38 4-16,-66 32-200 0,-2 2 24 0,-2-2 8 15,-2 3-260-15,2 0-236 0,-6 3-60 16,1 0-180-1,0 0 0-15,-4 6 132 0,-4 7-88 0,5-1-48 0,-5 7-84 16,0 3 72-16,0 1-64 0,0 3-8 16,-5-5 76-16,5-2 0 0,0-3-4 0,0 0-60 15,0-6 68-15,5-1-36 16,2 1 40-16,1-4 8 0,5 1-8 16,-2-4 0-16,1-3-4 15,0 0-340-15,0-3-196 0,4-4-116 0,0-3-172 16,0-2-288-16,-4-4-600 0,-1-3-1300 0,2 0-4041 15,-9 2 2878-15</inkml:trace>
  <inkml:trace contextRef="#ctx0" brushRef="#br1" timeOffset="-132210.851">11430 1073 1528 0,'0'0'10857'0,"0"0"-9545"0,0 0-1096 0,0 0 92 15,49 89 888-15,-34-51 400 16,5 0 76-16,1 3-432 0,-2-3-324 0,1 0-408 16,-1 1-384-16,2-7-124 0,-5-4 4 15,3-6-4-15,-6-6-60 0,2-6-256 16,2-4-160-16,-6-6-124 0,1 0-208 0,4-10-152 16,-4-2-704-16,0-7-1152 15,-4-4-1345-15,-4 5-3035 0,0-18 6936 16</inkml:trace>
  <inkml:trace contextRef="#ctx0" brushRef="#br1" timeOffset="-132056.806">11726 1130 1172 0,'0'0'9889'0,"0"0"-7365"0,-32 70-1332 0,19-35-564 16,-2 6-48-16,-2 3 496 16,-2-2-20-16,-1-4-268 15,3-3-368-15,-2-3-396 0,3-7-24 0,0-3-556 16,4-3-220-16,0-6 32 0,4-10-216 15,5-3-652-15,-2-3-1528 0,5-16-2693 16,0 3 1045-16,5-22 3849 0</inkml:trace>
  <inkml:trace contextRef="#ctx0" brushRef="#br1" timeOffset="-131728.994">11956 946 1828 0,'0'0'8992'0,"0"0"-6911"16,108-45-1089-16,-68 30 124 0,8 2 716 15,-5 3-516-15,-7 4-232 0,-8 6-4 0,-4 0-240 16,-3 0-111-16,-6 6-185 15,1 1-228-15,-4 2-168 16,-4 4-76-16,-4 0-60 0,-4 2-12 0,0 7-48 0,0 5-136 16,-12 4-116-16,4 4-28 15,-8 6-1-15,0 0-23 0,-4 4-112 16,0 6 0-16,4-1 112 0,-4 1 192 0,9-3 160 16,3-3 0-16,3-4 256 0,5-6 160 15,0-4 72-15,13-6-4 0,-2-6-79 16,9-3-129-16,0-2-116 0,4-6-28 15,0 3-48-15,4-5-84 0,0-3-4 0,0-3-116 16,0 0-124-16,0-3-60 16,-5-8-121-16,1 0-47 0,0-6-116 0,-3-2-120 15,-6-3-308-15,1-3-580 0,-4 0-1004 16,-4-1-2033-16,-4 4-2739 16,-1-6 6736-16</inkml:trace>
  <inkml:trace contextRef="#ctx0" brushRef="#br1" timeOffset="-131502.009">12641 1063 8644 0,'0'0'6753'0,"0"0"-5481"15,0 0-1212-15,0 0 4 0,-71 86 236 16,47-58 368-16,1 8 356 0,-5 2-284 16,3 0-300-16,-3 3-428 0,0 0-12 15,1 1-124-15,2-1-60 0,6 0-24 16,-1-6-48-16,8-3-236 0,0-3-52 0,4-11 12 15,4-1 12-15,0-5-56 0,4-6-304 16,0-2-760-16,0-4-996 16,4 0-1517-1,4 0-819-15,-4 0 4908 0,8-4-652 16</inkml:trace>
  <inkml:trace contextRef="#ctx0" brushRef="#br1" timeOffset="-131235.141">12578 1613 1200 0,'0'0'288'0,"0"0"8800"16,0 0-7339-16,0 0-1173 0,0 0 72 0,84 8 508 0,-68-8 64 16,3 0-204-1,-2 0 28-15,2 0-232 0,-3 0-208 0,1 5-188 16,-2-3-136-16,-3 5-132 0,0-1 60 0,-8 4 232 31,-4 6-148-31,0 2-292 16,0 5-196-16,-8 6-132 0,-8 3 48 0,4-1 60 15,-4 1-12-15,4-1-100 0,5-5 120 0,-2-4 212 0,9-3 220 16,0-5 12-16,4-6-24 0,8-4 24 0,4 3 12 16,4-7-36-16,4 0-48 0,0-7-40 15,3-3-112-15,5-6-8 0,1-3-560 16,-1-3-224-16,-5 0-272 0,-3-1-2952 16,4-8-6525-16</inkml:trace>
  <inkml:trace contextRef="#ctx0" brushRef="#br1" timeOffset="-64978.503">10753 3645 5500 0,'0'0'248'0,"0"0"5517"0,0 0-3961 0,0 0-560 16,0 0-208-16,0 0 204 0,0 0-220 0,4 0-204 0,-4 0-92 15,0-4-100-15,4 4-124 0,-4 0-132 0,5 0-64 16,6 0-12-16,-3 0-48 16,8 4-27-16,0-1 75 0,4 0-88 15,8 0 28-15,-4 3-24 0,8-2-76 0,0 2-12 16,0 1-112-16,7-5 88 0,-3 5-36 16,8-4-48-16,-4 0 60 0,7 0-64 15,1-3 0-15,4 0 44 0,3 0-44 16,1-3-4-16,8-3-4 0,-4-1 4 15,4-2 4-15,4 3 0 0,0-4 96 0,-1 1-104 16,5 2 0-16,0 1 24 0,3 0-20 16,0 3-4-16,2-1 0 15,-2 1 0-15,1 0 4 0,-1 0 68 0,2 0-64 16,-2-1-4-16,-3 4-4 16,3-3-84-16,-3 3 76 0,0 0-88 15,0-4 96-15,-5 4 4 0,1 0-4 0,0-2 0 16,-4-1-8-16,-4 0 0 0,0-1-40 0,-5 2 48 15,1-3-8-15,-4 5-4 16,0 0 8-16,-9 0-48 0,5 0 4 0,-12 0 48 16,4 0-48-16,-9 7-48 0,-3-3 12 15,0-1 0-15,-8 2-124 0,0 2 64 16,-4-3 84-16,-4-1 0 0,0 0-136 16,-8 0 100-16,4-3 36 0,-8 0-60 0,4 3 56 15,-4-3 56-15,0 0 0 16,0 0 8-16,0 0 8 0,0 0 68 15,0 0-4-15,0 0 0 0,0 0-64 0,0 0-4 16,0-3 0-16,0 3-4 0,0 0-8 16,0 0-52-16,0 0 12 15,0-3-12-15,0 3-16 0,4-3 16 0,0 3 56 16,3-3-4-16,-2-1 0 16,3 4-52-16,-4 0 11 0,4-3 1 0,-5 3 36 15,6 0 12-15,-1 0 0 0,3-4 8 0,2 4 0 16,-1 0-4-16,-1 0 4 15,5 0 40-15,5 0-44 0,-2 0 41 0,9 4-41 0,-4-1 52 16,8-3 92-16,0 0-92 16,0 4-52-16,0-4 4 0,3 3 72 15,1-3-76-15,1 0-4 0,-2 0 192 0,1 0-128 16,0 0-64-16,-1 0 8 16,1 0 0-16,5 0-4 15,-6 0 0-15,1 0 8 16,0 0 36-16,-1-3-40 0,1 3 0 0,-3 0-8 15,-1 0 48-15,-5 0-48 0,1 0 48 0,0 0-40 16,0 0 4-16,-4 0-4 0,4 0-8 0,0 0-4 31,-4 0 4-31,8 0 8 0,-4 3 48 0,4-3-56 0,-5 0-108 16,1 3 108-16,3-3 0 0,1 3 4 0,0-3 0 16,0 0 0-16,-4 0-4 0,0 0-8 15,0 0-40-15,-4 0 48 0,-4 0-4 0,0 0-4 16,-8 0 8-16,0 0-4 0,-5 0-68 15,-3 0 12-15,-4 0 56 0,0 3-60 16,0-3 52-16,0 4-48 0,-7-4-96 16,-1 0-28-16,-4 3-97 0,-4 0-83 15,-1 0-120-15,-2 0-116 0,-5-3-72 16,4 0-288-16,-3 0-648 0,-2 0-1212 0,-2 0-1821 16,6-3-1639-16,-14 0 3504 0</inkml:trace>
  <inkml:trace contextRef="#ctx0" brushRef="#br1" timeOffset="-63606.213">11279 3607 1356 0,'0'0'1488'0,"0"0"3632"15,0 0-3320-15,0 0-832 0,0 0-219 16,0 0 35-16,0 0-4 0,88 9-40 15,-72-6-184-15,-4 4-48 0,4-1-44 16,3 0-148-16,2 1 24 0,-2-1 40 16,9 0-108-16,-4 1 104 0,4-4-68 0,-4 3-144 15,4-2-116-15,0-2 28 0,4-2 48 16,0 3 24-16,7-3-48 16,1 0-28-16,4 4 4 0,4-4 8 0,4 0-76 15,0 3 8-15,8-3 68 0,3 3-76 16,1 3 80-16,0-6-28 0,7 4-8 15,-3-1-48-15,4-3 68 0,3 0-24 16,1 0-48-16,0 0 0 0,-1-7-72 16,1-2 24-16,3-1 48 15,-3 1-8-15,5-1 8 0,-2 4 12 0,-3 0 112 16,-1-1-40-16,0 4-76 0,2 0-8 16,-6 3 220-16,-2 0-160 0,-2 0-56 15,-3 0 76-15,-4 0 32 0,-1 0-40 0,-4 0-16 16,-2 0-48-16,-5 0-8 0,-5 3 0 15,-3 0-76-15,-8-3 64 0,-4 4-84 0,-4-1-4 16,0 0 52-16,-4 0 44 16,3 0 4-16,-3 4 0 0,-4-4 120 0,0 0-120 15,-4 0-60-15,4-3 60 0,-8 4 12 16,8-4 0-16,-4 0-4 0,-4 0-4 16,4 0 0-16,-4 0 0 0,0 0 72 15,-1 0-72-15,2 0 0 0,-5 0-4 16,4 0 4-16,-1-4 4 0,-2 4 52 15,3-3-60-15,0 3 0 0,-1-3 4 16,6 0 8-16,-5 3 40 0,-1-4-40 0,1 1 96 16,5 3-32-16,-9-3-16 15,3 0-48-15,-3 0 60 0,5 0 176 16,-5-1 228-16,3 1-292 0,-3 3-124 0,0-3-56 16,0 0-4-16,5 0 4 0,-6 3-4 15,1-3 0-15,0 3 0 0,0-3 4 16,0 3 8-16,5 0-4 0,-9 0 40 15,3 0-44-15,-3 0-4 0,4 0 8 16,-4 0 52-16,0 0 28 0,0 0-4 0,0 0-12 16,0 0 52-16,0 0-28 15,0 0-12-15,0 0-20 0,0 0-4 16,0 0 36-16,0 0 36 0,0 0-32 0,0 0-96 0,0 0 0 16,0 0 101-16,0 0-9 15,0-4-8-15,0 4-80 0,0 0 0 16,0 0 0-16,0 0 4 0,0-3 120 15,0 3-12 1,0 0-76-16,0 0-44 0,0 0-4 0,0 0-44 16,0 0 48-16,0 0-4 0,0 0-8 0,0 0-60 0,0 0 24 15,0 0-48-15,0 0-76 0,-4 0-133 16,-4 3-303-16,0 1-356 0,-7-4-348 16,2 3-1116-16,-15 0-5269 0,104-16-963 15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32767" units="deg"/>
          <inkml:channel name="T" type="integer" max="2.14748E9" units="dev"/>
        </inkml:traceFormat>
        <inkml:channelProperties>
          <inkml:channelProperty channel="X" name="resolution" value="3854.94116" units="1/cm"/>
          <inkml:channelProperty channel="Y" name="resolution" value="5461.1665" units="1/cm"/>
          <inkml:channelProperty channel="F" name="resolution" value="91.01945" units="1/deg"/>
          <inkml:channelProperty channel="T" name="resolution" value="1" units="1/dev"/>
        </inkml:channelProperties>
      </inkml:inkSource>
      <inkml:timestamp xml:id="ts0" timeString="2023-06-27T08:56:55.670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14024 2169 7004 0,'0'0'1776'0,"0"0"1273"15,0 0-1261-15,0 0-456 16,0 0-88-16,0 0 104 0,0 0-220 16,0 0-280-16,0 2-224 0,0-2-196 15,0 0-148-15,0 0-76 0,0 3-32 0,5-3-64 16,2 0-20-16,1 3 32 16,0 1-12-16,8-1-8 0,0-3-40 0,4 4 25 15,4-4-25-15,0 3-12 0,3-3-36 16,5 0 40-16,5 0-40 0,2-3 36 15,-3-1-48-15,7 1-4 0,2-4-8 0,2 2 8 16,9-1 0-16,0-5-8 16,4 3 0-16,4-3 8 0,-1 2-8 0,5-1 0 15,0 1-52-15,0-1 16 0,-5 4 40 16,1 2-52-16,-4 1-37 16,4 1 9-16,-8 2 80 0,3 0-40 0,-4 0 0 15,1 0 44-15,-3 0 0 16,-1 0 0-16,3 0 4 0,-3 0-4 15,-4 0-56-15,3 0 56 0,-3 0-4 0,-4 0-4 16,0 0 4-16,-4 0 4 0,-5 0-44 16,1 0 36-16,-4 2 12 0,-4 1 0 15,-4 1-8-15,0-1-4 0,-4 0 8 0,4 0 4 16,-4 1 0-16,-5-1 0 0,6 0 4 16,-5 0 0-16,-4-3 4 0,-1 3 0 15,2-3 40-15,-2 0-36 0,-3 3 36 16,4-3-36-16,-4 0 36 0,0 0-44 15,1 0 4-15,-2 0 0 0,1 0 0 16,0 0 0-16,-3 0-8 0,2 0 4 0,-3 0 4 16,0 0-4-16,4 0-4 0,-4 0-4 15,-4 0-4-15,4 0-4 0,-4 0 12 16,0 0 0-16,0 4 0 0,0-4 0 16,0 0 0-16,0 0 0 0,0 0 4 15,0 0-4-15,0 0 0 0,0 0 0 16,0 0 0-16,0 0-4 0,4 0 0 15,-4 0-104-15,0 0-52 0,0 0-68 16,0 0-52-16,-4 0-88 0,0 0-36 16,0 0-48-16,-8 0-112 0,1 0-176 0,-6 0-448 15,-7 3-936-15,5-3-2125 0,-22 9-2219 0</inkml:trace>
  <inkml:trace contextRef="#ctx0" brushRef="#br0" timeOffset="84497.771">2936 6880 1044 0,'0'0'8532'0,"0"0"-6843"0,0 0-493 16,0 0-148-16,0 0 332 0,0 0 56 0,0 0-76 16,0 0-324-16,0 0-384 0,0 0-152 15,-16 26 16-15,16-10-52 16,0 9 56-16,0 13-140 0,0 12-115 0,0 14-33 0,0 9-12 16,0 9-88-16,-4 5-36 15,4 8-36-15,0 0-60 0,0 3-120 0,0-2 60 16,0-4-76-16,4-6-164 15,4-11-41-15,3-10-71 0,-2-18 32 0,7-15-8 16,-4-13-52-16,4-17-344 16,-4-2-792-16,7-15-1328 0,-2-12-1317 0,-6 2-1351 15,10-22 449-15</inkml:trace>
  <inkml:trace contextRef="#ctx0" brushRef="#br0" timeOffset="84771.525">3510 7169 6384 0,'0'0'6053'0,"0"0"-5045"0,0 0-792 0,0 0 584 16,0 0 232-16,0 0-112 0,-104 98-296 15,68-57-100-15,4 4-180 0,-4 2-108 0,4 2-112 16,1 1-124-16,-1-2-92 0,0-7 92 16,12-5 0-16,0-8 112 0,4-9-36 15,8-4 84-15,4-8-64 0,4-1-8 16,0 1-16-16,12-2 64 0,4 6 124 15,8 1 44-15,3 1 4 0,6 0-52 16,-1-1-12-16,0 1-84 0,0-1-52 16,-4-2-92-16,-5 2 32 0,5 1-48 15,-4 0-64-15,0 3 16 0,-5 1-316 16,2 1-348-16,-5 4-296 0,-4 1-528 0,-1-4-1236 16,-7 15-3277-16</inkml:trace>
  <inkml:trace contextRef="#ctx0" brushRef="#br0" timeOffset="85059.956">3402 8375 4608 0,'0'0'8529'15,"0"0"-6397"-15,0 0-1580 0,0 0-264 16,-20 89 416-16,13-50 240 0,2 1-28 0,-3 8-328 15,8 4 0-15,0 4-72 16,0 8-248-16,0 2-160 0,0 8-60 16,4 2-36-16,0 0 76 0,1 0-88 15,-2 0 0-15,-3-7 0 0,4-1-88 0,-4-8-300 16,0-9 192-16,-4-7 24 16,1-9-180-16,-2-6-44 0,1-7-168 0,0-6-104 15,-4-7-148-15,5-2-412 0,-1-7-992 16,-5 0-1825-16,-3-4-1715 0,5 1 2812 0,-14 0 2048 15</inkml:trace>
  <inkml:trace contextRef="#ctx0" brushRef="#br0" timeOffset="85370.836">2939 10213 12705 0,'0'0'3028'0,"0"0"-1772"16,0 0-960-16,0 0 264 0,0 0 404 15,0 0 296-15,116 23-296 0,-68-16-380 16,8-4-207-16,-1 0-49 0,1-3-72 0,-3 0-160 15,-6 0-96-15,-7 0-12 0,-4-3-144 16,0-4-88-16,-12 0-265 0,0 1-175 16,-9 0-108-16,-2-1-272 0,-5-2-776 0,-8 4-2096 15,0 0-1525-15</inkml:trace>
  <inkml:trace contextRef="#ctx0" brushRef="#br0" timeOffset="85566.165">3143 10243 3024 0,'0'0'6180'16,"0"0"-1091"-16,0 79-4317 0,4-35-556 0,0 8 212 15,0 4 640-15,0 4 88 0,0 5-468 16,-4-6-452-16,0-5-236 0,-4-7 4 16,-8-2-8-16,4-10-40 0,-3-6-376 0,-2-4-260 15,1-9-180-15,-8-3-280 0,0-10-744 16,1-3-1269-16,-5-3-2903 0,3-7 3788 15,2-15 1380-15</inkml:trace>
  <inkml:trace contextRef="#ctx0" brushRef="#br0" timeOffset="85714.106">3211 10649 732 0,'0'0'11529'0,"0"0"-9353"16,84-13-700-16,-60 13-260 0,4 0-260 16,-9 0-132-16,1 3-344 0,-4 1-236 15,-4 2-196-15,-4-4-48 0,0 5-144 16,0 0-472-16,-4 4-444 0,0 3-752 15,-4 2-1108-15,0 3-2937 0,-4 0-803 16,-8 13 6049-16</inkml:trace>
  <inkml:trace contextRef="#ctx0" brushRef="#br0" timeOffset="85865.645">3278 11055 6776 0,'0'0'4821'15,"0"0"-3053"-15,0 0-1172 0,0 0-24 0,0 0 700 16,100-9-144-16,-80 2-256 15,0 0-292-15,-5 1-160 0,2-2-228 0,3-3-192 0,-8 3-124 16,4 1-296-16,-4 0-408 0,3 4-380 16,2-1-972-16,-1 4-3033 15,-4 4-3810-15</inkml:trace>
  <inkml:trace contextRef="#ctx0" brushRef="#br0" timeOffset="86368.692">3151 12056 1032 0,'0'0'1080'0,"0"0"4652"0,0 0-4152 15,28-67-328-15,-24 50 101 0,-1 5 167 16,2 5-100-16,-5 1-340 0,0 6-200 16,0 0-84-16,0 0 80 0,0 6-160 15,0 5-204-15,0 3-192 0,4 5-112 16,-4 14-52-16,0 5-156 0,4 13-8 16,0 2-64-16,-4 5 24 0,4 2 40 15,0 3-80-15,-4 5 4 0,0 1 0 0,0-2 72 16,0-3-124-16,0-4 12 0,0-13 4 15,0-6-28-15,0-8-220 0,-4-12-172 16,0-5-140-16,0-3-364 0,0 0-964 16,-5-3-1100-16,2 2-2877 0,-1-2 1009 0,-4 9 4520 15</inkml:trace>
  <inkml:trace contextRef="#ctx0" brushRef="#br0" timeOffset="86650.883">2780 13293 7352 0,'0'0'3280'0,"0"0"-919"16,0 0-1277-16,0 0-516 0,0 0 616 0,0 0 344 15,92 0-292-15,-48 0-92 16,4 0-340-16,4 0-280 0,0-3-220 0,-5-3-168 16,1 0-88-16,-4-4-48 0,0 0-8 15,-8 1-76-15,-4 0-28 0,-4-1-324 16,-9 1-200-16,1-1-84 0,0 1-176 16,-12 2-704-16,0 1-1420 0,-4 0-3153 15</inkml:trace>
  <inkml:trace contextRef="#ctx0" brushRef="#br0" timeOffset="86882.358">2988 13230 6400 0,'0'0'7037'0,"0"0"-5885"16,0 89-912-16,0-48 164 0,7 10 744 0,-3 3 96 15,5 3-316-15,-5 0-300 0,4-3-260 16,-5-3-148-16,1-7-124 0,-4-2-96 15,4-1-60-15,1-6-256 0,-1-4 192 0,-4-5 12 16,0-7 4-16,0-6-324 16,-4-7-384-16,-5-3-288 0,2-3-920 15,-5 0-1140-15,-1 0-2061 0,2 0-371 0,-2-5 5412 16</inkml:trace>
  <inkml:trace contextRef="#ctx0" brushRef="#br0" timeOffset="87033.364">2960 13789 3572 0,'0'0'744'0,"0"0"2936"15,0 0-1776-15,0 0-471 0,80-50-153 0,-48 39 200 16,-1-1-180-16,5 2-204 16,0 3-300-16,3-2-164 0,-2 0-272 15,3 2-208-15,-5-2-152 0,5 2-72 0,0 1-52 16,0 0-76-16,-4 0-704 0,-1-1-424 16,1 1-428-16,-4 2-1457 15,-12 2-3875-15,4 2 4060 0</inkml:trace>
  <inkml:trace contextRef="#ctx0" brushRef="#br0" timeOffset="93114.682">3068 10706 1580 0,'0'0'324'0,"0"0"-192"16,0 0 168-16,0 0 1316 0,0 0 1080 15,0 0-1308-15,0 0-516 0,0 0-32 16,0 0 64-16,0 0-119 0,4-23-65 16,0 21-132-16,-4 2-52 0,3 0 24 0,-3-5-24 15,0 5-108-15,0 0-60 0,0 0 8 16,0 0 88-16,0 0 52 0,4 5-128 15,-4-3-224-15,0 5-104 0,4 3 16 0,-4-1-4 16,4 7 4-16,-4 3-28 16,0 3-40-16,0 4 0 0,0 0-8 0,0 5-60 15,-4-4-352-15,0 6 228 0,0-5 132 16,1-6 44-16,-1 1 0 16,4-4-4-16,-4-2 0 0,4-9-40 0,0-2 48 0,0 1 0 15,0-3-8-15,0-4-48 16,0 0-4-16,0 0 56 0,0 0 4 15,0 0-8-15,0 0 12 0,4-4 176 0,0 2 36 16,3-3-12-16,1 3-100 16,4-2-36-16,0 2-52 0,1-2-8 0,2 2 8 15,1-2 36-15,0 4-36 0,0-3 52 16,4-1-24-16,-4 4-40 16,3-3 0-16,-2 3-8 0,-2-3 8 0,2 3 0 15,-2-2-112-15,-2 2 108 0,-2 0-80 16,2 0 8-16,-6 0-100 0,-3 0-160 15,4 0-132-15,1 0-96 0,-6 0 0 0,1 2-248 16,4-2-320-16,-4 3-740 16,4 0-1129-16,-4-3-2423 0,-4 4 3432 0</inkml:trace>
  <inkml:trace contextRef="#ctx0" brushRef="#br0" timeOffset="149961.206">8829 6429 7916 0,'0'0'4265'15,"0"0"-3585"-15,0 0-388 0,0 0-188 16,0 0 328-16,0 0 648 0,0 0 100 16,8 105-124-16,-4-51-212 0,-1 6-164 15,1 9-188-15,0 8-88 0,-4 2-120 16,0 7-116-16,0 0 16 0,0 0-136 0,0-4-48 16,0-6-64-16,0-9 16 0,0-16-24 15,5-9-148-15,-1-17-124 16,4-10-136-16,-5-12-184 0,9-3-144 0,1-10-312 15,2-8-544-15,1-10-436 0,5-14-2253 16,-2-5-415-16,-3 6 1365 0</inkml:trace>
  <inkml:trace contextRef="#ctx0" brushRef="#br0" timeOffset="150214.324">9231 6715 2192 0,'0'0'7876'0,"0"0"-6175"0,0 0-817 0,0 0-400 0,0 0 140 16,0 0-28-16,-72 85 76 0,45-53 296 0,-1 6-164 15,0 3-244-15,0 1-224 0,4-1-100 16,0-3-116-16,5 1-112 0,6-1-8 16,1-4-4-16,9-5 4 0,3-4 100 0,0-3-88 15,11-3 40-15,6 1 292 0,6-4 64 16,1-1 80-16,8 2-268 0,-1-6-120 16,1 3-92-16,4-4 64 0,-4-4-72 15,0-6-88-15,4 0-12 0,-4 0-304 16,8-11-308-16,3-1-192 0,2-4 360 15,-2-3 96-15,1-6-2136 0,-4-4-3693 16,-8 4-1323-16</inkml:trace>
  <inkml:trace contextRef="#ctx0" brushRef="#br0" timeOffset="150462.089">10044 6769 6808 0,'0'0'2064'16,"0"0"405"-16,0 0-1737 15,0 0-196-15,-75 57 256 0,43-31 364 0,0 8 128 16,-5 4-240-16,-2 4-124 0,-1 5-280 16,-4 7-256-16,-4 3-212 0,-4 10 12 15,-4 3-100-15,-3 10-32 0,0-2-52 0,-6 6-52 16,5-2-44-16,1-3 44 0,3-7-8 0,8-7-52 16,12-9 16-16,5-14-140 15,10-7-8-15,10-16-80 0,7-6-84 16,4-10-136-16,0-3-280 0,4-3-552 0,11-10-440 15,2-4-469-15,7-4-899 16,-5 5-2864-16,13-19 5776 0</inkml:trace>
  <inkml:trace contextRef="#ctx0" brushRef="#br0" timeOffset="151731.835">9753 7591 9136 0,'0'0'1873'0,"0"0"-561"16,0 0-496-16,0 0-40 15,0 0-40-15,0 0-104 0,0 0 44 0,0 0 68 16,0 0-160-16,0 0-200 0,-3 3-184 16,6-6-16-16,1 3-48 0,0-3-24 15,0 0-24-15,4 0 8 0,0 3-8 16,-4-4-12-16,4 4-72 0,-4 0 0 15,0-3 8-15,-4 3 0 0,4 0-12 0,-4 0-52 16,0 0 40-16,3 0-72 16,-3 0 20-16,0 0 16 0,0 0 0 0,0 0-16 15,0 0 52-15,0 0-48 0,0 0 48 16,0 0-52-16,0 0 4 0,0 0-16 16,0 0 28-16,0 0-16 0,0 0-8 15,0 0-4-15,0 0 16 0,0 0-4 16,0 0 52-16,0 0-36 0,0 0 48 0,0 0 0 15,0 0 0-15,0 0 4 0,0-3 4 16,0 3 40-16,0 0 28 0,0 0 36 0,0 0-28 16,0 0-20-16,0 0-52 15,0 0 36-15,0 0-40 0,0 0 44 16,0 0-44-16,0 0-4 0,0 0 0 16,0 0-4-16,0 0 8 0,0-3 0 15,0 3 0-15,0 0-4 0,0-3 4 16,5 0 176-16,-1 0-96 0,4-4-76 0,-1 1 124 15,6 0-36-15,-1-1-4 0,-1 4-8 16,2-4-4-16,-2 1-76 0,2 3 92 0,-2-4-40 16,1 5-48-16,-3-1 40 15,6-1-4-15,-2 4 0 0,2 0 16 16,5 0 560-16,0 0-332 0,0 0-192 0,4 0-96 16,0 0 8-16,3 4-12 0,-3-4 4 15,0 0 16-15,4 0-20 16,-7 0-8-16,-2 0-116 0,-3-4 16 0,-4 1-236 15,-4-1-48-15,0 1-160 0,-4 3-288 16,-4 0-488-16,-4 0-1192 0,-8 3-2001 16,0 4-1835-16,-8 2 3368 0</inkml:trace>
  <inkml:trace contextRef="#ctx0" brushRef="#br0" timeOffset="151939.739">9909 7778 4712 0,'0'0'7737'0,"0"0"-6753"0,0 0-364 16,11 90-24-16,-7-59 612 0,-4 1-340 0,0 0-184 15,0-4-124-15,0 0-216 0,-8-2-344 16,5 0-60-16,-1-4-128 0,0 0-132 16,-1-6-212-16,5-6-228 15,-4-1-224-15,4-6-328 0,0 0-640 0,-4-3-769 16,4-6-1723-16,0-3 1136 0,0-4 3020 15,0-9-1004-15</inkml:trace>
  <inkml:trace contextRef="#ctx0" brushRef="#br0" timeOffset="152172.712">10020 7963 3268 0,'0'0'640'15,"0"0"6437"-15,0 0-5601 0,80-16-556 0,-56 16 8 16,-1 0 332-16,-7 0-668 0,-4 3-228 16,1 0-28-16,-10 4-196 0,-3 2-140 0,4 4-312 15,-4-1-100-15,0 1-8 0,-7 6-120 16,-1 0-52-16,-9 4 72 0,6-5 0 15,-6 2 128-15,2-1 168 0,-1-8 224 0,4 3 140 16,3-8 116-16,6-2 264 0,3-1-124 16,3-3-56-16,10 0 264 15,6-3-324-15,1-4-280 0,5-3 0 0,3-2-192 16,-4-4-296-16,3-3-236 0,1-1-12 16,-4 1-528-16,-4 0-705 0,-4 0-2167 15,-4 4-1300-15,-4-4 4940 0</inkml:trace>
  <inkml:trace contextRef="#ctx0" brushRef="#br0" timeOffset="152763.343">7347 7188 5368 0,'0'0'6141'0,"0"0"-5333"0,-97-32-300 0,54 26-252 16,-5-1-76-16,-3 5 304 0,-1 2 340 15,-1 2-192-15,6 8-204 0,3 0 48 16,0 9 16-16,5-1-232 0,3 8-60 16,4 9-120-16,-4 3-80 0,8 10-8 15,1 5 8-15,6 4 12 0,10 10 76 16,2 3-52-16,9 7-32 0,9-1-4 0,10 1 136 16,9-5 52-16,8-5 48 15,4-4 196-15,0-9 96 0,3-9-208 0,2-7-60 16,-6-13-16-16,5-9-24 0,-4-3-36 0,0-11-36 15,-5-2-64-15,1 0-8 16,-4-12 8-16,-4-1-24 0,0-6 4 16,0-6-64-16,-8 0-232 0,3-7-316 15,-6 0-188-15,-6 0-216 0,-2 4-224 16,-5-1-596-16,-4 7-1348 0,-4 6-3121 16,-16-3 1189-16</inkml:trace>
  <inkml:trace contextRef="#ctx0" brushRef="#br0" timeOffset="152923.427">7012 7852 900 0,'0'0'10008'16,"0"0"-8411"-16,0 0-1177 0,0 0 512 0,0 0 344 16,0 0-128-16,92 28-264 0,-64-22 8 15,-5-3-432-15,5 1-240 16,-4-4-220-16,0 0-4 0,0 0-44 0,-1-7-260 0,2 1-596 16,-1-3-384-16,0-5-436 15,-5 0-1252-15,-2-3-1917 0,-6 8-1407 16,2-11 6092-16</inkml:trace>
  <inkml:trace contextRef="#ctx0" brushRef="#br0" timeOffset="153063.509">7422 7782 1564 0,'0'0'5520'15,"0"0"-2268"-15,0 0-1783 0,8 72-597 0,-8-40 72 0,4 4 8 16,1 2 96-16,-1-1-32 0,-1 4-192 16,5-3-292-16,0 4-224 0,1-7-308 0,6 0-124 15,-4-6-72-15,6-8-252 0,3-4-460 16,3-8-136-16,5-5-304 0,-7-4-1052 15,14-17-3481-15</inkml:trace>
  <inkml:trace contextRef="#ctx0" brushRef="#br0" timeOffset="153396.081">8522 6972 1136 0,'0'0'14169'16,"0"0"-12709"-16,0 0-1448 0,0 0 60 16,-80 28 252-16,56-11 312 0,5 4 252 15,-5 5-16-15,-1 9-372 0,10 9-168 16,-5 7-148-16,-1 9-28 0,10 14-56 16,-1 5 20-16,4 10-48 0,8 3-72 15,0 6-56-15,12 1 56 0,11-1 0 16,9 1 100-16,5-7-100 0,6-3-48 0,6-7 40 15,-2-9-40-15,9-6 0 0,0-9-256 16,7-11 192-16,5-9-400 0,-1-13-16 16,6-12 24-16,-2-7-196 0,1-9-216 15,0-13-400-15,-8-12-804 0,-1-10-889 0,-3-4-2195 16,-20 4-356-16,12-26 5421 16</inkml:trace>
  <inkml:trace contextRef="#ctx0" brushRef="#br0" timeOffset="153662.404">10717 6959 3268 0,'0'0'10001'16,"0"0"-8857"-16,0 0-324 0,0 0-204 15,104 100 204-15,-76-53 372 0,3 10 312 0,-3 4-500 16,0 1-444-16,4 8-208 15,-4 3-60-15,4 4 1 0,0-1-97 0,-4 3-88 0,-4-6-104 16,-9 0-4-16,-2-6-4 0,-5-7-8 16,-8-3 8-16,0-3-104 15,-12-3 20-15,-8-4-33 0,-4-2-51 0,-4-7-104 16,-8-7-164-16,-4-1-144 0,-8-9-164 16,-3-7-36-16,-5-5-352 0,-8-6-992 15,20-3-1728-15,-31-9-2281 0</inkml:trace>
  <inkml:trace contextRef="#ctx0" brushRef="#br0" timeOffset="158947.89">13350 6928 6020 0,'0'0'7697'0,"0"0"-6193"16,0 0-208-16,0 0-164 0,0 0-92 15,0 0-156-15,-103-6-272 0,75 15-100 0,-4 1-172 16,-7 2-132-16,3 7-12 16,-8 0 8-16,-4 3-68 0,0 3-136 15,-8 4 0-15,5 7 0 0,-5-3 4 0,8 3 129 16,4-4 67-16,5-1-200 0,7-2 0 15,8-4-8-15,8-6-40 0,4 1 36 16,8-5-52-16,4-2-4 0,0 0 68 0,12 0 48 16,4-1 28-16,7-2 32 15,10-4-24-15,3 1-12 0,3-5-60 0,5 3 136 16,0-5-36-16,-4-7-112 0,-1 0-96 16,2-3 20-16,-6-2-68 0,-7-1-220 15,-3 4-161-15,-10-1 5 0,-3 1 56 16,-4 5-160-16,-8 2-200 0,0 2-556 15,-12 2-1216-15,4 5-2781 0,-20 9-2363 16</inkml:trace>
  <inkml:trace contextRef="#ctx0" brushRef="#br0" timeOffset="159146.581">12463 7706 7140 0,'0'0'1768'0,"0"0"2633"15,0 0-3473-15,0 0-96 0,0 0 640 16,0 0-40-16,0 0-420 0,83 50 176 15,-47-46-300-15,8-4-352 0,-1-4-147 0,5-2-109 0,1-3-124 16,2-1-156-16,-3-3-116 16,-1 6-16-16,-2-5-257 15,-2 6-195-15,5-1-76 0,-4 7-96 0,0 0-744 16,-12 0-2356-16,15 10-2137 16</inkml:trace>
  <inkml:trace contextRef="#ctx0" brushRef="#br0" timeOffset="159650.355">14669 6845 4092 0,'0'0'7533'0,"0"0"-6801"15,0 0-540-15,-75-82 244 0,51 62 760 16,4 8 168-16,0 3-308 0,0 4-308 16,1 5-32-16,-1 7-160 0,-4 10-260 15,-1 5-24-15,-3 9-28 0,-3 4-12 16,3 13-72-16,4 6 24 0,-4 9 24 16,8 10 0-16,5 3-12 0,6 7-76 0,5 2-48 15,4-2-8-15,4-3-4 16,16-7-48-16,1-10 84 0,7-9 64 0,3-12-76 15,5-12 76-15,0-6-4 0,3-15-32 16,2-9 69-16,2 0-57 0,-3-16-52 16,4-3-80-16,-8-9 4 0,4-4-8 0,-9-4-128 15,-7-1-333-15,-3-1-195 0,-6 3-88 16,-7-1-360-16,-4 8-688 16,-4 0-1148-16,-4 9-2381 0,-19-7-1723 0</inkml:trace>
  <inkml:trace contextRef="#ctx0" brushRef="#br0" timeOffset="159931.488">14411 7372 7352 0,'0'0'3945'0,"0"0"-1221"0,0 0-1160 16,8 64-456-16,8-43 196 0,3-4-304 15,5-2-276-15,4-5-188 0,4-3-144 16,4-7-172-16,0 0-220 16,0-10-64-16,0-6-8 0,0 0-280 15,-5-3-284-15,1 0-152 0,0-3-96 16,-8 3-96-16,0 0-324 0,-4 3-276 0,-4 2 448 0,-4 12 496 0,-8 2 212 15,-1 13 424-15,-3 9 384 16,0 3 460-16,-3 10 96 0,-1 3 120 16,-4 1 64-16,4 2-92 0,0-3-212 15,4 1-268-15,0-6-180 16,0 6-128-16,0-4-60 0,0 0 12 0,8-4-152 0,-4-2-44 16,7-6-232-16,2-8-112 0,6-5-444 15,2-6-140-15,6-4-304 16,1-4-536-16,-3-2-448 0,6-17-3685 15</inkml:trace>
  <inkml:trace contextRef="#ctx0" brushRef="#br0" timeOffset="160223.869">15678 6673 5368 0,'0'0'10369'15,"0"0"-8617"-15,0 0-1568 0,0 0-8 16,-76 13 220-16,52 10-76 0,0 4 136 16,0 15 204-16,5 6 28 0,2 10-336 15,2 5-48-15,6 9 88 0,5 8 397 0,1 3-221 16,-1 6-312-16,0-4-124 16,4-3-76-16,0-5-56 0,0-14-156 0,4-9 0 15,7-15-112-15,10-7-72 0,3-13 48 16,4-5-229-16,7-3-87 15,1-8-40-15,4-3-208 0,0-9-612 0,0-4-1132 16,-8 0-2133-16,7-13-1799 16</inkml:trace>
  <inkml:trace contextRef="#ctx0" brushRef="#br0" timeOffset="160606.852">15992 6556 9740 0,'0'0'1729'0,"0"0"-101"0,0 0-68 16,0 0 44-16,45 98-324 0,-38-53-300 16,1 15-180-16,0 7-92 0,-3 6-156 0,-2 10-4 15,-3-1-52-15,4 1-143 0,-4-4-169 16,0-2-184-16,0-8-24 0,0-12-341 15,4-12-171-15,0-11-72 0,0-14 8 16,5-12-124-16,2-8 88 0,5-2-380 0,4-21-732 16,0-6-1176-16,-4 1-1525 0,8-22-671 15</inkml:trace>
  <inkml:trace contextRef="#ctx0" brushRef="#br0" timeOffset="160847.311">16423 6886 4608 0,'0'0'104'0,"0"0"5668"16,0 0-4203-16,0 0 131 0,0 0-696 15,0 0-352-15,0 0-148 0,0 0 40 0,-83 48 128 16,55-16 36-16,3 2-276 16,1 4-160-16,4 4-16 0,5-5 40 15,3 5 60-15,3-7 148 0,9 0-64 16,0-6-88-16,9-1-48 0,3-6-36 0,8 4-24 16,3-7-96-16,1 0-28 15,8-3-95-15,0-4-25 0,4-2-97 0,4-3-75 16,4-7-388-16,4 0-120 0,-1-13-68 0,5-3-100 15,0-6-376-15,-1-8-1244 16,-10 9-2925-16,10-20-2059 16</inkml:trace>
  <inkml:trace contextRef="#ctx0" brushRef="#br0" timeOffset="161037.63">17427 6724 9080 0,'0'0'6505'0,"0"0"-5209"0,0 0-836 0,0 0 36 0,0 0 836 15,-64 93 148-15,36-49-420 0,0 4-187 0,-7 9-13 16,3 6-392-16,-9 4-284 0,6 3-28 16,-5-1-24-16,4 2-132 15,1-2 0-15,-1-2-360 0,3-6-148 16,1-8-48-16,5-8 8 0,7-14-117 0,8-11-139 16,4-8-344-16,4-12-1168 0,4 0-3216 15,0-12-4617-15</inkml:trace>
  <inkml:trace contextRef="#ctx0" brushRef="#br0" timeOffset="161191.547">17264 7306 13357 0,'0'0'4952'0,"0"0"-4312"15,95-20-136-15,-51 11 612 0,-1 3 381 16,-2-4-481-16,-2 1-424 0,-7-1-352 16,0-3-160-16,0 1-80 0,0-5-220 0,0 2-252 15,-1-1-132-15,-6 3-341 0,-5 0-187 16,-9 4-460-16,-3 6-188 0,-8 3-1276 15,0 0-3397-15,-15 5-1195 0</inkml:trace>
  <inkml:trace contextRef="#ctx0" brushRef="#br0" timeOffset="161346.059">17562 7232 2360 0,'0'0'1032'0,"0"0"1428"16,-51 71 2893-16,35-38-3277 0,4 9-616 0,3 4-36 0,2 4 12 16,3 4-372-16,0 3-84 0,0 3 96 0,0 1-272 15,-1-4-255-15,1-3-273 0,1-10-188 16,-1-9-88-16,0-6-228 0,4-11-76 15,-4-5-37-15,4-3-183 0,0-7-244 16,0-3-296-16,0-6-840 0,0-1-2824 16,0-15-3009-16</inkml:trace>
  <inkml:trace contextRef="#ctx0" brushRef="#br0" timeOffset="161488.832">17598 7572 11609 0,'0'0'5876'0,"0"0"-4860"16,0 0-392-16,100 10 408 0,-68-7 260 15,4-3-563-15,-4 0-329 0,3 0-268 0,-3-10-132 16,4-2-72-16,4-10-424 16,0-4-161-16,-4-7-135 0,-1 0-664 15,-7 3-3052-15,12-14-4877 0</inkml:trace>
  <inkml:trace contextRef="#ctx0" brushRef="#br0" timeOffset="161712.41">18582 6724 5228 0,'0'0'9889'0,"0"0"-7945"16,0 0-1360-16,0 0-136 16,44 93 1016-16,-32-58 160 0,0 2-323 0,-4 2-105 15,4 5-688-15,-5 1-340 0,-2-1-168 16,-1 6 0-16,-4 2-4 0,0-2-92 16,-9 1-256-16,-6 0-168 0,-5 0-12 15,-8 0-48-15,-4-4-149 0,-8-3-123 16,1 1-408-16,-9-4-228 0,-4 1-600 15,-7-4-2288-15,10-13-3817 0,-38 17 6653 16</inkml:trace>
  <inkml:trace contextRef="#ctx0" brushRef="#br0" timeOffset="163179.943">14953 8287 2464 0,'0'0'1904'0,"0"0"2816"16,0 0-3232-16,0 0-331 0,0 0-105 15,0 0 208-15,0 0-324 0,0 0-228 16,0 0-16-16,-72 73 8 0,84-48-32 15,4 7 12-15,4 2-40 16,8 2 12-16,4-5-140 0,-4 1-232 16,4-3-108-16,-1-7-168 0,1 1-4 0,4-9-96 0,0-3-32 15,3-9 128-15,6-2 0 0,2-15 0 16,9-8 0-16,8-5-184 0,-1-7 28 16,5-3-104-16,4 0 52 0,7 2 24 0,1 8 124 15,4 6-64-15,-1 3 124 16,5 10 84-16,-4 2 24 0,0 4 76 15,-9 3-84-15,-7 3 96 0,-8 7-124 0,-8 2-72 16,-9 4 0-16,-11 6-4 0,-4 3 8 16,-8 8-4-16,-8-1 0 0,-4 6 0 0,-8-4-196 15,0-2-24-15,0-7 48 16,0-8 172-16,0-9 56 0,0-3 16 16,0-5-72-16,0-7-84 0,0-10-64 0,8-8-24 15,4-6 72-15,4-8 4 16,12-5-4-16,4 2 40 0,8 2 8 0,3 5 52 15,5 3 132-15,0 7 88 0,7 6 64 16,-2 6-88-16,3 7-196 0,-4 6 48 16,-9 0 52-16,4 10 132 15,-2-1-12-15,-2 0 12 0,-2-2-112 0,-6-1-20 16,5-6-52-16,-4 0 0 0,-1 0 0 16,2-10-48-16,-5-2-8 0,0-4-260 15,-4 0-268-15,-9-3-248 0,-3 2-288 0,-4 5-544 16,-8 3-1060-16,-4 2-1897 0,-8 4-3111 0</inkml:trace>
  <inkml:trace contextRef="#ctx0" brushRef="#br0" timeOffset="163534.366">16359 9280 3088 0,'0'0'8657'16,"0"0"-7565"-16,0 0-380 0,0 0 204 16,0 0 496-16,-79 32-436 15,59-13-180-15,-1 3 168 16,6 0-104-16,2 7-332 0,-2-1-272 0,7 8-36 15,-1-1 24-15,6-1 36 0,3 4 136 0,0-3-40 0,3-2-107 16,10-5-113-16,-1-3-72 0,4-9-84 16,3-3-4-16,2-4-128 0,-1-9 36 15,3 0-88-15,5-12-85 16,0-11-35-16,4-8-168 0,-4-8-116 0,4-2-196 16,-1-3-456-16,-3-4-664 0,0 14-2016 15,8-21-1569-15</inkml:trace>
  <inkml:trace contextRef="#ctx0" brushRef="#br0" timeOffset="163915.517">16806 9153 8372 0,'0'0'6217'15,"0"0"-5193"-15,-9 76-724 0,1-37 392 0,1 8 824 0,-1 4-212 16,4-4-164-16,-1-3 52 16,5-8-415-16,0-14-521 15,5-3-256-15,3-9-168 0,3-7 48 0,6-3 20 16,-2-3-80-16,5-13-28 0,1-6-121 15,-2-8 53-15,1-3-92 0,-4-3-56 0,-4 4 68 16,4 1-24-16,-9 5 28 0,6 7-4 16,-2 7 72-16,2 5 64 15,-1 7 76-15,-1 3 144 16,6 13 244-16,-6 10 4 0,6 2-64 0,-2 4-88 16,1 7 64-16,0 1 0 0,0 2 60 0,0 5 12 15,0 4 16-15,-1 2 20 0,-2 5 84 16,-5-1 36-16,-4 0-60 0,-4-3-23 0,0 0-13 15,-4-6-36-15,-4-4-4 16,-5-9-68-16,-2 0-52 0,-1-12-48 0,-8-5-24 16,4-5-60-16,-8-7-60 0,0-6-216 0,0-2-100 15,0-15-72-15,0-5 67 16,1-3 17-16,3-11-244 0,0-4-4 0,4-2-328 16,8-2-544-16,8-4-664 15,4 8-604-15,8-9-1945 0,8 5-1743 16,-4 12 4809-16</inkml:trace>
  <inkml:trace contextRef="#ctx0" brushRef="#br0" timeOffset="164146.674">17371 9262 272 0,'0'0'1044'0,"0"0"4356"0,0 0-2508 15,0 0-1071-15,0 0 227 16,0 0 92-16,0 0-524 0,0 0-836 16,0 0-176-16,-8 76 332 0,-8-39-164 15,4 1-236-15,8 4-76 0,1-1 125 16,3 0 23-1,3-3-208-15,9-3-172 0,1-2-120 0,2-12-108 16,5-4-84-16,-4-8-24 0,8-9-88 0,-4 0 76 0,3-14-48 16,1-7-16-16,1-10-68 0,-5-5-201 0,-1-8-139 15,1-7-192-15,1-3-328 16,-2 0-704 0,-3-6-540-16,4-1 132 0,-8 14-4185 0,4-26 18 15</inkml:trace>
  <inkml:trace contextRef="#ctx0" brushRef="#br0" timeOffset="164307.757">17702 8744 3708 0,'0'0'7781'16,"0"0"-4921"-16,0 0-1560 0,0 63-592 0,0-25 288 16,-4 7 56-16,4 6-228 0,0-4 268 0,0 3-32 15,0 2-295-15,8-4-401 16,0-1-244-16,-5-3-120 0,6-2-132 0,-1-7-404 16,-4-3-169-16,3-7-99 0,-3-6-100 15,5-7-440-15,-5-7-948 0,4-5-1664 16,-1-11-981-16,2-8-1711 0,-1 3 6277 15</inkml:trace>
  <inkml:trace contextRef="#ctx0" brushRef="#br0" timeOffset="164465.302">17941 9280 1332 0,'0'0'10861'0,"0"0"-8785"0,0 0-824 15,0 0-296-15,40 67 200 0,-32-48-304 16,-5 0-420-16,1 0 24 0,-4-3 192 16,0 0-280-16,0-7-356 0,0-3-12 0,0-6-268 15,0 0-160-15,0 0-152 0,-4-6-196 16,1-7-372-16,-1-6-356 0,0-2-1108 15,-4-2-561-15,3-2-1299 16,-2 6-700-16</inkml:trace>
  <inkml:trace contextRef="#ctx0" brushRef="#br0" timeOffset="164580.013">17941 9280 3892 0,'4'-73'548'0,"0"83"5676"0,0 2-3555 0,4 2-1425 0,-1 5-800 16,6-5 272-16,-2 3 452 0,6-4-360 15,-2-4-104-15,2-3-148 0,-2-6-324 16,2 0-232-16,2-6-496 0,-3-6-36 0,4-8-72 15,4 1-1148-15,-4 0-1328 0,19-9-4013 16</inkml:trace>
  <inkml:trace contextRef="#ctx0" brushRef="#br0" timeOffset="164757.525">18642 9109 3828 0,'0'0'9085'0,"0"0"-6825"0,0 0-1040 0,-32 85-36 15,17-47 272-15,-6 4-120 0,6-1-300 16,-2-3 9-16,10-3-297 0,7-10-448 15,0-6-300-15,4-6-136 0,7-7-44 16,6 0-244-16,3-1-48 0,-1-5-25 16,5-7 33-16,-4-5-84 15,4-2-232-15,-4-2-1000 16,0-3-1232-16,-8 7-1725 0,-1-4-2983 0</inkml:trace>
  <inkml:trace contextRef="#ctx0" brushRef="#br0" timeOffset="165846.494">7359 9029 5520 0,'0'0'768'16,"0"0"1960"-16,0 0 5 0,0 0-1093 0,0 0-676 15,0 0-104-15,0 0-44 16,-8 99-24-16,19-58 216 0,1 7-120 0,8 6-324 16,1-4-156-16,3 4 56 0,-1-5-88 15,-3-9-192-15,0-8-180 0,-4-10-4 0,4-6-84 16,-5-6-28-16,2-7 100 15,-2-3-60-15,9 0 16 0,1-10 56 0,3-5 0 16,3-8-76-16,5-5-116 0,7-4-56 16,6 0 4-16,7 0 124 0,4 1 20 15,7-1-36-15,1 7-60 0,3 0 184 16,-2 1-60-16,2 6 72 0,-4 5-4 16,-7 3 4-16,-8 5-8 0,-4 1 0 15,-4 4-32-15,-8 0 40 0,-8 6 0 16,0 10 64-16,-4 3 8 0,-9 7 172 0,-7 6-144 15,-8 6-28-15,0 6-56 0,-4 0 44 16,-4 5-56-16,5-8-4 0,-5-7 120 16,-1-8 64-16,5-10-36 0,0-10-24 15,4-3-60-15,-3-3-64 0,3 0-12 16,0-13-208-16,3-5-284 0,5-11 124 0,1-6 136 16,6-3-88-16,6 0-16 0,-2 0 64 15,5 9 148-15,0 4 136 0,4 6 172 16,0 6 188-16,4 3-28 0,0 10-96 15,3 0-40-15,-3 4 380 0,0 5 84 16,0 1-392-16,-4 2-168 0,-4 4 312 16,4-6 393-16,-5 3-429 0,5-1-220 0,0 1 28 15,0-3-88-15,-4-1 60 16,4-3-44-16,0-3-4 0,0 0-96 16,-1-3 48-16,1-3-52 0,9-6 40 15,-1-7-48-15,7-6-8 0,-3-7 8 0,8 1-156 16,-9-4-232-16,6 3-208 15,-10 4-133-15,-3-1-171 0,-4 7-312 0,-4 4-876 16,-8 5-1036-16,0 4-2929 0</inkml:trace>
  <inkml:trace contextRef="#ctx0" brushRef="#br0" timeOffset="166333.223">8303 10465 52 0,'0'0'732'0,"0"0"8704"16,0 0-7851-16,0 0-481 0,-44-80-380 15,32 58-36-15,0 3 84 0,-4 3 244 16,0 3-88-16,0 4-320 0,0 3-64 0,1 6-72 31,2-4-44-31,1 4 40 0,1 4-40 16,2 8-136-16,-2 4-204 0,3 9-80 0,4 10 88 0,4 1 40 0,0 5-16 15,0-3-20-15,4 3-20 0,4-3-80 16,3-2-88-16,-2-5-56 0,2-9-76 16,1-6-356-16,1-7-24 0,2-9 0 15,1 0 44-15,9-20-324 0,-2-1-824 16,1-10-2200-16,-8 1-1537 0</inkml:trace>
  <inkml:trace contextRef="#ctx0" brushRef="#br0" timeOffset="166697.017">8541 10322 1788 0,'0'0'8616'0,"0"0"-6699"0,0 0-553 0,0 0-436 16,25 79 92-16,-25-44 208 16,0 5-156-16,0-4-248 0,0-4-220 15,0-7-164-15,0-12-196 0,0-3-244 16,0-8-60-16,0-2-124 0,3-6-72 0,6-6 48 15,3-7 120-15,-5-7-220 0,6-2-48 16,-5-4-40-16,-1 0 16 0,1 6 104 16,1 5 28-16,-1 5 64 0,3 6-40 15,-2 7 96-15,2 3 128 0,1 3 276 16,1 13 108-16,-2 3-48 0,6 4-40 16,-6 4-148-16,1 5 76 0,4 3 24 15,-4 4-28-15,0-2 76 0,4 8 24 0,-4-1-40 16,-4 7 0-16,0 0 16 0,-1 3 8 15,-3-3 12-15,-4-4 36 16,0-2-60-16,0-3-59 0,0-11-89 0,-4-5-32 16,-3-1-16-16,3-9-24 0,-8-1 36 15,-4-5-108-15,-1-4 0 16,-2 1-60-16,-1-7-36 0,1-3 24 16,-2-10-136-16,1-3-301 0,-3-6 45 0,3-6-12 0,-1-4-96 15,2 0-188-15,6 0-116 0,6 0-228 16,7 4-96-16,0-1-440 15,0 1-720-15,7 2-1529 0,1 5-1319 0</inkml:trace>
  <inkml:trace contextRef="#ctx0" brushRef="#br0" timeOffset="167123.812">9088 10300 1472 0,'0'0'2608'0,"0"0"2824"0,0 0-4232 0,0 0-311 15,0 0 187-15,0 0 124 0,0 0 180 0,0 0-336 16,-76 0-432-16,68 22-240 0,4 6-24 16,0 7 48-16,4 0 196 0,4 3 160 15,5 0-128-15,2-3-208 0,-3-3-160 16,4-10-124-16,0-6-44 0,-1-6 32 0,2-10-120 15,-1 0 0-15,4-12-84 0,-1-9-64 16,2-7-132-16,-2-7-256 16,2-6-408-16,-2-4-304 0,-2-2-348 0,-2-1-1132 15,1 14-1733-15,0-15-1915 16</inkml:trace>
  <inkml:trace contextRef="#ctx0" brushRef="#br0" timeOffset="167566.235">9319 9883 4152 0,'0'0'1744'0,"0"0"4837"0,0 80-5685 0,4-42-476 16,-4 10 112-16,4 2 792 0,0-2 232 0,0-1-344 16,-1 2-424-16,5-9-384 15,5 2-268-15,-6-8-136 0,10-5-308 16,-6-10-292-16,1-6 20 0,-3-9 60 16,2-4-40-16,1-11-272 0,0-3-164 15,0-9-588-15,1-6-716 0,-2 4-273 16,1-1-439-16,0 4-52 0,0 6 600 0,4 4 2464 15,-4 5 876-15,-1 4 1588 0,2 3 452 16,-5 3-228-16,-1 9-495 0,2 1-437 16,-5 4-448-16,0 2-288 0,3-1-88 0,-7 1-12 15,4-3-112-15,0-3-340 16,-4-3-272-16,5-4-196 0,-5-6-104 16,4 3-80-16,-4-3 36 0,8 0 52 0,-1-6 96 15,1-1 72-15,5 1-72 0,-2-7 0 16,2 7-72-16,-2-4-28 0,1 4 36 15,0 0-44-15,4 6 108 0,-4 0 24 16,0 0 112-16,4 6-76 0,0 0-60 16,0 4 0-16,3 0 0 0,-2-1 160 0,-2 1-12 15,-2 2-148-15,-2-1-208 16,1 1 96-16,-3-3 112 0,-2 0 4 16,1-2 8-16,-4 0-12 0,-4-4-136 0,0 0-272 15,0-3 12-15,0 0 100 16,0 0-168-16,0 0-492 0,0 0-1308 0,-4-6-3105 15,4-1-1375-15,-8-5 6228 0</inkml:trace>
  <inkml:trace contextRef="#ctx0" brushRef="#br0" timeOffset="168945.124">9550 10163 7856 0,'0'0'4777'0,"0"0"-3161"0,0 0-896 15,0 0-720-15,0 0 0 0,0 0 252 16,0 0 416-16,0 0 348 0,0 0-260 0,56 83-408 16,-45-58-240-16,2 0-108 0,-5 1-52 15,-1-1 44-15,1-3 0 0,1-3-76 16,-2-3-64-16,-3-2-64 0,4-3-324 16,-4-4-160-16,1-4-200 0,-1-3-444 15,-1-3-944-15,1-13-1573 0,0 7-1967 16,-4-20 5240-16</inkml:trace>
  <inkml:trace contextRef="#ctx0" brushRef="#br0" timeOffset="169113.903">9666 10046 7008 0,'0'0'7065'0,"0"0"-5401"16,0 0-908-16,0 0-356 0,0 0 8 0,0 0 176 15,0 0 280-15,0 0-372 16,0 0-364-16,0 0-128 0,84-22-456 0,-65 15-148 16,5 1-200-16,-4-4-596 0,-1 3-2640 0,6 5-4373 15</inkml:trace>
  <inkml:trace contextRef="#ctx0" brushRef="#br0" timeOffset="169358.167">10076 10172 9548 0,'0'0'5437'0,"0"0"-4557"0,0 0-236 0,-60 90 92 15,41-59-4-15,6-2 132 16,1-1 104-16,5 1-296 0,2-7-220 16,1 1-88-16,4-8-72 0,4 1-196 15,8-3-92-15,0 0 48 0,8 2-40 0,4-5 36 16,-4-1 9-16,8-2-57 15,-4-4-8-15,4 0-101 0,-4-3-159 0,4 0 36 0,-1-6-132 16,-3-4-136-16,4-2-136 16,0-7-64-16,-4 0-324 0,4-4-728 15,-5 4-1108-15,10-7-2629 0</inkml:trace>
  <inkml:trace contextRef="#ctx0" brushRef="#br0" timeOffset="170287.347">13913 9883 7612 0,'0'0'3925'16,"0"0"-2413"-16,0 0-1144 0,-96-28-12 0,60 22 140 16,-4 3 164-16,-3 3-80 0,-5 0 44 15,-8 0 68-15,1 3-356 0,-9 3-232 16,-1 1-96-16,-6 2 120 0,-4 1-128 0,-5 2-12 16,-1 1 12-16,-2 3 76 0,7-1 72 15,-3 5 12-15,3-5-48 0,-3 5 48 16,6-5-56-16,-2 2-104 0,-1-9-8 15,4 3-40-15,-3-3-176 0,7-2 76 16,0-6-12-16,5 5-28 0,7-3 16 16,8-2 32-16,4 0-32 0,4 0-104 0,12 0-24 15,0-7-104-15,9 7-112 16,-1-2-264-16,8-2-352 0,4-1-736 16,4 2-637-16,0-8-1515 0,4 5-196 15,0-9 4060-15</inkml:trace>
  <inkml:trace contextRef="#ctx0" brushRef="#br0" timeOffset="170600.3">12104 9747 3924 0,'0'0'1564'16,"0"0"4021"-16,0 0-4505 0,0 0-452 0,0 0 24 15,0 0 60-15,0 0-336 0,-80 0 4 16,57 6 36-16,-2 7-136 0,-3 3-172 0,4-4-104 15,-4 7-4-15,0 0 176 16,0 0 12-16,1 4-88 0,-4 2-8 16,-1 1-4-16,4-1-76 0,-4 4-8 0,4-1 0 15,0-3 0-15,4 0 84 0,4-1 72 16,4-6-72-16,4 1-40 16,4-3-48-16,4-3-116 0,4 3 20 0,4-3-20 15,12 3 116-15,4 3 0 0,11-1 16 16,1 2 132-16,13-1-36 0,2 0 0 15,1 3-48-15,8-3-64 0,0 6-204 16,-1-2-172-16,1 2-1160 0,0 0-1488 16,-16-5-6729-16,12 17 7762 0</inkml:trace>
  <inkml:trace contextRef="#ctx0" brushRef="#br0" timeOffset="176662.739">11924 10274 8052 0,'0'0'140'0,"0"0"2913"16,0 0-1641-16,0 0-672 0,0 0-168 16,0 0 216-16,0 0-212 0,0 0 168 15,0 0 160-15,52 0-212 0,-27 0-232 16,-2-3-188-16,1 3 12 0,0 0-16 0,4 0-8 16,0-3 36-16,4 3-200 0,0 0 124 15,3 0-172-15,5-4 4 0,0 2 20 0,8-5-68 16,0 1 44-16,3-4-40 0,5 0-8 15,0 1-120-15,0-4 112 16,8 0 8-16,-1 4 4 0,1 0-4 0,7-1 0 16,-2 7-88-16,-2-1 40 15,1 2 48-15,-8 2 12 0,3 0-8 0,-7 2-8 16,0 2 4-16,-4-1-12 0,0 3 12 16,-9-2-8-16,1-1-40 0,0 0-16 15,-4 0 16-15,-4-3-48 16,-4 0-4-16,0 0-72 0,-4 0 12 0,0 0 52 0,-9-3-4 15,1 0 104-15,-4 0-52 0,0-1 60 16,-8 1 0-16,4 0 0 16,-4 0-48-16,-4-1-48 0,4 4-40 0,-4 0-100 15,-4-2-72-15,0 2-52 0,0 0-72 0,0 0-156 32,-4 0-380-32,-4 2-1132 0,4 2-2449 15,-16 2-3499-15</inkml:trace>
  <inkml:trace contextRef="#ctx0" brushRef="#br0" timeOffset="178438.629">9119 12843 3628 0,'0'0'172'0,"0"0"4080"0,0 0-2012 16,0 0-387-16,0 0-525 0,-20-77-236 15,9 62 16-15,3-4 60 0,-5-1-360 16,6 1-164-16,-5 4-140 0,-4 2-60 16,4-3-4-16,1 6 28 0,-6 1-128 0,-3 2-120 15,-3 5-48-15,-1 2-100 16,-4 2-24-16,0 8 184 0,-8 9 204 0,4 3-384 16,-8 10-52-16,4 6-52 15,0 7 52-15,0 5 0 0,5 8 0 0,-1 5-68 16,8 7 68-16,8 3 124 0,7 3 21 15,9 3-37-15,0 4-8 0,17-8 56 16,3-1 12-16,7-13-32 0,5-10 140 16,1-10-20-1,3-16-76-15,-5-6-72 0,5-7-32 0,-4-5-68 16,0-7 4-16,-4-3-12 0,-4-6 0 0,-1-4-4 16,-3-3-100-16,1-3-124 0,-10-4-196 0,1 2-156 0,-4-5-225 15,0 3-315-15,-4 4-672 16,-4 1-1340-16,0 5-2649 0,-8-3-2871 15</inkml:trace>
  <inkml:trace contextRef="#ctx0" brushRef="#br0" timeOffset="178732.238">8848 13405 2460 0,'0'0'6152'16,"0"0"-3631"-16,0 0-585 0,0 0 84 0,0 0-252 16,0 0-192-16,0 0-308 15,84 60-416-15,-63-54-312 16,-6 0-248-16,5-6-184 0,-4 0-108 0,4-2 0 0,-4-5-184 0,0-3-264 15,0-2-284-15,-4 2-200 0,-5-3-80 16,1 6-264-16,1 2-696 16,-9 2-648-16,4 0-321 0,-4 3 9 0,0 0 1108 15,0 3 1316-15,-4 3 508 0,0 3 888 16,-1 4 752-16,5 3-224 16,0 3 112-16,0 3 229 0,0 4-245 15,0 2 648-15,5 4-1016 0,-1 3-680 16,0-3 124-16,3-4 588 0,-3-3-600 0,5-2-392 0,-1-4-184 15,3-7-236-15,2-1-48 0,2-9-420 16,2-2-276-16,2 0 152 0,5-2-440 16,-4-9-756-16,4-3-2385 0,-8 0-1483 0</inkml:trace>
  <inkml:trace contextRef="#ctx0" brushRef="#br0" timeOffset="179023.018">9821 12976 3616 0,'0'0'7741'0,"0"0"-6573"16,0 0-940-16,0 0 616 15,-80 54 764-15,57-26 12 0,2 4-452 0,1 6-452 16,9 3-140-16,-2 4 76 0,9 6 188 0,0-4-304 0,4 7-160 15,0-4-107-15,8 5-61 0,1-7-52 0,2-3-40 16,1-7-116-16,4-10 0 16,1-6-84-16,2-6 76 0,1-10-76 15,4 1-24-15,3-7-64 0,1 0-181 0,0-10-255 16,-4-6-232-16,4-6-300 16,-3 0-440-16,-6 0-2208 0,5-7-2709 0</inkml:trace>
  <inkml:trace contextRef="#ctx0" brushRef="#br0" timeOffset="179239.703">10032 13008 13269 0,'0'0'3884'16,"0"0"-2952"-16,0 0-108 0,0 0 304 15,100 41 44-15,-65-35 41 0,1-3-401 0,5-3-388 16,-2-3-292-16,-3-9-64 15,-1-1-68-15,-3-3-132 0,-4 0-48 16,0 1-292-16,-4-4-196 0,1 2-133 0,-6 2-135 16,-3 2-496-16,-8 3-96 0,-4 4-2508 15,-4 3-3053-15</inkml:trace>
  <inkml:trace contextRef="#ctx0" brushRef="#br0" timeOffset="179653.361">10299 13116 1240 0,'0'0'11593'0,"-20"63"-9905"0,16-28-1080 15,-4 6 20-15,0 7 416 0,4 0 420 0,-4-4-24 16,0-3-392-16,4-2-440 16,4-8-288-16,0-5-320 0,0-7-472 15,0-10-188-15,0-3-60 0,0-6-200 0,4 0-388 16,4-6-432-16,4-10-316 16,-4-3-464-16,4-9 219 0,0-1-191 0,4-3-140 15,-4 4 1640-15,-1-1 992 0,6 3 2284 0,3 5 224 16,-5 1-176-16,6 5-399 0,3-1-397 15,-5 6-204-15,-2 1-348 0,-2-1-332 16,1 4-340-16,-4 3-312 0,1 0-60 16,-6-1-140-16,-3 4-332 15,-4 0-232-15,0 7-224 0,-4 5-104 0,-8 4 120 16,-4 6 200-16,-4 4 319 0,1-1 325 16,-5 3 128-16,-1 2 52 15,5 4 0-15,-3-2 105 0,3 0 343 0,3-4 360 16,2-3 236-16,7 1 136 0,8-7 116 0,0-3-296 15,0-3-148-15,16 0 8 0,0-7-52 16,7-3-152-16,5-3-120 0,0-3-176 16,4-10-35-16,0-4-193 0,0-4-112 15,0-8-72-15,-1-3-184 0,1-2-325 16,1-8-211-16,-1 0-124 0,4-2 60 16,-1 0-632-16,-3 0-2800 0,-4 12-2909 15,8-16 778-15</inkml:trace>
  <inkml:trace contextRef="#ctx0" brushRef="#br0" timeOffset="179915.003">11323 12712 1772 0,'0'0'11613'0,"0"0"-9801"0,0 0-808 16,-48 67 124-16,28-35 108 15,-3 6 164-15,-2 10-264 0,-3 2-420 16,0 11-327-16,-3 2 11 0,-1 10-96 0,0 6-40 15,-4 7-48-15,-3 10-92 0,-6 8-16 16,-2 8-108-16,-1-1-4 0,-8 0-92 16,5-1-136-16,-1-8-68 0,7-10-124 0,9-12-36 15,9-13-65-15,7-17 1 16,12-15-48-16,4-16-64 0,4-15-284 16,12-15-808-16,0-16-952 0,12-15-1729 0,-9 4-1803 15,17-25 3108-15</inkml:trace>
  <inkml:trace contextRef="#ctx0" brushRef="#br0" timeOffset="180079.089">11123 13640 5612 0,'0'0'9021'0,"0"0"-6745"0,81-24-1296 16,-50 19-412-16,1-1 148 0,0-1 312 0,4 0-260 0,-8 2 84 16,0-5-439-16,0 0-413 0,0-3-292 0,0 1-317 15,-5-4-155-15,1 0-216 16,-8 4-1664-16,-4-1-3869 15,-8 4-3411-15</inkml:trace>
  <inkml:trace contextRef="#ctx0" brushRef="#br0" timeOffset="180246.437">11299 13735 2600 0,'0'0'10669'16,"-11"92"-8617"-16,6-48-1044 0,5 10 264 0,0 10 232 15,0-1 88-15,0 1-291 16,0-3-465-16,0-8-376 0,0-9-300 15,0-9-160-15,-4-5-148 0,4-16-212 16,0-1-64-16,0-9-172 16,0-4-193-16,0-6-371 15,0-7-868-15,0-6-2152 0,0-6-1181 0,0 5-2639 0,0-12 7593 16</inkml:trace>
  <inkml:trace contextRef="#ctx0" brushRef="#br0" timeOffset="180388.58">11374 13941 3708 0,'0'0'10009'15,"0"0"-7433"-15,0 0-1752 0,0 0-180 16,88 19 172-16,-64-19 144 16,-3 0 140-16,7-2-504 0,-5-12-292 0,5-5-304 0,0-7-704 0,0-5-240 15,7-7 40-15,-3-3-1200 0,4-7-3360 16,-12 10-5533-16,12-22 10789 0</inkml:trace>
  <inkml:trace contextRef="#ctx0" brushRef="#br0" timeOffset="180613.088">12244 13116 2964 0,'0'0'7760'0,"0"0"-3735"0,15 67-3357 16,-7-39-52-16,4 4 388 0,-4 6 656 0,4 0-140 16,-4 3-496-16,0 1-576 0,-4-1-263 0,0 6-185 15,-4 2-12-15,-4-2-293 0,-8 0-119 16,0-3-112-16,-4 1-28 15,-4-1 100-15,-4-2 120 0,1-4-60 0,-1-3 44 0,-4-4-144 16,0-4-180-16,-4-6-136 16,0-2-1412-16,0-7-736 0,8-5-2645 15,-19 0 377-15</inkml:trace>
  <inkml:trace contextRef="#ctx0" brushRef="#br0" timeOffset="181146.611">15021 13049 80 0,'0'0'11129'0,"0"0"-9473"16,0 0-736-16,0 0 244 15,0 0 28-15,0 0-276 0,0 0-84 16,0 0-16-16,-105 6-116 0,74 1-332 0,-5 2-64 16,-4-2 52-16,-4 2-52 0,-3 1 112 0,-2 2-76 15,-6-2-136 1,-4 3-43-16,-10 2-113 0,-2 2 40 0,-5 2-88 15,-4 0-4-15,-4 2-128 0,1 2 35 0,3 2-123 16,0 1 48-16,9-4-80 16,3 3-40-16,8-5-112 0,8-1 100 0,5-7-308 15,11-2-116-15,8-7 112 0,8 0-264 16,4-3-596-16,12-6-76 0,4-8-1144 16,0 6-2881-16,4-17 497 0</inkml:trace>
  <inkml:trace contextRef="#ctx0" brushRef="#br0" timeOffset="181465.323">13937 12966 10368 0,'0'0'1609'0,"0"0"-813"0,0 0 44 0,0 0 164 15,-80 38-160-15,48-21-180 0,4 2-108 16,-8 3-184-16,1 0-184 0,-6 3-140 0,6 0 76 15,-5 1-12-15,4 3-60 0,-4-2 8 16,4 3-48-16,4-1-12 0,0 2 0 16,1-5-72-16,3 2 64 0,3-2 4 15,10-4 4-15,7-7 136 0,0-2-40 16,8 0-84-16,4-4 36 0,8 4 64 0,8 0 172 16,3 0 332-16,5-1 268 0,4 1-444 15,5-3-172-15,2-1-76 0,-3-3-192 16,0 5-56-16,3-9 52 0,-7 4-164 15,1-2-344-15,-1-4-248 0,-9 0-92 16,1 0-212-16,0-4-804 0,-8-2-1336 16,0-7-3549-16</inkml:trace>
  <inkml:trace contextRef="#ctx0" brushRef="#br0" timeOffset="182494.918">16673 12481 1864 0,'0'0'1084'0,"0"0"4672"16,0 0-4244-16,13-70-323 0,-13 45 107 0,4 3 28 15,-4-1-100-15,0 4-252 0,-8 6-296 16,-1 1-92-16,-2 5-40 0,-6 7-48 15,2 0-28-15,-5 3-112 0,-3 10-112 0,-5 13-84 16,4 6-12-16,-1 8-52 16,1 12 88-16,1 7 120 0,3 9 160 15,0 1 72-15,0 7-87 0,4 4-157 0,4 2-36 16,4 0-160-16,4-2 0 16,4-7 12-1,0-9 76-15,8-13 92 0,0-13 304 0,8-10-240 16,0-6-232-16,-1-9-108 0,6-7-56 0,-5-2 44 0,3-4-132 15,-2 0-184-15,-2-10-60 16,-2 1-68 0,2-7-116-16,-7-3-169 0,1 3-295 0,-2-3-728 15,-7 0-908-15,0 3-2000 0,0 3-1333 0,-4-3 1225 16</inkml:trace>
  <inkml:trace contextRef="#ctx0" brushRef="#br0" timeOffset="182641.078">16454 13087 3600 0,'0'0'444'16,"0"0"5328"-16,0 0-4211 0,0 0-173 0,0 0 380 15,0 0 84-15,0 0-248 16,88-9-420-16,-60 9-168 0,-4-3-308 0,4-1-272 16,-5-2-312-16,5-4-124 0,-3-2-76 0,-1-4-96 15,-4-3-472-15,-1 0-252 0,5-6-480 16,-3 2-636-16,-6 1-2448 0,-2 3-2513 16,-2-3 2126-16</inkml:trace>
  <inkml:trace contextRef="#ctx0" brushRef="#br0" timeOffset="182811.843">16825 12890 6108 0,'0'0'4136'0,"0"0"-2127"0,-23 70-1217 0,14-41 8 16,5 9 756-16,-3 0-60 0,7-3-84 0,0-1 28 15,0-2-172-15,0 0-524 16,7-9-415-16,1-4-329 0,4-10-64 0,0-6-116 16,4-3-209-16,4-3-123 0,0-13 60 15,8-3-144-15,0-9-240 0,0-7-508 16,4 0-1008-16,-13 6-2473 0,13-15-2783 15</inkml:trace>
  <inkml:trace contextRef="#ctx0" brushRef="#br0" timeOffset="183038.684">17255 12509 7096 0,'0'0'5205'16,"0"0"-3429"-16,0 0-1016 0,0 0 56 0,0 0 852 0,0 0-296 15,0 0-560-15,-83 38 8 0,67-2 20 16,4 2-184-16,4 9-255 0,0 0 47 15,4 4 240-15,4 10-20 0,-4-1-320 16,4 4-156-16,0-1-84 0,0 1-108 16,0-3-12-16,4-5-120 0,4-8-120 15,4-7-24-15,0-6-4 0,4-7-8 16,7-6-40-16,2-5-240 0,3-8-100 16,3-9-97-16,1-4-371 0,0-8-744 15,-4-7-1148-15,-4 3-2757 0,0-9-3235 0</inkml:trace>
  <inkml:trace contextRef="#ctx0" brushRef="#br0" timeOffset="183326.819">17638 12397 10724 0,'0'0'4145'0,"0"0"-3489"16,0 0-432-16,0 0 708 15,32 81 444-15,-20-31-68 16,0 11-136-16,-4 8-100 0,0 5-271 0,-1-2-229 0,-7 5-136 16,0-5-172-16,0 2-60 0,-3-8-204 0,-5-1 0 15,0-12-216-15,-1-6-256 16,6-12-144-16,-1-9-125 15,4-11-75-15,7-10-72 0,6-10-476 0,2-13-768 16,2-5-2556-16,11-21-2649 0</inkml:trace>
  <inkml:trace contextRef="#ctx0" brushRef="#br0" timeOffset="183575.239">18037 12681 5640 0,'0'0'7589'0,"0"0"-6461"0,0 0-772 16,-88 44 36-16,56-18 536 0,0 2 388 15,0 4-180-15,5 3 20 0,6 0-276 0,6 0-416 16,2-4-220-16,6 5-36 16,7-5-4-16,0-2 29 0,7-4 11 15,6-3 20-15,2-3 4 0,6-3-36 16,3-2-100-16,3-6-80 0,-3-4-52 16,8-2-84-16,-4-2-12 0,0 0-244 0,3-6-84 15,-3 0-125-15,0-3-95 16,0-4-112-16,-4 3-272 0,0-2-664 15,0-1-1348-15,-8 4-2669 16,3-1-2994-16</inkml:trace>
  <inkml:trace contextRef="#ctx0" brushRef="#br0" timeOffset="183846.377">18702 12332 9352 0,'0'0'5253'0,"0"0"-4937"0,0 0-316 0,-60 70 0 0,32-29 640 16,1 13 104-16,-6 9 116 0,-3 10 540 0,1 6-256 15,-1 11-520-15,-4-2-284 16,0 5-256-16,-4 2 76 0,-4 3 48 16,1 1-124-16,2-2-36 0,6-7 24 15,-1-8-72-15,9-12-268 16,6-16-12-16,10-19 112 0,2-13 32 0,10-12-192 15,3-6-284-15,0-8-312 0,11-15-88 0,6-7-332 16,7-15-1148-16,-9 8-1901 0,13-30-1583 16</inkml:trace>
  <inkml:trace contextRef="#ctx0" brushRef="#br0" timeOffset="183989.978">18614 12922 9260 0,'0'0'6881'0,"0"0"-6013"16,0 0-420-16,108-16 564 0,-76 10 304 15,0-4-560-15,-8 1-60 0,4-1 157 16,-5-5-565-16,5-2-288 0,0-1-496 0,-4-6-293 16,0 6-251-16,-5-4-520 0,-2 4-1480 15,-6 1-2585-15,-7 1-3299 0</inkml:trace>
  <inkml:trace contextRef="#ctx0" brushRef="#br0" timeOffset="184168.716">18754 12932 1540 0,'0'0'10841'0,"-32"82"-9145"0,24-38-700 16,-1 10 316-16,2 10 392 0,-1 0-228 16,0-1-156-16,0-6-127 15,4-3-493-15,-4-10-432 16,4-5-244-16,0-8-24 0,4-12-196 0,-4-6-80 0,4-7-160 0,0-2-149 16,0-4-231-16,4-10-308 0,4-6-972 15,-4 4-2688-15,4-17-3753 16</inkml:trace>
  <inkml:trace contextRef="#ctx0" brushRef="#br0" timeOffset="184321.886">18829 13191 7008 0,'0'0'8301'0,"0"0"-7153"16,0 0-600-16,0 0 952 0,80 11 68 0,-52-11-504 0,-4-7-275 15,4-2-229-15,-1-8-364 0,6-5-196 16,-1-3-484-16,0 0-1 0,3-7 141 0,-3-3-824 15,0 0-1192-15,-8 9-2744 0,12-11-457 0</inkml:trace>
  <inkml:trace contextRef="#ctx0" brushRef="#br0" timeOffset="184582.16">19519 12411 7840 0,'0'0'7101'15,"0"0"-5897"-15,0 0-736 0,0 0 232 16,71 79 796-16,-50-54-296 16,-2 4-380-16,-3 6 40 0,0 0-19 15,4 7-429-15,-4 2-280 16,0 3-48-16,0 8 24 0,-4-1-48 0,-1-4-60 0,-11 4-132 16,0-3-168-16,-11 0-40 0,-6-1-36 0,-6 2-101 15,-5-8 77 1,-4-3 24-16,1-6-4 0,-1-7-84 0,-4-1-60 15,4-6-164-15,-5-5-300 0,-2-6-628 0,11-5-2620 16,-15-5-2565-16</inkml:trace>
  <inkml:trace contextRef="#ctx0" brushRef="#br0" timeOffset="185370.391">14271 12744 5548 0,'0'0'1940'0,"0"0"1336"15,0 0-1619-15,0 0-585 0,0 0 124 16,0 0-116-16,0 0-212 0,0 0-56 15,0 0-72-15,0 0-36 0,64-44-176 16,-33 18-112-16,2 1-96 0,3-3-112 0,0-4 12 16,-1 0-88-16,-3 0-84 15,4 4 0-15,-8 5 8 0,4 7-48 16,-8 7-16-16,4 6 16 0,4 6 4 16,-4 16 36-16,0 6 148 0,0 4-192 15,0 6 44-15,-5 3 24 0,1-6-60 0,-4-1 24 16,3-2 88-16,5-10-116 0,0-3-8 15,0-6-148-15,8-8 16 0,1-2-40 16,6-9-364-16,4-10-492 0,5-3-364 0,4-10-424 16,8 1-1272-16,4-4-2801 0,-16 9-719 15,23-9 5981-15</inkml:trace>
  <inkml:trace contextRef="#ctx0" brushRef="#br0" timeOffset="185886.333">20623 12125 1892 0,'0'0'1080'0,"0"0"6608"0,0 0-6399 0,0 0-561 15,0 0 256-15,0 0 548 0,0 0-284 0,0 0-80 16,51 96-116-16,-59-49-132 0,-7 7-260 0,-2 7-136 16,-3 5-36-16,-3 7 48 15,-1 2-99-15,-8 9-181 0,0 1-76 16,-9 7-84-16,2 1-96 0,-4 5-144 0,-2 0 24 15,-2 4-16-15,-1 0-32 16,0-4-16-16,0-3-21 0,1-6 9 0,2-10 28 16,2-8-64-16,7-11-12 0,3-13-196 15,14-12-156-15,3-9-240 0,12-13-408 16,0-11-792-16,4-2-2088 0,8-8-2365 0</inkml:trace>
  <inkml:trace contextRef="#ctx0" brushRef="#br0" timeOffset="186494.733">21145 12823 7140 0,'0'0'5665'16,"0"0"-4189"-16,0 0-576 0,0 0-336 15,0 0 492-15,0 0 124 0,-9-70-132 16,-3 64-20-16,-4 6-220 0,1 0-372 15,-2 6-216-15,2 7 0 0,-2 10-3 16,-2 9 51-16,3 9-36 0,4 6 8 16,-4 10 112-16,8 7 60 0,-4 9 8 15,4 0-116-15,0 3-76 0,4-3-24 0,4-7 40 16,0-5 8-16,4-10 108 0,12-10-96 16,4-9-116-1,4-6-104-15,0-7-44 0,0-10-100 16,-1-3 16-16,-3-6 12 0,1-3-132 0,-6-9-24 15,2-1-72-15,-6-6-196 0,-3-4-192 0,-4 4-144 16,1 0-200-16,-5 0-661 0,-5 0-1015 16,-3-3-1420-1,4 9-893-15,-16-9-2075 0</inkml:trace>
  <inkml:trace contextRef="#ctx0" brushRef="#br0" timeOffset="186630.616">21001 13252 6948 0,'0'0'3160'0,"0"0"985"0,0 0-3109 0,0 0-272 15,0 0 712-15,84 26 32 16,-61-23-368-16,1-3-396 0,4 0-404 0,-4-6-340 0,4-4-196 0,-4-3-596 16,-1-3-148-16,-2 1-132 0,-1-2-728 15,-5 4-2000-15,-2-2-1945 0</inkml:trace>
  <inkml:trace contextRef="#ctx0" brushRef="#br0" timeOffset="186762.359">21319 13240 3132 0,'0'0'9333'0,"0"0"-7157"0,-7 76-1356 15,7-48-292 1,0 11 524-16,0-1 264 0,7 3-444 0,6-3-148 16,-2-4 360-16,6 2-428 0,-6-11-552 0,5-4-104 0,4-4-328 15,0-7-124-15,0-7-228 0,4-3-180 16,0-10-256-16,4-3-696 0,-9-2-2048 16,9-14-2549-16</inkml:trace>
  <inkml:trace contextRef="#ctx0" brushRef="#br0" timeOffset="187011.379">21774 12966 9592 0,'0'0'5965'0,"0"0"-4709"0,-49 86-956 16,38-48 184-16,-4 11 752 0,6-2-48 15,1 3-320-15,8-2 225 0,0-4-269 0,8 0-388 0,1-5-316 16,6-4-120-16,5-4 0 15,-4-2-60-15,4-3-72 16,-5-7-196-16,6-6 4 16,-5-5-124-16,3-4-5 0,-2-4-43 0,-2-4-40 15,2-10-136-15,-6-5-372 0,6-11-1060 0,-6 5-1852 16,1-16-2285-16</inkml:trace>
  <inkml:trace contextRef="#ctx0" brushRef="#br0" timeOffset="193308.843">22324 12589 9624 0,'0'0'1585'0,"0"0"443"0,0 0-1176 15,0 0-104-15,0 0-108 0,0 0-176 16,0 0 56-16,11 63 140 0,-2-18-4 16,-5 9-100-16,0 9-232 0,3 4-32 15,-3 3-68-15,4-5-92 0,1-3-132 16,-2-6-4-16,1-4-4 16,5-8-76-16,-2-3-16 0,1-9-268 0,0-7-100 15,0-9-52-15,1-7-24 0,-2-4-204 16,4-5-300-16,2-17-468 0,3-5-1040 0,-8 3-2249 15,8-23-1127-15</inkml:trace>
  <inkml:trace contextRef="#ctx0" brushRef="#br0" timeOffset="193577.69">22694 12786 10528 0,'0'0'1401'16,"0"0"-349"-16,0 0-632 0,0 0 88 0,0 0 316 15,0 0 96-15,0 0-592 0,0 0-168 16,0 0-112-16,-88 79-48 0,64-54-52 15,-4 4 44-15,9-1-40 0,-5-6 40 16,7 4-56-16,2-7 12 0,4 0 48 16,2-3 0-16,5 3-156 0,4-3-28 15,0 6 112-15,0 0 76 0,4 1 0 16,5-2 148-16,2 5 40 0,4-8 128 16,-2 2-64-16,6-1 12 0,2-3-28 15,3-3-112-15,4 0-84 0,0-4-40 16,0-6-4-16,4-3-320 0,-4 0-408 0,7-6-136 15,-3-7-292-15,4-6-524 0,-8 6-1345 16,11-18-2875-16</inkml:trace>
  <inkml:trace contextRef="#ctx0" brushRef="#br0" timeOffset="193838.884">23547 12621 9760 0,'0'0'1561'15,"0"0"-1333"-15,0 0-224 0,0 0 724 0,0 0 460 16,0 0 220-16,0 0-576 0,-72 85-600 16,40-47-228-16,0 7 92 15,-4-1-32-15,-3 7 140 0,-6 6-16 0,2-3-76 16,-5 9-100-16,-3 1 76 16,-1 5-84-16,3-2-4 0,2 0-60 15,3-1 48-15,8-5-88 0,8-10-264 0,9-10-64 0,2-9-88 16,10-10-404-16,3-9-136 15,4-10-788-15,4-3-661 0,7-6 9 16,2-7 192-16</inkml:trace>
  <inkml:trace contextRef="#ctx0" brushRef="#br0" timeOffset="194048.82">23304 13265 10816 0,'0'0'1221'0,"0"0"-489"0,0 0 148 0,83-22 548 16,-51 12-4-16,0-2-192 16,8-5-428-16,0 2-412 0,3-5-168 0,2 2-168 15,-2-1-56-15,5 3-8 0,-8-3-140 16,-5 3-196-16,-7 0-384 0,-3 3-164 16,-9 4-200-16,-8 6-396 0,-4 3-1024 15,-4 0-2193-15,-17 3-307 0</inkml:trace>
  <inkml:trace contextRef="#ctx0" brushRef="#br0" timeOffset="194382.356">23559 13287 8308 0,'0'0'1712'0,"0"0"-643"0,0 0-217 16,-21 89 248-16,18-60-56 0,-1 2 28 16,-4 4-116-16,4 0-400 0,0 0-120 0,4-6-436 15,-4-1-112-15,0-5-140 16,0-1 16-16,4-3-144 0,-4 0-248 0,0-1-112 15,-4-5-100-15,5-3-112 0,-2-4-316 16,1-2-397-16,4-4-211 0,-4-4-400 16,4-5 216-16,0-4 300 15,0-3 1616-15,8-3 144 16,0-3 784-16,4 0 128 0,4 0 992 0,0 0 616 16,0 5-420-16,0 2-283 0,4 3-397 0,-1 1-188 15,-2 2-164-15,3-1-124 0,-1 4-244 16,1 0-316-16,-4-1-272 0,0 1-112 0,0 3-76 15,-4-3-72-15,4 2-28 0,-4 1-108 16,-4 0-488-16,0 0-252 0,-1 3-236 0,-7 0-372 16,0 0-609-16,0 3-287 0,-11 7 136 15,3-4-344-15,-12 13 412 0</inkml:trace>
  <inkml:trace contextRef="#ctx0" brushRef="#br0" timeOffset="194511.191">23643 13605 1500 0,'0'0'2544'0,"0"0"-460"0,0 0-488 15,-49 79-168-15,42-60 60 0,7-3-99 16,0 0-173-16,7-7-312 0,10 0 16 0,2 2-100 15,13-5-92-15,0-4 280 16,5-2-464-16,2-8-296 0,4-9-248 16,6-8-88-16,-2-3-256 0,5-8-600 0,0-1-96 15,-5-5-280-15,-2 4-668 16,-9 6-1217-16,3-12-2087 0</inkml:trace>
  <inkml:trace contextRef="#ctx0" brushRef="#br0" timeOffset="194795.152">24507 12541 8764 0,'0'0'3969'0,"0"0"-3125"0,0 0-312 16,68 75 116-16,-44-42 220 0,-5-1-200 15,1 2 44-15,-3 4 280 0,-6 0-140 0,5 1-532 16,-7 6-160-16,-2-1-92 0,-3 1-68 31,-4 7-136-31,-8 3 28 0,-8 2 8 0,-7 4 88 16,-5-4-456-16,-4 0-148 0,-5-2 68 16,-2-2 140-16,-5-2-40 0,0-1-260 0,-3 2-220 0,-2-5-508 15,-6-3-896-15,11-12-1989 0,-27 6-1423 16</inkml:trace>
  <inkml:trace contextRef="#ctx0" brushRef="#br0" timeOffset="196595.98">9247 14961 2996 0,'0'0'5028'0,"0"0"-3860"15,0 0-392 1,0 0-336-16,0 0-132 0,0 0 1337 15,0 0-661-15,0 0 72 0,0 0-476 0,0 0-112 0,0 63-104 16,9-41-52-16,6 6 104 0,-3-2-204 16,4 6-36-16,-1-3-100 0,2 1 0 0,-2 0-64 15,2-8 124-15,-1 0-136 16,3-8-12 0,-2-6 4-16,6-5 16 0,5-3-4 0,0-6-4 15,0-6 84-15,8-8-56 0,-9-2-28 0,9-6-212 0,-4-2 204 16,5 5 8-16,-2-3 4 15,9 2 36-15,0 1-32 0,7 6-16 0,5 0 16 0,4 3-32 16,0 7 88-16,-4 2-68 16,0 5 4-16,-1 2 0 0,-7 0 72 0,-4 9 64 15,-8 0-136-15,-4 7-64 0,-9 3 56 16,-3 0-52-16,-8 3 60 0,1 0 64 16,-10 3 60-16,-3-1-24 0,0-2-16 0,0-3-20 15,0-3-60-15,0-7 44 16,0-3-48-16,0-6-44 0,0 0-192 15,4-6-176-15,8-3 412 0,4-4 28 0,1-6-28 16,2-1-84-16,5 5 84 16,0-1 4-16,4 0-4 0,-1 6-8 15,6 5-4-15,-6 1 0 0,5 1-52 0,1 3 64 16,-6 0 164-16,5 3-40 0,-4 4 12 16,8-5 60-16,-4 5 460 0,0-4-112 15,0-3-212-15,-4 0-272 0,-5 0-60 16,1-7 52-16,-4 2 32 0,-4-5-84 0,-4 0-612 15,-4 2 116-15,0 1-96 0,-1 0-280 16,-2 1-512-16,-1 2-960 0,-4 4-3289 16</inkml:trace>
  <inkml:trace contextRef="#ctx0" brushRef="#br0" timeOffset="197013.445">10068 15859 9772 0,'0'0'1317'15,"0"0"-389"-15,0 0-276 0,0 0 268 16,0 0-32-16,0 0 96 0,0 0-28 16,0 0-392-16,0 0-68 0,0 0-36 15,0 0-56-15,-80 20-132 0,72-8-112 0,0 6 12 16,1 2 148-16,-2 2 0 0,5 0 12 16,0 7-124-16,4 2-28 15,0-2-8-15,0-4-12 0,4 4-160 0,4-10-12 16,-3-3-124-16,2-4-72 0,1-5-48 15,4-4 72-15,4-3-156 0,0-3-176 0,4-11-40 16,0-4-160 0,4-8-168-16,-5 1-344 15,6-6-836-15,-1 2-913 16,-5 7-1227-16,9-10-68 0</inkml:trace>
  <inkml:trace contextRef="#ctx0" brushRef="#br0" timeOffset="197334.218">10367 15859 7400 0,'0'0'2192'16,"0"0"-399"-16,0 0 55 0,0 0-288 0,0 0-276 0,28 76-296 15,-28-48-192-15,0 1-44 16,0-6-24-16,0-1 4 0,0-10-328 0,0-5-404 16,0-4-304-16,4-3-16 0,4-3 308 15,3-4-96-15,-2-9 100 0,6-2-128 0,-3-8-72 16,0 0-24-16,0 1-4 0,-3 3-32 16,-2 6 32-16,1 7 0 0,0 2-36 15,1 7-24-15,-2 0 164 0,1 7 132 16,0 8 160-16,4 5 248 0,0 5-260 15,-4 4 52-15,4 6-104 0,0-1-44 16,-1 1 60-16,2 4 108 16,-6 1 24-16,1 2-8 0,-3 2 92 0,-1-2 40 0,-4-2 0 15,0-1-64-15,-4-4 24 16,-5-7 40-16,2-2-64 0,-1-6-75 0,-1-8-69 16,-2 1-52-16,-1-7-12 15,-4-4-96 1,4 2-204-16,-8-4-113 0,4 0-47 0,0-6-112 0,1-6-72 15,-2-5-176-15,2-2-132 0,6-6-268 0,-3-1-616 16,9 4-1320-16,3-13-1969 0</inkml:trace>
  <inkml:trace contextRef="#ctx0" brushRef="#br0" timeOffset="197561.306">10921 15887 10032 0,'0'0'1793'0,"0"0"-669"15,0 0 568-15,0 0-408 0,0 0-628 0,0 0 152 0,-80 83 428 16,63-51-608-16,2-1-248 16,7-2-12-16,0 2-100 0,4 2-96 0,4-8 12 15,0-3-124-15,4-6-60 0,8-7-256 16,-4-2 24-16,8-7 120 16,-4 0-44-16,8-9-52 0,-1-10 156 0,2-7-216 15,-1-2-320-15,3-11-512 0,-3 1-664 16,-3 7-2132-16,2-17-3117 0</inkml:trace>
  <inkml:trace contextRef="#ctx0" brushRef="#br0" timeOffset="197749.258">11123 15424 11445 0,'0'0'1348'16,"0"0"-572"-16,0 0 176 0,-24 76 84 15,17-41-180-15,3 3 564 16,0 7-128-16,4-4-516 0,0 6-192 0,0-2-96 15,0 0-136-15,4-1-204 0,0-3-148 16,0-3-36-16,-1-3-244 0,2-3-268 16,-1 0-76-16,0-1-64 0,4-1-296 15,-5-5-504-15,5-3-980 0,-8-6-2125 16,9-7-2111-16</inkml:trace>
  <inkml:trace contextRef="#ctx0" brushRef="#br0" timeOffset="198063.863">11271 16027 6280 0,'0'0'4340'0,"0"0"-3243"0,0 0 259 16,0 0-208-16,0 0-64 0,0 0 164 16,0 0 168-16,0 0-640 0,0 0-356 0,8 73-176 15,-8-64-244-15,0-6-12 16,0 1-220-16,0-4 8 0,0 0 16 16,4-4-420-16,4-4 96 0,0-12 84 0,0-2-88 15,0-7-44-15,0 1-224 0,0 0 136 16,-4 2 184-16,4 6 268 0,-5 1 216 15,2 7 0-15,-1 5 4 0,-4 1 0 16,4 6 112-16,-4 0 392 0,0 4 388 16,4 5-80-16,-4 10-24 0,0 0-100 15,4 4-232-15,-4 2-76 0,0 0-28 0,0 1 0 16,0-7-124-16,0-1-232 16,0-1-144-16,7-4-112 0,2-5-52 15,3-4-220-15,-1-4-764 0,9-4-304 0,5-8-1016 16,3-7-1889-16,3-3 3693 0,-6 3-1752 15</inkml:trace>
  <inkml:trace contextRef="#ctx0" brushRef="#br0" timeOffset="198245.077">11713 15951 144 0,'0'0'5464'0,"0"0"-3760"0,0 0 72 0,0 0 433 15,0 0-261-15,0 0-412 0,0 0-152 0,32 73-172 16,-40-48-284-16,0 0-200 0,5-1 32 16,-6 1-196-16,9 0-212 0,-4-3-144 15,4-3-36-15,0-3-76 0,0 0-96 0,4-7-12 16,5-2-112-1,2-1-32-15,2-3-148 0,2 0 48 0,5-3-124 0,0 0-24 16,4-6-40-16,4 0 136 0,0-4-888 16,0 1-768-16,-4 2-812 15,12-2-2857-15</inkml:trace>
  <inkml:trace contextRef="#ctx0" brushRef="#br0" timeOffset="199213.477">16873 13970 7372 0,'0'0'2060'0,"0"0"-908"0,0 0 21 0,0 0 55 15,0 0-272-15,0 0-32 0,0 0 284 16,0 0 16-16,28 92-292 0,-16-51-232 16,4 7-12-16,0-4 168 15,4 1-208-15,-1-8-248 16,1-2-156-16,1-8-135 0,-2-6-101 0,1-9-4 0,-3 2-4 0,2-11 0 16,1-3-49-16,-4 0 1 0,0-6 36 15,-4-7-36-15,4-4 40 0,-4-1-80 16,4-5-32-16,-4-2-12 0,0 0 20 0,4-1 4 15,-5 4 8-15,9 3-32 16,-3 3-52-16,2 3-12 0,5 0 148 16,-4 7-12-16,4 0-60 0,4 0 80 0,-4 3-8 15,4 3 60-15,0 0-24 16,4 9 24-16,-8 1 76 0,4 5 336 0,-9-2-276 16,1 3-88-16,-4 0 24 0,0 0 100 15,-1-3-88-15,2-1-96 16,-6-2 0-16,2-4-8 0,-1-3-196 0,4-3 164 15,-1 0 40-15,2-6 40 0,2-7-36 16,5 4-4-16,0-4 0 0,4 4-124 16,4-4 120-16,4 3 4 0,0 1 8 0,3-1 32 15,2 3-32-15,-2 1-8 0,6 4 0 16,-6-2 64-16,5 2-64 16,0-3 48-16,-1-1 24 0,1 3 12 0,4-6-84 15,-5-1 0-15,2-3 0 0,-6-2-60 16,1 2-136-16,-12 0-264 0,-12 7-80 15,-4 0-180-15,-3 2-328 0,-9 4-704 16,-5 0-996-16,-14 16-2341 0</inkml:trace>
  <inkml:trace contextRef="#ctx0" brushRef="#br0" timeOffset="199632.394">17272 15093 4620 0,'0'0'4324'0,"0"0"-3468"0,0 0-196 15,0 0 677-15,0 0-69 0,0 0-388 16,0 0 56-16,0 0 132 0,0 0-360 16,-77-3-312-16,74 3-8 15,-1 0 8-15,-4 7 136 16,4 0-104-16,-5 5-240 0,2 4-56 0,-1 6-20 0,0 7 48 16,4 2 12-16,0 1 36 0,0 3 96 15,4 0 160-15,0 0-120 0,4-7-152 16,4-2-68-16,8-10-40 0,0-4 0 0,3-2-84 15,6-7-4-15,-1 0-68 0,4-3 60 16,0-3-120-16,0-6 84 0,-5-7-172 16,5-3-148-16,0 0-180 0,0-1-188 0,-4 1-176 15,0 1-288-15,-5-1-568 0,-2 2-644 16,-6 8-1525-16,2-4-1543 16</inkml:trace>
  <inkml:trace contextRef="#ctx0" brushRef="#br0" timeOffset="200062">17618 15033 10288 0,'0'0'2429'16,"0"0"-1245"-16,0 0-448 0,0 0 424 16,-4 74-220-16,0-37-328 0,4 2 180 15,0-1 180-15,0-4-444 0,0-5-360 0,0-6-168 16,8-7-120-16,-4-7 32 15,4-6-108-15,0-3-60 0,4 0 204 0,-1-9-8 16,6-8 0-16,-1-8-248 0,0 0 0 16,0-4 72-16,0 4 40 0,0 3 44 15,-1 2 16-15,-2 8 48 0,-1 5-8 16,3 7-56-16,-2 3 152 0,-6 11 88 0,10 8 160 16,-6 6 24-16,1 4-96 0,-4 6-40 15,4-3-40-15,-4 3-44 0,-1 4 20 16,-2-5 16-16,-1 2 60 15,0 1 48-15,-4 2 36 16,0 0 40-16,-8-1-52 0,0-4 0 16,0-2-60-16,-4-3 48 0,0-3 0 0,0-8-36 0,-4-4-52 15,4-4-48-15,-3-7 76 0,-2-3-100 16,2-3-48-16,-1 0-256 0,-5-6 12 0,6-7-60 16,-5-2-28-16,4-8-156 0,4-2-228 15,0-4-72-15,4-3-84 0,3 1-268 16,5-4-880-16,0 12-993 0,17-12-2859 15</inkml:trace>
  <inkml:trace contextRef="#ctx0" brushRef="#br0" timeOffset="200736.746">18128 15163 9232 0,'0'0'1368'0,"0"0"-631"0,0 0 811 16,0 0-148-16,0 0-424 0,0 0 268 0,0 0 580 15,0 0-324-15,0 0-1084 16,0 0-356-16,-24 48 124 0,12-16 96 15,0 4 88-15,5-6-64 0,3-4-136 16,4-7-168-16,0-7-120 0,0-5-40 16,4-1-32-16,-1-6 8 0,5 0-36 0,5 0 88 15,2-13 20-15,1-5-108 0,4-11-268 16,-4-3-260-16,8 0-252 0,-4-2-292 16,0-1-440-16,0-4-416 0,3-1-525 15,1-2 677-15,1-2 1736 0,-6 0-2560 0,-3-1-1592 16,-4 10 3713-16,0 3 699 0,-4 13 4503 15,-4 6-479-15,0 7-1748 16,0 6-107-16,-4 3-165 0,0 7-244 0,-4 5-504 16,0 11-428-16,-4 6-204 0,0 2-24 15,0 5 12-15,0-1-88 0,4-3-112 16,0-4-83-16,4-5-165 0,0-5-164 0,0 0-124 16,0-13-205-16,0 3-167 15,4-5-92-15,4-6-32 0,-4 0 68 0,4 0 72 16,4-4-184-16,0-3-268 0,4-2-140 15,-1 0 176-15,-2 6 380 16,-1-1 200-16,-5 4 140 0,2 4 176 0,-1 6 188 16,-4 1 104-16,-1 6 352 0,-3 2 32 15,0 3-132-15,0-3-160 0,0 0-120 16,0 0-160-16,0-6-104 0,0-1-60 0,0-5-100 16,0-3-40-16,0-1-112 15,0-3 36-15,0 0 128 0,9-3 148 16,-1-1 200-16,3-6 0 0,6 5-88 0,2-6 0 15,1 5 644-15,1-2-756 0,-6 3-84 16,-2 3-16-16,-2 2-24 0,1 0-76 0,-4 2 200 16,0 8 0-16,0-1 12 15,-8 7-12-15,0 1-48 0,0-2-4 0,-4 2 52 16,-4-5-396-16,0 4-112 16,0-4-156-16,-4 1-408 0,5-3-852 0,-6-1-533 15,5 1-511-15,5-4-196 0,-1 3 1104 16,0 1 1796-16,-1-1 264 0,5 4 1164 0,0-3 632 15,0 2 16-15,0 2-460 16,0-4-368-16,0 1-320 0,-4 3-276 16,0-6-388-16,0 3-80 0,1-2-1096 15,-1-4-1152-15,-9 2-3056 0</inkml:trace>
  <inkml:trace contextRef="#ctx0" brushRef="#br0" timeOffset="201956.414">18634 15208 2568 0,'0'0'952'0,"0"0"-820"0,0 0-132 15,0 0 3904-15,0-83-2452 0,0 67-416 0,0 0 37 16,0 4 171-16,0 5-44 0,0 5-196 16,0-2-20-16,0 4-40 0,0 0-208 0,0 4-240 15,0 3-124-15,0 1 8 16,0 12 200 0,-4 5-40-16,4 4-76 0,-8 6-144 0,5-4-88 15,-2 1-88-15,-3-4-20 0,4 1-60 0,0-4-64 0,1-5-84 16,-1-4-64-16,4-7-108 0,0-4-404 0,4 0-76 15,7-5-128-15,5-7-400 0,-4 1-1304 16,12-14-2913-16</inkml:trace>
  <inkml:trace contextRef="#ctx0" brushRef="#br0" timeOffset="202179.665">19053 15202 1668 0,'0'0'10497'0,"0"0"-9117"0,0 0-692 0,-69 85 588 0,42-53 416 16,3 3-356-16,8-6-340 0,0-4-116 0,8-6-344 16,4-6-536-16,4-4-248 15,8-3 28-15,4 1 136 0,3-4 36 0,10-3-28 16,6 0-192-16,-3-6-12 0,4-4-212 16,0 4-72-1,0-4-216-15,-4 4-448 16,-12 0-1168-16,8 3-3013 0</inkml:trace>
  <inkml:trace contextRef="#ctx0" brushRef="#br0" timeOffset="203388.529">15762 15389 652 0,'0'0'6900'0,"0"0"-4668"15,-77-3-1512-15,38 3-227 0,-5 3 431 0,-8 4 88 0,0 5-272 0,-8 1-4 16,-3 3-140-16,-1-1-196 0,-7 5-224 16,-2-1 12-16,-2-1-36 0,-5 6 24 15,-3 1 68-15,-1 0-84 0,-8 0 116 16,-7 4-152-16,3-4-124 0,-4 4-52 16,5-8 52-16,3 2 176 0,13-4 48 15,3-3-148-15,4-7-64 0,8 1-12 16,5-1-52-16,3-5 52 0,5-1 84 0,6-3 8 15,2 0-92-15,7 0-64 0,-1-7 60 16,9 5-68-16,1-5-140 0,3 4-200 0,4-4-92 16,8 1-172-16,0-1 32 0,8 4 88 15,4 1-208-15,0-5-948 16,0 4-1233-16,0 0-2395 0,4-1 2040 0</inkml:trace>
  <inkml:trace contextRef="#ctx0" brushRef="#br0" timeOffset="204228.382">15841 15214 2460 0,'0'0'364'0,"0"0"-364"16,0 0-56-16,0 0 56 0,0 0 196 0,0 0 2788 16,0 0-616-16,0 0-1396 0,0 0-352 15,0 0 64-15,0 0 1 16,-79-18 147-16,62 18 140 0,6 0-40 0,-10 2-236 16,2 2-268-16,-5 2-12 0,-4 0 0 15,-4 1 0-15,-7-1-80 0,-6 7 0 0,-7-1-88 16,-7 1 28-16,-5 3-40 15,-8 3-28-15,-3-3 76 0,-9 3-48 16,0 0 48-16,-8 4-40 0,-3-4-72 0,-5 3 48 16,1 0-36-16,4-3-12 0,-10 1-84 15,6 1 8-15,0-2-96 0,-9 3-60 0,0 0-148 16,4 1 72-16,1-1 136 16,7 0 72-16,5-3-72 0,7-3-60 15,12-7-220-15,9 1-76 0,7-3 208 0,8-5 12 16,12 3 12-16,4-5-48 15,13 0-188 1,2 0 64-16,10 0 0 0,3-5-104 0,4-1-396 16,0 0-1036-16,7-7-1220 0,1 4-2649 0</inkml:trace>
  <inkml:trace contextRef="#ctx0" brushRef="#br0" timeOffset="204683.156">13829 15141 692 0,'0'0'6160'0,"0"0"-2079"0,0 0-2437 0,0 0-560 16,0 0-196-16,0 0-156 0,-92 64-204 15,57-39-152-15,-5 10-60 16,0 0-92-16,-4 6-100 0,0 1 140 0,-4 5 44 15,4 2 216-15,-3 1-192 0,2 4-172 16,2 0 12-16,7-4-48 0,1 1 96 0,10-3-20 16,1-4-44-16,13-6-8 0,7-2-60 15,8-5 8-15,11-3-32 16,13 1-56-16,8-3 64 0,12-4 100 0,4-3-160 16,3-4 72-16,5-2-8 0,4-7-76 15,-4 1-8-15,-1-1-152 0,-3-3-380 16,0 0-592-16,-7 1-520 0,-14-1-2708 0,5 4-6805 15</inkml:trace>
  <inkml:trace contextRef="#ctx0" brushRef="#br0" timeOffset="-214732.408">16817 4988 7112 0,'0'0'4857'0,"0"0"-2941"0,0 0-764 16,0 0-548-16,0 0 88 0,0 0 244 0,0 0-80 16,0 0 228-16,0 0-80 0,0 0-260 0,-4 15-304 15,8-8-212-15,8 6 17 16,0-1 23-16,9 7-52 0,-2 0-20 16,1-3 144-16,-1 0 216 0,6 0-268 0,-5-6-168 15,-1-5-60-15,5 2-52 16,0-3 32-16,4-4-36 0,4 0-8 15,0-4-40-15,4-5 36 0,3-8-4 0,2-2 0 16,-2 0-60-16,10-3-12 16,-6 3 36-16,-3 4-36 0,4 2 12 0,-8 6 60 15,-1 5 0-15,-3 2-72 0,-4 0 80 16,0 9-12-16,0 1 12 0,0 2 0 16,0 1 4-16,-5-1 0 15,-2 1 12-15,3 1 0 0,-9-2 0 0,5 1 48 0,1 2 60 16,-2 4 12-16,1-1-72 15,4 2 60-15,-4-4-60 0,0 3 16 16,0-3-72-16,-1-3-4 0,6-7-8 0,-5-3-40 16,4-3-16-16,3-3 56 0,5-10 4 15,1-5 4-15,2-5-48 0,5-6-36 16,-4 1-24-16,3-1 60 0,2 4 36 16,-6 3-48-16,1 3 12 0,0 3 36 0,-1 7 8 15,-3 2-52-15,0 4 56 16,-4 3 8-16,4 0 0 0,-8 6 0 0,4 7 4 15,-4 0 84-15,4 2-36 0,0-2-48 16,-5 3 36-16,5 1 12 0,4-6 12 16,-4 3-64-16,4-2 4 0,0 1 36 15,3 0-40-15,-2-4 40 0,3 1-40 16,0-4 40-16,3-3-44 0,1-3 0 16,-4 0-4-16,8-3 8 0,-8-7-8 0,8-3 0 15,-4 1-76-15,-5-4 68 16,5-3-4-16,-4 1 4 0,0 1-40 0,-4 1 0 15,0 0 40-15,-4 4-4 0,0 2-108 16,-5 1 108-16,1 6 12 0,-4-1 4 16,0 1 0-16,-4 3 0 0,-1 0 8 15,2 0 0-15,-2 0 60 0,2 7 12 16,-1-4 0-16,0 3 4 0,4 3-4 0,-5-2 24 16,6 2 0-16,-1 1 12 0,-1-4-24 15,1 3-84-15,4-2 48 0,-4-1-56 16,4-2-4-16,-4-4-4 0,3 2 4 0,-2-2 0 15,-1 0 4-15,-5 0-4 16,2 0 0-16,-2 0-60 0,-6 0-36 16,2 0-48-16,-3 0-36 0,-4 0-184 0,-4 0-300 15,0 7-280-15,0 2-113 16,0 1-519-16,0 2-1416 0,-12 5-3657 16</inkml:trace>
  <inkml:trace contextRef="#ctx0" brushRef="#br0" timeOffset="-213923.962">21244 5143 3108 0,'0'0'8'0,"0"0"2760"0,0 0 1652 15,0 0-2579-15,0 0-525 0,0 0-188 16,0 0-56-16,0 0-104 0,0 0-96 0,0 0-92 15,12 13-188-15,4-13-28 0,-1 3 12 16,6-3-12-16,3 0-80 16,-1 0-56-16,5 0-27 0,0-3-49 15,-4 0-84-15,4 0-100 0,-4 0-84 0,-1-4-84 16,-2 3 4-16,-1-1 4 0,-1-2-8 16,-2 0-72-16,3-1-280 0,-9 2-60 15,5-1-73-15,-4-3-39 0,4 3-84 16,-7 5-152-16,2-5-336 15,1 1-476-15,0-1-756 0,-4 4-1853 0,3-3-2715 16</inkml:trace>
  <inkml:trace contextRef="#ctx0" brushRef="#br0" timeOffset="-212619.515">22184 5210 2480 0,'0'0'468'16,"0"0"2008"-16,0 0 840 0,0 0-1264 0,0 0-983 15,0 0-377-15,0 0 52 16,0 0-8-16,0 0 12 0,0 0-180 15,0 0-92-15,0 6-100 0,0-6-148 0,0 0-128 16,0 0-48-16,0 0-4 16,0 0 52-16,0 0-12 0,0 0-24 15,4 0-4-15,-4 0-8 0,0 0-52 0,0 0-100 16,0 0 36-16,5 0 64 0,-2 0 76 16,5 0-68-16,0 0 0 0,1 0 104 15,-2 0-104-15,1 0-4 0,0 0 0 16,4 0 0-16,-4 0 0 0,0 0-4 0,4 0 0 15,-4-3-44-15,0 0-404 16,-1 3-20-16,2-3-160 0,-1-1-152 16,-1 4-340-16,1-2-436 0,1-2-909 0,2-2-687 15,1 0-1672-15,-3-1 3768 0</inkml:trace>
  <inkml:trace contextRef="#ctx0" brushRef="#br0" timeOffset="-211987.516">23368 5067 188 0,'0'0'692'0,"0"0"48"16,0 0 56-16,0 0-600 16,0 0-196-16,0 0-12 0,0 0-196 0,0 0 104 15,0 0-40-15,0 0-12 0,0 0-432 16,-17 6-364-16</inkml:trace>
  <inkml:trace contextRef="#ctx0" brushRef="#br0" timeOffset="-209541.89">28504 5061 3160 0,'0'0'1172'16,"0"0"2532"-16,0 0-1500 0,0 0-351 15,0 0-701-15,0 0 4 0,0 0-224 16,0 0-276-16,0 0-28 0,0 0 96 16,-21 6-192-16,29-6-224 0,5 0-36 0,2 0 308 15,9 3 316-15,-4-3-336 0,8 3-192 16,-4 1-64-16,0-2-60 16,0 3-88-16,-1-5-8 0,5 0-40 0,4 0-108 15,-4 0-40-15,0 0-8 0,4-5-52 16,-4-1-300-16,4 0-220 0,-1-4 56 15,-3 1-208-15,0-1-312 0,0 1-972 0,-7 3-3124 16,-2-1-4969-16</inkml:trace>
  <inkml:trace contextRef="#ctx0" brushRef="#br0" timeOffset="-207048.429">7789 5822 3032 0,'0'0'936'0,"0"0"2820"0,0 0-1372 16,0 0-487-16,0 0-633 0,0 0-208 0,0 0-160 15,0 0 84-15,0 0-100 0,0 0-224 16,-12 0-136-16,16 0-152 0,0 0-144 16,8 0-4-16,0 0 52 0,4 0 252 15,8 0-56-15,0 0-140 0,4 0-96 16,4 0-76-16,0 0-92 0,7-2 8 0,1-2 12 15,4 4-72-15,3-6 24 0,2 0-36 16,2-1-4-16,1-2-32 16,0 2 36-16,4 1 60 0,-1-3-56 0,1 2 0 15,0 1-4-15,0 0 0 16,0 2 4-16,-1 1-4 0,-3-1 0 0,-4 2-56 16,-1-4-16-16,2 2 12 0,-2 2 52 15,-3-5-68-15,3 3-80 0,-2 2-52 16,-6 2-12-16,5-4 24 0,-7 4 100 15,-2 0-52-15,-3 0 76 0,0 0-40 16,-8 4-8-16,-1-2-4 0,-3 2 16 16,1 3-16-16,-2-5-48 0,-3 2 36 0,0 2-60 15,0-6 72-15,-4 2 16 0,4 2-16 16,-4-1 48-16,0-3 64 0,-4 4-124 0,-4-4 64 16,0 0-40-16,0 0 12 0,-4-4-108 15,0 1-128-15,0-6-148 16,0 0-164-16,0-2-360 0,0-2-688 0,-8 1-944 15,0-1-2413-15,-4 4-747 0,-4-4 5684 16</inkml:trace>
  <inkml:trace contextRef="#ctx0" brushRef="#br0" timeOffset="-198976.678">23145 7668 6460 0,'0'0'9201'0,"0"0"-7721"16,0 0-784-16,0 0-216 0,0 0 148 16,0 0 488-16,0 0-260 0,0 0 249 15,71 0-341-15,-31 10-196 0,4 1 24 0,7 3-204 16,5-2-100-16,0-2 52 15,4-1 56-15,0-2-192 0,-4-5-120 16,-5-2-84-16,-3-2 0 0,-4-11-60 0,-5 0-60 16,-2-6-216-16,-5 1-52 0,-4-3-32 15,-5 2-124-15,-7 5-72 0,-8 0-316 16,-8 5-833-16,0 2-727 0,-15 7-600 16,-10 0-1521-16,-6 3-1479 0</inkml:trace>
  <inkml:trace contextRef="#ctx0" brushRef="#br0" timeOffset="-198790.181">23459 7747 272 0,'0'0'10472'0,"0"0"-9035"0,-16 66-705 16,12-27-56-16,4 2 880 0,0 7-220 15,4 5-240-15,4 4-380 0,0 3-212 0,0 4-48 0,4 4-112 16,-4-3-76-16,0 2-72 16,0 1-144-16,-4-5-52 0,0-9-64 15,-4-7-108-15,4-9-96 0,-4-9-12 0,0-10-276 16,0-9-120-16,0-7-180 15,0-3-648-15,0 0-1168 0,0-7-2017 16,-4-5-2055-16,0-1 6676 0,-8-12-1495 0</inkml:trace>
  <inkml:trace contextRef="#ctx0" brushRef="#br0" timeOffset="-198627.657">23503 8410 6796 0,'0'0'6621'16,"0"0"-4857"-16,0 0-836 0,0 0-436 15,104-19 664-15,-68 16-8 0,-1 0-412 16,1 0-184-16,0 0-160 0,-1-4-236 0,1 1-156 15,-3 0-120-15,-1 2-408 16,-9 1-120-16,-3 3-88 0,-3 3-252 0,-10 7-924 16,-3 6-1256-16,-4 6-2317 0,-7-6-155 15</inkml:trace>
  <inkml:trace contextRef="#ctx0" brushRef="#br0" timeOffset="-198447.695">23622 8712 3904 0,'0'0'884'0,"0"0"5228"0,0 0-4887 0,0 0-713 15,0 0 60-15,0 0 600 0,0 0-52 0,0 0-60 16,0 0-176-16,72 22-292 0,-35-25-208 16,2-3-160-16,1-4-104 0,8-2 4 0,-5 2-24 15,2 0-52-15,2-2-48 0,-4-2-160 16,6 0-568-16,-1-3-40 0,-1-5-584 16,5 3-1236-16,-8 0-3145 15,-4 3-1895-15,4-6 7576 16</inkml:trace>
  <inkml:trace contextRef="#ctx0" brushRef="#br0" timeOffset="-198174.661">25144 8045 4456 0,'0'0'11765'0,"0"0"-10145"0,0 0-1212 15,97 48-76-15,-58-33 308 0,8 5 548 0,5-7-104 16,1-1-355-16,3 1-413 16,11-4-172-16,4-2 88 0,6-1-40 0,2-6-36 15,1 0 4-15,-1 0-100 16,-7-6-60 0,0-7-68-16,-9 0-80 0,-7-2-128 0,-12-4-220 15,-4 3-28-15,-13 0-9 0,-2-3-75 0,-13 2-200 0,0 1-344 16,-8 4-604-16,-4-4-1048 15,-4 3-2213-15,-4 4-3783 0,-16-1 8316 0</inkml:trace>
  <inkml:trace contextRef="#ctx0" brushRef="#br0" timeOffset="-197918.58">26343 7843 7008 0,'0'0'8525'0,"0"0"-7309"15,0 0-1028-15,0 0-188 0,0 0 412 0,56 79 428 0,-48-67 296 16,5 1-404-16,-6-4-364 0,1 4-248 0,1 0-68 16,-5-1-40-16,-4 4 108 0,0 3 16 15,-8 3-128-15,-5 1-8 0,-11 4-44 16,1 6-104-16,-9-4 12 0,-1 2-20 16,-6-1 8-16,-1-3-24 0,-8-2-12 15,-3-2-108-15,-5-4-164 0,-8-3-20 16,1-7-80-16,-10 1-336 0,2-10-828 15,-1 0-2496-15,13-3-3113 0,-33-13 5645 0</inkml:trace>
  <inkml:trace contextRef="#ctx0" brushRef="#br0" timeOffset="-197631.818">25176 7819 1788 0,'0'0'11789'15,"0"0"-9853"-15,0 0-1424 0,0 0-384 0,0 0 276 16,-55 70 92-16,27-34 224 0,0 5-28 16,-4 0-384-16,0 3-184 15,4 1-116-15,0 0 80 0,4-4 32 0,0 1 28 16,9-2-36-16,-2-5-100 16,13-3 0-16,4-3 124 0,0-4 48 0,13-3-28 15,6 0-92-15,9 0-56 0,4 1 52 16,4-4 36-16,8-4-80 0,8 2-16 15,3-1-48-15,1-4-292 0,8 4 20 16,0 0-84-16,-5 0-460 0,1 0-464 16,-4-7-1088-16,0 3-3325 0,-20-1-2767 15</inkml:trace>
  <inkml:trace contextRef="#ctx0" brushRef="#br0" timeOffset="-196001.088">27483 7601 2532 0,'0'0'508'0,"0"0"1392"15,0 0 2256-15,0 0-2203 0,0 0-401 16,0 0-188-16,0 0 128 0,0 0-184 15,0 0-192-15,0 0-228 0,0 0-112 0,72 48-56 16,-52-23-108-16,-8 7-128 16,4 3-56-16,-4 2-15 0,0 9-13 0,-5 1-108 15,-3 7-76-15,1 6-48 0,-1 4-32 0,-4-2-16 16,0 9-108-16,-4-4 36 16,-1-8-48-16,1-4-8 0,1-8-4 15,-1-8-60-15,0-8 12 0,4-8-4 0,-4-8-20 16,4-2-192-16,0-6-160 0,0-4-84 15,0-3-29-15,0 0-47 0,0 0-52 16,0-3-96-16,0-1-424 0,0-2-948 16,0-7-752-16,4-3-1125 0,-4 0-463 15,0-5 152-15,0 4 4148 0,0-11-307 16</inkml:trace>
  <inkml:trace contextRef="#ctx0" brushRef="#br0" timeOffset="-195827.38">27615 8236 3132 0,'0'0'12'0,"0"0"6680"0,0 0-5287 0,0 0-33 0,0 0-324 15,0 0 472-15,83-39-224 0,-59 39-252 0,0 0-176 16,4 4-192-16,-4-1-124 0,4 0-196 16,-1-3-136-16,1 3-112 0,0-3-108 15,-4 0 0-15,4 0-72 0,-7-3-64 0,-2-3-460 16,5-4-180-16,-4 1 0 0,0-1-320 16,0-2-800-16,-5 2-2233 0,-2 1-2627 15,-1-4 3808-15</inkml:trace>
  <inkml:trace contextRef="#ctx0" brushRef="#br0" timeOffset="-195599.627">28132 7791 11757 0,'0'0'2032'16,"0"0"-1272"-16,0 0-420 0,0 0 804 15,0 0 232-15,0 70-248 0,5-38-368 16,-1 6-244-16,0 3-148 0,0 4-52 0,0-1-24 15,-4 6-12-15,0 5-120 0,0 3-148 16,-4-6-12-16,0 6-8 0,-4-4-260 16,-1-4-256-16,6-5-196 0,-1-10-68 0,4-6 36 15,0-4-16-15,4-9-468 16,3-3-1048-16,2-4-1985 0,3-6-1511 0,-5 1 4252 0,6-11-787 16</inkml:trace>
  <inkml:trace contextRef="#ctx0" brushRef="#br0" timeOffset="-192990.72">28571 8029 3400 0,'0'0'0'0,"0"0"0"0,0 0 312 15,0 0 2656-15,0 0-1056 0,0 0-644 0,0 0-159 16,0 0-41-16,0 0-132 0,0 0-84 16,0 0-140-16,0 0-232 15,4 0-116-15,4 0 0 0,3 0 76 0,2 0 0 0,2 0-104 16,-2 0-172-16,2 0-160 15,2 0 4-15,-6 0-8 0,6 0 0 16,-6 0-88-16,6 0-112 0,-10 0-336 16,5 0-120-16,-3-3-212 0,-2 3-400 15,-3 0-792-15,0 0-1853 0,-4 0-1223 16,0 0 4484-16,-4 0-924 0</inkml:trace>
  <inkml:trace contextRef="#ctx0" brushRef="#br0" timeOffset="-192783.52">28575 8188 5988 0,'0'0'508'15,"0"0"3576"-15,0 0-3311 0,0 0-425 0,0 0 252 16,0 0 604-16,0 0-52 0,0 0-280 16,84 48-320-16,-65-48-224 0,5 2-116 15,1-2-112-15,-1 0-100 0,3-6-60 16,-3 0-584-16,0-7-284 0,4 1-492 0,-4-1-948 15,-1 0-2621-15,-2 4-1203 0,3-4 6073 16</inkml:trace>
  <inkml:trace contextRef="#ctx0" brushRef="#br0" timeOffset="-192401.392">29320 7585 5488 0,'0'0'2888'0,"0"0"1265"16,0 0-3449-16,0 0-604 0,0 0 144 0,0 0 808 15,0 0 80-15,0 0-524 0,0 0-608 16,0 0-40-16,-43 9-112 16,30 14 84-16,1 9 68 0,-4 5 76 0,1 5-24 0,-2 2-52 15,-2 3-76-15,-1 5 60 16,-1-1-84-16,6-4-136 0,-1-3 72 0,0-8 164 15,8-11 64-15,4-6 136 0,0-11-200 16,4-1-88-16,0 0-12 16,0-4-76-16,4 1 48 15,4-1 80-15,0 0 36 0,4 0-52 0,-4 0 60 0,8 4-8 16,-9-1-88-16,6 7 12 0,-1 2 88 0,-5 4 36 16,2 11 52-16,3 1 176 15,-9 7 100-15,5 0-76 0,-3 0-84 16,-1 0-88-16,0-2-60 0,-4-3-56 0,3 6-48 15,1-7-52-15,0 0-444 0,0-7-148 16,5-3-52-16,-5-10-352 16,-1-5-1353-16,5-1-3379 0,-4-6 1932 0</inkml:trace>
  <inkml:trace contextRef="#ctx0" brushRef="#br0" timeOffset="-190880.215">30033 7819 664 0,'0'0'1056'0,"0"0"3812"16,0 0-2168-16,0 0-763 0,0 0-781 0,0 0-124 15,0 0 148-15,0 0-244 16,0 0-324-16,0 0-244 0,-60 13-92 0,45 4-40 16,-5 2 48-16,-1 6 28 0,-2 0 60 15,3 7-52-15,-4 0-48 0,4 3-88 16,4 2-24-16,1 2-48 0,2-4-40 0,5 3-20 15,4-7-44-15,4-4 40 16,0-6 12-16,4-2-52 0,0-7-8 0,8-5-4 16,4-3-56-16,0-1-28 0,4-3-56 15,0-7-40-15,4-2 24 0,-1-4-52 16,2-5-36-16,-5-1-8 16,-5-1-32-16,2 1 4 0,-6 3 48 0,-3 0-12 15,1 4 20-15,-6-1-96 0,-3 3-28 0,0 7 0 16,0-1 48-16,-7 1 104 15,-6 3 136-15,2-2-24 0,-6 2-24 16,6-5-192-16,-6 5 112 0,2-2-264 0,-2 2-308 16,2-3-604-16,2-3-825 15,6 2-1091-15,-5-2-1792 0,8-6 4844 0</inkml:trace>
  <inkml:trace contextRef="#ctx0" brushRef="#br0" timeOffset="-190578.162">30435 7311 3248 0,'0'0'1692'0,"0"0"3668"0,0 0-3583 15,0 0-321-15,0 67-264 0,0-38 144 16,0 9-248-16,4 3-196 15,5 9-164-15,-5 5-284 0,4 8-88 0,-1 1-184 16,2 9-76-16,-1 0-96 0,-4 4-4 16,-1 1-56-16,1 2 48 0,-4-4-244 15,0-2-116-15,0-5-104 0,0-5-92 16,0-8-16-16,0-4-24 0,0-11-132 16,0-6-380-16,4-13-400 0,0-6-516 0,5-10-2069 15,-6-3-2019-15,1-3 5968 0</inkml:trace>
  <inkml:trace contextRef="#ctx0" brushRef="#br0" timeOffset="-189527.355">31384 7782 1892 0,'0'0'444'0,"0"0"-224"15,0 0 5128-15,0 0-3352 0,0 0-603 16,0 0-289-16,0 0 324 15,0 0-136-15,0 0-312 0,0 0-264 0,-47-35-480 0,34 38-72 16,-7 7-28-16,0 2 24 0,-4 7 52 0,4 0 0 16,-3 7 20-16,-1 2 4 15,-4 1 12-15,4 6-76 0,0 6-112 16,4 0-60-16,4 3-4 16,0 1-68-16,8-1 8 0,4-9-32 15,4-3 84-15,0-10-48 0,9-3 60 0,2-9-4 0,5-3-88 16,0-4 8-16,-1-3 20 0,6-3-8 15,3-8-40-15,-4-1 12 16,-1-1-96-16,2-6-40 0,-6 0-76 0,-2 3 4 0,-2-2 32 16,-3 1 52-16,-3 5-92 15,-5 3 0-15,4-2 40 0,-4 6-76 16,0-2 40-16,-9 1 96 0,1 3 216 0,1-4 52 31,-10 4-44-31,2-1 104 0,-2 4-72 0,2-2-40 0,-5 2-52 16,4 0-48-16,4 2-156 0,-4 2-20 0,4-1-348 15,4 0-1140-15,0 4-1257 16,4-4-2459-16,0 0 4292 0,4-3-376 0</inkml:trace>
  <inkml:trace contextRef="#ctx0" brushRef="#br0" timeOffset="-189141.022">31528 7499 3588 0,'0'0'180'0,"0"0"2764"16,0 0 300-16,0 0-1003 0,0 0-761 0,-9 86-388 15,9-58 28-15,0 11-128 0,0 8-160 16,0 7-40-16,-4 3-116 16,4 7-284-16,0 3-196 0,-4 2-144 15,0 1-52-15,1 3-120 0,-5-7 20 0,-1-5-208 16,5-3-8-16,0-11-92 0,1-8 76 15,3-8-40-15,0-6 36 0,0-6-96 0,3-10-216 16,5 1-360-16,1-6-740 0,-1-4-928 16,-1 0-1725-16,1-4-419 0,-3 1 4544 0,3-9-1243 15</inkml:trace>
  <inkml:trace contextRef="#ctx0" brushRef="#br0" timeOffset="-188519.469">31698 8185 248 0,'0'0'9836'0,"0"0"-7391"0,0 0-1093 0,0 0-616 0,0 0 144 15,0 0 504-15,0 0-328 0,0 0-196 0,0 0-144 16,45 9-8-16,-26-9-84 0,5 0-224 16,-4 0-132-16,0 0-72 15,4 0-100-15,-4-6-11 0,-1 0-85 0,6-4-4 0,-5-2-421 16,-5-1-283-16,2 0-172 15,-6 1-64-15,-2 1-300 0,-5 1-744 16,0 5-1184-16,-4-1-2529 0,-4 2-223 0,-5 4 5128 16</inkml:trace>
  <inkml:trace contextRef="#ctx0" brushRef="#br0" timeOffset="-188369.02">31822 8217 3264 0,'0'0'1356'0,"0"0"4852"0,0 0-4523 16,-19 91-641-16,15-58-344 0,-1 1 524 15,5-2 20-15,-4-3-312 0,0-1-496 16,0-2-436-16,-3-8-52 0,3-1-540 0,-1-8-108 16,5 0-280-16,-4-5-620 15,4 2-1548-15,0-3-2893 0,0-3 3253 0,-4 0 1796 16</inkml:trace>
  <inkml:trace contextRef="#ctx0" brushRef="#br0" timeOffset="-188227.292">31882 8455 484 0,'0'0'8384'16,"0"0"-6872"-16,0 0-1060 0,0 0-103 0,0 0 511 16,84-17 88-16,-73 15-948 0,2-2-12 15,-5 1-768-15,3 0-509 0,-7 1-1259 0,1 2-2124 16,-5 0 2480-16,0 5 1396 16</inkml:trace>
  <inkml:trace contextRef="#ctx0" brushRef="#br0" timeOffset="-188085.908">31854 8607 640 0,'0'0'6312'0,"0"0"-2384"0,0 0-2759 0,0 0-373 16,0 0 56-16,0 0 368 0,0 0-164 15,0 0-280-15,0 0-340 0,76-22-436 16,-52 3-136-16,-5-4-488 16,6-2-180-16,-5 0-296 0,3-4-744 0,-7-3-2717 0,0 10-2903 15,-4-6 6916-15</inkml:trace>
  <inkml:trace contextRef="#ctx0" brushRef="#br0" timeOffset="-187873.833">32081 7880 7564 0,'0'0'5885'16,"0"0"-4477"-16,0 0-768 0,0 0-188 0,0 0 564 15,100 3 140-15,-80-3-492 0,3 0-332 16,-2-3-332-16,-1-3-72 0,-1 3-444 0,-2-4-252 16,-2 4-112-16,-3-1-464 0,-4 1-1012 15,0 3-2501-15,-8 0-1735 16,0 0 6328-16</inkml:trace>
  <inkml:trace contextRef="#ctx0" brushRef="#br0" timeOffset="-187684.644">32169 8086 184 0,'0'0'10997'0,"0"0"-8617"0,0 0-1224 0,0 0-172 15,0 0 320-15,0 0-40 0,0 0-388 16,0 0-460-16,87 20-268 16,-70-25-148-16,-2-3-196 0,1-2-200 0,5 1-204 15,-6-1-292-15,1-3-492 0,-4 5-1244 16,-4-3-3401-16,0 3-1451 0</inkml:trace>
  <inkml:trace contextRef="#ctx0" brushRef="#br0" timeOffset="-187437.729">32484 7864 8656 0,'0'0'6773'0,"0"0"-4933"15,0 0-1716-15,0 0-12 0,0 0-112 0,0 0 656 16,0 0 12-16,0 0-152 0,0 0-284 16,0 0-172-16,64 39-8 0,-57-24-48 15,5 1 4-15,-7 3-8 0,2 3 0 16,-7 0-8-16,0 5-188 0,-4-6-188 16,-4-2-96-16,0-3-148 0,0-3-152 15,5-7-260-15,-5-6-636 0,3 0-2369 16,-3 0-3827-16,1-9 7400 0</inkml:trace>
  <inkml:trace contextRef="#ctx0" brushRef="#br0" timeOffset="-187286.233">32567 7699 11941 0,'0'0'4056'0,"0"0"-3788"15,0 0-80-15,0 0-152 0,0 0 412 16,0 0-312-16,0 0-136 0,0 0-912 15,88 16-436-15,-76-13-1068 0,7 4-4093 16</inkml:trace>
  <inkml:trace contextRef="#ctx0" brushRef="#br0" timeOffset="-186898.719">32814 7868 5988 0,'0'0'2664'0,"0"0"2409"0,0 0-3857 15,0 0-412-15,-51 66 600 0,38-40 412 16,-2-4-428-16,3 3-524 15,0-3-292-15,4 0-207 0,4-9-201 0,0-3-164 16,4-4-72-16,0 0 36 0,0-6 36 16,8 0 0-16,0 0-104 0,4 0-68 15,4-10-61-15,0-5-19 0,3-3-152 0,2-8-96 16,3-3 12-16,-5-3-12 16,5 1-28-16,-4-8-188 0,3 5-24 15,-2-8 4-15,-1-2-56 0,-5-4-88 0,2 1 100 16,-6-5 208-16,-3 5-12 0,1-1 60 15,-5 4 524-15,0 6 176 0,-4 6 360 16,0 13 64-16,0 6 108 0,0 7 112 16,0 6-12-16,0 0-12 0,0 10-248 15,0 2-152-15,0 7 60 0,-4 6-52 0,0 8-60 16,-5 4 100-16,1 5 336 0,-3 2-204 16,3 5-312-16,-8-3-184 15,4 1-80-15,-4-1-100 0,-5 1-152 16,6-8-288-16,-1-1-168 15,0-10-28-15,5-2 148 0,2-8 68 0,1 1-324 16,4-6-988-16,1 1-1100 0,3-12-1941 0,0 1-587 16,0-3 4976-16</inkml:trace>
  <inkml:trace contextRef="#ctx0" brushRef="#br0" timeOffset="-186453.152">33225 7353 2612 0,'0'0'11901'0,"0"0"-9609"0,0 0-2228 0,0 0 84 16,0 0-148-16,0 0 780 0,0 0-88 15,0 0-124-15,0 0-260 16,0 0-160-16,84-61-148 0,-69 52-52 0,2 6-68 15,-2 3 116-15,-3 0-60 0,4 6 64 16,-8 11-4-16,-4 4 4 0,-1 8 100 0,-3 6 24 16,-3 6-40-16,-9 4-12 0,-4-1-20 15,-4 4-52-15,0-1-40 16,1-3-68-16,2-2-16 0,2 0 116 0,2-8 0 16,6-2-40-16,3-3 0 0,0 3 36 15,4-7 12-15,0 4 0 0,0-1 4 16,4 0 48-16,0 1-44 0,0-4 4 0,3 7 160 15,2 0 0-15,-1 0 24 16,-1 6 0-16,1-3-152 0,1 2-40 0,2-1 52 16,-3-9 4-16,0 3-52 0,-3-5 56 15,2-2-64-15,-3-5-96 0,0 2-232 16,-4-1-40-16,4-4-64 16,-4-2-108-16,0-1-88 0,-4 5-180 0,0-4-192 15,-3-1-460-15,-6 1-1796 0,5-6-4845 0,-7 2 7057 16</inkml:trace>
  <inkml:trace contextRef="#ctx0" brushRef="#br0" timeOffset="-186302.844">33257 8797 15721 0,'0'0'4524'0,"0"0"-3828"15,0 0-392-15,0 0-132 0,0 0-160 16,0 0-12-16,0 0-500 0,0 0-356 0,0 0-924 15,-77-50-4024-15</inkml:trace>
  <inkml:trace contextRef="#ctx0" brushRef="#br0" timeOffset="-184835.091">28751 9106 1864 0,'0'0'104'0,"0"0"28"0,0 0 5740 15,0 0-3400-15,0 0-439 16,0 0-477-16,0 0-192 0,0 0-132 0,0 0-284 15,0 0-84-15,0 0-112 0,15-38-188 16,-19 34-160-16,0 2-284 0,-8-3 28 16,0 3-68-16,-3-4-80 0,-5 6-208 0,3-4 52 15,-2 4-16-15,-1 0-36 0,-1 0 0 16,6 6 84-16,2 5-48 16,-2 1 0-16,3 1 12 0,0 6 40 0,8 3 120 15,0 3 8-15,4 1 88 0,0 2 28 16,4 1-40-16,4-3 64 0,4-1-48 15,4-3 60-15,-4-3-76 0,4-7-80 16,-4 1 72-16,0-3-4 0,-1-4-60 16,-2 0-8-16,-1-2-4 0,-4-4-44 0,0 3-176 15,-1-3-248-15,-3 0-12 0,0 0-188 16,0 0-388-16,0 3-1028 0,-7 0-2065 16,3 1-2211-16,-16 5 3360 0</inkml:trace>
  <inkml:trace contextRef="#ctx0" brushRef="#br0" timeOffset="-184665.614">28420 9487 8796 0,'0'0'1744'0,"0"0"-227"15,0 0-237-15,0 0 232 0,0 0-12 16,0 0-332-16,63 73-364 0,-42-61-272 0,-6 4-80 16,5-3-68-16,0-1-128 15,-4 1-112-15,3 0-144 0,-2-1-84 16,-1-1-208-16,4 1-300 0,0 4-168 15,-1-3-280-15,1 2-792 0,8-2-1252 0,-11-4-3377 16,15 11 518-16</inkml:trace>
  <inkml:trace contextRef="#ctx0" brushRef="#br0" timeOffset="-184322.568">29496 9410 10636 0,'0'0'4997'16,"0"0"-3917"-16,0 0-844 0,0 0 164 0,-41-70 812 15,33 61 76-15,-3 3-176 16,-2 2-540-16,2 4-243 0,-6 4-325 16,2 5 44-16,-5 10-36 0,-4 7 124 15,4 15 20-15,0 7-36 0,-4 9-24 16,1 6 28-16,2 0-4 0,1 4-60 15,5-3-12-15,3-3-48 0,7-11 0 0,1-9 8 16,4-9 40-16,4-6-44 0,9-11 0 16,-2-5-4-16,10-1-40 0,3-6-116 15,-5 0 60-15,9-3-76 0,-4 0-128 16,0-8-105-16,-1 1-79 0,-2-6-28 0,-10 1-100 16,2 2-96-16,-5-3-500 0,-5 3-1276 15,-3 1-1908-15,-3-1-1041 0,-5 4 33 16,-5 0 4953-16</inkml:trace>
  <inkml:trace contextRef="#ctx0" brushRef="#br0" timeOffset="-184019.245">29308 9890 820 0,'0'0'9880'16,"0"0"-7199"-16,0 0-1145 0,0 0-580 15,0 0 420-15,0 0 144 0,0 0-196 0,0 0-372 16,83 41-380-16,-62-41-267 16,-1 0-169-16,-1-6-136 0,1-4-196 15,1-2-181-15,-2-8-295 0,1 5-156 0,1-4-128 16,-6-1-280-16,1 4-748 0,0 2-700 15,-5 0-233-15,-2 4 53 0,-5 4 548 16,0 6 1132-16,-4 0 1184 0,0 0 1564 16,0 10 568-16,0-1 316 0,-4 7-591 15,0 4-321-15,-5 2-344 0,6 3 44 16,-1 7-280-16,0-4-336 0,-4 4-212 0,8-1-120 16,0-1 104-16,0 1 224 15,0-3-100-15,4-2-336 0,0-4-180 0,4-6-60 0,0 0-332 16,0-7-164-16,4 1-8 15,-4-7 16-15,8 0-208 0,0-3-460 16,3 0-388-16,6-3-40 0,-1-10-2925 0,-5 4-2891 16,9-10 7212-16</inkml:trace>
  <inkml:trace contextRef="#ctx0" brushRef="#br0" timeOffset="-183775.862">30209 9553 3616 0,'0'0'9637'16,"0"0"-7309"-16,0 0-1864 0,0 0-348 0,0 0 176 0,-92 98 1036 16,72-56 128-16,4 2-416 15,4 7-320-15,0 0-148 0,8 0-35 0,0 3-113 16,4-4-88-16,-3-1-224 0,3-5-16 16,0-3-84-16,7-6-12 0,1-4-8 15,5-1-52-15,-2-5 0 0,1-3-196 0,0 0 40 16,4-3-100-16,-4-6-185 0,4-1-55 15,-5-2-20-15,6-4-20 0,-2-6-92 16,-2 0-728-16,2-6-1552 16,2-10-2501-16,-10 3-1835 0,6-15 6116 0</inkml:trace>
  <inkml:trace contextRef="#ctx0" brushRef="#br0" timeOffset="-183523.722">30456 9462 7232 0,'0'0'4557'16,"0"0"-2425"-16,0 0-1204 0,0 0-500 15,0 0 324-15,0 0 664 0,15 91-96 16,-10-40-92-16,-5 2-412 0,4 12-280 0,-4 1-132 16,0 1 33-16,0 3-13 0,0-1-132 15,0-1-184-15,0-5-108 0,0-6-12 16,0-7-292-16,0-8-144 0,0-16 11 15,8-8-63-15,7-11-36 0,-3-7-108 16,9-7-412-16,2-11-1172 0,-3-8-1872 0,4-9-1705 16,-4 7-1055-16</inkml:trace>
  <inkml:trace contextRef="#ctx0" brushRef="#br0" timeOffset="-183284.806">30774 9843 3160 0,'0'0'8749'0,"0"0"-6617"0,0 0-1244 16,0 0-324-16,-83 47 284 15,63-25 656-15,-4 0-456 0,0 1-444 16,4 2-276-16,4-3-208 0,4 0-120 16,0-2-8-16,8 2-80 0,0 0 76 0,4-3 12 15,0 0 88-15,4 0 56 16,5-3-56-16,6 0 32 0,1-1 52 16,0-2 36-16,8-2-24 15,-5-5-40-15,2-1-84 0,3-5-60 16,4 0-116-16,0 0-104 0,7-5-156 0,1-8-52 0,4-4-28 0,0-1-504 15,-4-8-748-15,-4 7-1436 16,11-16-3853-16</inkml:trace>
  <inkml:trace contextRef="#ctx0" brushRef="#br0" timeOffset="-183067.023">31496 9594 7140 0,'0'0'5565'16,"0"0"-2661"-16,0 0-1524 15,0 0-772-15,-96 93-88 0,64-52 760 0,-4 10-132 16,0 6-256-16,-7 6-259 0,-2 4-209 0,2 6-136 16,-9 0-128-16,1 3-88 15,-1 0 12-15,3 1-84 0,2 0-4 0,6-12-276 16,2-1-228-16,3-10-125 0,8-6-11 16,8-10-88-16,8-10 0 0,5-9-460 15,7-9-948-15,0-10-1076 0,0-10-2717 16,7-2 65-16,14-23 5636 0</inkml:trace>
  <inkml:trace contextRef="#ctx0" brushRef="#br0" timeOffset="-182920.699">31201 10268 10212 0,'0'0'5789'0,"0"0"-4489"16,80-10-728-16,-37 3-4 0,1 5 700 16,4-1-84-16,-9-4-236 0,2 4-559 0,-5-4-297 15,-5-2-92-15,5-4-376 16,-4 0-169-16,-8-2-127 0,4 2-132 15,-13-3-364-15,6 6-1064 0,-14 1-2236 0,-3 0-1801 16,-4 5 677-16</inkml:trace>
  <inkml:trace contextRef="#ctx0" brushRef="#br0" timeOffset="-182751.71">31507 10318 1228 0,'0'0'10473'0,"-28"74"-7705"0,21-37-1644 15,-1 8-612-15,-5 9 92 0,6 3 676 0,-5-3-12 16,3-3-424-16,6-7-392 15,-5-6-220-15,4-6-232 0,0-10-236 0,4-9 32 16,-4-3-188-16,4-8-184 0,0-2-248 16,-5 0-500-16,5-2-1428 0,0-11-3017 15,0 7-2507-15,0-13 8272 0</inkml:trace>
  <inkml:trace contextRef="#ctx0" brushRef="#br0" timeOffset="-182623.547">31603 10578 1512 0,'0'0'13793'15,"0"0"-10797"-15,80-2-2144 0,-40-5-572 0,3 1 88 16,5 0 376-16,-8-7-84 0,0 0-660 16,0-6-120-16,-4-3-636 0,-5-3-336 15,5-8-560-15,-4 2-1336 0,-12 9-3729 0</inkml:trace>
  <inkml:trace contextRef="#ctx0" brushRef="#br0" timeOffset="-182413.815">32408 9915 6748 0,'0'0'5549'0,"0"0"-2941"0,0 0-1676 15,44 92-668-15,-32-53 452 0,-1 2 1180 0,-6 6 40 16,-5 4-647-16,-5 0-561 0,-10 6-376 16,-6 3-196-16,-7-2-92 15,-3-1-64-15,-5-3-84 0,-4 0-96 0,1-4-208 16,-6-5-256-16,2-4-193 0,-1-3 41 15,0-10-72-15,1-2-620 0,-9-6-1480 16,16-5-3465-16,-33-3-1879 0</inkml:trace>
  <inkml:trace contextRef="#ctx0" brushRef="#br1" timeOffset="-165411.651">25136 10712 7552 0,'0'0'7081'0,"0"0"-6533"15,0 0-548-15,0 80 0 0,0-42 104 16,0 6 72-16,0 10 540 0,0 10 224 0,4 6-332 16,5 9-224-16,-1 17 72 0,3 8 196 15,2 17 120-15,-2 12-248 0,1 13-180 16,0 16-112-16,-4 6-148 0,0 17-12 0,1 5 24 16,-2 13 28-16,-3 10 44 0,4 9-28 15,4 6-140-15,-4 4-12 0,8 3-52 16,0 4-20-16,4-5-72 0,-1-2-224 15,2-2 152-15,-2-9-92 0,1-5 272 16,1-4 36-16,-6-9-84 0,5-6 72 16,-4-6-64-1,0-10 76-15,4-10-72 0,-4-5-212 0,0-11 200 0,0-9 60 16,-4-9-12-16,4-10-4 0,-5-13-92 16,2-9 44-16,-6-7-120 0,-3-12-40 15,0-14-48-15,-4-7-172 0,0-15 48 0,-4-15-340 16,-3-13-220-16,-5-15-316 0,-1-11-472 15,-2-21-469-15,-5-19-147 0,-4-20-608 16,-4-15-1332-16</inkml:trace>
  <inkml:trace contextRef="#ctx0" brushRef="#br1" timeOffset="-164586.604">25488 11262 4092 0,'0'0'2188'0,"0"0"-1164"16,0 0-464-16,0 0 24 0,0 0 2001 0,0 0-1233 15,0 0-168-15,0 0-356 0,0 0-120 16,0 0 260-16,91 12-416 0,-72-12-76 0,-2 0-16 16,6 0-16-16,1 0-100 15,0 0-180-15,8 0-140 0,0 0-20 16,8 0-4-16,4 4 8 0,3-1 0 0,13-1-8 15,4 2-76-15,8 2 68 16,7-3-4-16,9 1-36 0,4-1-52 16,7 3 28-16,1 0 72 0,7 1 8 0,5 2 0 15,3-3-8-15,5 4 0 0,7-4 4 16,2 1 0-16,6 2-4 0,5 4-68 0,-1-3 68 16,4 6 16-16,-4-1-16 15,5 5-40-15,0 2-120 0,-1 0-64 0,0 0 76 16,5 3-36-16,-5 1 132 0,1-1-32 15,-1-2 68-15,0 2 8 0,1-3-52 16,0 1 48-16,-2-8-64 0,6 1 76 16,-4-6 0-16,-1 3-44 15,-3-8 44-15,-2 2 100 0,-2-1-100 0,0-3 0 16,-4 4-100-16,-5 0 36 16,-3-2 56-16,-1-1 4 0,-3 3-68 0,-5-5-28 0,-3 5 100 15,-1-4 0-15,-3-1-72 16,3-2-104-16,-3 0 40 0,0 0 84 15,-1-8-36-15,1 2-88 0,-5-8-28 0,-4 2 144 16,-3-4 60-16,-4 0 48 0,-5 3-40 16,-3-6 56-16,-5 4-64 0,-2 2-104 0,-6-3-84 15,-7 4-24-15,-4-2-28 0,-8 2-52 16,-9 5-328-16,-6-2-396 16,-5 3-120-16,-13 2-397 0,-11 4-887 0,-8 0-1524 0</inkml:trace>
  <inkml:trace contextRef="#ctx0" brushRef="#br1" timeOffset="-163774.588">26180 12065 5216 0,'0'0'2160'0,"0"0"1977"0,0 0-2997 0,0 0-132 16,80 13 220-16,-48-1-20 15,4-2-156-15,4 2-308 0,-5-2-312 0,2 0-172 16,-5-8-64-16,-5 5-72 0,-3-4-124 15,-4 0-44-15,-4-3-92 0,0 0-284 16,-1 0-420-16,-6 0-108 0,-1 0-412 16,-4 0-936-16,-4 0-1945 0,0 0-1059 0</inkml:trace>
  <inkml:trace contextRef="#ctx0" brushRef="#br1" timeOffset="-163570.495">26403 12237 7928 0,'0'0'1868'0,"0"0"-784"0,13 66-271 0,-9-30 439 16,-1 4 264-16,1 4 56 0,-4 4-392 16,0-4-584-16,-7 1-388 0,-6-8-144 15,1 2-64-15,-3-1-88 0,-1-6-172 0,0 1-176 16,-4-8-224-16,4-6-120 0,0-5-100 16,-4-3-400-16,1-5-660 0,-2-6-385 15,1 0 41-15,1 0-160 0,-9 0-400 16</inkml:trace>
  <inkml:trace contextRef="#ctx0" brushRef="#br1" timeOffset="-163418.723">25989 12734 6400 0,'0'0'2116'0,"0"0"-924"0,0 0-132 0,0 0 649 15,0 0 87-15,0 0-368 0,92 23-260 16,-64-14-276-16,0-3-176 16,0-2-88-16,-1-1-160 0,1-3-212 0,0 0-248 15,-4 0-8-15,4-7-8 0,-4-1-152 16,0-5-416-16,-1-4-312 15,-2 2-312-15,3-4-824 0,-9 6-2024 0,2-9-1733 16</inkml:trace>
  <inkml:trace contextRef="#ctx0" brushRef="#br1" timeOffset="-163268.756">26631 12658 10468 0,'0'0'2133'16,"0"0"-1405"-16,0 0-396 0,88 54 568 0,-56-44 536 15,-4-4-572-15,-1-2-376 16,4-4-228-16,-3-10-148 0,4-6-68 0,-4-6-44 15,0-4-444-15,0-2-356 0,-4-5-560 16,-3 0-604-16,-6 3-2045 16,-3-7-2443-1</inkml:trace>
  <inkml:trace contextRef="#ctx0" brushRef="#br1" timeOffset="-163017.426">26865 12256 1004 0,'0'0'6928'0,"0"0"-5344"0,0 0-796 0,-3 88 193 0,3-53 315 15,0 7-36-15,3 2-132 0,1 0-184 16,1 7-240-16,-5 0-104 16,4 3-32-16,-4 0-96 0,0-1-116 0,0 5-96 0,0-1-40 15,-4-3-12-15,-5 0-8 16,2-6-44-16,-5-4 4 0,3-3-48 16,-6-5-52-16,3-5-52 0,-4-3-8 0,1-2-48 15,-2-7-136-15,-3-3-36 0,1-7-112 16,-2-2-60-16,1-7-40 0,1-3-64 15,-5-10-36-15,3-6-152 0,-2-10-224 16,-1-5-592-16,4 4-1424 0,0-17-3389 16</inkml:trace>
  <inkml:trace contextRef="#ctx0" brushRef="#br1" timeOffset="-162567.169">28483 12458 9864 0,'0'0'1265'0,"0"0"-685"16,-80-50-56-16,52 33 716 15,0 2 280-15,5 5-388 0,-5 1-276 0,8 5-188 16,5 1-124-16,-6 3 0 0,1 10-76 16,5 6-200-16,-6 10-84 15,6 8 0-15,-5 8 72 0,3 8 76 0,2 8 84 16,3 2-16-16,4 3-96 0,0-3-24 15,8 1 49-15,0-10-1 16,8-4-124-16,0-3-144 0,8-8-60 0,-5-4-12 0,10-7-72 16,-1-6 36-16,4-6-36 0,3-4 76 15,1-6 8-15,4-3-112 16,-4-3-68-16,-4-10-52 0,0-2-73 0,-5-8-95 16,-2-2-184-16,-6-1-172 0,-6 5-228 0,-5-4-548 15,0 1-936-15,-16 2-1464 16,4 7-589-16,-16-7-1623 0</inkml:trace>
  <inkml:trace contextRef="#ctx0" brushRef="#br1" timeOffset="-162426.837">28156 12868 10784 0,'0'0'2565'0,"0"0"-1445"0,0 0-540 0,0 0 224 0,0 0 288 0,0 0-332 16,77 66-352-16,-58-66-260 0,1 0-148 15,4-6-160-15,-4-6-248 0,4-1-312 16,-4-6-272-16,-5 3-280 0,2 0-484 15,-2 3-1085-15,-6 1-1427 0,3 8-188 16</inkml:trace>
  <inkml:trace contextRef="#ctx0" brushRef="#br1" timeOffset="-162302.813">28452 12897 3156 0,'0'0'3140'15,"0"0"-324"-15,-8 75-555 0,3-39-529 0,1 2-284 16,4-3-252-16,-4 0-328 0,1 0-292 16,3-3-156-16,0-4-124 0,0-3-184 15,0-3-112-15,7-2-172 0,6-8-636 0,2-2-320 16,2-4-424-16,-2-3-868 0,5-3-2381 15</inkml:trace>
  <inkml:trace contextRef="#ctx0" brushRef="#br1" timeOffset="-161416.399">29479 12964 5956 0,'0'0'2160'16,"0"0"-840"-16,0 0-516 0,0 0 213 16,0 0 331-16,0 0-148 0,0 0-200 0,0 0-332 15,0 0-240-15,0 0-60 0,0 0 56 16,-60-55 36-16,60 55-12 15,0 0-200-15,0 0-64 16,0 0-72-16,-3 0-24 0,3 3-76 0,-4 4 60 0,0 6 28 0,-4-1 0 16,3 4 36-16,-2-4 8 15,3 5-20-15,0-4-12 0,4-7 0 0,-4 0-28 16,4-4-24-16,0-2 16 0,0 5 8 16,0-5 16-16,0 0 4 0,0 0-104 15,0 0-12-15,0 0-96 0,0 0 44 16,0 0 52-16,0 0-36 0,0 0-12 15,0 0-40-15,0-5-12 0,0 5 16 16,0 0 8-16,0-2 28 0,4-1 48 16,0 0 12-16,0-3 0 15,3-1 0-15,2-2 0 0,-1-1-136 16,-1 3 40-16,2-2 32 0,-5 2 4 0,0 5-28 0,0-5 0 16,-4 7 16-16,4-3-16 0,-4 3-20 15,0 0 8-15,0 0 12 0,0 0 40 16,0 0-4-16,0 0 44 0,0 0 8 15,0 0 0-15,0 0 52 0,0 0-44 0,0 3-8 16,0 6 4-16,0 2 192 0,0 4-36 16,0 4-84-16,0 4 0 15,0 5 20-15,0-2 64 0,0 2-84 0,0 3-24 16,-4-1-52-16,0-3-8 0,4-2 8 16,-4 2 4-16,0-8-4 0,4-6-4 15,-5-4-56-15,5-6-16 0,0-3-8 16,0 0-176-16,0-3-284 0,0-10-92 15,5-3-148-15,3-9-576 0,0-3-776 0,-1-2-2469 16,-3-10-3479-16</inkml:trace>
  <inkml:trace contextRef="#ctx0" brushRef="#br1" timeOffset="-161220.659">29416 12668 6096 0,'0'0'7161'0,"0"0"-5661"0,0 0-1160 15,0 0 164-15,0 0 724 0,0 0-96 16,0 0-392-16,0 0-372 0,0 0-304 16,0 0-64-16,83 25-96 15,-58-25-248-15,3 0-448 0,-1-3-252 16,4-3-752-16,-6 3-2148 16,6 0-2645-16</inkml:trace>
  <inkml:trace contextRef="#ctx0" brushRef="#br1" timeOffset="-160946.546">29870 12862 13209 0,'0'0'1840'0,"0"0"-1412"16,0 0-264-16,-52 72 792 0,36-48 696 15,0-6-532-15,4-3-472 0,0-2-404 16,4-3-156-16,4-3 80 0,4-5-8 0,0 2-160 16,0-1-64-16,8 0 64 0,1 0 48 15,6 4-48-15,2-1-92 0,-2 3-20 16,5-2-20-16,-4-1-28 0,0 4-84 15,-4-4 24-15,0 4 84 0,0-1 64 16,-8 1 20-16,3-1 44 0,-7 5-48 16,4-2 56-16,-4 1 72 0,0-1 40 15,-4 3-4-15,-3-2 52 0,-5-3 0 16,-4 3-148-16,-5 0-12 0,-2-4-136 16,-5 0-60-16,0 1-60 0,-4-7-148 15,1-3-116-15,3 0-144 0,0-6-308 0,4-7-596 16,4 1-1404-16,0-14-2641 0</inkml:trace>
  <inkml:trace contextRef="#ctx0" brushRef="#br1" timeOffset="-160492.192">30476 12912 8536 0,'0'0'4061'15,"0"0"-2837"-15,0 0-692 0,0 0 292 0,-24-69 696 32,20 56-352-32,-5 4-244 0,2 4-296 0,3 5-112 0,0 0-4 15,-4 14-160-15,-4 5-96 0,0 13-36 16,-1 6-24-16,2 9 108 0,-1-2 361 15,8-1-253-15,0-9-228 0,4-3-184 16,0-10-24-16,8-6-60 0,4-4-124 0,-1-5 76 16,6-7-52-16,3 0-44 0,3-7 32 15,1-5-33-15,4-4-87 0,-7-3 0 16,3 3 48-16,-9 4 60 0,2 2 72 0,-6 4-8 16,-3 6 8-16,4 3 136 15,-4 3 72-15,4 10 224 0,-5 0-28 16,2 1-36-16,-5 2-16 0,0-5-92 0,4 5-64 15,-5-2-60-15,10-2-48 0,-1-2-40 16,4-3-80-16,3-1-332 0,5-2-280 16,1-4-400-16,-1-3-764 0,4-3-1084 15,-9-1-1893 1,5-2-2487-16</inkml:trace>
  <inkml:trace contextRef="#ctx0" brushRef="#br1" timeOffset="-159819.736">31113 12849 3372 0,'0'0'8925'0,"0"0"-7585"15,0 0-1172-15,0 0 136 0,0 0 984 0,0 0 144 16,0 0-488-16,0 0-164 0,0 0-188 15,0 0-56-15,-83 79 64 0,74-41 208 16,1 4-276-16,5 5-103 0,3-5-5 16,0 0 372-16,3-9-516 0,5 3-280 0,1-8-4 15,6-6-44-15,5-2-64 16,0-5-188-16,4-5 32 0,4-7-8 16,0-3-112-16,8-9-37 0,-5-10-123 0,1-4-196 15,4-9-384-15,-4 0-484 16,-4-6-264-16,-4 4-44 0,0 2 352 15,-5 0-129-15,-6 4-271 0,-2 3 396 0,2 2 740 16,-9 8 832-16,0 9 1120 0,0 1 668 16,-4 5 141-16,3 5 43 0,-3 6-168 0,0 9-428 15,0 2-392-15,0 7-204 0,0 2 108 16,0 1 44-16,0-3-124 16,-3-3-236-16,-1-5-340 0,4-9-232 0,0-1-68 0,0-5-80 15,7-3-36-15,1-3 52 16,5 0 48-16,-2-7 8 0,6-6-68 15,2-2-124-15,-3-3-64 0,5-6 0 0,-10 9 4 16,5-1 56-16,-8 3 40 16,4 7 48-16,-4 6-40 0,-5 0 100 15,6 6 124-15,-1 10 260 0,-4 3-64 0,0 7-72 16,-1 2-24-16,1 4-16 0,1 6 4 16,-1 0 60-16,-4 0-28 15,4 6 52-15,-4 3 60 0,0 2 88 0,-4 2-28 16,-5-1-48-16,-2 5-36 0,-1-8 24 15,-4 1-64-15,4-4-44 0,0-6-124 16,0-3 4-16,0-6-4 0,4-7 120 16,-4-9-60-16,1-1 0 0,-2-9-56 0,-2-3-4 15,-2 0-144-15,-2-13-40 0,-1-2 4 16,-1-7-40-16,-3-10-256 0,5-7-160 16,-1-5-24-16,4-4-328 0,4-2-264 0,8 3-404 15,4 3-116-15,0 2-420 16,4 13-977-16,8-12-3607 0</inkml:trace>
  <inkml:trace contextRef="#ctx0" brushRef="#br1" timeOffset="-159536.046">32041 12979 13001 0,'0'0'2600'15,"0"0"-1932"-15,0 0-568 0,-87 44 312 16,67-31 432-16,0 3 144 0,4 0-396 0,4 6-260 16,4 0-88-16,4 5 0 15,4 0 24-15,0 2-84 0,0-1-60 0,4 1-76 16,4-6 0-16,0-5-36 0,4-2-12 0,-1-6-124 16,6-4 0-16,3-3-84 0,-1-3 0 15,2-9-144-15,3-10-188 0,4-3-164 16,-1-10-200-16,1-6-276 0,0-4-360 15,0 1-468-15,-4-3-485 0,-4 9-499 16,-1-16-1888-16</inkml:trace>
  <inkml:trace contextRef="#ctx0" brushRef="#br1" timeOffset="-159319.15">32256 12416 4772 0,'0'0'4852'15,"0"0"-3395"-15,0 0-773 0,0 0 84 0,0 0 800 16,0 74-204-16,0-32-120 0,0 5-136 15,0 7-232-15,-4 3-16 16,0 0-4-16,1 4-248 0,-1-7-316 0,4 0-292 16,0-6 0-16,0-4-12 0,0-3 12 15,0-9-156-15,4-4-432 0,3-5 16 16,6-4-224-16,-5-10-192 0,7-3-352 0,-2-6-820 16,6-2-580-16,-3-15-409 15,4 2 5-15,-8 2-12 0,8-3 649 0</inkml:trace>
  <inkml:trace contextRef="#ctx0" brushRef="#br1" timeOffset="-159194.601">32432 13090 4372 0,'0'0'4056'0,"0"0"-1483"0,0 0-481 16,0 0-444-16,4 68-388 0,-4-47-268 0,-4 2-188 16,0-2-160-16,-4-1-128 0,4-5-132 15,-1-2-176-15,5-3-208 0,0-4-84 16,0-6-184-16,0 0-300 0,0 0 28 16,0-6-44-16,0-4-124 15,9-6-172-15,-1-3-444 0,0-6-352 16,-1 0-521-16,2-3-223 0,-1 9 44 0,-4-14-1688 0</inkml:trace>
  <inkml:trace contextRef="#ctx0" brushRef="#br1" timeOffset="-159086.956">32432 13090 1864 0,'56'-47'4928'15,"-56"47"-2388"-15,4 6-1080 0,-1 0-775 0,1-3-401 16,5 1-208-16,3-4-76 0,-1 0-140 0,9 0-324 0,1-4 372 0,2-2-205 16,5-3-979-16,0-4-788 0,4-1 804 15,-1 2 960-15,-3 3-1680 0</inkml:trace>
  <inkml:trace contextRef="#ctx0" brushRef="#br1" timeOffset="-158898.536">32905 12976 928 0,'0'0'2908'0,"0"0"-892"16,0 0-248-16,0 0-56 16,-51 76-380-16,27-50-327 0,-8 5 187 0,4 1 272 15,-3-1-128-15,3 5-144 0,3-1-196 16,6-3-156-16,7-7-360 16,0-3-360-16,8-3-120 0,4-9-96 0,0-1-28 15,8-3 76-15,3-6-40 0,10 0 16 16,-1 0-52-16,-1-8-124 0,5-6-244 15,-3 2-252-15,-2-1-308 0,-6-3-672 16,-2 6-968-16,-3-2-2561 0</inkml:trace>
  <inkml:trace contextRef="#ctx0" brushRef="#br1" timeOffset="-157885.031">26949 14160 1292 0,'0'0'1928'0,"0"0"-872"16,0 0-404-16,-32-76-116 0,25 51 232 0,-6-1 2216 16,2-2-1059-16,-1 2-537 15,0 0-12-15,0 8-160 0,4 5-336 0,0 7-100 16,0 2 188-16,0 4-276 0,0 10-372 15,-8 3-172-15,1 10 60 16,-2 8-48-16,-3 3 88 0,1 5 32 0,2 2 52 0,2 0 32 16,-2-6-184-16,10-3-180 0,-6-10-4 15,13-6-80-15,-4-6-76 16,4-7-24-16,0-3 24 0,0 0-280 0,9-3-24 16,6-7 180-16,2-3-12 0,2-2 64 0,5-4 8 15,0 6-36-15,0 3 24 16,-4 3 64-16,4 7 48 0,-4 0-24 15,-1 14 36-15,2 2 112 0,-1 6 136 0,-5 3 100 16,-2 7 100-16,-2-1-140 0,-3 4-12 16,-4 1-24-16,-4 2 76 0,0 0 0 15,0 3-76-15,-4 0 108 0,-4 1 4 16,-3-7-4-16,-2 2 48 0,2-5-20 16,-2-5-52-16,-2-2-48 15,2-10-88-15,-2-5 24 0,-2-2 4 0,2-3-4 16,3-5-132-16,-4-5-12 0,1-3-192 15,-2-5-152-15,1-6-120 16,4-6-96-16,1-5-104 0,-2-4-64 0,1-1-100 0,9-7-368 16,3 8-520-16,0-5-412 0,0 17-981 15,15-6-2523-15</inkml:trace>
  <inkml:trace contextRef="#ctx0" brushRef="#br1" timeOffset="-157609.448">27248 14077 8820 0,'0'0'1488'16,"0"0"-920"-16,0 0 449 0,0 0 887 15,8 76-212-15,-8-50-536 0,-4-3-496 16,-3 2-336-16,-6-3-52 0,5 3-24 0,1-2-24 16,-2-8-52-16,5 1-88 15,0-3-32-15,0-7 44 0,4-2 16 0,0-2 36 16,0-2 84-16,0 0 272 15,0-6-176-15,4-6-328 0,4-1-92 0,4-6-16 16,0-3 44-16,4-4-144 0,0-2-220 16,0 3-76-16,4 0-112 0,-4-1-192 15,4 3-268-15,0 1-524 0,0 3-244 16,-5 3-1333-16,5 4-1827 0</inkml:trace>
  <inkml:trace contextRef="#ctx0" brushRef="#br1" timeOffset="-157068.75">27492 14158 5944 0,'0'0'5129'0,"0"0"-3269"0,0 82-740 0,-4-48 208 0,-1 1 304 0,1-5-296 16,4-5-360-16,0-12-464 0,0-4-364 0,4-9-64 0,5 0-72 15,-2-3 112-15,9-14-124 0,0 2-140 16,4-11-200-16,0-2-176 0,0-1-24 0,-5-3 56 16,6 4 104-16,-5 3-44 0,-4 0 28 15,-1 6-4-15,-7 2 136 16,1 7 192-16,-5 1 72 0,0 3 236 0,0 6 188 15,-9-3 196-15,5 3-24 0,-3 3-164 16,-5 6-224-16,3 4 4 0,-2 3 44 16,3 2 28-16,-1 6 56 0,6-6-32 0,3 1-188 15,-4-6-120-15,4-4-168 16,0 1-260-16,4-7-336 16,4-3-12-16,4 0 120 0,3-3 36 0,2-10 8 15,3-6-108-15,-1 0-440 0,1-4-344 0,1 4-72 0,-6 1 247 16,5 2 565-16,-4 3 580 15,0 4 184-15,-4 6 428 0,0 3 580 16,-4 0 149-16,4 9-29 0,-5 4-16 16,-2 3-88-16,-1 3-68 0,0 2-40 15,-4 2 20-15,4 0 40 0,-4-5-56 0,0-2-184 16,0-6-372-16,4-4-328 0,-4-3-36 16,4-3 0-16,-1 0 40 15,1 0-40-15,5-6 0 0,6-4-220 0,-2-2-144 16,2-7-200-16,-2 3-88 0,2-1-48 15,-3 5-32-15,0-1-12 0,-4 7 52 16,4-1 140-16,-4 7 236 0,0 0 316 16,4 5 52-16,-7 3 500 0,2 3 128 0,-3 1-132 15,0 1-100-15,0-1-100 0,0 4-88 16,-4-3 0-16,4-1-16 0,-4 1-132 16,4-4-112-16,0 1-196 0,0-3-460 15,0-1-376-15,0 1-208 0,0-2-836 16,0-1-2021-16,-1-4-2931 0</inkml:trace>
  <inkml:trace contextRef="#ctx0" brushRef="#br1" timeOffset="-156637.62">28356 14172 11865 0,'0'0'1600'0,"0"0"-1064"0,0 80-424 16,0-38 912-16,0 11 796 0,-4 8-344 16,-1-1-308-16,5 7-348 0,0 0-248 15,0-1-108-15,0 1-39 0,0-4-157 0,0-6-160 16,0-3-104-16,0-12-4 15,0-10-8-15,-3-10-332 0,3-9-25 16,0-7-83-16,0-6-52 0,0 0-112 0,0-13-172 16,0-9-200-16,0-9-484 0,0-11-1124 15,0 7-673-15,3-32-1863 0</inkml:trace>
  <inkml:trace contextRef="#ctx0" brushRef="#br1" timeOffset="-156441.527">28412 14125 7900 0,'0'0'5101'0,"0"0"-4273"15,0 0-824-15,0 0 124 0,0 0 672 16,87-13-120-16,-71 20-140 0,5 6-72 16,-10-1-132-16,1 4-88 0,-4 3-24 15,-4 4 48-15,-4 5-60 0,0 1-64 16,-16 2-88-16,0 4-60 0,-8 0-76 16,-8 0-84-16,1 0 48 0,-1-3 0 0,-4-4-124 15,4-6-200-15,-4 1-164 16,0-5-232-16,0-1-392 0,8-4-1100 0,-19 6-2993 15</inkml:trace>
  <inkml:trace contextRef="#ctx0" brushRef="#br1" timeOffset="-155355.071">28894 14760 10828 0,'0'0'4229'15,"0"0"-3901"-15,0 0-328 0,0 0 0 16,0 0 492-16,0 0 36 0,0 0 32 16,0 0-308-16,0 0-252 0,0 0 0 15,0 0-300-15,-60 77-212 0,32-49-432 16,0 7-548-16,-4-3-988 0,9-3-2049 16,-18 1-2131-16</inkml:trace>
  <inkml:trace contextRef="#ctx0" brushRef="#br1" timeOffset="-154976.43">25842 15679 456 0,'0'0'10064'16,"0"0"-8147"-16,0 0-1025 0,0 0 416 15,0 0 40-15,84 27-432 0,-53-21-296 16,1-6-272-16,0 4-188 0,4-4-72 16,0 0-80-1,-5-4 0-15,1-2-8 0,0-2-60 0,-4-6-448 16,-8 4-316-16,1 1-292 0,-6-4-400 0,-3 7-1192 0,-4-3-1945 16</inkml:trace>
  <inkml:trace contextRef="#ctx0" brushRef="#br1" timeOffset="-154752.132">26109 15479 5700 0,'0'0'3132'0,"0"69"-999"0,0-28-589 16,0 13 24-16,4 9-4 0,0 1-184 15,-1 3-240-15,-3-4-324 0,0-7-316 16,4-7-304-16,-4-14-196 0,4-10 0 15,1-11-156-15,-1-9-240 0,4-5-44 0,-1-10 80 16,6-8 4-16,6-11-288 0,1-9-416 16,-4-9-796-16,4-8-1184 15,-3 14-1613-15,2-26-471 0</inkml:trace>
  <inkml:trace contextRef="#ctx0" brushRef="#br1" timeOffset="-154196.756">26435 15166 3192 0,'0'0'3320'0,"0"0"-1408"15,0 0-24-15,0 0-35 0,13 74-77 0,-13-35-476 16,3 8-264-16,-3 6-176 16,0 8 56-16,0 3 48 0,0-2-108 15,0 9-232-15,0-2-232 0,-3-2-212 0,3-7-84 16,0-6-96 0,0-12-100-16,0-10 40 0,0-10-24 15,0-7-40-15,7-8-168 0,-3-4-184 0,4-3-12 0,1-3 144 16,6-6 60-16,-2-7 40 0,2-1 32 0,5 2 64 15,-4-2 88-15,0 5-16 16,0 5 16-16,0 4 24 0,-4 3 36 0,0 3 160 16,0 8 96-16,-5 4 80 0,6 3 8 15,-5 6-76-15,-1-2-36 0,1-3-108 16,-3 0 12-16,3-7-136 0,-5-2-44 0,5-4-64 16,0-6-28-16,-3 0-20 15,6 0-80-15,-3-6 112 0,5-7-48 16,2-3-108-16,-2 1-164 0,-2-1-140 15,1 0-12-15,0 3 24 0,-4 3 68 16,0 3 176-16,-1 2 164 0,-2 2 164 0,-1-3 68 16,-4 2 120-16,4 1 152 0,-4-3 164 15,0-4-32-15,0 0-172 0,0-1-140 16,0-3-60-16,0 2-88 0,-4 2 76 16,0 0 12-16,-1 7-16 0,2 3 28 15,-9 0-112-15,4 10-24 0,-8 5-24 16,0 9 48-16,0 1 160 0,1 6 184 0,-2 1 124 15,2 0-12-15,2-1-28 0,2 1-36 16,-2-4 0-16,5-6-76 0,4-5-164 0,4-9-152 16,0-3-132-16,0-5-272 15,4-5 64-15,4 0-52 0,8-8 268 16,0-2-180-16,8-4-276 0,0-11-380 0,0 2-560 16,0 0-880-16,-4-1-1521 15,-4 7-519 1,7-3-276-16</inkml:trace>
  <inkml:trace contextRef="#ctx0" brushRef="#br1" timeOffset="-153976.443">26993 15912 5500 0,'0'0'4336'0,"0"0"-2351"0,0 0-657 0,20 68-208 0,-16-46 16 16,-4 0-76-16,0 0-76 0,0-3-108 0,0-3-196 15,0-6-300-15,0-3-256 16,0-5-124-16,0-2-76 0,0 0-84 16,9-7-120-16,-6-5-16 0,5-4 0 0,4-3-76 15,0 0-84-15,4 0-80 16,-4 0 24-16,0 7-28 0,-1 2 76 15,2 6 184-15,-1 4 28 0,0 4 204 0,-4 6 48 16,3 5 404-16,-3 1-28 0,1 6-124 16,-2 0-92-16,5-2-108 0,-3 1-52 15,-2-2-8-15,1-2-120 0,0 2-548 16,1-6-448-16,6-1-1740 0,-2-5-1745 16,2-1 2685-16,1-6-2732 0</inkml:trace>
  <inkml:trace contextRef="#ctx0" brushRef="#br1" timeOffset="-153299.496">27866 15472 8068 0,'0'0'2640'0,"0"0"-1223"0,0 0-525 16,0 0 204-16,0 0 292 16,0 0-216-16,0 0-316 0,51 91-248 15,-27-43-140-15,-4 6 220 0,1 7 172 0,-2 2-360 16,1 0-208-16,-4 1-60 15,0-7-52-15,0 0-20 0,0-13-152 16,-4-6-8-16,0-12-72 0,4-8-16 0,-9-4 16 16,6-7-12-16,-2-7 72 0,6 0 12 15,-6-10-48-15,6-9 40 0,-2-6-104 0,2-11-68 16,-2 1 8-16,1-6-132 16,-4 0-28-16,4-3 52 0,-4 2 48 15,0 1-40-15,-4 0-196 0,-4 0-136 0,0 6-124 16,0 2-168-16,-4 8-352 0,0 3-560 15,0 6-901-15,-4 7-1735 16</inkml:trace>
  <inkml:trace contextRef="#ctx0" brushRef="#br1" timeOffset="-153110.978">27973 15916 10604 0,'0'0'1981'0,"0"0"-1329"0,0 0-28 15,0 0 540-15,0 0 120 0,0 0-52 16,0 0-240-16,96 7-404 0,-68-7-232 0,3-4-160 16,1 1-152-16,0-1-44 0,0 1-220 15,1 0-644-15,-1-3-208 0,-1 6-88 16,1-2-580-16,-5 2-2213 0,10 0-2803 16</inkml:trace>
  <inkml:trace contextRef="#ctx0" brushRef="#br1" timeOffset="-152519.532">29049 15763 9092 0,'0'0'1472'0,"0"0"-1188"0,0 0-151 0,-79-34 791 15,59 28 316-15,-1 6-248 0,6 0-356 0,-2 3-120 16,10 9-12-16,-5 6 124 15,8 9 208-15,-1 5-92 0,5 2-52 16,0 8-176-16,0-2-64 0,9 2-48 0,-1-4 60 16,-4-6 36-1,3-10-48-15,2-6-236 0,3-6-140 0,-1-8-36 16,6-2-40-16,-2-6-4 0,5-13-8 0,4-6-100 16,1-7-188-16,-6-6-212 15,1-6-76-15,-4-1 40 0,0 1 32 16,-1-5 48-16,2 6 12 0,-9-1-100 0,4-1-100 0,-4 1-96 15,-8 2-52-15,0 4 160 16,0 3 340-16,0 7 304 0,-8 8 76 16,3 8 316-16,1 5 300 0,1 4 16 0,3 3-136 15,-4 0-148-15,0 7-92 0,0 2-144 16,0 4 8-16,0 9 64 0,-1 4 84 16,2 4 76-16,-1 6-40 0,4 6-24 15,-4 2-28-15,4 3-120 0,0 1-156 16,-4 3-52-16,4-7-84 0,0-2-148 15,0-4-368-15,0-6-64 0,4-7-124 0,4-9-116 16,4-3-272-16,-4-7-780 0,3-6-572 16,-2-3-1685-16,7-17-1503 0</inkml:trace>
  <inkml:trace contextRef="#ctx0" brushRef="#br1" timeOffset="-152186.927">29638 15093 6020 0,'0'0'6697'0,"0"0"-5145"0,0 0-1184 0,0 0 324 15,0 0 1104-15,-7 73-324 0,-1-41-328 16,0 3-340-16,3 6-192 0,-2 8-68 15,3 1 197-15,0 10-301 0,0 4-236 0,4 2-140 16,-4 8-64-16,0 1-48 16,4 4-12-16,-4 2 56 0,4-5-92 15,0 0 8-15,0-7-8 0,0-1-180 0,0-8 20 16,4-7-96-16,0-8-37 16,0-8-195-1,4-4-136-15,-4-11-164 0,3-6-396 16,2-10-728-16,-5-2-1132 0,4-8-2145 15</inkml:trace>
  <inkml:trace contextRef="#ctx0" brushRef="#br1" timeOffset="-151570.48">29986 15449 7200 0,'0'0'2868'0,"0"0"-1067"0,0 0-481 0,0 0 76 16,0 0-248-16,0 0-380 0,0 0-144 0,0 0 156 15,0 0 84-15,7 99-176 16,-7-58-160-16,0 7-136 0,-3 2-124 0,-1 1-36 16,-5 2-64-16,1-1-68 0,5-2-96 15,-5-1-4-15,8-5-112 0,-4-9-80 0,4 0-224 16,0-10-60-16,4-6-76 0,4-3-64 16,-1-3-96-16,2-7-368 15,2-3-528-15,-3-3-968 0,5 0-1621 0,2-15-871 16</inkml:trace>
  <inkml:trace contextRef="#ctx0" brushRef="#br1" timeOffset="-151274.058">30710 15455 11701 0,'0'0'1636'0,"0"0"-1484"0,0 0-24 0,0 0 940 16,-75 45 632-16,55-22-468 0,0 2-452 16,4 6-312-16,0 8 48 0,4 5 388 15,4 6-148-15,1 1-352 0,2 7-124 16,1 0-111-16,4-8-9 0,0-2-16 0,4-7-68 16,8-10-72-16,0-6-8 15,4-6 4-15,4-6-72 0,0-3-124 0,0-7 3 16,0-3-27-16,0-3-96 0,0-4-12 15,-4-4-88-15,0-6-132 0,-8 1-88 16,-1 0-140-16,1-3-200 0,-8 4-676 16,0-4-964-16,0 6-1829 0,-8-7-427 0</inkml:trace>
  <inkml:trace contextRef="#ctx0" brushRef="#br1" timeOffset="-151104.6">30547 15887 4772 0,'0'0'6072'0,"0"0"-3735"0,0 0-777 0,0 0-300 16,0 0 4-16,0 0-212 0,0 0-128 0,0 0-140 15,0 0-232-15,0 0-188 16,79 17-120-16,-54-23-244 0,-1-8-12 16,0 2-368-16,0-4-216 0,-5-3-300 0,2 3-148 15,-6-3-284-15,1 3-708 0,-4 3-904 16,-8 3-1877-16,4 1-1615 0</inkml:trace>
  <inkml:trace contextRef="#ctx0" brushRef="#br1" timeOffset="-150970.249">30815 15843 10452 0,'0'0'2633'15,"0"0"-1625"-15,0 69-312 0,3-33 560 0,-3-1 36 16,8-3-412-16,-8-4-228 0,8 1-52 16,-4-3-156-16,4-8-300 15,-4-5-144-15,8-7-524 0,-4 1-216 0,8-7-48 16,-4-7-92-16,4-5-336 0,-4-2-1124 0,8-21-3021 16</inkml:trace>
  <inkml:trace contextRef="#ctx0" brushRef="#br1" timeOffset="-150791.577">31245 15526 10937 0,'0'0'2816'0,"0"0"-2040"0,0 0-768 16,-5 85 384-16,1-50 1092 0,-3 3-212 16,3 4-496-16,0 2-284 0,0 4-160 0,-5-1-72 15,5 4-40-15,-3 3-100 16,3-3-120-16,-4 0-48 0,3-7-148 0,-2-4-380 15,3-7-336-15,-4-7-328 0,4-11-304 16,0-2-804-16,-4-7-2585 0</inkml:trace>
  <inkml:trace contextRef="#ctx0" brushRef="#br1" timeOffset="-149635.904">30499 12858 4104 0,'0'0'1704'0,"0"0"-908"15,0 0-288-15,0 0 232 16,0 0 260-16,0 0 8 0,0 0-492 0,0 0-256 15,0 0 24-15,0 0 897 16,0 0-465-16,-15-22-344 0,15 22-104 0,0 0 228 0,0 0 12 16,0 3-68-16,4 1-24 0,-1-1-64 15,5 0-36-15,-4 6-48 16,5-2-80-16,-6-1-40 0,5 7-24 0,0 0-36 16,1 2 12-16,-2 1-40 0,-3 7-44 15,4-2 44-15,-4 5-8 0,-4 3-52 16,5-1-8-16,-5 1-4 0,3-1-84 15,-3 1-216-15,4-4-308 0,0-2-32 16,4-8-68-16,0 2-244 16,0-8-452-16,4-6-849 0,-4-3-443 0,8-6-2428 0</inkml:trace>
  <inkml:trace contextRef="#ctx0" brushRef="#br1" timeOffset="-148877.232">30575 12376 3664 0,'0'0'4392'0,"0"0"-2684"0,0 0-648 15,0 0 173-15,0 0 367 0,0 0-132 0,0 0-400 16,0 0-288-16,0 0-172 15,88 70-140-15,-65-58-172 0,1-5-108 0,1-4-92 16,-1-3-36-16,0-3-60 0,3-6-248 16,1-8-272-16,0-1-260 0,0-8 8 15,0 0-336-15,-8 1-592 0,-8 6-1389 0,-1-6-2139 16</inkml:trace>
  <inkml:trace contextRef="#ctx0" brushRef="#br1" timeOffset="-148583.611">30783 12093 4000 0,'0'0'2448'0,"0"0"-500"0,0 0 20 0,0 0-511 0,0 0-485 15,0 0-196-15,0 0 40 16,0 0 4-16,0 0-180 0,-33 92-172 0,33-61-116 16,5 9-80-16,-1-3 28 0,0 2 8 15,-1 1 4-15,1-1-88 0,0 2-52 0,0-3-48 16,1-3 0-16,-5 0-52 15,4-4-12-15,-4-1-8 0,0-5 8 16,0-3 4-16,0-3-64 0,0-6-4 0,0-4-12 16,0-3-32-16,0-2 36 0,0-4-124 15,0 0-196 1,0 0-188-16,0-7-224 0,0-5-284 16,0-4-296-16,0-3-224 0,0-7-556 0,3 8-613 0,5-14-2099 0</inkml:trace>
  <inkml:trace contextRef="#ctx0" brushRef="#br1" timeOffset="-148437.645">30965 12369 7808 0,'0'0'2152'16,"0"0"-1131"-16,0 0-173 15,0 0 840-15,0 0-168 0,28 67-324 16,-28-51-320-16,0 3-332 0,0-6-184 0,-4 3-124 0,4-4-180 16,-4-5-56-16,1-4-320 0,-1-3-424 15,0 0-408-15,4-3-852 16,-4-4-2837-16,-5-5-2323 0</inkml:trace>
  <inkml:trace contextRef="#ctx0" brushRef="#br1" timeOffset="-147936.152">31013 12211 2904 0,'0'0'7328'0,"0"0"-6027"0,0 0-865 16,0 0 296-16,0 0 732 0,0 0-644 0,0 0-580 15,0 0-240-15,0 0-364 0,76-14-296 0,-64 12-176 16,-4 2-136-1,0 0-248-15,0 0-589 0,4 7-123 16,-8 2 512-16,0 7 1304 0,-1 3 116 16,-3 0 1092-16,0 6 648 0,0 0 96 0,-3 1-315 15,-5-1-181-15,4 0-144 0,-4 0-224 16,3-2-144-16,2-6-180 0,3-5-176 0,0-6-172 16,0-6-176-16,0 0-124 0,8 0-100 15,0-6 0-15,4-4-12 16,8-5-172-16,-5-5-176 0,2 5-40 0,-2-4 160 15,2 2 136-15,-10 5 68 0,6 2 24 16,-9 7 48-16,0 3 64 0,-4 0 140 16,0 0 220-16,0 6 184 0,0 1-44 0,0 2-116 15,0 1-60-15,0 0-92 16,0-2-44-16,0-1-28 0,0 0-72 0,0-7-88 16,0 3-96-16,0-3-28 0,0 0-12 15,3 0 84-15,-3 0-32 0,4 0 36 16,4-3 36-16,1-4-36 0,2 5-112 0,-3-5-128 15,1 1 68-15,-2 3 56 0,-3 0-24 16,4 3 4-16,1 0 8 0,-2 0 108 16,-3 6 68-16,4 0 128 0,0 3 84 15,-4 1 24-15,0-1-52 0,4-2-20 16,-4 2-4-16,4-2-100 0,-5-4-60 16,2-3-76-16,-1 0-96 0,4 0-340 15,0-10-116-15,-1 1-140 0,2-5-264 16,3 0-584-16,-5 1-1153 0,6-7-1987 0</inkml:trace>
  <inkml:trace contextRef="#ctx0" brushRef="#br1" timeOffset="-147582.485">31619 12071 8944 0,'0'0'2393'0,"0"0"-1433"16,0 0-448-16,0 0 648 0,0 0 456 0,0 0-248 15,0 0-312-15,23 79-292 0,-14-50-100 16,-5 0 120-16,4 0 56 0,-4-1-256 15,3-3-267-15,2-3-269 0,-1 0-48 0,-1-3-132 16,2-3-381-16,-1 4-119 16,-4-5-28-16,0-3 12 0,-1 2-64 15,-3-1 56-15,4-7 124 0,-4 1 88 16,0-5-192-16,0-2-312 0,0 0 180 16,-4 0 580-16,-3 0 84 0,-1 0 28 15,-5-6-176-15,2 0 140 0,-6-4-44 0,2-3 32 16,-1 1 44-16,-4-4 4 15,4-3-112-15,0 3 8 0,0 0 180 0,8 4 312 16,4 2 284-16,4 7-332 0,4-1-160 16,8 1 172-16,4 0 356 0,4 0 184 15,8 0-164-15,0 0-228 0,0 0-152 0,3-4-36 16,-3 1-236-16,4-4-48 0,-4 4-376 16,-4-4-260-16,-4 1-196 0,0 3-316 15,-9 0-1032-15,-2 2-2585 0,-5 1-2103 0</inkml:trace>
  <inkml:trace contextRef="#ctx0" brushRef="#br1" timeOffset="-147220.327">31882 12312 12137 0,'0'0'2128'0,"0"0"-1596"0,0 0-344 0,0 0 656 16,0 0 412-16,0 0-576 0,0 0-368 0,80 32-252 16,-69-37-60-16,6-6-60 0,-6 2-140 15,1-4-160-15,-3 0-112 16,-5 4 48-16,-1 3 136 0,-3-1 96 0,0 7 68 16,0 0 124-16,-7 0 140 0,-2 7 124 0,-3 2 136 15,1 7 24-15,-6 0 108 16,6 6-48-16,-2-3-76 0,6 4-40 0,3-4-84 15,0-5-196-15,4 0-88 0,0-5-100 16,0-2 40-16,4-1-24 0,3-2-76 16,2-4-136-16,-1 0 0 0,0 0-52 15,-1-4-108-15,-3 1 8 0,5-3-112 0,-5-1-196 16,-4 1-364-16,0-1-644 16,0 0-925-16,0 7-1547 0,-13-2-1799 15</inkml:trace>
  <inkml:trace contextRef="#ctx0" brushRef="#br1" timeOffset="-146703.823">30213 12237 2612 0,'0'0'5000'16,"0"0"-2952"-16,0 0-135 15,0 0 143-15,0 0-256 0,87 6-556 16,-66 9-388-16,6 5-136 0,-3 8-32 0,8 5 0 16,-4 0-124-16,0 6-100 15,3 2-88-15,-3 0-72 16,0 0-72-16,0 4-60 15,0-3-112-15,-5-1-60 0,5-3-48 0,-3-4 48 16,-1-2-12-16,-4-1 0 0,3-5-64 0,-3 0 4 0,1-7 12 16,-2 0-12-16,-3-6-148 0,0-1-12 15,0-2 48-15,0-4 76 0,0-2-40 16,-4-2 52-16,8-2 24 0,-5 0-100 16,6 0-36-16,3 0-24 0,4-6-24 15,0-3-4-15,7-4 28 0,5-6 232 16,4 0-76-16,4-3-44 0,4-3-252 0,11-1 28 15,5 3 36-15,8 2 184 0,7-2 124 16,1 4 68-16,4 0-68 0,3 3 0 16,5-6 136-16,3 3-36 0,5 0-100 0,-8-4-12 15,-4 4 0-15,-9 4-52 16,-3-1 16-16,-13 3-252 0,-7 0-132 16,-4 4-92-16,-16 0-192 0,-5 2-204 0,-10 4-360 15,-9 3-752-15,-8 0-1225 0,-8 0-2499 16</inkml:trace>
  <inkml:trace contextRef="#ctx0" brushRef="#br1" timeOffset="-143893.733">26065 17176 3284 0,'0'0'2176'0,"0"0"3088"0,0 0-3299 16,0 0-497-16,0 0-68 15,0 0 56-15,0 0-252 0,0 0-416 16,0 0-324-16,0 0-144 0,35-12 120 0,-7 9 160 16,4-4-116-16,12 1-228 0,4 3-172 15,0-4-84-15,4 7 76 0,-1-7-152 16,1 7 52-16,-3-2-36 0,-6-1-12 0,5 0-124 15,-8-1 52-15,-1 4-112 16,-7 0 84-16,-8 0 28 0,-3 0-40 0,-6 10 172 16,-7 3-76-16,-3 6 84 0,-5 6-44 15,0 6-84-15,-9 8-28 16,-3 5-12-16,0 4 112 0,-4 3-40 0,0-3-120 16,4-1 84-16,-3-5 136 0,-2-8 0 0,6-2 100 15,-6-7-52 1,6-3-48-16,-2-3-52 0,-2-3-356 0,7-2-84 15,-4-6-212-15,0-2-288 0,0-1-444 16,0-5-540-16,0 0-653 16,4-5-1651-16,-4-6-876 0</inkml:trace>
  <inkml:trace contextRef="#ctx0" brushRef="#br1" timeOffset="-143734.773">26272 17542 5412 0,'0'0'4408'15,"0"0"-2911"-15,0 0-713 0,0 0 228 16,0 0 548-16,0 0 4 0,99 3-528 0,-71-6-464 0,-4-1-572 16,1 4-12-16,-10-2-484 15,1 2-276-15,-4 0-124 0,-4 2-328 16,-3 5-812-16,-2 2-1957 0,-3 10-1867 0</inkml:trace>
  <inkml:trace contextRef="#ctx0" brushRef="#br1" timeOffset="-143554.232">26264 17872 2668 0,'0'0'2712'0,"0"0"316"0,0 0-1652 15,0 0-87-15,0 0 291 0,0 0 24 0,0 0-40 0,0 0-360 16,0 0-224-16,96 22-240 0,-61-18-4 16,5-4-292-16,1 0-276 0,-2-4-168 15,1-3-108-15,4-1-136 0,-4-6-260 16,-5-2-124-16,5 1-312 0,-3-5-464 0,-2 1-1024 15,-11 7-2489-15,3-7-2543 0</inkml:trace>
  <inkml:trace contextRef="#ctx0" brushRef="#br1" timeOffset="-143309.296">27220 17131 12417 0,'0'0'2116'0,"0"0"-1472"0,0 0-204 16,0 0 688-16,0 0 264 16,0 74-616-16,0-49-420 0,-3 4-296 0,3 3-60 15,-4 0-52-15,-1-1 4 0,1 4-184 16,0 3-532-16,0-3-476 0,0 7-532 15,1-15-2200-15,-14 22-3465 0</inkml:trace>
  <inkml:trace contextRef="#ctx0" brushRef="#br1" timeOffset="-143109.549">27157 18040 7736 0,'0'0'6837'0,"0"0"-5289"15,0 0-1032-15,0 0 356 0,0 0 280 0,0 0-304 16,0 0-360-16,0 0-352 0,0 0-136 16,0 0-4-16,0 0-156 0,24 3-232 15,-16-3-260-15,-5 0-296 0,1 0-396 0,4 0-1048 16,-4 0-2853-16,1 0-3491 16,-61-3 8476-16</inkml:trace>
  <inkml:trace contextRef="#ctx0" brushRef="#br1" timeOffset="-141943.998">28360 17129 168 0,'0'0'7572'0,"0"0"-5112"15,0 0-915-15,0 0-469 0,0 0 100 16,0 0 176-16,0 0-564 15,0 0-244 1,0 0-208-16,0 0 24 0,15 57-12 0,-6-26 60 0,3 8 72 16,-5 3-84-16,2 2-164 0,3 3-72 0,-5 1-24 15,-3 2-136-15,5 1 0 0,-5 0-48 0,-4 0-40 16,4-4 4-16,-4-5-104 0,0-10-156 0,3-7 36 16,-3-6-72-16,0-6-16 15,4-10-164-15,-4 0-340 0,0-3-484 16,0-6-828-16,0 0-841 0,4-14-1843 0</inkml:trace>
  <inkml:trace contextRef="#ctx0" brushRef="#br1" timeOffset="-141762.135">28467 17500 3012 0,'0'0'1760'0,"0"0"2248"15,0 0-2828-15,0 0 5 0,0 0 535 0,88-16-52 0,-56 13-348 16,0 1-464-16,3-2-272 0,2 1 64 0,-1-4-464 15,-5 1-184-15,1-4-212 0,-4 1-184 16,4-1-264-16,-8-3-228 0,-1 1-172 16,2-4-716-16,-9 7-1125 0,-1-10-2707 0</inkml:trace>
  <inkml:trace contextRef="#ctx0" brushRef="#br1" timeOffset="-141531.014">28858 17205 7680 0,'0'0'1812'16,"0"0"-608"-16,0 0 69 0,0 0 339 0,0 0-308 15,0 0-324-15,0 0-36 0,0 0-248 16,11 79-200-16,-2-51 12 0,-5 5 44 0,4-2-172 16,-4 5-132-16,-1-1-188 15,1 2-60-15,-4-2-8 0,0 7-68 0,0-4-68 16,0 3-200-16,0-2-272 0,-4-1-40 15,1-4-260-15,-1-2-188 16,4-7-500-16,0-6-612 0,0 1-2417 0</inkml:trace>
  <inkml:trace contextRef="#ctx0" brushRef="#br1" timeOffset="-139486.87">29711 17208 1016 0,'0'0'9124'0,"0"0"-6707"15,0 0-809-15,0 0-472 16,0 0 112-16,0 0-92 0,0 0-576 0,0 0-76 16,0 0-96-16,0 0-128 0,-17 3-120 15,6 3-160-15,-9 7 0 0,0 0-120 16,-4 3 68-16,-4 6 4 0,4 1 48 15,-4 2 4-15,0-3 44 16,0 0 52-16,5-3-16 0,3-3 112 0,-1-3-48 16,10 0-144-16,-6-4 108 0,10-3-4 15,-1 1-100-15,4-4 4 0,4-3-8 0,0 0-4 16,0 0 0-16,4 3-148 16,8 0 76-16,-5 4 72 0,10 2 88 0,-1-3-16 15,3 7-72-15,2-3 196 0,-2-1-124 16,1 3-72-16,4-1-92 0,0 1 92 15,-4-2 0-15,4-1-96 0,-4-2-184 16,-1-1 48-16,-2-3-172 0,3 0-124 0,-1 0-64 16,2-3-64-16,-2 0-292 0,-3-3-624 15,8-3-968-15,-8 0-2221 16,4-7-2475-16</inkml:trace>
  <inkml:trace contextRef="#ctx0" brushRef="#br1" timeOffset="-139178.712">30420 17091 3940 0,'0'0'8705'0,"0"0"-7749"0,0 0-952 0,0 0 732 15,0 0 628-15,-80 60-184 0,61-38-424 0,-2 7-136 16,5-1-104-16,0 7-132 0,0 4 144 15,5 2-140-15,-6 3-180 16,6 1-156-16,3 0 44 0,-1-5 112 0,5-5-24 16,4 0 120-16,0-3-64 0,4-6-68 15,5-8 12-15,2-2-184 0,6-3 0 16,-2-3-124-16,5-10 124 0,5 0-72 16,-2 0 0-16,-3-13 0 0,4-3-136 15,-5-3-196-15,6-3 4 0,-9-4-248 16,-4-2-188-16,0 2-348 0,-4-2-892 0,-4 8-2216 15,-4-5-2021-15</inkml:trace>
  <inkml:trace contextRef="#ctx0" brushRef="#br1" timeOffset="-138900.009">30276 17412 11417 0,'0'0'2264'0,"0"0"-1172"16,0 0-36-16,0 0 780 0,0 0-268 0,0 0-380 15,0 0-468-15,96 53-368 0,-68-53-48 16,0 0-111-16,0-6-181 0,0 1-24 15,-4-9-96-15,-5 4-209 0,1 1-255 16,1-4-124-16,-10 4-124 0,1 2 72 16,-4 1-140-16,0 3-468 0,-8 3-320 15,0 0 192-15,0 0 512 0,-4 6 484 16,0 4 488-16,-4-1 116 0,0 7 372 0,0 0 316 16,1 3 200-16,2 3-192 0,-3 3-148 15,4 0-68-15,0 5-172 16,0 1-388-16,1 1-36 0,3 0-8 0,0-1 8 15,0-1-124-15,0-5-556 0,0-3-276 16,0-3-488-16,0-7-888 0,3 7-2825 16</inkml:trace>
  <inkml:trace contextRef="#ctx0" brushRef="#br1" timeOffset="-138052.128">27762 18212 964 0,'0'0'4856'16,"0"0"617"-16,0 0-3781 0,0 0-368 15,0 0 64-15,0 0 252 0,0 0-528 16,0 0-460-16,-87-4-516 0,67 17 36 0,3 3-24 15,-2 3 60-15,-1 4 136 0,4-4-248 16,4 2 28-16,0 2-4 16,4-7 52-16,0-7-48 0,8 1-124 0,0-7-108 15,0 3-100-15,4-3 12 0,4 0 24 16,4 0 52-16,-1-3-4 0,6 4-48 16,-1-1 64-16,4-3 44 0,-4 3 64 15,-1 0 80-15,-2 1-80 0,2-2-112 16,-7 5 112-16,5-1 64 0,-6 0 8 0,-3 1-72 15,0 0-8-15,-4 0 4 0,0-2-120 16,0 5-96-16,-8 0-112 16,1-2-48-16,-6 3-128 15,1-3 88-15,-4 3-128 0,1-5-200 0,3 0 28 0,0-4-200 0,4-2 120 16,4 0-472-16,0 0-232 0,4-5-693 16,0-4-803-16,4-4-972 15,8 0 2864-15,0-3 480 0,7 0 604 0,2 1 24 16,-1 2 1524-16,-1 3 28 15,5 3-536-15,-3 5-88 0,-2 2 3364 0,5 2-2383 16,-4 5-53-16,3 9 100 0,-2-4 272 16,-1 8-1064-16,-8-5-280 0,-5 5-248 15,-3-1-172-15,1-4-108 0,-5 5-76 0,0-5-48 16,0-2-196-16,0-3-36 0,0-4-220 16,0-3-280-16,0-3-120 15,0 0-104-15,0-3-124 0,0-10-252 0,4-3-492 16,3-2-784-16,-3-8-665 0,0 7-1607 15,9-16 36-15</inkml:trace>
  <inkml:trace contextRef="#ctx0" brushRef="#br1" timeOffset="-137880.357">28017 18104 3452 0,'0'0'4888'0,"0"0"-3180"0,0 0-55 0,0 0-93 16,0 0-60-16,40 66-332 0,-28-34-176 15,0 3 148-15,0 3-300 16,-5 0-360-16,2 0-188 0,-1-3-292 0,0-2-24 15,-5-5-184-15,1-6-320 16,1 0-188-16,-5-7-124 0,4-2-20 0,-4-6-72 16,0-4-480-16,0-1-1040 0,-4-2-3049 15,-5 0-698-15</inkml:trace>
  <inkml:trace contextRef="#ctx0" brushRef="#br1" timeOffset="-137718.227">28009 18370 7956 0,'0'0'2628'0,"0"0"-1123"0,0 0-101 16,0 0-72-16,0 0-24 0,0 0-56 0,0 0-52 0,80-22-316 16,-52 19-208-16,4 0-276 0,-4-3-192 0,3-1-208 15,1-3-48-15,4 1-512 16,-4 0-276-16,4-5-136 0,-5 6-304 16,6-5-744-16,-10 6-2137 0,10-3-3631 0</inkml:trace>
  <inkml:trace contextRef="#ctx0" brushRef="#br1" timeOffset="-137358.855">28918 18126 10997 0,'0'0'2496'16,"0"0"-1328"-16,0 0-572 15,0 73 372-15,0-41 292 0,0 3-468 16,0 3-336-16,0 3-112 0,0 0-24 15,0 4-40-15,0-1-8 0,0 4-152 16,0 2-120-16,0 1-12 0,-4-2-48 16,0-9-124-16,0-5-244 0,-1-6-200 0,5-7 124 15,0-7-28-15,0-5-228 0,0-10-468 16,5 0-808-16,3 0-885 0,0-12-2951 16</inkml:trace>
  <inkml:trace contextRef="#ctx0" brushRef="#br1" timeOffset="-136893.194">29277 18170 1580 0,'0'0'5772'0,"0"0"-4096"0,0 0-680 16,0 0 449-16,0 0 259 0,0 0-296 0,0 0-224 16,0 0-304-16,0 0-344 15,0 0 12-15,7 77 8 0,-7-49-112 16,0 1-52-16,0 3-84 0,0 2-48 16,0 4 8-16,0 1-72 0,0-5 36 15,-4 4-136-15,1-2-96 0,3-2-44 0,-5-2-140 16,1-9-36-16,0-5-48 0,4-7 0 15,0-9-140-15,0-2-464 0,0-2-172 16,0-5-44-16,4-5 108 0,0-5-592 16,1 1-1341-16,-2 3-1867 0,1-9 340 0</inkml:trace>
  <inkml:trace contextRef="#ctx0" brushRef="#br1" timeOffset="-136742.034">29288 18462 1564 0,'0'0'5108'0,"0"0"-2548"15,0 0-379-15,0 0-5 0,0 0-216 0,0 0-504 0,0 0-376 16,0 0-244-16,100-29-244 15,-76 29-128-15,0 0-72 0,0-2-196 16,-1-2-196-16,1-2-8 0,0-1-344 0,-3-5-148 16,2-1-176-16,-7-6-16 0,3 4-408 0,-2-9-692 15,-6 10-2028 1,2-12-2345-16</inkml:trace>
  <inkml:trace contextRef="#ctx0" brushRef="#br1" timeOffset="-136570.949">29635 18192 9336 0,'0'0'2593'16,"0"0"-1505"-16,0 0-412 0,-16 74 580 16,12-42-64-16,4 1-288 0,-5 6 16 15,5-1-96-15,0 3-160 0,0-3-248 16,0 1-328-16,0-4-88 0,0-7-416 16,5 2-308-16,-5-12-364 0,4 1-192 0,-4-13-636 15,8 1-944-15,-4-7-2213 0,0-7-1455 0</inkml:trace>
  <inkml:trace contextRef="#ctx0" brushRef="#br1" timeOffset="-136347.769">29934 18040 10724 0,'0'0'2209'16,"0"0"-1353"-16,0 0 68 0,20 79 876 0,-16-44-160 15,4 0-628-15,-5 3-340 0,1 3-220 16,0 1-96-16,5 3-88 0,-9-1-84 0,0 1-148 16,0-2-36-16,0-1-100 0,-4-1-240 15,-5-3-100-15,2 1-244 0,3-8-140 16,-4-6-188-16,3-2-308 0,1-4-344 0,4-9-944 16,0-7-2157-16,0-3-1547 0</inkml:trace>
  <inkml:trace contextRef="#ctx0" brushRef="#br1" timeOffset="-135934.217">30312 18380 1684 0,'0'0'10853'15,"0"0"-8929"-15,0 0-740 0,0 0 72 16,76 22-52-16,-48-19-516 16,0 0-368-16,-5-3-196 15,1 0-124-15,0-3-48 0,-3 0-360 16,-2-4-132-16,-6 1-240 0,-2 0-340 0,-7 3-684 0,0 0-2637 15,-4 3-3251-15</inkml:trace>
  <inkml:trace contextRef="#ctx0" brushRef="#br1" timeOffset="-135783.21">30404 18510 10076 0,'0'0'2725'0,"0"0"-1897"0,0 0-648 15,0 0 756-15,0 0 512 0,0 0-520 16,99 48-568-16,-75-45-360 0,8-3-52 15,0 0-292-15,3-3-280 0,2-7-360 0,3 0-492 16,-12 3-1328-16,15-7-1897 0</inkml:trace>
  <inkml:trace contextRef="#ctx0" brushRef="#br1" timeOffset="-135330.001">31229 18361 2888 0,'0'0'11905'15,"0"0"-10217"-15,0 0-1640 0,0 0 552 16,0 0 156-16,0 0-100 0,0 0-104 0,-76-3-48 16,60 12 12-16,-1 4-104 0,2 6-80 15,-5 6-152-15,4 7-44 0,0-1 32 16,0 5 88-16,4-4 1 0,4-1-137 16,1-9-116-16,7-3 4 0,0-9-8 0,0 0 0 15,0-8-229-15,7-2-87 0,10 0 96 16,2-12-12-16,1-4 12 0,4-6-48 15,-1-10-84-15,2-4-164 0,-1-1-36 0,-4-3 84 16,-1-2 24-16,5 0 0 16,-3 1-40-16,-6-4-116 0,1 1 48 0,0-1 164 15,-4 1 200-15,-4 3 160 16,0-3 28 0,-8 5 76-16,4-2 76 0,-4 9 84 0,0 1 332 15,-4 6-56-15,4 8-16 0,-4 4 36 0,4 10 24 0,0 3-24 16,0 0 56-16,-4 10-100 15,4 2-160-15,-4 5-204 0,0 8-28 0,1 7-32 16,3 2 80-16,-5 8 100 0,5 2 12 16,-4 1-64-16,0 6-32 0,4-1-15 15,-4 2-9-15,4-5-136 0,-4-3-52 0,4-6-72 16,0-6-229-16,0-3-303 16,0-7-112-16,0 0-116 0,4-4-136 0,0-1-632 15,0-4-1480-15,5 6-4297 0</inkml:trace>
  <inkml:trace contextRef="#ctx0" brushRef="#br1" timeOffset="-135178.445">31707 18751 14053 0,'0'0'2960'0,"0"0"-2152"15,0 0-104-15,0 0-4 0,0 0-368 0,0 0-332 16,0 0-984-16,0 0-528 0,0 0-988 15,0 0-6341-15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19C07-69CE-4BA8-BF3E-980FED58165D}" type="datetimeFigureOut">
              <a:rPr lang="en-US" smtClean="0"/>
              <a:t>6/27/2023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C995D-A8FF-4850-B67E-DD0384357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21545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19C07-69CE-4BA8-BF3E-980FED58165D}" type="datetimeFigureOut">
              <a:rPr lang="en-US" smtClean="0"/>
              <a:t>6/27/2023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C995D-A8FF-4850-B67E-DD0384357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73981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19C07-69CE-4BA8-BF3E-980FED58165D}" type="datetimeFigureOut">
              <a:rPr lang="en-US" smtClean="0"/>
              <a:t>6/27/2023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C995D-A8FF-4850-B67E-DD0384357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09868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19C07-69CE-4BA8-BF3E-980FED58165D}" type="datetimeFigureOut">
              <a:rPr lang="en-US" smtClean="0"/>
              <a:t>6/27/2023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C995D-A8FF-4850-B67E-DD0384357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2253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19C07-69CE-4BA8-BF3E-980FED58165D}" type="datetimeFigureOut">
              <a:rPr lang="en-US" smtClean="0"/>
              <a:t>6/27/2023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C995D-A8FF-4850-B67E-DD0384357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5085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19C07-69CE-4BA8-BF3E-980FED58165D}" type="datetimeFigureOut">
              <a:rPr lang="en-US" smtClean="0"/>
              <a:t>6/27/2023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C995D-A8FF-4850-B67E-DD0384357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73131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19C07-69CE-4BA8-BF3E-980FED58165D}" type="datetimeFigureOut">
              <a:rPr lang="en-US" smtClean="0"/>
              <a:t>6/27/2023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C995D-A8FF-4850-B67E-DD0384357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34824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19C07-69CE-4BA8-BF3E-980FED58165D}" type="datetimeFigureOut">
              <a:rPr lang="en-US" smtClean="0"/>
              <a:t>6/27/2023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C995D-A8FF-4850-B67E-DD0384357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7530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19C07-69CE-4BA8-BF3E-980FED58165D}" type="datetimeFigureOut">
              <a:rPr lang="en-US" smtClean="0"/>
              <a:t>6/27/2023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C995D-A8FF-4850-B67E-DD0384357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0781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19C07-69CE-4BA8-BF3E-980FED58165D}" type="datetimeFigureOut">
              <a:rPr lang="en-US" smtClean="0"/>
              <a:t>6/27/2023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C995D-A8FF-4850-B67E-DD0384357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6534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19C07-69CE-4BA8-BF3E-980FED58165D}" type="datetimeFigureOut">
              <a:rPr lang="en-US" smtClean="0"/>
              <a:t>6/27/2023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C995D-A8FF-4850-B67E-DD0384357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02705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519C07-69CE-4BA8-BF3E-980FED58165D}" type="datetimeFigureOut">
              <a:rPr lang="en-US" smtClean="0"/>
              <a:t>6/27/2023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9C995D-A8FF-4850-B67E-DD0384357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10531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customXml" Target="../ink/ink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customXml" Target="../ink/ink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customXml" Target="../ink/ink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customXml" Target="../ink/ink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ustomXml" Target="../ink/ink6.xm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customXml" Target="../ink/ink7.xml"/><Relationship Id="rId7" Type="http://schemas.openxmlformats.org/officeDocument/2006/relationships/customXml" Target="../ink/ink9.xm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customXml" Target="../ink/ink8.xml"/><Relationship Id="rId10" Type="http://schemas.openxmlformats.org/officeDocument/2006/relationships/image" Target="../media/image20.png"/><Relationship Id="rId4" Type="http://schemas.openxmlformats.org/officeDocument/2006/relationships/image" Target="../media/image17.png"/><Relationship Id="rId9" Type="http://schemas.openxmlformats.org/officeDocument/2006/relationships/customXml" Target="../ink/ink10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customXml" Target="../ink/ink14.xml"/><Relationship Id="rId3" Type="http://schemas.openxmlformats.org/officeDocument/2006/relationships/image" Target="../media/image21.png"/><Relationship Id="rId7" Type="http://schemas.openxmlformats.org/officeDocument/2006/relationships/image" Target="../media/image23.png"/><Relationship Id="rId2" Type="http://schemas.openxmlformats.org/officeDocument/2006/relationships/customXml" Target="../ink/ink11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3.xml"/><Relationship Id="rId5" Type="http://schemas.openxmlformats.org/officeDocument/2006/relationships/image" Target="../media/image22.png"/><Relationship Id="rId4" Type="http://schemas.openxmlformats.org/officeDocument/2006/relationships/customXml" Target="../ink/ink12.xml"/><Relationship Id="rId9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customXml" Target="../ink/ink15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customXml" Target="../ink/ink16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9.png"/><Relationship Id="rId4" Type="http://schemas.openxmlformats.org/officeDocument/2006/relationships/customXml" Target="../ink/ink1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customXml" Target="../ink/ink1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1.png"/><Relationship Id="rId4" Type="http://schemas.openxmlformats.org/officeDocument/2006/relationships/customXml" Target="../ink/ink1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customXml" Target="../ink/ink20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ustomXml" Target="../ink/ink21.xml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5" Type="http://schemas.openxmlformats.org/officeDocument/2006/relationships/customXml" Target="../ink/ink22.xml"/><Relationship Id="rId4" Type="http://schemas.openxmlformats.org/officeDocument/2006/relationships/image" Target="../media/image3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customXml" Target="../ink/ink23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customXml" Target="../ink/ink24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customXml" Target="../ink/ink25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ustomXml" Target="../ink/ink26.xml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ustomXml" Target="../ink/ink27.xml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customXml" Target="../ink/ink28.xml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customXml" Target="../ink/ink29.xml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customXml" Target="../ink/ink30.xml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customXml" Target="../ink/ink31.xml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1.png"/><Relationship Id="rId5" Type="http://schemas.openxmlformats.org/officeDocument/2006/relationships/customXml" Target="../ink/ink32.xml"/><Relationship Id="rId4" Type="http://schemas.openxmlformats.org/officeDocument/2006/relationships/image" Target="../media/image5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customXml" Target="../ink/ink33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customXml" Target="../ink/ink34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customXml" Target="../ink/ink35.xml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5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customXml" Target="../ink/ink36.xml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2A5213-88C6-492C-A17D-36234411C88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MAT205: Abstract Algebra </a:t>
            </a:r>
            <a:r>
              <a:rPr lang="en-US" altLang="zh-CN" dirty="0"/>
              <a:t>II </a:t>
            </a:r>
            <a:endParaRPr 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31D2F05-A869-4566-BF9E-990387902C5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4000" dirty="0"/>
              <a:t>16. Tutorial</a:t>
            </a:r>
          </a:p>
          <a:p>
            <a:endParaRPr lang="en-US" sz="4000" dirty="0"/>
          </a:p>
          <a:p>
            <a:r>
              <a:rPr lang="en-US" dirty="0"/>
              <a:t>Ma, Jia-Jun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墨迹 3">
                <a:extLst>
                  <a:ext uri="{FF2B5EF4-FFF2-40B4-BE49-F238E27FC236}">
                    <a16:creationId xmlns:a16="http://schemas.microsoft.com/office/drawing/2014/main" id="{2C0AAE31-3E2E-485E-BAD5-47026B452797}"/>
                  </a:ext>
                </a:extLst>
              </p14:cNvPr>
              <p14:cNvContentPartPr/>
              <p14:nvPr/>
            </p14:nvContentPartPr>
            <p14:xfrm>
              <a:off x="6098760" y="1396800"/>
              <a:ext cx="1800" cy="1440"/>
            </p14:xfrm>
          </p:contentPart>
        </mc:Choice>
        <mc:Fallback xmlns="">
          <p:pic>
            <p:nvPicPr>
              <p:cNvPr id="4" name="墨迹 3">
                <a:extLst>
                  <a:ext uri="{FF2B5EF4-FFF2-40B4-BE49-F238E27FC236}">
                    <a16:creationId xmlns:a16="http://schemas.microsoft.com/office/drawing/2014/main" id="{2C0AAE31-3E2E-485E-BAD5-47026B45279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089400" y="1387440"/>
                <a:ext cx="4551480" cy="1993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547315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29F0F08-12F5-4418-BD2C-9AEEAABEE3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7600" y="1523261"/>
            <a:ext cx="4876800" cy="48768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902D252-45E8-4F57-BA0F-CBCDAC7BA2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5400" dirty="0">
                <a:solidFill>
                  <a:schemeClr val="accent5">
                    <a:lumMod val="75000"/>
                  </a:schemeClr>
                </a:solidFill>
              </a:rPr>
              <a:t>Quiz</a:t>
            </a:r>
            <a:endParaRPr lang="en-MY" sz="5400" dirty="0">
              <a:solidFill>
                <a:schemeClr val="accent5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87920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F1B248D-C1D3-4944-BF44-6A07DA9E82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521" y="476665"/>
            <a:ext cx="9972668" cy="92707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51D43FD-C5AE-442A-B556-96379CFFB6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520" y="4017384"/>
            <a:ext cx="10180960" cy="927074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F973A5E3-F2B7-4106-9873-775FFE7E8B5D}"/>
                  </a:ext>
                </a:extLst>
              </p14:cNvPr>
              <p14:cNvContentPartPr/>
              <p14:nvPr/>
            </p14:nvContentPartPr>
            <p14:xfrm>
              <a:off x="1346040" y="164880"/>
              <a:ext cx="10661760" cy="61534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F973A5E3-F2B7-4106-9873-775FFE7E8B5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336680" y="155520"/>
                <a:ext cx="10680480" cy="6172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051193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243DE63-FA16-4EA8-A809-889A018AB7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8847" y="447864"/>
            <a:ext cx="8205053" cy="81276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A3315C9-5963-4803-8D0C-C08DEAAF35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8847" y="3697313"/>
            <a:ext cx="7068917" cy="81276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73E4FC16-C492-49D8-8E26-AAAF50800D8C}"/>
                  </a:ext>
                </a:extLst>
              </p14:cNvPr>
              <p14:cNvContentPartPr/>
              <p14:nvPr/>
            </p14:nvContentPartPr>
            <p14:xfrm>
              <a:off x="444240" y="565200"/>
              <a:ext cx="11106360" cy="52581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73E4FC16-C492-49D8-8E26-AAAF50800D8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34880" y="555840"/>
                <a:ext cx="11125080" cy="5276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709412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72FF3AC-7CD5-4EBF-A3A4-E4105EBBD3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1387" y="598357"/>
            <a:ext cx="5080333" cy="83074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85CEA4F-E66A-466D-BE08-8EC0EFD98D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3048" y="3673497"/>
            <a:ext cx="5144218" cy="77163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787F7FE3-4CF2-42C8-8459-4578D5B2BE26}"/>
                  </a:ext>
                </a:extLst>
              </p14:cNvPr>
              <p14:cNvContentPartPr/>
              <p14:nvPr/>
            </p14:nvContentPartPr>
            <p14:xfrm>
              <a:off x="2095560" y="1136520"/>
              <a:ext cx="8178840" cy="471240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787F7FE3-4CF2-42C8-8459-4578D5B2BE2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086200" y="1127160"/>
                <a:ext cx="8197560" cy="4731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169273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B8F66F6-FB24-4147-BBBC-1B1504BBD2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483" y="394172"/>
            <a:ext cx="8821381" cy="74305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3D4B8DF-23C2-4BEE-AD72-2FB217105D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9483" y="3852997"/>
            <a:ext cx="7678222" cy="71447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5030F0AF-ACDD-4B14-824F-0A0F005CD558}"/>
                  </a:ext>
                </a:extLst>
              </p14:cNvPr>
              <p14:cNvContentPartPr/>
              <p14:nvPr/>
            </p14:nvContentPartPr>
            <p14:xfrm>
              <a:off x="1860480" y="120240"/>
              <a:ext cx="7867800" cy="46807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5030F0AF-ACDD-4B14-824F-0A0F005CD55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851120" y="110880"/>
                <a:ext cx="7886520" cy="4699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477337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9" name="Picture 1" descr="24. We have stated without proof that IT and e are transcendental over Q. &#10;a. Find a subfield F of IR such that IT is algebraic of degree 3 over F. &#10;b. Find a subfield E of IR such that e2 is algebraic of degree 5 over E. ">
            <a:extLst>
              <a:ext uri="{FF2B5EF4-FFF2-40B4-BE49-F238E27FC236}">
                <a16:creationId xmlns:a16="http://schemas.microsoft.com/office/drawing/2014/main" id="{BC96E44C-32A4-4FAA-A3AD-D9012FD8B3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809" y="335741"/>
            <a:ext cx="9720072" cy="16146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38223E58-4CD4-476C-A6E2-65B303E0C212}"/>
                  </a:ext>
                </a:extLst>
              </p14:cNvPr>
              <p14:cNvContentPartPr/>
              <p14:nvPr/>
            </p14:nvContentPartPr>
            <p14:xfrm>
              <a:off x="1079280" y="2197080"/>
              <a:ext cx="8541360" cy="35877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38223E58-4CD4-476C-A6E2-65B303E0C21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69920" y="2187720"/>
                <a:ext cx="8560080" cy="3606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757593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3" name="Picture 1" descr="25. a. Show that x3 + x2 + 1 is irreducible over Z2. &#10;b. Let a be a zero of x3 + x2 + 1 in an extension field of Z2. Show that x3 + x2 + 1 factors into three linear &#10;factors in (Z2(a))[x] by actually finding this factorization. [Hint: Every element of Z2(a) is of the form ">
            <a:extLst>
              <a:ext uri="{FF2B5EF4-FFF2-40B4-BE49-F238E27FC236}">
                <a16:creationId xmlns:a16="http://schemas.microsoft.com/office/drawing/2014/main" id="{31A99973-2A33-40CB-B5CB-79217F340D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8501" y="506410"/>
            <a:ext cx="10334997" cy="9761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C99BB8C0-BAEE-4A2A-9723-DCB5EC40C2EB}"/>
                  </a:ext>
                </a:extLst>
              </p14:cNvPr>
              <p14:cNvContentPartPr/>
              <p14:nvPr/>
            </p14:nvContentPartPr>
            <p14:xfrm>
              <a:off x="398520" y="444600"/>
              <a:ext cx="11064960" cy="58662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C99BB8C0-BAEE-4A2A-9723-DCB5EC40C2E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89160" y="435240"/>
                <a:ext cx="11083680" cy="588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CA332216-D6DB-4A95-A66B-A82797DEA2E3}"/>
                  </a:ext>
                </a:extLst>
              </p14:cNvPr>
              <p14:cNvContentPartPr/>
              <p14:nvPr/>
            </p14:nvContentPartPr>
            <p14:xfrm>
              <a:off x="308160" y="3953520"/>
              <a:ext cx="9738360" cy="26956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CA332216-D6DB-4A95-A66B-A82797DEA2E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98800" y="3944160"/>
                <a:ext cx="9757080" cy="271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9B1BC22C-1B2A-44D2-B548-90C2ED4A558F}"/>
                  </a:ext>
                </a:extLst>
              </p14:cNvPr>
              <p14:cNvContentPartPr/>
              <p14:nvPr/>
            </p14:nvContentPartPr>
            <p14:xfrm>
              <a:off x="1573200" y="3381120"/>
              <a:ext cx="287280" cy="561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9B1BC22C-1B2A-44D2-B548-90C2ED4A558F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563840" y="3371760"/>
                <a:ext cx="306000" cy="7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D16C99B1-ADC5-406A-95B4-B8CD8E556AD3}"/>
                  </a:ext>
                </a:extLst>
              </p14:cNvPr>
              <p14:cNvContentPartPr/>
              <p14:nvPr/>
            </p14:nvContentPartPr>
            <p14:xfrm>
              <a:off x="5299920" y="5208480"/>
              <a:ext cx="4859640" cy="88524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D16C99B1-ADC5-406A-95B4-B8CD8E556AD3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290560" y="5199120"/>
                <a:ext cx="4878360" cy="903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058386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DB337E1C-C048-4F5E-BF9C-64B58559B167}"/>
                  </a:ext>
                </a:extLst>
              </p14:cNvPr>
              <p14:cNvContentPartPr/>
              <p14:nvPr/>
            </p14:nvContentPartPr>
            <p14:xfrm>
              <a:off x="1119960" y="207720"/>
              <a:ext cx="8784360" cy="24786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DB337E1C-C048-4F5E-BF9C-64B58559B16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10600" y="198360"/>
                <a:ext cx="8803080" cy="249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7B87EEB1-5EB1-4210-A00D-59955E26A8A0}"/>
                  </a:ext>
                </a:extLst>
              </p14:cNvPr>
              <p14:cNvContentPartPr/>
              <p14:nvPr/>
            </p14:nvContentPartPr>
            <p14:xfrm>
              <a:off x="75960" y="2909880"/>
              <a:ext cx="11981160" cy="34639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7B87EEB1-5EB1-4210-A00D-59955E26A8A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6600" y="2900520"/>
                <a:ext cx="11999880" cy="348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A7249485-7AC7-4BE2-8411-D98ABBD92152}"/>
                  </a:ext>
                </a:extLst>
              </p14:cNvPr>
              <p14:cNvContentPartPr/>
              <p14:nvPr/>
            </p14:nvContentPartPr>
            <p14:xfrm>
              <a:off x="1254960" y="853560"/>
              <a:ext cx="8815680" cy="2973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A7249485-7AC7-4BE2-8411-D98ABBD92152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245600" y="844200"/>
                <a:ext cx="8834400" cy="31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16EBB9EC-DD09-4363-82EB-4FCD64962CE2}"/>
                  </a:ext>
                </a:extLst>
              </p14:cNvPr>
              <p14:cNvContentPartPr/>
              <p14:nvPr/>
            </p14:nvContentPartPr>
            <p14:xfrm>
              <a:off x="1653480" y="5289480"/>
              <a:ext cx="3524760" cy="108900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16EBB9EC-DD09-4363-82EB-4FCD64962CE2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644120" y="5280120"/>
                <a:ext cx="3543480" cy="1107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114659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60176650-EDCE-4AE9-A3ED-2DE7E1BD2D09}"/>
                  </a:ext>
                </a:extLst>
              </p14:cNvPr>
              <p14:cNvContentPartPr/>
              <p14:nvPr/>
            </p14:nvContentPartPr>
            <p14:xfrm>
              <a:off x="569160" y="459360"/>
              <a:ext cx="10521360" cy="59428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60176650-EDCE-4AE9-A3ED-2DE7E1BD2D0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59800" y="450000"/>
                <a:ext cx="10540080" cy="5961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231368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A762E938-3B9F-41FF-9278-E54C8AF57223}"/>
                  </a:ext>
                </a:extLst>
              </p14:cNvPr>
              <p14:cNvContentPartPr/>
              <p14:nvPr/>
            </p14:nvContentPartPr>
            <p14:xfrm>
              <a:off x="154800" y="264960"/>
              <a:ext cx="11942640" cy="64666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A762E938-3B9F-41FF-9278-E54C8AF5722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45440" y="255600"/>
                <a:ext cx="11961360" cy="6485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12481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32. Consider the prime field ZP of characteristic p # 0. &#10;a. Show that, for p # 2, not every element in ZP is a square of an element of Zp. [Hint: 1 &#10;in Zp. Deduce the desired conclusion by counting.] &#10;b. Using part (a), show that there exist finite fields of p2 elements for every prime p in Z+. ">
            <a:extLst>
              <a:ext uri="{FF2B5EF4-FFF2-40B4-BE49-F238E27FC236}">
                <a16:creationId xmlns:a16="http://schemas.microsoft.com/office/drawing/2014/main" id="{5B149CFB-9057-43FF-B45E-5F3D5408DB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5087" y="324879"/>
            <a:ext cx="11081825" cy="1627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9" name="Picture 3" descr="Adrien-Marie Legendre &#10;Watercolor caricature by Julien-Léopold &#10;Boilly (see 5 Mistaken portrait), the only &#10;known portrait of Legendre &#10;Born &#10;Died &#10;Nationality &#10;18 September 1752 &#10;Paris, France &#10;9 January 1833 (aged 80) &#10;Paris, France &#10;French ">
            <a:extLst>
              <a:ext uri="{FF2B5EF4-FFF2-40B4-BE49-F238E27FC236}">
                <a16:creationId xmlns:a16="http://schemas.microsoft.com/office/drawing/2014/main" id="{5B67F104-052B-4EF6-9D22-EC258289E3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14339" y="1951892"/>
            <a:ext cx="2625969" cy="46297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521B0EE5-E99E-484C-9218-6E0453D23B8B}"/>
                  </a:ext>
                </a:extLst>
              </p14:cNvPr>
              <p14:cNvContentPartPr/>
              <p14:nvPr/>
            </p14:nvContentPartPr>
            <p14:xfrm>
              <a:off x="1002240" y="769320"/>
              <a:ext cx="8173800" cy="55587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521B0EE5-E99E-484C-9218-6E0453D23B8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92880" y="759960"/>
                <a:ext cx="8192520" cy="5577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678682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387D47F6-18E7-4A1C-8ACE-EC5E4537F5B3}"/>
                  </a:ext>
                </a:extLst>
              </p14:cNvPr>
              <p14:cNvContentPartPr/>
              <p14:nvPr/>
            </p14:nvContentPartPr>
            <p14:xfrm>
              <a:off x="1080" y="159840"/>
              <a:ext cx="11694960" cy="66855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387D47F6-18E7-4A1C-8ACE-EC5E4537F5B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8280" y="150480"/>
                <a:ext cx="11713680" cy="670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4A6B5CED-C99B-4575-86E9-3B9DCC82C52D}"/>
                  </a:ext>
                </a:extLst>
              </p14:cNvPr>
              <p14:cNvContentPartPr/>
              <p14:nvPr/>
            </p14:nvContentPartPr>
            <p14:xfrm>
              <a:off x="3624480" y="378360"/>
              <a:ext cx="2461680" cy="19857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4A6B5CED-C99B-4575-86E9-3B9DCC82C52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615120" y="369000"/>
                <a:ext cx="2480400" cy="2004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663348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7DB68F9B-9BB6-4E6A-A919-555AE28BFEF6}"/>
                  </a:ext>
                </a:extLst>
              </p14:cNvPr>
              <p14:cNvContentPartPr/>
              <p14:nvPr/>
            </p14:nvContentPartPr>
            <p14:xfrm>
              <a:off x="718560" y="234360"/>
              <a:ext cx="11169360" cy="61416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7DB68F9B-9BB6-4E6A-A919-555AE28BFEF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09200" y="225000"/>
                <a:ext cx="11188080" cy="6160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369489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 descr="13. Show that XP n &#10;— x is the product of all monic irreducible polynomials in ZP [x] of a degree d dividing n. ">
            <a:extLst>
              <a:ext uri="{FF2B5EF4-FFF2-40B4-BE49-F238E27FC236}">
                <a16:creationId xmlns:a16="http://schemas.microsoft.com/office/drawing/2014/main" id="{F3D511A4-B4DE-41DE-AC64-1948742239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560" y="376524"/>
            <a:ext cx="10850880" cy="3927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BA963DFA-2B2E-4591-9B7A-E1A5F8DF4375}"/>
                  </a:ext>
                </a:extLst>
              </p14:cNvPr>
              <p14:cNvContentPartPr/>
              <p14:nvPr/>
            </p14:nvContentPartPr>
            <p14:xfrm>
              <a:off x="385560" y="279720"/>
              <a:ext cx="11736360" cy="6501960"/>
            </p14:xfrm>
          </p:contentPart>
        </mc:Choice>
        <mc:Fallback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BA963DFA-2B2E-4591-9B7A-E1A5F8DF437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76200" y="270360"/>
                <a:ext cx="11755080" cy="652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F1738A64-5CD8-4EFA-BE16-ECC6A3D75BA1}"/>
                  </a:ext>
                </a:extLst>
              </p14:cNvPr>
              <p14:cNvContentPartPr/>
              <p14:nvPr/>
            </p14:nvContentPartPr>
            <p14:xfrm>
              <a:off x="1415520" y="3099600"/>
              <a:ext cx="7210800" cy="1742400"/>
            </p14:xfrm>
          </p:contentPart>
        </mc:Choice>
        <mc:Fallback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F1738A64-5CD8-4EFA-BE16-ECC6A3D75BA1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406160" y="3090240"/>
                <a:ext cx="7229520" cy="1761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212171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99756B3F-E96C-4D4B-9794-A316F01B3BBA}"/>
                  </a:ext>
                </a:extLst>
              </p14:cNvPr>
              <p14:cNvContentPartPr/>
              <p14:nvPr/>
            </p14:nvContentPartPr>
            <p14:xfrm>
              <a:off x="306720" y="107280"/>
              <a:ext cx="10898640" cy="65052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99756B3F-E96C-4D4B-9794-A316F01B3BB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97360" y="97920"/>
                <a:ext cx="10917360" cy="6523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379697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0B325379-4C78-4631-B082-3C6B172434DC}"/>
                  </a:ext>
                </a:extLst>
              </p14:cNvPr>
              <p14:cNvContentPartPr/>
              <p14:nvPr/>
            </p14:nvContentPartPr>
            <p14:xfrm>
              <a:off x="2178360" y="214560"/>
              <a:ext cx="9711000" cy="53305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0B325379-4C78-4631-B082-3C6B172434D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169000" y="205200"/>
                <a:ext cx="9729720" cy="5349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706541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2CCC14EB-9A9A-4103-B54F-CE6A7A040123}"/>
                  </a:ext>
                </a:extLst>
              </p14:cNvPr>
              <p14:cNvContentPartPr/>
              <p14:nvPr/>
            </p14:nvContentPartPr>
            <p14:xfrm>
              <a:off x="599400" y="378360"/>
              <a:ext cx="10188720" cy="58982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2CCC14EB-9A9A-4103-B54F-CE6A7A04012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90040" y="369000"/>
                <a:ext cx="10207440" cy="5916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810841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1" name="Picture 1" descr="23. Show that if E is a finite extension of a field F and [E : F] is a prime number, then E is a simple extension of &#10;F and, indeed, E = F (a) for every a e E not in F. ">
            <a:extLst>
              <a:ext uri="{FF2B5EF4-FFF2-40B4-BE49-F238E27FC236}">
                <a16:creationId xmlns:a16="http://schemas.microsoft.com/office/drawing/2014/main" id="{806FC3C9-3D12-4B04-AA67-3D061D1D76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160" y="401803"/>
            <a:ext cx="11155680" cy="613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4AE00FB2-92C8-4591-98F1-4F1ED9E49F39}"/>
                  </a:ext>
                </a:extLst>
              </p14:cNvPr>
              <p14:cNvContentPartPr/>
              <p14:nvPr/>
            </p14:nvContentPartPr>
            <p14:xfrm>
              <a:off x="513360" y="645840"/>
              <a:ext cx="8840520" cy="53265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4AE00FB2-92C8-4591-98F1-4F1ED9E49F3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04000" y="636480"/>
                <a:ext cx="8859240" cy="5345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203199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5" name="Picture 1" descr="— 3 is irreducible over Q(Vfi). &#10;2 &#10;24. Prove that x ">
            <a:extLst>
              <a:ext uri="{FF2B5EF4-FFF2-40B4-BE49-F238E27FC236}">
                <a16:creationId xmlns:a16="http://schemas.microsoft.com/office/drawing/2014/main" id="{E312F588-D7E4-4F0D-AB3D-3B4940D96D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716280"/>
            <a:ext cx="9267825" cy="666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03BEC0F6-59E2-432A-AD63-8DAC86B4B352}"/>
                  </a:ext>
                </a:extLst>
              </p14:cNvPr>
              <p14:cNvContentPartPr/>
              <p14:nvPr/>
            </p14:nvContentPartPr>
            <p14:xfrm>
              <a:off x="480240" y="187200"/>
              <a:ext cx="11466720" cy="64288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03BEC0F6-59E2-432A-AD63-8DAC86B4B35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70880" y="177840"/>
                <a:ext cx="11485440" cy="6447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414404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69" name="Picture 1" descr="30. Let E be an extension field of F. Let a e E be algebraic of odd degree over F. Show that 02 is algebraic of &#10;odd degree over F, and F (a) — F (02). ">
            <a:extLst>
              <a:ext uri="{FF2B5EF4-FFF2-40B4-BE49-F238E27FC236}">
                <a16:creationId xmlns:a16="http://schemas.microsoft.com/office/drawing/2014/main" id="{034A10BB-98A2-4274-B233-A73BC55CEA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2269" y="528552"/>
            <a:ext cx="10327462" cy="6144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CE498B2E-7444-4362-B4F0-7135BF2F1285}"/>
                  </a:ext>
                </a:extLst>
              </p14:cNvPr>
              <p14:cNvContentPartPr/>
              <p14:nvPr/>
            </p14:nvContentPartPr>
            <p14:xfrm>
              <a:off x="378360" y="981720"/>
              <a:ext cx="11599920" cy="53485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CE498B2E-7444-4362-B4F0-7135BF2F128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69000" y="972360"/>
                <a:ext cx="11618640" cy="5367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578957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3" name="Picture 1" descr="29. Let E be a finite extension of a field F, and let p(x) e F [x] be irreducible over F and have degree that is not &#10;a divisor of [E : F]. Show that p(x) has no zeros in E. ">
            <a:extLst>
              <a:ext uri="{FF2B5EF4-FFF2-40B4-BE49-F238E27FC236}">
                <a16:creationId xmlns:a16="http://schemas.microsoft.com/office/drawing/2014/main" id="{F280B4E1-EF25-4491-ADC1-D2F3700330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635" y="562239"/>
            <a:ext cx="11174730" cy="6017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8EAC2CC8-1BED-49C8-A998-69FD8EB74808}"/>
                  </a:ext>
                </a:extLst>
              </p14:cNvPr>
              <p14:cNvContentPartPr/>
              <p14:nvPr/>
            </p14:nvContentPartPr>
            <p14:xfrm>
              <a:off x="725400" y="1314360"/>
              <a:ext cx="9105840" cy="39722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8EAC2CC8-1BED-49C8-A998-69FD8EB7480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16040" y="1305000"/>
                <a:ext cx="9124560" cy="3990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436535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7" name="Picture 1" descr="25. What degree field extensions can we obtain by successively adjoining to a field F a square root of an element &#10;of F not a square in F, then square root of some nonsquare in this new field, and so on? Argue from this &#10;14 — 3x2 + 12 over Q can never be expressed as a rational function of square roots of rational &#10;that a zero of x &#10;functions of square roots, and so on, of elements of Q. ">
            <a:extLst>
              <a:ext uri="{FF2B5EF4-FFF2-40B4-BE49-F238E27FC236}">
                <a16:creationId xmlns:a16="http://schemas.microsoft.com/office/drawing/2014/main" id="{FBF8C5A6-3E9C-480E-8DD5-023ADEE47C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760" y="467717"/>
            <a:ext cx="11043285" cy="11991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331A9779-C744-40B9-BE21-2F187CB10FA0}"/>
                  </a:ext>
                </a:extLst>
              </p14:cNvPr>
              <p14:cNvContentPartPr/>
              <p14:nvPr/>
            </p14:nvContentPartPr>
            <p14:xfrm>
              <a:off x="223560" y="1728360"/>
              <a:ext cx="11744640" cy="51116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331A9779-C744-40B9-BE21-2F187CB10FA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14200" y="1719000"/>
                <a:ext cx="11763360" cy="5130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1152867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5" name="Picture 1" descr="39. Prove the following sequence of theorems. &#10;a. &#10;b. &#10;c. &#10;d. &#10;An automorphism of a field E carries elements that are squares of elements in E onto elements that are &#10;squares of elements of E. &#10;An automorphism of the field IR of real numbers carries positive numbers onto positive numbers. &#10;If is an automorphism of IR and a &lt; b, where a, b e IR, then a(a) &lt; a(b). &#10;The only automorphism of IR is the identity automorphism. ">
            <a:extLst>
              <a:ext uri="{FF2B5EF4-FFF2-40B4-BE49-F238E27FC236}">
                <a16:creationId xmlns:a16="http://schemas.microsoft.com/office/drawing/2014/main" id="{003BB511-B486-4704-B6E3-19F30BD1E4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660" y="312948"/>
            <a:ext cx="10774680" cy="19330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E7053DE6-2B79-485F-B883-582C4D6CB4A0}"/>
                  </a:ext>
                </a:extLst>
              </p14:cNvPr>
              <p14:cNvContentPartPr/>
              <p14:nvPr/>
            </p14:nvContentPartPr>
            <p14:xfrm>
              <a:off x="302400" y="271800"/>
              <a:ext cx="7416000" cy="57772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E7053DE6-2B79-485F-B883-582C4D6CB4A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93040" y="262440"/>
                <a:ext cx="7434720" cy="579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2D7890AB-9DDD-41B7-9E8B-9F158676610E}"/>
                  </a:ext>
                </a:extLst>
              </p14:cNvPr>
              <p14:cNvContentPartPr/>
              <p14:nvPr/>
            </p14:nvContentPartPr>
            <p14:xfrm>
              <a:off x="4522320" y="1857960"/>
              <a:ext cx="7628400" cy="47098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2D7890AB-9DDD-41B7-9E8B-9F158676610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512960" y="1848600"/>
                <a:ext cx="7647120" cy="4728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7963768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F511BEE3-255D-4B67-8AA2-9F361BBC61CE}"/>
                  </a:ext>
                </a:extLst>
              </p14:cNvPr>
              <p14:cNvContentPartPr/>
              <p14:nvPr/>
            </p14:nvContentPartPr>
            <p14:xfrm>
              <a:off x="701280" y="180360"/>
              <a:ext cx="10443600" cy="64468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F511BEE3-255D-4B67-8AA2-9F361BBC61C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91920" y="171000"/>
                <a:ext cx="10462320" cy="6465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8269545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89554939-967E-4364-8B50-3F007DEA71E6}"/>
                  </a:ext>
                </a:extLst>
              </p14:cNvPr>
              <p14:cNvContentPartPr/>
              <p14:nvPr/>
            </p14:nvContentPartPr>
            <p14:xfrm>
              <a:off x="239400" y="720"/>
              <a:ext cx="11953080" cy="68576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89554939-967E-4364-8B50-3F007DEA71E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0040" y="-8640"/>
                <a:ext cx="11971800" cy="6876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5246216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89" name="Picture 1" descr="16. A finite normal extension K of a field F is abelian over F if G(K / F) is an abelian group. Show that if K &#10;is abelian over F and E is a normal extension of F, where F &lt; E &lt; K, then K is abelian over E and E is &#10;abelian over F. ">
            <a:extLst>
              <a:ext uri="{FF2B5EF4-FFF2-40B4-BE49-F238E27FC236}">
                <a16:creationId xmlns:a16="http://schemas.microsoft.com/office/drawing/2014/main" id="{B7056527-FB99-4E5B-A9DB-8EE3E40E27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094" y="796849"/>
            <a:ext cx="11009812" cy="9424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5D7A49F6-C393-4CC7-BA4B-DB441E3C1E67}"/>
                  </a:ext>
                </a:extLst>
              </p14:cNvPr>
              <p14:cNvContentPartPr/>
              <p14:nvPr/>
            </p14:nvContentPartPr>
            <p14:xfrm>
              <a:off x="448560" y="144720"/>
              <a:ext cx="9942120" cy="61966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5D7A49F6-C393-4CC7-BA4B-DB441E3C1E6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39200" y="135360"/>
                <a:ext cx="9960840" cy="6215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175721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3" name="Picture 1" descr="23. A finite normal extension K of a field F is cyclic over F if G(K / F) is a cyclic group. &#10;a. Show that if K is cyclic over F and E is a normal extension of F, where F &lt; E &lt; K, then E is cyclic over &#10;F and K is cyclic over E. &#10;b. Show that if K is cyclic over F, then there exists exactly one field E, F &lt; E &lt; K, of degree d over F for &#10;each divisor d of [K : F]. ">
            <a:extLst>
              <a:ext uri="{FF2B5EF4-FFF2-40B4-BE49-F238E27FC236}">
                <a16:creationId xmlns:a16="http://schemas.microsoft.com/office/drawing/2014/main" id="{D5DC91DA-6190-4D4C-BE5D-CC6FE375B4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650" y="367371"/>
            <a:ext cx="11395710" cy="17757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EC8F2842-91A8-478A-A758-95ABFA855E4C}"/>
                  </a:ext>
                </a:extLst>
              </p14:cNvPr>
              <p14:cNvContentPartPr/>
              <p14:nvPr/>
            </p14:nvContentPartPr>
            <p14:xfrm>
              <a:off x="1000800" y="748800"/>
              <a:ext cx="11023200" cy="60282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EC8F2842-91A8-478A-A758-95ABFA855E4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91440" y="739440"/>
                <a:ext cx="11041920" cy="6046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992314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文档" ma:contentTypeID="0x0101001594938C8331CC42A4FCEDC9F70D2D1C" ma:contentTypeVersion="2" ma:contentTypeDescription="新建文档。" ma:contentTypeScope="" ma:versionID="e04eca8eebcf54bd5d5f972163244f82">
  <xsd:schema xmlns:xsd="http://www.w3.org/2001/XMLSchema" xmlns:xs="http://www.w3.org/2001/XMLSchema" xmlns:p="http://schemas.microsoft.com/office/2006/metadata/properties" xmlns:ns3="6af921c6-6f3c-4d56-a22a-8f189f1aa588" targetNamespace="http://schemas.microsoft.com/office/2006/metadata/properties" ma:root="true" ma:fieldsID="9a6e61eae7039aed613ea92bc091f735" ns3:_="">
    <xsd:import namespace="6af921c6-6f3c-4d56-a22a-8f189f1aa588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af921c6-6f3c-4d56-a22a-8f189f1aa58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内容类型"/>
        <xsd:element ref="dc:title" minOccurs="0" maxOccurs="1" ma:index="4" ma:displayName="标题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02A8F1E-2A26-43B2-B3CF-F15D3482FB5D}">
  <ds:schemaRefs>
    <ds:schemaRef ds:uri="http://schemas.microsoft.com/office/2006/documentManagement/types"/>
    <ds:schemaRef ds:uri="http://purl.org/dc/elements/1.1/"/>
    <ds:schemaRef ds:uri="http://schemas.openxmlformats.org/package/2006/metadata/core-properties"/>
    <ds:schemaRef ds:uri="http://purl.org/dc/terms/"/>
    <ds:schemaRef ds:uri="6af921c6-6f3c-4d56-a22a-8f189f1aa588"/>
    <ds:schemaRef ds:uri="http://purl.org/dc/dcmitype/"/>
    <ds:schemaRef ds:uri="http://schemas.microsoft.com/office/infopath/2007/PartnerControls"/>
    <ds:schemaRef ds:uri="http://schemas.microsoft.com/office/2006/metadata/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1058BB74-C7DF-4BF9-BDE4-2BC7DD643D0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D3CD5EA-B1B5-4A67-8E15-8363C8FC800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af921c6-6f3c-4d56-a22a-8f189f1aa58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4732</TotalTime>
  <Words>12</Words>
  <Application>Microsoft Office PowerPoint</Application>
  <PresentationFormat>Widescreen</PresentationFormat>
  <Paragraphs>5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4" baseType="lpstr">
      <vt:lpstr>等线</vt:lpstr>
      <vt:lpstr>等线 Light</vt:lpstr>
      <vt:lpstr>Arial</vt:lpstr>
      <vt:lpstr>Calibri</vt:lpstr>
      <vt:lpstr>Calibri Light</vt:lpstr>
      <vt:lpstr>Office Theme</vt:lpstr>
      <vt:lpstr>MAT205: Abstract Algebra II </vt:lpstr>
      <vt:lpstr>Quiz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MAT211: Abstract Algebra</dc:title>
  <dc:creator>Ma Jiajun</dc:creator>
  <cp:lastModifiedBy>Ma Jiajun</cp:lastModifiedBy>
  <cp:revision>815</cp:revision>
  <dcterms:created xsi:type="dcterms:W3CDTF">2021-09-19T05:52:48Z</dcterms:created>
  <dcterms:modified xsi:type="dcterms:W3CDTF">2023-06-27T09:02:41Z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0x0101001594938C8331CC42A4FCEDC9F70D2D1C</vt:lpwstr>
  </property>
</Properties>
</file>